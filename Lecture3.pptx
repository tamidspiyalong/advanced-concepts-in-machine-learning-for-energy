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9" r:id="rId3"/>
    <p:sldId id="294" r:id="rId4"/>
    <p:sldId id="308" r:id="rId5"/>
    <p:sldId id="310" r:id="rId6"/>
    <p:sldId id="329" r:id="rId7"/>
    <p:sldId id="330" r:id="rId8"/>
    <p:sldId id="331" r:id="rId9"/>
    <p:sldId id="332" r:id="rId10"/>
    <p:sldId id="303" r:id="rId11"/>
    <p:sldId id="302" r:id="rId12"/>
    <p:sldId id="307" r:id="rId13"/>
    <p:sldId id="326" r:id="rId14"/>
    <p:sldId id="312" r:id="rId15"/>
    <p:sldId id="305" r:id="rId16"/>
    <p:sldId id="322" r:id="rId17"/>
    <p:sldId id="316" r:id="rId18"/>
    <p:sldId id="276" r:id="rId19"/>
    <p:sldId id="323" r:id="rId20"/>
    <p:sldId id="317" r:id="rId21"/>
    <p:sldId id="314" r:id="rId22"/>
    <p:sldId id="324" r:id="rId23"/>
    <p:sldId id="325" r:id="rId24"/>
    <p:sldId id="327" r:id="rId25"/>
    <p:sldId id="295" r:id="rId26"/>
    <p:sldId id="296" r:id="rId27"/>
    <p:sldId id="328" r:id="rId28"/>
    <p:sldId id="298" r:id="rId29"/>
    <p:sldId id="297" r:id="rId30"/>
    <p:sldId id="293" r:id="rId31"/>
    <p:sldId id="270" r:id="rId32"/>
    <p:sldId id="292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80B849-7A94-4EB1-8402-5982B41922FD}" v="103" dt="2025-04-11T03:14:52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c9a3dc08-26f0-490d-b190-2780270c58e1" providerId="ADAL" clId="{7380B849-7A94-4EB1-8402-5982B41922FD}"/>
    <pc:docChg chg="undo redo custSel addSld delSld modSld sldOrd">
      <pc:chgData name="Pi, Yalong" userId="c9a3dc08-26f0-490d-b190-2780270c58e1" providerId="ADAL" clId="{7380B849-7A94-4EB1-8402-5982B41922FD}" dt="2025-04-11T03:14:52.214" v="459"/>
      <pc:docMkLst>
        <pc:docMk/>
      </pc:docMkLst>
      <pc:sldChg chg="new del">
        <pc:chgData name="Pi, Yalong" userId="c9a3dc08-26f0-490d-b190-2780270c58e1" providerId="ADAL" clId="{7380B849-7A94-4EB1-8402-5982B41922FD}" dt="2025-04-08T20:03:31.377" v="2" actId="47"/>
        <pc:sldMkLst>
          <pc:docMk/>
          <pc:sldMk cId="3615843014" sldId="256"/>
        </pc:sldMkLst>
      </pc:sldChg>
      <pc:sldChg chg="addSp add mod">
        <pc:chgData name="Pi, Yalong" userId="c9a3dc08-26f0-490d-b190-2780270c58e1" providerId="ADAL" clId="{7380B849-7A94-4EB1-8402-5982B41922FD}" dt="2025-04-10T23:34:30.395" v="262" actId="9405"/>
        <pc:sldMkLst>
          <pc:docMk/>
          <pc:sldMk cId="454250523" sldId="257"/>
        </pc:sldMkLst>
        <pc:inkChg chg="add">
          <ac:chgData name="Pi, Yalong" userId="c9a3dc08-26f0-490d-b190-2780270c58e1" providerId="ADAL" clId="{7380B849-7A94-4EB1-8402-5982B41922FD}" dt="2025-04-10T23:34:30.395" v="262" actId="9405"/>
          <ac:inkMkLst>
            <pc:docMk/>
            <pc:sldMk cId="454250523" sldId="257"/>
            <ac:inkMk id="4" creationId="{F5C9D51D-066D-C74E-8425-240CEC6AB020}"/>
          </ac:inkMkLst>
        </pc:inkChg>
      </pc:sldChg>
      <pc:sldChg chg="modSp add mod">
        <pc:chgData name="Pi, Yalong" userId="c9a3dc08-26f0-490d-b190-2780270c58e1" providerId="ADAL" clId="{7380B849-7A94-4EB1-8402-5982B41922FD}" dt="2025-04-10T15:56:06.131" v="226" actId="20577"/>
        <pc:sldMkLst>
          <pc:docMk/>
          <pc:sldMk cId="1837931256" sldId="259"/>
        </pc:sldMkLst>
        <pc:graphicFrameChg chg="mod modGraphic">
          <ac:chgData name="Pi, Yalong" userId="c9a3dc08-26f0-490d-b190-2780270c58e1" providerId="ADAL" clId="{7380B849-7A94-4EB1-8402-5982B41922FD}" dt="2025-04-10T15:56:06.131" v="226" actId="20577"/>
          <ac:graphicFrameMkLst>
            <pc:docMk/>
            <pc:sldMk cId="1837931256" sldId="259"/>
            <ac:graphicFrameMk id="2" creationId="{0CB4CB1F-E381-58E5-09F1-83CD1CA2CF53}"/>
          </ac:graphicFrameMkLst>
        </pc:graphicFrameChg>
      </pc:sldChg>
      <pc:sldChg chg="add del ord">
        <pc:chgData name="Pi, Yalong" userId="c9a3dc08-26f0-490d-b190-2780270c58e1" providerId="ADAL" clId="{7380B849-7A94-4EB1-8402-5982B41922FD}" dt="2025-04-11T00:19:53.977" v="297" actId="47"/>
        <pc:sldMkLst>
          <pc:docMk/>
          <pc:sldMk cId="3646240222" sldId="263"/>
        </pc:sldMkLst>
      </pc:sldChg>
      <pc:sldChg chg="delSp modSp add mod">
        <pc:chgData name="Pi, Yalong" userId="c9a3dc08-26f0-490d-b190-2780270c58e1" providerId="ADAL" clId="{7380B849-7A94-4EB1-8402-5982B41922FD}" dt="2025-04-11T02:00:04.477" v="353" actId="732"/>
        <pc:sldMkLst>
          <pc:docMk/>
          <pc:sldMk cId="1912173434" sldId="270"/>
        </pc:sldMkLst>
        <pc:spChg chg="del">
          <ac:chgData name="Pi, Yalong" userId="c9a3dc08-26f0-490d-b190-2780270c58e1" providerId="ADAL" clId="{7380B849-7A94-4EB1-8402-5982B41922FD}" dt="2025-04-11T01:59:55.767" v="352" actId="478"/>
          <ac:spMkLst>
            <pc:docMk/>
            <pc:sldMk cId="1912173434" sldId="270"/>
            <ac:spMk id="512" creationId="{00000000-0000-0000-0000-000000000000}"/>
          </ac:spMkLst>
        </pc:spChg>
        <pc:picChg chg="mod modCrop">
          <ac:chgData name="Pi, Yalong" userId="c9a3dc08-26f0-490d-b190-2780270c58e1" providerId="ADAL" clId="{7380B849-7A94-4EB1-8402-5982B41922FD}" dt="2025-04-11T02:00:04.477" v="353" actId="732"/>
          <ac:picMkLst>
            <pc:docMk/>
            <pc:sldMk cId="1912173434" sldId="270"/>
            <ac:picMk id="509" creationId="{00000000-0000-0000-0000-000000000000}"/>
          </ac:picMkLst>
        </pc:picChg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687868484" sldId="276"/>
        </pc:sldMkLst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2618469200" sldId="285"/>
        </pc:sldMkLst>
      </pc:sldChg>
      <pc:sldChg chg="addSp modSp add mod">
        <pc:chgData name="Pi, Yalong" userId="c9a3dc08-26f0-490d-b190-2780270c58e1" providerId="ADAL" clId="{7380B849-7A94-4EB1-8402-5982B41922FD}" dt="2025-04-11T00:21:52.222" v="311" actId="164"/>
        <pc:sldMkLst>
          <pc:docMk/>
          <pc:sldMk cId="317390241" sldId="286"/>
        </pc:sldMkLst>
        <pc:spChg chg="mod">
          <ac:chgData name="Pi, Yalong" userId="c9a3dc08-26f0-490d-b190-2780270c58e1" providerId="ADAL" clId="{7380B849-7A94-4EB1-8402-5982B41922FD}" dt="2025-04-11T00:21:35.807" v="303" actId="255"/>
          <ac:spMkLst>
            <pc:docMk/>
            <pc:sldMk cId="317390241" sldId="286"/>
            <ac:spMk id="1688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52.222" v="311" actId="164"/>
          <ac:spMkLst>
            <pc:docMk/>
            <pc:sldMk cId="317390241" sldId="286"/>
            <ac:spMk id="1690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52.222" v="311" actId="164"/>
          <ac:spMkLst>
            <pc:docMk/>
            <pc:sldMk cId="317390241" sldId="286"/>
            <ac:spMk id="1691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52.222" v="311" actId="164"/>
          <ac:spMkLst>
            <pc:docMk/>
            <pc:sldMk cId="317390241" sldId="286"/>
            <ac:spMk id="1694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52.222" v="311" actId="164"/>
          <ac:spMkLst>
            <pc:docMk/>
            <pc:sldMk cId="317390241" sldId="286"/>
            <ac:spMk id="1696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52.222" v="311" actId="164"/>
          <ac:spMkLst>
            <pc:docMk/>
            <pc:sldMk cId="317390241" sldId="286"/>
            <ac:spMk id="1697" creationId="{00000000-0000-0000-0000-000000000000}"/>
          </ac:spMkLst>
        </pc:spChg>
        <pc:spChg chg="mod">
          <ac:chgData name="Pi, Yalong" userId="c9a3dc08-26f0-490d-b190-2780270c58e1" providerId="ADAL" clId="{7380B849-7A94-4EB1-8402-5982B41922FD}" dt="2025-04-11T00:21:35.807" v="303" actId="255"/>
          <ac:spMkLst>
            <pc:docMk/>
            <pc:sldMk cId="317390241" sldId="286"/>
            <ac:spMk id="1698" creationId="{00000000-0000-0000-0000-000000000000}"/>
          </ac:spMkLst>
        </pc:spChg>
        <pc:grpChg chg="add mod">
          <ac:chgData name="Pi, Yalong" userId="c9a3dc08-26f0-490d-b190-2780270c58e1" providerId="ADAL" clId="{7380B849-7A94-4EB1-8402-5982B41922FD}" dt="2025-04-11T00:21:52.222" v="311" actId="164"/>
          <ac:grpSpMkLst>
            <pc:docMk/>
            <pc:sldMk cId="317390241" sldId="286"/>
            <ac:grpSpMk id="2" creationId="{24FC6795-A853-DC33-0D7E-2436B49C1699}"/>
          </ac:grpSpMkLst>
        </pc:grpChg>
        <pc:graphicFrameChg chg="mod">
          <ac:chgData name="Pi, Yalong" userId="c9a3dc08-26f0-490d-b190-2780270c58e1" providerId="ADAL" clId="{7380B849-7A94-4EB1-8402-5982B41922FD}" dt="2025-04-11T00:21:52.222" v="311" actId="164"/>
          <ac:graphicFrameMkLst>
            <pc:docMk/>
            <pc:sldMk cId="317390241" sldId="286"/>
            <ac:graphicFrameMk id="1689" creationId="{00000000-0000-0000-0000-000000000000}"/>
          </ac:graphicFrameMkLst>
        </pc:graphicFrameChg>
        <pc:graphicFrameChg chg="mod">
          <ac:chgData name="Pi, Yalong" userId="c9a3dc08-26f0-490d-b190-2780270c58e1" providerId="ADAL" clId="{7380B849-7A94-4EB1-8402-5982B41922FD}" dt="2025-04-11T00:21:52.222" v="311" actId="164"/>
          <ac:graphicFrameMkLst>
            <pc:docMk/>
            <pc:sldMk cId="317390241" sldId="286"/>
            <ac:graphicFrameMk id="1693" creationId="{00000000-0000-0000-0000-000000000000}"/>
          </ac:graphicFrameMkLst>
        </pc:graphicFrameChg>
        <pc:cxnChg chg="mod">
          <ac:chgData name="Pi, Yalong" userId="c9a3dc08-26f0-490d-b190-2780270c58e1" providerId="ADAL" clId="{7380B849-7A94-4EB1-8402-5982B41922FD}" dt="2025-04-11T00:21:52.222" v="311" actId="164"/>
          <ac:cxnSpMkLst>
            <pc:docMk/>
            <pc:sldMk cId="317390241" sldId="286"/>
            <ac:cxnSpMk id="1692" creationId="{00000000-0000-0000-0000-000000000000}"/>
          </ac:cxnSpMkLst>
        </pc:cxnChg>
        <pc:cxnChg chg="mod">
          <ac:chgData name="Pi, Yalong" userId="c9a3dc08-26f0-490d-b190-2780270c58e1" providerId="ADAL" clId="{7380B849-7A94-4EB1-8402-5982B41922FD}" dt="2025-04-11T00:21:52.222" v="311" actId="164"/>
          <ac:cxnSpMkLst>
            <pc:docMk/>
            <pc:sldMk cId="317390241" sldId="286"/>
            <ac:cxnSpMk id="1695" creationId="{00000000-0000-0000-0000-000000000000}"/>
          </ac:cxnSpMkLst>
        </pc:cxnChg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4222733255" sldId="287"/>
        </pc:sldMkLst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2418935978" sldId="288"/>
        </pc:sldMkLst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140822745" sldId="289"/>
        </pc:sldMkLst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2624060806" sldId="290"/>
        </pc:sldMkLst>
      </pc:sldChg>
      <pc:sldChg chg="add">
        <pc:chgData name="Pi, Yalong" userId="c9a3dc08-26f0-490d-b190-2780270c58e1" providerId="ADAL" clId="{7380B849-7A94-4EB1-8402-5982B41922FD}" dt="2025-04-08T20:07:16.556" v="11"/>
        <pc:sldMkLst>
          <pc:docMk/>
          <pc:sldMk cId="817959762" sldId="291"/>
        </pc:sldMkLst>
      </pc:sldChg>
      <pc:sldChg chg="addSp modSp add mod">
        <pc:chgData name="Pi, Yalong" userId="c9a3dc08-26f0-490d-b190-2780270c58e1" providerId="ADAL" clId="{7380B849-7A94-4EB1-8402-5982B41922FD}" dt="2025-04-11T03:14:52.214" v="459"/>
        <pc:sldMkLst>
          <pc:docMk/>
          <pc:sldMk cId="68972397" sldId="292"/>
        </pc:sldMkLst>
        <pc:spChg chg="mod">
          <ac:chgData name="Pi, Yalong" userId="c9a3dc08-26f0-490d-b190-2780270c58e1" providerId="ADAL" clId="{7380B849-7A94-4EB1-8402-5982B41922FD}" dt="2025-04-11T00:47:15.057" v="335" actId="207"/>
          <ac:spMkLst>
            <pc:docMk/>
            <pc:sldMk cId="68972397" sldId="292"/>
            <ac:spMk id="4" creationId="{8EF99E3B-39D9-4F1A-8879-18B36A61B51D}"/>
          </ac:spMkLst>
        </pc:spChg>
        <pc:spChg chg="mod">
          <ac:chgData name="Pi, Yalong" userId="c9a3dc08-26f0-490d-b190-2780270c58e1" providerId="ADAL" clId="{7380B849-7A94-4EB1-8402-5982B41922FD}" dt="2025-04-11T02:05:39.841" v="354" actId="207"/>
          <ac:spMkLst>
            <pc:docMk/>
            <pc:sldMk cId="68972397" sldId="292"/>
            <ac:spMk id="54" creationId="{0244D40D-8493-462E-BD56-53DBC56C2599}"/>
          </ac:spMkLst>
        </pc:spChg>
        <pc:spChg chg="add mod">
          <ac:chgData name="Pi, Yalong" userId="c9a3dc08-26f0-490d-b190-2780270c58e1" providerId="ADAL" clId="{7380B849-7A94-4EB1-8402-5982B41922FD}" dt="2025-04-11T03:14:52.214" v="459"/>
          <ac:spMkLst>
            <pc:docMk/>
            <pc:sldMk cId="68972397" sldId="292"/>
            <ac:spMk id="63" creationId="{1B04A1E1-ADD1-D4F4-A4C2-759346EEF8DC}"/>
          </ac:spMkLst>
        </pc:spChg>
      </pc:sldChg>
      <pc:sldChg chg="addSp modSp add">
        <pc:chgData name="Pi, Yalong" userId="c9a3dc08-26f0-490d-b190-2780270c58e1" providerId="ADAL" clId="{7380B849-7A94-4EB1-8402-5982B41922FD}" dt="2025-04-11T02:12:53.291" v="357" actId="1076"/>
        <pc:sldMkLst>
          <pc:docMk/>
          <pc:sldMk cId="2607860978" sldId="293"/>
        </pc:sldMkLst>
        <pc:picChg chg="add mod">
          <ac:chgData name="Pi, Yalong" userId="c9a3dc08-26f0-490d-b190-2780270c58e1" providerId="ADAL" clId="{7380B849-7A94-4EB1-8402-5982B41922FD}" dt="2025-04-11T02:12:53.291" v="357" actId="1076"/>
          <ac:picMkLst>
            <pc:docMk/>
            <pc:sldMk cId="2607860978" sldId="293"/>
            <ac:picMk id="4" creationId="{D7089646-92A4-371E-79BE-3C9ACEE0A0BE}"/>
          </ac:picMkLst>
        </pc:picChg>
      </pc:sldChg>
      <pc:sldChg chg="modSp add mod">
        <pc:chgData name="Pi, Yalong" userId="c9a3dc08-26f0-490d-b190-2780270c58e1" providerId="ADAL" clId="{7380B849-7A94-4EB1-8402-5982B41922FD}" dt="2025-04-11T01:08:29.387" v="351" actId="20577"/>
        <pc:sldMkLst>
          <pc:docMk/>
          <pc:sldMk cId="2795673300" sldId="294"/>
        </pc:sldMkLst>
        <pc:spChg chg="mod">
          <ac:chgData name="Pi, Yalong" userId="c9a3dc08-26f0-490d-b190-2780270c58e1" providerId="ADAL" clId="{7380B849-7A94-4EB1-8402-5982B41922FD}" dt="2025-04-08T20:06:37.981" v="4" actId="20577"/>
          <ac:spMkLst>
            <pc:docMk/>
            <pc:sldMk cId="2795673300" sldId="294"/>
            <ac:spMk id="2" creationId="{C507EFA2-926F-15D2-70D1-6F7042A87E7E}"/>
          </ac:spMkLst>
        </pc:spChg>
        <pc:spChg chg="mod">
          <ac:chgData name="Pi, Yalong" userId="c9a3dc08-26f0-490d-b190-2780270c58e1" providerId="ADAL" clId="{7380B849-7A94-4EB1-8402-5982B41922FD}" dt="2025-04-11T01:08:29.387" v="351" actId="20577"/>
          <ac:spMkLst>
            <pc:docMk/>
            <pc:sldMk cId="2795673300" sldId="294"/>
            <ac:spMk id="3" creationId="{91EE2E30-BF8C-B6B1-4DAF-55723B77CA6D}"/>
          </ac:spMkLst>
        </pc:spChg>
      </pc:sldChg>
      <pc:sldChg chg="addSp modSp new">
        <pc:chgData name="Pi, Yalong" userId="c9a3dc08-26f0-490d-b190-2780270c58e1" providerId="ADAL" clId="{7380B849-7A94-4EB1-8402-5982B41922FD}" dt="2025-04-08T20:06:49.070" v="6"/>
        <pc:sldMkLst>
          <pc:docMk/>
          <pc:sldMk cId="4155417098" sldId="295"/>
        </pc:sldMkLst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80" creationId="{2293DFC3-9F0B-5C01-6A7D-88FA56E31683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85" creationId="{F1D6ADFE-9A29-5295-0A7C-9D323E2429D5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90" creationId="{746C3761-8ED1-8C6F-3B40-7FDE5087DA36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92" creationId="{8EA5AEDE-F0C6-1879-D824-2EDB955D1B39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97" creationId="{FACF10D6-377F-E8CD-04BE-4B9196F33120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193" creationId="{09476922-E97D-862C-DB36-8270B4F9FF31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199" creationId="{1C776CFD-B64A-ABE5-9322-EDF8C81E2B62}"/>
          </ac:spMkLst>
        </pc:spChg>
        <pc:spChg chg="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200" creationId="{BD2314D3-C7C7-FDCC-1706-81D39447C3DF}"/>
          </ac:spMkLst>
        </pc:spChg>
        <pc:spChg chg="add 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218" creationId="{F8FCC3D2-A4E7-3BE3-E970-E852CA1AE048}"/>
          </ac:spMkLst>
        </pc:spChg>
        <pc:spChg chg="add mod">
          <ac:chgData name="Pi, Yalong" userId="c9a3dc08-26f0-490d-b190-2780270c58e1" providerId="ADAL" clId="{7380B849-7A94-4EB1-8402-5982B41922FD}" dt="2025-04-08T20:06:49.070" v="6"/>
          <ac:spMkLst>
            <pc:docMk/>
            <pc:sldMk cId="4155417098" sldId="295"/>
            <ac:spMk id="222" creationId="{C3465C35-22C0-EC03-0128-3B1DACAB68E7}"/>
          </ac:spMkLst>
        </pc:spChg>
      </pc:sldChg>
      <pc:sldChg chg="addSp modSp new mod">
        <pc:chgData name="Pi, Yalong" userId="c9a3dc08-26f0-490d-b190-2780270c58e1" providerId="ADAL" clId="{7380B849-7A94-4EB1-8402-5982B41922FD}" dt="2025-04-10T17:45:53.648" v="243" actId="20577"/>
        <pc:sldMkLst>
          <pc:docMk/>
          <pc:sldMk cId="3089522579" sldId="296"/>
        </pc:sldMkLst>
        <pc:spChg chg="mod">
          <ac:chgData name="Pi, Yalong" userId="c9a3dc08-26f0-490d-b190-2780270c58e1" providerId="ADAL" clId="{7380B849-7A94-4EB1-8402-5982B41922FD}" dt="2025-04-10T17:45:53.648" v="243" actId="20577"/>
          <ac:spMkLst>
            <pc:docMk/>
            <pc:sldMk cId="3089522579" sldId="296"/>
            <ac:spMk id="4" creationId="{13B981E8-5CC7-0EA8-8ADB-D06DE842423E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10" creationId="{BAD3CD82-7AE4-0C3F-7083-83F11B3F4A8A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14" creationId="{D709C568-492D-B9BF-D65F-A56A51A52C11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15" creationId="{5339B0A5-48BD-4186-2326-52D6CC66BBEB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20" creationId="{1A9E3144-A16D-432D-57F6-F13FB389FDE5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24" creationId="{FBD31E61-0E7D-4AC4-1F05-BB149BF4B47A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36" creationId="{257FDDA9-D386-2738-B65B-7A814C40EFE4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40" creationId="{C0C327D4-ED46-B105-C04C-3A9919E4E3F2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52" creationId="{E0D7F838-F9BF-87A0-5C07-C175B85D8289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55" creationId="{4F494EEB-AB36-57EC-1DB3-3CA76A1A54F7}"/>
          </ac:spMkLst>
        </pc:spChg>
        <pc:spChg chg="mod">
          <ac:chgData name="Pi, Yalong" userId="c9a3dc08-26f0-490d-b190-2780270c58e1" providerId="ADAL" clId="{7380B849-7A94-4EB1-8402-5982B41922FD}" dt="2025-04-08T20:07:04.809" v="8"/>
          <ac:spMkLst>
            <pc:docMk/>
            <pc:sldMk cId="3089522579" sldId="296"/>
            <ac:spMk id="57" creationId="{30D4F058-F209-B0C1-283C-187367B6F15D}"/>
          </ac:spMkLst>
        </pc:spChg>
      </pc:sldChg>
      <pc:sldChg chg="addSp modSp new">
        <pc:chgData name="Pi, Yalong" userId="c9a3dc08-26f0-490d-b190-2780270c58e1" providerId="ADAL" clId="{7380B849-7A94-4EB1-8402-5982B41922FD}" dt="2025-04-08T20:07:10.650" v="10"/>
        <pc:sldMkLst>
          <pc:docMk/>
          <pc:sldMk cId="2308409058" sldId="297"/>
        </pc:sldMkLst>
        <pc:picChg chg="add mod">
          <ac:chgData name="Pi, Yalong" userId="c9a3dc08-26f0-490d-b190-2780270c58e1" providerId="ADAL" clId="{7380B849-7A94-4EB1-8402-5982B41922FD}" dt="2025-04-08T20:07:10.650" v="10"/>
          <ac:picMkLst>
            <pc:docMk/>
            <pc:sldMk cId="2308409058" sldId="297"/>
            <ac:picMk id="2" creationId="{ED46AE5C-0428-51EF-C753-9D6BBCBA1D8A}"/>
          </ac:picMkLst>
        </pc:picChg>
      </pc:sldChg>
      <pc:sldChg chg="addSp delSp modSp add ord">
        <pc:chgData name="Pi, Yalong" userId="c9a3dc08-26f0-490d-b190-2780270c58e1" providerId="ADAL" clId="{7380B849-7A94-4EB1-8402-5982B41922FD}" dt="2025-04-11T00:21:54.085" v="313" actId="20578"/>
        <pc:sldMkLst>
          <pc:docMk/>
          <pc:sldMk cId="4098975288" sldId="298"/>
        </pc:sldMkLst>
        <pc:picChg chg="add">
          <ac:chgData name="Pi, Yalong" userId="c9a3dc08-26f0-490d-b190-2780270c58e1" providerId="ADAL" clId="{7380B849-7A94-4EB1-8402-5982B41922FD}" dt="2025-04-10T23:54:15.800" v="264"/>
          <ac:picMkLst>
            <pc:docMk/>
            <pc:sldMk cId="4098975288" sldId="298"/>
            <ac:picMk id="2" creationId="{00399847-EE6E-A533-4C37-1D8337757690}"/>
          </ac:picMkLst>
        </pc:picChg>
        <pc:picChg chg="del mod">
          <ac:chgData name="Pi, Yalong" userId="c9a3dc08-26f0-490d-b190-2780270c58e1" providerId="ADAL" clId="{7380B849-7A94-4EB1-8402-5982B41922FD}" dt="2025-04-10T23:54:15.142" v="263" actId="478"/>
          <ac:picMkLst>
            <pc:docMk/>
            <pc:sldMk cId="4098975288" sldId="298"/>
            <ac:picMk id="1026" creationId="{00000000-0000-0000-0000-000000000000}"/>
          </ac:picMkLst>
        </pc:picChg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217266800" sldId="302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683322710" sldId="303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857451874" sldId="305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934287215" sldId="307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291032192" sldId="308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397982343" sldId="310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437697367" sldId="312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635630988" sldId="314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417175957" sldId="316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166964926" sldId="317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160906318" sldId="322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224155928" sldId="323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015832340" sldId="324"/>
        </pc:sldMkLst>
      </pc:sldChg>
      <pc:sldChg chg="modSp add mod">
        <pc:chgData name="Pi, Yalong" userId="c9a3dc08-26f0-490d-b190-2780270c58e1" providerId="ADAL" clId="{7380B849-7A94-4EB1-8402-5982B41922FD}" dt="2025-04-09T16:48:18.016" v="210" actId="20577"/>
        <pc:sldMkLst>
          <pc:docMk/>
          <pc:sldMk cId="2957517873" sldId="325"/>
        </pc:sldMkLst>
        <pc:spChg chg="mod">
          <ac:chgData name="Pi, Yalong" userId="c9a3dc08-26f0-490d-b190-2780270c58e1" providerId="ADAL" clId="{7380B849-7A94-4EB1-8402-5982B41922FD}" dt="2025-04-09T16:48:18.016" v="210" actId="20577"/>
          <ac:spMkLst>
            <pc:docMk/>
            <pc:sldMk cId="2957517873" sldId="325"/>
            <ac:spMk id="3" creationId="{A0B4809D-D918-50DE-B95B-519511C38F0B}"/>
          </ac:spMkLst>
        </pc:spChg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3152696499" sldId="326"/>
        </pc:sldMkLst>
      </pc:sldChg>
      <pc:sldChg chg="add">
        <pc:chgData name="Pi, Yalong" userId="c9a3dc08-26f0-490d-b190-2780270c58e1" providerId="ADAL" clId="{7380B849-7A94-4EB1-8402-5982B41922FD}" dt="2025-04-09T14:56:55.554" v="63"/>
        <pc:sldMkLst>
          <pc:docMk/>
          <pc:sldMk cId="3772723158" sldId="327"/>
        </pc:sldMkLst>
      </pc:sldChg>
      <pc:sldChg chg="addSp delSp modSp add mod">
        <pc:chgData name="Pi, Yalong" userId="c9a3dc08-26f0-490d-b190-2780270c58e1" providerId="ADAL" clId="{7380B849-7A94-4EB1-8402-5982B41922FD}" dt="2025-04-10T17:46:30.038" v="257" actId="20577"/>
        <pc:sldMkLst>
          <pc:docMk/>
          <pc:sldMk cId="237134466" sldId="328"/>
        </pc:sldMkLst>
        <pc:spChg chg="mod">
          <ac:chgData name="Pi, Yalong" userId="c9a3dc08-26f0-490d-b190-2780270c58e1" providerId="ADAL" clId="{7380B849-7A94-4EB1-8402-5982B41922FD}" dt="2025-04-10T17:46:30.038" v="257" actId="20577"/>
          <ac:spMkLst>
            <pc:docMk/>
            <pc:sldMk cId="237134466" sldId="328"/>
            <ac:spMk id="4" creationId="{43893E28-20E3-2AAC-D846-387B320966A9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9" creationId="{BCAE10E1-454D-2633-8CA7-4685B55E2185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13" creationId="{B9FAD1F0-0E4F-F551-09C3-40583DB34915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15" creationId="{CE5BCBBF-085B-9246-C033-E1C6328B3B53}"/>
          </ac:spMkLst>
        </pc:spChg>
        <pc:spChg chg="del">
          <ac:chgData name="Pi, Yalong" userId="c9a3dc08-26f0-490d-b190-2780270c58e1" providerId="ADAL" clId="{7380B849-7A94-4EB1-8402-5982B41922FD}" dt="2025-04-10T17:45:57.527" v="244" actId="478"/>
          <ac:spMkLst>
            <pc:docMk/>
            <pc:sldMk cId="237134466" sldId="328"/>
            <ac:spMk id="17" creationId="{D280AABD-897F-432A-40F3-898FBB33FA57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19" creationId="{A6014DD7-04C2-1A81-01E9-62BE97D925DA}"/>
          </ac:spMkLst>
        </pc:spChg>
        <pc:spChg chg="del">
          <ac:chgData name="Pi, Yalong" userId="c9a3dc08-26f0-490d-b190-2780270c58e1" providerId="ADAL" clId="{7380B849-7A94-4EB1-8402-5982B41922FD}" dt="2025-04-10T17:45:58.911" v="245" actId="478"/>
          <ac:spMkLst>
            <pc:docMk/>
            <pc:sldMk cId="237134466" sldId="328"/>
            <ac:spMk id="25" creationId="{44B5D7A9-5FA0-367E-5D66-B3B8E4ADA7BE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38" creationId="{84E17C09-B3C7-F8F6-B448-D27538ED0B6D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43" creationId="{AD3681FC-AD59-7F35-30C5-7C0A0E2EFDD2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47" creationId="{6A6EF52C-2E69-26E5-A921-42A97D4145C6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49" creationId="{68F1383C-6EB7-7226-349A-1005F78350A0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51" creationId="{7910EAB0-8100-8AC6-59A3-86FD4EBF0ED2}"/>
          </ac:spMkLst>
        </pc:spChg>
        <pc:spChg chg="mod">
          <ac:chgData name="Pi, Yalong" userId="c9a3dc08-26f0-490d-b190-2780270c58e1" providerId="ADAL" clId="{7380B849-7A94-4EB1-8402-5982B41922FD}" dt="2025-04-10T17:46:07.418" v="246" actId="571"/>
          <ac:spMkLst>
            <pc:docMk/>
            <pc:sldMk cId="237134466" sldId="328"/>
            <ac:spMk id="56" creationId="{5B4839A3-0058-6DDF-3C87-6320060695D3}"/>
          </ac:spMkLst>
        </pc:spChg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823130250" sldId="329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176492947" sldId="330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1979698089" sldId="331"/>
        </pc:sldMkLst>
      </pc:sldChg>
      <pc:sldChg chg="add">
        <pc:chgData name="Pi, Yalong" userId="c9a3dc08-26f0-490d-b190-2780270c58e1" providerId="ADAL" clId="{7380B849-7A94-4EB1-8402-5982B41922FD}" dt="2025-04-11T00:17:45.573" v="289"/>
        <pc:sldMkLst>
          <pc:docMk/>
          <pc:sldMk cId="2127484757" sldId="332"/>
        </pc:sldMkLst>
      </pc:sldChg>
      <pc:sldChg chg="addSp delSp modSp new del mod">
        <pc:chgData name="Pi, Yalong" userId="c9a3dc08-26f0-490d-b190-2780270c58e1" providerId="ADAL" clId="{7380B849-7A94-4EB1-8402-5982B41922FD}" dt="2025-04-11T03:14:17.395" v="452" actId="47"/>
        <pc:sldMkLst>
          <pc:docMk/>
          <pc:sldMk cId="923293570" sldId="333"/>
        </pc:sldMkLst>
        <pc:spChg chg="del mod">
          <ac:chgData name="Pi, Yalong" userId="c9a3dc08-26f0-490d-b190-2780270c58e1" providerId="ADAL" clId="{7380B849-7A94-4EB1-8402-5982B41922FD}" dt="2025-04-11T03:14:07.759" v="448" actId="478"/>
          <ac:spMkLst>
            <pc:docMk/>
            <pc:sldMk cId="923293570" sldId="333"/>
            <ac:spMk id="2" creationId="{748AA30B-7A3C-2D1C-532E-64E29DDBFF7B}"/>
          </ac:spMkLst>
        </pc:spChg>
        <pc:spChg chg="add del mod">
          <ac:chgData name="Pi, Yalong" userId="c9a3dc08-26f0-490d-b190-2780270c58e1" providerId="ADAL" clId="{7380B849-7A94-4EB1-8402-5982B41922FD}" dt="2025-04-11T03:14:10.187" v="449" actId="21"/>
          <ac:spMkLst>
            <pc:docMk/>
            <pc:sldMk cId="923293570" sldId="333"/>
            <ac:spMk id="3" creationId="{1B04A1E1-ADD1-D4F4-A4C2-759346EEF8D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0T23:34:3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39 15347 0 0,'-2'-15'680'0'0,"-1"5"145"0"0,1 2-665 0 0,-1 3-160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7ACFC-1D91-4E4A-844E-16A67BBD428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58D69-9771-4133-9AF1-1CD371BC6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p29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246" cy="4134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9:notes"/>
          <p:cNvSpPr txBox="1">
            <a:spLocks noGrp="1"/>
          </p:cNvSpPr>
          <p:nvPr>
            <p:ph type="sldNum" idx="12"/>
          </p:nvPr>
        </p:nvSpPr>
        <p:spPr>
          <a:xfrm>
            <a:off x="3793755" y="8727258"/>
            <a:ext cx="3146133" cy="45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Trebuchet MS"/>
                <a:buNone/>
                <a:tabLst/>
                <a:defRPr/>
              </a:pPr>
              <a:t>31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5426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4f7bb4cdbd_0_73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g4f7bb4cdb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4979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4f7bb4cdbd_0_79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g4f7bb4cdb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8637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4f7bb4cdbd_0_110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g4f7bb4cdbd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6620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4f7bb4cdbd_0_154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g4f7bb4cdb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758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4f7bb4cdbd_0_175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g4f7bb4cdbd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805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4f7bb4cdbd_0_83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g4f7bb4cdb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8064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4f7bb4cdbd_0_207:notes"/>
          <p:cNvSpPr txBox="1">
            <a:spLocks noGrp="1"/>
          </p:cNvSpPr>
          <p:nvPr>
            <p:ph type="body" idx="1"/>
          </p:nvPr>
        </p:nvSpPr>
        <p:spPr>
          <a:xfrm>
            <a:off x="726031" y="4364426"/>
            <a:ext cx="5808122" cy="413483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g4f7bb4cdb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688975"/>
            <a:ext cx="6122988" cy="3444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84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D884-4D62-545E-8824-B3DC94A3F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31BAE-482D-13A2-31B2-30FD33FC9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1A67A-D84B-57EF-FB30-66B0C2A4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FDD47-67F9-E8B0-551A-5F1820B9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C7F71-2394-4DD6-F2E4-A7405FAF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4AAA-F756-7489-5096-89FAD5D8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51DF-A180-2B04-0A2E-15F32914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06F1-627C-0A99-38DC-46ED6EFD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EBEB6-BF6E-2F8C-7EB3-730F1A2D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1B5B8-2ABF-0EB5-A621-C499B7EF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3FB5-5628-003E-F544-C5FCD27C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A2995-92B4-E3E7-00C5-46C26F187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410A-8E05-EDBE-E7DE-66C9183C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F7C5D-188C-C59F-D364-DAB3E62A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004E7-FB67-580A-1AF7-0315D37B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93CA-8CBD-EFE9-CBF0-FAE7AAF6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C0C7-01BD-1F85-A5F8-DE1FFB7AF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7EA47-B014-C494-B679-36147C2A1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C498C-0F6B-C933-CEBC-41FDC527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24F7C-76E2-D972-F274-5B1E96DF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42CE8-923E-D624-BC0B-2D9E9F9B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4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F2CD-82E8-B50F-875F-D4DBA578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AB005-BB7E-B0B7-0C4F-2EC53B033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C80F8-A234-A051-0B12-38AE3F1AA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B2370-9698-CDA9-7949-30BE23EC5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473A0-3FE3-2D4E-F7D0-3C5CD8DF1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01AB8-CEB1-DD5E-8013-B1DA4B2E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02DF09-7EE5-635D-1356-938CE48E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39E8B-73EA-1D10-8B5B-10770182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0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87DE-9F28-1423-B1EE-50BA49F7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0CEA3-DD5D-9E09-D2EF-042F7DB7E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8A5AF-BB65-0EB8-5A94-34514209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B4CF6-4BE9-2D88-4EEF-24252F90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0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B713D-F0A3-997D-3CCD-CDAA3A04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FC8F0-BB87-0C13-A3AD-F036F640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22ED2-5018-CB58-CEF7-6A20AFAF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82FB-6AEC-4937-381D-B30812F7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D2E93-1C45-0FEA-F795-75D0B6D94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C680-7BF1-E68A-39BA-D6311E0B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53457-F328-AB55-2049-816B9B6D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60C55-5FA4-83E4-5E56-EC54089C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7AE9-B712-D30F-1777-B888285E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8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4C3E-A575-E4DF-9991-F7C2D2B3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49181-0C2B-C34C-9EDB-9077D6847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17C84-565C-957D-E94A-377804B22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5C272-64F1-9F76-4734-05CAF705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67258-E8BC-BA6F-8792-0F3D7A8F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BF693-2878-76F7-A050-1A004397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1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0487-313E-40CB-983B-831ED11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DA5B8-869B-8857-CDF8-E94B9B457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42A9-9E6E-7756-2F0F-D12426DB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04A91-CA13-14E7-9045-ACB2BB17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BEFD2-9A38-C2E9-041A-F33D57A5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1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208C3C-0D1C-A86B-164C-5842C2849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652CE-5294-8F2A-9CA2-1806D37A0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55B34-1193-70F7-25D4-5911511B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E2B16-CBC2-9A77-556A-418BCCA7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8BB9-7380-D316-BCC1-BC9E7760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553721" y="703918"/>
            <a:ext cx="6580130" cy="68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568960" y="2336705"/>
            <a:ext cx="6562037" cy="410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507995" lvl="0" indent="-25399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222">
                <a:solidFill>
                  <a:schemeClr val="dk2"/>
                </a:solidFill>
              </a:defRPr>
            </a:lvl1pPr>
            <a:lvl2pPr marL="1015990" lvl="1" indent="-25399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2000">
                <a:solidFill>
                  <a:schemeClr val="dk2"/>
                </a:solidFill>
              </a:defRPr>
            </a:lvl2pPr>
            <a:lvl3pPr marL="1523985" lvl="2" indent="-25399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2000">
                <a:solidFill>
                  <a:schemeClr val="dk2"/>
                </a:solidFill>
              </a:defRPr>
            </a:lvl3pPr>
            <a:lvl4pPr marL="2031980" lvl="3" indent="-380996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>
                <a:solidFill>
                  <a:schemeClr val="lt1"/>
                </a:solidFill>
              </a:defRPr>
            </a:lvl4pPr>
            <a:lvl5pPr marL="2539975" lvl="4" indent="-395107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3047970" lvl="5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555964" lvl="6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4063959" lvl="7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571954" lvl="8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553721" y="1314815"/>
            <a:ext cx="6580130" cy="58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507995" lvl="0" indent="-25399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rebuchet MS"/>
              <a:buNone/>
              <a:defRPr sz="2667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015990" lvl="1" indent="-25399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None/>
              <a:defRPr sz="311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523985" lvl="2" indent="-25399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rebuchet MS"/>
              <a:buNone/>
              <a:defRPr sz="311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2031980" lvl="3" indent="-253997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311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539975" lvl="4" indent="-253997" algn="ctr">
              <a:spcBef>
                <a:spcPts val="622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311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3047970" lvl="5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555964" lvl="6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4063959" lvl="7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571954" lvl="8" indent="-380996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571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71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55021-CDFA-4827-254E-34EE990F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57AE2-FCF5-5056-0C58-848296AB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2F4F-EFC2-503D-DBAA-39A06872A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B5598-781E-4986-B4EA-EF3CB04A678E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668F0-14E3-A831-FF0E-5E22FA78B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76828-9E14-8CF7-1E1C-C8A77559F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7F613-AC09-4952-9ED8-F5C52483C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8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sv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12" Type="http://schemas.openxmlformats.org/officeDocument/2006/relationships/image" Target="../media/image35.png"/><Relationship Id="rId17" Type="http://schemas.openxmlformats.org/officeDocument/2006/relationships/image" Target="../media/image41.png"/><Relationship Id="rId2" Type="http://schemas.openxmlformats.org/officeDocument/2006/relationships/image" Target="../media/image25.jpe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5" Type="http://schemas.openxmlformats.org/officeDocument/2006/relationships/image" Target="../media/image38.sv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hyperlink" Target="https://tcwang0509.github.io/pix2pixH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DE20-E231-4248-D7F3-A8126F1C5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Concepts in Machine Learning for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478C7-0901-A4E4-29A2-7B00E9BB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Time: April 7, 9, 11, 14, 15, 1:00 pm - 5:30 pm (in-person students)</a:t>
            </a:r>
          </a:p>
          <a:p>
            <a:r>
              <a:rPr lang="en-US" dirty="0"/>
              <a:t>          April 7 to 25, 2025 (distance students)</a:t>
            </a:r>
          </a:p>
          <a:p>
            <a:r>
              <a:rPr lang="en-US" dirty="0"/>
              <a:t>Location: GERB 315 and Zoom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C9D51D-066D-C74E-8425-240CEC6AB020}"/>
                  </a:ext>
                </a:extLst>
              </p14:cNvPr>
              <p14:cNvContentPartPr/>
              <p14:nvPr/>
            </p14:nvContentPartPr>
            <p14:xfrm>
              <a:off x="11481594" y="6405348"/>
              <a:ext cx="3960" cy="1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C9D51D-066D-C74E-8425-240CEC6AB0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2594" y="6396708"/>
                <a:ext cx="2160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25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16;p3">
            <a:extLst>
              <a:ext uri="{FF2B5EF4-FFF2-40B4-BE49-F238E27FC236}">
                <a16:creationId xmlns:a16="http://schemas.microsoft.com/office/drawing/2014/main" id="{0CB4CB1F-E381-58E5-09F1-83CD1CA2C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571760"/>
              </p:ext>
            </p:extLst>
          </p:nvPr>
        </p:nvGraphicFramePr>
        <p:xfrm>
          <a:off x="252663" y="481263"/>
          <a:ext cx="11851105" cy="59487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6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Lecture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Topic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Quiz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8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1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Neural network fundamentals and continuous optimization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 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Image classification, object detection, and pixel segmentation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#1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3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Autoencoder, </a:t>
                      </a:r>
                      <a:r>
                        <a:rPr lang="en-US" sz="2800" u="none" strike="noStrike" cap="none" dirty="0" err="1">
                          <a:latin typeface="+mn-lt"/>
                        </a:rPr>
                        <a:t>autodecoder</a:t>
                      </a:r>
                      <a:r>
                        <a:rPr lang="en-US" sz="2800" u="none" strike="noStrike" cap="none" dirty="0">
                          <a:latin typeface="+mn-lt"/>
                        </a:rPr>
                        <a:t>, and generative adversarial network (GAN)</a:t>
                      </a:r>
                      <a:endParaRPr lang="en-US"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4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Attention mechanism, transformers (GPT)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5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Final project Q&amp;A, advanced topics review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#4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3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EFA2-926F-15D2-70D1-6F7042A8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2E30-BF8C-B6B1-4DAF-55723B77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6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Object detection and segmentation (1:00-1:30 pm)</a:t>
            </a:r>
          </a:p>
          <a:p>
            <a:r>
              <a:rPr lang="en-US" dirty="0"/>
              <a:t>Lab 2 </a:t>
            </a:r>
            <a:r>
              <a:rPr lang="en-US" dirty="0" err="1"/>
              <a:t>Unet</a:t>
            </a:r>
            <a:r>
              <a:rPr lang="en-US" dirty="0"/>
              <a:t>, lab 2d (</a:t>
            </a:r>
            <a:r>
              <a:rPr lang="en-US" dirty="0" err="1"/>
              <a:t>MaskRCNN</a:t>
            </a:r>
            <a:r>
              <a:rPr lang="en-US" dirty="0"/>
              <a:t>) (1:30-2:00 pm)</a:t>
            </a:r>
          </a:p>
          <a:p>
            <a:r>
              <a:rPr lang="en-US" dirty="0"/>
              <a:t>Object tracking (2:00-2:30 pm)</a:t>
            </a:r>
          </a:p>
          <a:p>
            <a:r>
              <a:rPr lang="en-US" dirty="0"/>
              <a:t>Lab 3a (2:30-3:00 pm)</a:t>
            </a:r>
          </a:p>
          <a:p>
            <a:r>
              <a:rPr lang="en-US" dirty="0"/>
              <a:t>Encoder-decoder structure (3:00-3:10 pm)</a:t>
            </a:r>
          </a:p>
          <a:p>
            <a:r>
              <a:rPr lang="en-US" dirty="0"/>
              <a:t>Lab 3b(3:10-3:40 pm)</a:t>
            </a:r>
          </a:p>
          <a:p>
            <a:r>
              <a:rPr lang="en-US" b="0" i="0" dirty="0">
                <a:effectLst/>
                <a:latin typeface="system-ui"/>
              </a:rPr>
              <a:t>Anomaly Detection using Autoencoders </a:t>
            </a:r>
            <a:r>
              <a:rPr lang="en-US" dirty="0"/>
              <a:t>(3:40-4:00 pm)</a:t>
            </a:r>
          </a:p>
          <a:p>
            <a:r>
              <a:rPr lang="en-US" dirty="0"/>
              <a:t>Lab 3c (4:00-4:30 pm)</a:t>
            </a:r>
          </a:p>
          <a:p>
            <a:r>
              <a:rPr lang="en-US" dirty="0"/>
              <a:t>GAN(4:30-5:30 pm)</a:t>
            </a:r>
          </a:p>
          <a:p>
            <a:r>
              <a:rPr lang="en-US" dirty="0"/>
              <a:t>Lab 3d (5:00-5:30 pm)</a:t>
            </a:r>
          </a:p>
        </p:txBody>
      </p:sp>
    </p:spTree>
    <p:extLst>
      <p:ext uri="{BB962C8B-B14F-4D97-AF65-F5344CB8AC3E}">
        <p14:creationId xmlns:p14="http://schemas.microsoft.com/office/powerpoint/2010/main" val="279567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D543-D424-400E-6E0F-8E0560EB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E2A7-D142-0972-0872-0C1C1CDAF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localizing objects in an image</a:t>
            </a:r>
          </a:p>
          <a:p>
            <a:r>
              <a:rPr lang="en-US" dirty="0"/>
              <a:t>Output format:</a:t>
            </a:r>
          </a:p>
          <a:p>
            <a:pPr lvl="1"/>
            <a:r>
              <a:rPr lang="en-US" dirty="0"/>
              <a:t>Bounding boxes</a:t>
            </a:r>
          </a:p>
          <a:p>
            <a:pPr lvl="1"/>
            <a:r>
              <a:rPr lang="en-US" dirty="0"/>
              <a:t>Points </a:t>
            </a:r>
          </a:p>
          <a:p>
            <a:r>
              <a:rPr lang="en-US" dirty="0"/>
              <a:t>Application </a:t>
            </a:r>
          </a:p>
          <a:p>
            <a:pPr lvl="1"/>
            <a:r>
              <a:rPr lang="en-US" dirty="0"/>
              <a:t>Autonomous driving</a:t>
            </a:r>
          </a:p>
          <a:p>
            <a:pPr lvl="1"/>
            <a:r>
              <a:rPr lang="en-US" dirty="0"/>
              <a:t>Surveillance systems</a:t>
            </a:r>
          </a:p>
          <a:p>
            <a:pPr lvl="1"/>
            <a:r>
              <a:rPr lang="en-US" dirty="0"/>
              <a:t>Medical imaging analysis</a:t>
            </a:r>
          </a:p>
          <a:p>
            <a:pPr lvl="1"/>
            <a:r>
              <a:rPr lang="en-US" dirty="0"/>
              <a:t>Augmented reality</a:t>
            </a:r>
          </a:p>
        </p:txBody>
      </p:sp>
    </p:spTree>
    <p:extLst>
      <p:ext uri="{BB962C8B-B14F-4D97-AF65-F5344CB8AC3E}">
        <p14:creationId xmlns:p14="http://schemas.microsoft.com/office/powerpoint/2010/main" val="329103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5528" y="332903"/>
          <a:ext cx="11189822" cy="1761998"/>
        </p:xfrm>
        <a:graphic>
          <a:graphicData uri="http://schemas.openxmlformats.org/drawingml/2006/table">
            <a:tbl>
              <a:tblPr firstRow="1" bandRow="1"/>
              <a:tblGrid>
                <a:gridCol w="5594911">
                  <a:extLst>
                    <a:ext uri="{9D8B030D-6E8A-4147-A177-3AD203B41FA5}">
                      <a16:colId xmlns:a16="http://schemas.microsoft.com/office/drawing/2014/main" val="732935196"/>
                    </a:ext>
                  </a:extLst>
                </a:gridCol>
                <a:gridCol w="5594911">
                  <a:extLst>
                    <a:ext uri="{9D8B030D-6E8A-4147-A177-3AD203B41FA5}">
                      <a16:colId xmlns:a16="http://schemas.microsoft.com/office/drawing/2014/main" val="1611464010"/>
                    </a:ext>
                  </a:extLst>
                </a:gridCol>
              </a:tblGrid>
              <a:tr h="31399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06821"/>
                  </a:ext>
                </a:extLst>
              </a:tr>
              <a:tr h="82590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COCO (300K</a:t>
                      </a:r>
                      <a:r>
                        <a:rPr lang="en-US" sz="2000" baseline="0" dirty="0"/>
                        <a:t> image in 80 classes</a:t>
                      </a:r>
                      <a:r>
                        <a:rPr lang="en-US" sz="2000" dirty="0"/>
                        <a:t>)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Images (9M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images in 600 classes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YOLO series</a:t>
                      </a:r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RCNN</a:t>
                      </a:r>
                      <a:r>
                        <a:rPr lang="en-US" sz="2000" baseline="0" dirty="0"/>
                        <a:t> series</a:t>
                      </a:r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baseline="0" dirty="0"/>
                        <a:t>Retina Net</a:t>
                      </a:r>
                      <a:endParaRPr lang="en-US" sz="2000" dirty="0"/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65040"/>
                  </a:ext>
                </a:extLst>
              </a:tr>
            </a:tbl>
          </a:graphicData>
        </a:graphic>
      </p:graphicFrame>
      <p:pic>
        <p:nvPicPr>
          <p:cNvPr id="9" name="Picture 2" descr="Object detection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773" y="2376700"/>
            <a:ext cx="6672649" cy="429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8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1177" y="827904"/>
            <a:ext cx="11768621" cy="5469932"/>
            <a:chOff x="576952" y="1240089"/>
            <a:chExt cx="5414435" cy="2516573"/>
          </a:xfrm>
        </p:grpSpPr>
        <p:grpSp>
          <p:nvGrpSpPr>
            <p:cNvPr id="5" name="Group 4"/>
            <p:cNvGrpSpPr/>
            <p:nvPr/>
          </p:nvGrpSpPr>
          <p:grpSpPr>
            <a:xfrm>
              <a:off x="1658765" y="2453085"/>
              <a:ext cx="804670" cy="804670"/>
              <a:chOff x="1511245" y="3669486"/>
              <a:chExt cx="871726" cy="871726"/>
            </a:xfrm>
          </p:grpSpPr>
          <p:sp>
            <p:nvSpPr>
              <p:cNvPr id="102" name="Rectangle 101"/>
              <p:cNvSpPr/>
              <p:nvPr/>
            </p:nvSpPr>
            <p:spPr>
              <a:xfrm>
                <a:off x="1511245" y="3669486"/>
                <a:ext cx="731520" cy="731520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1539286" y="3697527"/>
                <a:ext cx="731520" cy="73152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1567327" y="3725568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1595368" y="3753609"/>
                <a:ext cx="731520" cy="73152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1623409" y="3781650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1651451" y="3809692"/>
                <a:ext cx="731520" cy="73152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6" name="Rounded Rectangle 5"/>
            <p:cNvSpPr/>
            <p:nvPr/>
          </p:nvSpPr>
          <p:spPr>
            <a:xfrm>
              <a:off x="2867034" y="1702834"/>
              <a:ext cx="2723618" cy="662959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76953" y="2486074"/>
              <a:ext cx="772443" cy="771684"/>
              <a:chOff x="339281" y="3878665"/>
              <a:chExt cx="836813" cy="835991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339281" y="3878665"/>
                <a:ext cx="731520" cy="73152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384050" y="3931078"/>
                <a:ext cx="731520" cy="731520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444574" y="3983136"/>
                <a:ext cx="731520" cy="73152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8" name="Isosceles Triangle 7"/>
            <p:cNvSpPr/>
            <p:nvPr/>
          </p:nvSpPr>
          <p:spPr>
            <a:xfrm rot="5400000">
              <a:off x="1460868" y="2823602"/>
              <a:ext cx="130229" cy="93663"/>
            </a:xfrm>
            <a:prstGeom prst="triangl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 rot="5400000">
              <a:off x="2525754" y="2823602"/>
              <a:ext cx="130229" cy="93663"/>
            </a:xfrm>
            <a:prstGeom prst="triangle">
              <a:avLst/>
            </a:prstGeom>
            <a:solidFill>
              <a:srgbClr val="C5E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" name="Isosceles Triangle 9"/>
            <p:cNvSpPr/>
            <p:nvPr/>
          </p:nvSpPr>
          <p:spPr>
            <a:xfrm rot="5400000">
              <a:off x="4789431" y="2823602"/>
              <a:ext cx="130229" cy="93663"/>
            </a:xfrm>
            <a:prstGeom prst="triangl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8783" y="3370348"/>
              <a:ext cx="844061" cy="3863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RGB Input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33154" y="3370351"/>
              <a:ext cx="844061" cy="3863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CONV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87516" y="3370351"/>
              <a:ext cx="844061" cy="3863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MAX POOLING 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42757" y="3370351"/>
              <a:ext cx="844061" cy="3863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CONV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995955" y="3367243"/>
              <a:ext cx="995432" cy="38941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Output</a:t>
              </a:r>
            </a:p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13✕13✕a✕(5+n)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92257" y="3469398"/>
              <a:ext cx="403698" cy="18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ea typeface="Verdana" panose="020B0604030504040204" pitchFamily="34" charset="0"/>
                  <a:cs typeface="Verdana" panose="020B0604030504040204" pitchFamily="34" charset="0"/>
                </a:rPr>
                <a:t>...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9322" y="2760435"/>
              <a:ext cx="413832" cy="18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ea typeface="Verdana" panose="020B0604030504040204" pitchFamily="34" charset="0"/>
                  <a:cs typeface="Verdana" panose="020B0604030504040204" pitchFamily="34" charset="0"/>
                </a:rPr>
                <a:t>…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76952" y="1240089"/>
              <a:ext cx="5414431" cy="207034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You Only Look Once (YOLO) Architecture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2700000">
              <a:off x="4661782" y="2743551"/>
              <a:ext cx="1442017" cy="184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ea typeface="Verdana" panose="020B0604030504040204" pitchFamily="34" charset="0"/>
                  <a:cs typeface="Verdana" panose="020B0604030504040204" pitchFamily="34" charset="0"/>
                </a:rPr>
                <a:t>x grid</a:t>
              </a:r>
              <a:r>
                <a:rPr lang="en-US" sz="2000" dirty="0">
                  <a:ea typeface="Verdana" panose="020B0604030504040204" pitchFamily="34" charset="0"/>
                  <a:cs typeface="Verdana" panose="020B0604030504040204" pitchFamily="34" charset="0"/>
                </a:rPr>
                <a:t> x </a:t>
              </a:r>
              <a:r>
                <a:rPr lang="en-US" sz="2000" i="1" dirty="0">
                  <a:ea typeface="Verdana" panose="020B0604030504040204" pitchFamily="34" charset="0"/>
                  <a:cs typeface="Verdana" panose="020B0604030504040204" pitchFamily="34" charset="0"/>
                </a:rPr>
                <a:t>grid</a:t>
              </a:r>
              <a:r>
                <a:rPr lang="en-US" sz="2000" dirty="0">
                  <a:ea typeface="Verdana" panose="020B0604030504040204" pitchFamily="34" charset="0"/>
                  <a:cs typeface="Verdana" panose="020B0604030504040204" pitchFamily="34" charset="0"/>
                </a:rPr>
                <a:t> x </a:t>
              </a:r>
              <a:r>
                <a:rPr lang="en-US" sz="2000" i="1" dirty="0">
                  <a:ea typeface="Verdana" panose="020B0604030504040204" pitchFamily="34" charset="0"/>
                  <a:cs typeface="Verdana" panose="020B0604030504040204" pitchFamily="34" charset="0"/>
                </a:rPr>
                <a:t>anchor box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67034" y="1513930"/>
              <a:ext cx="2723618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Prediction in each anchor box</a:t>
              </a:r>
            </a:p>
          </p:txBody>
        </p:sp>
        <p:sp>
          <p:nvSpPr>
            <p:cNvPr id="24" name="Cube 23"/>
            <p:cNvSpPr/>
            <p:nvPr/>
          </p:nvSpPr>
          <p:spPr>
            <a:xfrm flipH="1">
              <a:off x="4074563" y="1749866"/>
              <a:ext cx="1516089" cy="1521423"/>
            </a:xfrm>
            <a:prstGeom prst="cube">
              <a:avLst>
                <a:gd name="adj" fmla="val 9550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4502998" y="2178583"/>
              <a:ext cx="99404" cy="105309"/>
              <a:chOff x="33073908" y="8152453"/>
              <a:chExt cx="765773" cy="811270"/>
            </a:xfrm>
          </p:grpSpPr>
          <p:sp>
            <p:nvSpPr>
              <p:cNvPr id="97" name="Parallelogram 96"/>
              <p:cNvSpPr/>
              <p:nvPr/>
            </p:nvSpPr>
            <p:spPr>
              <a:xfrm flipH="1">
                <a:off x="33079744" y="8152453"/>
                <a:ext cx="759937" cy="301877"/>
              </a:xfrm>
              <a:prstGeom prst="parallelogram">
                <a:avLst>
                  <a:gd name="adj" fmla="val 101554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98" name="Parallelogram 97"/>
              <p:cNvSpPr/>
              <p:nvPr/>
            </p:nvSpPr>
            <p:spPr>
              <a:xfrm rot="16200000">
                <a:off x="32821982" y="8404379"/>
                <a:ext cx="811270" cy="307417"/>
              </a:xfrm>
              <a:prstGeom prst="parallelogram">
                <a:avLst>
                  <a:gd name="adj" fmla="val 9859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4130827" y="1803613"/>
              <a:ext cx="139614" cy="145531"/>
              <a:chOff x="30206803" y="5263819"/>
              <a:chExt cx="1075544" cy="1121134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30206803" y="5263819"/>
                <a:ext cx="765773" cy="811270"/>
                <a:chOff x="33073908" y="8152453"/>
                <a:chExt cx="765773" cy="811270"/>
              </a:xfrm>
              <a:solidFill>
                <a:schemeClr val="accent6"/>
              </a:solidFill>
            </p:grpSpPr>
            <p:sp>
              <p:nvSpPr>
                <p:cNvPr id="95" name="Parallelogram 94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96" name="Parallelogram 95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30516574" y="5573683"/>
                <a:ext cx="765773" cy="811270"/>
                <a:chOff x="33073908" y="8152453"/>
                <a:chExt cx="765773" cy="811270"/>
              </a:xfrm>
              <a:solidFill>
                <a:schemeClr val="accent2"/>
              </a:solidFill>
            </p:grpSpPr>
            <p:sp>
              <p:nvSpPr>
                <p:cNvPr id="93" name="Parallelogram 92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94" name="Parallelogram 93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grpSp>
          <p:nvGrpSpPr>
            <p:cNvPr id="27" name="Group 26"/>
            <p:cNvGrpSpPr/>
            <p:nvPr/>
          </p:nvGrpSpPr>
          <p:grpSpPr>
            <a:xfrm>
              <a:off x="4211803" y="1882785"/>
              <a:ext cx="139614" cy="145531"/>
              <a:chOff x="30206803" y="5263819"/>
              <a:chExt cx="1075544" cy="1121134"/>
            </a:xfrm>
          </p:grpSpPr>
          <p:grpSp>
            <p:nvGrpSpPr>
              <p:cNvPr id="85" name="Group 84"/>
              <p:cNvGrpSpPr/>
              <p:nvPr/>
            </p:nvGrpSpPr>
            <p:grpSpPr>
              <a:xfrm>
                <a:off x="30206803" y="5263819"/>
                <a:ext cx="765773" cy="811270"/>
                <a:chOff x="33073908" y="8152453"/>
                <a:chExt cx="765773" cy="811270"/>
              </a:xfrm>
              <a:solidFill>
                <a:schemeClr val="accent6"/>
              </a:solidFill>
            </p:grpSpPr>
            <p:sp>
              <p:nvSpPr>
                <p:cNvPr id="89" name="Parallelogram 88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90" name="Parallelogram 89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grpSp>
            <p:nvGrpSpPr>
              <p:cNvPr id="86" name="Group 85"/>
              <p:cNvGrpSpPr/>
              <p:nvPr/>
            </p:nvGrpSpPr>
            <p:grpSpPr>
              <a:xfrm>
                <a:off x="30516574" y="5573683"/>
                <a:ext cx="765773" cy="811270"/>
                <a:chOff x="33073908" y="8152453"/>
                <a:chExt cx="765773" cy="811270"/>
              </a:xfrm>
              <a:solidFill>
                <a:schemeClr val="accent2"/>
              </a:solidFill>
            </p:grpSpPr>
            <p:sp>
              <p:nvSpPr>
                <p:cNvPr id="87" name="Parallelogram 86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88" name="Parallelogram 87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grpSp>
          <p:nvGrpSpPr>
            <p:cNvPr id="28" name="Group 27"/>
            <p:cNvGrpSpPr/>
            <p:nvPr/>
          </p:nvGrpSpPr>
          <p:grpSpPr>
            <a:xfrm>
              <a:off x="4290757" y="1962970"/>
              <a:ext cx="139614" cy="145531"/>
              <a:chOff x="30206803" y="5263819"/>
              <a:chExt cx="1075544" cy="1121134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30206803" y="5263819"/>
                <a:ext cx="765773" cy="811270"/>
                <a:chOff x="33073908" y="8152453"/>
                <a:chExt cx="765773" cy="811270"/>
              </a:xfrm>
              <a:solidFill>
                <a:schemeClr val="accent6"/>
              </a:solidFill>
            </p:grpSpPr>
            <p:sp>
              <p:nvSpPr>
                <p:cNvPr id="83" name="Parallelogram 82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84" name="Parallelogram 83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grpSp>
            <p:nvGrpSpPr>
              <p:cNvPr id="80" name="Group 79"/>
              <p:cNvGrpSpPr/>
              <p:nvPr/>
            </p:nvGrpSpPr>
            <p:grpSpPr>
              <a:xfrm>
                <a:off x="30516574" y="5573683"/>
                <a:ext cx="765773" cy="811270"/>
                <a:chOff x="33073908" y="8152453"/>
                <a:chExt cx="765773" cy="811270"/>
              </a:xfrm>
              <a:solidFill>
                <a:schemeClr val="accent2"/>
              </a:solidFill>
            </p:grpSpPr>
            <p:sp>
              <p:nvSpPr>
                <p:cNvPr id="81" name="Parallelogram 80"/>
                <p:cNvSpPr/>
                <p:nvPr/>
              </p:nvSpPr>
              <p:spPr>
                <a:xfrm flipH="1">
                  <a:off x="33079744" y="8152453"/>
                  <a:ext cx="759937" cy="301877"/>
                </a:xfrm>
                <a:prstGeom prst="parallelogram">
                  <a:avLst>
                    <a:gd name="adj" fmla="val 101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82" name="Parallelogram 81"/>
                <p:cNvSpPr/>
                <p:nvPr/>
              </p:nvSpPr>
              <p:spPr>
                <a:xfrm rot="16200000">
                  <a:off x="32821982" y="8404379"/>
                  <a:ext cx="811270" cy="307417"/>
                </a:xfrm>
                <a:prstGeom prst="parallelogram">
                  <a:avLst>
                    <a:gd name="adj" fmla="val 98591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grpSp>
          <p:nvGrpSpPr>
            <p:cNvPr id="29" name="Group 28"/>
            <p:cNvGrpSpPr/>
            <p:nvPr/>
          </p:nvGrpSpPr>
          <p:grpSpPr>
            <a:xfrm>
              <a:off x="2876341" y="2636777"/>
              <a:ext cx="467046" cy="467046"/>
              <a:chOff x="2620667" y="3831205"/>
              <a:chExt cx="505966" cy="505966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2620667" y="3831205"/>
                <a:ext cx="365760" cy="365760"/>
              </a:xfrm>
              <a:prstGeom prst="rect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2648708" y="3859246"/>
                <a:ext cx="365760" cy="3657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2676749" y="3887287"/>
                <a:ext cx="365760" cy="365760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704790" y="3915328"/>
                <a:ext cx="365760" cy="3657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2732831" y="3943369"/>
                <a:ext cx="365760" cy="365760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2760873" y="3971411"/>
                <a:ext cx="365760" cy="3657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3768536" y="2478740"/>
              <a:ext cx="622834" cy="620731"/>
              <a:chOff x="3676506" y="4041930"/>
              <a:chExt cx="674736" cy="672459"/>
            </a:xfrm>
          </p:grpSpPr>
          <p:grpSp>
            <p:nvGrpSpPr>
              <p:cNvPr id="59" name="Group 58"/>
              <p:cNvGrpSpPr/>
              <p:nvPr/>
            </p:nvGrpSpPr>
            <p:grpSpPr>
              <a:xfrm>
                <a:off x="3676506" y="4041930"/>
                <a:ext cx="505966" cy="505966"/>
                <a:chOff x="2620667" y="3831205"/>
                <a:chExt cx="505966" cy="505966"/>
              </a:xfrm>
            </p:grpSpPr>
            <p:sp>
              <p:nvSpPr>
                <p:cNvPr id="67" name="Rectangle 66"/>
                <p:cNvSpPr/>
                <p:nvPr/>
              </p:nvSpPr>
              <p:spPr>
                <a:xfrm>
                  <a:off x="2620667" y="3831205"/>
                  <a:ext cx="365760" cy="365760"/>
                </a:xfrm>
                <a:prstGeom prst="rect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8" name="Rectangle 67"/>
                <p:cNvSpPr/>
                <p:nvPr/>
              </p:nvSpPr>
              <p:spPr>
                <a:xfrm>
                  <a:off x="2648708" y="3859246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9" name="Rectangle 68"/>
                <p:cNvSpPr/>
                <p:nvPr/>
              </p:nvSpPr>
              <p:spPr>
                <a:xfrm>
                  <a:off x="2676749" y="3887287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2704790" y="3915328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2732831" y="3943369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2760873" y="3971411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grpSp>
            <p:nvGrpSpPr>
              <p:cNvPr id="60" name="Group 59"/>
              <p:cNvGrpSpPr/>
              <p:nvPr/>
            </p:nvGrpSpPr>
            <p:grpSpPr>
              <a:xfrm>
                <a:off x="3845276" y="4208423"/>
                <a:ext cx="505966" cy="505966"/>
                <a:chOff x="2620667" y="3831205"/>
                <a:chExt cx="505966" cy="505966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2620667" y="3831205"/>
                  <a:ext cx="365760" cy="365760"/>
                </a:xfrm>
                <a:prstGeom prst="rect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2648708" y="3859246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2676749" y="3887287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2704790" y="3915328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2732831" y="3943369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6" name="Rectangle 65"/>
                <p:cNvSpPr/>
                <p:nvPr/>
              </p:nvSpPr>
              <p:spPr>
                <a:xfrm>
                  <a:off x="2760873" y="3971411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31" name="Isosceles Triangle 30"/>
            <p:cNvSpPr/>
            <p:nvPr/>
          </p:nvSpPr>
          <p:spPr>
            <a:xfrm rot="5400000">
              <a:off x="3560673" y="2823602"/>
              <a:ext cx="130229" cy="93663"/>
            </a:xfrm>
            <a:prstGeom prst="triangle">
              <a:avLst/>
            </a:prstGeom>
            <a:solidFill>
              <a:srgbClr val="F8C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7818" y="2588809"/>
              <a:ext cx="155305" cy="1553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793278" y="2588813"/>
              <a:ext cx="155305" cy="155305"/>
            </a:xfrm>
            <a:prstGeom prst="rect">
              <a:avLst/>
            </a:prstGeom>
            <a:solidFill>
              <a:srgbClr val="F4B18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838822" y="2636780"/>
              <a:ext cx="50644" cy="5064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35" name="Straight Connector 34"/>
            <p:cNvCxnSpPr>
              <a:stCxn id="32" idx="3"/>
              <a:endCxn id="34" idx="1"/>
            </p:cNvCxnSpPr>
            <p:nvPr/>
          </p:nvCxnSpPr>
          <p:spPr>
            <a:xfrm flipV="1">
              <a:off x="833120" y="2662101"/>
              <a:ext cx="1005698" cy="4359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2359759" y="2588807"/>
              <a:ext cx="101287" cy="101287"/>
            </a:xfrm>
            <a:prstGeom prst="rect">
              <a:avLst/>
            </a:prstGeom>
            <a:solidFill>
              <a:srgbClr val="C5E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87329" y="2770059"/>
              <a:ext cx="50644" cy="50644"/>
            </a:xfrm>
            <a:prstGeom prst="rect">
              <a:avLst/>
            </a:prstGeom>
            <a:solidFill>
              <a:srgbClr val="C5E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38" name="Straight Connector 37"/>
            <p:cNvCxnSpPr>
              <a:stCxn id="36" idx="3"/>
              <a:endCxn id="37" idx="1"/>
            </p:cNvCxnSpPr>
            <p:nvPr/>
          </p:nvCxnSpPr>
          <p:spPr>
            <a:xfrm>
              <a:off x="2461047" y="2639450"/>
              <a:ext cx="826280" cy="155930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3009950" y="2768377"/>
              <a:ext cx="155305" cy="1553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063637" y="2766325"/>
              <a:ext cx="155305" cy="155305"/>
            </a:xfrm>
            <a:prstGeom prst="rect">
              <a:avLst/>
            </a:prstGeom>
            <a:solidFill>
              <a:srgbClr val="F4B18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109178" y="2814292"/>
              <a:ext cx="50644" cy="5064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42" name="Straight Connector 41"/>
            <p:cNvCxnSpPr>
              <a:stCxn id="39" idx="3"/>
              <a:endCxn id="41" idx="1"/>
            </p:cNvCxnSpPr>
            <p:nvPr/>
          </p:nvCxnSpPr>
          <p:spPr>
            <a:xfrm flipV="1">
              <a:off x="3165251" y="2839619"/>
              <a:ext cx="943929" cy="6411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666" y="2414337"/>
              <a:ext cx="327979" cy="286981"/>
            </a:xfrm>
            <a:prstGeom prst="rect">
              <a:avLst/>
            </a:prstGeom>
            <a:effectLst>
              <a:outerShdw blurRad="25400" dist="254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307" y="2597500"/>
              <a:ext cx="324824" cy="286981"/>
            </a:xfrm>
            <a:prstGeom prst="rect">
              <a:avLst/>
            </a:prstGeom>
            <a:effectLst>
              <a:outerShdw blurRad="12700" dist="127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" name="Rectangle 44"/>
            <p:cNvSpPr/>
            <p:nvPr/>
          </p:nvSpPr>
          <p:spPr>
            <a:xfrm>
              <a:off x="3289292" y="1751134"/>
              <a:ext cx="462531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X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 flipH="1" flipV="1">
              <a:off x="3706141" y="1845292"/>
              <a:ext cx="443980" cy="30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3289292" y="1853739"/>
              <a:ext cx="462531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Width</a:t>
              </a:r>
            </a:p>
          </p:txBody>
        </p:sp>
        <p:cxnSp>
          <p:nvCxnSpPr>
            <p:cNvPr id="48" name="Straight Connector 47"/>
            <p:cNvCxnSpPr/>
            <p:nvPr/>
          </p:nvCxnSpPr>
          <p:spPr>
            <a:xfrm flipH="1">
              <a:off x="3706145" y="1947894"/>
              <a:ext cx="523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2970552" y="1946719"/>
              <a:ext cx="781275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Confidence</a:t>
              </a:r>
            </a:p>
          </p:txBody>
        </p:sp>
        <p:cxnSp>
          <p:nvCxnSpPr>
            <p:cNvPr id="50" name="Straight Connector 49"/>
            <p:cNvCxnSpPr/>
            <p:nvPr/>
          </p:nvCxnSpPr>
          <p:spPr>
            <a:xfrm flipH="1">
              <a:off x="3706142" y="2040876"/>
              <a:ext cx="59928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 flipV="1">
              <a:off x="4216026" y="1860265"/>
              <a:ext cx="443980" cy="30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4614590" y="1767994"/>
              <a:ext cx="462531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Y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 flipH="1">
              <a:off x="4300495" y="1937317"/>
              <a:ext cx="35951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4614590" y="1845046"/>
              <a:ext cx="462531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Height</a:t>
              </a:r>
            </a:p>
          </p:txBody>
        </p:sp>
        <p:cxnSp>
          <p:nvCxnSpPr>
            <p:cNvPr id="55" name="Straight Connector 54"/>
            <p:cNvCxnSpPr/>
            <p:nvPr/>
          </p:nvCxnSpPr>
          <p:spPr>
            <a:xfrm flipH="1">
              <a:off x="4370877" y="2020679"/>
              <a:ext cx="2891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4614588" y="1928410"/>
              <a:ext cx="1014047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Class 1 Probability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794641" y="2146391"/>
              <a:ext cx="957180" cy="190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Class n Probability</a:t>
              </a:r>
            </a:p>
          </p:txBody>
        </p:sp>
        <p:cxnSp>
          <p:nvCxnSpPr>
            <p:cNvPr id="58" name="Straight Connector 57"/>
            <p:cNvCxnSpPr/>
            <p:nvPr/>
          </p:nvCxnSpPr>
          <p:spPr>
            <a:xfrm flipH="1">
              <a:off x="3706139" y="2240548"/>
              <a:ext cx="8187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313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E889-4DFB-5C36-FE7E-69CCB1F8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metric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9B24BD-D00A-13C7-2832-FC90AC7344D6}"/>
              </a:ext>
            </a:extLst>
          </p:cNvPr>
          <p:cNvGrpSpPr/>
          <p:nvPr/>
        </p:nvGrpSpPr>
        <p:grpSpPr>
          <a:xfrm>
            <a:off x="4933139" y="2071354"/>
            <a:ext cx="6216124" cy="4421521"/>
            <a:chOff x="2734138" y="1210255"/>
            <a:chExt cx="5936753" cy="42228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A497FF-3F46-1E70-3138-6E6E9DE0837C}"/>
                </a:ext>
              </a:extLst>
            </p:cNvPr>
            <p:cNvSpPr/>
            <p:nvPr/>
          </p:nvSpPr>
          <p:spPr bwMode="auto">
            <a:xfrm>
              <a:off x="3518998" y="1386840"/>
              <a:ext cx="1219200" cy="76200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sysDash"/>
              <a:miter lim="800000"/>
              <a:headEnd/>
              <a:tailEnd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cs typeface="Courier New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33EAD9-68CB-8D89-3746-F2799E12BD73}"/>
                </a:ext>
              </a:extLst>
            </p:cNvPr>
            <p:cNvSpPr/>
            <p:nvPr/>
          </p:nvSpPr>
          <p:spPr bwMode="auto">
            <a:xfrm>
              <a:off x="3724738" y="1219200"/>
              <a:ext cx="1219200" cy="76200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  <a:prstDash val="solid"/>
              <a:miter lim="800000"/>
              <a:headEnd/>
              <a:tailEnd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cs typeface="Courier New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D1F6E8-5DEC-09FB-11F1-D14B69F5429F}"/>
                </a:ext>
              </a:extLst>
            </p:cNvPr>
            <p:cNvSpPr/>
            <p:nvPr/>
          </p:nvSpPr>
          <p:spPr bwMode="auto">
            <a:xfrm>
              <a:off x="6930218" y="1210255"/>
              <a:ext cx="1219200" cy="762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cs typeface="Courier New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76D169-345D-C7AC-2FA3-687C4F31B4EB}"/>
                </a:ext>
              </a:extLst>
            </p:cNvPr>
            <p:cNvSpPr/>
            <p:nvPr/>
          </p:nvSpPr>
          <p:spPr>
            <a:xfrm>
              <a:off x="2734138" y="2827020"/>
              <a:ext cx="2788920" cy="381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90000"/>
                </a:buClr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T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rue 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P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ositive (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TP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):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IoU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 ≥ 50%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E8D1FB-10AC-9455-BE34-DEE4631D3CE7}"/>
                </a:ext>
              </a:extLst>
            </p:cNvPr>
            <p:cNvSpPr/>
            <p:nvPr/>
          </p:nvSpPr>
          <p:spPr bwMode="auto">
            <a:xfrm>
              <a:off x="6851822" y="3535218"/>
              <a:ext cx="1219200" cy="76200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  <a:prstDash val="solid"/>
              <a:miter lim="800000"/>
              <a:headEnd/>
              <a:tailEnd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cs typeface="Courier New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5D75B8-7DEB-4666-4BF9-F946503D173F}"/>
                </a:ext>
              </a:extLst>
            </p:cNvPr>
            <p:cNvSpPr/>
            <p:nvPr/>
          </p:nvSpPr>
          <p:spPr>
            <a:xfrm>
              <a:off x="2734138" y="5044440"/>
              <a:ext cx="2788920" cy="381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90000"/>
                </a:buClr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No T</a:t>
              </a:r>
              <a:r>
                <a:rPr kumimoji="0" lang="en-US" sz="28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rue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 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N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egative (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TN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1350BC-EFF8-6D25-D540-CFFEDF8F94EF}"/>
                </a:ext>
              </a:extLst>
            </p:cNvPr>
            <p:cNvSpPr/>
            <p:nvPr/>
          </p:nvSpPr>
          <p:spPr>
            <a:xfrm>
              <a:off x="5869271" y="5052060"/>
              <a:ext cx="2801620" cy="381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90000"/>
                </a:buClr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F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alse 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N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egative (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FN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):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IoU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 = 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A365B6-EB56-02AA-028E-C6E3A3FFD6AD}"/>
                </a:ext>
              </a:extLst>
            </p:cNvPr>
            <p:cNvSpPr/>
            <p:nvPr/>
          </p:nvSpPr>
          <p:spPr>
            <a:xfrm>
              <a:off x="5863418" y="2810455"/>
              <a:ext cx="2804160" cy="381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990000"/>
                </a:buClr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F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alse 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P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ositive (</a:t>
              </a: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FP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):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IoU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erdana" panose="020B0604030504040204" pitchFamily="34" charset="0"/>
                  <a:cs typeface="Calibri Light" panose="020F0302020204030204" pitchFamily="34" charset="0"/>
                </a:rPr>
                <a:t> &lt; 50%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3AF682-8DD5-FF7D-ED07-F5B74375FF22}"/>
                </a:ext>
              </a:extLst>
            </p:cNvPr>
            <p:cNvSpPr/>
            <p:nvPr/>
          </p:nvSpPr>
          <p:spPr bwMode="auto">
            <a:xfrm>
              <a:off x="5863418" y="1684897"/>
              <a:ext cx="1219200" cy="76200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  <a:prstDash val="solid"/>
              <a:miter lim="800000"/>
              <a:headEnd/>
              <a:tailEnd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srgbClr val="000000"/>
                </a:solidFill>
                <a:cs typeface="Courier New" pitchFamily="49" charset="0"/>
              </a:endParaRPr>
            </a:p>
          </p:txBody>
        </p:sp>
      </p:grpSp>
      <p:pic>
        <p:nvPicPr>
          <p:cNvPr id="13" name="Picture 2" descr="Intersection over Union (IoU) for object detection ...">
            <a:extLst>
              <a:ext uri="{FF2B5EF4-FFF2-40B4-BE49-F238E27FC236}">
                <a16:creationId xmlns:a16="http://schemas.microsoft.com/office/drawing/2014/main" id="{40E7FD29-F9D1-30F4-7CC7-494276AB0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15415"/>
            <a:ext cx="3438801" cy="268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611A76A-D4D8-A45D-E34B-3239AB776C5E}"/>
              </a:ext>
            </a:extLst>
          </p:cNvPr>
          <p:cNvSpPr/>
          <p:nvPr/>
        </p:nvSpPr>
        <p:spPr bwMode="auto">
          <a:xfrm>
            <a:off x="1041683" y="6198355"/>
            <a:ext cx="543529" cy="339706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cs typeface="Courier New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88B366-19E2-5D58-8648-B5EF65BE5A20}"/>
              </a:ext>
            </a:extLst>
          </p:cNvPr>
          <p:cNvSpPr/>
          <p:nvPr/>
        </p:nvSpPr>
        <p:spPr bwMode="auto">
          <a:xfrm>
            <a:off x="1042737" y="5303583"/>
            <a:ext cx="543529" cy="339706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solid"/>
            <a:miter lim="800000"/>
            <a:headEnd/>
            <a:tailEnd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  <a:cs typeface="Courier New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EE282-76F6-C29B-4924-BD59D7DDB8BD}"/>
              </a:ext>
            </a:extLst>
          </p:cNvPr>
          <p:cNvSpPr txBox="1"/>
          <p:nvPr/>
        </p:nvSpPr>
        <p:spPr>
          <a:xfrm>
            <a:off x="1585212" y="5300964"/>
            <a:ext cx="1735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Calibri Light" panose="020F0302020204030204" pitchFamily="34" charset="0"/>
              </a:rPr>
              <a:t>Ground Truth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0B130B-0A31-C923-4BD3-73A568B371D3}"/>
              </a:ext>
            </a:extLst>
          </p:cNvPr>
          <p:cNvSpPr txBox="1"/>
          <p:nvPr/>
        </p:nvSpPr>
        <p:spPr>
          <a:xfrm>
            <a:off x="1585212" y="6205424"/>
            <a:ext cx="1735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0000"/>
              </a:buClr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prstClr val="black"/>
                </a:solidFill>
                <a:ea typeface="Verdana" panose="020B0604030504040204" pitchFamily="34" charset="0"/>
                <a:cs typeface="Calibri Light" panose="020F0302020204030204" pitchFamily="34" charset="0"/>
              </a:rPr>
              <a:t>Prediction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9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24996" y="550201"/>
          <a:ext cx="11206605" cy="1295400"/>
        </p:xfrm>
        <a:graphic>
          <a:graphicData uri="http://schemas.openxmlformats.org/drawingml/2006/table">
            <a:tbl>
              <a:tblPr/>
              <a:tblGrid>
                <a:gridCol w="3735535">
                  <a:extLst>
                    <a:ext uri="{9D8B030D-6E8A-4147-A177-3AD203B41FA5}">
                      <a16:colId xmlns:a16="http://schemas.microsoft.com/office/drawing/2014/main" val="785919887"/>
                    </a:ext>
                  </a:extLst>
                </a:gridCol>
                <a:gridCol w="3735535">
                  <a:extLst>
                    <a:ext uri="{9D8B030D-6E8A-4147-A177-3AD203B41FA5}">
                      <a16:colId xmlns:a16="http://schemas.microsoft.com/office/drawing/2014/main" val="2256127843"/>
                    </a:ext>
                  </a:extLst>
                </a:gridCol>
                <a:gridCol w="3735535">
                  <a:extLst>
                    <a:ext uri="{9D8B030D-6E8A-4147-A177-3AD203B41FA5}">
                      <a16:colId xmlns:a16="http://schemas.microsoft.com/office/drawing/2014/main" val="344236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Prediction\Ground Truth</a:t>
                      </a:r>
                      <a:endParaRPr lang="en-US" sz="36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36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36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70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36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</a:t>
                      </a:r>
                      <a:endParaRPr lang="en-US" sz="36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FP</a:t>
                      </a:r>
                      <a:endParaRPr lang="en-US" sz="36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36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</a:t>
                      </a:r>
                      <a:endParaRPr lang="en-US" sz="36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TN</a:t>
                      </a:r>
                      <a:endParaRPr lang="en-US" sz="36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2539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24200" y="3559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56229" y="2450811"/>
                <a:ext cx="4762564" cy="40441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𝑎𝑐𝑐𝑢𝑟𝑎𝑐𝑦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𝑇𝑁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𝐹𝑃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𝑝𝑟𝑒𝑐𝑖𝑠𝑖𝑜𝑛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𝑟𝑒𝑐𝑎𝑙𝑙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𝑇𝑃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29" y="2450811"/>
                <a:ext cx="4762564" cy="40441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add sklearn.metrics Display class to plot Precision/Recall/F1 for  probability thresholds · Issue #21391 · scikit-learn/scikit-learn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298" y="2450811"/>
            <a:ext cx="5543830" cy="381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69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3FF8-59CE-4ED4-ABA1-35685120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DDF87D-DD88-BF26-F6CE-BE3CBEA95F73}"/>
              </a:ext>
            </a:extLst>
          </p:cNvPr>
          <p:cNvGrpSpPr/>
          <p:nvPr/>
        </p:nvGrpSpPr>
        <p:grpSpPr>
          <a:xfrm>
            <a:off x="5263870" y="1768475"/>
            <a:ext cx="6663297" cy="4724400"/>
            <a:chOff x="381000" y="1600200"/>
            <a:chExt cx="6663297" cy="4724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E1D4257-24F5-9B3B-CA75-9CF49AEC50FB}"/>
                </a:ext>
              </a:extLst>
            </p:cNvPr>
            <p:cNvGrpSpPr/>
            <p:nvPr/>
          </p:nvGrpSpPr>
          <p:grpSpPr>
            <a:xfrm>
              <a:off x="533400" y="2289518"/>
              <a:ext cx="6510897" cy="4035082"/>
              <a:chOff x="651902" y="2286000"/>
              <a:chExt cx="6510897" cy="4035082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04A0A10-4124-4772-E03E-7119FED48F33}"/>
                  </a:ext>
                </a:extLst>
              </p:cNvPr>
              <p:cNvCxnSpPr/>
              <p:nvPr/>
            </p:nvCxnSpPr>
            <p:spPr>
              <a:xfrm>
                <a:off x="1066800" y="5943600"/>
                <a:ext cx="3733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7CA0AD9-4690-D4D7-2E6D-262CB71A6920}"/>
                  </a:ext>
                </a:extLst>
              </p:cNvPr>
              <p:cNvCxnSpPr/>
              <p:nvPr/>
            </p:nvCxnSpPr>
            <p:spPr>
              <a:xfrm rot="16200000">
                <a:off x="4267200" y="5867399"/>
                <a:ext cx="152401" cy="0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6C4E555-D647-B34F-C173-57DCE134AAC9}"/>
                  </a:ext>
                </a:extLst>
              </p:cNvPr>
              <p:cNvGrpSpPr/>
              <p:nvPr/>
            </p:nvGrpSpPr>
            <p:grpSpPr>
              <a:xfrm rot="5400000" flipH="1">
                <a:off x="-685799" y="4038599"/>
                <a:ext cx="3657600" cy="152402"/>
                <a:chOff x="2057400" y="6019798"/>
                <a:chExt cx="3657600" cy="152402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FA7E0E8-D13A-63BA-AF41-345DFF8D8964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3886200" y="4343400"/>
                  <a:ext cx="0" cy="36576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160A9E0-E0BA-7636-82C0-C465576379BA}"/>
                    </a:ext>
                  </a:extLst>
                </p:cNvPr>
                <p:cNvCxnSpPr/>
                <p:nvPr/>
              </p:nvCxnSpPr>
              <p:spPr>
                <a:xfrm rot="16200000">
                  <a:off x="5257800" y="6095999"/>
                  <a:ext cx="15240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E245B74-E9A3-3066-E9E1-9AEC8BE730EC}"/>
                  </a:ext>
                </a:extLst>
              </p:cNvPr>
              <p:cNvCxnSpPr/>
              <p:nvPr/>
            </p:nvCxnSpPr>
            <p:spPr>
              <a:xfrm>
                <a:off x="1066800" y="2667000"/>
                <a:ext cx="3303104" cy="0"/>
              </a:xfrm>
              <a:prstGeom prst="line">
                <a:avLst/>
              </a:prstGeom>
              <a:ln w="38100">
                <a:solidFill>
                  <a:srgbClr val="0099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DEC564C-97F0-8F83-D316-F10A541B1300}"/>
                  </a:ext>
                </a:extLst>
              </p:cNvPr>
              <p:cNvCxnSpPr/>
              <p:nvPr/>
            </p:nvCxnSpPr>
            <p:spPr>
              <a:xfrm>
                <a:off x="4343400" y="2667000"/>
                <a:ext cx="0" cy="3276600"/>
              </a:xfrm>
              <a:prstGeom prst="line">
                <a:avLst/>
              </a:prstGeom>
              <a:ln w="381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F9991DF-388F-4FE5-5C0E-7AFA0F041629}"/>
                  </a:ext>
                </a:extLst>
              </p:cNvPr>
              <p:cNvGrpSpPr/>
              <p:nvPr/>
            </p:nvGrpSpPr>
            <p:grpSpPr>
              <a:xfrm>
                <a:off x="1066799" y="2653747"/>
                <a:ext cx="3276600" cy="3303104"/>
                <a:chOff x="1904999" y="2729947"/>
                <a:chExt cx="3276600" cy="3303104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4240A5C-916B-ECC3-C087-E9574EB46FFA}"/>
                    </a:ext>
                  </a:extLst>
                </p:cNvPr>
                <p:cNvCxnSpPr/>
                <p:nvPr/>
              </p:nvCxnSpPr>
              <p:spPr>
                <a:xfrm rot="16200000">
                  <a:off x="266699" y="4381499"/>
                  <a:ext cx="3303104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FD2632AF-C549-2ADA-4314-94FF8AA533F5}"/>
                    </a:ext>
                  </a:extLst>
                </p:cNvPr>
                <p:cNvCxnSpPr/>
                <p:nvPr/>
              </p:nvCxnSpPr>
              <p:spPr>
                <a:xfrm rot="16200000">
                  <a:off x="3543299" y="4381499"/>
                  <a:ext cx="0" cy="327660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D593CFEA-AA27-C355-A830-E7E78C782CDE}"/>
                  </a:ext>
                </a:extLst>
              </p:cNvPr>
              <p:cNvSpPr/>
              <p:nvPr/>
            </p:nvSpPr>
            <p:spPr bwMode="auto">
              <a:xfrm>
                <a:off x="1080052" y="2667839"/>
                <a:ext cx="3276643" cy="3259196"/>
              </a:xfrm>
              <a:custGeom>
                <a:avLst/>
                <a:gdLst>
                  <a:gd name="connsiteX0" fmla="*/ 0 w 3493795"/>
                  <a:gd name="connsiteY0" fmla="*/ 307020 h 3576994"/>
                  <a:gd name="connsiteX1" fmla="*/ 3250096 w 3493795"/>
                  <a:gd name="connsiteY1" fmla="*/ 316959 h 3576994"/>
                  <a:gd name="connsiteX2" fmla="*/ 3289852 w 3493795"/>
                  <a:gd name="connsiteY2" fmla="*/ 3576994 h 3576994"/>
                  <a:gd name="connsiteX0" fmla="*/ 0 w 3481844"/>
                  <a:gd name="connsiteY0" fmla="*/ 130497 h 3882504"/>
                  <a:gd name="connsiteX1" fmla="*/ 3238969 w 3481844"/>
                  <a:gd name="connsiteY1" fmla="*/ 622469 h 3882504"/>
                  <a:gd name="connsiteX2" fmla="*/ 3278725 w 3481844"/>
                  <a:gd name="connsiteY2" fmla="*/ 3882504 h 3882504"/>
                  <a:gd name="connsiteX0" fmla="*/ 0 w 3481844"/>
                  <a:gd name="connsiteY0" fmla="*/ 0 h 3752007"/>
                  <a:gd name="connsiteX1" fmla="*/ 3238969 w 3481844"/>
                  <a:gd name="connsiteY1" fmla="*/ 491972 h 3752007"/>
                  <a:gd name="connsiteX2" fmla="*/ 3278725 w 3481844"/>
                  <a:gd name="connsiteY2" fmla="*/ 3752007 h 3752007"/>
                  <a:gd name="connsiteX0" fmla="*/ 0 w 3473668"/>
                  <a:gd name="connsiteY0" fmla="*/ 0 h 3752007"/>
                  <a:gd name="connsiteX1" fmla="*/ 3227842 w 3473668"/>
                  <a:gd name="connsiteY1" fmla="*/ 629696 h 3752007"/>
                  <a:gd name="connsiteX2" fmla="*/ 3278725 w 3473668"/>
                  <a:gd name="connsiteY2" fmla="*/ 3752007 h 3752007"/>
                  <a:gd name="connsiteX0" fmla="*/ 0 w 3522972"/>
                  <a:gd name="connsiteY0" fmla="*/ 0 h 3752007"/>
                  <a:gd name="connsiteX1" fmla="*/ 3227842 w 3522972"/>
                  <a:gd name="connsiteY1" fmla="*/ 629696 h 3752007"/>
                  <a:gd name="connsiteX2" fmla="*/ 3278725 w 3522972"/>
                  <a:gd name="connsiteY2" fmla="*/ 3752007 h 3752007"/>
                  <a:gd name="connsiteX0" fmla="*/ 0 w 3753483"/>
                  <a:gd name="connsiteY0" fmla="*/ 0 h 3763484"/>
                  <a:gd name="connsiteX1" fmla="*/ 3227842 w 3753483"/>
                  <a:gd name="connsiteY1" fmla="*/ 629696 h 3763484"/>
                  <a:gd name="connsiteX2" fmla="*/ 3668161 w 3753483"/>
                  <a:gd name="connsiteY2" fmla="*/ 3763484 h 3763484"/>
                  <a:gd name="connsiteX0" fmla="*/ 0 w 3668161"/>
                  <a:gd name="connsiteY0" fmla="*/ 0 h 3763484"/>
                  <a:gd name="connsiteX1" fmla="*/ 3227842 w 3668161"/>
                  <a:gd name="connsiteY1" fmla="*/ 629696 h 3763484"/>
                  <a:gd name="connsiteX2" fmla="*/ 3668161 w 3668161"/>
                  <a:gd name="connsiteY2" fmla="*/ 3763484 h 3763484"/>
                  <a:gd name="connsiteX0" fmla="*/ 0 w 3668161"/>
                  <a:gd name="connsiteY0" fmla="*/ 0 h 3763484"/>
                  <a:gd name="connsiteX1" fmla="*/ 2949674 w 3668161"/>
                  <a:gd name="connsiteY1" fmla="*/ 583789 h 3763484"/>
                  <a:gd name="connsiteX2" fmla="*/ 3668161 w 3668161"/>
                  <a:gd name="connsiteY2" fmla="*/ 3763484 h 3763484"/>
                  <a:gd name="connsiteX0" fmla="*/ 0 w 3668161"/>
                  <a:gd name="connsiteY0" fmla="*/ 0 h 3763484"/>
                  <a:gd name="connsiteX1" fmla="*/ 2949674 w 3668161"/>
                  <a:gd name="connsiteY1" fmla="*/ 583789 h 3763484"/>
                  <a:gd name="connsiteX2" fmla="*/ 3668161 w 3668161"/>
                  <a:gd name="connsiteY2" fmla="*/ 3763484 h 376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68161" h="3763484">
                    <a:moveTo>
                      <a:pt x="0" y="0"/>
                    </a:moveTo>
                    <a:cubicBezTo>
                      <a:pt x="1261879" y="7919"/>
                      <a:pt x="2338314" y="-43458"/>
                      <a:pt x="2949674" y="583789"/>
                    </a:cubicBezTo>
                    <a:cubicBezTo>
                      <a:pt x="3561034" y="1211036"/>
                      <a:pt x="3499386" y="2288145"/>
                      <a:pt x="3668161" y="3763484"/>
                    </a:cubicBezTo>
                  </a:path>
                </a:pathLst>
              </a:custGeom>
              <a:noFill/>
              <a:ln w="3810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59BDB41-7C0E-BB38-C3F8-25BF1047FA26}"/>
                  </a:ext>
                </a:extLst>
              </p:cNvPr>
              <p:cNvSpPr/>
              <p:nvPr/>
            </p:nvSpPr>
            <p:spPr bwMode="auto">
              <a:xfrm rot="10800000">
                <a:off x="1086656" y="2683564"/>
                <a:ext cx="3276643" cy="3259196"/>
              </a:xfrm>
              <a:custGeom>
                <a:avLst/>
                <a:gdLst>
                  <a:gd name="connsiteX0" fmla="*/ 0 w 3493795"/>
                  <a:gd name="connsiteY0" fmla="*/ 307020 h 3576994"/>
                  <a:gd name="connsiteX1" fmla="*/ 3250096 w 3493795"/>
                  <a:gd name="connsiteY1" fmla="*/ 316959 h 3576994"/>
                  <a:gd name="connsiteX2" fmla="*/ 3289852 w 3493795"/>
                  <a:gd name="connsiteY2" fmla="*/ 3576994 h 3576994"/>
                  <a:gd name="connsiteX0" fmla="*/ 0 w 3481844"/>
                  <a:gd name="connsiteY0" fmla="*/ 130497 h 3882504"/>
                  <a:gd name="connsiteX1" fmla="*/ 3238969 w 3481844"/>
                  <a:gd name="connsiteY1" fmla="*/ 622469 h 3882504"/>
                  <a:gd name="connsiteX2" fmla="*/ 3278725 w 3481844"/>
                  <a:gd name="connsiteY2" fmla="*/ 3882504 h 3882504"/>
                  <a:gd name="connsiteX0" fmla="*/ 0 w 3481844"/>
                  <a:gd name="connsiteY0" fmla="*/ 0 h 3752007"/>
                  <a:gd name="connsiteX1" fmla="*/ 3238969 w 3481844"/>
                  <a:gd name="connsiteY1" fmla="*/ 491972 h 3752007"/>
                  <a:gd name="connsiteX2" fmla="*/ 3278725 w 3481844"/>
                  <a:gd name="connsiteY2" fmla="*/ 3752007 h 3752007"/>
                  <a:gd name="connsiteX0" fmla="*/ 0 w 3473668"/>
                  <a:gd name="connsiteY0" fmla="*/ 0 h 3752007"/>
                  <a:gd name="connsiteX1" fmla="*/ 3227842 w 3473668"/>
                  <a:gd name="connsiteY1" fmla="*/ 629696 h 3752007"/>
                  <a:gd name="connsiteX2" fmla="*/ 3278725 w 3473668"/>
                  <a:gd name="connsiteY2" fmla="*/ 3752007 h 3752007"/>
                  <a:gd name="connsiteX0" fmla="*/ 0 w 3522972"/>
                  <a:gd name="connsiteY0" fmla="*/ 0 h 3752007"/>
                  <a:gd name="connsiteX1" fmla="*/ 3227842 w 3522972"/>
                  <a:gd name="connsiteY1" fmla="*/ 629696 h 3752007"/>
                  <a:gd name="connsiteX2" fmla="*/ 3278725 w 3522972"/>
                  <a:gd name="connsiteY2" fmla="*/ 3752007 h 3752007"/>
                  <a:gd name="connsiteX0" fmla="*/ 0 w 3753483"/>
                  <a:gd name="connsiteY0" fmla="*/ 0 h 3763484"/>
                  <a:gd name="connsiteX1" fmla="*/ 3227842 w 3753483"/>
                  <a:gd name="connsiteY1" fmla="*/ 629696 h 3763484"/>
                  <a:gd name="connsiteX2" fmla="*/ 3668161 w 3753483"/>
                  <a:gd name="connsiteY2" fmla="*/ 3763484 h 3763484"/>
                  <a:gd name="connsiteX0" fmla="*/ 0 w 3668161"/>
                  <a:gd name="connsiteY0" fmla="*/ 0 h 3763484"/>
                  <a:gd name="connsiteX1" fmla="*/ 3227842 w 3668161"/>
                  <a:gd name="connsiteY1" fmla="*/ 629696 h 3763484"/>
                  <a:gd name="connsiteX2" fmla="*/ 3668161 w 3668161"/>
                  <a:gd name="connsiteY2" fmla="*/ 3763484 h 3763484"/>
                  <a:gd name="connsiteX0" fmla="*/ 0 w 3668161"/>
                  <a:gd name="connsiteY0" fmla="*/ 0 h 3763484"/>
                  <a:gd name="connsiteX1" fmla="*/ 2949674 w 3668161"/>
                  <a:gd name="connsiteY1" fmla="*/ 583789 h 3763484"/>
                  <a:gd name="connsiteX2" fmla="*/ 3668161 w 3668161"/>
                  <a:gd name="connsiteY2" fmla="*/ 3763484 h 3763484"/>
                  <a:gd name="connsiteX0" fmla="*/ 0 w 3668161"/>
                  <a:gd name="connsiteY0" fmla="*/ 0 h 3763484"/>
                  <a:gd name="connsiteX1" fmla="*/ 2949674 w 3668161"/>
                  <a:gd name="connsiteY1" fmla="*/ 583789 h 3763484"/>
                  <a:gd name="connsiteX2" fmla="*/ 3668161 w 3668161"/>
                  <a:gd name="connsiteY2" fmla="*/ 3763484 h 376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68161" h="3763484">
                    <a:moveTo>
                      <a:pt x="0" y="0"/>
                    </a:moveTo>
                    <a:cubicBezTo>
                      <a:pt x="1261879" y="7919"/>
                      <a:pt x="2338314" y="-43458"/>
                      <a:pt x="2949674" y="583789"/>
                    </a:cubicBezTo>
                    <a:cubicBezTo>
                      <a:pt x="3561034" y="1211036"/>
                      <a:pt x="3499386" y="2288145"/>
                      <a:pt x="3668161" y="3763484"/>
                    </a:cubicBezTo>
                  </a:path>
                </a:pathLst>
              </a:custGeom>
              <a:noFill/>
              <a:ln w="38100">
                <a:solidFill>
                  <a:srgbClr val="FFCC66"/>
                </a:solidFill>
                <a:miter lim="800000"/>
                <a:headEnd/>
                <a:tailE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CEEEAF-5D0A-6B63-49B1-E9AC78C37331}"/>
                  </a:ext>
                </a:extLst>
              </p:cNvPr>
              <p:cNvSpPr txBox="1"/>
              <p:nvPr/>
            </p:nvSpPr>
            <p:spPr>
              <a:xfrm>
                <a:off x="5032557" y="2582238"/>
                <a:ext cx="1828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00B050"/>
                    </a:solidFill>
                  </a:rPr>
                  <a:t>The best model</a:t>
                </a:r>
              </a:p>
              <a:p>
                <a:r>
                  <a:rPr lang="en-US">
                    <a:solidFill>
                      <a:srgbClr val="00B050"/>
                    </a:solidFill>
                  </a:rPr>
                  <a:t>(AP = 100%)</a:t>
                </a:r>
              </a:p>
              <a:p>
                <a:endParaRPr lang="en-US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AEFD227-DF08-1F39-7113-9B00F3E64979}"/>
                  </a:ext>
                </a:extLst>
              </p:cNvPr>
              <p:cNvCxnSpPr/>
              <p:nvPr/>
            </p:nvCxnSpPr>
            <p:spPr>
              <a:xfrm flipH="1">
                <a:off x="4356695" y="2895600"/>
                <a:ext cx="685801" cy="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0020F38-23CE-4EDD-D68F-C0DA76BB22E6}"/>
                  </a:ext>
                </a:extLst>
              </p:cNvPr>
              <p:cNvCxnSpPr/>
              <p:nvPr/>
            </p:nvCxnSpPr>
            <p:spPr>
              <a:xfrm flipH="1">
                <a:off x="1086655" y="5105400"/>
                <a:ext cx="3955842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07736D-8B03-A324-31A5-E2DD7C53D25D}"/>
                  </a:ext>
                </a:extLst>
              </p:cNvPr>
              <p:cNvSpPr txBox="1"/>
              <p:nvPr/>
            </p:nvSpPr>
            <p:spPr>
              <a:xfrm>
                <a:off x="5032556" y="4914900"/>
                <a:ext cx="21302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The worst model</a:t>
                </a:r>
              </a:p>
              <a:p>
                <a:r>
                  <a:rPr lang="en-US">
                    <a:solidFill>
                      <a:srgbClr val="FF0000"/>
                    </a:solidFill>
                  </a:rPr>
                  <a:t>(AP = 0%)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F7B8E7A-AC4C-CC66-6FB1-297C7DD3BD28}"/>
                  </a:ext>
                </a:extLst>
              </p:cNvPr>
              <p:cNvCxnSpPr/>
              <p:nvPr/>
            </p:nvCxnSpPr>
            <p:spPr>
              <a:xfrm flipH="1">
                <a:off x="1295400" y="4495800"/>
                <a:ext cx="3747098" cy="0"/>
              </a:xfrm>
              <a:prstGeom prst="straightConnector1">
                <a:avLst/>
              </a:prstGeom>
              <a:ln w="12700">
                <a:solidFill>
                  <a:srgbClr val="FF9933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35587-0946-D95E-3AEE-34D2E3ECC9D9}"/>
                  </a:ext>
                </a:extLst>
              </p:cNvPr>
              <p:cNvSpPr txBox="1"/>
              <p:nvPr/>
            </p:nvSpPr>
            <p:spPr>
              <a:xfrm>
                <a:off x="5032557" y="4173319"/>
                <a:ext cx="1828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FFC000"/>
                    </a:solidFill>
                  </a:rPr>
                  <a:t>Not so good model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67FBC50-AE73-8F4C-5FDB-BD00E6642EBF}"/>
                  </a:ext>
                </a:extLst>
              </p:cNvPr>
              <p:cNvCxnSpPr/>
              <p:nvPr/>
            </p:nvCxnSpPr>
            <p:spPr>
              <a:xfrm flipH="1">
                <a:off x="3962400" y="3592818"/>
                <a:ext cx="1080098" cy="0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D9D62D-FDC0-7AD7-3CFC-7AB35CF815FE}"/>
                  </a:ext>
                </a:extLst>
              </p:cNvPr>
              <p:cNvSpPr txBox="1"/>
              <p:nvPr/>
            </p:nvSpPr>
            <p:spPr>
              <a:xfrm>
                <a:off x="5032557" y="3269832"/>
                <a:ext cx="18288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00B0F0"/>
                    </a:solidFill>
                  </a:rPr>
                  <a:t>Somewhat good model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F5A551-988C-C2A1-D8DD-C23FCFF45AD9}"/>
                  </a:ext>
                </a:extLst>
              </p:cNvPr>
              <p:cNvSpPr txBox="1"/>
              <p:nvPr/>
            </p:nvSpPr>
            <p:spPr>
              <a:xfrm>
                <a:off x="1066799" y="5934007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recall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F1D820-8DF5-C427-78AA-A8777BAD939B}"/>
                  </a:ext>
                </a:extLst>
              </p:cNvPr>
              <p:cNvSpPr txBox="1"/>
              <p:nvPr/>
            </p:nvSpPr>
            <p:spPr>
              <a:xfrm rot="16200000">
                <a:off x="-801732" y="4107381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precision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5E72CF-3EF5-177F-03B4-498C5E4E58D1}"/>
                  </a:ext>
                </a:extLst>
              </p:cNvPr>
              <p:cNvSpPr txBox="1"/>
              <p:nvPr/>
            </p:nvSpPr>
            <p:spPr>
              <a:xfrm>
                <a:off x="4191000" y="595175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59E24C-5071-2721-45CC-965EC024854D}"/>
                  </a:ext>
                </a:extLst>
              </p:cNvPr>
              <p:cNvSpPr txBox="1"/>
              <p:nvPr/>
            </p:nvSpPr>
            <p:spPr>
              <a:xfrm>
                <a:off x="927650" y="595175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90845E-0FA2-6335-8408-651822430AB3}"/>
                  </a:ext>
                </a:extLst>
              </p:cNvPr>
              <p:cNvSpPr txBox="1"/>
              <p:nvPr/>
            </p:nvSpPr>
            <p:spPr>
              <a:xfrm>
                <a:off x="743755" y="579119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67DD4D1-9832-F5AB-597A-2EAB9DCE1651}"/>
                  </a:ext>
                </a:extLst>
              </p:cNvPr>
              <p:cNvSpPr txBox="1"/>
              <p:nvPr/>
            </p:nvSpPr>
            <p:spPr>
              <a:xfrm>
                <a:off x="743755" y="2482334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1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32517D-97BD-C57B-EEF0-15D049B957BC}"/>
                </a:ext>
              </a:extLst>
            </p:cNvPr>
            <p:cNvSpPr/>
            <p:nvPr/>
          </p:nvSpPr>
          <p:spPr>
            <a:xfrm>
              <a:off x="1412462" y="3944900"/>
              <a:ext cx="2388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Average Precision (AP)</a:t>
              </a: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3EBCAA8C-5814-4557-4A47-382E56D6D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1600200"/>
              <a:ext cx="6629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92100" indent="-2921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indent="0" algn="ctr" eaLnBrk="1" hangingPunct="1">
                <a:spcBef>
                  <a:spcPct val="50000"/>
                </a:spcBef>
                <a:buClr>
                  <a:srgbClr val="990000"/>
                </a:buClr>
              </a:pPr>
              <a:r>
                <a:rPr lang="en-US" b="1" dirty="0">
                  <a:latin typeface="+mn-lt"/>
                  <a:ea typeface="Verdana" panose="020B0604030504040204" pitchFamily="34" charset="0"/>
                  <a:cs typeface="Courier New" pitchFamily="49" charset="0"/>
                </a:rPr>
                <a:t>Mean average precision (</a:t>
              </a:r>
              <a:r>
                <a:rPr lang="en-US" b="1" dirty="0" err="1">
                  <a:latin typeface="+mn-lt"/>
                  <a:ea typeface="Verdana" panose="020B0604030504040204" pitchFamily="34" charset="0"/>
                  <a:cs typeface="Courier New" pitchFamily="49" charset="0"/>
                </a:rPr>
                <a:t>mAP</a:t>
              </a:r>
              <a:r>
                <a:rPr lang="en-US" b="1" dirty="0">
                  <a:latin typeface="+mn-lt"/>
                  <a:ea typeface="Verdana" panose="020B0604030504040204" pitchFamily="34" charset="0"/>
                  <a:cs typeface="Courier New" pitchFamily="49" charset="0"/>
                </a:rPr>
                <a:t>)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7AA2D50-5629-3DC9-5093-72CC74065CA6}"/>
                  </a:ext>
                </a:extLst>
              </p:cNvPr>
              <p:cNvSpPr txBox="1"/>
              <p:nvPr/>
            </p:nvSpPr>
            <p:spPr>
              <a:xfrm>
                <a:off x="638317" y="2745967"/>
                <a:ext cx="4762564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𝑃𝑟𝑒𝑑𝑖𝑐𝑡𝑖𝑜𝑛𝑠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7AA2D50-5629-3DC9-5093-72CC74065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17" y="2745967"/>
                <a:ext cx="4762564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7C2D5A-5688-48E9-2063-EE24CD51A573}"/>
                  </a:ext>
                </a:extLst>
              </p:cNvPr>
              <p:cNvSpPr txBox="1"/>
              <p:nvPr/>
            </p:nvSpPr>
            <p:spPr>
              <a:xfrm>
                <a:off x="638317" y="3694937"/>
                <a:ext cx="4625553" cy="8001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𝐺𝑟𝑜𝑢𝑛𝑑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𝑇𝑟𝑢𝑡h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7C2D5A-5688-48E9-2063-EE24CD51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17" y="3694937"/>
                <a:ext cx="4625553" cy="800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48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B6C1F2-8D37-5491-4D84-62295DA212E7}"/>
              </a:ext>
            </a:extLst>
          </p:cNvPr>
          <p:cNvGraphicFramePr>
            <a:graphicFrameLocks noGrp="1"/>
          </p:cNvGraphicFramePr>
          <p:nvPr/>
        </p:nvGraphicFramePr>
        <p:xfrm>
          <a:off x="845659" y="258762"/>
          <a:ext cx="10448416" cy="1438402"/>
        </p:xfrm>
        <a:graphic>
          <a:graphicData uri="http://schemas.openxmlformats.org/drawingml/2006/table">
            <a:tbl>
              <a:tblPr firstRow="1" bandRow="1"/>
              <a:tblGrid>
                <a:gridCol w="5224208">
                  <a:extLst>
                    <a:ext uri="{9D8B030D-6E8A-4147-A177-3AD203B41FA5}">
                      <a16:colId xmlns:a16="http://schemas.microsoft.com/office/drawing/2014/main" val="732935196"/>
                    </a:ext>
                  </a:extLst>
                </a:gridCol>
                <a:gridCol w="5224208">
                  <a:extLst>
                    <a:ext uri="{9D8B030D-6E8A-4147-A177-3AD203B41FA5}">
                      <a16:colId xmlns:a16="http://schemas.microsoft.com/office/drawing/2014/main" val="1611464010"/>
                    </a:ext>
                  </a:extLst>
                </a:gridCol>
              </a:tblGrid>
              <a:tr h="31399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06821"/>
                  </a:ext>
                </a:extLst>
              </a:tr>
              <a:tr h="825907"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ADE20k (150 classes)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COCO</a:t>
                      </a:r>
                      <a:endParaRPr lang="en-US" sz="2000" dirty="0"/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 err="1"/>
                        <a:t>UNet</a:t>
                      </a:r>
                      <a:endParaRPr lang="en-US" sz="2000" dirty="0"/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 err="1"/>
                        <a:t>SegNet</a:t>
                      </a:r>
                      <a:endParaRPr lang="en-US" sz="2000" dirty="0"/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65040"/>
                  </a:ext>
                </a:extLst>
              </a:tr>
            </a:tbl>
          </a:graphicData>
        </a:graphic>
      </p:graphicFrame>
      <p:pic>
        <p:nvPicPr>
          <p:cNvPr id="4" name="Picture 2" descr="https://miro.medium.com/max/1400/1*WKwbz04uLR0ds5M0xiCdjg.jpeg">
            <a:extLst>
              <a:ext uri="{FF2B5EF4-FFF2-40B4-BE49-F238E27FC236}">
                <a16:creationId xmlns:a16="http://schemas.microsoft.com/office/drawing/2014/main" id="{A40C09D1-11AD-BD3E-6BA3-4BCD0F631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15" y="1913334"/>
            <a:ext cx="8247541" cy="463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32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1B08E10A-3BA5-B9C4-4A65-67886A8627E4}"/>
              </a:ext>
            </a:extLst>
          </p:cNvPr>
          <p:cNvGrpSpPr/>
          <p:nvPr/>
        </p:nvGrpSpPr>
        <p:grpSpPr>
          <a:xfrm>
            <a:off x="99569" y="827904"/>
            <a:ext cx="11770220" cy="4720282"/>
            <a:chOff x="99569" y="827904"/>
            <a:chExt cx="11770220" cy="472028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14C6A43-1499-6B2A-93DF-B9FB63A87FF2}"/>
                </a:ext>
              </a:extLst>
            </p:cNvPr>
            <p:cNvGrpSpPr/>
            <p:nvPr/>
          </p:nvGrpSpPr>
          <p:grpSpPr>
            <a:xfrm>
              <a:off x="99569" y="1759865"/>
              <a:ext cx="11722517" cy="3788321"/>
              <a:chOff x="576953" y="1908445"/>
              <a:chExt cx="5719093" cy="1848217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C74ED4C-95E1-56D9-2D33-D312FDA22F23}"/>
                  </a:ext>
                </a:extLst>
              </p:cNvPr>
              <p:cNvSpPr/>
              <p:nvPr/>
            </p:nvSpPr>
            <p:spPr>
              <a:xfrm>
                <a:off x="2477215" y="3370351"/>
                <a:ext cx="224258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Bottleneck</a:t>
                </a: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1E2DBB5-94B6-1CD3-0D8B-2A3F2266FC08}"/>
                  </a:ext>
                </a:extLst>
              </p:cNvPr>
              <p:cNvGrpSpPr/>
              <p:nvPr/>
            </p:nvGrpSpPr>
            <p:grpSpPr>
              <a:xfrm>
                <a:off x="576953" y="1996982"/>
                <a:ext cx="772443" cy="771684"/>
                <a:chOff x="339281" y="3878665"/>
                <a:chExt cx="836813" cy="835991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0BD159E-C7F6-8B6F-7F40-4B99BFA8B521}"/>
                    </a:ext>
                  </a:extLst>
                </p:cNvPr>
                <p:cNvSpPr/>
                <p:nvPr/>
              </p:nvSpPr>
              <p:spPr>
                <a:xfrm>
                  <a:off x="339281" y="3878665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767D3DA7-72FA-F4BA-B5AE-9F699B5CC0BE}"/>
                    </a:ext>
                  </a:extLst>
                </p:cNvPr>
                <p:cNvSpPr/>
                <p:nvPr/>
              </p:nvSpPr>
              <p:spPr>
                <a:xfrm>
                  <a:off x="384050" y="3931078"/>
                  <a:ext cx="731520" cy="73152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9EDC0615-68AC-D3FD-5A7C-EBB32ADE39CE}"/>
                    </a:ext>
                  </a:extLst>
                </p:cNvPr>
                <p:cNvSpPr/>
                <p:nvPr/>
              </p:nvSpPr>
              <p:spPr>
                <a:xfrm>
                  <a:off x="444574" y="3983136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C285035-9399-1AB3-76D1-52CB9E546C6F}"/>
                  </a:ext>
                </a:extLst>
              </p:cNvPr>
              <p:cNvSpPr/>
              <p:nvPr/>
            </p:nvSpPr>
            <p:spPr>
              <a:xfrm>
                <a:off x="578783" y="3370348"/>
                <a:ext cx="124395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Input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6FA9A09-D46E-204E-6C92-65777A03F508}"/>
                  </a:ext>
                </a:extLst>
              </p:cNvPr>
              <p:cNvSpPr/>
              <p:nvPr/>
            </p:nvSpPr>
            <p:spPr>
              <a:xfrm>
                <a:off x="1822734" y="3370351"/>
                <a:ext cx="890601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Encoder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2A57B29-16AF-54AF-4192-B261AB69C744}"/>
                  </a:ext>
                </a:extLst>
              </p:cNvPr>
              <p:cNvSpPr/>
              <p:nvPr/>
            </p:nvSpPr>
            <p:spPr>
              <a:xfrm>
                <a:off x="4296241" y="3370351"/>
                <a:ext cx="890601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Decoder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EDE0D05-236C-F64C-887A-775F33B81686}"/>
                  </a:ext>
                </a:extLst>
              </p:cNvPr>
              <p:cNvSpPr/>
              <p:nvPr/>
            </p:nvSpPr>
            <p:spPr>
              <a:xfrm>
                <a:off x="5186842" y="3367243"/>
                <a:ext cx="1109204" cy="389416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Output</a:t>
                </a: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16B444C-E40F-9687-FEC5-B881D42451C8}"/>
                  </a:ext>
                </a:extLst>
              </p:cNvPr>
              <p:cNvGrpSpPr/>
              <p:nvPr/>
            </p:nvGrpSpPr>
            <p:grpSpPr>
              <a:xfrm>
                <a:off x="1822734" y="1996467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BB4382D3-54C9-490F-ABFA-CEC8E3348A9D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6EC22A3D-1DAA-E474-346E-1286E5A8F9C1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8" name="Rectangle 107">
                    <a:extLst>
                      <a:ext uri="{FF2B5EF4-FFF2-40B4-BE49-F238E27FC236}">
                        <a16:creationId xmlns:a16="http://schemas.microsoft.com/office/drawing/2014/main" id="{13C7A201-4225-A659-B70D-08FCC97A6223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3571319D-8A20-C99B-B550-7EF0392BF7A0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CABAFD73-7BE0-5981-B7EB-FB2DBA4D3E08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A3D0CBF7-CB92-7BC3-05FE-D4060D72CAE7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12" name="Rectangle 111">
                    <a:extLst>
                      <a:ext uri="{FF2B5EF4-FFF2-40B4-BE49-F238E27FC236}">
                        <a16:creationId xmlns:a16="http://schemas.microsoft.com/office/drawing/2014/main" id="{47475082-56EF-9981-3B8F-93C1CD44A0D1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B3DACEB9-9B29-E50E-99F2-866053D446BE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101" name="Rectangle 100">
                    <a:extLst>
                      <a:ext uri="{FF2B5EF4-FFF2-40B4-BE49-F238E27FC236}">
                        <a16:creationId xmlns:a16="http://schemas.microsoft.com/office/drawing/2014/main" id="{5FD22A2F-1104-4456-F937-C24D31BB08C2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1CB28BC9-0DC7-8F1B-ACC1-8E6DFFD11235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A72E90D4-5089-7C51-0847-F763B22218AD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5CD9928B-EC29-7E65-647C-896688BDCCBD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2719B7A1-94C4-7C2A-DAAA-26851FC5DFDA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5BCCE903-41C7-5DF2-3C03-010470B0B121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9B4E2AB8-DD72-2F5A-8C46-A0B959195455}"/>
                  </a:ext>
                </a:extLst>
              </p:cNvPr>
              <p:cNvSpPr/>
              <p:nvPr/>
            </p:nvSpPr>
            <p:spPr>
              <a:xfrm rot="5400000">
                <a:off x="155858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5116114-5F11-8C3F-5079-21BE8D796F66}"/>
                  </a:ext>
                </a:extLst>
              </p:cNvPr>
              <p:cNvSpPr/>
              <p:nvPr/>
            </p:nvSpPr>
            <p:spPr>
              <a:xfrm>
                <a:off x="677818" y="2099717"/>
                <a:ext cx="155305" cy="15530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D43595B-6B3D-5524-ECB2-5B5F2E90F070}"/>
                  </a:ext>
                </a:extLst>
              </p:cNvPr>
              <p:cNvSpPr/>
              <p:nvPr/>
            </p:nvSpPr>
            <p:spPr>
              <a:xfrm>
                <a:off x="2117835" y="2284052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7D724DB-1091-8BCB-3623-1F7E3713D67B}"/>
                  </a:ext>
                </a:extLst>
              </p:cNvPr>
              <p:cNvSpPr/>
              <p:nvPr/>
            </p:nvSpPr>
            <p:spPr>
              <a:xfrm>
                <a:off x="2163376" y="2332019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0281A400-8842-233F-309D-3BD617505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0666" y="1925245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C68CC47-1279-66A7-DA57-4B7EA3A33CBD}"/>
                  </a:ext>
                </a:extLst>
              </p:cNvPr>
              <p:cNvSpPr/>
              <p:nvPr/>
            </p:nvSpPr>
            <p:spPr>
              <a:xfrm>
                <a:off x="5517622" y="2067433"/>
                <a:ext cx="675249" cy="6752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2491FE44-916B-8045-6659-14F50CE3BE5D}"/>
                  </a:ext>
                </a:extLst>
              </p:cNvPr>
              <p:cNvGrpSpPr/>
              <p:nvPr/>
            </p:nvGrpSpPr>
            <p:grpSpPr>
              <a:xfrm>
                <a:off x="4564008" y="2066918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ADFD21F4-BB3A-2AC3-A69C-0DD2F0BEE1C7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57C5E927-D5A7-83A6-5AE0-59F48D7170F4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EFBC7451-DB44-B1C1-572D-359323993E99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2FCC38A7-9311-01D7-5796-F2CBFBEB1359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13743ED8-5E7B-CA9A-EB96-3EF2FF737D7A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BA93C943-BB57-EF4E-D6DD-2C9DB1507EE6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65312CB3-5BB6-919E-6731-97A212A3A05D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1F21FF5F-B3FE-7108-E1D3-0FBDC849B997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31550B33-D7A9-E193-7C27-23B7EC23BE7C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9D703D2B-DE34-64F0-5B91-0989DB68E1B2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75EF909E-482E-FD3B-1EAD-5D1AF0029556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07D7A443-E905-6712-A350-F109890AC202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7B8CEAB1-4114-9780-21DD-D4F0F950B265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17D931B6-3C94-74F9-2F93-D5631F328AD6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999C729E-6249-2591-1A6D-D337F7C5FEF4}"/>
                  </a:ext>
                </a:extLst>
              </p:cNvPr>
              <p:cNvSpPr/>
              <p:nvPr/>
            </p:nvSpPr>
            <p:spPr>
              <a:xfrm rot="5400000">
                <a:off x="5282331" y="2411780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6E09EA8-F084-65DD-72FF-8ABFEE895F26}"/>
                  </a:ext>
                </a:extLst>
              </p:cNvPr>
              <p:cNvSpPr/>
              <p:nvPr/>
            </p:nvSpPr>
            <p:spPr>
              <a:xfrm>
                <a:off x="4859109" y="2354503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121B260-94F3-1257-69EC-4552C2CCD94C}"/>
                  </a:ext>
                </a:extLst>
              </p:cNvPr>
              <p:cNvSpPr/>
              <p:nvPr/>
            </p:nvSpPr>
            <p:spPr>
              <a:xfrm>
                <a:off x="4904650" y="2402470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55B8E2FC-F7B2-A3BB-4E29-E9D53F715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26752" y="2279010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3D5FD611-BCEC-E4B5-68B5-E874F9F66BA0}"/>
                  </a:ext>
                </a:extLst>
              </p:cNvPr>
              <p:cNvSpPr/>
              <p:nvPr/>
            </p:nvSpPr>
            <p:spPr>
              <a:xfrm rot="5400000">
                <a:off x="2601389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49FFFD40-6C71-4998-A193-05C1BD2E1A2E}"/>
                  </a:ext>
                </a:extLst>
              </p:cNvPr>
              <p:cNvSpPr/>
              <p:nvPr/>
            </p:nvSpPr>
            <p:spPr>
              <a:xfrm flipH="1">
                <a:off x="3004624" y="1908445"/>
                <a:ext cx="844178" cy="847147"/>
              </a:xfrm>
              <a:prstGeom prst="cube">
                <a:avLst>
                  <a:gd name="adj" fmla="val 8633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83" name="Flowchart: Punched Tape 82">
                <a:extLst>
                  <a:ext uri="{FF2B5EF4-FFF2-40B4-BE49-F238E27FC236}">
                    <a16:creationId xmlns:a16="http://schemas.microsoft.com/office/drawing/2014/main" id="{8EC1FD22-7183-6651-DA79-12F3B886CA45}"/>
                  </a:ext>
                </a:extLst>
              </p:cNvPr>
              <p:cNvSpPr/>
              <p:nvPr/>
            </p:nvSpPr>
            <p:spPr>
              <a:xfrm>
                <a:off x="5760720" y="2411743"/>
                <a:ext cx="274320" cy="198253"/>
              </a:xfrm>
              <a:prstGeom prst="flowChartPunchedTap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200"/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6D1CF000-028A-2D80-83EC-C4298DFBCD66}"/>
                  </a:ext>
                </a:extLst>
              </p:cNvPr>
              <p:cNvSpPr/>
              <p:nvPr/>
            </p:nvSpPr>
            <p:spPr>
              <a:xfrm rot="5400000">
                <a:off x="397606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4AAF478-9090-15FD-6987-A4BBAAAE3AD2}"/>
                </a:ext>
              </a:extLst>
            </p:cNvPr>
            <p:cNvSpPr/>
            <p:nvPr/>
          </p:nvSpPr>
          <p:spPr>
            <a:xfrm>
              <a:off x="101177" y="827904"/>
              <a:ext cx="11768612" cy="45000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Segmentation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726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U-Net: Convolutional Networks for Biomedical Image Segmentation">
            <a:extLst>
              <a:ext uri="{FF2B5EF4-FFF2-40B4-BE49-F238E27FC236}">
                <a16:creationId xmlns:a16="http://schemas.microsoft.com/office/drawing/2014/main" id="{E0E5B78D-056D-6E3F-E29F-E4947426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287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Understand Transposed Convolutions | Towards Data Science">
            <a:extLst>
              <a:ext uri="{FF2B5EF4-FFF2-40B4-BE49-F238E27FC236}">
                <a16:creationId xmlns:a16="http://schemas.microsoft.com/office/drawing/2014/main" id="{EB54A000-92D2-6774-A92C-A01F06153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42875"/>
            <a:ext cx="10829925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696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D79048-0F83-FF21-79DB-115BE5C6D374}"/>
              </a:ext>
            </a:extLst>
          </p:cNvPr>
          <p:cNvGrpSpPr/>
          <p:nvPr/>
        </p:nvGrpSpPr>
        <p:grpSpPr>
          <a:xfrm>
            <a:off x="4705411" y="3186192"/>
            <a:ext cx="7834441" cy="3012232"/>
            <a:chOff x="2178779" y="2909472"/>
            <a:chExt cx="7834441" cy="301223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6C350C4-BB31-40AF-8F3E-3C601BEB8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23466" y="2932214"/>
              <a:ext cx="2889754" cy="2743438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78E2A3-5AF4-4506-B5F5-8A598D055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8779" y="2909472"/>
              <a:ext cx="2883658" cy="2731245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BAB316-2FDD-46A3-A285-D5F6AA368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891" y="2920843"/>
              <a:ext cx="2877561" cy="2731245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5" name="Down Arrow 4">
              <a:extLst>
                <a:ext uri="{FF2B5EF4-FFF2-40B4-BE49-F238E27FC236}">
                  <a16:creationId xmlns:a16="http://schemas.microsoft.com/office/drawing/2014/main" id="{5DBB6CA6-6CA5-4429-8631-ABE6B768C71D}"/>
                </a:ext>
              </a:extLst>
            </p:cNvPr>
            <p:cNvSpPr/>
            <p:nvPr/>
          </p:nvSpPr>
          <p:spPr>
            <a:xfrm rot="16200000">
              <a:off x="4211809" y="5274004"/>
              <a:ext cx="561975" cy="733425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90A84B47-4B0F-40F1-8DB7-1C6E61AED2FF}"/>
                </a:ext>
              </a:extLst>
            </p:cNvPr>
            <p:cNvSpPr/>
            <p:nvPr/>
          </p:nvSpPr>
          <p:spPr>
            <a:xfrm rot="16200000">
              <a:off x="6688484" y="5274004"/>
              <a:ext cx="561975" cy="733425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694012-C1CD-42D0-B8E9-903CB91DAD37}"/>
                </a:ext>
              </a:extLst>
            </p:cNvPr>
            <p:cNvSpPr/>
            <p:nvPr/>
          </p:nvSpPr>
          <p:spPr>
            <a:xfrm>
              <a:off x="5671293" y="4730088"/>
              <a:ext cx="1607695" cy="428848"/>
            </a:xfrm>
            <a:prstGeom prst="rect">
              <a:avLst/>
            </a:prstGeom>
            <a:noFill/>
            <a:ln>
              <a:noFill/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dirty="0">
                  <a:solidFill>
                    <a:schemeClr val="tx1"/>
                  </a:solidFill>
                </a:rPr>
                <a:t>Prediction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ED050D-930E-4253-8985-DCC8BA02ED67}"/>
                </a:ext>
              </a:extLst>
            </p:cNvPr>
            <p:cNvSpPr/>
            <p:nvPr/>
          </p:nvSpPr>
          <p:spPr>
            <a:xfrm>
              <a:off x="3071548" y="4731220"/>
              <a:ext cx="1844523" cy="428848"/>
            </a:xfrm>
            <a:prstGeom prst="rect">
              <a:avLst/>
            </a:prstGeom>
            <a:noFill/>
            <a:ln>
              <a:noFill/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dirty="0">
                  <a:solidFill>
                    <a:schemeClr val="tx1"/>
                  </a:solidFill>
                </a:rPr>
                <a:t>Ground truth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AF3B964D-657B-5326-5797-22ADD88BFE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Pixel segmentation 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D98813-6BCA-16D2-D204-650DF1949E6D}"/>
                  </a:ext>
                </a:extLst>
              </p:cNvPr>
              <p:cNvSpPr txBox="1"/>
              <p:nvPr/>
            </p:nvSpPr>
            <p:spPr>
              <a:xfrm>
                <a:off x="393685" y="1700543"/>
                <a:ext cx="5937236" cy="4246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𝑎𝑐𝑐𝑢𝑟𝑎𝑐𝑦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D98813-6BCA-16D2-D204-650DF194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85" y="1700543"/>
                <a:ext cx="5937236" cy="42463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697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457199" y="281698"/>
            <a:ext cx="11388851" cy="6372587"/>
            <a:chOff x="1359243" y="281698"/>
            <a:chExt cx="11388851" cy="6372587"/>
          </a:xfrm>
        </p:grpSpPr>
        <p:grpSp>
          <p:nvGrpSpPr>
            <p:cNvPr id="59" name="Group 58"/>
            <p:cNvGrpSpPr/>
            <p:nvPr/>
          </p:nvGrpSpPr>
          <p:grpSpPr>
            <a:xfrm>
              <a:off x="1359243" y="281698"/>
              <a:ext cx="9069860" cy="6372587"/>
              <a:chOff x="1915297" y="880756"/>
              <a:chExt cx="8217244" cy="5773529"/>
            </a:xfrm>
          </p:grpSpPr>
          <p:cxnSp>
            <p:nvCxnSpPr>
              <p:cNvPr id="2" name="Straight Arrow Connector 1"/>
              <p:cNvCxnSpPr/>
              <p:nvPr/>
            </p:nvCxnSpPr>
            <p:spPr>
              <a:xfrm>
                <a:off x="4278399" y="4127401"/>
                <a:ext cx="0" cy="755056"/>
              </a:xfrm>
              <a:prstGeom prst="straightConnector1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/>
              <p:cNvSpPr/>
              <p:nvPr/>
            </p:nvSpPr>
            <p:spPr>
              <a:xfrm>
                <a:off x="3348558" y="1034162"/>
                <a:ext cx="1443992" cy="144399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436931" y="1137625"/>
                <a:ext cx="1443992" cy="1443992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556403" y="1240386"/>
                <a:ext cx="1443992" cy="144399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271782" y="4597317"/>
                <a:ext cx="2165192" cy="4737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Feature maps</a:t>
                </a: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3659544" y="3125882"/>
                <a:ext cx="998760" cy="998757"/>
                <a:chOff x="2620667" y="3831205"/>
                <a:chExt cx="505966" cy="50596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2620667" y="3831205"/>
                  <a:ext cx="365760" cy="365760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2648708" y="3859246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2676749" y="3887287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2704790" y="3915328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732831" y="3943369"/>
                  <a:ext cx="365760" cy="36576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2760873" y="3971411"/>
                  <a:ext cx="365760" cy="3657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18" name="Rectangle 17"/>
              <p:cNvSpPr/>
              <p:nvPr/>
            </p:nvSpPr>
            <p:spPr>
              <a:xfrm>
                <a:off x="3564252" y="1253856"/>
                <a:ext cx="332114" cy="33211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70343" y="880756"/>
                <a:ext cx="701368" cy="613697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1" name="Rectangle 20"/>
              <p:cNvSpPr/>
              <p:nvPr/>
            </p:nvSpPr>
            <p:spPr>
              <a:xfrm>
                <a:off x="6180467" y="3448138"/>
                <a:ext cx="1357155" cy="621147"/>
              </a:xfrm>
              <a:prstGeom prst="rect">
                <a:avLst/>
              </a:prstGeom>
              <a:solidFill>
                <a:srgbClr val="F2F2F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RPN</a:t>
                </a:r>
              </a:p>
            </p:txBody>
          </p:sp>
          <p:cxnSp>
            <p:nvCxnSpPr>
              <p:cNvPr id="22" name="Elbow Connector 21"/>
              <p:cNvCxnSpPr>
                <a:stCxn id="9" idx="3"/>
                <a:endCxn id="21" idx="0"/>
              </p:cNvCxnSpPr>
              <p:nvPr/>
            </p:nvCxnSpPr>
            <p:spPr>
              <a:xfrm>
                <a:off x="5000395" y="1962382"/>
                <a:ext cx="1858650" cy="1485756"/>
              </a:xfrm>
              <a:prstGeom prst="bentConnector2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cxnSpLocks/>
                <a:stCxn id="21" idx="1"/>
                <a:endCxn id="17" idx="3"/>
              </p:cNvCxnSpPr>
              <p:nvPr/>
            </p:nvCxnSpPr>
            <p:spPr>
              <a:xfrm flipH="1">
                <a:off x="4658304" y="3758712"/>
                <a:ext cx="1522163" cy="4929"/>
              </a:xfrm>
              <a:prstGeom prst="straightConnector1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1915297" y="5982224"/>
                <a:ext cx="2077924" cy="67206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Class probabilities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4971119" y="5966637"/>
                <a:ext cx="2172676" cy="67673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Bounding boxes</a:t>
                </a:r>
              </a:p>
            </p:txBody>
          </p:sp>
          <p:cxnSp>
            <p:nvCxnSpPr>
              <p:cNvPr id="27" name="Elbow Connector 26"/>
              <p:cNvCxnSpPr>
                <a:stCxn id="10" idx="1"/>
                <a:endCxn id="25" idx="0"/>
              </p:cNvCxnSpPr>
              <p:nvPr/>
            </p:nvCxnSpPr>
            <p:spPr>
              <a:xfrm rot="10800000" flipV="1">
                <a:off x="2954260" y="4834216"/>
                <a:ext cx="317523" cy="1148008"/>
              </a:xfrm>
              <a:prstGeom prst="bentConnector2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/>
              <p:cNvCxnSpPr>
                <a:stCxn id="10" idx="2"/>
                <a:endCxn id="26" idx="0"/>
              </p:cNvCxnSpPr>
              <p:nvPr/>
            </p:nvCxnSpPr>
            <p:spPr>
              <a:xfrm rot="16200000" flipH="1">
                <a:off x="4758156" y="4667336"/>
                <a:ext cx="895522" cy="1703079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cxnSpLocks/>
                <a:stCxn id="9" idx="2"/>
              </p:cNvCxnSpPr>
              <p:nvPr/>
            </p:nvCxnSpPr>
            <p:spPr>
              <a:xfrm>
                <a:off x="4278399" y="2684378"/>
                <a:ext cx="0" cy="418446"/>
              </a:xfrm>
              <a:prstGeom prst="straightConnector1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/>
              <p:cNvSpPr/>
              <p:nvPr/>
            </p:nvSpPr>
            <p:spPr>
              <a:xfrm>
                <a:off x="7985457" y="5982224"/>
                <a:ext cx="2147084" cy="67206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Binary masks</a:t>
                </a:r>
              </a:p>
            </p:txBody>
          </p:sp>
          <p:cxnSp>
            <p:nvCxnSpPr>
              <p:cNvPr id="32" name="Elbow Connector 31"/>
              <p:cNvCxnSpPr>
                <a:stCxn id="10" idx="3"/>
                <a:endCxn id="31" idx="0"/>
              </p:cNvCxnSpPr>
              <p:nvPr/>
            </p:nvCxnSpPr>
            <p:spPr>
              <a:xfrm>
                <a:off x="5436974" y="4834216"/>
                <a:ext cx="3622025" cy="1148008"/>
              </a:xfrm>
              <a:prstGeom prst="bentConnector2">
                <a:avLst/>
              </a:prstGeom>
              <a:ln w="38100"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Rectangle 77"/>
            <p:cNvSpPr/>
            <p:nvPr/>
          </p:nvSpPr>
          <p:spPr>
            <a:xfrm>
              <a:off x="8059240" y="293488"/>
              <a:ext cx="4688854" cy="1342808"/>
            </a:xfrm>
            <a:prstGeom prst="rect">
              <a:avLst/>
            </a:prstGeom>
            <a:solidFill>
              <a:srgbClr val="BFBFB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Mask RCNN: a combination of object detection and segmentation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745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5F51-50F6-5C8E-9C87-5B7E1737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Mask-RCNN output</a:t>
            </a:r>
          </a:p>
        </p:txBody>
      </p:sp>
      <p:pic>
        <p:nvPicPr>
          <p:cNvPr id="23554" name="Picture 2" descr="Object Detection Using Mask R-CNN with TensorFlow 1.14 and Keras |  DigitalOcean">
            <a:extLst>
              <a:ext uri="{FF2B5EF4-FFF2-40B4-BE49-F238E27FC236}">
                <a16:creationId xmlns:a16="http://schemas.microsoft.com/office/drawing/2014/main" id="{C7DEB7DC-D1FD-C5B9-C3F8-FE0080CB0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41" y="1596669"/>
            <a:ext cx="7873917" cy="526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90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th-estimation · GitHub Topics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7" y="681420"/>
            <a:ext cx="11740211" cy="581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175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itHub - dawood95/face-keypoints: Multi Person Face-Keypoint Detecti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87" y="304246"/>
            <a:ext cx="7587048" cy="606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86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2019 guide to Human Pose Estimation with Deep Learning">
            <a:extLst>
              <a:ext uri="{FF2B5EF4-FFF2-40B4-BE49-F238E27FC236}">
                <a16:creationId xmlns:a16="http://schemas.microsoft.com/office/drawing/2014/main" id="{6D59CBD0-FC05-8B7D-9593-C599BC23D1B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98" y="480245"/>
            <a:ext cx="10354313" cy="582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15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oogle's Image-Captioning AI Is Getting Scary Goo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497" y="310447"/>
            <a:ext cx="9548037" cy="619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96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28AE-CF40-CB1B-0A50-89B402DE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processing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DDA95-E589-E2D2-FF3A-1CE3935DC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tracking</a:t>
            </a:r>
          </a:p>
          <a:p>
            <a:r>
              <a:rPr lang="en-US" dirty="0"/>
              <a:t>Video stabilization </a:t>
            </a:r>
          </a:p>
          <a:p>
            <a:r>
              <a:rPr lang="en-US" dirty="0"/>
              <a:t>Video enhancement </a:t>
            </a:r>
          </a:p>
          <a:p>
            <a:r>
              <a:rPr lang="en-US" dirty="0"/>
              <a:t>Video compression </a:t>
            </a:r>
          </a:p>
          <a:p>
            <a:r>
              <a:rPr lang="en-US" dirty="0"/>
              <a:t>Video to text</a:t>
            </a:r>
          </a:p>
          <a:p>
            <a:r>
              <a:rPr lang="en-US" dirty="0"/>
              <a:t>Recommendation </a:t>
            </a:r>
          </a:p>
        </p:txBody>
      </p:sp>
      <p:pic>
        <p:nvPicPr>
          <p:cNvPr id="4" name="Picture 8" descr="Frames from a video of highway traffic. (courtesy Washington State... |  Download Scientific Diagram">
            <a:extLst>
              <a:ext uri="{FF2B5EF4-FFF2-40B4-BE49-F238E27FC236}">
                <a16:creationId xmlns:a16="http://schemas.microsoft.com/office/drawing/2014/main" id="{DACA0F0B-DD01-2432-8FE0-8E85B50C9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003" y="2403717"/>
            <a:ext cx="6877934" cy="205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63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mo2">
            <a:extLst>
              <a:ext uri="{FF2B5EF4-FFF2-40B4-BE49-F238E27FC236}">
                <a16:creationId xmlns:a16="http://schemas.microsoft.com/office/drawing/2014/main" id="{3B170DAC-D55A-ABD7-4D2D-49A3D1C55C1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585" y="44064"/>
            <a:ext cx="8800830" cy="676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832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9BF7-8B2A-15B8-587A-D4A7989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809D-D918-50DE-B95B-519511C3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Object Detection (YOLO)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 Association (Hungarian Association Algorithm)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Kalman filter </a:t>
            </a:r>
          </a:p>
        </p:txBody>
      </p:sp>
    </p:spTree>
    <p:extLst>
      <p:ext uri="{BB962C8B-B14F-4D97-AF65-F5344CB8AC3E}">
        <p14:creationId xmlns:p14="http://schemas.microsoft.com/office/powerpoint/2010/main" val="2957517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1B19-4075-7327-3130-18EF997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366B-867A-067A-30B3-494768F5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Hungarian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11D5-66AE-D6BE-8125-6E50AEE6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83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Row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Column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Zero Coverage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Iterative Refinement (if needed)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Finding the Optimal Assignment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F1AC7AFB-15E8-11BE-A085-21614CBE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660" y="1205192"/>
            <a:ext cx="4979780" cy="444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2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EEA1-6518-E8D5-3253-7AE4A8CBCFAE}"/>
              </a:ext>
            </a:extLst>
          </p:cNvPr>
          <p:cNvSpPr txBox="1">
            <a:spLocks/>
          </p:cNvSpPr>
          <p:nvPr/>
        </p:nvSpPr>
        <p:spPr bwMode="auto">
          <a:xfrm>
            <a:off x="955548" y="817771"/>
            <a:ext cx="9976104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0" cap="all" baseline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3B900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j-ea"/>
                <a:cs typeface="+mj-cs"/>
              </a:rPr>
              <a:t>Autoencoders</a:t>
            </a:r>
          </a:p>
        </p:txBody>
      </p:sp>
      <p:graphicFrame>
        <p:nvGraphicFramePr>
          <p:cNvPr id="3" name="Table 399">
            <a:extLst>
              <a:ext uri="{FF2B5EF4-FFF2-40B4-BE49-F238E27FC236}">
                <a16:creationId xmlns:a16="http://schemas.microsoft.com/office/drawing/2014/main" id="{94DA3176-46D6-B032-83B7-8C89A97A870F}"/>
              </a:ext>
            </a:extLst>
          </p:cNvPr>
          <p:cNvGraphicFramePr>
            <a:graphicFrameLocks noGrp="1"/>
          </p:cNvGraphicFramePr>
          <p:nvPr/>
        </p:nvGraphicFramePr>
        <p:xfrm>
          <a:off x="9701392" y="1811013"/>
          <a:ext cx="469988" cy="3469572"/>
        </p:xfrm>
        <a:graphic>
          <a:graphicData uri="http://schemas.openxmlformats.org/drawingml/2006/table">
            <a:tbl>
              <a:tblPr firstRow="1" bandRow="1"/>
              <a:tblGrid>
                <a:gridCol w="469988">
                  <a:extLst>
                    <a:ext uri="{9D8B030D-6E8A-4147-A177-3AD203B41FA5}">
                      <a16:colId xmlns:a16="http://schemas.microsoft.com/office/drawing/2014/main" val="2755684500"/>
                    </a:ext>
                  </a:extLst>
                </a:gridCol>
              </a:tblGrid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541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927692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46432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23704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81540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19106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619076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01685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45592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283409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01133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51559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943CA64-5ED1-DB7F-C379-AA845B5F242E}"/>
              </a:ext>
            </a:extLst>
          </p:cNvPr>
          <p:cNvGrpSpPr/>
          <p:nvPr/>
        </p:nvGrpSpPr>
        <p:grpSpPr>
          <a:xfrm>
            <a:off x="2240715" y="1777569"/>
            <a:ext cx="2892379" cy="3479921"/>
            <a:chOff x="1991089" y="1453314"/>
            <a:chExt cx="2892379" cy="347992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EA90B2-397B-6B74-E83D-5BDFBACD1C0F}"/>
                </a:ext>
              </a:extLst>
            </p:cNvPr>
            <p:cNvCxnSpPr>
              <a:stCxn id="77" idx="6"/>
              <a:endCxn id="90" idx="2"/>
            </p:cNvCxnSpPr>
            <p:nvPr/>
          </p:nvCxnSpPr>
          <p:spPr>
            <a:xfrm flipV="1">
              <a:off x="2272249" y="4279546"/>
              <a:ext cx="1382436" cy="53881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448D90F-1590-6D1B-5F08-A80D7F2AFFF7}"/>
                </a:ext>
              </a:extLst>
            </p:cNvPr>
            <p:cNvCxnSpPr>
              <a:cxnSpLocks/>
              <a:stCxn id="78" idx="6"/>
              <a:endCxn id="90" idx="2"/>
            </p:cNvCxnSpPr>
            <p:nvPr/>
          </p:nvCxnSpPr>
          <p:spPr>
            <a:xfrm flipV="1">
              <a:off x="2272249" y="4279546"/>
              <a:ext cx="1382436" cy="24334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A3238D2-13AC-12BE-27F8-5BED823028B5}"/>
                </a:ext>
              </a:extLst>
            </p:cNvPr>
            <p:cNvCxnSpPr>
              <a:cxnSpLocks/>
              <a:stCxn id="79" idx="6"/>
              <a:endCxn id="90" idx="2"/>
            </p:cNvCxnSpPr>
            <p:nvPr/>
          </p:nvCxnSpPr>
          <p:spPr>
            <a:xfrm>
              <a:off x="2272249" y="4227424"/>
              <a:ext cx="1382436" cy="521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3192C6-A6B7-2096-C7E7-901F0E7A2B2A}"/>
                </a:ext>
              </a:extLst>
            </p:cNvPr>
            <p:cNvCxnSpPr>
              <a:cxnSpLocks/>
              <a:stCxn id="80" idx="6"/>
              <a:endCxn id="90" idx="2"/>
            </p:cNvCxnSpPr>
            <p:nvPr/>
          </p:nvCxnSpPr>
          <p:spPr>
            <a:xfrm>
              <a:off x="2272249" y="3931952"/>
              <a:ext cx="1382436" cy="34759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B8DD83-0523-6C21-165C-391554F8B648}"/>
                </a:ext>
              </a:extLst>
            </p:cNvPr>
            <p:cNvCxnSpPr>
              <a:cxnSpLocks/>
              <a:stCxn id="81" idx="6"/>
              <a:endCxn id="90" idx="2"/>
            </p:cNvCxnSpPr>
            <p:nvPr/>
          </p:nvCxnSpPr>
          <p:spPr>
            <a:xfrm>
              <a:off x="2264379" y="3636481"/>
              <a:ext cx="1390305" cy="64306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267AD6-5097-5F2D-34FE-46F2EED977C8}"/>
                </a:ext>
              </a:extLst>
            </p:cNvPr>
            <p:cNvCxnSpPr>
              <a:cxnSpLocks/>
              <a:stCxn id="82" idx="6"/>
              <a:endCxn id="90" idx="2"/>
            </p:cNvCxnSpPr>
            <p:nvPr/>
          </p:nvCxnSpPr>
          <p:spPr>
            <a:xfrm>
              <a:off x="2264378" y="3341010"/>
              <a:ext cx="1390306" cy="93853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2A6A7D4-4A7E-8331-65F0-1310BBFA50A3}"/>
                </a:ext>
              </a:extLst>
            </p:cNvPr>
            <p:cNvCxnSpPr>
              <a:cxnSpLocks/>
              <a:stCxn id="83" idx="6"/>
              <a:endCxn id="90" idx="2"/>
            </p:cNvCxnSpPr>
            <p:nvPr/>
          </p:nvCxnSpPr>
          <p:spPr>
            <a:xfrm>
              <a:off x="2264378" y="3045538"/>
              <a:ext cx="1390306" cy="123400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2D7367-3348-5B2E-7ADD-96C036513B6A}"/>
                </a:ext>
              </a:extLst>
            </p:cNvPr>
            <p:cNvCxnSpPr>
              <a:cxnSpLocks/>
              <a:stCxn id="84" idx="6"/>
              <a:endCxn id="90" idx="2"/>
            </p:cNvCxnSpPr>
            <p:nvPr/>
          </p:nvCxnSpPr>
          <p:spPr>
            <a:xfrm>
              <a:off x="2264378" y="2750067"/>
              <a:ext cx="1390306" cy="152947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CC4240-B62C-AA08-D8EC-7A8B2D6D89B7}"/>
                </a:ext>
              </a:extLst>
            </p:cNvPr>
            <p:cNvCxnSpPr>
              <a:cxnSpLocks/>
              <a:stCxn id="85" idx="6"/>
              <a:endCxn id="90" idx="2"/>
            </p:cNvCxnSpPr>
            <p:nvPr/>
          </p:nvCxnSpPr>
          <p:spPr>
            <a:xfrm>
              <a:off x="2264378" y="2454596"/>
              <a:ext cx="1390306" cy="182495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A6B5B0-046D-3FFA-5BA4-80B1A9CCD537}"/>
                </a:ext>
              </a:extLst>
            </p:cNvPr>
            <p:cNvCxnSpPr>
              <a:cxnSpLocks/>
              <a:stCxn id="86" idx="6"/>
              <a:endCxn id="90" idx="2"/>
            </p:cNvCxnSpPr>
            <p:nvPr/>
          </p:nvCxnSpPr>
          <p:spPr>
            <a:xfrm>
              <a:off x="2264378" y="2159124"/>
              <a:ext cx="1390306" cy="212042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1C1072-70CE-0AC0-E688-559DBD8DD76F}"/>
                </a:ext>
              </a:extLst>
            </p:cNvPr>
            <p:cNvCxnSpPr>
              <a:cxnSpLocks/>
              <a:stCxn id="87" idx="6"/>
              <a:endCxn id="90" idx="2"/>
            </p:cNvCxnSpPr>
            <p:nvPr/>
          </p:nvCxnSpPr>
          <p:spPr>
            <a:xfrm>
              <a:off x="2256509" y="1863653"/>
              <a:ext cx="1398175" cy="241589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0D14F8F-4AF2-ED8F-EC05-7A61E8BD1EE4}"/>
                </a:ext>
              </a:extLst>
            </p:cNvPr>
            <p:cNvCxnSpPr>
              <a:cxnSpLocks/>
              <a:stCxn id="88" idx="6"/>
              <a:endCxn id="90" idx="2"/>
            </p:cNvCxnSpPr>
            <p:nvPr/>
          </p:nvCxnSpPr>
          <p:spPr>
            <a:xfrm>
              <a:off x="2256508" y="1568184"/>
              <a:ext cx="1398176" cy="271136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F70860-AE69-5AE2-6D54-99EE96B181B3}"/>
                </a:ext>
              </a:extLst>
            </p:cNvPr>
            <p:cNvCxnSpPr>
              <a:cxnSpLocks/>
              <a:stCxn id="77" idx="6"/>
              <a:endCxn id="91" idx="2"/>
            </p:cNvCxnSpPr>
            <p:nvPr/>
          </p:nvCxnSpPr>
          <p:spPr>
            <a:xfrm flipV="1">
              <a:off x="2272249" y="3865576"/>
              <a:ext cx="1382436" cy="95278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C46D727-ED31-5A9C-13DD-123C58703164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 flipV="1">
              <a:off x="2272249" y="3865576"/>
              <a:ext cx="1382436" cy="65731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F1BB58-431D-6F8A-3C90-160D50D24A0B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 flipV="1">
              <a:off x="2272249" y="3865576"/>
              <a:ext cx="1382436" cy="36184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7E5DF6-B9E6-D58A-FCC0-BE2582C91960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 flipV="1">
              <a:off x="2272249" y="3865576"/>
              <a:ext cx="1382436" cy="6637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A530028-7F62-6782-FB53-7C1C7443BD54}"/>
                </a:ext>
              </a:extLst>
            </p:cNvPr>
            <p:cNvCxnSpPr>
              <a:cxnSpLocks/>
              <a:stCxn id="81" idx="6"/>
              <a:endCxn id="91" idx="2"/>
            </p:cNvCxnSpPr>
            <p:nvPr/>
          </p:nvCxnSpPr>
          <p:spPr>
            <a:xfrm>
              <a:off x="2264379" y="3636481"/>
              <a:ext cx="1390305" cy="22909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60F71B0-D585-FA44-7B8A-49C5AB44BCCE}"/>
                </a:ext>
              </a:extLst>
            </p:cNvPr>
            <p:cNvCxnSpPr>
              <a:cxnSpLocks/>
              <a:stCxn id="82" idx="6"/>
              <a:endCxn id="91" idx="2"/>
            </p:cNvCxnSpPr>
            <p:nvPr/>
          </p:nvCxnSpPr>
          <p:spPr>
            <a:xfrm>
              <a:off x="2264378" y="3341010"/>
              <a:ext cx="1390306" cy="52456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476FC59-5819-1AF2-1F89-AA3F21901421}"/>
                </a:ext>
              </a:extLst>
            </p:cNvPr>
            <p:cNvCxnSpPr>
              <a:cxnSpLocks/>
              <a:stCxn id="83" idx="6"/>
              <a:endCxn id="91" idx="2"/>
            </p:cNvCxnSpPr>
            <p:nvPr/>
          </p:nvCxnSpPr>
          <p:spPr>
            <a:xfrm>
              <a:off x="2264378" y="3045538"/>
              <a:ext cx="1390306" cy="82003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73F8A37-B514-0A8A-525E-915B4542D183}"/>
                </a:ext>
              </a:extLst>
            </p:cNvPr>
            <p:cNvCxnSpPr>
              <a:cxnSpLocks/>
              <a:stCxn id="84" idx="6"/>
              <a:endCxn id="91" idx="2"/>
            </p:cNvCxnSpPr>
            <p:nvPr/>
          </p:nvCxnSpPr>
          <p:spPr>
            <a:xfrm>
              <a:off x="2264378" y="2750067"/>
              <a:ext cx="1390306" cy="111550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04C122-D304-B983-B0D4-F433435316B9}"/>
                </a:ext>
              </a:extLst>
            </p:cNvPr>
            <p:cNvCxnSpPr>
              <a:cxnSpLocks/>
              <a:stCxn id="85" idx="6"/>
              <a:endCxn id="91" idx="2"/>
            </p:cNvCxnSpPr>
            <p:nvPr/>
          </p:nvCxnSpPr>
          <p:spPr>
            <a:xfrm>
              <a:off x="2264378" y="2454596"/>
              <a:ext cx="1390306" cy="141098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10A4EB-A898-D145-7C8E-4DEBCCB76FAB}"/>
                </a:ext>
              </a:extLst>
            </p:cNvPr>
            <p:cNvCxnSpPr>
              <a:cxnSpLocks/>
              <a:stCxn id="86" idx="6"/>
              <a:endCxn id="91" idx="2"/>
            </p:cNvCxnSpPr>
            <p:nvPr/>
          </p:nvCxnSpPr>
          <p:spPr>
            <a:xfrm>
              <a:off x="2264378" y="2159124"/>
              <a:ext cx="1390306" cy="170645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F780611-1C02-645B-6066-02672DBA8030}"/>
                </a:ext>
              </a:extLst>
            </p:cNvPr>
            <p:cNvCxnSpPr>
              <a:cxnSpLocks/>
              <a:stCxn id="87" idx="6"/>
              <a:endCxn id="91" idx="2"/>
            </p:cNvCxnSpPr>
            <p:nvPr/>
          </p:nvCxnSpPr>
          <p:spPr>
            <a:xfrm>
              <a:off x="2256509" y="1863653"/>
              <a:ext cx="1398175" cy="20019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4BAA5FF-329B-09D8-8816-794CB9AB9CE6}"/>
                </a:ext>
              </a:extLst>
            </p:cNvPr>
            <p:cNvCxnSpPr>
              <a:cxnSpLocks/>
              <a:stCxn id="88" idx="6"/>
              <a:endCxn id="91" idx="2"/>
            </p:cNvCxnSpPr>
            <p:nvPr/>
          </p:nvCxnSpPr>
          <p:spPr>
            <a:xfrm>
              <a:off x="2256508" y="1568184"/>
              <a:ext cx="1398176" cy="229739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DC4C127-A2A9-F2E5-73CD-F7971EAEBAEA}"/>
                </a:ext>
              </a:extLst>
            </p:cNvPr>
            <p:cNvCxnSpPr>
              <a:cxnSpLocks/>
              <a:stCxn id="77" idx="6"/>
              <a:endCxn id="92" idx="2"/>
            </p:cNvCxnSpPr>
            <p:nvPr/>
          </p:nvCxnSpPr>
          <p:spPr>
            <a:xfrm flipV="1">
              <a:off x="2272249" y="3451606"/>
              <a:ext cx="1382436" cy="136676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7CC763-0845-08FB-FD7E-2C63DA6B9BC3}"/>
                </a:ext>
              </a:extLst>
            </p:cNvPr>
            <p:cNvCxnSpPr>
              <a:cxnSpLocks/>
              <a:stCxn id="78" idx="6"/>
              <a:endCxn id="92" idx="2"/>
            </p:cNvCxnSpPr>
            <p:nvPr/>
          </p:nvCxnSpPr>
          <p:spPr>
            <a:xfrm flipV="1">
              <a:off x="2272249" y="3451606"/>
              <a:ext cx="1382436" cy="107128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049DF7-0E32-BD48-B7F6-6CF233EA7A17}"/>
                </a:ext>
              </a:extLst>
            </p:cNvPr>
            <p:cNvCxnSpPr>
              <a:cxnSpLocks/>
              <a:stCxn id="79" idx="6"/>
              <a:endCxn id="92" idx="2"/>
            </p:cNvCxnSpPr>
            <p:nvPr/>
          </p:nvCxnSpPr>
          <p:spPr>
            <a:xfrm flipV="1">
              <a:off x="2272249" y="3451606"/>
              <a:ext cx="1382436" cy="77581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7A3C5A-19C3-3A89-410D-650A0A3618CB}"/>
                </a:ext>
              </a:extLst>
            </p:cNvPr>
            <p:cNvCxnSpPr>
              <a:cxnSpLocks/>
              <a:stCxn id="80" idx="6"/>
              <a:endCxn id="92" idx="2"/>
            </p:cNvCxnSpPr>
            <p:nvPr/>
          </p:nvCxnSpPr>
          <p:spPr>
            <a:xfrm flipV="1">
              <a:off x="2272249" y="3451606"/>
              <a:ext cx="1382436" cy="48034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A99931-0A4D-F8B6-F48F-C90EF6DD58F8}"/>
                </a:ext>
              </a:extLst>
            </p:cNvPr>
            <p:cNvCxnSpPr>
              <a:cxnSpLocks/>
              <a:stCxn id="81" idx="6"/>
              <a:endCxn id="92" idx="2"/>
            </p:cNvCxnSpPr>
            <p:nvPr/>
          </p:nvCxnSpPr>
          <p:spPr>
            <a:xfrm flipV="1">
              <a:off x="2264379" y="3451606"/>
              <a:ext cx="1390305" cy="18487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7D93E4E-2F2B-393C-8BAD-E204A5ACB74F}"/>
                </a:ext>
              </a:extLst>
            </p:cNvPr>
            <p:cNvCxnSpPr>
              <a:cxnSpLocks/>
              <a:stCxn id="82" idx="6"/>
              <a:endCxn id="92" idx="2"/>
            </p:cNvCxnSpPr>
            <p:nvPr/>
          </p:nvCxnSpPr>
          <p:spPr>
            <a:xfrm>
              <a:off x="2264378" y="3341010"/>
              <a:ext cx="1390306" cy="11059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824015-328A-DEDB-9276-F28463DBB3A4}"/>
                </a:ext>
              </a:extLst>
            </p:cNvPr>
            <p:cNvCxnSpPr>
              <a:cxnSpLocks/>
              <a:stCxn id="83" idx="6"/>
              <a:endCxn id="92" idx="2"/>
            </p:cNvCxnSpPr>
            <p:nvPr/>
          </p:nvCxnSpPr>
          <p:spPr>
            <a:xfrm>
              <a:off x="2264378" y="3045538"/>
              <a:ext cx="1390306" cy="40606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0794BD-EE3C-C901-AB3C-FFD307A5EF8E}"/>
                </a:ext>
              </a:extLst>
            </p:cNvPr>
            <p:cNvCxnSpPr>
              <a:cxnSpLocks/>
              <a:stCxn id="84" idx="6"/>
              <a:endCxn id="92" idx="2"/>
            </p:cNvCxnSpPr>
            <p:nvPr/>
          </p:nvCxnSpPr>
          <p:spPr>
            <a:xfrm>
              <a:off x="2264378" y="2750067"/>
              <a:ext cx="1390306" cy="70153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2686498-29AB-6151-8BC4-D5B9131EDADB}"/>
                </a:ext>
              </a:extLst>
            </p:cNvPr>
            <p:cNvCxnSpPr>
              <a:cxnSpLocks/>
              <a:stCxn id="85" idx="6"/>
              <a:endCxn id="92" idx="2"/>
            </p:cNvCxnSpPr>
            <p:nvPr/>
          </p:nvCxnSpPr>
          <p:spPr>
            <a:xfrm>
              <a:off x="2264378" y="2454596"/>
              <a:ext cx="1390306" cy="99701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5BC548-5CC4-AAA3-7883-85DE9F306244}"/>
                </a:ext>
              </a:extLst>
            </p:cNvPr>
            <p:cNvCxnSpPr>
              <a:cxnSpLocks/>
              <a:stCxn id="86" idx="6"/>
              <a:endCxn id="92" idx="2"/>
            </p:cNvCxnSpPr>
            <p:nvPr/>
          </p:nvCxnSpPr>
          <p:spPr>
            <a:xfrm>
              <a:off x="2264378" y="2159124"/>
              <a:ext cx="1390306" cy="129248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2FD6D3-BFCE-8CBE-7FAB-EACBA661C61F}"/>
                </a:ext>
              </a:extLst>
            </p:cNvPr>
            <p:cNvCxnSpPr>
              <a:cxnSpLocks/>
              <a:stCxn id="87" idx="6"/>
              <a:endCxn id="92" idx="2"/>
            </p:cNvCxnSpPr>
            <p:nvPr/>
          </p:nvCxnSpPr>
          <p:spPr>
            <a:xfrm>
              <a:off x="2256509" y="1863653"/>
              <a:ext cx="1398175" cy="158795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6B4B94-CE6D-435C-599C-369A122ED847}"/>
                </a:ext>
              </a:extLst>
            </p:cNvPr>
            <p:cNvCxnSpPr>
              <a:cxnSpLocks/>
              <a:stCxn id="88" idx="6"/>
              <a:endCxn id="92" idx="2"/>
            </p:cNvCxnSpPr>
            <p:nvPr/>
          </p:nvCxnSpPr>
          <p:spPr>
            <a:xfrm>
              <a:off x="2256508" y="1568184"/>
              <a:ext cx="1398176" cy="188342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17EFB35-5103-A65B-6A66-862CAA6F2DC3}"/>
                </a:ext>
              </a:extLst>
            </p:cNvPr>
            <p:cNvCxnSpPr>
              <a:cxnSpLocks/>
              <a:stCxn id="77" idx="6"/>
              <a:endCxn id="93" idx="2"/>
            </p:cNvCxnSpPr>
            <p:nvPr/>
          </p:nvCxnSpPr>
          <p:spPr>
            <a:xfrm flipV="1">
              <a:off x="2272249" y="3037637"/>
              <a:ext cx="1382436" cy="178072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5B37995-A512-14A0-3808-42BE3DC7267F}"/>
                </a:ext>
              </a:extLst>
            </p:cNvPr>
            <p:cNvCxnSpPr>
              <a:cxnSpLocks/>
              <a:stCxn id="78" idx="6"/>
              <a:endCxn id="93" idx="2"/>
            </p:cNvCxnSpPr>
            <p:nvPr/>
          </p:nvCxnSpPr>
          <p:spPr>
            <a:xfrm flipV="1">
              <a:off x="2272249" y="3037637"/>
              <a:ext cx="1382436" cy="148525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C1765B6-1F3A-2B9F-8C9D-17F4A78AD812}"/>
                </a:ext>
              </a:extLst>
            </p:cNvPr>
            <p:cNvCxnSpPr>
              <a:cxnSpLocks/>
              <a:stCxn id="79" idx="6"/>
              <a:endCxn id="93" idx="2"/>
            </p:cNvCxnSpPr>
            <p:nvPr/>
          </p:nvCxnSpPr>
          <p:spPr>
            <a:xfrm flipV="1">
              <a:off x="2272249" y="3037637"/>
              <a:ext cx="1382436" cy="118978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0747B9-FA2E-3E91-7A09-1B68830B454B}"/>
                </a:ext>
              </a:extLst>
            </p:cNvPr>
            <p:cNvCxnSpPr>
              <a:cxnSpLocks/>
              <a:stCxn id="80" idx="6"/>
              <a:endCxn id="93" idx="2"/>
            </p:cNvCxnSpPr>
            <p:nvPr/>
          </p:nvCxnSpPr>
          <p:spPr>
            <a:xfrm flipV="1">
              <a:off x="2272249" y="3037637"/>
              <a:ext cx="1382436" cy="89431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DAE0B5B-7B56-D7F4-DB36-8E37D9E5C624}"/>
                </a:ext>
              </a:extLst>
            </p:cNvPr>
            <p:cNvCxnSpPr>
              <a:cxnSpLocks/>
              <a:stCxn id="81" idx="6"/>
              <a:endCxn id="93" idx="2"/>
            </p:cNvCxnSpPr>
            <p:nvPr/>
          </p:nvCxnSpPr>
          <p:spPr>
            <a:xfrm flipV="1">
              <a:off x="2264379" y="3037637"/>
              <a:ext cx="1390305" cy="59884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6369834-95F8-75A6-8B0E-C8A17D8F80D0}"/>
                </a:ext>
              </a:extLst>
            </p:cNvPr>
            <p:cNvCxnSpPr>
              <a:cxnSpLocks/>
              <a:stCxn id="82" idx="6"/>
              <a:endCxn id="93" idx="2"/>
            </p:cNvCxnSpPr>
            <p:nvPr/>
          </p:nvCxnSpPr>
          <p:spPr>
            <a:xfrm flipV="1">
              <a:off x="2264378" y="3037637"/>
              <a:ext cx="1390306" cy="30337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51F9710-D281-A430-3BD3-BA538E935104}"/>
                </a:ext>
              </a:extLst>
            </p:cNvPr>
            <p:cNvCxnSpPr>
              <a:cxnSpLocks/>
              <a:stCxn id="83" idx="6"/>
              <a:endCxn id="93" idx="2"/>
            </p:cNvCxnSpPr>
            <p:nvPr/>
          </p:nvCxnSpPr>
          <p:spPr>
            <a:xfrm flipV="1">
              <a:off x="2264378" y="3037637"/>
              <a:ext cx="1390306" cy="790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9D5B1F0-71AB-12B1-DBD6-D45A35EA99AB}"/>
                </a:ext>
              </a:extLst>
            </p:cNvPr>
            <p:cNvCxnSpPr>
              <a:cxnSpLocks/>
              <a:stCxn id="84" idx="6"/>
              <a:endCxn id="93" idx="2"/>
            </p:cNvCxnSpPr>
            <p:nvPr/>
          </p:nvCxnSpPr>
          <p:spPr>
            <a:xfrm>
              <a:off x="2264378" y="2750067"/>
              <a:ext cx="1390306" cy="28757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0DE2B46-A809-9E05-6767-155B0A739905}"/>
                </a:ext>
              </a:extLst>
            </p:cNvPr>
            <p:cNvCxnSpPr>
              <a:cxnSpLocks/>
              <a:stCxn id="85" idx="6"/>
              <a:endCxn id="93" idx="2"/>
            </p:cNvCxnSpPr>
            <p:nvPr/>
          </p:nvCxnSpPr>
          <p:spPr>
            <a:xfrm>
              <a:off x="2264378" y="2454596"/>
              <a:ext cx="1390306" cy="58304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92270D4-FDF5-0F14-49BE-B6D6D58FC349}"/>
                </a:ext>
              </a:extLst>
            </p:cNvPr>
            <p:cNvCxnSpPr>
              <a:cxnSpLocks/>
              <a:stCxn id="86" idx="6"/>
              <a:endCxn id="93" idx="2"/>
            </p:cNvCxnSpPr>
            <p:nvPr/>
          </p:nvCxnSpPr>
          <p:spPr>
            <a:xfrm>
              <a:off x="2264378" y="2159124"/>
              <a:ext cx="1390306" cy="878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E53E6BA-1CFE-54D1-343A-E4518DEA1BD0}"/>
                </a:ext>
              </a:extLst>
            </p:cNvPr>
            <p:cNvCxnSpPr>
              <a:cxnSpLocks/>
              <a:stCxn id="86" idx="6"/>
              <a:endCxn id="93" idx="2"/>
            </p:cNvCxnSpPr>
            <p:nvPr/>
          </p:nvCxnSpPr>
          <p:spPr>
            <a:xfrm>
              <a:off x="2264378" y="2159124"/>
              <a:ext cx="1390306" cy="878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46C04F8-4221-9665-43B3-092719D16F84}"/>
                </a:ext>
              </a:extLst>
            </p:cNvPr>
            <p:cNvCxnSpPr>
              <a:cxnSpLocks/>
              <a:stCxn id="87" idx="6"/>
              <a:endCxn id="93" idx="2"/>
            </p:cNvCxnSpPr>
            <p:nvPr/>
          </p:nvCxnSpPr>
          <p:spPr>
            <a:xfrm>
              <a:off x="2256509" y="1863653"/>
              <a:ext cx="1398175" cy="117398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3A6C3F6-E1E8-0873-F7D7-3F2319F55871}"/>
                </a:ext>
              </a:extLst>
            </p:cNvPr>
            <p:cNvCxnSpPr>
              <a:cxnSpLocks/>
              <a:stCxn id="88" idx="6"/>
              <a:endCxn id="93" idx="2"/>
            </p:cNvCxnSpPr>
            <p:nvPr/>
          </p:nvCxnSpPr>
          <p:spPr>
            <a:xfrm>
              <a:off x="2256508" y="1568184"/>
              <a:ext cx="1398176" cy="146945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9AC746-9453-DD6C-B13B-CC13F34DA0C7}"/>
                </a:ext>
              </a:extLst>
            </p:cNvPr>
            <p:cNvCxnSpPr>
              <a:cxnSpLocks/>
              <a:stCxn id="77" idx="6"/>
              <a:endCxn id="94" idx="2"/>
            </p:cNvCxnSpPr>
            <p:nvPr/>
          </p:nvCxnSpPr>
          <p:spPr>
            <a:xfrm flipV="1">
              <a:off x="2272249" y="2623666"/>
              <a:ext cx="1382436" cy="219469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978ACA8-44BE-3AA1-9F2E-726AFEF5CBB1}"/>
                </a:ext>
              </a:extLst>
            </p:cNvPr>
            <p:cNvCxnSpPr>
              <a:cxnSpLocks/>
              <a:stCxn id="78" idx="6"/>
              <a:endCxn id="94" idx="2"/>
            </p:cNvCxnSpPr>
            <p:nvPr/>
          </p:nvCxnSpPr>
          <p:spPr>
            <a:xfrm flipV="1">
              <a:off x="2272249" y="2623666"/>
              <a:ext cx="1382436" cy="189922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26209B4-3F82-33D5-0399-C001BCC5B7CD}"/>
                </a:ext>
              </a:extLst>
            </p:cNvPr>
            <p:cNvCxnSpPr>
              <a:cxnSpLocks/>
              <a:stCxn id="79" idx="6"/>
              <a:endCxn id="94" idx="2"/>
            </p:cNvCxnSpPr>
            <p:nvPr/>
          </p:nvCxnSpPr>
          <p:spPr>
            <a:xfrm flipV="1">
              <a:off x="2272249" y="2623666"/>
              <a:ext cx="1382436" cy="160375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F9B103B-7161-8F12-64D3-C6DAA27C14E8}"/>
                </a:ext>
              </a:extLst>
            </p:cNvPr>
            <p:cNvCxnSpPr>
              <a:cxnSpLocks/>
              <a:stCxn id="80" idx="6"/>
              <a:endCxn id="94" idx="2"/>
            </p:cNvCxnSpPr>
            <p:nvPr/>
          </p:nvCxnSpPr>
          <p:spPr>
            <a:xfrm flipV="1">
              <a:off x="2272249" y="2623666"/>
              <a:ext cx="1382436" cy="130828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9AAA9E9-BBBB-A837-40AF-EE900227F062}"/>
                </a:ext>
              </a:extLst>
            </p:cNvPr>
            <p:cNvCxnSpPr>
              <a:cxnSpLocks/>
              <a:stCxn id="81" idx="6"/>
              <a:endCxn id="94" idx="2"/>
            </p:cNvCxnSpPr>
            <p:nvPr/>
          </p:nvCxnSpPr>
          <p:spPr>
            <a:xfrm flipV="1">
              <a:off x="2264379" y="2623666"/>
              <a:ext cx="1390305" cy="101281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00CE74A-912F-9CF7-DD76-E7736B4983DE}"/>
                </a:ext>
              </a:extLst>
            </p:cNvPr>
            <p:cNvCxnSpPr>
              <a:cxnSpLocks/>
              <a:stCxn id="82" idx="6"/>
              <a:endCxn id="94" idx="2"/>
            </p:cNvCxnSpPr>
            <p:nvPr/>
          </p:nvCxnSpPr>
          <p:spPr>
            <a:xfrm flipV="1">
              <a:off x="2264378" y="2623666"/>
              <a:ext cx="1390306" cy="71734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02D62AD-3437-D5F3-FF0F-11A724AE142C}"/>
                </a:ext>
              </a:extLst>
            </p:cNvPr>
            <p:cNvCxnSpPr>
              <a:cxnSpLocks/>
              <a:stCxn id="83" idx="6"/>
              <a:endCxn id="94" idx="2"/>
            </p:cNvCxnSpPr>
            <p:nvPr/>
          </p:nvCxnSpPr>
          <p:spPr>
            <a:xfrm flipV="1">
              <a:off x="2264378" y="2623666"/>
              <a:ext cx="1390306" cy="42187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53D25D-F383-ABA3-4291-559BED9238B4}"/>
                </a:ext>
              </a:extLst>
            </p:cNvPr>
            <p:cNvCxnSpPr>
              <a:cxnSpLocks/>
              <a:stCxn id="84" idx="6"/>
              <a:endCxn id="94" idx="2"/>
            </p:cNvCxnSpPr>
            <p:nvPr/>
          </p:nvCxnSpPr>
          <p:spPr>
            <a:xfrm flipV="1">
              <a:off x="2264378" y="2623666"/>
              <a:ext cx="1390306" cy="12640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3CEAB61-839C-B995-57EF-469F6C9FE8C0}"/>
                </a:ext>
              </a:extLst>
            </p:cNvPr>
            <p:cNvCxnSpPr>
              <a:cxnSpLocks/>
              <a:stCxn id="85" idx="6"/>
              <a:endCxn id="94" idx="2"/>
            </p:cNvCxnSpPr>
            <p:nvPr/>
          </p:nvCxnSpPr>
          <p:spPr>
            <a:xfrm>
              <a:off x="2264378" y="2454596"/>
              <a:ext cx="1390306" cy="16907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65ECF0E-323E-786E-9770-316D8837D2EB}"/>
                </a:ext>
              </a:extLst>
            </p:cNvPr>
            <p:cNvCxnSpPr>
              <a:cxnSpLocks/>
              <a:stCxn id="86" idx="6"/>
              <a:endCxn id="94" idx="2"/>
            </p:cNvCxnSpPr>
            <p:nvPr/>
          </p:nvCxnSpPr>
          <p:spPr>
            <a:xfrm>
              <a:off x="2264378" y="2159124"/>
              <a:ext cx="1390306" cy="46454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5DBCE93-9AED-13E3-C9A6-E29BDBF3B376}"/>
                </a:ext>
              </a:extLst>
            </p:cNvPr>
            <p:cNvCxnSpPr>
              <a:cxnSpLocks/>
              <a:stCxn id="87" idx="6"/>
              <a:endCxn id="94" idx="2"/>
            </p:cNvCxnSpPr>
            <p:nvPr/>
          </p:nvCxnSpPr>
          <p:spPr>
            <a:xfrm>
              <a:off x="2256509" y="1863653"/>
              <a:ext cx="1398175" cy="76001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D3C3814-7341-55D9-890E-22A5DFCBA812}"/>
                </a:ext>
              </a:extLst>
            </p:cNvPr>
            <p:cNvCxnSpPr>
              <a:cxnSpLocks/>
              <a:stCxn id="88" idx="6"/>
              <a:endCxn id="94" idx="2"/>
            </p:cNvCxnSpPr>
            <p:nvPr/>
          </p:nvCxnSpPr>
          <p:spPr>
            <a:xfrm>
              <a:off x="2256508" y="1568184"/>
              <a:ext cx="1398176" cy="105548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0DE2364-678E-E6C2-0616-7A46D4904957}"/>
                </a:ext>
              </a:extLst>
            </p:cNvPr>
            <p:cNvCxnSpPr>
              <a:cxnSpLocks/>
              <a:stCxn id="77" idx="6"/>
              <a:endCxn id="95" idx="2"/>
            </p:cNvCxnSpPr>
            <p:nvPr/>
          </p:nvCxnSpPr>
          <p:spPr>
            <a:xfrm flipV="1">
              <a:off x="2272249" y="2209696"/>
              <a:ext cx="1382436" cy="260866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BC61B25-1A81-F90E-D2CD-607DAFAEBF84}"/>
                </a:ext>
              </a:extLst>
            </p:cNvPr>
            <p:cNvCxnSpPr>
              <a:cxnSpLocks/>
              <a:stCxn id="78" idx="6"/>
              <a:endCxn id="95" idx="2"/>
            </p:cNvCxnSpPr>
            <p:nvPr/>
          </p:nvCxnSpPr>
          <p:spPr>
            <a:xfrm flipV="1">
              <a:off x="2272249" y="2209696"/>
              <a:ext cx="1382436" cy="231319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D737B22-5F70-CD8E-96D7-E65898C35F6A}"/>
                </a:ext>
              </a:extLst>
            </p:cNvPr>
            <p:cNvCxnSpPr>
              <a:cxnSpLocks/>
              <a:stCxn id="79" idx="6"/>
              <a:endCxn id="95" idx="2"/>
            </p:cNvCxnSpPr>
            <p:nvPr/>
          </p:nvCxnSpPr>
          <p:spPr>
            <a:xfrm flipV="1">
              <a:off x="2272249" y="2209696"/>
              <a:ext cx="1382436" cy="201772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D9D1D49-ECF1-408C-4453-C7B963EE2D92}"/>
                </a:ext>
              </a:extLst>
            </p:cNvPr>
            <p:cNvCxnSpPr>
              <a:cxnSpLocks/>
              <a:stCxn id="80" idx="6"/>
              <a:endCxn id="95" idx="2"/>
            </p:cNvCxnSpPr>
            <p:nvPr/>
          </p:nvCxnSpPr>
          <p:spPr>
            <a:xfrm flipV="1">
              <a:off x="2272249" y="2209696"/>
              <a:ext cx="1382436" cy="172225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25D7E3A-9698-57F3-E951-55DA9DD9E13F}"/>
                </a:ext>
              </a:extLst>
            </p:cNvPr>
            <p:cNvCxnSpPr>
              <a:cxnSpLocks/>
              <a:stCxn id="81" idx="6"/>
              <a:endCxn id="95" idx="2"/>
            </p:cNvCxnSpPr>
            <p:nvPr/>
          </p:nvCxnSpPr>
          <p:spPr>
            <a:xfrm flipV="1">
              <a:off x="2264379" y="2209696"/>
              <a:ext cx="1390305" cy="142678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8526039-6F0E-6A1D-0B9C-1172E9619A1C}"/>
                </a:ext>
              </a:extLst>
            </p:cNvPr>
            <p:cNvCxnSpPr>
              <a:cxnSpLocks/>
              <a:stCxn id="82" idx="6"/>
              <a:endCxn id="95" idx="2"/>
            </p:cNvCxnSpPr>
            <p:nvPr/>
          </p:nvCxnSpPr>
          <p:spPr>
            <a:xfrm flipV="1">
              <a:off x="2264378" y="2209696"/>
              <a:ext cx="1390306" cy="113131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9D3F48C-B102-CBBD-0758-C004991F7077}"/>
                </a:ext>
              </a:extLst>
            </p:cNvPr>
            <p:cNvCxnSpPr>
              <a:cxnSpLocks/>
              <a:stCxn id="83" idx="6"/>
              <a:endCxn id="95" idx="2"/>
            </p:cNvCxnSpPr>
            <p:nvPr/>
          </p:nvCxnSpPr>
          <p:spPr>
            <a:xfrm flipV="1">
              <a:off x="2264378" y="2209696"/>
              <a:ext cx="1390306" cy="83584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719EF61-78A2-7C61-9021-CA70F3242D3C}"/>
                </a:ext>
              </a:extLst>
            </p:cNvPr>
            <p:cNvCxnSpPr>
              <a:cxnSpLocks/>
              <a:stCxn id="85" idx="6"/>
              <a:endCxn id="95" idx="2"/>
            </p:cNvCxnSpPr>
            <p:nvPr/>
          </p:nvCxnSpPr>
          <p:spPr>
            <a:xfrm flipV="1">
              <a:off x="2264378" y="2209696"/>
              <a:ext cx="1390306" cy="24490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CEF176E-6ED6-4CDC-1483-EA5FC78FA4C7}"/>
                </a:ext>
              </a:extLst>
            </p:cNvPr>
            <p:cNvCxnSpPr>
              <a:cxnSpLocks/>
              <a:stCxn id="86" idx="6"/>
              <a:endCxn id="95" idx="2"/>
            </p:cNvCxnSpPr>
            <p:nvPr/>
          </p:nvCxnSpPr>
          <p:spPr>
            <a:xfrm>
              <a:off x="2264378" y="2159124"/>
              <a:ext cx="1390306" cy="5057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83E8B14-540F-6CD9-38ED-6E2BD31A82C1}"/>
                </a:ext>
              </a:extLst>
            </p:cNvPr>
            <p:cNvCxnSpPr>
              <a:cxnSpLocks/>
              <a:stCxn id="87" idx="6"/>
              <a:endCxn id="95" idx="2"/>
            </p:cNvCxnSpPr>
            <p:nvPr/>
          </p:nvCxnSpPr>
          <p:spPr>
            <a:xfrm>
              <a:off x="2256509" y="1863653"/>
              <a:ext cx="1398175" cy="34604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0B5AA11-E73C-BF9C-7F6B-06D6C9111BD5}"/>
                </a:ext>
              </a:extLst>
            </p:cNvPr>
            <p:cNvCxnSpPr>
              <a:cxnSpLocks/>
              <a:stCxn id="88" idx="6"/>
              <a:endCxn id="95" idx="2"/>
            </p:cNvCxnSpPr>
            <p:nvPr/>
          </p:nvCxnSpPr>
          <p:spPr>
            <a:xfrm>
              <a:off x="2256508" y="1568184"/>
              <a:ext cx="1398176" cy="641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sp>
          <p:nvSpPr>
            <p:cNvPr id="77" name="Google Shape;219;p33">
              <a:extLst>
                <a:ext uri="{FF2B5EF4-FFF2-40B4-BE49-F238E27FC236}">
                  <a16:creationId xmlns:a16="http://schemas.microsoft.com/office/drawing/2014/main" id="{0F07945A-414A-48DB-9F6F-6EEF4F3A776F}"/>
                </a:ext>
              </a:extLst>
            </p:cNvPr>
            <p:cNvSpPr/>
            <p:nvPr/>
          </p:nvSpPr>
          <p:spPr>
            <a:xfrm>
              <a:off x="2006828" y="470349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219;p33">
              <a:extLst>
                <a:ext uri="{FF2B5EF4-FFF2-40B4-BE49-F238E27FC236}">
                  <a16:creationId xmlns:a16="http://schemas.microsoft.com/office/drawing/2014/main" id="{103E2E96-D18D-E01A-AE06-9B3462C0C8C0}"/>
                </a:ext>
              </a:extLst>
            </p:cNvPr>
            <p:cNvSpPr/>
            <p:nvPr/>
          </p:nvSpPr>
          <p:spPr>
            <a:xfrm>
              <a:off x="2006830" y="4408025"/>
              <a:ext cx="265419" cy="229738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219;p33">
              <a:extLst>
                <a:ext uri="{FF2B5EF4-FFF2-40B4-BE49-F238E27FC236}">
                  <a16:creationId xmlns:a16="http://schemas.microsoft.com/office/drawing/2014/main" id="{F164EB03-5864-4340-FDDD-9B99CD29DAA2}"/>
                </a:ext>
              </a:extLst>
            </p:cNvPr>
            <p:cNvSpPr/>
            <p:nvPr/>
          </p:nvSpPr>
          <p:spPr>
            <a:xfrm>
              <a:off x="2006828" y="4112553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219;p33">
              <a:extLst>
                <a:ext uri="{FF2B5EF4-FFF2-40B4-BE49-F238E27FC236}">
                  <a16:creationId xmlns:a16="http://schemas.microsoft.com/office/drawing/2014/main" id="{2293DFC3-9F0B-5C01-6A7D-88FA56E31683}"/>
                </a:ext>
              </a:extLst>
            </p:cNvPr>
            <p:cNvSpPr/>
            <p:nvPr/>
          </p:nvSpPr>
          <p:spPr>
            <a:xfrm>
              <a:off x="2006828" y="3817082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219;p33">
              <a:extLst>
                <a:ext uri="{FF2B5EF4-FFF2-40B4-BE49-F238E27FC236}">
                  <a16:creationId xmlns:a16="http://schemas.microsoft.com/office/drawing/2014/main" id="{C7A0C8A5-1BDE-7056-7CEB-2336A1BCD48E}"/>
                </a:ext>
              </a:extLst>
            </p:cNvPr>
            <p:cNvSpPr/>
            <p:nvPr/>
          </p:nvSpPr>
          <p:spPr>
            <a:xfrm>
              <a:off x="1998959" y="3521611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219;p33">
              <a:extLst>
                <a:ext uri="{FF2B5EF4-FFF2-40B4-BE49-F238E27FC236}">
                  <a16:creationId xmlns:a16="http://schemas.microsoft.com/office/drawing/2014/main" id="{846595D2-3CD7-AD17-E710-BA1C9F739B3C}"/>
                </a:ext>
              </a:extLst>
            </p:cNvPr>
            <p:cNvSpPr/>
            <p:nvPr/>
          </p:nvSpPr>
          <p:spPr>
            <a:xfrm>
              <a:off x="1998959" y="3226140"/>
              <a:ext cx="265420" cy="229739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219;p33">
              <a:extLst>
                <a:ext uri="{FF2B5EF4-FFF2-40B4-BE49-F238E27FC236}">
                  <a16:creationId xmlns:a16="http://schemas.microsoft.com/office/drawing/2014/main" id="{220823CF-663D-8B42-CA7A-11A7B49EEC37}"/>
                </a:ext>
              </a:extLst>
            </p:cNvPr>
            <p:cNvSpPr/>
            <p:nvPr/>
          </p:nvSpPr>
          <p:spPr>
            <a:xfrm>
              <a:off x="1998958" y="2930668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219;p33">
              <a:extLst>
                <a:ext uri="{FF2B5EF4-FFF2-40B4-BE49-F238E27FC236}">
                  <a16:creationId xmlns:a16="http://schemas.microsoft.com/office/drawing/2014/main" id="{8DFFFAA4-449A-60E7-F5F9-33580784E046}"/>
                </a:ext>
              </a:extLst>
            </p:cNvPr>
            <p:cNvSpPr/>
            <p:nvPr/>
          </p:nvSpPr>
          <p:spPr>
            <a:xfrm>
              <a:off x="1998960" y="2635198"/>
              <a:ext cx="265419" cy="229738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219;p33">
              <a:extLst>
                <a:ext uri="{FF2B5EF4-FFF2-40B4-BE49-F238E27FC236}">
                  <a16:creationId xmlns:a16="http://schemas.microsoft.com/office/drawing/2014/main" id="{F1D6ADFE-9A29-5295-0A7C-9D323E2429D5}"/>
                </a:ext>
              </a:extLst>
            </p:cNvPr>
            <p:cNvSpPr/>
            <p:nvPr/>
          </p:nvSpPr>
          <p:spPr>
            <a:xfrm>
              <a:off x="1998958" y="233972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219;p33">
              <a:extLst>
                <a:ext uri="{FF2B5EF4-FFF2-40B4-BE49-F238E27FC236}">
                  <a16:creationId xmlns:a16="http://schemas.microsoft.com/office/drawing/2014/main" id="{C1B9190F-8504-6567-4FE5-DF0EDE5B3956}"/>
                </a:ext>
              </a:extLst>
            </p:cNvPr>
            <p:cNvSpPr/>
            <p:nvPr/>
          </p:nvSpPr>
          <p:spPr>
            <a:xfrm>
              <a:off x="1998958" y="2044254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219;p33">
              <a:extLst>
                <a:ext uri="{FF2B5EF4-FFF2-40B4-BE49-F238E27FC236}">
                  <a16:creationId xmlns:a16="http://schemas.microsoft.com/office/drawing/2014/main" id="{82E33D59-0C34-D369-799F-5AE2B939CE7D}"/>
                </a:ext>
              </a:extLst>
            </p:cNvPr>
            <p:cNvSpPr/>
            <p:nvPr/>
          </p:nvSpPr>
          <p:spPr>
            <a:xfrm>
              <a:off x="1991089" y="1748783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219;p33">
              <a:extLst>
                <a:ext uri="{FF2B5EF4-FFF2-40B4-BE49-F238E27FC236}">
                  <a16:creationId xmlns:a16="http://schemas.microsoft.com/office/drawing/2014/main" id="{C67F3B65-A8AA-E487-9108-6A9B0728A4FA}"/>
                </a:ext>
              </a:extLst>
            </p:cNvPr>
            <p:cNvSpPr/>
            <p:nvPr/>
          </p:nvSpPr>
          <p:spPr>
            <a:xfrm>
              <a:off x="1991089" y="1453314"/>
              <a:ext cx="265420" cy="229739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AD24ADB-9C7B-D93A-9C0F-EBB3F045EC0F}"/>
                </a:ext>
              </a:extLst>
            </p:cNvPr>
            <p:cNvCxnSpPr>
              <a:cxnSpLocks/>
              <a:stCxn id="84" idx="6"/>
              <a:endCxn id="95" idx="2"/>
            </p:cNvCxnSpPr>
            <p:nvPr/>
          </p:nvCxnSpPr>
          <p:spPr>
            <a:xfrm flipV="1">
              <a:off x="2264378" y="2209696"/>
              <a:ext cx="1390306" cy="54037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sp>
          <p:nvSpPr>
            <p:cNvPr id="90" name="Google Shape;219;p33">
              <a:extLst>
                <a:ext uri="{FF2B5EF4-FFF2-40B4-BE49-F238E27FC236}">
                  <a16:creationId xmlns:a16="http://schemas.microsoft.com/office/drawing/2014/main" id="{746C3761-8ED1-8C6F-3B40-7FDE5087DA36}"/>
                </a:ext>
              </a:extLst>
            </p:cNvPr>
            <p:cNvSpPr/>
            <p:nvPr/>
          </p:nvSpPr>
          <p:spPr>
            <a:xfrm>
              <a:off x="3654684" y="416467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219;p33">
              <a:extLst>
                <a:ext uri="{FF2B5EF4-FFF2-40B4-BE49-F238E27FC236}">
                  <a16:creationId xmlns:a16="http://schemas.microsoft.com/office/drawing/2014/main" id="{3BEBB50F-AB58-1FEF-1F5F-BCE2D4583803}"/>
                </a:ext>
              </a:extLst>
            </p:cNvPr>
            <p:cNvSpPr/>
            <p:nvPr/>
          </p:nvSpPr>
          <p:spPr>
            <a:xfrm>
              <a:off x="3654684" y="375070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219;p33">
              <a:extLst>
                <a:ext uri="{FF2B5EF4-FFF2-40B4-BE49-F238E27FC236}">
                  <a16:creationId xmlns:a16="http://schemas.microsoft.com/office/drawing/2014/main" id="{8EA5AEDE-F0C6-1879-D824-2EDB955D1B39}"/>
                </a:ext>
              </a:extLst>
            </p:cNvPr>
            <p:cNvSpPr/>
            <p:nvPr/>
          </p:nvSpPr>
          <p:spPr>
            <a:xfrm>
              <a:off x="3654684" y="333673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219;p33">
              <a:extLst>
                <a:ext uri="{FF2B5EF4-FFF2-40B4-BE49-F238E27FC236}">
                  <a16:creationId xmlns:a16="http://schemas.microsoft.com/office/drawing/2014/main" id="{541D5885-481B-5ADE-1245-4FDBF96CC7B0}"/>
                </a:ext>
              </a:extLst>
            </p:cNvPr>
            <p:cNvSpPr/>
            <p:nvPr/>
          </p:nvSpPr>
          <p:spPr>
            <a:xfrm>
              <a:off x="3654684" y="292276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219;p33">
              <a:extLst>
                <a:ext uri="{FF2B5EF4-FFF2-40B4-BE49-F238E27FC236}">
                  <a16:creationId xmlns:a16="http://schemas.microsoft.com/office/drawing/2014/main" id="{F70648E5-1C37-9B1B-394C-2183F0980DD4}"/>
                </a:ext>
              </a:extLst>
            </p:cNvPr>
            <p:cNvSpPr/>
            <p:nvPr/>
          </p:nvSpPr>
          <p:spPr>
            <a:xfrm>
              <a:off x="3654684" y="250879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219;p33">
              <a:extLst>
                <a:ext uri="{FF2B5EF4-FFF2-40B4-BE49-F238E27FC236}">
                  <a16:creationId xmlns:a16="http://schemas.microsoft.com/office/drawing/2014/main" id="{74F2FD76-4883-B5D1-AD8C-214AE6E6DA18}"/>
                </a:ext>
              </a:extLst>
            </p:cNvPr>
            <p:cNvSpPr/>
            <p:nvPr/>
          </p:nvSpPr>
          <p:spPr>
            <a:xfrm>
              <a:off x="3654684" y="2094826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219;p33">
              <a:extLst>
                <a:ext uri="{FF2B5EF4-FFF2-40B4-BE49-F238E27FC236}">
                  <a16:creationId xmlns:a16="http://schemas.microsoft.com/office/drawing/2014/main" id="{4A72E630-B6A9-F58A-3A2A-0DD769734033}"/>
                </a:ext>
              </a:extLst>
            </p:cNvPr>
            <p:cNvSpPr/>
            <p:nvPr/>
          </p:nvSpPr>
          <p:spPr>
            <a:xfrm>
              <a:off x="4618048" y="3291871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219;p33">
              <a:extLst>
                <a:ext uri="{FF2B5EF4-FFF2-40B4-BE49-F238E27FC236}">
                  <a16:creationId xmlns:a16="http://schemas.microsoft.com/office/drawing/2014/main" id="{FACF10D6-377F-E8CD-04BE-4B9196F33120}"/>
                </a:ext>
              </a:extLst>
            </p:cNvPr>
            <p:cNvSpPr/>
            <p:nvPr/>
          </p:nvSpPr>
          <p:spPr>
            <a:xfrm>
              <a:off x="4618048" y="2877901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1FB32E7-2CFE-CDF5-0C68-9B8051385AA1}"/>
                </a:ext>
              </a:extLst>
            </p:cNvPr>
            <p:cNvCxnSpPr>
              <a:cxnSpLocks/>
              <a:stCxn id="95" idx="6"/>
              <a:endCxn id="97" idx="2"/>
            </p:cNvCxnSpPr>
            <p:nvPr/>
          </p:nvCxnSpPr>
          <p:spPr>
            <a:xfrm>
              <a:off x="3920104" y="2209696"/>
              <a:ext cx="697944" cy="78307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F780391-5DC1-BC15-6EEC-3A03111A8176}"/>
                </a:ext>
              </a:extLst>
            </p:cNvPr>
            <p:cNvCxnSpPr>
              <a:cxnSpLocks/>
              <a:stCxn id="94" idx="6"/>
              <a:endCxn id="97" idx="2"/>
            </p:cNvCxnSpPr>
            <p:nvPr/>
          </p:nvCxnSpPr>
          <p:spPr>
            <a:xfrm>
              <a:off x="3920104" y="2623666"/>
              <a:ext cx="697944" cy="36910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F24027C-7CE9-FFA6-EFEE-AD6C9B5FD1BD}"/>
                </a:ext>
              </a:extLst>
            </p:cNvPr>
            <p:cNvCxnSpPr>
              <a:cxnSpLocks/>
              <a:stCxn id="93" idx="6"/>
              <a:endCxn id="97" idx="2"/>
            </p:cNvCxnSpPr>
            <p:nvPr/>
          </p:nvCxnSpPr>
          <p:spPr>
            <a:xfrm flipV="1">
              <a:off x="3920104" y="2992771"/>
              <a:ext cx="697944" cy="4486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044597C-0DA7-D53F-74C9-B81A3593CD29}"/>
                </a:ext>
              </a:extLst>
            </p:cNvPr>
            <p:cNvCxnSpPr>
              <a:cxnSpLocks/>
              <a:stCxn id="92" idx="6"/>
              <a:endCxn id="97" idx="2"/>
            </p:cNvCxnSpPr>
            <p:nvPr/>
          </p:nvCxnSpPr>
          <p:spPr>
            <a:xfrm flipV="1">
              <a:off x="3920104" y="2992771"/>
              <a:ext cx="697944" cy="45883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27DC53B-2C86-7256-86C4-F1E9BA8717C6}"/>
                </a:ext>
              </a:extLst>
            </p:cNvPr>
            <p:cNvCxnSpPr>
              <a:cxnSpLocks/>
              <a:stCxn id="91" idx="6"/>
              <a:endCxn id="97" idx="2"/>
            </p:cNvCxnSpPr>
            <p:nvPr/>
          </p:nvCxnSpPr>
          <p:spPr>
            <a:xfrm flipV="1">
              <a:off x="3920104" y="2992771"/>
              <a:ext cx="697944" cy="87280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DB07748-ADBC-E9CC-DC1B-13CAF6FFCC2D}"/>
                </a:ext>
              </a:extLst>
            </p:cNvPr>
            <p:cNvCxnSpPr>
              <a:cxnSpLocks/>
              <a:stCxn id="90" idx="6"/>
              <a:endCxn id="97" idx="2"/>
            </p:cNvCxnSpPr>
            <p:nvPr/>
          </p:nvCxnSpPr>
          <p:spPr>
            <a:xfrm flipV="1">
              <a:off x="3920104" y="2992771"/>
              <a:ext cx="697944" cy="128677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FEC1F97-389A-198C-7BFC-CB47D85D9E16}"/>
                </a:ext>
              </a:extLst>
            </p:cNvPr>
            <p:cNvCxnSpPr>
              <a:cxnSpLocks/>
              <a:stCxn id="95" idx="6"/>
              <a:endCxn id="96" idx="2"/>
            </p:cNvCxnSpPr>
            <p:nvPr/>
          </p:nvCxnSpPr>
          <p:spPr>
            <a:xfrm>
              <a:off x="3920104" y="2209696"/>
              <a:ext cx="697944" cy="119704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39B6897-3D0A-3538-6D99-EA8D62B58B03}"/>
                </a:ext>
              </a:extLst>
            </p:cNvPr>
            <p:cNvCxnSpPr>
              <a:cxnSpLocks/>
              <a:stCxn id="94" idx="6"/>
              <a:endCxn id="96" idx="2"/>
            </p:cNvCxnSpPr>
            <p:nvPr/>
          </p:nvCxnSpPr>
          <p:spPr>
            <a:xfrm>
              <a:off x="3920104" y="2623666"/>
              <a:ext cx="697944" cy="78307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7624055-B0A3-C4D7-10B7-E0CAB82BB3E6}"/>
                </a:ext>
              </a:extLst>
            </p:cNvPr>
            <p:cNvCxnSpPr>
              <a:cxnSpLocks/>
              <a:stCxn id="93" idx="6"/>
              <a:endCxn id="96" idx="2"/>
            </p:cNvCxnSpPr>
            <p:nvPr/>
          </p:nvCxnSpPr>
          <p:spPr>
            <a:xfrm>
              <a:off x="3920104" y="3037636"/>
              <a:ext cx="697944" cy="36910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7278817-6B2D-5961-A7CB-31C025286291}"/>
                </a:ext>
              </a:extLst>
            </p:cNvPr>
            <p:cNvCxnSpPr>
              <a:cxnSpLocks/>
              <a:stCxn id="92" idx="6"/>
              <a:endCxn id="96" idx="2"/>
            </p:cNvCxnSpPr>
            <p:nvPr/>
          </p:nvCxnSpPr>
          <p:spPr>
            <a:xfrm flipV="1">
              <a:off x="3920104" y="3406741"/>
              <a:ext cx="697944" cy="4486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057D31-02E7-D32D-EED4-477A43F29F8F}"/>
                </a:ext>
              </a:extLst>
            </p:cNvPr>
            <p:cNvCxnSpPr>
              <a:cxnSpLocks/>
              <a:stCxn id="91" idx="6"/>
              <a:endCxn id="96" idx="2"/>
            </p:cNvCxnSpPr>
            <p:nvPr/>
          </p:nvCxnSpPr>
          <p:spPr>
            <a:xfrm flipV="1">
              <a:off x="3920104" y="3406741"/>
              <a:ext cx="697944" cy="45883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E60F057-DCB3-9B6A-EFF3-2B00F1A01754}"/>
                </a:ext>
              </a:extLst>
            </p:cNvPr>
            <p:cNvCxnSpPr>
              <a:cxnSpLocks/>
              <a:stCxn id="90" idx="6"/>
              <a:endCxn id="96" idx="2"/>
            </p:cNvCxnSpPr>
            <p:nvPr/>
          </p:nvCxnSpPr>
          <p:spPr>
            <a:xfrm flipV="1">
              <a:off x="3920104" y="3406741"/>
              <a:ext cx="697944" cy="87280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</p:grpSp>
      <p:graphicFrame>
        <p:nvGraphicFramePr>
          <p:cNvPr id="110" name="Table 399">
            <a:extLst>
              <a:ext uri="{FF2B5EF4-FFF2-40B4-BE49-F238E27FC236}">
                <a16:creationId xmlns:a16="http://schemas.microsoft.com/office/drawing/2014/main" id="{23F43CDB-06D0-BADA-898C-4012376F64DA}"/>
              </a:ext>
            </a:extLst>
          </p:cNvPr>
          <p:cNvGraphicFramePr>
            <a:graphicFrameLocks noGrp="1"/>
          </p:cNvGraphicFramePr>
          <p:nvPr/>
        </p:nvGraphicFramePr>
        <p:xfrm>
          <a:off x="1554464" y="1783671"/>
          <a:ext cx="469988" cy="3469572"/>
        </p:xfrm>
        <a:graphic>
          <a:graphicData uri="http://schemas.openxmlformats.org/drawingml/2006/table">
            <a:tbl>
              <a:tblPr firstRow="1" bandRow="1"/>
              <a:tblGrid>
                <a:gridCol w="469988">
                  <a:extLst>
                    <a:ext uri="{9D8B030D-6E8A-4147-A177-3AD203B41FA5}">
                      <a16:colId xmlns:a16="http://schemas.microsoft.com/office/drawing/2014/main" val="2755684500"/>
                    </a:ext>
                  </a:extLst>
                </a:gridCol>
              </a:tblGrid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541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927692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46432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23704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81540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19106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619076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01685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45592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C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283409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011337"/>
                  </a:ext>
                </a:extLst>
              </a:tr>
              <a:tr h="2891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51559"/>
                  </a:ext>
                </a:extLst>
              </a:tr>
            </a:tbl>
          </a:graphicData>
        </a:graphic>
      </p:graphicFrame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09FE277-1F5A-34AB-A2C6-DD567ABACF05}"/>
              </a:ext>
            </a:extLst>
          </p:cNvPr>
          <p:cNvGrpSpPr/>
          <p:nvPr/>
        </p:nvGrpSpPr>
        <p:grpSpPr>
          <a:xfrm>
            <a:off x="6412960" y="1772973"/>
            <a:ext cx="3060476" cy="3479921"/>
            <a:chOff x="5869966" y="1406753"/>
            <a:chExt cx="3060476" cy="3479921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F7ECF39-9852-A275-764C-D17B7C6AD582}"/>
                </a:ext>
              </a:extLst>
            </p:cNvPr>
            <p:cNvCxnSpPr>
              <a:cxnSpLocks/>
              <a:stCxn id="184" idx="6"/>
              <a:endCxn id="197" idx="6"/>
            </p:cNvCxnSpPr>
            <p:nvPr/>
          </p:nvCxnSpPr>
          <p:spPr>
            <a:xfrm flipH="1" flipV="1">
              <a:off x="7260273" y="4232985"/>
              <a:ext cx="1389009" cy="53881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D5D0E9B-5C25-933B-4C72-FA0B1F4FE58D}"/>
                </a:ext>
              </a:extLst>
            </p:cNvPr>
            <p:cNvCxnSpPr>
              <a:cxnSpLocks/>
              <a:stCxn id="185" idx="6"/>
              <a:endCxn id="197" idx="6"/>
            </p:cNvCxnSpPr>
            <p:nvPr/>
          </p:nvCxnSpPr>
          <p:spPr>
            <a:xfrm flipH="1" flipV="1">
              <a:off x="7260273" y="4232985"/>
              <a:ext cx="1389009" cy="24334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F0E687F-8B59-7E0D-1FAA-CBED76B06D4B}"/>
                </a:ext>
              </a:extLst>
            </p:cNvPr>
            <p:cNvCxnSpPr>
              <a:cxnSpLocks/>
              <a:stCxn id="186" idx="6"/>
              <a:endCxn id="197" idx="6"/>
            </p:cNvCxnSpPr>
            <p:nvPr/>
          </p:nvCxnSpPr>
          <p:spPr>
            <a:xfrm flipH="1">
              <a:off x="7260273" y="4180863"/>
              <a:ext cx="1389009" cy="521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AF45F9B-42D1-530F-17A2-E03C8F47017C}"/>
                </a:ext>
              </a:extLst>
            </p:cNvPr>
            <p:cNvCxnSpPr>
              <a:cxnSpLocks/>
              <a:stCxn id="187" idx="6"/>
              <a:endCxn id="197" idx="6"/>
            </p:cNvCxnSpPr>
            <p:nvPr/>
          </p:nvCxnSpPr>
          <p:spPr>
            <a:xfrm flipH="1">
              <a:off x="7260273" y="3885391"/>
              <a:ext cx="1389009" cy="34759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EFC62B-25B6-12DD-7911-DAA1018AE98A}"/>
                </a:ext>
              </a:extLst>
            </p:cNvPr>
            <p:cNvCxnSpPr>
              <a:cxnSpLocks/>
              <a:stCxn id="188" idx="6"/>
              <a:endCxn id="197" idx="6"/>
            </p:cNvCxnSpPr>
            <p:nvPr/>
          </p:nvCxnSpPr>
          <p:spPr>
            <a:xfrm flipH="1">
              <a:off x="7260273" y="3589920"/>
              <a:ext cx="1396879" cy="64306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DB71BC2-F447-0ABB-B4A1-5AB5D71908C0}"/>
                </a:ext>
              </a:extLst>
            </p:cNvPr>
            <p:cNvCxnSpPr>
              <a:cxnSpLocks/>
              <a:stCxn id="189" idx="6"/>
              <a:endCxn id="197" idx="6"/>
            </p:cNvCxnSpPr>
            <p:nvPr/>
          </p:nvCxnSpPr>
          <p:spPr>
            <a:xfrm flipH="1">
              <a:off x="7260273" y="3294449"/>
              <a:ext cx="1396880" cy="93853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3D78054-04F8-176F-81E4-A9128DE899F1}"/>
                </a:ext>
              </a:extLst>
            </p:cNvPr>
            <p:cNvCxnSpPr>
              <a:cxnSpLocks/>
              <a:stCxn id="190" idx="6"/>
              <a:endCxn id="197" idx="6"/>
            </p:cNvCxnSpPr>
            <p:nvPr/>
          </p:nvCxnSpPr>
          <p:spPr>
            <a:xfrm flipH="1">
              <a:off x="7260273" y="2998977"/>
              <a:ext cx="1396880" cy="123400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9ACAC8D-ACE3-A86F-BBB3-2B529509E091}"/>
                </a:ext>
              </a:extLst>
            </p:cNvPr>
            <p:cNvCxnSpPr>
              <a:cxnSpLocks/>
              <a:stCxn id="191" idx="6"/>
              <a:endCxn id="197" idx="6"/>
            </p:cNvCxnSpPr>
            <p:nvPr/>
          </p:nvCxnSpPr>
          <p:spPr>
            <a:xfrm flipH="1">
              <a:off x="7260273" y="2703506"/>
              <a:ext cx="1396880" cy="152947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DE423EC-EAA0-9F28-EBC7-4FB9694CF184}"/>
                </a:ext>
              </a:extLst>
            </p:cNvPr>
            <p:cNvCxnSpPr>
              <a:cxnSpLocks/>
              <a:stCxn id="192" idx="6"/>
              <a:endCxn id="197" idx="6"/>
            </p:cNvCxnSpPr>
            <p:nvPr/>
          </p:nvCxnSpPr>
          <p:spPr>
            <a:xfrm flipH="1">
              <a:off x="7260273" y="2408035"/>
              <a:ext cx="1396880" cy="182495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DCD4D63-2940-FD21-923F-A85CD29374FE}"/>
                </a:ext>
              </a:extLst>
            </p:cNvPr>
            <p:cNvCxnSpPr>
              <a:cxnSpLocks/>
              <a:stCxn id="193" idx="6"/>
              <a:endCxn id="197" idx="6"/>
            </p:cNvCxnSpPr>
            <p:nvPr/>
          </p:nvCxnSpPr>
          <p:spPr>
            <a:xfrm flipH="1">
              <a:off x="7260273" y="2112563"/>
              <a:ext cx="1396880" cy="212042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5539DBC-6388-3518-DBC7-49E986E46013}"/>
                </a:ext>
              </a:extLst>
            </p:cNvPr>
            <p:cNvCxnSpPr>
              <a:cxnSpLocks/>
              <a:stCxn id="194" idx="6"/>
              <a:endCxn id="197" idx="6"/>
            </p:cNvCxnSpPr>
            <p:nvPr/>
          </p:nvCxnSpPr>
          <p:spPr>
            <a:xfrm flipH="1">
              <a:off x="7260273" y="1817092"/>
              <a:ext cx="1404749" cy="241589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519F402-085E-BAC5-9E52-0067E5D5D588}"/>
                </a:ext>
              </a:extLst>
            </p:cNvPr>
            <p:cNvCxnSpPr>
              <a:cxnSpLocks/>
              <a:stCxn id="195" idx="6"/>
              <a:endCxn id="197" idx="6"/>
            </p:cNvCxnSpPr>
            <p:nvPr/>
          </p:nvCxnSpPr>
          <p:spPr>
            <a:xfrm flipH="1">
              <a:off x="7260273" y="1521623"/>
              <a:ext cx="1404750" cy="271136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CE235CF-DEC3-EFDC-B6F4-4459104BACDF}"/>
                </a:ext>
              </a:extLst>
            </p:cNvPr>
            <p:cNvCxnSpPr>
              <a:cxnSpLocks/>
              <a:stCxn id="184" idx="6"/>
              <a:endCxn id="198" idx="6"/>
            </p:cNvCxnSpPr>
            <p:nvPr/>
          </p:nvCxnSpPr>
          <p:spPr>
            <a:xfrm flipH="1" flipV="1">
              <a:off x="7260273" y="3819015"/>
              <a:ext cx="1389009" cy="95278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1815F69-FAFF-B573-3810-F98724616FDD}"/>
                </a:ext>
              </a:extLst>
            </p:cNvPr>
            <p:cNvCxnSpPr>
              <a:cxnSpLocks/>
              <a:stCxn id="185" idx="6"/>
              <a:endCxn id="198" idx="6"/>
            </p:cNvCxnSpPr>
            <p:nvPr/>
          </p:nvCxnSpPr>
          <p:spPr>
            <a:xfrm flipH="1" flipV="1">
              <a:off x="7260273" y="3819015"/>
              <a:ext cx="1389009" cy="65731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6B4E3C7-8FC0-8EDE-FD18-EE11C4F6BAB3}"/>
                </a:ext>
              </a:extLst>
            </p:cNvPr>
            <p:cNvCxnSpPr>
              <a:cxnSpLocks/>
              <a:stCxn id="186" idx="6"/>
              <a:endCxn id="198" idx="6"/>
            </p:cNvCxnSpPr>
            <p:nvPr/>
          </p:nvCxnSpPr>
          <p:spPr>
            <a:xfrm flipH="1" flipV="1">
              <a:off x="7260273" y="3819015"/>
              <a:ext cx="1389009" cy="36184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BC436D5-BBE3-7753-55ED-5275AB05AAE9}"/>
                </a:ext>
              </a:extLst>
            </p:cNvPr>
            <p:cNvCxnSpPr>
              <a:cxnSpLocks/>
              <a:stCxn id="187" idx="6"/>
              <a:endCxn id="198" idx="6"/>
            </p:cNvCxnSpPr>
            <p:nvPr/>
          </p:nvCxnSpPr>
          <p:spPr>
            <a:xfrm flipH="1" flipV="1">
              <a:off x="7260273" y="3819015"/>
              <a:ext cx="1389009" cy="6637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E13BF8E-C9C5-72FB-EA34-1FDEDD25671F}"/>
                </a:ext>
              </a:extLst>
            </p:cNvPr>
            <p:cNvCxnSpPr>
              <a:cxnSpLocks/>
              <a:stCxn id="188" idx="6"/>
              <a:endCxn id="198" idx="6"/>
            </p:cNvCxnSpPr>
            <p:nvPr/>
          </p:nvCxnSpPr>
          <p:spPr>
            <a:xfrm flipH="1">
              <a:off x="7260273" y="3589920"/>
              <a:ext cx="1396879" cy="22909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E8B3D92-5CD6-2396-E8A6-ADD7AC699506}"/>
                </a:ext>
              </a:extLst>
            </p:cNvPr>
            <p:cNvCxnSpPr>
              <a:cxnSpLocks/>
              <a:stCxn id="189" idx="6"/>
              <a:endCxn id="198" idx="6"/>
            </p:cNvCxnSpPr>
            <p:nvPr/>
          </p:nvCxnSpPr>
          <p:spPr>
            <a:xfrm flipH="1">
              <a:off x="7260273" y="3294449"/>
              <a:ext cx="1396880" cy="52456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924B40-DC66-D263-49A9-B3C200592D6C}"/>
                </a:ext>
              </a:extLst>
            </p:cNvPr>
            <p:cNvCxnSpPr>
              <a:cxnSpLocks/>
              <a:stCxn id="190" idx="6"/>
              <a:endCxn id="198" idx="6"/>
            </p:cNvCxnSpPr>
            <p:nvPr/>
          </p:nvCxnSpPr>
          <p:spPr>
            <a:xfrm flipH="1">
              <a:off x="7260273" y="2998977"/>
              <a:ext cx="1396880" cy="82003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9EDDBF8-763C-7AB0-2108-23B788A5A93A}"/>
                </a:ext>
              </a:extLst>
            </p:cNvPr>
            <p:cNvCxnSpPr>
              <a:cxnSpLocks/>
              <a:stCxn id="191" idx="6"/>
              <a:endCxn id="198" idx="6"/>
            </p:cNvCxnSpPr>
            <p:nvPr/>
          </p:nvCxnSpPr>
          <p:spPr>
            <a:xfrm flipH="1">
              <a:off x="7260273" y="2703506"/>
              <a:ext cx="1396880" cy="111550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153DCE1-6C98-AC39-3BD9-F3B3BAF16C77}"/>
                </a:ext>
              </a:extLst>
            </p:cNvPr>
            <p:cNvCxnSpPr>
              <a:cxnSpLocks/>
              <a:stCxn id="192" idx="6"/>
              <a:endCxn id="198" idx="6"/>
            </p:cNvCxnSpPr>
            <p:nvPr/>
          </p:nvCxnSpPr>
          <p:spPr>
            <a:xfrm flipH="1">
              <a:off x="7260273" y="2408035"/>
              <a:ext cx="1396880" cy="141098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2A768F7-B3CC-6B00-96BD-1D6EDD834282}"/>
                </a:ext>
              </a:extLst>
            </p:cNvPr>
            <p:cNvCxnSpPr>
              <a:cxnSpLocks/>
              <a:stCxn id="193" idx="6"/>
              <a:endCxn id="198" idx="6"/>
            </p:cNvCxnSpPr>
            <p:nvPr/>
          </p:nvCxnSpPr>
          <p:spPr>
            <a:xfrm flipH="1">
              <a:off x="7260273" y="2112563"/>
              <a:ext cx="1396880" cy="170645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9BACA01-83EA-0C70-F2EE-C67F39413ADB}"/>
                </a:ext>
              </a:extLst>
            </p:cNvPr>
            <p:cNvCxnSpPr>
              <a:cxnSpLocks/>
              <a:stCxn id="194" idx="6"/>
              <a:endCxn id="198" idx="6"/>
            </p:cNvCxnSpPr>
            <p:nvPr/>
          </p:nvCxnSpPr>
          <p:spPr>
            <a:xfrm flipH="1">
              <a:off x="7260273" y="1817092"/>
              <a:ext cx="1404749" cy="20019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B3E06A7-AF04-1528-B677-BE15E1D45057}"/>
                </a:ext>
              </a:extLst>
            </p:cNvPr>
            <p:cNvCxnSpPr>
              <a:cxnSpLocks/>
              <a:stCxn id="195" idx="6"/>
              <a:endCxn id="198" idx="6"/>
            </p:cNvCxnSpPr>
            <p:nvPr/>
          </p:nvCxnSpPr>
          <p:spPr>
            <a:xfrm flipH="1">
              <a:off x="7260273" y="1521623"/>
              <a:ext cx="1404750" cy="229739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CAF24F9-7037-9948-6D52-1C949CC1406F}"/>
                </a:ext>
              </a:extLst>
            </p:cNvPr>
            <p:cNvCxnSpPr>
              <a:cxnSpLocks/>
              <a:stCxn id="184" idx="6"/>
              <a:endCxn id="199" idx="6"/>
            </p:cNvCxnSpPr>
            <p:nvPr/>
          </p:nvCxnSpPr>
          <p:spPr>
            <a:xfrm flipH="1" flipV="1">
              <a:off x="7260273" y="3405045"/>
              <a:ext cx="1389009" cy="136676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852ECC3-80A4-E5F3-8566-072DCF5463A2}"/>
                </a:ext>
              </a:extLst>
            </p:cNvPr>
            <p:cNvCxnSpPr>
              <a:cxnSpLocks/>
              <a:stCxn id="185" idx="6"/>
              <a:endCxn id="199" idx="6"/>
            </p:cNvCxnSpPr>
            <p:nvPr/>
          </p:nvCxnSpPr>
          <p:spPr>
            <a:xfrm flipH="1" flipV="1">
              <a:off x="7260273" y="3405045"/>
              <a:ext cx="1389009" cy="107128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0A8FD0F-814C-0BBE-42C7-8C04C3C7A97A}"/>
                </a:ext>
              </a:extLst>
            </p:cNvPr>
            <p:cNvCxnSpPr>
              <a:cxnSpLocks/>
              <a:stCxn id="186" idx="6"/>
              <a:endCxn id="199" idx="6"/>
            </p:cNvCxnSpPr>
            <p:nvPr/>
          </p:nvCxnSpPr>
          <p:spPr>
            <a:xfrm flipH="1" flipV="1">
              <a:off x="7260273" y="3405045"/>
              <a:ext cx="1389009" cy="77581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5244283-1372-8E87-90D8-72CF621E92C0}"/>
                </a:ext>
              </a:extLst>
            </p:cNvPr>
            <p:cNvCxnSpPr>
              <a:cxnSpLocks/>
              <a:stCxn id="187" idx="6"/>
              <a:endCxn id="199" idx="6"/>
            </p:cNvCxnSpPr>
            <p:nvPr/>
          </p:nvCxnSpPr>
          <p:spPr>
            <a:xfrm flipH="1" flipV="1">
              <a:off x="7260273" y="3405045"/>
              <a:ext cx="1389009" cy="48034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EC83EDF-286F-764F-88D9-9475818D4A1F}"/>
                </a:ext>
              </a:extLst>
            </p:cNvPr>
            <p:cNvCxnSpPr>
              <a:cxnSpLocks/>
              <a:stCxn id="188" idx="6"/>
              <a:endCxn id="199" idx="6"/>
            </p:cNvCxnSpPr>
            <p:nvPr/>
          </p:nvCxnSpPr>
          <p:spPr>
            <a:xfrm flipH="1" flipV="1">
              <a:off x="7260273" y="3405045"/>
              <a:ext cx="1396879" cy="18487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321659B-8971-4338-1197-9BFB5AB55928}"/>
                </a:ext>
              </a:extLst>
            </p:cNvPr>
            <p:cNvCxnSpPr>
              <a:cxnSpLocks/>
              <a:stCxn id="189" idx="6"/>
              <a:endCxn id="199" idx="6"/>
            </p:cNvCxnSpPr>
            <p:nvPr/>
          </p:nvCxnSpPr>
          <p:spPr>
            <a:xfrm flipH="1">
              <a:off x="7260273" y="3294449"/>
              <a:ext cx="1396880" cy="11059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DED0803-D54E-9BDF-375F-AA4AB950D514}"/>
                </a:ext>
              </a:extLst>
            </p:cNvPr>
            <p:cNvCxnSpPr>
              <a:cxnSpLocks/>
              <a:stCxn id="190" idx="6"/>
              <a:endCxn id="199" idx="6"/>
            </p:cNvCxnSpPr>
            <p:nvPr/>
          </p:nvCxnSpPr>
          <p:spPr>
            <a:xfrm flipH="1">
              <a:off x="7260273" y="2998977"/>
              <a:ext cx="1396880" cy="40606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0B3E0C7-A13E-A068-59F4-7637622A87F8}"/>
                </a:ext>
              </a:extLst>
            </p:cNvPr>
            <p:cNvCxnSpPr>
              <a:cxnSpLocks/>
              <a:stCxn id="191" idx="6"/>
              <a:endCxn id="199" idx="6"/>
            </p:cNvCxnSpPr>
            <p:nvPr/>
          </p:nvCxnSpPr>
          <p:spPr>
            <a:xfrm flipH="1">
              <a:off x="7260273" y="2703506"/>
              <a:ext cx="1396880" cy="70153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AD7584-E1F8-F3FD-2CD9-456BD8F9668E}"/>
                </a:ext>
              </a:extLst>
            </p:cNvPr>
            <p:cNvCxnSpPr>
              <a:cxnSpLocks/>
              <a:stCxn id="192" idx="6"/>
              <a:endCxn id="199" idx="6"/>
            </p:cNvCxnSpPr>
            <p:nvPr/>
          </p:nvCxnSpPr>
          <p:spPr>
            <a:xfrm flipH="1">
              <a:off x="7260273" y="2408035"/>
              <a:ext cx="1396880" cy="99701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8EF6B51-E008-3C08-E0E8-8EA397D1D8B8}"/>
                </a:ext>
              </a:extLst>
            </p:cNvPr>
            <p:cNvCxnSpPr>
              <a:cxnSpLocks/>
              <a:stCxn id="193" idx="6"/>
              <a:endCxn id="199" idx="6"/>
            </p:cNvCxnSpPr>
            <p:nvPr/>
          </p:nvCxnSpPr>
          <p:spPr>
            <a:xfrm flipH="1">
              <a:off x="7260273" y="2112563"/>
              <a:ext cx="1396880" cy="129248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63E45E0-D2B0-61A9-D2B4-D079BA35232D}"/>
                </a:ext>
              </a:extLst>
            </p:cNvPr>
            <p:cNvCxnSpPr>
              <a:cxnSpLocks/>
              <a:stCxn id="194" idx="6"/>
              <a:endCxn id="199" idx="6"/>
            </p:cNvCxnSpPr>
            <p:nvPr/>
          </p:nvCxnSpPr>
          <p:spPr>
            <a:xfrm flipH="1">
              <a:off x="7260273" y="1817092"/>
              <a:ext cx="1404749" cy="158795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93BE868-CE46-7017-90E4-7EC1A2842F7A}"/>
                </a:ext>
              </a:extLst>
            </p:cNvPr>
            <p:cNvCxnSpPr>
              <a:cxnSpLocks/>
              <a:stCxn id="195" idx="6"/>
              <a:endCxn id="199" idx="6"/>
            </p:cNvCxnSpPr>
            <p:nvPr/>
          </p:nvCxnSpPr>
          <p:spPr>
            <a:xfrm flipH="1">
              <a:off x="7260273" y="1521623"/>
              <a:ext cx="1404750" cy="188342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3B8E772-0160-7805-9431-2572BB37931E}"/>
                </a:ext>
              </a:extLst>
            </p:cNvPr>
            <p:cNvCxnSpPr>
              <a:cxnSpLocks/>
              <a:stCxn id="184" idx="6"/>
              <a:endCxn id="200" idx="6"/>
            </p:cNvCxnSpPr>
            <p:nvPr/>
          </p:nvCxnSpPr>
          <p:spPr>
            <a:xfrm flipH="1" flipV="1">
              <a:off x="7260273" y="2991076"/>
              <a:ext cx="1389009" cy="178072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EE26BDD-041C-2EBE-1F24-D212CC5746BD}"/>
                </a:ext>
              </a:extLst>
            </p:cNvPr>
            <p:cNvCxnSpPr>
              <a:cxnSpLocks/>
              <a:stCxn id="185" idx="6"/>
              <a:endCxn id="200" idx="6"/>
            </p:cNvCxnSpPr>
            <p:nvPr/>
          </p:nvCxnSpPr>
          <p:spPr>
            <a:xfrm flipH="1" flipV="1">
              <a:off x="7260273" y="2991076"/>
              <a:ext cx="1389009" cy="148525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01EF3D9-4129-F029-8336-4FC59FFDB457}"/>
                </a:ext>
              </a:extLst>
            </p:cNvPr>
            <p:cNvCxnSpPr>
              <a:cxnSpLocks/>
              <a:stCxn id="186" idx="6"/>
              <a:endCxn id="200" idx="6"/>
            </p:cNvCxnSpPr>
            <p:nvPr/>
          </p:nvCxnSpPr>
          <p:spPr>
            <a:xfrm flipH="1" flipV="1">
              <a:off x="7260273" y="2991076"/>
              <a:ext cx="1389009" cy="118978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35B248D-98D0-38C7-2C13-839FB63F29D4}"/>
                </a:ext>
              </a:extLst>
            </p:cNvPr>
            <p:cNvCxnSpPr>
              <a:cxnSpLocks/>
              <a:stCxn id="187" idx="6"/>
              <a:endCxn id="200" idx="6"/>
            </p:cNvCxnSpPr>
            <p:nvPr/>
          </p:nvCxnSpPr>
          <p:spPr>
            <a:xfrm flipH="1" flipV="1">
              <a:off x="7260273" y="2991076"/>
              <a:ext cx="1389009" cy="89431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72ED65E-3DD7-29F1-1BE6-F6812C7A401C}"/>
                </a:ext>
              </a:extLst>
            </p:cNvPr>
            <p:cNvCxnSpPr>
              <a:cxnSpLocks/>
              <a:stCxn id="188" idx="6"/>
              <a:endCxn id="200" idx="6"/>
            </p:cNvCxnSpPr>
            <p:nvPr/>
          </p:nvCxnSpPr>
          <p:spPr>
            <a:xfrm flipH="1" flipV="1">
              <a:off x="7260273" y="2991076"/>
              <a:ext cx="1396879" cy="59884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841B03D-AC15-B207-763D-0869C28A1D7D}"/>
                </a:ext>
              </a:extLst>
            </p:cNvPr>
            <p:cNvCxnSpPr>
              <a:cxnSpLocks/>
              <a:stCxn id="189" idx="6"/>
              <a:endCxn id="200" idx="6"/>
            </p:cNvCxnSpPr>
            <p:nvPr/>
          </p:nvCxnSpPr>
          <p:spPr>
            <a:xfrm flipH="1" flipV="1">
              <a:off x="7260273" y="2991076"/>
              <a:ext cx="1396880" cy="30337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E562948-1F08-AD7E-CA09-31E3A12116F2}"/>
                </a:ext>
              </a:extLst>
            </p:cNvPr>
            <p:cNvCxnSpPr>
              <a:cxnSpLocks/>
              <a:stCxn id="190" idx="6"/>
              <a:endCxn id="200" idx="6"/>
            </p:cNvCxnSpPr>
            <p:nvPr/>
          </p:nvCxnSpPr>
          <p:spPr>
            <a:xfrm flipH="1" flipV="1">
              <a:off x="7260273" y="2991076"/>
              <a:ext cx="1396880" cy="790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31FB883-99BF-5683-5A1C-F459E395E672}"/>
                </a:ext>
              </a:extLst>
            </p:cNvPr>
            <p:cNvCxnSpPr>
              <a:cxnSpLocks/>
              <a:stCxn id="191" idx="6"/>
              <a:endCxn id="200" idx="6"/>
            </p:cNvCxnSpPr>
            <p:nvPr/>
          </p:nvCxnSpPr>
          <p:spPr>
            <a:xfrm flipH="1">
              <a:off x="7260273" y="2703506"/>
              <a:ext cx="1396880" cy="28757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D25C6AB-BB4E-2D45-D069-6EC36CA241DC}"/>
                </a:ext>
              </a:extLst>
            </p:cNvPr>
            <p:cNvCxnSpPr>
              <a:cxnSpLocks/>
              <a:stCxn id="192" idx="6"/>
              <a:endCxn id="200" idx="6"/>
            </p:cNvCxnSpPr>
            <p:nvPr/>
          </p:nvCxnSpPr>
          <p:spPr>
            <a:xfrm flipH="1">
              <a:off x="7260273" y="2408035"/>
              <a:ext cx="1396880" cy="58304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E5B70DB-D7E6-6BC9-70F7-18590FA90355}"/>
                </a:ext>
              </a:extLst>
            </p:cNvPr>
            <p:cNvCxnSpPr>
              <a:cxnSpLocks/>
              <a:stCxn id="193" idx="6"/>
              <a:endCxn id="200" idx="6"/>
            </p:cNvCxnSpPr>
            <p:nvPr/>
          </p:nvCxnSpPr>
          <p:spPr>
            <a:xfrm flipH="1">
              <a:off x="7260273" y="2112563"/>
              <a:ext cx="1396880" cy="878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204D33A-C431-72EA-EE74-FBEC171889C2}"/>
                </a:ext>
              </a:extLst>
            </p:cNvPr>
            <p:cNvCxnSpPr>
              <a:cxnSpLocks/>
              <a:stCxn id="193" idx="6"/>
              <a:endCxn id="200" idx="6"/>
            </p:cNvCxnSpPr>
            <p:nvPr/>
          </p:nvCxnSpPr>
          <p:spPr>
            <a:xfrm flipH="1">
              <a:off x="7260273" y="2112563"/>
              <a:ext cx="1396880" cy="878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5724D37-C3BA-39F7-2F6D-D870671CF5A0}"/>
                </a:ext>
              </a:extLst>
            </p:cNvPr>
            <p:cNvCxnSpPr>
              <a:cxnSpLocks/>
              <a:stCxn id="194" idx="6"/>
              <a:endCxn id="200" idx="6"/>
            </p:cNvCxnSpPr>
            <p:nvPr/>
          </p:nvCxnSpPr>
          <p:spPr>
            <a:xfrm flipH="1">
              <a:off x="7260273" y="1817092"/>
              <a:ext cx="1404749" cy="117398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8508156-BD96-16C0-3F63-D6D6B369E7D1}"/>
                </a:ext>
              </a:extLst>
            </p:cNvPr>
            <p:cNvCxnSpPr>
              <a:cxnSpLocks/>
              <a:stCxn id="195" idx="6"/>
              <a:endCxn id="200" idx="6"/>
            </p:cNvCxnSpPr>
            <p:nvPr/>
          </p:nvCxnSpPr>
          <p:spPr>
            <a:xfrm flipH="1">
              <a:off x="7260273" y="1521623"/>
              <a:ext cx="1404750" cy="146945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7444929-2EC5-3CB0-1FFC-DFFE043CEA72}"/>
                </a:ext>
              </a:extLst>
            </p:cNvPr>
            <p:cNvCxnSpPr>
              <a:cxnSpLocks/>
              <a:stCxn id="184" idx="6"/>
              <a:endCxn id="201" idx="6"/>
            </p:cNvCxnSpPr>
            <p:nvPr/>
          </p:nvCxnSpPr>
          <p:spPr>
            <a:xfrm flipH="1" flipV="1">
              <a:off x="7260273" y="2577105"/>
              <a:ext cx="1389009" cy="219469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5ABD7D8-9622-8D80-5905-CF1824EF5900}"/>
                </a:ext>
              </a:extLst>
            </p:cNvPr>
            <p:cNvCxnSpPr>
              <a:cxnSpLocks/>
              <a:stCxn id="185" idx="6"/>
              <a:endCxn id="201" idx="6"/>
            </p:cNvCxnSpPr>
            <p:nvPr/>
          </p:nvCxnSpPr>
          <p:spPr>
            <a:xfrm flipH="1" flipV="1">
              <a:off x="7260273" y="2577105"/>
              <a:ext cx="1389009" cy="189922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0C09F892-A88E-9590-9D8E-836B578D59F3}"/>
                </a:ext>
              </a:extLst>
            </p:cNvPr>
            <p:cNvCxnSpPr>
              <a:cxnSpLocks/>
              <a:endCxn id="201" idx="6"/>
            </p:cNvCxnSpPr>
            <p:nvPr/>
          </p:nvCxnSpPr>
          <p:spPr>
            <a:xfrm flipH="1" flipV="1">
              <a:off x="7260273" y="2577105"/>
              <a:ext cx="1415450" cy="159772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566172F-B282-864A-C490-331E8C3B8B85}"/>
                </a:ext>
              </a:extLst>
            </p:cNvPr>
            <p:cNvCxnSpPr>
              <a:cxnSpLocks/>
              <a:stCxn id="187" idx="6"/>
              <a:endCxn id="201" idx="6"/>
            </p:cNvCxnSpPr>
            <p:nvPr/>
          </p:nvCxnSpPr>
          <p:spPr>
            <a:xfrm flipH="1" flipV="1">
              <a:off x="7260273" y="2577105"/>
              <a:ext cx="1389009" cy="130828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B16812C-CADB-A2A0-4095-8E47AE6EAA78}"/>
                </a:ext>
              </a:extLst>
            </p:cNvPr>
            <p:cNvCxnSpPr>
              <a:cxnSpLocks/>
              <a:stCxn id="188" idx="6"/>
              <a:endCxn id="201" idx="6"/>
            </p:cNvCxnSpPr>
            <p:nvPr/>
          </p:nvCxnSpPr>
          <p:spPr>
            <a:xfrm flipH="1" flipV="1">
              <a:off x="7260273" y="2577105"/>
              <a:ext cx="1396879" cy="101281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D152AC8-E6B7-35F1-F8A6-60EC47EBC7B8}"/>
                </a:ext>
              </a:extLst>
            </p:cNvPr>
            <p:cNvCxnSpPr>
              <a:cxnSpLocks/>
              <a:stCxn id="189" idx="6"/>
              <a:endCxn id="201" idx="6"/>
            </p:cNvCxnSpPr>
            <p:nvPr/>
          </p:nvCxnSpPr>
          <p:spPr>
            <a:xfrm flipH="1" flipV="1">
              <a:off x="7260273" y="2577105"/>
              <a:ext cx="1396880" cy="71734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3DCD89B-918E-2D31-2371-7D528112F84A}"/>
                </a:ext>
              </a:extLst>
            </p:cNvPr>
            <p:cNvCxnSpPr>
              <a:cxnSpLocks/>
              <a:stCxn id="190" idx="6"/>
              <a:endCxn id="201" idx="6"/>
            </p:cNvCxnSpPr>
            <p:nvPr/>
          </p:nvCxnSpPr>
          <p:spPr>
            <a:xfrm flipH="1" flipV="1">
              <a:off x="7260273" y="2577105"/>
              <a:ext cx="1396880" cy="42187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4CF5F3D-4F58-BDC3-2479-4EF4BD69C5B7}"/>
                </a:ext>
              </a:extLst>
            </p:cNvPr>
            <p:cNvCxnSpPr>
              <a:cxnSpLocks/>
              <a:stCxn id="191" idx="6"/>
              <a:endCxn id="201" idx="6"/>
            </p:cNvCxnSpPr>
            <p:nvPr/>
          </p:nvCxnSpPr>
          <p:spPr>
            <a:xfrm flipH="1" flipV="1">
              <a:off x="7260273" y="2577105"/>
              <a:ext cx="1396880" cy="12640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B453040-A3E5-76E9-3ACD-1007EC261738}"/>
                </a:ext>
              </a:extLst>
            </p:cNvPr>
            <p:cNvCxnSpPr>
              <a:cxnSpLocks/>
              <a:stCxn id="192" idx="6"/>
              <a:endCxn id="201" idx="6"/>
            </p:cNvCxnSpPr>
            <p:nvPr/>
          </p:nvCxnSpPr>
          <p:spPr>
            <a:xfrm flipH="1">
              <a:off x="7260273" y="2408035"/>
              <a:ext cx="1396880" cy="16907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01B75BED-BA1A-6F54-3505-B8B7C968E999}"/>
                </a:ext>
              </a:extLst>
            </p:cNvPr>
            <p:cNvCxnSpPr>
              <a:cxnSpLocks/>
              <a:stCxn id="193" idx="6"/>
              <a:endCxn id="201" idx="6"/>
            </p:cNvCxnSpPr>
            <p:nvPr/>
          </p:nvCxnSpPr>
          <p:spPr>
            <a:xfrm flipH="1">
              <a:off x="7260273" y="2112563"/>
              <a:ext cx="1396880" cy="46454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5F4747D-88E6-E0AF-2AC9-23449822974F}"/>
                </a:ext>
              </a:extLst>
            </p:cNvPr>
            <p:cNvCxnSpPr>
              <a:cxnSpLocks/>
              <a:stCxn id="194" idx="6"/>
              <a:endCxn id="201" idx="6"/>
            </p:cNvCxnSpPr>
            <p:nvPr/>
          </p:nvCxnSpPr>
          <p:spPr>
            <a:xfrm flipH="1">
              <a:off x="7260273" y="1817092"/>
              <a:ext cx="1404749" cy="76001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8A3122A4-F4B4-649B-7BC2-F787032D5C2D}"/>
                </a:ext>
              </a:extLst>
            </p:cNvPr>
            <p:cNvCxnSpPr>
              <a:cxnSpLocks/>
              <a:stCxn id="195" idx="6"/>
              <a:endCxn id="201" idx="6"/>
            </p:cNvCxnSpPr>
            <p:nvPr/>
          </p:nvCxnSpPr>
          <p:spPr>
            <a:xfrm flipH="1">
              <a:off x="7260273" y="1521623"/>
              <a:ext cx="1404750" cy="105548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A405D9A-5E9F-FAEB-0D4A-3CC92AFC2959}"/>
                </a:ext>
              </a:extLst>
            </p:cNvPr>
            <p:cNvCxnSpPr>
              <a:cxnSpLocks/>
              <a:stCxn id="184" idx="6"/>
              <a:endCxn id="202" idx="6"/>
            </p:cNvCxnSpPr>
            <p:nvPr/>
          </p:nvCxnSpPr>
          <p:spPr>
            <a:xfrm flipH="1" flipV="1">
              <a:off x="7260273" y="2163135"/>
              <a:ext cx="1389009" cy="2608669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B231317-77F9-95A7-E8FA-755E7A2719A6}"/>
                </a:ext>
              </a:extLst>
            </p:cNvPr>
            <p:cNvCxnSpPr>
              <a:cxnSpLocks/>
              <a:stCxn id="185" idx="6"/>
              <a:endCxn id="202" idx="6"/>
            </p:cNvCxnSpPr>
            <p:nvPr/>
          </p:nvCxnSpPr>
          <p:spPr>
            <a:xfrm flipH="1" flipV="1">
              <a:off x="7260273" y="2163135"/>
              <a:ext cx="1389009" cy="2313198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C782F75-D6AC-6780-561E-B1EEBA1DCDB4}"/>
                </a:ext>
              </a:extLst>
            </p:cNvPr>
            <p:cNvCxnSpPr>
              <a:cxnSpLocks/>
              <a:stCxn id="186" idx="6"/>
              <a:endCxn id="202" idx="6"/>
            </p:cNvCxnSpPr>
            <p:nvPr/>
          </p:nvCxnSpPr>
          <p:spPr>
            <a:xfrm flipH="1" flipV="1">
              <a:off x="7260273" y="2163135"/>
              <a:ext cx="1389009" cy="201772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812A988-0624-7C57-CC58-F67041815002}"/>
                </a:ext>
              </a:extLst>
            </p:cNvPr>
            <p:cNvCxnSpPr>
              <a:cxnSpLocks/>
              <a:stCxn id="187" idx="6"/>
              <a:endCxn id="202" idx="6"/>
            </p:cNvCxnSpPr>
            <p:nvPr/>
          </p:nvCxnSpPr>
          <p:spPr>
            <a:xfrm flipH="1" flipV="1">
              <a:off x="7260273" y="2163135"/>
              <a:ext cx="1389009" cy="1722256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21E1003-65D6-E1DA-4EE9-F09679D248FF}"/>
                </a:ext>
              </a:extLst>
            </p:cNvPr>
            <p:cNvCxnSpPr>
              <a:cxnSpLocks/>
              <a:stCxn id="188" idx="6"/>
              <a:endCxn id="202" idx="6"/>
            </p:cNvCxnSpPr>
            <p:nvPr/>
          </p:nvCxnSpPr>
          <p:spPr>
            <a:xfrm flipH="1" flipV="1">
              <a:off x="7260273" y="2163135"/>
              <a:ext cx="1396879" cy="1426785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2C13D1B-28D3-FC06-5F1F-0E58C98D2160}"/>
                </a:ext>
              </a:extLst>
            </p:cNvPr>
            <p:cNvCxnSpPr>
              <a:cxnSpLocks/>
              <a:stCxn id="189" idx="6"/>
              <a:endCxn id="202" idx="6"/>
            </p:cNvCxnSpPr>
            <p:nvPr/>
          </p:nvCxnSpPr>
          <p:spPr>
            <a:xfrm flipH="1" flipV="1">
              <a:off x="7260273" y="2163135"/>
              <a:ext cx="1396880" cy="1131314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39FB3289-212A-AE36-EA3E-5930026E4A2E}"/>
                </a:ext>
              </a:extLst>
            </p:cNvPr>
            <p:cNvCxnSpPr>
              <a:cxnSpLocks/>
              <a:stCxn id="190" idx="6"/>
              <a:endCxn id="202" idx="6"/>
            </p:cNvCxnSpPr>
            <p:nvPr/>
          </p:nvCxnSpPr>
          <p:spPr>
            <a:xfrm flipH="1" flipV="1">
              <a:off x="7260273" y="2163135"/>
              <a:ext cx="1396880" cy="83584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C877F80-18AB-B713-F4C4-45FE275681AD}"/>
                </a:ext>
              </a:extLst>
            </p:cNvPr>
            <p:cNvCxnSpPr>
              <a:cxnSpLocks/>
              <a:stCxn id="192" idx="6"/>
              <a:endCxn id="202" idx="6"/>
            </p:cNvCxnSpPr>
            <p:nvPr/>
          </p:nvCxnSpPr>
          <p:spPr>
            <a:xfrm flipH="1" flipV="1">
              <a:off x="7260273" y="2163135"/>
              <a:ext cx="1396880" cy="244900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AF794BF-6F80-89AE-8604-3195430EE684}"/>
                </a:ext>
              </a:extLst>
            </p:cNvPr>
            <p:cNvCxnSpPr>
              <a:cxnSpLocks/>
              <a:stCxn id="193" idx="6"/>
              <a:endCxn id="202" idx="6"/>
            </p:cNvCxnSpPr>
            <p:nvPr/>
          </p:nvCxnSpPr>
          <p:spPr>
            <a:xfrm flipH="1">
              <a:off x="7260273" y="2112563"/>
              <a:ext cx="1396880" cy="5057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6BC712FC-7493-4F57-8BC5-EF47C30F48D2}"/>
                </a:ext>
              </a:extLst>
            </p:cNvPr>
            <p:cNvCxnSpPr>
              <a:cxnSpLocks/>
              <a:stCxn id="194" idx="6"/>
              <a:endCxn id="202" idx="6"/>
            </p:cNvCxnSpPr>
            <p:nvPr/>
          </p:nvCxnSpPr>
          <p:spPr>
            <a:xfrm flipH="1">
              <a:off x="7260273" y="1817092"/>
              <a:ext cx="1404749" cy="34604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BA39DAF-71BE-32A4-C366-5F8607C69DC4}"/>
                </a:ext>
              </a:extLst>
            </p:cNvPr>
            <p:cNvCxnSpPr>
              <a:cxnSpLocks/>
              <a:stCxn id="195" idx="6"/>
              <a:endCxn id="202" idx="6"/>
            </p:cNvCxnSpPr>
            <p:nvPr/>
          </p:nvCxnSpPr>
          <p:spPr>
            <a:xfrm flipH="1">
              <a:off x="7260273" y="1521623"/>
              <a:ext cx="1404750" cy="641512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sp>
          <p:nvSpPr>
            <p:cNvPr id="184" name="Google Shape;219;p33">
              <a:extLst>
                <a:ext uri="{FF2B5EF4-FFF2-40B4-BE49-F238E27FC236}">
                  <a16:creationId xmlns:a16="http://schemas.microsoft.com/office/drawing/2014/main" id="{8C2BDBC8-7D89-EACD-CFDE-EBD75E6ABEF5}"/>
                </a:ext>
              </a:extLst>
            </p:cNvPr>
            <p:cNvSpPr/>
            <p:nvPr/>
          </p:nvSpPr>
          <p:spPr>
            <a:xfrm flipH="1">
              <a:off x="8649282" y="4656934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219;p33">
              <a:extLst>
                <a:ext uri="{FF2B5EF4-FFF2-40B4-BE49-F238E27FC236}">
                  <a16:creationId xmlns:a16="http://schemas.microsoft.com/office/drawing/2014/main" id="{BEF4A275-24FA-BF7F-F6AC-7F1B9FB31F83}"/>
                </a:ext>
              </a:extLst>
            </p:cNvPr>
            <p:cNvSpPr/>
            <p:nvPr/>
          </p:nvSpPr>
          <p:spPr>
            <a:xfrm flipH="1">
              <a:off x="8649282" y="4361464"/>
              <a:ext cx="265419" cy="229738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219;p33">
              <a:extLst>
                <a:ext uri="{FF2B5EF4-FFF2-40B4-BE49-F238E27FC236}">
                  <a16:creationId xmlns:a16="http://schemas.microsoft.com/office/drawing/2014/main" id="{C026E043-413A-DB8F-6857-D9A46AA7EA0A}"/>
                </a:ext>
              </a:extLst>
            </p:cNvPr>
            <p:cNvSpPr/>
            <p:nvPr/>
          </p:nvSpPr>
          <p:spPr>
            <a:xfrm flipH="1">
              <a:off x="8649282" y="4065992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219;p33">
              <a:extLst>
                <a:ext uri="{FF2B5EF4-FFF2-40B4-BE49-F238E27FC236}">
                  <a16:creationId xmlns:a16="http://schemas.microsoft.com/office/drawing/2014/main" id="{F4DCD5C3-B293-0A8F-F6DB-7A97145F0432}"/>
                </a:ext>
              </a:extLst>
            </p:cNvPr>
            <p:cNvSpPr/>
            <p:nvPr/>
          </p:nvSpPr>
          <p:spPr>
            <a:xfrm flipH="1">
              <a:off x="8649282" y="3770521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219;p33">
              <a:extLst>
                <a:ext uri="{FF2B5EF4-FFF2-40B4-BE49-F238E27FC236}">
                  <a16:creationId xmlns:a16="http://schemas.microsoft.com/office/drawing/2014/main" id="{83A0DDA5-DFB6-EC82-D0DA-9C8876B1E455}"/>
                </a:ext>
              </a:extLst>
            </p:cNvPr>
            <p:cNvSpPr/>
            <p:nvPr/>
          </p:nvSpPr>
          <p:spPr>
            <a:xfrm flipH="1">
              <a:off x="8657152" y="3475050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219;p33">
              <a:extLst>
                <a:ext uri="{FF2B5EF4-FFF2-40B4-BE49-F238E27FC236}">
                  <a16:creationId xmlns:a16="http://schemas.microsoft.com/office/drawing/2014/main" id="{F3435A06-7A61-DBAD-29FF-23A0846A46C8}"/>
                </a:ext>
              </a:extLst>
            </p:cNvPr>
            <p:cNvSpPr/>
            <p:nvPr/>
          </p:nvSpPr>
          <p:spPr>
            <a:xfrm flipH="1">
              <a:off x="8657153" y="3179579"/>
              <a:ext cx="265420" cy="229739"/>
            </a:xfrm>
            <a:prstGeom prst="ellipse">
              <a:avLst/>
            </a:prstGeom>
            <a:solidFill>
              <a:srgbClr val="E7FFBE"/>
            </a:solidFill>
            <a:ln w="9525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219;p33">
              <a:extLst>
                <a:ext uri="{FF2B5EF4-FFF2-40B4-BE49-F238E27FC236}">
                  <a16:creationId xmlns:a16="http://schemas.microsoft.com/office/drawing/2014/main" id="{537E0D77-CFFF-A89B-D27C-5ABF8E5067C3}"/>
                </a:ext>
              </a:extLst>
            </p:cNvPr>
            <p:cNvSpPr/>
            <p:nvPr/>
          </p:nvSpPr>
          <p:spPr>
            <a:xfrm flipH="1">
              <a:off x="8657153" y="2884107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219;p33">
              <a:extLst>
                <a:ext uri="{FF2B5EF4-FFF2-40B4-BE49-F238E27FC236}">
                  <a16:creationId xmlns:a16="http://schemas.microsoft.com/office/drawing/2014/main" id="{C470802F-0088-44A4-2869-6C0B1A04AE72}"/>
                </a:ext>
              </a:extLst>
            </p:cNvPr>
            <p:cNvSpPr/>
            <p:nvPr/>
          </p:nvSpPr>
          <p:spPr>
            <a:xfrm flipH="1">
              <a:off x="8657153" y="2588637"/>
              <a:ext cx="265419" cy="229738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FFFFFF">
                  <a:lumMod val="50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219;p33">
              <a:extLst>
                <a:ext uri="{FF2B5EF4-FFF2-40B4-BE49-F238E27FC236}">
                  <a16:creationId xmlns:a16="http://schemas.microsoft.com/office/drawing/2014/main" id="{398BD48E-2C98-96BA-5009-44E12E3E880C}"/>
                </a:ext>
              </a:extLst>
            </p:cNvPr>
            <p:cNvSpPr/>
            <p:nvPr/>
          </p:nvSpPr>
          <p:spPr>
            <a:xfrm flipH="1">
              <a:off x="8657153" y="229316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219;p33">
              <a:extLst>
                <a:ext uri="{FF2B5EF4-FFF2-40B4-BE49-F238E27FC236}">
                  <a16:creationId xmlns:a16="http://schemas.microsoft.com/office/drawing/2014/main" id="{09476922-E97D-862C-DB36-8270B4F9FF31}"/>
                </a:ext>
              </a:extLst>
            </p:cNvPr>
            <p:cNvSpPr/>
            <p:nvPr/>
          </p:nvSpPr>
          <p:spPr>
            <a:xfrm flipH="1">
              <a:off x="8657153" y="1997693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219;p33">
              <a:extLst>
                <a:ext uri="{FF2B5EF4-FFF2-40B4-BE49-F238E27FC236}">
                  <a16:creationId xmlns:a16="http://schemas.microsoft.com/office/drawing/2014/main" id="{E4AB5226-A61B-9EA1-9A51-0BF407CE4748}"/>
                </a:ext>
              </a:extLst>
            </p:cNvPr>
            <p:cNvSpPr/>
            <p:nvPr/>
          </p:nvSpPr>
          <p:spPr>
            <a:xfrm flipH="1">
              <a:off x="8665022" y="1702222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219;p33">
              <a:extLst>
                <a:ext uri="{FF2B5EF4-FFF2-40B4-BE49-F238E27FC236}">
                  <a16:creationId xmlns:a16="http://schemas.microsoft.com/office/drawing/2014/main" id="{5EC9B45B-F7C5-CD04-4F55-F1B54627F412}"/>
                </a:ext>
              </a:extLst>
            </p:cNvPr>
            <p:cNvSpPr/>
            <p:nvPr/>
          </p:nvSpPr>
          <p:spPr>
            <a:xfrm flipH="1">
              <a:off x="8665022" y="1406753"/>
              <a:ext cx="265420" cy="229739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5E1AFCEA-8CCC-8C7A-D6F5-123B835FE31C}"/>
                </a:ext>
              </a:extLst>
            </p:cNvPr>
            <p:cNvCxnSpPr>
              <a:cxnSpLocks/>
              <a:stCxn id="191" idx="6"/>
              <a:endCxn id="202" idx="6"/>
            </p:cNvCxnSpPr>
            <p:nvPr/>
          </p:nvCxnSpPr>
          <p:spPr>
            <a:xfrm flipH="1" flipV="1">
              <a:off x="7260273" y="2163135"/>
              <a:ext cx="1396880" cy="540371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sp>
          <p:nvSpPr>
            <p:cNvPr id="197" name="Google Shape;219;p33">
              <a:extLst>
                <a:ext uri="{FF2B5EF4-FFF2-40B4-BE49-F238E27FC236}">
                  <a16:creationId xmlns:a16="http://schemas.microsoft.com/office/drawing/2014/main" id="{BC2CCB51-6E6A-ACC8-067E-885004A7D375}"/>
                </a:ext>
              </a:extLst>
            </p:cNvPr>
            <p:cNvSpPr/>
            <p:nvPr/>
          </p:nvSpPr>
          <p:spPr>
            <a:xfrm>
              <a:off x="6994852" y="411811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219;p33">
              <a:extLst>
                <a:ext uri="{FF2B5EF4-FFF2-40B4-BE49-F238E27FC236}">
                  <a16:creationId xmlns:a16="http://schemas.microsoft.com/office/drawing/2014/main" id="{B6798917-B5DF-5E68-F14C-ABEE007477F4}"/>
                </a:ext>
              </a:extLst>
            </p:cNvPr>
            <p:cNvSpPr/>
            <p:nvPr/>
          </p:nvSpPr>
          <p:spPr>
            <a:xfrm>
              <a:off x="6994852" y="370414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219;p33">
              <a:extLst>
                <a:ext uri="{FF2B5EF4-FFF2-40B4-BE49-F238E27FC236}">
                  <a16:creationId xmlns:a16="http://schemas.microsoft.com/office/drawing/2014/main" id="{1C776CFD-B64A-ABE5-9322-EDF8C81E2B62}"/>
                </a:ext>
              </a:extLst>
            </p:cNvPr>
            <p:cNvSpPr/>
            <p:nvPr/>
          </p:nvSpPr>
          <p:spPr>
            <a:xfrm>
              <a:off x="6994852" y="329017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19;p33">
              <a:extLst>
                <a:ext uri="{FF2B5EF4-FFF2-40B4-BE49-F238E27FC236}">
                  <a16:creationId xmlns:a16="http://schemas.microsoft.com/office/drawing/2014/main" id="{BD2314D3-C7C7-FDCC-1706-81D39447C3DF}"/>
                </a:ext>
              </a:extLst>
            </p:cNvPr>
            <p:cNvSpPr/>
            <p:nvPr/>
          </p:nvSpPr>
          <p:spPr>
            <a:xfrm>
              <a:off x="6994852" y="287620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19;p33">
              <a:extLst>
                <a:ext uri="{FF2B5EF4-FFF2-40B4-BE49-F238E27FC236}">
                  <a16:creationId xmlns:a16="http://schemas.microsoft.com/office/drawing/2014/main" id="{608D958E-E8CB-D848-11B1-586CD9792636}"/>
                </a:ext>
              </a:extLst>
            </p:cNvPr>
            <p:cNvSpPr/>
            <p:nvPr/>
          </p:nvSpPr>
          <p:spPr>
            <a:xfrm>
              <a:off x="6994852" y="246223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19;p33">
              <a:extLst>
                <a:ext uri="{FF2B5EF4-FFF2-40B4-BE49-F238E27FC236}">
                  <a16:creationId xmlns:a16="http://schemas.microsoft.com/office/drawing/2014/main" id="{A7AEFDB6-32B3-68AC-F39E-0C05FB236583}"/>
                </a:ext>
              </a:extLst>
            </p:cNvPr>
            <p:cNvSpPr/>
            <p:nvPr/>
          </p:nvSpPr>
          <p:spPr>
            <a:xfrm>
              <a:off x="6994852" y="2048265"/>
              <a:ext cx="265420" cy="229740"/>
            </a:xfrm>
            <a:prstGeom prst="ellipse">
              <a:avLst/>
            </a:prstGeom>
            <a:solidFill>
              <a:srgbClr val="E7FFBE"/>
            </a:solidFill>
            <a:ln w="12700" cap="flat" cmpd="sng">
              <a:solidFill>
                <a:srgbClr val="CDCDCD">
                  <a:lumMod val="7500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31531DA-D342-DDBB-D715-8A4E062267AF}"/>
                </a:ext>
              </a:extLst>
            </p:cNvPr>
            <p:cNvCxnSpPr>
              <a:cxnSpLocks/>
              <a:endCxn id="202" idx="2"/>
            </p:cNvCxnSpPr>
            <p:nvPr/>
          </p:nvCxnSpPr>
          <p:spPr>
            <a:xfrm flipV="1">
              <a:off x="6296908" y="2163135"/>
              <a:ext cx="697944" cy="7873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93C0CDD-5DDF-AC19-9671-25E066B50CA1}"/>
                </a:ext>
              </a:extLst>
            </p:cNvPr>
            <p:cNvCxnSpPr>
              <a:cxnSpLocks/>
              <a:endCxn id="201" idx="2"/>
            </p:cNvCxnSpPr>
            <p:nvPr/>
          </p:nvCxnSpPr>
          <p:spPr>
            <a:xfrm flipV="1">
              <a:off x="6296908" y="2577105"/>
              <a:ext cx="697944" cy="37335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3C7D836-1FC9-1CA5-20BA-280FC679829D}"/>
                </a:ext>
              </a:extLst>
            </p:cNvPr>
            <p:cNvCxnSpPr>
              <a:cxnSpLocks/>
              <a:endCxn id="200" idx="2"/>
            </p:cNvCxnSpPr>
            <p:nvPr/>
          </p:nvCxnSpPr>
          <p:spPr>
            <a:xfrm>
              <a:off x="6296908" y="2950458"/>
              <a:ext cx="697944" cy="4061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96760E25-433F-8A31-7C28-84CD98196CAE}"/>
                </a:ext>
              </a:extLst>
            </p:cNvPr>
            <p:cNvCxnSpPr>
              <a:cxnSpLocks/>
              <a:endCxn id="199" idx="2"/>
            </p:cNvCxnSpPr>
            <p:nvPr/>
          </p:nvCxnSpPr>
          <p:spPr>
            <a:xfrm>
              <a:off x="6296908" y="2950458"/>
              <a:ext cx="697944" cy="45458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69DB332B-5978-C26A-5BEF-9ED6006B6DA8}"/>
                </a:ext>
              </a:extLst>
            </p:cNvPr>
            <p:cNvCxnSpPr>
              <a:cxnSpLocks/>
              <a:endCxn id="198" idx="2"/>
            </p:cNvCxnSpPr>
            <p:nvPr/>
          </p:nvCxnSpPr>
          <p:spPr>
            <a:xfrm>
              <a:off x="6296908" y="2950458"/>
              <a:ext cx="697944" cy="86855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1E86415-ED9D-76C3-4175-32ACF1F21056}"/>
                </a:ext>
              </a:extLst>
            </p:cNvPr>
            <p:cNvCxnSpPr>
              <a:cxnSpLocks/>
              <a:endCxn id="197" idx="2"/>
            </p:cNvCxnSpPr>
            <p:nvPr/>
          </p:nvCxnSpPr>
          <p:spPr>
            <a:xfrm>
              <a:off x="6296908" y="2950458"/>
              <a:ext cx="697944" cy="128252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ED83E7B6-25BF-D0CC-51E5-0E2F20DE950F}"/>
                </a:ext>
              </a:extLst>
            </p:cNvPr>
            <p:cNvCxnSpPr>
              <a:cxnSpLocks/>
              <a:endCxn id="202" idx="2"/>
            </p:cNvCxnSpPr>
            <p:nvPr/>
          </p:nvCxnSpPr>
          <p:spPr>
            <a:xfrm flipV="1">
              <a:off x="6296908" y="2163135"/>
              <a:ext cx="697944" cy="120129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53A3CCFE-C94C-68A4-3934-BCFE71D4A598}"/>
                </a:ext>
              </a:extLst>
            </p:cNvPr>
            <p:cNvCxnSpPr>
              <a:cxnSpLocks/>
              <a:endCxn id="201" idx="2"/>
            </p:cNvCxnSpPr>
            <p:nvPr/>
          </p:nvCxnSpPr>
          <p:spPr>
            <a:xfrm flipV="1">
              <a:off x="6296908" y="2577105"/>
              <a:ext cx="697944" cy="78732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8529E828-39C1-824C-3CA6-FC715763BEF4}"/>
                </a:ext>
              </a:extLst>
            </p:cNvPr>
            <p:cNvCxnSpPr>
              <a:cxnSpLocks/>
              <a:endCxn id="200" idx="2"/>
            </p:cNvCxnSpPr>
            <p:nvPr/>
          </p:nvCxnSpPr>
          <p:spPr>
            <a:xfrm flipV="1">
              <a:off x="6296908" y="2991075"/>
              <a:ext cx="697944" cy="373353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A86501D-8DA6-CD36-B065-F72BDE335186}"/>
                </a:ext>
              </a:extLst>
            </p:cNvPr>
            <p:cNvCxnSpPr>
              <a:cxnSpLocks/>
              <a:endCxn id="199" idx="2"/>
            </p:cNvCxnSpPr>
            <p:nvPr/>
          </p:nvCxnSpPr>
          <p:spPr>
            <a:xfrm>
              <a:off x="6296908" y="3364428"/>
              <a:ext cx="697944" cy="4061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925B916-3AF6-FBBF-B5C1-471567BF12D4}"/>
                </a:ext>
              </a:extLst>
            </p:cNvPr>
            <p:cNvCxnSpPr>
              <a:cxnSpLocks/>
              <a:endCxn id="198" idx="2"/>
            </p:cNvCxnSpPr>
            <p:nvPr/>
          </p:nvCxnSpPr>
          <p:spPr>
            <a:xfrm>
              <a:off x="6296908" y="3364428"/>
              <a:ext cx="697944" cy="45458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D1A6CAA-9C41-95B8-A48A-EF47C3732CE7}"/>
                </a:ext>
              </a:extLst>
            </p:cNvPr>
            <p:cNvCxnSpPr>
              <a:cxnSpLocks/>
              <a:endCxn id="197" idx="2"/>
            </p:cNvCxnSpPr>
            <p:nvPr/>
          </p:nvCxnSpPr>
          <p:spPr>
            <a:xfrm>
              <a:off x="6296908" y="3364428"/>
              <a:ext cx="697944" cy="868557"/>
            </a:xfrm>
            <a:prstGeom prst="line">
              <a:avLst/>
            </a:prstGeom>
            <a:noFill/>
            <a:ln w="9525" cap="flat" cmpd="sng" algn="ctr">
              <a:solidFill>
                <a:srgbClr val="CDCDCD">
                  <a:lumMod val="75000"/>
                </a:srgbClr>
              </a:solidFill>
              <a:prstDash val="solid"/>
            </a:ln>
            <a:effectLst/>
          </p:spPr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4F79A32-DDD8-E9B3-52E9-EB343E67B9D1}"/>
                </a:ext>
              </a:extLst>
            </p:cNvPr>
            <p:cNvSpPr txBox="1"/>
            <p:nvPr/>
          </p:nvSpPr>
          <p:spPr>
            <a:xfrm>
              <a:off x="5869966" y="2813497"/>
              <a:ext cx="420530" cy="286232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solidFill>
                <a:srgbClr val="000000">
                  <a:lumMod val="95000"/>
                  <a:lumOff val="5000"/>
                </a:srgbClr>
              </a:solidFill>
              <a:prstDash val="solid"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-.3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1C258F8-15FE-0B06-43F8-09F60BB9F772}"/>
                </a:ext>
              </a:extLst>
            </p:cNvPr>
            <p:cNvSpPr txBox="1"/>
            <p:nvPr/>
          </p:nvSpPr>
          <p:spPr>
            <a:xfrm>
              <a:off x="5876377" y="3249558"/>
              <a:ext cx="420530" cy="286232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solidFill>
                <a:srgbClr val="000000">
                  <a:lumMod val="95000"/>
                  <a:lumOff val="5000"/>
                </a:srgbClr>
              </a:solidFill>
              <a:prstDash val="solid"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.6</a:t>
              </a: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BABF787A-5257-7A8B-DDE2-585BD9093646}"/>
              </a:ext>
            </a:extLst>
          </p:cNvPr>
          <p:cNvSpPr txBox="1"/>
          <p:nvPr/>
        </p:nvSpPr>
        <p:spPr>
          <a:xfrm>
            <a:off x="5262359" y="3172659"/>
            <a:ext cx="420530" cy="286232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rgbClr val="000000">
                <a:lumMod val="95000"/>
                <a:lumOff val="5000"/>
              </a:srgbClr>
            </a:solidFill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4572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-.3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8FCC3D2-A4E7-3BE3-E970-E852CA1AE048}"/>
              </a:ext>
            </a:extLst>
          </p:cNvPr>
          <p:cNvSpPr txBox="1"/>
          <p:nvPr/>
        </p:nvSpPr>
        <p:spPr>
          <a:xfrm>
            <a:off x="5262359" y="3587554"/>
            <a:ext cx="420530" cy="286232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rgbClr val="000000">
                <a:lumMod val="95000"/>
                <a:lumOff val="5000"/>
              </a:srgbClr>
            </a:solidFill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4572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.6</a:t>
            </a: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D32D43D2-6F1B-8BBA-EAF3-B684DB4DD9AF}"/>
              </a:ext>
            </a:extLst>
          </p:cNvPr>
          <p:cNvCxnSpPr>
            <a:stCxn id="97" idx="6"/>
            <a:endCxn id="217" idx="1"/>
          </p:cNvCxnSpPr>
          <p:nvPr/>
        </p:nvCxnSpPr>
        <p:spPr>
          <a:xfrm flipV="1">
            <a:off x="5133094" y="3315775"/>
            <a:ext cx="129265" cy="1251"/>
          </a:xfrm>
          <a:prstGeom prst="straightConnector1">
            <a:avLst/>
          </a:prstGeom>
          <a:noFill/>
          <a:ln w="9525" cap="flat" cmpd="sng" algn="ctr">
            <a:solidFill>
              <a:srgbClr val="5E5E5E"/>
            </a:solidFill>
            <a:prstDash val="solid"/>
            <a:tailEnd type="triangle"/>
          </a:ln>
          <a:effectLst/>
        </p:spPr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60E340D3-1A27-AE2B-2E1E-67AFA70A4FD6}"/>
              </a:ext>
            </a:extLst>
          </p:cNvPr>
          <p:cNvCxnSpPr>
            <a:stCxn id="96" idx="6"/>
            <a:endCxn id="218" idx="1"/>
          </p:cNvCxnSpPr>
          <p:nvPr/>
        </p:nvCxnSpPr>
        <p:spPr>
          <a:xfrm flipV="1">
            <a:off x="5133094" y="3730670"/>
            <a:ext cx="129265" cy="326"/>
          </a:xfrm>
          <a:prstGeom prst="straightConnector1">
            <a:avLst/>
          </a:prstGeom>
          <a:noFill/>
          <a:ln w="9525" cap="flat" cmpd="sng" algn="ctr">
            <a:solidFill>
              <a:srgbClr val="5E5E5E"/>
            </a:solidFill>
            <a:prstDash val="solid"/>
            <a:tailEnd type="triangle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D04C239-58A0-5E58-744A-70AC7A3AD75C}"/>
              </a:ext>
            </a:extLst>
          </p:cNvPr>
          <p:cNvCxnSpPr>
            <a:cxnSpLocks/>
          </p:cNvCxnSpPr>
          <p:nvPr/>
        </p:nvCxnSpPr>
        <p:spPr>
          <a:xfrm>
            <a:off x="6084922" y="1863273"/>
            <a:ext cx="0" cy="3365051"/>
          </a:xfrm>
          <a:prstGeom prst="line">
            <a:avLst/>
          </a:prstGeom>
          <a:noFill/>
          <a:ln w="76200" cap="flat" cmpd="sng" algn="ctr">
            <a:solidFill>
              <a:srgbClr val="000000"/>
            </a:solidFill>
            <a:prstDash val="sysDash"/>
          </a:ln>
          <a:effectLst/>
        </p:spPr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3465C35-22C0-EC03-0128-3B1DACAB68E7}"/>
              </a:ext>
            </a:extLst>
          </p:cNvPr>
          <p:cNvSpPr/>
          <p:nvPr/>
        </p:nvSpPr>
        <p:spPr>
          <a:xfrm>
            <a:off x="3266787" y="5493321"/>
            <a:ext cx="1275046" cy="482612"/>
          </a:xfrm>
          <a:prstGeom prst="rect">
            <a:avLst/>
          </a:prstGeom>
          <a:solidFill>
            <a:srgbClr val="E7FFBE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Encoder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7C94846-A6F7-6040-F49F-06A39F92A1FD}"/>
              </a:ext>
            </a:extLst>
          </p:cNvPr>
          <p:cNvSpPr/>
          <p:nvPr/>
        </p:nvSpPr>
        <p:spPr>
          <a:xfrm>
            <a:off x="7222725" y="5497149"/>
            <a:ext cx="1275046" cy="482612"/>
          </a:xfrm>
          <a:prstGeom prst="rect">
            <a:avLst/>
          </a:prstGeom>
          <a:solidFill>
            <a:srgbClr val="E7FFBE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4155417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106A37-DB6E-FC51-0E12-EC414C92A9F7}"/>
              </a:ext>
            </a:extLst>
          </p:cNvPr>
          <p:cNvGrpSpPr/>
          <p:nvPr/>
        </p:nvGrpSpPr>
        <p:grpSpPr>
          <a:xfrm>
            <a:off x="99569" y="827904"/>
            <a:ext cx="11770220" cy="4720282"/>
            <a:chOff x="99569" y="827904"/>
            <a:chExt cx="11770220" cy="47202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9286D5E-4388-5382-F7AA-84B41C9546D8}"/>
                </a:ext>
              </a:extLst>
            </p:cNvPr>
            <p:cNvGrpSpPr/>
            <p:nvPr/>
          </p:nvGrpSpPr>
          <p:grpSpPr>
            <a:xfrm>
              <a:off x="99569" y="1759865"/>
              <a:ext cx="11722517" cy="3788321"/>
              <a:chOff x="576953" y="1908445"/>
              <a:chExt cx="5719093" cy="184821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3FD599B-5FC0-8FEF-0A62-02D03CF46964}"/>
                  </a:ext>
                </a:extLst>
              </p:cNvPr>
              <p:cNvGrpSpPr/>
              <p:nvPr/>
            </p:nvGrpSpPr>
            <p:grpSpPr>
              <a:xfrm>
                <a:off x="576953" y="1996982"/>
                <a:ext cx="772443" cy="771684"/>
                <a:chOff x="339281" y="3878665"/>
                <a:chExt cx="836813" cy="835991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F494EEB-AB36-57EC-1DB3-3CA76A1A54F7}"/>
                    </a:ext>
                  </a:extLst>
                </p:cNvPr>
                <p:cNvSpPr/>
                <p:nvPr/>
              </p:nvSpPr>
              <p:spPr>
                <a:xfrm>
                  <a:off x="339281" y="3878665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6BDFEEE-AC21-6DFC-F662-87D22D2209BB}"/>
                    </a:ext>
                  </a:extLst>
                </p:cNvPr>
                <p:cNvSpPr/>
                <p:nvPr/>
              </p:nvSpPr>
              <p:spPr>
                <a:xfrm>
                  <a:off x="384050" y="3931078"/>
                  <a:ext cx="731520" cy="73152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0D4F058-F209-B0C1-283C-187367B6F15D}"/>
                    </a:ext>
                  </a:extLst>
                </p:cNvPr>
                <p:cNvSpPr/>
                <p:nvPr/>
              </p:nvSpPr>
              <p:spPr>
                <a:xfrm>
                  <a:off x="444574" y="3983136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C078B-CCCE-694E-7C18-DD6FEAC338E5}"/>
                  </a:ext>
                </a:extLst>
              </p:cNvPr>
              <p:cNvSpPr/>
              <p:nvPr/>
            </p:nvSpPr>
            <p:spPr>
              <a:xfrm>
                <a:off x="578783" y="3370348"/>
                <a:ext cx="124395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Input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583E8B-39C3-631D-D082-91192E9F7991}"/>
                  </a:ext>
                </a:extLst>
              </p:cNvPr>
              <p:cNvSpPr/>
              <p:nvPr/>
            </p:nvSpPr>
            <p:spPr>
              <a:xfrm>
                <a:off x="1822734" y="3370351"/>
                <a:ext cx="654481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Encoder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D0EA2C5-5676-2A61-372E-3792F0634C6C}"/>
                  </a:ext>
                </a:extLst>
              </p:cNvPr>
              <p:cNvSpPr/>
              <p:nvPr/>
            </p:nvSpPr>
            <p:spPr>
              <a:xfrm>
                <a:off x="2477215" y="3370351"/>
                <a:ext cx="224258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Bottleneck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BB32A7B-4C95-37A6-CF86-E1A9B554BEF7}"/>
                  </a:ext>
                </a:extLst>
              </p:cNvPr>
              <p:cNvSpPr/>
              <p:nvPr/>
            </p:nvSpPr>
            <p:spPr>
              <a:xfrm>
                <a:off x="4564009" y="3370351"/>
                <a:ext cx="622833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Decoder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AD3CD82-7AE4-0C3F-7083-83F11B3F4A8A}"/>
                  </a:ext>
                </a:extLst>
              </p:cNvPr>
              <p:cNvSpPr/>
              <p:nvPr/>
            </p:nvSpPr>
            <p:spPr>
              <a:xfrm>
                <a:off x="5186842" y="3367243"/>
                <a:ext cx="1109204" cy="389416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Output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5EFDCD9-6DF9-9450-8241-AEF73B19B6F1}"/>
                  </a:ext>
                </a:extLst>
              </p:cNvPr>
              <p:cNvGrpSpPr/>
              <p:nvPr/>
            </p:nvGrpSpPr>
            <p:grpSpPr>
              <a:xfrm>
                <a:off x="1822734" y="1996467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14861A9A-4124-E281-D7A2-14C925879A41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BF1FE71-C57A-6088-8893-7A9DA8B78927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2015DBFE-4FE7-4036-B836-56429E45820C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00CCEBD5-F150-613F-D53A-EB0D5B40FEFB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E0D7F838-F9BF-87A0-5C07-C175B85D8289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8F5660DD-B97C-9560-4531-D43B948C856F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4C57287-4CD7-586B-4DDA-80E691D1EFF0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C5CB1212-E480-ED70-741E-D60944870743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6D49F104-09F1-A1D4-BBD2-386FD8044CDA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24D98045-BAB4-8588-BC93-60874C15FF75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BFE2F4CF-6F18-BD1F-0BC7-22B8BACDCFC5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3A5B186-A7BB-DC34-D42B-CAF55B350E04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896A5857-C955-517C-E917-6FDDC67ED27B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49C0D64-4D27-9F18-6D28-08A2DB185DDB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6420ECC5-A8F9-EAB6-CB55-0DD2C51D1054}"/>
                  </a:ext>
                </a:extLst>
              </p:cNvPr>
              <p:cNvSpPr/>
              <p:nvPr/>
            </p:nvSpPr>
            <p:spPr>
              <a:xfrm rot="5400000">
                <a:off x="155858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A80F55-A726-E42E-B163-8368606C2336}"/>
                  </a:ext>
                </a:extLst>
              </p:cNvPr>
              <p:cNvSpPr/>
              <p:nvPr/>
            </p:nvSpPr>
            <p:spPr>
              <a:xfrm>
                <a:off x="677818" y="2099717"/>
                <a:ext cx="155305" cy="15530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09C568-492D-B9BF-D65F-A56A51A52C11}"/>
                  </a:ext>
                </a:extLst>
              </p:cNvPr>
              <p:cNvSpPr/>
              <p:nvPr/>
            </p:nvSpPr>
            <p:spPr>
              <a:xfrm>
                <a:off x="2117835" y="2284052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339B0A5-48BD-4186-2326-52D6CC66BBEB}"/>
                  </a:ext>
                </a:extLst>
              </p:cNvPr>
              <p:cNvSpPr/>
              <p:nvPr/>
            </p:nvSpPr>
            <p:spPr>
              <a:xfrm>
                <a:off x="2163376" y="2332019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44BAB1E-7607-8023-D74B-A28388613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0666" y="1925245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8A4893-D81A-2672-EC81-FC7EBA2E4983}"/>
                  </a:ext>
                </a:extLst>
              </p:cNvPr>
              <p:cNvSpPr/>
              <p:nvPr/>
            </p:nvSpPr>
            <p:spPr>
              <a:xfrm>
                <a:off x="5517622" y="2067433"/>
                <a:ext cx="675249" cy="6752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870FDD9-F184-5B5C-EE70-DA8C2A610988}"/>
                  </a:ext>
                </a:extLst>
              </p:cNvPr>
              <p:cNvGrpSpPr/>
              <p:nvPr/>
            </p:nvGrpSpPr>
            <p:grpSpPr>
              <a:xfrm>
                <a:off x="4564008" y="2066918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D5BCFF7C-FD86-6E4D-8A05-BFC90F9E29FB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E8FC5388-AB19-A8A2-7742-AEEAADCA7817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257FDDA9-D386-2738-B65B-7A814C40EFE4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745F5464-4941-3680-C8A7-5EBF4AD73964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40DC3625-1318-B9F1-316F-0A3CE962D0CC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7D6D92FA-9652-4DB2-685B-DC22CF81C94A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C0C327D4-ED46-B105-C04C-3A9919E4E3F2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4F3852EE-20D4-B73D-F0FE-3DE93FA7D5A7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CC592772-0271-594C-FCD2-87A4228CF920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60C8788A-63E9-9245-A9A4-FF98B22D1248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22BEAD0B-CD7B-CD22-B70F-F967736A1669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9E8177AF-E176-CF10-EDB1-162943F214FF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C7282C2-8F9A-8225-21B8-0E16DD8E59C2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B08F0155-552D-7821-CEBD-79542929DF3E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4BC97780-97A8-72E4-B762-2CD9F133D76D}"/>
                  </a:ext>
                </a:extLst>
              </p:cNvPr>
              <p:cNvSpPr/>
              <p:nvPr/>
            </p:nvSpPr>
            <p:spPr>
              <a:xfrm rot="5400000">
                <a:off x="5282331" y="2411780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A9E3144-A16D-432D-57F6-F13FB389FDE5}"/>
                  </a:ext>
                </a:extLst>
              </p:cNvPr>
              <p:cNvSpPr/>
              <p:nvPr/>
            </p:nvSpPr>
            <p:spPr>
              <a:xfrm>
                <a:off x="4859109" y="2354503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46A11F3-63D8-43A7-151D-9E89E7A7D454}"/>
                  </a:ext>
                </a:extLst>
              </p:cNvPr>
              <p:cNvSpPr/>
              <p:nvPr/>
            </p:nvSpPr>
            <p:spPr>
              <a:xfrm>
                <a:off x="4904650" y="2402470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5287BDA-2EB5-15F5-B641-77782B890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26752" y="2279010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E3204617-8D0B-2C41-4A35-32A7DC80A72D}"/>
                  </a:ext>
                </a:extLst>
              </p:cNvPr>
              <p:cNvSpPr/>
              <p:nvPr/>
            </p:nvSpPr>
            <p:spPr>
              <a:xfrm rot="5400000">
                <a:off x="2601389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4" name="Cube 23">
                <a:extLst>
                  <a:ext uri="{FF2B5EF4-FFF2-40B4-BE49-F238E27FC236}">
                    <a16:creationId xmlns:a16="http://schemas.microsoft.com/office/drawing/2014/main" id="{FBD31E61-0E7D-4AC4-1F05-BB149BF4B47A}"/>
                  </a:ext>
                </a:extLst>
              </p:cNvPr>
              <p:cNvSpPr/>
              <p:nvPr/>
            </p:nvSpPr>
            <p:spPr>
              <a:xfrm flipH="1">
                <a:off x="3004624" y="1908445"/>
                <a:ext cx="844178" cy="847147"/>
              </a:xfrm>
              <a:prstGeom prst="cube">
                <a:avLst>
                  <a:gd name="adj" fmla="val 8633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5" name="Flowchart: Punched Tape 24">
                <a:extLst>
                  <a:ext uri="{FF2B5EF4-FFF2-40B4-BE49-F238E27FC236}">
                    <a16:creationId xmlns:a16="http://schemas.microsoft.com/office/drawing/2014/main" id="{B39B3085-C497-2C7A-D563-CC5A9120B542}"/>
                  </a:ext>
                </a:extLst>
              </p:cNvPr>
              <p:cNvSpPr/>
              <p:nvPr/>
            </p:nvSpPr>
            <p:spPr>
              <a:xfrm>
                <a:off x="5760720" y="2411743"/>
                <a:ext cx="274320" cy="198253"/>
              </a:xfrm>
              <a:prstGeom prst="flowChartPunchedTap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/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7C1E6B6B-A1E5-24BD-B70E-83F6E371F040}"/>
                  </a:ext>
                </a:extLst>
              </p:cNvPr>
              <p:cNvSpPr/>
              <p:nvPr/>
            </p:nvSpPr>
            <p:spPr>
              <a:xfrm rot="5400000">
                <a:off x="397606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B981E8-5CC7-0EA8-8ADB-D06DE842423E}"/>
                </a:ext>
              </a:extLst>
            </p:cNvPr>
            <p:cNvSpPr/>
            <p:nvPr/>
          </p:nvSpPr>
          <p:spPr>
            <a:xfrm>
              <a:off x="101177" y="827904"/>
              <a:ext cx="11768612" cy="45000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CNN Segmentation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9522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CABB-E783-1DD7-CB68-910E3CC8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AD94D7-ADBB-069B-5775-6658214FB5E1}"/>
              </a:ext>
            </a:extLst>
          </p:cNvPr>
          <p:cNvGrpSpPr/>
          <p:nvPr/>
        </p:nvGrpSpPr>
        <p:grpSpPr>
          <a:xfrm>
            <a:off x="99569" y="827904"/>
            <a:ext cx="11802169" cy="4720282"/>
            <a:chOff x="99569" y="827904"/>
            <a:chExt cx="11802169" cy="47202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7985D08-C4E0-7076-21E9-82EDFF9D5A91}"/>
                </a:ext>
              </a:extLst>
            </p:cNvPr>
            <p:cNvGrpSpPr/>
            <p:nvPr/>
          </p:nvGrpSpPr>
          <p:grpSpPr>
            <a:xfrm>
              <a:off x="99569" y="1759865"/>
              <a:ext cx="11802169" cy="3788321"/>
              <a:chOff x="576953" y="1908445"/>
              <a:chExt cx="5757953" cy="184821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AFC1970-48FE-0502-973F-DAEA31080C65}"/>
                  </a:ext>
                </a:extLst>
              </p:cNvPr>
              <p:cNvGrpSpPr/>
              <p:nvPr/>
            </p:nvGrpSpPr>
            <p:grpSpPr>
              <a:xfrm>
                <a:off x="576953" y="1996982"/>
                <a:ext cx="5757953" cy="771684"/>
                <a:chOff x="339281" y="3878665"/>
                <a:chExt cx="6237781" cy="835991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C9E7411-0D7F-06DF-4FFB-F45BB1442422}"/>
                    </a:ext>
                  </a:extLst>
                </p:cNvPr>
                <p:cNvSpPr/>
                <p:nvPr/>
              </p:nvSpPr>
              <p:spPr>
                <a:xfrm>
                  <a:off x="339281" y="3878665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B4839A3-0058-6DDF-3C87-6320060695D3}"/>
                    </a:ext>
                  </a:extLst>
                </p:cNvPr>
                <p:cNvSpPr/>
                <p:nvPr/>
              </p:nvSpPr>
              <p:spPr>
                <a:xfrm>
                  <a:off x="384050" y="3931078"/>
                  <a:ext cx="731520" cy="73152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8A2242E-6136-85EC-7405-845A57B082D6}"/>
                    </a:ext>
                  </a:extLst>
                </p:cNvPr>
                <p:cNvSpPr/>
                <p:nvPr/>
              </p:nvSpPr>
              <p:spPr>
                <a:xfrm>
                  <a:off x="444574" y="3983136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B4BDFE9-F657-30C2-FE7E-CC0E04D58FB6}"/>
                    </a:ext>
                  </a:extLst>
                </p:cNvPr>
                <p:cNvSpPr/>
                <p:nvPr/>
              </p:nvSpPr>
              <p:spPr>
                <a:xfrm>
                  <a:off x="5740248" y="3878665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61C6479-D874-3897-4A6B-6F709B8E7D34}"/>
                    </a:ext>
                  </a:extLst>
                </p:cNvPr>
                <p:cNvSpPr/>
                <p:nvPr/>
              </p:nvSpPr>
              <p:spPr>
                <a:xfrm>
                  <a:off x="5785017" y="3931078"/>
                  <a:ext cx="731520" cy="731520"/>
                </a:xfrm>
                <a:prstGeom prst="rect">
                  <a:avLst/>
                </a:prstGeom>
                <a:solidFill>
                  <a:schemeClr val="accent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C4609D5-23D7-60A8-77F0-86471581E0BF}"/>
                    </a:ext>
                  </a:extLst>
                </p:cNvPr>
                <p:cNvSpPr/>
                <p:nvPr/>
              </p:nvSpPr>
              <p:spPr>
                <a:xfrm>
                  <a:off x="5845542" y="3983136"/>
                  <a:ext cx="731520" cy="73152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D107A9F-0D2C-D339-E0C4-E4A40FBE5B37}"/>
                  </a:ext>
                </a:extLst>
              </p:cNvPr>
              <p:cNvSpPr/>
              <p:nvPr/>
            </p:nvSpPr>
            <p:spPr>
              <a:xfrm>
                <a:off x="578783" y="3370348"/>
                <a:ext cx="124395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Input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3C3CB2B-82D3-3ED1-C1E2-A71EBE00B7E5}"/>
                  </a:ext>
                </a:extLst>
              </p:cNvPr>
              <p:cNvSpPr/>
              <p:nvPr/>
            </p:nvSpPr>
            <p:spPr>
              <a:xfrm>
                <a:off x="1822734" y="3370351"/>
                <a:ext cx="654481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Encoder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C723E6-AB51-6552-6D4F-F79D3FD7670D}"/>
                  </a:ext>
                </a:extLst>
              </p:cNvPr>
              <p:cNvSpPr/>
              <p:nvPr/>
            </p:nvSpPr>
            <p:spPr>
              <a:xfrm>
                <a:off x="2477215" y="3370351"/>
                <a:ext cx="2242581" cy="38631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Bottleneck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AE10E1-454D-2633-8CA7-4685B55E2185}"/>
                  </a:ext>
                </a:extLst>
              </p:cNvPr>
              <p:cNvSpPr/>
              <p:nvPr/>
            </p:nvSpPr>
            <p:spPr>
              <a:xfrm>
                <a:off x="4564009" y="3370351"/>
                <a:ext cx="622833" cy="38631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Decoder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171F636-BB5B-653C-79C8-40CB93C991C3}"/>
                  </a:ext>
                </a:extLst>
              </p:cNvPr>
              <p:cNvSpPr/>
              <p:nvPr/>
            </p:nvSpPr>
            <p:spPr>
              <a:xfrm>
                <a:off x="5186842" y="3367243"/>
                <a:ext cx="1109204" cy="389416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Verdana" panose="020B0604030504040204" pitchFamily="34" charset="0"/>
                    <a:cs typeface="Verdana" panose="020B0604030504040204" pitchFamily="34" charset="0"/>
                  </a:rPr>
                  <a:t>Output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84629C8-23C9-1E8B-2675-7A166F96B151}"/>
                  </a:ext>
                </a:extLst>
              </p:cNvPr>
              <p:cNvGrpSpPr/>
              <p:nvPr/>
            </p:nvGrpSpPr>
            <p:grpSpPr>
              <a:xfrm>
                <a:off x="1822734" y="1996467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1055A9B8-25E6-8CFC-8173-398018B8B90B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8F1383C-6EB7-7226-349A-1005F78350A0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616D5D27-2919-1FF0-3A37-A51DADEBD545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7910EAB0-8100-8AC6-59A3-86FD4EBF0ED2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26661C73-E4A6-07D6-7BED-B8DAD04AB435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297FCB2F-47F2-C2E9-75BA-27B1904EC757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1503B220-1899-237C-D849-9642543BC7F5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88A2EF1-6478-D00B-533D-0303E060F96E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AD3681FC-AD59-7F35-30C5-7C0A0E2EFDD2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66E994A7-1E8D-40D1-285B-5D85C03E7BFC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682203D4-2E5B-A672-1675-9CBF6E72632B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CC1D8F15-9E09-D4F8-718F-960A3F3F459B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6A6EF52C-2E69-26E5-A921-42A97D4145C6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6B83FA88-F3E9-BE8F-9653-FD3E290ACAA5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E39C99C8-BE31-EA15-ED15-3C6A5AB8CDE1}"/>
                  </a:ext>
                </a:extLst>
              </p:cNvPr>
              <p:cNvSpPr/>
              <p:nvPr/>
            </p:nvSpPr>
            <p:spPr>
              <a:xfrm rot="5400000">
                <a:off x="155858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FAD1F0-0E4F-F551-09C3-40583DB34915}"/>
                  </a:ext>
                </a:extLst>
              </p:cNvPr>
              <p:cNvSpPr/>
              <p:nvPr/>
            </p:nvSpPr>
            <p:spPr>
              <a:xfrm>
                <a:off x="677818" y="2099717"/>
                <a:ext cx="155305" cy="15530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11F8F8A-2148-70C9-3D3A-01F906E7B810}"/>
                  </a:ext>
                </a:extLst>
              </p:cNvPr>
              <p:cNvSpPr/>
              <p:nvPr/>
            </p:nvSpPr>
            <p:spPr>
              <a:xfrm>
                <a:off x="2117835" y="2284052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5BCBBF-085B-9246-C033-E1C6328B3B53}"/>
                  </a:ext>
                </a:extLst>
              </p:cNvPr>
              <p:cNvSpPr/>
              <p:nvPr/>
            </p:nvSpPr>
            <p:spPr>
              <a:xfrm>
                <a:off x="2163376" y="2332019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BFBB3B-42DD-8BBF-9DC8-2BAAD5ECA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0666" y="1925245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44E4A97-79E0-222D-6AA3-2C79F555865E}"/>
                  </a:ext>
                </a:extLst>
              </p:cNvPr>
              <p:cNvGrpSpPr/>
              <p:nvPr/>
            </p:nvGrpSpPr>
            <p:grpSpPr>
              <a:xfrm>
                <a:off x="4564008" y="2066918"/>
                <a:ext cx="622834" cy="620731"/>
                <a:chOff x="3676506" y="4041930"/>
                <a:chExt cx="674736" cy="672459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E67898D-CD1F-F4A0-BB53-6913C30B935A}"/>
                    </a:ext>
                  </a:extLst>
                </p:cNvPr>
                <p:cNvGrpSpPr/>
                <p:nvPr/>
              </p:nvGrpSpPr>
              <p:grpSpPr>
                <a:xfrm>
                  <a:off x="3676506" y="4041930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139F0A13-F1B2-2E92-ADE4-20C46DE1D850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DB59093-CD75-27D0-63DC-22CED9B012B9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2AE8A27D-1E4D-25C3-954A-7D458CDB493C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84E17C09-B3C7-F8F6-B448-D27538ED0B6D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27FD97F-3885-1B82-EA3E-AA1DD5B75573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2949950-660C-ACDB-1B51-C18BFC01822F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B754F9D4-0B34-6993-549E-A1562AE44124}"/>
                    </a:ext>
                  </a:extLst>
                </p:cNvPr>
                <p:cNvGrpSpPr/>
                <p:nvPr/>
              </p:nvGrpSpPr>
              <p:grpSpPr>
                <a:xfrm>
                  <a:off x="3845276" y="4208423"/>
                  <a:ext cx="505966" cy="505966"/>
                  <a:chOff x="2620667" y="3831205"/>
                  <a:chExt cx="505966" cy="505966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FBD4C4C8-5536-75E6-757A-6759B10B020F}"/>
                      </a:ext>
                    </a:extLst>
                  </p:cNvPr>
                  <p:cNvSpPr/>
                  <p:nvPr/>
                </p:nvSpPr>
                <p:spPr>
                  <a:xfrm>
                    <a:off x="2620667" y="3831205"/>
                    <a:ext cx="365760" cy="365760"/>
                  </a:xfrm>
                  <a:prstGeom prst="rect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82BBA02F-D800-FB71-1955-168C03F8819A}"/>
                      </a:ext>
                    </a:extLst>
                  </p:cNvPr>
                  <p:cNvSpPr/>
                  <p:nvPr/>
                </p:nvSpPr>
                <p:spPr>
                  <a:xfrm>
                    <a:off x="2648708" y="3859246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FDC9CAE7-5DF7-7475-33D8-038932A1056D}"/>
                      </a:ext>
                    </a:extLst>
                  </p:cNvPr>
                  <p:cNvSpPr/>
                  <p:nvPr/>
                </p:nvSpPr>
                <p:spPr>
                  <a:xfrm>
                    <a:off x="2676749" y="3887287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8B9C24FF-609E-03A1-6F12-84AE41848393}"/>
                      </a:ext>
                    </a:extLst>
                  </p:cNvPr>
                  <p:cNvSpPr/>
                  <p:nvPr/>
                </p:nvSpPr>
                <p:spPr>
                  <a:xfrm>
                    <a:off x="2704790" y="3915328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7171F6E-0F72-ABA1-5845-D95D71E82178}"/>
                      </a:ext>
                    </a:extLst>
                  </p:cNvPr>
                  <p:cNvSpPr/>
                  <p:nvPr/>
                </p:nvSpPr>
                <p:spPr>
                  <a:xfrm>
                    <a:off x="2732831" y="3943369"/>
                    <a:ext cx="365760" cy="3657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233AA36-4089-BB72-B06C-3C4386179783}"/>
                      </a:ext>
                    </a:extLst>
                  </p:cNvPr>
                  <p:cNvSpPr/>
                  <p:nvPr/>
                </p:nvSpPr>
                <p:spPr>
                  <a:xfrm>
                    <a:off x="2760873" y="3971411"/>
                    <a:ext cx="365760" cy="36576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A6014DD7-04C2-1A81-01E9-62BE97D925DA}"/>
                  </a:ext>
                </a:extLst>
              </p:cNvPr>
              <p:cNvSpPr/>
              <p:nvPr/>
            </p:nvSpPr>
            <p:spPr>
              <a:xfrm rot="5400000">
                <a:off x="5282331" y="2411780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9FEB32E-BD9E-37BA-4A2E-BC5A06C56793}"/>
                  </a:ext>
                </a:extLst>
              </p:cNvPr>
              <p:cNvSpPr/>
              <p:nvPr/>
            </p:nvSpPr>
            <p:spPr>
              <a:xfrm>
                <a:off x="4859109" y="2354503"/>
                <a:ext cx="155305" cy="155305"/>
              </a:xfrm>
              <a:prstGeom prst="rect">
                <a:avLst/>
              </a:prstGeom>
              <a:solidFill>
                <a:srgbClr val="F4B183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CB5392-1FDF-3DD5-38B4-0073A5D5529C}"/>
                  </a:ext>
                </a:extLst>
              </p:cNvPr>
              <p:cNvSpPr/>
              <p:nvPr/>
            </p:nvSpPr>
            <p:spPr>
              <a:xfrm>
                <a:off x="4904650" y="2402470"/>
                <a:ext cx="50644" cy="5064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1606B41B-50CC-7CE9-CEF9-7F43783C3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26752" y="2279010"/>
                <a:ext cx="327979" cy="286981"/>
              </a:xfrm>
              <a:prstGeom prst="rect">
                <a:avLst/>
              </a:prstGeom>
              <a:effectLst>
                <a:outerShdw blurRad="25400" dist="254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F4A92B52-238F-F07A-6D8A-9E269475EEC0}"/>
                  </a:ext>
                </a:extLst>
              </p:cNvPr>
              <p:cNvSpPr/>
              <p:nvPr/>
            </p:nvSpPr>
            <p:spPr>
              <a:xfrm rot="5400000">
                <a:off x="2601389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4" name="Cube 23">
                <a:extLst>
                  <a:ext uri="{FF2B5EF4-FFF2-40B4-BE49-F238E27FC236}">
                    <a16:creationId xmlns:a16="http://schemas.microsoft.com/office/drawing/2014/main" id="{B364D616-A150-F45A-A2C4-D29A12085AF5}"/>
                  </a:ext>
                </a:extLst>
              </p:cNvPr>
              <p:cNvSpPr/>
              <p:nvPr/>
            </p:nvSpPr>
            <p:spPr>
              <a:xfrm flipH="1">
                <a:off x="3004624" y="1908445"/>
                <a:ext cx="844178" cy="847147"/>
              </a:xfrm>
              <a:prstGeom prst="cube">
                <a:avLst>
                  <a:gd name="adj" fmla="val 8633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E184BA90-1C34-AA80-1931-1E1680829286}"/>
                  </a:ext>
                </a:extLst>
              </p:cNvPr>
              <p:cNvSpPr/>
              <p:nvPr/>
            </p:nvSpPr>
            <p:spPr>
              <a:xfrm rot="5400000">
                <a:off x="3976061" y="2341329"/>
                <a:ext cx="130229" cy="93663"/>
              </a:xfrm>
              <a:prstGeom prst="triangle">
                <a:avLst/>
              </a:prstGeom>
              <a:solidFill>
                <a:srgbClr val="F8C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893E28-20E3-2AAC-D846-387B320966A9}"/>
                </a:ext>
              </a:extLst>
            </p:cNvPr>
            <p:cNvSpPr/>
            <p:nvPr/>
          </p:nvSpPr>
          <p:spPr>
            <a:xfrm>
              <a:off x="101177" y="827904"/>
              <a:ext cx="11768612" cy="45000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CNN Auto-encoder-decoder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4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0399847-EE6E-A533-4C37-1D8337757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525"/>
            <a:ext cx="12192000" cy="556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975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_diff_smile.jpg">
            <a:extLst>
              <a:ext uri="{FF2B5EF4-FFF2-40B4-BE49-F238E27FC236}">
                <a16:creationId xmlns:a16="http://schemas.microsoft.com/office/drawing/2014/main" id="{ED46AE5C-0428-51EF-C753-9D6BBCBA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720" y="2051771"/>
            <a:ext cx="9260979" cy="289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409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compression</a:t>
            </a:r>
          </a:p>
          <a:p>
            <a:r>
              <a:rPr lang="en-US" dirty="0"/>
              <a:t>Image search</a:t>
            </a:r>
          </a:p>
          <a:p>
            <a:r>
              <a:rPr lang="en-US" dirty="0"/>
              <a:t>Topic modeling</a:t>
            </a:r>
          </a:p>
          <a:p>
            <a:r>
              <a:rPr lang="en-US" dirty="0"/>
              <a:t>Image coloring</a:t>
            </a:r>
          </a:p>
          <a:p>
            <a:r>
              <a:rPr lang="en-US" dirty="0"/>
              <a:t>Translation</a:t>
            </a:r>
          </a:p>
          <a:p>
            <a:r>
              <a:rPr lang="en-US" dirty="0"/>
              <a:t>Generative AI</a:t>
            </a:r>
          </a:p>
          <a:p>
            <a:r>
              <a:rPr lang="en-US" dirty="0"/>
              <a:t>Anomaly detection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7089646-92A4-371E-79BE-3C9ACEE0A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458" y="1935016"/>
            <a:ext cx="6543368" cy="29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860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>
            <a:spLocks noGrp="1"/>
          </p:cNvSpPr>
          <p:nvPr>
            <p:ph type="title"/>
          </p:nvPr>
        </p:nvSpPr>
        <p:spPr>
          <a:xfrm>
            <a:off x="553721" y="703918"/>
            <a:ext cx="6580130" cy="68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AUTOENCODER FLAVORS</a:t>
            </a:r>
            <a:endParaRPr/>
          </a:p>
        </p:txBody>
      </p:sp>
      <p:pic>
        <p:nvPicPr>
          <p:cNvPr id="509" name="Google Shape;509;p65" descr="https://wikidocs.net/images/page/3413/denoisingAE.png"/>
          <p:cNvPicPr preferRelativeResize="0"/>
          <p:nvPr/>
        </p:nvPicPr>
        <p:blipFill rotWithShape="1">
          <a:blip r:embed="rId3">
            <a:alphaModFix/>
          </a:blip>
          <a:srcRect r="29155"/>
          <a:stretch/>
        </p:blipFill>
        <p:spPr>
          <a:xfrm>
            <a:off x="7342130" y="1314814"/>
            <a:ext cx="3173470" cy="3125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5" descr="denoised digi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6833" y="4612008"/>
            <a:ext cx="6350000" cy="1608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17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 txBox="1">
            <a:spLocks/>
          </p:cNvSpPr>
          <p:nvPr/>
        </p:nvSpPr>
        <p:spPr>
          <a:xfrm>
            <a:off x="498348" y="521208"/>
            <a:ext cx="9976104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Generative Adversarial Networks (GANs)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D00E04-E509-4AC0-BE24-E79169DDD4B1}"/>
              </a:ext>
            </a:extLst>
          </p:cNvPr>
          <p:cNvGrpSpPr/>
          <p:nvPr/>
        </p:nvGrpSpPr>
        <p:grpSpPr>
          <a:xfrm>
            <a:off x="7391924" y="2574703"/>
            <a:ext cx="1675011" cy="1793102"/>
            <a:chOff x="6242862" y="1955578"/>
            <a:chExt cx="2036417" cy="20137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F99E3B-39D9-4F1A-8879-18B36A61B51D}"/>
                </a:ext>
              </a:extLst>
            </p:cNvPr>
            <p:cNvSpPr/>
            <p:nvPr/>
          </p:nvSpPr>
          <p:spPr>
            <a:xfrm>
              <a:off x="6242862" y="1955578"/>
              <a:ext cx="2036417" cy="20137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Discriminator</a:t>
              </a:r>
            </a:p>
          </p:txBody>
        </p:sp>
        <p:sp>
          <p:nvSpPr>
            <p:cNvPr id="5" name="Google Shape;219;p33">
              <a:extLst>
                <a:ext uri="{FF2B5EF4-FFF2-40B4-BE49-F238E27FC236}">
                  <a16:creationId xmlns:a16="http://schemas.microsoft.com/office/drawing/2014/main" id="{C2839616-52E6-4269-8E8B-9A4A24F3158E}"/>
                </a:ext>
              </a:extLst>
            </p:cNvPr>
            <p:cNvSpPr/>
            <p:nvPr/>
          </p:nvSpPr>
          <p:spPr>
            <a:xfrm>
              <a:off x="6543839" y="2521048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19;p33">
              <a:extLst>
                <a:ext uri="{FF2B5EF4-FFF2-40B4-BE49-F238E27FC236}">
                  <a16:creationId xmlns:a16="http://schemas.microsoft.com/office/drawing/2014/main" id="{27FF13F0-1AF2-411F-8179-12463945267B}"/>
                </a:ext>
              </a:extLst>
            </p:cNvPr>
            <p:cNvSpPr/>
            <p:nvPr/>
          </p:nvSpPr>
          <p:spPr>
            <a:xfrm>
              <a:off x="6543839" y="2962853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219;p33">
              <a:extLst>
                <a:ext uri="{FF2B5EF4-FFF2-40B4-BE49-F238E27FC236}">
                  <a16:creationId xmlns:a16="http://schemas.microsoft.com/office/drawing/2014/main" id="{B617B33D-E5A6-4EBA-BD4B-2A0DBEC7DF62}"/>
                </a:ext>
              </a:extLst>
            </p:cNvPr>
            <p:cNvSpPr/>
            <p:nvPr/>
          </p:nvSpPr>
          <p:spPr>
            <a:xfrm>
              <a:off x="6543839" y="3396290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19;p33">
              <a:extLst>
                <a:ext uri="{FF2B5EF4-FFF2-40B4-BE49-F238E27FC236}">
                  <a16:creationId xmlns:a16="http://schemas.microsoft.com/office/drawing/2014/main" id="{50D3B270-76A8-409A-8E97-08B052FA2B6C}"/>
                </a:ext>
              </a:extLst>
            </p:cNvPr>
            <p:cNvSpPr/>
            <p:nvPr/>
          </p:nvSpPr>
          <p:spPr>
            <a:xfrm>
              <a:off x="7608062" y="2521048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19;p33">
              <a:extLst>
                <a:ext uri="{FF2B5EF4-FFF2-40B4-BE49-F238E27FC236}">
                  <a16:creationId xmlns:a16="http://schemas.microsoft.com/office/drawing/2014/main" id="{D9471A26-34C1-45FD-8531-CA8B0F23A0E7}"/>
                </a:ext>
              </a:extLst>
            </p:cNvPr>
            <p:cNvSpPr/>
            <p:nvPr/>
          </p:nvSpPr>
          <p:spPr>
            <a:xfrm>
              <a:off x="7608062" y="2962853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19;p33">
              <a:extLst>
                <a:ext uri="{FF2B5EF4-FFF2-40B4-BE49-F238E27FC236}">
                  <a16:creationId xmlns:a16="http://schemas.microsoft.com/office/drawing/2014/main" id="{CC8124D6-0ABB-4518-9CF4-25BFDEF365AE}"/>
                </a:ext>
              </a:extLst>
            </p:cNvPr>
            <p:cNvSpPr/>
            <p:nvPr/>
          </p:nvSpPr>
          <p:spPr>
            <a:xfrm>
              <a:off x="7608062" y="3396290"/>
              <a:ext cx="361395" cy="35919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D249B6B-D4D2-4B1A-A296-0AC81D80A86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6905234" y="2700645"/>
              <a:ext cx="702828" cy="875242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027CB5-9277-47AA-B525-E86EC63F8A50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 flipV="1">
              <a:off x="6905234" y="3142450"/>
              <a:ext cx="702828" cy="433437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DA6828-1BE3-43B8-9BED-15F8D42AB2CE}"/>
                </a:ext>
              </a:extLst>
            </p:cNvPr>
            <p:cNvCxnSpPr>
              <a:cxnSpLocks/>
              <a:stCxn id="7" idx="6"/>
              <a:endCxn id="10" idx="2"/>
            </p:cNvCxnSpPr>
            <p:nvPr/>
          </p:nvCxnSpPr>
          <p:spPr>
            <a:xfrm>
              <a:off x="6905234" y="3575887"/>
              <a:ext cx="702828" cy="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FEBC5F-F39B-4E32-AC48-0F0521F06845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>
              <a:off x="6905234" y="2700645"/>
              <a:ext cx="702828" cy="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2CA724-AA22-48C0-8F7C-0E6A1AE377E1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>
              <a:off x="6905234" y="2700645"/>
              <a:ext cx="702828" cy="441805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EBB4AB6-441B-48B0-BB39-D5064C053570}"/>
                </a:ext>
              </a:extLst>
            </p:cNvPr>
            <p:cNvCxnSpPr>
              <a:cxnSpLocks/>
              <a:stCxn id="5" idx="6"/>
              <a:endCxn id="10" idx="2"/>
            </p:cNvCxnSpPr>
            <p:nvPr/>
          </p:nvCxnSpPr>
          <p:spPr>
            <a:xfrm>
              <a:off x="6905234" y="2700645"/>
              <a:ext cx="702828" cy="875242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C852D2-406D-40A0-968A-CA7EDDA01CAD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 flipV="1">
              <a:off x="6905234" y="2700645"/>
              <a:ext cx="702828" cy="441805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85572C3-37AA-4A4D-8277-8DDF385DCE09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6905234" y="3142450"/>
              <a:ext cx="702828" cy="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9862E0E-6041-4783-827E-3C1419FCA1DD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6905234" y="3142450"/>
              <a:ext cx="702828" cy="433437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 descr="Abstract green background with triangles">
            <a:extLst>
              <a:ext uri="{FF2B5EF4-FFF2-40B4-BE49-F238E27FC236}">
                <a16:creationId xmlns:a16="http://schemas.microsoft.com/office/drawing/2014/main" id="{6F84B01E-D2A6-4AC3-B21F-C636F2DE1C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915" y="1518688"/>
            <a:ext cx="1536192" cy="1062869"/>
          </a:xfrm>
          <a:prstGeom prst="rect">
            <a:avLst/>
          </a:prstGeom>
        </p:spPr>
      </p:pic>
      <p:pic>
        <p:nvPicPr>
          <p:cNvPr id="21" name="Picture 20" descr="Textured wall orange and red abstract background">
            <a:extLst>
              <a:ext uri="{FF2B5EF4-FFF2-40B4-BE49-F238E27FC236}">
                <a16:creationId xmlns:a16="http://schemas.microsoft.com/office/drawing/2014/main" id="{BED8A4A4-2585-4F1A-845C-C1E7D32CEE2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208" y="1692383"/>
            <a:ext cx="1536192" cy="1023876"/>
          </a:xfrm>
          <a:prstGeom prst="rect">
            <a:avLst/>
          </a:prstGeom>
        </p:spPr>
      </p:pic>
      <p:pic>
        <p:nvPicPr>
          <p:cNvPr id="22" name="Picture 21" descr="Abstract watercolor background">
            <a:extLst>
              <a:ext uri="{FF2B5EF4-FFF2-40B4-BE49-F238E27FC236}">
                <a16:creationId xmlns:a16="http://schemas.microsoft.com/office/drawing/2014/main" id="{910ADA5A-F85D-42C4-9016-A0DEA89742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8501" y="1827085"/>
            <a:ext cx="1536192" cy="1143140"/>
          </a:xfrm>
          <a:prstGeom prst="rect">
            <a:avLst/>
          </a:prstGeom>
        </p:spPr>
      </p:pic>
      <p:pic>
        <p:nvPicPr>
          <p:cNvPr id="23" name="Picture 22" descr="Colorful paper stripes">
            <a:extLst>
              <a:ext uri="{FF2B5EF4-FFF2-40B4-BE49-F238E27FC236}">
                <a16:creationId xmlns:a16="http://schemas.microsoft.com/office/drawing/2014/main" id="{7B3E8115-504F-45B1-B909-3EE9558C7E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7794" y="2081051"/>
            <a:ext cx="1536192" cy="1023876"/>
          </a:xfrm>
          <a:prstGeom prst="rect">
            <a:avLst/>
          </a:prstGeom>
        </p:spPr>
      </p:pic>
      <p:pic>
        <p:nvPicPr>
          <p:cNvPr id="24" name="Picture 23" descr="Orange and yellow paper stripes in a wave shape">
            <a:extLst>
              <a:ext uri="{FF2B5EF4-FFF2-40B4-BE49-F238E27FC236}">
                <a16:creationId xmlns:a16="http://schemas.microsoft.com/office/drawing/2014/main" id="{CBBC2ABE-8DAD-4059-96A9-F3A59E2D87E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7089" y="2215752"/>
            <a:ext cx="1536192" cy="102238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AFFF5FE-FC93-49CC-9F71-7DF885B26946}"/>
              </a:ext>
            </a:extLst>
          </p:cNvPr>
          <p:cNvGrpSpPr/>
          <p:nvPr/>
        </p:nvGrpSpPr>
        <p:grpSpPr>
          <a:xfrm>
            <a:off x="2703714" y="3765497"/>
            <a:ext cx="1675011" cy="1793102"/>
            <a:chOff x="6242862" y="1955578"/>
            <a:chExt cx="2036417" cy="201375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B888EA-A7A0-483C-87FE-D3E8D12EDF64}"/>
                </a:ext>
              </a:extLst>
            </p:cNvPr>
            <p:cNvSpPr/>
            <p:nvPr/>
          </p:nvSpPr>
          <p:spPr>
            <a:xfrm>
              <a:off x="6242862" y="1955578"/>
              <a:ext cx="2036417" cy="20137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Generator</a:t>
              </a:r>
            </a:p>
          </p:txBody>
        </p:sp>
        <p:sp>
          <p:nvSpPr>
            <p:cNvPr id="27" name="Google Shape;219;p33">
              <a:extLst>
                <a:ext uri="{FF2B5EF4-FFF2-40B4-BE49-F238E27FC236}">
                  <a16:creationId xmlns:a16="http://schemas.microsoft.com/office/drawing/2014/main" id="{CEBD8100-1A61-4F7F-9E69-CBA435077F89}"/>
                </a:ext>
              </a:extLst>
            </p:cNvPr>
            <p:cNvSpPr/>
            <p:nvPr/>
          </p:nvSpPr>
          <p:spPr>
            <a:xfrm>
              <a:off x="6543839" y="2521048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19;p33">
              <a:extLst>
                <a:ext uri="{FF2B5EF4-FFF2-40B4-BE49-F238E27FC236}">
                  <a16:creationId xmlns:a16="http://schemas.microsoft.com/office/drawing/2014/main" id="{4E881174-A48A-4879-838B-5268538A5245}"/>
                </a:ext>
              </a:extLst>
            </p:cNvPr>
            <p:cNvSpPr/>
            <p:nvPr/>
          </p:nvSpPr>
          <p:spPr>
            <a:xfrm>
              <a:off x="6543839" y="2962853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19;p33">
              <a:extLst>
                <a:ext uri="{FF2B5EF4-FFF2-40B4-BE49-F238E27FC236}">
                  <a16:creationId xmlns:a16="http://schemas.microsoft.com/office/drawing/2014/main" id="{8067D0D4-8932-4D95-A7E1-B877613F962D}"/>
                </a:ext>
              </a:extLst>
            </p:cNvPr>
            <p:cNvSpPr/>
            <p:nvPr/>
          </p:nvSpPr>
          <p:spPr>
            <a:xfrm>
              <a:off x="6543839" y="3396290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219;p33">
              <a:extLst>
                <a:ext uri="{FF2B5EF4-FFF2-40B4-BE49-F238E27FC236}">
                  <a16:creationId xmlns:a16="http://schemas.microsoft.com/office/drawing/2014/main" id="{4ED4B5BD-BEE6-41F4-8921-C42A706822C1}"/>
                </a:ext>
              </a:extLst>
            </p:cNvPr>
            <p:cNvSpPr/>
            <p:nvPr/>
          </p:nvSpPr>
          <p:spPr>
            <a:xfrm>
              <a:off x="7608062" y="2521048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19;p33">
              <a:extLst>
                <a:ext uri="{FF2B5EF4-FFF2-40B4-BE49-F238E27FC236}">
                  <a16:creationId xmlns:a16="http://schemas.microsoft.com/office/drawing/2014/main" id="{830B6A98-8F14-43A8-94AC-1F84F4EC0259}"/>
                </a:ext>
              </a:extLst>
            </p:cNvPr>
            <p:cNvSpPr/>
            <p:nvPr/>
          </p:nvSpPr>
          <p:spPr>
            <a:xfrm>
              <a:off x="7608062" y="2962853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19;p33">
              <a:extLst>
                <a:ext uri="{FF2B5EF4-FFF2-40B4-BE49-F238E27FC236}">
                  <a16:creationId xmlns:a16="http://schemas.microsoft.com/office/drawing/2014/main" id="{129E7CEE-5A23-4E60-A857-5CAD469EB2B8}"/>
                </a:ext>
              </a:extLst>
            </p:cNvPr>
            <p:cNvSpPr/>
            <p:nvPr/>
          </p:nvSpPr>
          <p:spPr>
            <a:xfrm>
              <a:off x="7608062" y="3396290"/>
              <a:ext cx="361395" cy="35919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38075" tIns="19000" rIns="38075" bIns="190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FB677DB-A475-4AC2-A2BD-B1DBF7CBCDF7}"/>
                </a:ext>
              </a:extLst>
            </p:cNvPr>
            <p:cNvCxnSpPr>
              <a:cxnSpLocks/>
              <a:stCxn id="29" idx="6"/>
              <a:endCxn id="30" idx="2"/>
            </p:cNvCxnSpPr>
            <p:nvPr/>
          </p:nvCxnSpPr>
          <p:spPr>
            <a:xfrm flipV="1">
              <a:off x="6905234" y="2700645"/>
              <a:ext cx="702828" cy="875242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5764FE9-E980-45BB-89B8-C681BA5C4C05}"/>
                </a:ext>
              </a:extLst>
            </p:cNvPr>
            <p:cNvCxnSpPr>
              <a:cxnSpLocks/>
              <a:stCxn id="29" idx="6"/>
              <a:endCxn id="31" idx="2"/>
            </p:cNvCxnSpPr>
            <p:nvPr/>
          </p:nvCxnSpPr>
          <p:spPr>
            <a:xfrm flipV="1">
              <a:off x="6905234" y="3142450"/>
              <a:ext cx="702828" cy="433437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40AE76-4D58-4057-B328-FFD0D40BD912}"/>
                </a:ext>
              </a:extLst>
            </p:cNvPr>
            <p:cNvCxnSpPr>
              <a:cxnSpLocks/>
              <a:stCxn id="29" idx="6"/>
              <a:endCxn id="32" idx="2"/>
            </p:cNvCxnSpPr>
            <p:nvPr/>
          </p:nvCxnSpPr>
          <p:spPr>
            <a:xfrm>
              <a:off x="6905234" y="3575887"/>
              <a:ext cx="702828" cy="0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4C52FCD-876A-4703-895B-B8D42970E9A4}"/>
                </a:ext>
              </a:extLst>
            </p:cNvPr>
            <p:cNvCxnSpPr>
              <a:cxnSpLocks/>
              <a:stCxn id="27" idx="6"/>
              <a:endCxn id="30" idx="2"/>
            </p:cNvCxnSpPr>
            <p:nvPr/>
          </p:nvCxnSpPr>
          <p:spPr>
            <a:xfrm>
              <a:off x="6905234" y="2700645"/>
              <a:ext cx="702828" cy="0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1172372-3465-485D-9F72-3E33EB85870A}"/>
                </a:ext>
              </a:extLst>
            </p:cNvPr>
            <p:cNvCxnSpPr>
              <a:cxnSpLocks/>
              <a:stCxn id="27" idx="6"/>
              <a:endCxn id="31" idx="2"/>
            </p:cNvCxnSpPr>
            <p:nvPr/>
          </p:nvCxnSpPr>
          <p:spPr>
            <a:xfrm>
              <a:off x="6905234" y="2700645"/>
              <a:ext cx="702828" cy="441805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80164F-18DD-4207-BD02-05423D0B048A}"/>
                </a:ext>
              </a:extLst>
            </p:cNvPr>
            <p:cNvCxnSpPr>
              <a:cxnSpLocks/>
              <a:stCxn id="27" idx="6"/>
              <a:endCxn id="32" idx="2"/>
            </p:cNvCxnSpPr>
            <p:nvPr/>
          </p:nvCxnSpPr>
          <p:spPr>
            <a:xfrm>
              <a:off x="6905234" y="2700645"/>
              <a:ext cx="702828" cy="875242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1056DE-092B-4B8E-BE3A-2A321F0648E3}"/>
                </a:ext>
              </a:extLst>
            </p:cNvPr>
            <p:cNvCxnSpPr>
              <a:cxnSpLocks/>
              <a:stCxn id="28" idx="6"/>
              <a:endCxn id="30" idx="2"/>
            </p:cNvCxnSpPr>
            <p:nvPr/>
          </p:nvCxnSpPr>
          <p:spPr>
            <a:xfrm flipV="1">
              <a:off x="6905234" y="2700645"/>
              <a:ext cx="702828" cy="441805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C7345E-436D-43D4-B54F-01A6D0C3B3F0}"/>
                </a:ext>
              </a:extLst>
            </p:cNvPr>
            <p:cNvCxnSpPr>
              <a:cxnSpLocks/>
              <a:stCxn id="28" idx="6"/>
              <a:endCxn id="31" idx="2"/>
            </p:cNvCxnSpPr>
            <p:nvPr/>
          </p:nvCxnSpPr>
          <p:spPr>
            <a:xfrm>
              <a:off x="6905234" y="3142450"/>
              <a:ext cx="702828" cy="0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DAB80E7-E04D-4183-9BA9-5BEED321CC0D}"/>
                </a:ext>
              </a:extLst>
            </p:cNvPr>
            <p:cNvCxnSpPr>
              <a:cxnSpLocks/>
              <a:stCxn id="28" idx="6"/>
              <a:endCxn id="32" idx="2"/>
            </p:cNvCxnSpPr>
            <p:nvPr/>
          </p:nvCxnSpPr>
          <p:spPr>
            <a:xfrm>
              <a:off x="6905234" y="3142450"/>
              <a:ext cx="702828" cy="433437"/>
            </a:xfrm>
            <a:prstGeom prst="line">
              <a:avLst/>
            </a:prstGeom>
            <a:grp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993C736-5060-4EA8-91D6-5DDCB5AB8B7B}"/>
              </a:ext>
            </a:extLst>
          </p:cNvPr>
          <p:cNvSpPr/>
          <p:nvPr/>
        </p:nvSpPr>
        <p:spPr>
          <a:xfrm>
            <a:off x="5769839" y="2574703"/>
            <a:ext cx="1153506" cy="773022"/>
          </a:xfrm>
          <a:prstGeom prst="rect">
            <a:avLst/>
          </a:prstGeom>
          <a:solidFill>
            <a:srgbClr val="E7FFBE"/>
          </a:solidFill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Real Images</a:t>
            </a:r>
          </a:p>
        </p:txBody>
      </p:sp>
      <p:pic>
        <p:nvPicPr>
          <p:cNvPr id="43" name="Picture 42" descr="Sheets of blue paper in a circle  close up">
            <a:extLst>
              <a:ext uri="{FF2B5EF4-FFF2-40B4-BE49-F238E27FC236}">
                <a16:creationId xmlns:a16="http://schemas.microsoft.com/office/drawing/2014/main" id="{44CA6676-6136-4EAD-93EE-01E2A31FC837}"/>
              </a:ext>
            </a:extLst>
          </p:cNvPr>
          <p:cNvPicPr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1815" y="3872074"/>
            <a:ext cx="1536192" cy="1024128"/>
          </a:xfrm>
          <a:prstGeom prst="rect">
            <a:avLst/>
          </a:prstGeom>
        </p:spPr>
      </p:pic>
      <p:pic>
        <p:nvPicPr>
          <p:cNvPr id="44" name="Picture 43" descr="Close-up blur of colorful street lights">
            <a:extLst>
              <a:ext uri="{FF2B5EF4-FFF2-40B4-BE49-F238E27FC236}">
                <a16:creationId xmlns:a16="http://schemas.microsoft.com/office/drawing/2014/main" id="{40CBB24D-C2F7-4FA4-970D-7B58047BCD35}"/>
              </a:ext>
            </a:extLst>
          </p:cNvPr>
          <p:cNvPicPr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0634" y="4022074"/>
            <a:ext cx="1536192" cy="1024128"/>
          </a:xfrm>
          <a:prstGeom prst="rect">
            <a:avLst/>
          </a:prstGeom>
        </p:spPr>
      </p:pic>
      <p:pic>
        <p:nvPicPr>
          <p:cNvPr id="45" name="Picture 44" descr="Abstract smoke background">
            <a:extLst>
              <a:ext uri="{FF2B5EF4-FFF2-40B4-BE49-F238E27FC236}">
                <a16:creationId xmlns:a16="http://schemas.microsoft.com/office/drawing/2014/main" id="{EB72A9BA-570A-49EA-8B43-F47A475A2E14}"/>
              </a:ext>
            </a:extLst>
          </p:cNvPr>
          <p:cNvPicPr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9453" y="4172074"/>
            <a:ext cx="1536192" cy="1024128"/>
          </a:xfrm>
          <a:prstGeom prst="rect">
            <a:avLst/>
          </a:prstGeom>
        </p:spPr>
      </p:pic>
      <p:pic>
        <p:nvPicPr>
          <p:cNvPr id="46" name="Picture 45" descr="Paint splash on a white background">
            <a:extLst>
              <a:ext uri="{FF2B5EF4-FFF2-40B4-BE49-F238E27FC236}">
                <a16:creationId xmlns:a16="http://schemas.microsoft.com/office/drawing/2014/main" id="{C419D256-4BE9-4461-9373-20CE70F46F0D}"/>
              </a:ext>
            </a:extLst>
          </p:cNvPr>
          <p:cNvPicPr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8271" y="4322074"/>
            <a:ext cx="1536192" cy="1024128"/>
          </a:xfrm>
          <a:prstGeom prst="rect">
            <a:avLst/>
          </a:prstGeom>
        </p:spPr>
      </p:pic>
      <p:pic>
        <p:nvPicPr>
          <p:cNvPr id="47" name="Picture 46" descr="Abstract seamless pattern of white lines on a red background">
            <a:extLst>
              <a:ext uri="{FF2B5EF4-FFF2-40B4-BE49-F238E27FC236}">
                <a16:creationId xmlns:a16="http://schemas.microsoft.com/office/drawing/2014/main" id="{0AB0C3FE-3644-49EF-9DEA-EF934ED9F252}"/>
              </a:ext>
            </a:extLst>
          </p:cNvPr>
          <p:cNvPicPr>
            <a:picLocks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7089" y="4472074"/>
            <a:ext cx="1536192" cy="1024128"/>
          </a:xfrm>
          <a:prstGeom prst="rect">
            <a:avLst/>
          </a:prstGeom>
        </p:spPr>
      </p:pic>
      <p:sp>
        <p:nvSpPr>
          <p:cNvPr id="48" name="Right Brace 47">
            <a:extLst>
              <a:ext uri="{FF2B5EF4-FFF2-40B4-BE49-F238E27FC236}">
                <a16:creationId xmlns:a16="http://schemas.microsoft.com/office/drawing/2014/main" id="{47099E34-EE39-4824-8851-D6B416F23876}"/>
              </a:ext>
            </a:extLst>
          </p:cNvPr>
          <p:cNvSpPr/>
          <p:nvPr/>
        </p:nvSpPr>
        <p:spPr>
          <a:xfrm>
            <a:off x="7013496" y="1518689"/>
            <a:ext cx="264095" cy="3977514"/>
          </a:xfrm>
          <a:prstGeom prst="rightBrace">
            <a:avLst>
              <a:gd name="adj1" fmla="val 0"/>
              <a:gd name="adj2" fmla="val 50000"/>
            </a:avLst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D083DA-01C2-4DCE-8F0C-8547A8AAAAC0}"/>
              </a:ext>
            </a:extLst>
          </p:cNvPr>
          <p:cNvSpPr/>
          <p:nvPr/>
        </p:nvSpPr>
        <p:spPr>
          <a:xfrm>
            <a:off x="5785663" y="4834274"/>
            <a:ext cx="1153506" cy="773022"/>
          </a:xfrm>
          <a:prstGeom prst="rect">
            <a:avLst/>
          </a:prstGeom>
          <a:solidFill>
            <a:srgbClr val="CEDDFA"/>
          </a:solidFill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Fake Images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2200B22-CB76-4F4E-98DF-FF37BF6DCC4C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378725" y="4662048"/>
            <a:ext cx="291418" cy="356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82F949-9F87-48E0-A466-4ACEFDC9ADBD}"/>
              </a:ext>
            </a:extLst>
          </p:cNvPr>
          <p:cNvCxnSpPr>
            <a:cxnSpLocks/>
            <a:stCxn id="4" idx="3"/>
            <a:endCxn id="53" idx="1"/>
          </p:cNvCxnSpPr>
          <p:nvPr/>
        </p:nvCxnSpPr>
        <p:spPr>
          <a:xfrm>
            <a:off x="9066935" y="3471254"/>
            <a:ext cx="355889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9AEC4B3-4B1E-46D7-82E8-D524FB018BC6}"/>
              </a:ext>
            </a:extLst>
          </p:cNvPr>
          <p:cNvGrpSpPr/>
          <p:nvPr/>
        </p:nvGrpSpPr>
        <p:grpSpPr>
          <a:xfrm>
            <a:off x="9422824" y="2196520"/>
            <a:ext cx="1153506" cy="2549467"/>
            <a:chOff x="9260899" y="1941226"/>
            <a:chExt cx="1153506" cy="254946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C68861-A404-403C-AD8F-626C59B1B93D}"/>
                </a:ext>
              </a:extLst>
            </p:cNvPr>
            <p:cNvSpPr/>
            <p:nvPr/>
          </p:nvSpPr>
          <p:spPr>
            <a:xfrm>
              <a:off x="9260899" y="1941226"/>
              <a:ext cx="1153506" cy="254946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Prediction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244D40D-8493-462E-BD56-53DBC56C2599}"/>
                </a:ext>
              </a:extLst>
            </p:cNvPr>
            <p:cNvSpPr/>
            <p:nvPr/>
          </p:nvSpPr>
          <p:spPr>
            <a:xfrm>
              <a:off x="9354660" y="2269012"/>
              <a:ext cx="965984" cy="9659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Real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D0215C3-86DE-424C-AF4A-61196E0BCADE}"/>
                </a:ext>
              </a:extLst>
            </p:cNvPr>
            <p:cNvSpPr/>
            <p:nvPr/>
          </p:nvSpPr>
          <p:spPr>
            <a:xfrm>
              <a:off x="9357000" y="3350425"/>
              <a:ext cx="965984" cy="96598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Fake</a:t>
              </a:r>
            </a:p>
          </p:txBody>
        </p:sp>
        <p:pic>
          <p:nvPicPr>
            <p:cNvPr id="56" name="Graphic 195" descr="Checkmark">
              <a:extLst>
                <a:ext uri="{FF2B5EF4-FFF2-40B4-BE49-F238E27FC236}">
                  <a16:creationId xmlns:a16="http://schemas.microsoft.com/office/drawing/2014/main" id="{C2903F5D-CF76-4081-AFAD-21978B869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16547" y="2302394"/>
              <a:ext cx="642209" cy="642209"/>
            </a:xfrm>
            <a:prstGeom prst="rect">
              <a:avLst/>
            </a:prstGeom>
          </p:spPr>
        </p:pic>
        <p:pic>
          <p:nvPicPr>
            <p:cNvPr id="57" name="Graphic 199" descr="Close">
              <a:extLst>
                <a:ext uri="{FF2B5EF4-FFF2-40B4-BE49-F238E27FC236}">
                  <a16:creationId xmlns:a16="http://schemas.microsoft.com/office/drawing/2014/main" id="{8A8812E6-EE5C-4647-A551-536B57459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480742" y="3369190"/>
              <a:ext cx="713819" cy="713819"/>
            </a:xfrm>
            <a:prstGeom prst="rect">
              <a:avLst/>
            </a:prstGeom>
          </p:spPr>
        </p:pic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B20D5929-6991-49BB-92F3-DD446EA365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599426" y="3547737"/>
            <a:ext cx="1066800" cy="16002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D855A87-28EA-4D8B-91D1-AC5563A95D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762011" y="3704022"/>
            <a:ext cx="1066800" cy="16002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78FB9D5-FEA6-4AE6-828E-0DABB921FC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916518" y="3951782"/>
            <a:ext cx="1066800" cy="1600200"/>
          </a:xfrm>
          <a:prstGeom prst="rect">
            <a:avLst/>
          </a:prstGeom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3A153E-419E-4DB5-8825-A005ED18E414}"/>
              </a:ext>
            </a:extLst>
          </p:cNvPr>
          <p:cNvCxnSpPr>
            <a:cxnSpLocks/>
          </p:cNvCxnSpPr>
          <p:nvPr/>
        </p:nvCxnSpPr>
        <p:spPr>
          <a:xfrm>
            <a:off x="2247648" y="4661692"/>
            <a:ext cx="291418" cy="356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3124B323-9A4B-4316-B490-4C9657A9355C}"/>
              </a:ext>
            </a:extLst>
          </p:cNvPr>
          <p:cNvSpPr/>
          <p:nvPr/>
        </p:nvSpPr>
        <p:spPr>
          <a:xfrm>
            <a:off x="958049" y="4794126"/>
            <a:ext cx="1153506" cy="7730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B04A1E1-ADD1-D4F4-A4C2-759346EEF8DC}"/>
                  </a:ext>
                </a:extLst>
              </p:cNvPr>
              <p:cNvSpPr txBox="1"/>
              <p:nvPr/>
            </p:nvSpPr>
            <p:spPr>
              <a:xfrm>
                <a:off x="1912002" y="5946671"/>
                <a:ext cx="7419147" cy="592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⁡(1−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)))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B04A1E1-ADD1-D4F4-A4C2-759346EEF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002" y="5946671"/>
                <a:ext cx="7419147" cy="59227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72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77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GAN APPLICATIONS</a:t>
            </a:r>
            <a:endParaRPr/>
          </a:p>
        </p:txBody>
      </p:sp>
      <p:pic>
        <p:nvPicPr>
          <p:cNvPr id="1679" name="Google Shape;1679;p7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7778" y="1391349"/>
            <a:ext cx="4782722" cy="233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7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165" y="1445571"/>
            <a:ext cx="4092056" cy="238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7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9377" y="3891653"/>
            <a:ext cx="3845291" cy="256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7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17" y="4071133"/>
            <a:ext cx="6753167" cy="1923111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77"/>
          <p:cNvSpPr txBox="1"/>
          <p:nvPr/>
        </p:nvSpPr>
        <p:spPr>
          <a:xfrm>
            <a:off x="3501833" y="5904444"/>
            <a:ext cx="1095667" cy="42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333" u="sng" kern="0">
                <a:solidFill>
                  <a:srgbClr val="76B900"/>
                </a:solidFill>
                <a:highlight>
                  <a:srgbClr val="FFFFFF"/>
                </a:highlight>
                <a:latin typeface="Arial"/>
                <a:cs typeface="Arial"/>
                <a:sym typeface="Arial"/>
                <a:hlinkClick r:id="rId7"/>
              </a:rPr>
              <a:t>pix2pixHD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8469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78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TRAINING THE GAN</a:t>
            </a:r>
            <a:endParaRPr/>
          </a:p>
        </p:txBody>
      </p:sp>
      <p:graphicFrame>
        <p:nvGraphicFramePr>
          <p:cNvPr id="1689" name="Google Shape;1689;p78"/>
          <p:cNvGraphicFramePr/>
          <p:nvPr/>
        </p:nvGraphicFramePr>
        <p:xfrm>
          <a:off x="1759944" y="274144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 dirty="0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 dirty="0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0" name="Google Shape;1690;p78"/>
          <p:cNvSpPr/>
          <p:nvPr/>
        </p:nvSpPr>
        <p:spPr>
          <a:xfrm>
            <a:off x="1753151" y="2212191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200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Journal Entry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78"/>
          <p:cNvSpPr/>
          <p:nvPr/>
        </p:nvSpPr>
        <p:spPr>
          <a:xfrm>
            <a:off x="4887000" y="3283333"/>
            <a:ext cx="2223667" cy="1342667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Generator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92" name="Google Shape;1692;p78"/>
          <p:cNvCxnSpPr>
            <a:endCxn id="1691" idx="1"/>
          </p:cNvCxnSpPr>
          <p:nvPr/>
        </p:nvCxnSpPr>
        <p:spPr>
          <a:xfrm rot="10800000" flipH="1">
            <a:off x="3523333" y="3954667"/>
            <a:ext cx="1363667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693" name="Google Shape;1693;p78"/>
          <p:cNvGraphicFramePr/>
          <p:nvPr/>
        </p:nvGraphicFramePr>
        <p:xfrm>
          <a:off x="8267139" y="274144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4" name="Google Shape;1694;p78"/>
          <p:cNvSpPr/>
          <p:nvPr/>
        </p:nvSpPr>
        <p:spPr>
          <a:xfrm>
            <a:off x="8260347" y="2212191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200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Journal Entry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5" name="Google Shape;1695;p78"/>
          <p:cNvCxnSpPr>
            <a:stCxn id="1691" idx="3"/>
          </p:cNvCxnSpPr>
          <p:nvPr/>
        </p:nvCxnSpPr>
        <p:spPr>
          <a:xfrm>
            <a:off x="7110667" y="3954667"/>
            <a:ext cx="114966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96" name="Google Shape;1696;p78"/>
          <p:cNvSpPr txBox="1"/>
          <p:nvPr/>
        </p:nvSpPr>
        <p:spPr>
          <a:xfrm>
            <a:off x="4940750" y="26900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 Fake Sample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7" name="Google Shape;1697;p78"/>
          <p:cNvSpPr txBox="1"/>
          <p:nvPr/>
        </p:nvSpPr>
        <p:spPr>
          <a:xfrm>
            <a:off x="8170292" y="5450306"/>
            <a:ext cx="2043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Meaningless Output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8" name="Google Shape;1698;p78"/>
          <p:cNvSpPr txBox="1"/>
          <p:nvPr/>
        </p:nvSpPr>
        <p:spPr>
          <a:xfrm>
            <a:off x="4940750" y="13125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STEP 1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7390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79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TRAINING THE GAN</a:t>
            </a:r>
            <a:endParaRPr/>
          </a:p>
        </p:txBody>
      </p:sp>
      <p:sp>
        <p:nvSpPr>
          <p:cNvPr id="1704" name="Google Shape;1704;p79"/>
          <p:cNvSpPr/>
          <p:nvPr/>
        </p:nvSpPr>
        <p:spPr>
          <a:xfrm>
            <a:off x="5048111" y="3188083"/>
            <a:ext cx="2223667" cy="1342667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Discriminator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aphicFrame>
        <p:nvGraphicFramePr>
          <p:cNvPr id="1705" name="Google Shape;1705;p79"/>
          <p:cNvGraphicFramePr/>
          <p:nvPr/>
        </p:nvGraphicFramePr>
        <p:xfrm>
          <a:off x="599055" y="132494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####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06" name="Google Shape;1706;p79"/>
          <p:cNvSpPr/>
          <p:nvPr/>
        </p:nvSpPr>
        <p:spPr>
          <a:xfrm>
            <a:off x="8196111" y="3629417"/>
            <a:ext cx="709000" cy="4600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7" name="Google Shape;1707;p79"/>
          <p:cNvGraphicFramePr/>
          <p:nvPr/>
        </p:nvGraphicFramePr>
        <p:xfrm>
          <a:off x="599044" y="3988858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http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SF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708" name="Google Shape;1708;p79"/>
          <p:cNvCxnSpPr>
            <a:endCxn id="1704" idx="1"/>
          </p:cNvCxnSpPr>
          <p:nvPr/>
        </p:nvCxnSpPr>
        <p:spPr>
          <a:xfrm>
            <a:off x="2298778" y="2401750"/>
            <a:ext cx="2749333" cy="145766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9" name="Google Shape;1709;p79"/>
          <p:cNvCxnSpPr>
            <a:endCxn id="1704" idx="1"/>
          </p:cNvCxnSpPr>
          <p:nvPr/>
        </p:nvCxnSpPr>
        <p:spPr>
          <a:xfrm rot="10800000" flipH="1">
            <a:off x="2320444" y="3859417"/>
            <a:ext cx="2727667" cy="1507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0" name="Google Shape;1710;p79"/>
          <p:cNvSpPr txBox="1"/>
          <p:nvPr/>
        </p:nvSpPr>
        <p:spPr>
          <a:xfrm rot="-5400000">
            <a:off x="-365028" y="2409167"/>
            <a:ext cx="1348000" cy="26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Generator Output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1" name="Google Shape;1711;p79"/>
          <p:cNvSpPr txBox="1"/>
          <p:nvPr/>
        </p:nvSpPr>
        <p:spPr>
          <a:xfrm rot="-5400000">
            <a:off x="-365028" y="4995417"/>
            <a:ext cx="1348000" cy="26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000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Real Data Sample</a:t>
            </a:r>
            <a:endParaRPr sz="1000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712" name="Google Shape;1712;p79"/>
          <p:cNvCxnSpPr>
            <a:stCxn id="1704" idx="3"/>
            <a:endCxn id="1706" idx="1"/>
          </p:cNvCxnSpPr>
          <p:nvPr/>
        </p:nvCxnSpPr>
        <p:spPr>
          <a:xfrm>
            <a:off x="7271778" y="3859417"/>
            <a:ext cx="92433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3" name="Google Shape;1713;p79"/>
          <p:cNvSpPr/>
          <p:nvPr/>
        </p:nvSpPr>
        <p:spPr>
          <a:xfrm>
            <a:off x="9829444" y="3336861"/>
            <a:ext cx="709000" cy="4600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79"/>
          <p:cNvSpPr/>
          <p:nvPr/>
        </p:nvSpPr>
        <p:spPr>
          <a:xfrm>
            <a:off x="9829444" y="3796861"/>
            <a:ext cx="709000" cy="4600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79"/>
          <p:cNvSpPr/>
          <p:nvPr/>
        </p:nvSpPr>
        <p:spPr>
          <a:xfrm>
            <a:off x="7755667" y="2573556"/>
            <a:ext cx="3212000" cy="2574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defTabSz="1015990">
              <a:buClr>
                <a:srgbClr val="000000"/>
              </a:buClr>
            </a:pP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16" name="Google Shape;1716;p79"/>
          <p:cNvSpPr/>
          <p:nvPr/>
        </p:nvSpPr>
        <p:spPr>
          <a:xfrm>
            <a:off x="9227305" y="3722944"/>
            <a:ext cx="394667" cy="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717" name="Google Shape;1717;p79"/>
          <p:cNvCxnSpPr>
            <a:cxnSpLocks/>
            <a:stCxn id="1715" idx="3"/>
          </p:cNvCxnSpPr>
          <p:nvPr/>
        </p:nvCxnSpPr>
        <p:spPr>
          <a:xfrm flipH="1">
            <a:off x="6106262" y="3860556"/>
            <a:ext cx="4861404" cy="1505861"/>
          </a:xfrm>
          <a:prstGeom prst="bentConnector3">
            <a:avLst>
              <a:gd name="adj1" fmla="val -522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8" name="Google Shape;1718;p79"/>
          <p:cNvSpPr txBox="1"/>
          <p:nvPr/>
        </p:nvSpPr>
        <p:spPr>
          <a:xfrm>
            <a:off x="8258194" y="5828250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Error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9" name="Google Shape;1719;p79"/>
          <p:cNvSpPr txBox="1"/>
          <p:nvPr/>
        </p:nvSpPr>
        <p:spPr>
          <a:xfrm>
            <a:off x="4940750" y="13125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STEP 2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20" name="Google Shape;1720;p79"/>
          <p:cNvSpPr txBox="1"/>
          <p:nvPr/>
        </p:nvSpPr>
        <p:spPr>
          <a:xfrm>
            <a:off x="4796111" y="2679667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Tune Discriminator Weights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2F66D4-79EC-7241-9369-A26CA84A7457}"/>
              </a:ext>
            </a:extLst>
          </p:cNvPr>
          <p:cNvCxnSpPr>
            <a:cxnSpLocks/>
          </p:cNvCxnSpPr>
          <p:nvPr/>
        </p:nvCxnSpPr>
        <p:spPr>
          <a:xfrm flipV="1">
            <a:off x="6106262" y="4668361"/>
            <a:ext cx="0" cy="69805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733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80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TRAINING THE GAN</a:t>
            </a:r>
            <a:endParaRPr/>
          </a:p>
        </p:txBody>
      </p:sp>
      <p:sp>
        <p:nvSpPr>
          <p:cNvPr id="1726" name="Google Shape;1726;p80"/>
          <p:cNvSpPr txBox="1"/>
          <p:nvPr/>
        </p:nvSpPr>
        <p:spPr>
          <a:xfrm>
            <a:off x="4940750" y="13125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STEP 3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27" name="Google Shape;17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34" y="1804222"/>
            <a:ext cx="11842566" cy="48844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8935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81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TRAINING THE GAN</a:t>
            </a:r>
            <a:endParaRPr/>
          </a:p>
        </p:txBody>
      </p:sp>
      <p:graphicFrame>
        <p:nvGraphicFramePr>
          <p:cNvPr id="1733" name="Google Shape;1733;p81"/>
          <p:cNvGraphicFramePr/>
          <p:nvPr/>
        </p:nvGraphicFramePr>
        <p:xfrm>
          <a:off x="1759944" y="274144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%%%%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4" name="Google Shape;1734;p81"/>
          <p:cNvSpPr/>
          <p:nvPr/>
        </p:nvSpPr>
        <p:spPr>
          <a:xfrm>
            <a:off x="1753151" y="2212191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200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Journal Entry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81"/>
          <p:cNvSpPr/>
          <p:nvPr/>
        </p:nvSpPr>
        <p:spPr>
          <a:xfrm>
            <a:off x="4887000" y="3283333"/>
            <a:ext cx="2223667" cy="1342667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Generator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736" name="Google Shape;1736;p81"/>
          <p:cNvCxnSpPr>
            <a:endCxn id="1735" idx="1"/>
          </p:cNvCxnSpPr>
          <p:nvPr/>
        </p:nvCxnSpPr>
        <p:spPr>
          <a:xfrm rot="10800000" flipH="1">
            <a:off x="3523333" y="3954667"/>
            <a:ext cx="1363667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7" name="Google Shape;1737;p81"/>
          <p:cNvSpPr/>
          <p:nvPr/>
        </p:nvSpPr>
        <p:spPr>
          <a:xfrm>
            <a:off x="8260347" y="2212191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200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Journal Entry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8" name="Google Shape;1738;p81"/>
          <p:cNvCxnSpPr>
            <a:stCxn id="1735" idx="3"/>
          </p:cNvCxnSpPr>
          <p:nvPr/>
        </p:nvCxnSpPr>
        <p:spPr>
          <a:xfrm>
            <a:off x="7110667" y="3954667"/>
            <a:ext cx="114966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9" name="Google Shape;1739;p81"/>
          <p:cNvSpPr txBox="1"/>
          <p:nvPr/>
        </p:nvSpPr>
        <p:spPr>
          <a:xfrm>
            <a:off x="4940750" y="26900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 Fake Sample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0" name="Google Shape;1740;p81"/>
          <p:cNvSpPr txBox="1"/>
          <p:nvPr/>
        </p:nvSpPr>
        <p:spPr>
          <a:xfrm>
            <a:off x="8267098" y="5379861"/>
            <a:ext cx="2043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Meaningful Output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1" name="Google Shape;1741;p81"/>
          <p:cNvSpPr txBox="1"/>
          <p:nvPr/>
        </p:nvSpPr>
        <p:spPr>
          <a:xfrm>
            <a:off x="4940750" y="1312556"/>
            <a:ext cx="2727667" cy="32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algn="ctr"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BACK TO STEP 1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742" name="Google Shape;1742;p81"/>
          <p:cNvGraphicFramePr/>
          <p:nvPr/>
        </p:nvGraphicFramePr>
        <p:xfrm>
          <a:off x="8267113" y="2741441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http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SF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22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82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/>
              <a:t>ANOMALY DETECTION</a:t>
            </a:r>
            <a:endParaRPr/>
          </a:p>
        </p:txBody>
      </p:sp>
      <p:grpSp>
        <p:nvGrpSpPr>
          <p:cNvPr id="1748" name="Google Shape;1748;p82"/>
          <p:cNvGrpSpPr/>
          <p:nvPr/>
        </p:nvGrpSpPr>
        <p:grpSpPr>
          <a:xfrm>
            <a:off x="3254778" y="1601639"/>
            <a:ext cx="5682444" cy="4747167"/>
            <a:chOff x="5218125" y="1412475"/>
            <a:chExt cx="5114200" cy="4272450"/>
          </a:xfrm>
        </p:grpSpPr>
        <p:pic>
          <p:nvPicPr>
            <p:cNvPr id="1749" name="Google Shape;1749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18125" y="1412475"/>
              <a:ext cx="5114200" cy="427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0" name="Google Shape;1750;p82"/>
            <p:cNvSpPr/>
            <p:nvPr/>
          </p:nvSpPr>
          <p:spPr>
            <a:xfrm>
              <a:off x="6400075" y="3202125"/>
              <a:ext cx="2126700" cy="11409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1583" tIns="101583" rIns="101583" bIns="101583" anchor="ctr" anchorCtr="0">
              <a:noAutofit/>
            </a:bodyPr>
            <a:lstStyle/>
            <a:p>
              <a:pPr algn="ctr" defTabSz="1015990">
                <a:buClr>
                  <a:srgbClr val="000000"/>
                </a:buClr>
              </a:pPr>
              <a:r>
                <a:rPr lang="en-US" sz="1556" kern="0">
                  <a:solidFill>
                    <a:srgbClr val="000000"/>
                  </a:solidFill>
                  <a:latin typeface="Pacifico"/>
                  <a:ea typeface="Pacifico"/>
                  <a:cs typeface="Pacifico"/>
                  <a:sym typeface="Pacifico"/>
                </a:rPr>
                <a:t>Discriminator</a:t>
              </a:r>
              <a:endParaRPr sz="1556" kern="0">
                <a:solidFill>
                  <a:srgbClr val="000000"/>
                </a:solidFill>
                <a:latin typeface="Pacifico"/>
                <a:ea typeface="Pacifico"/>
                <a:cs typeface="Pacifico"/>
                <a:sym typeface="Pacifico"/>
              </a:endParaRPr>
            </a:p>
          </p:txBody>
        </p:sp>
      </p:grpSp>
      <p:graphicFrame>
        <p:nvGraphicFramePr>
          <p:cNvPr id="1751" name="Google Shape;1751;p82"/>
          <p:cNvGraphicFramePr/>
          <p:nvPr/>
        </p:nvGraphicFramePr>
        <p:xfrm>
          <a:off x="844502" y="286041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http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SF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52" name="Google Shape;1752;p82"/>
          <p:cNvSpPr/>
          <p:nvPr/>
        </p:nvSpPr>
        <p:spPr>
          <a:xfrm>
            <a:off x="844513" y="2405552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Test Point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82"/>
          <p:cNvSpPr/>
          <p:nvPr/>
        </p:nvSpPr>
        <p:spPr>
          <a:xfrm>
            <a:off x="9967611" y="3962167"/>
            <a:ext cx="1151667" cy="59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P = 0.95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754" name="Google Shape;1754;p82"/>
          <p:cNvCxnSpPr>
            <a:endCxn id="1750" idx="1"/>
          </p:cNvCxnSpPr>
          <p:nvPr/>
        </p:nvCxnSpPr>
        <p:spPr>
          <a:xfrm>
            <a:off x="2593389" y="4213972"/>
            <a:ext cx="1974667" cy="1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5" name="Google Shape;1755;p82"/>
          <p:cNvCxnSpPr>
            <a:stCxn id="1750" idx="3"/>
            <a:endCxn id="1753" idx="1"/>
          </p:cNvCxnSpPr>
          <p:nvPr/>
        </p:nvCxnSpPr>
        <p:spPr>
          <a:xfrm>
            <a:off x="6931055" y="4223972"/>
            <a:ext cx="3036667" cy="333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6" name="Google Shape;1756;p82"/>
          <p:cNvSpPr txBox="1"/>
          <p:nvPr/>
        </p:nvSpPr>
        <p:spPr>
          <a:xfrm>
            <a:off x="10136167" y="3458500"/>
            <a:ext cx="1721000" cy="39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Normal 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24060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83"/>
          <p:cNvSpPr txBox="1">
            <a:spLocks noGrp="1"/>
          </p:cNvSpPr>
          <p:nvPr>
            <p:ph type="title"/>
          </p:nvPr>
        </p:nvSpPr>
        <p:spPr>
          <a:xfrm>
            <a:off x="553720" y="734695"/>
            <a:ext cx="11084667" cy="65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50778" rIns="101583" bIns="50778" anchor="b" anchorCtr="0">
            <a:noAutofit/>
          </a:bodyPr>
          <a:lstStyle/>
          <a:p>
            <a:r>
              <a:rPr lang="en-US" dirty="0"/>
              <a:t>ANOMALY DETECTION</a:t>
            </a:r>
            <a:endParaRPr dirty="0"/>
          </a:p>
        </p:txBody>
      </p:sp>
      <p:grpSp>
        <p:nvGrpSpPr>
          <p:cNvPr id="1762" name="Google Shape;1762;p83"/>
          <p:cNvGrpSpPr/>
          <p:nvPr/>
        </p:nvGrpSpPr>
        <p:grpSpPr>
          <a:xfrm>
            <a:off x="3254778" y="1601639"/>
            <a:ext cx="5682444" cy="4747167"/>
            <a:chOff x="5218125" y="1412475"/>
            <a:chExt cx="5114200" cy="4272450"/>
          </a:xfrm>
        </p:grpSpPr>
        <p:pic>
          <p:nvPicPr>
            <p:cNvPr id="1763" name="Google Shape;176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18125" y="1412475"/>
              <a:ext cx="5114200" cy="427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4" name="Google Shape;1764;p83"/>
            <p:cNvSpPr/>
            <p:nvPr/>
          </p:nvSpPr>
          <p:spPr>
            <a:xfrm>
              <a:off x="6400075" y="3202125"/>
              <a:ext cx="2126700" cy="11409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1583" tIns="101583" rIns="101583" bIns="101583" anchor="ctr" anchorCtr="0">
              <a:noAutofit/>
            </a:bodyPr>
            <a:lstStyle/>
            <a:p>
              <a:pPr algn="ctr" defTabSz="1015990">
                <a:buClr>
                  <a:srgbClr val="000000"/>
                </a:buClr>
              </a:pPr>
              <a:r>
                <a:rPr lang="en-US" sz="1556" kern="0">
                  <a:solidFill>
                    <a:srgbClr val="000000"/>
                  </a:solidFill>
                  <a:latin typeface="Pacifico"/>
                  <a:ea typeface="Pacifico"/>
                  <a:cs typeface="Pacifico"/>
                  <a:sym typeface="Pacifico"/>
                </a:rPr>
                <a:t>Discriminator</a:t>
              </a:r>
              <a:endParaRPr sz="1556" kern="0">
                <a:solidFill>
                  <a:srgbClr val="000000"/>
                </a:solidFill>
                <a:latin typeface="Pacifico"/>
                <a:ea typeface="Pacifico"/>
                <a:cs typeface="Pacifico"/>
                <a:sym typeface="Pacifico"/>
              </a:endParaRPr>
            </a:p>
          </p:txBody>
        </p:sp>
      </p:grpSp>
      <p:graphicFrame>
        <p:nvGraphicFramePr>
          <p:cNvPr id="1765" name="Google Shape;1765;p83"/>
          <p:cNvGraphicFramePr/>
          <p:nvPr/>
        </p:nvGraphicFramePr>
        <p:xfrm>
          <a:off x="844502" y="2860414"/>
          <a:ext cx="1721083" cy="25739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3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duration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99999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3239862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service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5454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flag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SF (1)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src_bytes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215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2"/>
                          </a:solidFill>
                        </a:rPr>
                        <a:t>.</a:t>
                      </a:r>
                      <a:endParaRPr sz="1700"/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dst_host_srv_rerror_rate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</a:rPr>
                        <a:t>0</a:t>
                      </a:r>
                      <a:endParaRPr sz="1100" b="1">
                        <a:solidFill>
                          <a:schemeClr val="dk2"/>
                        </a:solidFill>
                      </a:endParaRPr>
                    </a:p>
                  </a:txBody>
                  <a:tcPr marL="101611" marR="101611" marT="50806" marB="50806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6" name="Google Shape;1766;p83"/>
          <p:cNvSpPr/>
          <p:nvPr/>
        </p:nvSpPr>
        <p:spPr>
          <a:xfrm>
            <a:off x="844513" y="2405552"/>
            <a:ext cx="1734667" cy="394333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50778" rIns="101583" bIns="50778" anchor="ctr" anchorCtr="0">
            <a:noAutofit/>
          </a:bodyPr>
          <a:lstStyle/>
          <a:p>
            <a:pPr algn="ctr" defTabSz="1015990">
              <a:buClr>
                <a:srgbClr val="FFFFFF"/>
              </a:buClr>
              <a:buSzPts val="1200"/>
            </a:pP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US" sz="2000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333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point</a:t>
            </a:r>
            <a:endParaRPr sz="1333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83"/>
          <p:cNvSpPr/>
          <p:nvPr/>
        </p:nvSpPr>
        <p:spPr>
          <a:xfrm>
            <a:off x="9967611" y="3962167"/>
            <a:ext cx="1151667" cy="5900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583" tIns="101583" rIns="101583" bIns="101583" anchor="ctr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P = 0.33</a:t>
            </a:r>
            <a:endParaRPr sz="155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768" name="Google Shape;1768;p83"/>
          <p:cNvCxnSpPr>
            <a:endCxn id="1764" idx="1"/>
          </p:cNvCxnSpPr>
          <p:nvPr/>
        </p:nvCxnSpPr>
        <p:spPr>
          <a:xfrm>
            <a:off x="2593389" y="4213972"/>
            <a:ext cx="1974667" cy="1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9" name="Google Shape;1769;p83"/>
          <p:cNvCxnSpPr>
            <a:stCxn id="1764" idx="3"/>
            <a:endCxn id="1767" idx="1"/>
          </p:cNvCxnSpPr>
          <p:nvPr/>
        </p:nvCxnSpPr>
        <p:spPr>
          <a:xfrm>
            <a:off x="6931055" y="4223972"/>
            <a:ext cx="3036667" cy="333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0" name="Google Shape;1770;p83"/>
          <p:cNvSpPr txBox="1"/>
          <p:nvPr/>
        </p:nvSpPr>
        <p:spPr>
          <a:xfrm>
            <a:off x="10051889" y="3458500"/>
            <a:ext cx="1721000" cy="39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83" tIns="101583" rIns="101583" bIns="101583" anchor="t" anchorCtr="0">
            <a:noAutofit/>
          </a:bodyPr>
          <a:lstStyle/>
          <a:p>
            <a:pPr defTabSz="1015990">
              <a:buClr>
                <a:srgbClr val="000000"/>
              </a:buClr>
            </a:pPr>
            <a:r>
              <a:rPr lang="en-US" sz="1556" ker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Anomaly </a:t>
            </a:r>
            <a:endParaRPr sz="1556" kern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1795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879</Words>
  <Application>Microsoft Office PowerPoint</Application>
  <PresentationFormat>Widescreen</PresentationFormat>
  <Paragraphs>363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Noto Sans Symbols</vt:lpstr>
      <vt:lpstr>system-ui</vt:lpstr>
      <vt:lpstr>Aptos</vt:lpstr>
      <vt:lpstr>Aptos Display</vt:lpstr>
      <vt:lpstr>Arial</vt:lpstr>
      <vt:lpstr>Calibri</vt:lpstr>
      <vt:lpstr>Calibri Light</vt:lpstr>
      <vt:lpstr>Cambria Math</vt:lpstr>
      <vt:lpstr>Courier New</vt:lpstr>
      <vt:lpstr>Pacifico</vt:lpstr>
      <vt:lpstr>Trebuchet MS</vt:lpstr>
      <vt:lpstr>Verdana</vt:lpstr>
      <vt:lpstr>Wingdings</vt:lpstr>
      <vt:lpstr>Office Theme</vt:lpstr>
      <vt:lpstr>Advanced Concepts in Machine Learning for Energy</vt:lpstr>
      <vt:lpstr>PowerPoint Presentation</vt:lpstr>
      <vt:lpstr>Lecture 3</vt:lpstr>
      <vt:lpstr>Object detection </vt:lpstr>
      <vt:lpstr>PowerPoint Presentation</vt:lpstr>
      <vt:lpstr>PowerPoint Presentation</vt:lpstr>
      <vt:lpstr>Object detection metric</vt:lpstr>
      <vt:lpstr>PowerPoint Presentation</vt:lpstr>
      <vt:lpstr>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Mask-RCNN output</vt:lpstr>
      <vt:lpstr>PowerPoint Presentation</vt:lpstr>
      <vt:lpstr>PowerPoint Presentation</vt:lpstr>
      <vt:lpstr>PowerPoint Presentation</vt:lpstr>
      <vt:lpstr>PowerPoint Presentation</vt:lpstr>
      <vt:lpstr>Video processing tasks</vt:lpstr>
      <vt:lpstr>PowerPoint Presentation</vt:lpstr>
      <vt:lpstr>Object tracking</vt:lpstr>
      <vt:lpstr>Hungarian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</vt:lpstr>
      <vt:lpstr>AUTOENCODER FLAVORS</vt:lpstr>
      <vt:lpstr>PowerPoint Presentation</vt:lpstr>
      <vt:lpstr>GAN APPLICATIONS</vt:lpstr>
      <vt:lpstr>TRAINING THE GAN</vt:lpstr>
      <vt:lpstr>TRAINING THE GAN</vt:lpstr>
      <vt:lpstr>TRAINING THE GAN</vt:lpstr>
      <vt:lpstr>TRAINING THE GAN</vt:lpstr>
      <vt:lpstr>ANOMALY DETECTION</vt:lpstr>
      <vt:lpstr>ANOMALY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1</cp:revision>
  <dcterms:created xsi:type="dcterms:W3CDTF">2025-04-08T20:03:18Z</dcterms:created>
  <dcterms:modified xsi:type="dcterms:W3CDTF">2025-04-11T03:14:55Z</dcterms:modified>
</cp:coreProperties>
</file>