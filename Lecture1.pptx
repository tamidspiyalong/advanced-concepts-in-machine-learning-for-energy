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1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9" r:id="rId4"/>
    <p:sldId id="258" r:id="rId5"/>
    <p:sldId id="270" r:id="rId6"/>
    <p:sldId id="260" r:id="rId7"/>
    <p:sldId id="261" r:id="rId8"/>
    <p:sldId id="285" r:id="rId9"/>
    <p:sldId id="288" r:id="rId10"/>
    <p:sldId id="344" r:id="rId11"/>
    <p:sldId id="289" r:id="rId12"/>
    <p:sldId id="290" r:id="rId13"/>
    <p:sldId id="265" r:id="rId14"/>
    <p:sldId id="302" r:id="rId15"/>
    <p:sldId id="268" r:id="rId16"/>
    <p:sldId id="273" r:id="rId17"/>
    <p:sldId id="287" r:id="rId18"/>
    <p:sldId id="304" r:id="rId19"/>
    <p:sldId id="291" r:id="rId20"/>
    <p:sldId id="272" r:id="rId21"/>
    <p:sldId id="305" r:id="rId22"/>
    <p:sldId id="306" r:id="rId23"/>
    <p:sldId id="301" r:id="rId24"/>
    <p:sldId id="303" r:id="rId25"/>
    <p:sldId id="295" r:id="rId26"/>
    <p:sldId id="307" r:id="rId27"/>
    <p:sldId id="309" r:id="rId28"/>
    <p:sldId id="312" r:id="rId29"/>
    <p:sldId id="313" r:id="rId30"/>
    <p:sldId id="296" r:id="rId31"/>
    <p:sldId id="345" r:id="rId32"/>
    <p:sldId id="314" r:id="rId33"/>
    <p:sldId id="299" r:id="rId34"/>
    <p:sldId id="300" r:id="rId35"/>
    <p:sldId id="286" r:id="rId36"/>
    <p:sldId id="315" r:id="rId37"/>
    <p:sldId id="316" r:id="rId38"/>
    <p:sldId id="317" r:id="rId39"/>
    <p:sldId id="318" r:id="rId40"/>
    <p:sldId id="346" r:id="rId41"/>
    <p:sldId id="347" r:id="rId42"/>
    <p:sldId id="348" r:id="rId43"/>
    <p:sldId id="349" r:id="rId44"/>
    <p:sldId id="343" r:id="rId45"/>
    <p:sldId id="320" r:id="rId46"/>
    <p:sldId id="333" r:id="rId47"/>
    <p:sldId id="334" r:id="rId48"/>
    <p:sldId id="331" r:id="rId49"/>
    <p:sldId id="335" r:id="rId50"/>
    <p:sldId id="330" r:id="rId51"/>
    <p:sldId id="332" r:id="rId52"/>
    <p:sldId id="325" r:id="rId53"/>
    <p:sldId id="328" r:id="rId54"/>
    <p:sldId id="329" r:id="rId55"/>
    <p:sldId id="321" r:id="rId56"/>
    <p:sldId id="322" r:id="rId57"/>
    <p:sldId id="323" r:id="rId58"/>
    <p:sldId id="324" r:id="rId59"/>
    <p:sldId id="336" r:id="rId60"/>
    <p:sldId id="338" r:id="rId61"/>
    <p:sldId id="337" r:id="rId62"/>
    <p:sldId id="340" r:id="rId63"/>
    <p:sldId id="275" r:id="rId64"/>
    <p:sldId id="339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52E50-EE96-4559-8C20-EBFED2550501}" v="1848" dt="2025-04-07T03:31:51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, Yalong" userId="S::piyalong@tamu.edu::c9a3dc08-26f0-490d-b190-2780270c58e1" providerId="AD" clId="Web-{08EA4C3D-951A-BA9F-A21E-139D85F408D0}"/>
    <pc:docChg chg="modSld">
      <pc:chgData name="Pi, Yalong" userId="S::piyalong@tamu.edu::c9a3dc08-26f0-490d-b190-2780270c58e1" providerId="AD" clId="Web-{08EA4C3D-951A-BA9F-A21E-139D85F408D0}" dt="2025-04-04T03:19:50.260" v="0" actId="20577"/>
      <pc:docMkLst>
        <pc:docMk/>
      </pc:docMkLst>
      <pc:sldChg chg="modSp">
        <pc:chgData name="Pi, Yalong" userId="S::piyalong@tamu.edu::c9a3dc08-26f0-490d-b190-2780270c58e1" providerId="AD" clId="Web-{08EA4C3D-951A-BA9F-A21E-139D85F408D0}" dt="2025-04-04T03:19:50.260" v="0" actId="20577"/>
        <pc:sldMkLst>
          <pc:docMk/>
          <pc:sldMk cId="3708792088" sldId="287"/>
        </pc:sldMkLst>
        <pc:spChg chg="mod">
          <ac:chgData name="Pi, Yalong" userId="S::piyalong@tamu.edu::c9a3dc08-26f0-490d-b190-2780270c58e1" providerId="AD" clId="Web-{08EA4C3D-951A-BA9F-A21E-139D85F408D0}" dt="2025-04-04T03:19:50.260" v="0" actId="20577"/>
          <ac:spMkLst>
            <pc:docMk/>
            <pc:sldMk cId="3708792088" sldId="287"/>
            <ac:spMk id="3" creationId="{0A367687-15EC-EBE7-334E-1ACA4E8CF37C}"/>
          </ac:spMkLst>
        </pc:spChg>
      </pc:sldChg>
    </pc:docChg>
  </pc:docChgLst>
  <pc:docChgLst>
    <pc:chgData name="Pi, Yalong" userId="c9a3dc08-26f0-490d-b190-2780270c58e1" providerId="ADAL" clId="{5AC52E50-EE96-4559-8C20-EBFED2550501}"/>
    <pc:docChg chg="undo redo custSel addSld delSld modSld sldOrd">
      <pc:chgData name="Pi, Yalong" userId="c9a3dc08-26f0-490d-b190-2780270c58e1" providerId="ADAL" clId="{5AC52E50-EE96-4559-8C20-EBFED2550501}" dt="2025-04-07T03:31:51.625" v="6521"/>
      <pc:docMkLst>
        <pc:docMk/>
      </pc:docMkLst>
      <pc:sldChg chg="modSp new mod">
        <pc:chgData name="Pi, Yalong" userId="c9a3dc08-26f0-490d-b190-2780270c58e1" providerId="ADAL" clId="{5AC52E50-EE96-4559-8C20-EBFED2550501}" dt="2025-04-03T16:25:47.286" v="2773" actId="20577"/>
        <pc:sldMkLst>
          <pc:docMk/>
          <pc:sldMk cId="454250523" sldId="256"/>
        </pc:sldMkLst>
        <pc:spChg chg="mod">
          <ac:chgData name="Pi, Yalong" userId="c9a3dc08-26f0-490d-b190-2780270c58e1" providerId="ADAL" clId="{5AC52E50-EE96-4559-8C20-EBFED2550501}" dt="2025-04-02T16:55:27.840" v="7"/>
          <ac:spMkLst>
            <pc:docMk/>
            <pc:sldMk cId="454250523" sldId="256"/>
            <ac:spMk id="2" creationId="{9A5BDE20-E231-4248-D7F3-A8126F1C5E2A}"/>
          </ac:spMkLst>
        </pc:spChg>
        <pc:spChg chg="mod">
          <ac:chgData name="Pi, Yalong" userId="c9a3dc08-26f0-490d-b190-2780270c58e1" providerId="ADAL" clId="{5AC52E50-EE96-4559-8C20-EBFED2550501}" dt="2025-04-03T16:25:47.286" v="2773" actId="20577"/>
          <ac:spMkLst>
            <pc:docMk/>
            <pc:sldMk cId="454250523" sldId="256"/>
            <ac:spMk id="3" creationId="{558478C7-0901-A4E4-29A2-7B00E9BB0F35}"/>
          </ac:spMkLst>
        </pc:spChg>
      </pc:sldChg>
      <pc:sldChg chg="modSp new mod">
        <pc:chgData name="Pi, Yalong" userId="c9a3dc08-26f0-490d-b190-2780270c58e1" providerId="ADAL" clId="{5AC52E50-EE96-4559-8C20-EBFED2550501}" dt="2025-04-02T16:56:30.929" v="38" actId="313"/>
        <pc:sldMkLst>
          <pc:docMk/>
          <pc:sldMk cId="2441978347" sldId="257"/>
        </pc:sldMkLst>
        <pc:spChg chg="mod">
          <ac:chgData name="Pi, Yalong" userId="c9a3dc08-26f0-490d-b190-2780270c58e1" providerId="ADAL" clId="{5AC52E50-EE96-4559-8C20-EBFED2550501}" dt="2025-04-02T16:56:30.929" v="38" actId="313"/>
          <ac:spMkLst>
            <pc:docMk/>
            <pc:sldMk cId="2441978347" sldId="257"/>
            <ac:spMk id="2" creationId="{9BD01679-8B36-13B3-EABE-B9506A77789F}"/>
          </ac:spMkLst>
        </pc:spChg>
        <pc:spChg chg="mod">
          <ac:chgData name="Pi, Yalong" userId="c9a3dc08-26f0-490d-b190-2780270c58e1" providerId="ADAL" clId="{5AC52E50-EE96-4559-8C20-EBFED2550501}" dt="2025-04-02T16:55:46.538" v="17"/>
          <ac:spMkLst>
            <pc:docMk/>
            <pc:sldMk cId="2441978347" sldId="257"/>
            <ac:spMk id="3" creationId="{9DC37AC4-CEAE-B836-5CF0-7C706A1865FD}"/>
          </ac:spMkLst>
        </pc:spChg>
      </pc:sldChg>
      <pc:sldChg chg="addSp modSp new mod">
        <pc:chgData name="Pi, Yalong" userId="c9a3dc08-26f0-490d-b190-2780270c58e1" providerId="ADAL" clId="{5AC52E50-EE96-4559-8C20-EBFED2550501}" dt="2025-04-02T16:56:52.779" v="48" actId="20577"/>
        <pc:sldMkLst>
          <pc:docMk/>
          <pc:sldMk cId="970756971" sldId="258"/>
        </pc:sldMkLst>
        <pc:spChg chg="mod">
          <ac:chgData name="Pi, Yalong" userId="c9a3dc08-26f0-490d-b190-2780270c58e1" providerId="ADAL" clId="{5AC52E50-EE96-4559-8C20-EBFED2550501}" dt="2025-04-02T16:56:45.726" v="41"/>
          <ac:spMkLst>
            <pc:docMk/>
            <pc:sldMk cId="970756971" sldId="258"/>
            <ac:spMk id="2" creationId="{D31F746A-16E7-BA1F-124D-FD1CCED3BDB2}"/>
          </ac:spMkLst>
        </pc:spChg>
        <pc:spChg chg="mod">
          <ac:chgData name="Pi, Yalong" userId="c9a3dc08-26f0-490d-b190-2780270c58e1" providerId="ADAL" clId="{5AC52E50-EE96-4559-8C20-EBFED2550501}" dt="2025-04-02T16:56:52.779" v="48" actId="20577"/>
          <ac:spMkLst>
            <pc:docMk/>
            <pc:sldMk cId="970756971" sldId="258"/>
            <ac:spMk id="3" creationId="{3F3FB6E0-CD2F-E0E7-DC7B-23BA9B9C058F}"/>
          </ac:spMkLst>
        </pc:spChg>
      </pc:sldChg>
      <pc:sldChg chg="addSp modSp new mod ord">
        <pc:chgData name="Pi, Yalong" userId="c9a3dc08-26f0-490d-b190-2780270c58e1" providerId="ADAL" clId="{5AC52E50-EE96-4559-8C20-EBFED2550501}" dt="2025-04-03T17:16:34.989" v="2963" actId="20577"/>
        <pc:sldMkLst>
          <pc:docMk/>
          <pc:sldMk cId="1837931256" sldId="259"/>
        </pc:sldMkLst>
        <pc:graphicFrameChg chg="add mod modGraphic">
          <ac:chgData name="Pi, Yalong" userId="c9a3dc08-26f0-490d-b190-2780270c58e1" providerId="ADAL" clId="{5AC52E50-EE96-4559-8C20-EBFED2550501}" dt="2025-04-03T17:16:34.989" v="2963" actId="20577"/>
          <ac:graphicFrameMkLst>
            <pc:docMk/>
            <pc:sldMk cId="1837931256" sldId="259"/>
            <ac:graphicFrameMk id="2" creationId="{0CB4CB1F-E381-58E5-09F1-83CD1CA2CF53}"/>
          </ac:graphicFrameMkLst>
        </pc:graphicFrameChg>
      </pc:sldChg>
      <pc:sldChg chg="modSp new mod">
        <pc:chgData name="Pi, Yalong" userId="c9a3dc08-26f0-490d-b190-2780270c58e1" providerId="ADAL" clId="{5AC52E50-EE96-4559-8C20-EBFED2550501}" dt="2025-04-02T17:41:21.970" v="447" actId="20577"/>
        <pc:sldMkLst>
          <pc:docMk/>
          <pc:sldMk cId="279864421" sldId="260"/>
        </pc:sldMkLst>
        <pc:spChg chg="mod">
          <ac:chgData name="Pi, Yalong" userId="c9a3dc08-26f0-490d-b190-2780270c58e1" providerId="ADAL" clId="{5AC52E50-EE96-4559-8C20-EBFED2550501}" dt="2025-04-02T16:57:53.555" v="54"/>
          <ac:spMkLst>
            <pc:docMk/>
            <pc:sldMk cId="279864421" sldId="260"/>
            <ac:spMk id="2" creationId="{9B667E9E-5FB5-120C-3E3A-1E0AA1229CF9}"/>
          </ac:spMkLst>
        </pc:spChg>
        <pc:spChg chg="mod">
          <ac:chgData name="Pi, Yalong" userId="c9a3dc08-26f0-490d-b190-2780270c58e1" providerId="ADAL" clId="{5AC52E50-EE96-4559-8C20-EBFED2550501}" dt="2025-04-02T17:41:21.970" v="447" actId="20577"/>
          <ac:spMkLst>
            <pc:docMk/>
            <pc:sldMk cId="279864421" sldId="260"/>
            <ac:spMk id="3" creationId="{9E58FA2E-D63B-3D50-91CC-AD9498FD4F82}"/>
          </ac:spMkLst>
        </pc:spChg>
      </pc:sldChg>
      <pc:sldChg chg="modSp new mod">
        <pc:chgData name="Pi, Yalong" userId="c9a3dc08-26f0-490d-b190-2780270c58e1" providerId="ADAL" clId="{5AC52E50-EE96-4559-8C20-EBFED2550501}" dt="2025-04-03T16:58:48.576" v="2959" actId="20577"/>
        <pc:sldMkLst>
          <pc:docMk/>
          <pc:sldMk cId="2890345164" sldId="261"/>
        </pc:sldMkLst>
        <pc:spChg chg="mod">
          <ac:chgData name="Pi, Yalong" userId="c9a3dc08-26f0-490d-b190-2780270c58e1" providerId="ADAL" clId="{5AC52E50-EE96-4559-8C20-EBFED2550501}" dt="2025-04-03T16:21:40.120" v="2767" actId="20577"/>
          <ac:spMkLst>
            <pc:docMk/>
            <pc:sldMk cId="2890345164" sldId="261"/>
            <ac:spMk id="2" creationId="{E4D22ECB-7E24-A0BF-DC57-E61D70DE6013}"/>
          </ac:spMkLst>
        </pc:spChg>
        <pc:spChg chg="mod">
          <ac:chgData name="Pi, Yalong" userId="c9a3dc08-26f0-490d-b190-2780270c58e1" providerId="ADAL" clId="{5AC52E50-EE96-4559-8C20-EBFED2550501}" dt="2025-04-03T16:58:48.576" v="2959" actId="20577"/>
          <ac:spMkLst>
            <pc:docMk/>
            <pc:sldMk cId="2890345164" sldId="261"/>
            <ac:spMk id="3" creationId="{4487A8F7-EB91-4CEC-8297-EBDBCCB44509}"/>
          </ac:spMkLst>
        </pc:spChg>
      </pc:sldChg>
      <pc:sldChg chg="addSp modSp new del mod ord">
        <pc:chgData name="Pi, Yalong" userId="c9a3dc08-26f0-490d-b190-2780270c58e1" providerId="ADAL" clId="{5AC52E50-EE96-4559-8C20-EBFED2550501}" dt="2025-04-02T18:36:18.721" v="720" actId="47"/>
        <pc:sldMkLst>
          <pc:docMk/>
          <pc:sldMk cId="3774422302" sldId="262"/>
        </pc:sldMkLst>
      </pc:sldChg>
      <pc:sldChg chg="addSp modSp new del">
        <pc:chgData name="Pi, Yalong" userId="c9a3dc08-26f0-490d-b190-2780270c58e1" providerId="ADAL" clId="{5AC52E50-EE96-4559-8C20-EBFED2550501}" dt="2025-04-02T16:59:19.041" v="78" actId="47"/>
        <pc:sldMkLst>
          <pc:docMk/>
          <pc:sldMk cId="3213624559" sldId="263"/>
        </pc:sldMkLst>
      </pc:sldChg>
      <pc:sldChg chg="delSp modSp add del mod">
        <pc:chgData name="Pi, Yalong" userId="c9a3dc08-26f0-490d-b190-2780270c58e1" providerId="ADAL" clId="{5AC52E50-EE96-4559-8C20-EBFED2550501}" dt="2025-04-02T18:56:04.224" v="936" actId="47"/>
        <pc:sldMkLst>
          <pc:docMk/>
          <pc:sldMk cId="678880617" sldId="264"/>
        </pc:sldMkLst>
      </pc:sldChg>
      <pc:sldChg chg="addSp delSp modSp new mod">
        <pc:chgData name="Pi, Yalong" userId="c9a3dc08-26f0-490d-b190-2780270c58e1" providerId="ADAL" clId="{5AC52E50-EE96-4559-8C20-EBFED2550501}" dt="2025-04-03T14:32:14.243" v="1634" actId="478"/>
        <pc:sldMkLst>
          <pc:docMk/>
          <pc:sldMk cId="1634234858" sldId="265"/>
        </pc:sldMkLst>
        <pc:spChg chg="mod">
          <ac:chgData name="Pi, Yalong" userId="c9a3dc08-26f0-490d-b190-2780270c58e1" providerId="ADAL" clId="{5AC52E50-EE96-4559-8C20-EBFED2550501}" dt="2025-04-02T17:29:45.504" v="246" actId="164"/>
          <ac:spMkLst>
            <pc:docMk/>
            <pc:sldMk cId="1634234858" sldId="265"/>
            <ac:spMk id="4" creationId="{8B06AF51-5F55-B234-A387-26F7B5D30C2A}"/>
          </ac:spMkLst>
        </pc:spChg>
        <pc:spChg chg="mod">
          <ac:chgData name="Pi, Yalong" userId="c9a3dc08-26f0-490d-b190-2780270c58e1" providerId="ADAL" clId="{5AC52E50-EE96-4559-8C20-EBFED2550501}" dt="2025-04-02T17:29:45.504" v="246" actId="164"/>
          <ac:spMkLst>
            <pc:docMk/>
            <pc:sldMk cId="1634234858" sldId="265"/>
            <ac:spMk id="5" creationId="{BFC9882E-4C16-0300-73BC-F717D2B112DA}"/>
          </ac:spMkLst>
        </pc:spChg>
        <pc:spChg chg="mod topLvl">
          <ac:chgData name="Pi, Yalong" userId="c9a3dc08-26f0-490d-b190-2780270c58e1" providerId="ADAL" clId="{5AC52E50-EE96-4559-8C20-EBFED2550501}" dt="2025-04-02T17:29:45.504" v="246" actId="164"/>
          <ac:spMkLst>
            <pc:docMk/>
            <pc:sldMk cId="1634234858" sldId="265"/>
            <ac:spMk id="6" creationId="{0837A9C3-F08C-4C97-C010-E54939EC0596}"/>
          </ac:spMkLst>
        </pc:spChg>
        <pc:spChg chg="mod">
          <ac:chgData name="Pi, Yalong" userId="c9a3dc08-26f0-490d-b190-2780270c58e1" providerId="ADAL" clId="{5AC52E50-EE96-4559-8C20-EBFED2550501}" dt="2025-04-02T19:20:05.167" v="1157" actId="20577"/>
          <ac:spMkLst>
            <pc:docMk/>
            <pc:sldMk cId="1634234858" sldId="265"/>
            <ac:spMk id="7" creationId="{C57E2C23-3705-53B7-901F-5B5C8169CEE6}"/>
          </ac:spMkLst>
        </pc:spChg>
        <pc:spChg chg="mod">
          <ac:chgData name="Pi, Yalong" userId="c9a3dc08-26f0-490d-b190-2780270c58e1" providerId="ADAL" clId="{5AC52E50-EE96-4559-8C20-EBFED2550501}" dt="2025-04-02T19:20:03.636" v="1156" actId="20577"/>
          <ac:spMkLst>
            <pc:docMk/>
            <pc:sldMk cId="1634234858" sldId="265"/>
            <ac:spMk id="8" creationId="{2D2C330B-2BC7-3BC8-60F3-62274E811EE1}"/>
          </ac:spMkLst>
        </pc:spChg>
        <pc:spChg chg="mod">
          <ac:chgData name="Pi, Yalong" userId="c9a3dc08-26f0-490d-b190-2780270c58e1" providerId="ADAL" clId="{5AC52E50-EE96-4559-8C20-EBFED2550501}" dt="2025-04-02T17:11:18.892" v="159" actId="2711"/>
          <ac:spMkLst>
            <pc:docMk/>
            <pc:sldMk cId="1634234858" sldId="265"/>
            <ac:spMk id="9" creationId="{1A5D0A94-9010-DF8C-148E-C5BCC719C8D6}"/>
          </ac:spMkLst>
        </pc:spChg>
        <pc:spChg chg="mod">
          <ac:chgData name="Pi, Yalong" userId="c9a3dc08-26f0-490d-b190-2780270c58e1" providerId="ADAL" clId="{5AC52E50-EE96-4559-8C20-EBFED2550501}" dt="2025-04-02T17:29:19.770" v="244" actId="165"/>
          <ac:spMkLst>
            <pc:docMk/>
            <pc:sldMk cId="1634234858" sldId="265"/>
            <ac:spMk id="10" creationId="{6390B8B9-786D-F27E-ADC7-95F7176BCAD1}"/>
          </ac:spMkLst>
        </pc:spChg>
        <pc:spChg chg="mod">
          <ac:chgData name="Pi, Yalong" userId="c9a3dc08-26f0-490d-b190-2780270c58e1" providerId="ADAL" clId="{5AC52E50-EE96-4559-8C20-EBFED2550501}" dt="2025-04-02T17:25:47.090" v="226" actId="6549"/>
          <ac:spMkLst>
            <pc:docMk/>
            <pc:sldMk cId="1634234858" sldId="265"/>
            <ac:spMk id="25" creationId="{B0A2A549-3DDD-9E1D-6D5F-E80E014E4D71}"/>
          </ac:spMkLst>
        </pc:spChg>
        <pc:spChg chg="mod">
          <ac:chgData name="Pi, Yalong" userId="c9a3dc08-26f0-490d-b190-2780270c58e1" providerId="ADAL" clId="{5AC52E50-EE96-4559-8C20-EBFED2550501}" dt="2025-04-02T17:29:19.770" v="244" actId="165"/>
          <ac:spMkLst>
            <pc:docMk/>
            <pc:sldMk cId="1634234858" sldId="265"/>
            <ac:spMk id="26" creationId="{42C91081-594D-D602-24A9-151EBA111F6A}"/>
          </ac:spMkLst>
        </pc:spChg>
        <pc:spChg chg="mod">
          <ac:chgData name="Pi, Yalong" userId="c9a3dc08-26f0-490d-b190-2780270c58e1" providerId="ADAL" clId="{5AC52E50-EE96-4559-8C20-EBFED2550501}" dt="2025-04-02T19:30:58.861" v="1270" actId="20577"/>
          <ac:spMkLst>
            <pc:docMk/>
            <pc:sldMk cId="1634234858" sldId="265"/>
            <ac:spMk id="28" creationId="{3174AECD-8C35-4BF0-0F21-7579ADB3DE3A}"/>
          </ac:spMkLst>
        </pc:spChg>
        <pc:spChg chg="mod">
          <ac:chgData name="Pi, Yalong" userId="c9a3dc08-26f0-490d-b190-2780270c58e1" providerId="ADAL" clId="{5AC52E50-EE96-4559-8C20-EBFED2550501}" dt="2025-04-02T17:29:19.770" v="244" actId="165"/>
          <ac:spMkLst>
            <pc:docMk/>
            <pc:sldMk cId="1634234858" sldId="265"/>
            <ac:spMk id="29" creationId="{DFB2E223-6FFF-CC96-7335-9BE3636D189C}"/>
          </ac:spMkLst>
        </pc:spChg>
        <pc:spChg chg="mod">
          <ac:chgData name="Pi, Yalong" userId="c9a3dc08-26f0-490d-b190-2780270c58e1" providerId="ADAL" clId="{5AC52E50-EE96-4559-8C20-EBFED2550501}" dt="2025-04-02T17:29:19.770" v="244" actId="165"/>
          <ac:spMkLst>
            <pc:docMk/>
            <pc:sldMk cId="1634234858" sldId="265"/>
            <ac:spMk id="30" creationId="{A7350826-A1E2-C86C-6EF3-8412F356E632}"/>
          </ac:spMkLst>
        </pc:spChg>
        <pc:spChg chg="mod">
          <ac:chgData name="Pi, Yalong" userId="c9a3dc08-26f0-490d-b190-2780270c58e1" providerId="ADAL" clId="{5AC52E50-EE96-4559-8C20-EBFED2550501}" dt="2025-04-02T17:29:19.770" v="244" actId="165"/>
          <ac:spMkLst>
            <pc:docMk/>
            <pc:sldMk cId="1634234858" sldId="265"/>
            <ac:spMk id="31" creationId="{2C79F7B7-1572-2B6F-CD0D-52C11E0C0E56}"/>
          </ac:spMkLst>
        </pc:spChg>
        <pc:spChg chg="mod">
          <ac:chgData name="Pi, Yalong" userId="c9a3dc08-26f0-490d-b190-2780270c58e1" providerId="ADAL" clId="{5AC52E50-EE96-4559-8C20-EBFED2550501}" dt="2025-04-02T17:29:19.770" v="244" actId="165"/>
          <ac:spMkLst>
            <pc:docMk/>
            <pc:sldMk cId="1634234858" sldId="265"/>
            <ac:spMk id="32" creationId="{B4C3A2C7-C6A8-9BF5-6B16-CFD4B7A2ACFE}"/>
          </ac:spMkLst>
        </pc:spChg>
        <pc:spChg chg="mod">
          <ac:chgData name="Pi, Yalong" userId="c9a3dc08-26f0-490d-b190-2780270c58e1" providerId="ADAL" clId="{5AC52E50-EE96-4559-8C20-EBFED2550501}" dt="2025-04-02T17:29:19.770" v="244" actId="165"/>
          <ac:spMkLst>
            <pc:docMk/>
            <pc:sldMk cId="1634234858" sldId="265"/>
            <ac:spMk id="48" creationId="{2DA6C0DA-6216-9908-7D84-9024ED3632A4}"/>
          </ac:spMkLst>
        </pc:spChg>
        <pc:spChg chg="mod">
          <ac:chgData name="Pi, Yalong" userId="c9a3dc08-26f0-490d-b190-2780270c58e1" providerId="ADAL" clId="{5AC52E50-EE96-4559-8C20-EBFED2550501}" dt="2025-04-02T19:35:18.078" v="1275" actId="20577"/>
          <ac:spMkLst>
            <pc:docMk/>
            <pc:sldMk cId="1634234858" sldId="265"/>
            <ac:spMk id="49" creationId="{38B46D6B-59E8-74EE-C843-C513D89A1C10}"/>
          </ac:spMkLst>
        </pc:spChg>
        <pc:spChg chg="mod">
          <ac:chgData name="Pi, Yalong" userId="c9a3dc08-26f0-490d-b190-2780270c58e1" providerId="ADAL" clId="{5AC52E50-EE96-4559-8C20-EBFED2550501}" dt="2025-04-02T19:20:08.261" v="1158" actId="20577"/>
          <ac:spMkLst>
            <pc:docMk/>
            <pc:sldMk cId="1634234858" sldId="265"/>
            <ac:spMk id="65" creationId="{762896C7-DB78-1792-C673-15A1686423CB}"/>
          </ac:spMkLst>
        </pc:spChg>
        <pc:spChg chg="mod">
          <ac:chgData name="Pi, Yalong" userId="c9a3dc08-26f0-490d-b190-2780270c58e1" providerId="ADAL" clId="{5AC52E50-EE96-4559-8C20-EBFED2550501}" dt="2025-04-02T19:26:46.195" v="1248" actId="20577"/>
          <ac:spMkLst>
            <pc:docMk/>
            <pc:sldMk cId="1634234858" sldId="265"/>
            <ac:spMk id="73" creationId="{D0B03619-12AD-34C2-F997-5DB12540E722}"/>
          </ac:spMkLst>
        </pc:spChg>
        <pc:spChg chg="add mod">
          <ac:chgData name="Pi, Yalong" userId="c9a3dc08-26f0-490d-b190-2780270c58e1" providerId="ADAL" clId="{5AC52E50-EE96-4559-8C20-EBFED2550501}" dt="2025-04-02T17:29:45.504" v="246" actId="164"/>
          <ac:spMkLst>
            <pc:docMk/>
            <pc:sldMk cId="1634234858" sldId="265"/>
            <ac:spMk id="75" creationId="{7B382320-8BEB-B357-E9D3-51F110F76BE8}"/>
          </ac:spMkLst>
        </pc:spChg>
        <pc:spChg chg="add mod">
          <ac:chgData name="Pi, Yalong" userId="c9a3dc08-26f0-490d-b190-2780270c58e1" providerId="ADAL" clId="{5AC52E50-EE96-4559-8C20-EBFED2550501}" dt="2025-04-02T17:29:45.504" v="246" actId="164"/>
          <ac:spMkLst>
            <pc:docMk/>
            <pc:sldMk cId="1634234858" sldId="265"/>
            <ac:spMk id="76" creationId="{EF9F63D1-FFDF-99EA-88E6-FEE1714C17A1}"/>
          </ac:spMkLst>
        </pc:spChg>
        <pc:grpChg chg="mod">
          <ac:chgData name="Pi, Yalong" userId="c9a3dc08-26f0-490d-b190-2780270c58e1" providerId="ADAL" clId="{5AC52E50-EE96-4559-8C20-EBFED2550501}" dt="2025-04-02T17:29:45.504" v="246" actId="164"/>
          <ac:grpSpMkLst>
            <pc:docMk/>
            <pc:sldMk cId="1634234858" sldId="265"/>
            <ac:grpSpMk id="3" creationId="{BED20129-694A-330C-D04C-3AECF973FD9B}"/>
          </ac:grpSpMkLst>
        </pc:grpChg>
        <pc:grpChg chg="add mod">
          <ac:chgData name="Pi, Yalong" userId="c9a3dc08-26f0-490d-b190-2780270c58e1" providerId="ADAL" clId="{5AC52E50-EE96-4559-8C20-EBFED2550501}" dt="2025-04-02T17:29:45.504" v="246" actId="164"/>
          <ac:grpSpMkLst>
            <pc:docMk/>
            <pc:sldMk cId="1634234858" sldId="265"/>
            <ac:grpSpMk id="77" creationId="{C42361CE-0644-B920-E58E-A81FF43C9A48}"/>
          </ac:grpSpMkLst>
        </pc:grpChg>
        <pc:graphicFrameChg chg="add mod">
          <ac:chgData name="Pi, Yalong" userId="c9a3dc08-26f0-490d-b190-2780270c58e1" providerId="ADAL" clId="{5AC52E50-EE96-4559-8C20-EBFED2550501}" dt="2025-04-02T19:37:45.322" v="1294" actId="20577"/>
          <ac:graphicFrameMkLst>
            <pc:docMk/>
            <pc:sldMk cId="1634234858" sldId="265"/>
            <ac:graphicFrameMk id="79" creationId="{FED74201-0E37-61C4-8FD8-FCB95B32DC1D}"/>
          </ac:graphicFrameMkLst>
        </pc:graphicFrameChg>
      </pc:sldChg>
      <pc:sldChg chg="new del">
        <pc:chgData name="Pi, Yalong" userId="c9a3dc08-26f0-490d-b190-2780270c58e1" providerId="ADAL" clId="{5AC52E50-EE96-4559-8C20-EBFED2550501}" dt="2025-04-02T19:03:32.801" v="993" actId="47"/>
        <pc:sldMkLst>
          <pc:docMk/>
          <pc:sldMk cId="2979847683" sldId="266"/>
        </pc:sldMkLst>
      </pc:sldChg>
      <pc:sldChg chg="modSp new del mod">
        <pc:chgData name="Pi, Yalong" userId="c9a3dc08-26f0-490d-b190-2780270c58e1" providerId="ADAL" clId="{5AC52E50-EE96-4559-8C20-EBFED2550501}" dt="2025-04-02T17:13:52.076" v="176" actId="47"/>
        <pc:sldMkLst>
          <pc:docMk/>
          <pc:sldMk cId="2573704514" sldId="267"/>
        </pc:sldMkLst>
      </pc:sldChg>
      <pc:sldChg chg="addSp delSp modSp new mod ord">
        <pc:chgData name="Pi, Yalong" userId="c9a3dc08-26f0-490d-b190-2780270c58e1" providerId="ADAL" clId="{5AC52E50-EE96-4559-8C20-EBFED2550501}" dt="2025-04-02T19:47:26.162" v="1461" actId="1076"/>
        <pc:sldMkLst>
          <pc:docMk/>
          <pc:sldMk cId="2792971065" sldId="268"/>
        </pc:sldMkLst>
        <pc:picChg chg="add mod">
          <ac:chgData name="Pi, Yalong" userId="c9a3dc08-26f0-490d-b190-2780270c58e1" providerId="ADAL" clId="{5AC52E50-EE96-4559-8C20-EBFED2550501}" dt="2025-04-02T19:47:26.162" v="1461" actId="1076"/>
          <ac:picMkLst>
            <pc:docMk/>
            <pc:sldMk cId="2792971065" sldId="268"/>
            <ac:picMk id="4" creationId="{7BB25201-A168-4327-B34F-6ACBE43CCA6E}"/>
          </ac:picMkLst>
        </pc:picChg>
      </pc:sldChg>
      <pc:sldChg chg="add del">
        <pc:chgData name="Pi, Yalong" userId="c9a3dc08-26f0-490d-b190-2780270c58e1" providerId="ADAL" clId="{5AC52E50-EE96-4559-8C20-EBFED2550501}" dt="2025-04-02T19:44:50.471" v="1433" actId="47"/>
        <pc:sldMkLst>
          <pc:docMk/>
          <pc:sldMk cId="914055798" sldId="269"/>
        </pc:sldMkLst>
      </pc:sldChg>
      <pc:sldChg chg="modSp add mod ord">
        <pc:chgData name="Pi, Yalong" userId="c9a3dc08-26f0-490d-b190-2780270c58e1" providerId="ADAL" clId="{5AC52E50-EE96-4559-8C20-EBFED2550501}" dt="2025-04-03T16:22:33.234" v="2772" actId="20577"/>
        <pc:sldMkLst>
          <pc:docMk/>
          <pc:sldMk cId="0" sldId="270"/>
        </pc:sldMkLst>
        <pc:graphicFrameChg chg="modGraphic">
          <ac:chgData name="Pi, Yalong" userId="c9a3dc08-26f0-490d-b190-2780270c58e1" providerId="ADAL" clId="{5AC52E50-EE96-4559-8C20-EBFED2550501}" dt="2025-04-03T16:22:33.234" v="2772" actId="20577"/>
          <ac:graphicFrameMkLst>
            <pc:docMk/>
            <pc:sldMk cId="0" sldId="270"/>
            <ac:graphicFrameMk id="734" creationId="{00000000-0000-0000-0000-000000000000}"/>
          </ac:graphicFrameMkLst>
        </pc:graphicFrameChg>
      </pc:sldChg>
      <pc:sldChg chg="add del">
        <pc:chgData name="Pi, Yalong" userId="c9a3dc08-26f0-490d-b190-2780270c58e1" providerId="ADAL" clId="{5AC52E50-EE96-4559-8C20-EBFED2550501}" dt="2025-04-02T19:44:51.477" v="1434" actId="47"/>
        <pc:sldMkLst>
          <pc:docMk/>
          <pc:sldMk cId="2802297237" sldId="270"/>
        </pc:sldMkLst>
      </pc:sldChg>
      <pc:sldChg chg="new del">
        <pc:chgData name="Pi, Yalong" userId="c9a3dc08-26f0-490d-b190-2780270c58e1" providerId="ADAL" clId="{5AC52E50-EE96-4559-8C20-EBFED2550501}" dt="2025-04-02T19:46:30.236" v="1440" actId="47"/>
        <pc:sldMkLst>
          <pc:docMk/>
          <pc:sldMk cId="2869873785" sldId="271"/>
        </pc:sldMkLst>
      </pc:sldChg>
      <pc:sldChg chg="addSp delSp modSp new mod ord">
        <pc:chgData name="Pi, Yalong" userId="c9a3dc08-26f0-490d-b190-2780270c58e1" providerId="ADAL" clId="{5AC52E50-EE96-4559-8C20-EBFED2550501}" dt="2025-04-03T14:59:04.627" v="1961" actId="20577"/>
        <pc:sldMkLst>
          <pc:docMk/>
          <pc:sldMk cId="1957540637" sldId="272"/>
        </pc:sldMkLst>
        <pc:spChg chg="mod">
          <ac:chgData name="Pi, Yalong" userId="c9a3dc08-26f0-490d-b190-2780270c58e1" providerId="ADAL" clId="{5AC52E50-EE96-4559-8C20-EBFED2550501}" dt="2025-04-03T14:59:04.627" v="1961" actId="20577"/>
          <ac:spMkLst>
            <pc:docMk/>
            <pc:sldMk cId="1957540637" sldId="272"/>
            <ac:spMk id="2" creationId="{9DA34AC3-34A9-2A65-CB20-EBD826AAC7B9}"/>
          </ac:spMkLst>
        </pc:spChg>
        <pc:picChg chg="add mod">
          <ac:chgData name="Pi, Yalong" userId="c9a3dc08-26f0-490d-b190-2780270c58e1" providerId="ADAL" clId="{5AC52E50-EE96-4559-8C20-EBFED2550501}" dt="2025-04-02T19:03:21.583" v="992"/>
          <ac:picMkLst>
            <pc:docMk/>
            <pc:sldMk cId="1957540637" sldId="272"/>
            <ac:picMk id="7" creationId="{3CC668D6-2344-5BCC-D139-E68BF044ACF1}"/>
          </ac:picMkLst>
        </pc:picChg>
      </pc:sldChg>
      <pc:sldChg chg="addSp delSp modSp add mod">
        <pc:chgData name="Pi, Yalong" userId="c9a3dc08-26f0-490d-b190-2780270c58e1" providerId="ADAL" clId="{5AC52E50-EE96-4559-8C20-EBFED2550501}" dt="2025-04-02T19:47:31.727" v="1463" actId="1076"/>
        <pc:sldMkLst>
          <pc:docMk/>
          <pc:sldMk cId="2823956413" sldId="273"/>
        </pc:sldMkLst>
        <pc:picChg chg="mod">
          <ac:chgData name="Pi, Yalong" userId="c9a3dc08-26f0-490d-b190-2780270c58e1" providerId="ADAL" clId="{5AC52E50-EE96-4559-8C20-EBFED2550501}" dt="2025-04-02T19:47:31.727" v="1463" actId="1076"/>
          <ac:picMkLst>
            <pc:docMk/>
            <pc:sldMk cId="2823956413" sldId="273"/>
            <ac:picMk id="3" creationId="{093FD7DD-E1C1-6B29-7101-A40811C860EE}"/>
          </ac:picMkLst>
        </pc:picChg>
      </pc:sldChg>
      <pc:sldChg chg="add del">
        <pc:chgData name="Pi, Yalong" userId="c9a3dc08-26f0-490d-b190-2780270c58e1" providerId="ADAL" clId="{5AC52E50-EE96-4559-8C20-EBFED2550501}" dt="2025-04-03T21:13:52.058" v="3851" actId="47"/>
        <pc:sldMkLst>
          <pc:docMk/>
          <pc:sldMk cId="0" sldId="274"/>
        </pc:sldMkLst>
      </pc:sldChg>
      <pc:sldChg chg="new del">
        <pc:chgData name="Pi, Yalong" userId="c9a3dc08-26f0-490d-b190-2780270c58e1" providerId="ADAL" clId="{5AC52E50-EE96-4559-8C20-EBFED2550501}" dt="2025-04-02T17:43:08.068" v="448" actId="47"/>
        <pc:sldMkLst>
          <pc:docMk/>
          <pc:sldMk cId="1324954618" sldId="274"/>
        </pc:sldMkLst>
      </pc:sldChg>
      <pc:sldChg chg="modSp add mod">
        <pc:chgData name="Pi, Yalong" userId="c9a3dc08-26f0-490d-b190-2780270c58e1" providerId="ADAL" clId="{5AC52E50-EE96-4559-8C20-EBFED2550501}" dt="2025-04-07T03:07:20.858" v="6412" actId="20577"/>
        <pc:sldMkLst>
          <pc:docMk/>
          <pc:sldMk cId="0" sldId="275"/>
        </pc:sldMkLst>
        <pc:spChg chg="mod">
          <ac:chgData name="Pi, Yalong" userId="c9a3dc08-26f0-490d-b190-2780270c58e1" providerId="ADAL" clId="{5AC52E50-EE96-4559-8C20-EBFED2550501}" dt="2025-04-07T03:07:20.858" v="6412" actId="20577"/>
          <ac:spMkLst>
            <pc:docMk/>
            <pc:sldMk cId="0" sldId="275"/>
            <ac:spMk id="760" creationId="{00000000-0000-0000-0000-000000000000}"/>
          </ac:spMkLst>
        </pc:spChg>
      </pc:sldChg>
      <pc:sldChg chg="modSp new del mod">
        <pc:chgData name="Pi, Yalong" userId="c9a3dc08-26f0-490d-b190-2780270c58e1" providerId="ADAL" clId="{5AC52E50-EE96-4559-8C20-EBFED2550501}" dt="2025-04-02T19:18:29.125" v="1148" actId="47"/>
        <pc:sldMkLst>
          <pc:docMk/>
          <pc:sldMk cId="4150000506" sldId="275"/>
        </pc:sldMkLst>
      </pc:sldChg>
      <pc:sldChg chg="add del">
        <pc:chgData name="Pi, Yalong" userId="c9a3dc08-26f0-490d-b190-2780270c58e1" providerId="ADAL" clId="{5AC52E50-EE96-4559-8C20-EBFED2550501}" dt="2025-04-02T18:52:43.355" v="904" actId="47"/>
        <pc:sldMkLst>
          <pc:docMk/>
          <pc:sldMk cId="2381972878" sldId="276"/>
        </pc:sldMkLst>
      </pc:sldChg>
      <pc:sldChg chg="add del">
        <pc:chgData name="Pi, Yalong" userId="c9a3dc08-26f0-490d-b190-2780270c58e1" providerId="ADAL" clId="{5AC52E50-EE96-4559-8C20-EBFED2550501}" dt="2025-04-02T18:52:44.118" v="905" actId="47"/>
        <pc:sldMkLst>
          <pc:docMk/>
          <pc:sldMk cId="2768326883" sldId="277"/>
        </pc:sldMkLst>
      </pc:sldChg>
      <pc:sldChg chg="add del">
        <pc:chgData name="Pi, Yalong" userId="c9a3dc08-26f0-490d-b190-2780270c58e1" providerId="ADAL" clId="{5AC52E50-EE96-4559-8C20-EBFED2550501}" dt="2025-04-02T18:52:44.705" v="906" actId="47"/>
        <pc:sldMkLst>
          <pc:docMk/>
          <pc:sldMk cId="7388300" sldId="278"/>
        </pc:sldMkLst>
      </pc:sldChg>
      <pc:sldChg chg="modSp add del mod">
        <pc:chgData name="Pi, Yalong" userId="c9a3dc08-26f0-490d-b190-2780270c58e1" providerId="ADAL" clId="{5AC52E50-EE96-4559-8C20-EBFED2550501}" dt="2025-04-02T17:47:21.718" v="509"/>
        <pc:sldMkLst>
          <pc:docMk/>
          <pc:sldMk cId="1018655213" sldId="279"/>
        </pc:sldMkLst>
      </pc:sldChg>
      <pc:sldChg chg="add del">
        <pc:chgData name="Pi, Yalong" userId="c9a3dc08-26f0-490d-b190-2780270c58e1" providerId="ADAL" clId="{5AC52E50-EE96-4559-8C20-EBFED2550501}" dt="2025-04-02T18:36:18.897" v="721" actId="47"/>
        <pc:sldMkLst>
          <pc:docMk/>
          <pc:sldMk cId="1930852392" sldId="279"/>
        </pc:sldMkLst>
      </pc:sldChg>
      <pc:sldChg chg="addSp delSp modSp add del mod">
        <pc:chgData name="Pi, Yalong" userId="c9a3dc08-26f0-490d-b190-2780270c58e1" providerId="ADAL" clId="{5AC52E50-EE96-4559-8C20-EBFED2550501}" dt="2025-04-02T18:39:24.844" v="800" actId="47"/>
        <pc:sldMkLst>
          <pc:docMk/>
          <pc:sldMk cId="3622625721" sldId="280"/>
        </pc:sldMkLst>
      </pc:sldChg>
      <pc:sldChg chg="addSp delSp modSp add del mod">
        <pc:chgData name="Pi, Yalong" userId="c9a3dc08-26f0-490d-b190-2780270c58e1" providerId="ADAL" clId="{5AC52E50-EE96-4559-8C20-EBFED2550501}" dt="2025-04-02T18:55:07.823" v="926" actId="47"/>
        <pc:sldMkLst>
          <pc:docMk/>
          <pc:sldMk cId="2567944673" sldId="281"/>
        </pc:sldMkLst>
      </pc:sldChg>
      <pc:sldChg chg="add del">
        <pc:chgData name="Pi, Yalong" userId="c9a3dc08-26f0-490d-b190-2780270c58e1" providerId="ADAL" clId="{5AC52E50-EE96-4559-8C20-EBFED2550501}" dt="2025-04-02T18:52:43.143" v="903" actId="47"/>
        <pc:sldMkLst>
          <pc:docMk/>
          <pc:sldMk cId="1058809402" sldId="282"/>
        </pc:sldMkLst>
      </pc:sldChg>
      <pc:sldChg chg="addSp delSp add del mod">
        <pc:chgData name="Pi, Yalong" userId="c9a3dc08-26f0-490d-b190-2780270c58e1" providerId="ADAL" clId="{5AC52E50-EE96-4559-8C20-EBFED2550501}" dt="2025-04-02T18:55:08.196" v="927" actId="47"/>
        <pc:sldMkLst>
          <pc:docMk/>
          <pc:sldMk cId="2923868312" sldId="282"/>
        </pc:sldMkLst>
      </pc:sldChg>
      <pc:sldChg chg="delSp modSp add del mod">
        <pc:chgData name="Pi, Yalong" userId="c9a3dc08-26f0-490d-b190-2780270c58e1" providerId="ADAL" clId="{5AC52E50-EE96-4559-8C20-EBFED2550501}" dt="2025-04-02T19:14:42.755" v="1122" actId="47"/>
        <pc:sldMkLst>
          <pc:docMk/>
          <pc:sldMk cId="1097379484" sldId="283"/>
        </pc:sldMkLst>
      </pc:sldChg>
      <pc:sldChg chg="addSp modSp add del mod">
        <pc:chgData name="Pi, Yalong" userId="c9a3dc08-26f0-490d-b190-2780270c58e1" providerId="ADAL" clId="{5AC52E50-EE96-4559-8C20-EBFED2550501}" dt="2025-04-02T18:52:42.932" v="902" actId="47"/>
        <pc:sldMkLst>
          <pc:docMk/>
          <pc:sldMk cId="3424421547" sldId="283"/>
        </pc:sldMkLst>
      </pc:sldChg>
      <pc:sldChg chg="delSp add del mod">
        <pc:chgData name="Pi, Yalong" userId="c9a3dc08-26f0-490d-b190-2780270c58e1" providerId="ADAL" clId="{5AC52E50-EE96-4559-8C20-EBFED2550501}" dt="2025-04-02T19:14:42.945" v="1123" actId="47"/>
        <pc:sldMkLst>
          <pc:docMk/>
          <pc:sldMk cId="415361523" sldId="284"/>
        </pc:sldMkLst>
      </pc:sldChg>
      <pc:sldChg chg="add del">
        <pc:chgData name="Pi, Yalong" userId="c9a3dc08-26f0-490d-b190-2780270c58e1" providerId="ADAL" clId="{5AC52E50-EE96-4559-8C20-EBFED2550501}" dt="2025-04-02T18:53:25.267" v="915" actId="47"/>
        <pc:sldMkLst>
          <pc:docMk/>
          <pc:sldMk cId="666136680" sldId="284"/>
        </pc:sldMkLst>
      </pc:sldChg>
      <pc:sldChg chg="delSp modSp add mod">
        <pc:chgData name="Pi, Yalong" userId="c9a3dc08-26f0-490d-b190-2780270c58e1" providerId="ADAL" clId="{5AC52E50-EE96-4559-8C20-EBFED2550501}" dt="2025-04-02T19:43:40.536" v="1356" actId="478"/>
        <pc:sldMkLst>
          <pc:docMk/>
          <pc:sldMk cId="10884349" sldId="285"/>
        </pc:sldMkLst>
        <pc:spChg chg="mod">
          <ac:chgData name="Pi, Yalong" userId="c9a3dc08-26f0-490d-b190-2780270c58e1" providerId="ADAL" clId="{5AC52E50-EE96-4559-8C20-EBFED2550501}" dt="2025-04-02T19:16:45.502" v="1143" actId="20577"/>
          <ac:spMkLst>
            <pc:docMk/>
            <pc:sldMk cId="10884349" sldId="285"/>
            <ac:spMk id="7" creationId="{BB32E8A4-0731-BB34-4708-0F57836D7F6D}"/>
          </ac:spMkLst>
        </pc:spChg>
        <pc:spChg chg="mod">
          <ac:chgData name="Pi, Yalong" userId="c9a3dc08-26f0-490d-b190-2780270c58e1" providerId="ADAL" clId="{5AC52E50-EE96-4559-8C20-EBFED2550501}" dt="2025-04-02T19:16:43.783" v="1142" actId="20577"/>
          <ac:spMkLst>
            <pc:docMk/>
            <pc:sldMk cId="10884349" sldId="285"/>
            <ac:spMk id="8" creationId="{9FF3CD54-F6D1-778C-5C36-48D9F316B17F}"/>
          </ac:spMkLst>
        </pc:spChg>
        <pc:spChg chg="mod">
          <ac:chgData name="Pi, Yalong" userId="c9a3dc08-26f0-490d-b190-2780270c58e1" providerId="ADAL" clId="{5AC52E50-EE96-4559-8C20-EBFED2550501}" dt="2025-04-02T19:22:33.278" v="1174" actId="20577"/>
          <ac:spMkLst>
            <pc:docMk/>
            <pc:sldMk cId="10884349" sldId="285"/>
            <ac:spMk id="19" creationId="{8B120CF4-20A2-758D-D41F-99FF6DE52561}"/>
          </ac:spMkLst>
        </pc:spChg>
        <pc:graphicFrameChg chg="modGraphic">
          <ac:chgData name="Pi, Yalong" userId="c9a3dc08-26f0-490d-b190-2780270c58e1" providerId="ADAL" clId="{5AC52E50-EE96-4559-8C20-EBFED2550501}" dt="2025-04-02T19:15:16.974" v="1136" actId="57"/>
          <ac:graphicFrameMkLst>
            <pc:docMk/>
            <pc:sldMk cId="10884349" sldId="285"/>
            <ac:graphicFrameMk id="16" creationId="{01FE55D3-A4B5-95DC-266E-F62B4B8ACBFE}"/>
          </ac:graphicFrameMkLst>
        </pc:graphicFrameChg>
      </pc:sldChg>
      <pc:sldChg chg="add del">
        <pc:chgData name="Pi, Yalong" userId="c9a3dc08-26f0-490d-b190-2780270c58e1" providerId="ADAL" clId="{5AC52E50-EE96-4559-8C20-EBFED2550501}" dt="2025-04-02T18:53:25.701" v="916" actId="47"/>
        <pc:sldMkLst>
          <pc:docMk/>
          <pc:sldMk cId="3867618941" sldId="285"/>
        </pc:sldMkLst>
      </pc:sldChg>
      <pc:sldChg chg="modSp new mod ord">
        <pc:chgData name="Pi, Yalong" userId="c9a3dc08-26f0-490d-b190-2780270c58e1" providerId="ADAL" clId="{5AC52E50-EE96-4559-8C20-EBFED2550501}" dt="2025-04-03T17:20:48.609" v="2965"/>
        <pc:sldMkLst>
          <pc:docMk/>
          <pc:sldMk cId="1487505461" sldId="286"/>
        </pc:sldMkLst>
        <pc:spChg chg="mod">
          <ac:chgData name="Pi, Yalong" userId="c9a3dc08-26f0-490d-b190-2780270c58e1" providerId="ADAL" clId="{5AC52E50-EE96-4559-8C20-EBFED2550501}" dt="2025-04-02T19:01:49.341" v="986" actId="20577"/>
          <ac:spMkLst>
            <pc:docMk/>
            <pc:sldMk cId="1487505461" sldId="286"/>
            <ac:spMk id="2" creationId="{BC7B4831-E140-76DB-D593-BD14D98735C2}"/>
          </ac:spMkLst>
        </pc:spChg>
        <pc:spChg chg="mod">
          <ac:chgData name="Pi, Yalong" userId="c9a3dc08-26f0-490d-b190-2780270c58e1" providerId="ADAL" clId="{5AC52E50-EE96-4559-8C20-EBFED2550501}" dt="2025-04-02T19:18:08.359" v="1147" actId="6549"/>
          <ac:spMkLst>
            <pc:docMk/>
            <pc:sldMk cId="1487505461" sldId="286"/>
            <ac:spMk id="3" creationId="{34B92C7F-2704-AE2C-AD90-9C8D9550266A}"/>
          </ac:spMkLst>
        </pc:spChg>
      </pc:sldChg>
      <pc:sldChg chg="new del">
        <pc:chgData name="Pi, Yalong" userId="c9a3dc08-26f0-490d-b190-2780270c58e1" providerId="ADAL" clId="{5AC52E50-EE96-4559-8C20-EBFED2550501}" dt="2025-04-02T19:40:05.139" v="1296" actId="680"/>
        <pc:sldMkLst>
          <pc:docMk/>
          <pc:sldMk cId="3003025369" sldId="287"/>
        </pc:sldMkLst>
      </pc:sldChg>
      <pc:sldChg chg="modSp new mod ord">
        <pc:chgData name="Pi, Yalong" userId="c9a3dc08-26f0-490d-b190-2780270c58e1" providerId="ADAL" clId="{5AC52E50-EE96-4559-8C20-EBFED2550501}" dt="2025-04-03T15:34:46.227" v="2244" actId="20577"/>
        <pc:sldMkLst>
          <pc:docMk/>
          <pc:sldMk cId="3708792088" sldId="287"/>
        </pc:sldMkLst>
        <pc:spChg chg="mod">
          <ac:chgData name="Pi, Yalong" userId="c9a3dc08-26f0-490d-b190-2780270c58e1" providerId="ADAL" clId="{5AC52E50-EE96-4559-8C20-EBFED2550501}" dt="2025-04-02T19:41:34.904" v="1348" actId="20577"/>
          <ac:spMkLst>
            <pc:docMk/>
            <pc:sldMk cId="3708792088" sldId="287"/>
            <ac:spMk id="2" creationId="{25CECAD2-60BD-5D8D-2D58-5E84D67BA941}"/>
          </ac:spMkLst>
        </pc:spChg>
        <pc:spChg chg="mod">
          <ac:chgData name="Pi, Yalong" userId="c9a3dc08-26f0-490d-b190-2780270c58e1" providerId="ADAL" clId="{5AC52E50-EE96-4559-8C20-EBFED2550501}" dt="2025-04-03T15:34:46.227" v="2244" actId="20577"/>
          <ac:spMkLst>
            <pc:docMk/>
            <pc:sldMk cId="3708792088" sldId="287"/>
            <ac:spMk id="3" creationId="{0A367687-15EC-EBE7-334E-1ACA4E8CF37C}"/>
          </ac:spMkLst>
        </pc:spChg>
      </pc:sldChg>
      <pc:sldChg chg="addSp delSp modSp add mod">
        <pc:chgData name="Pi, Yalong" userId="c9a3dc08-26f0-490d-b190-2780270c58e1" providerId="ADAL" clId="{5AC52E50-EE96-4559-8C20-EBFED2550501}" dt="2025-04-03T17:21:31.203" v="2966"/>
        <pc:sldMkLst>
          <pc:docMk/>
          <pc:sldMk cId="260066305" sldId="288"/>
        </pc:sldMkLst>
        <pc:spChg chg="add mod">
          <ac:chgData name="Pi, Yalong" userId="c9a3dc08-26f0-490d-b190-2780270c58e1" providerId="ADAL" clId="{5AC52E50-EE96-4559-8C20-EBFED2550501}" dt="2025-04-03T17:21:31.203" v="2966"/>
          <ac:spMkLst>
            <pc:docMk/>
            <pc:sldMk cId="260066305" sldId="288"/>
            <ac:spMk id="17" creationId="{5759FB3B-743E-6ED8-9410-9B858DFD521B}"/>
          </ac:spMkLst>
        </pc:spChg>
      </pc:sldChg>
      <pc:sldChg chg="delSp modSp add mod">
        <pc:chgData name="Pi, Yalong" userId="c9a3dc08-26f0-490d-b190-2780270c58e1" providerId="ADAL" clId="{5AC52E50-EE96-4559-8C20-EBFED2550501}" dt="2025-04-03T18:02:05.400" v="3269" actId="20577"/>
        <pc:sldMkLst>
          <pc:docMk/>
          <pc:sldMk cId="4133072466" sldId="289"/>
        </pc:sldMkLst>
        <pc:spChg chg="mod">
          <ac:chgData name="Pi, Yalong" userId="c9a3dc08-26f0-490d-b190-2780270c58e1" providerId="ADAL" clId="{5AC52E50-EE96-4559-8C20-EBFED2550501}" dt="2025-04-03T18:02:05.400" v="3269" actId="20577"/>
          <ac:spMkLst>
            <pc:docMk/>
            <pc:sldMk cId="4133072466" sldId="289"/>
            <ac:spMk id="18" creationId="{D57702D5-B4F0-6747-D068-56251EE2858B}"/>
          </ac:spMkLst>
        </pc:spChg>
        <pc:spChg chg="mod">
          <ac:chgData name="Pi, Yalong" userId="c9a3dc08-26f0-490d-b190-2780270c58e1" providerId="ADAL" clId="{5AC52E50-EE96-4559-8C20-EBFED2550501}" dt="2025-04-03T14:48:39.923" v="1753" actId="20577"/>
          <ac:spMkLst>
            <pc:docMk/>
            <pc:sldMk cId="4133072466" sldId="289"/>
            <ac:spMk id="22" creationId="{B0A52DF3-A165-4D9C-A98C-C5B275AF743B}"/>
          </ac:spMkLst>
        </pc:spChg>
      </pc:sldChg>
      <pc:sldChg chg="addSp delSp modSp add mod">
        <pc:chgData name="Pi, Yalong" userId="c9a3dc08-26f0-490d-b190-2780270c58e1" providerId="ADAL" clId="{5AC52E50-EE96-4559-8C20-EBFED2550501}" dt="2025-04-03T18:26:43.736" v="3271"/>
        <pc:sldMkLst>
          <pc:docMk/>
          <pc:sldMk cId="2834041679" sldId="290"/>
        </pc:sldMkLst>
        <pc:spChg chg="add mod">
          <ac:chgData name="Pi, Yalong" userId="c9a3dc08-26f0-490d-b190-2780270c58e1" providerId="ADAL" clId="{5AC52E50-EE96-4559-8C20-EBFED2550501}" dt="2025-04-03T18:26:43.736" v="3271"/>
          <ac:spMkLst>
            <pc:docMk/>
            <pc:sldMk cId="2834041679" sldId="290"/>
            <ac:spMk id="20" creationId="{C1C9764B-10AD-204D-8E99-2C54E8F0023C}"/>
          </ac:spMkLst>
        </pc:spChg>
      </pc:sldChg>
      <pc:sldChg chg="delSp modSp add mod ord">
        <pc:chgData name="Pi, Yalong" userId="c9a3dc08-26f0-490d-b190-2780270c58e1" providerId="ADAL" clId="{5AC52E50-EE96-4559-8C20-EBFED2550501}" dt="2025-04-03T14:53:54.067" v="1868"/>
        <pc:sldMkLst>
          <pc:docMk/>
          <pc:sldMk cId="867652411" sldId="291"/>
        </pc:sldMkLst>
        <pc:grpChg chg="mod">
          <ac:chgData name="Pi, Yalong" userId="c9a3dc08-26f0-490d-b190-2780270c58e1" providerId="ADAL" clId="{5AC52E50-EE96-4559-8C20-EBFED2550501}" dt="2025-04-02T19:44:28.488" v="1426" actId="1037"/>
          <ac:grpSpMkLst>
            <pc:docMk/>
            <pc:sldMk cId="867652411" sldId="291"/>
            <ac:grpSpMk id="77" creationId="{EC27B7E9-0AC5-EE1C-3F93-AA2CB4240405}"/>
          </ac:grpSpMkLst>
        </pc:grpChg>
      </pc:sldChg>
      <pc:sldChg chg="add del">
        <pc:chgData name="Pi, Yalong" userId="c9a3dc08-26f0-490d-b190-2780270c58e1" providerId="ADAL" clId="{5AC52E50-EE96-4559-8C20-EBFED2550501}" dt="2025-04-03T21:12:27.480" v="3807" actId="47"/>
        <pc:sldMkLst>
          <pc:docMk/>
          <pc:sldMk cId="0" sldId="292"/>
        </pc:sldMkLst>
      </pc:sldChg>
      <pc:sldChg chg="add del">
        <pc:chgData name="Pi, Yalong" userId="c9a3dc08-26f0-490d-b190-2780270c58e1" providerId="ADAL" clId="{5AC52E50-EE96-4559-8C20-EBFED2550501}" dt="2025-04-03T21:13:51.146" v="3849" actId="47"/>
        <pc:sldMkLst>
          <pc:docMk/>
          <pc:sldMk cId="0" sldId="293"/>
        </pc:sldMkLst>
      </pc:sldChg>
      <pc:sldChg chg="add del">
        <pc:chgData name="Pi, Yalong" userId="c9a3dc08-26f0-490d-b190-2780270c58e1" providerId="ADAL" clId="{5AC52E50-EE96-4559-8C20-EBFED2550501}" dt="2025-04-03T21:13:51.692" v="3850" actId="47"/>
        <pc:sldMkLst>
          <pc:docMk/>
          <pc:sldMk cId="0" sldId="294"/>
        </pc:sldMkLst>
      </pc:sldChg>
      <pc:sldChg chg="addSp delSp modSp new mod">
        <pc:chgData name="Pi, Yalong" userId="c9a3dc08-26f0-490d-b190-2780270c58e1" providerId="ADAL" clId="{5AC52E50-EE96-4559-8C20-EBFED2550501}" dt="2025-04-02T19:47:08.823" v="1454" actId="1076"/>
        <pc:sldMkLst>
          <pc:docMk/>
          <pc:sldMk cId="2179366167" sldId="295"/>
        </pc:sldMkLst>
        <pc:picChg chg="add mod">
          <ac:chgData name="Pi, Yalong" userId="c9a3dc08-26f0-490d-b190-2780270c58e1" providerId="ADAL" clId="{5AC52E50-EE96-4559-8C20-EBFED2550501}" dt="2025-04-02T19:47:08.823" v="1454" actId="1076"/>
          <ac:picMkLst>
            <pc:docMk/>
            <pc:sldMk cId="2179366167" sldId="295"/>
            <ac:picMk id="4" creationId="{1BF04A70-2CE2-C60E-598C-E67205ACF043}"/>
          </ac:picMkLst>
        </pc:picChg>
      </pc:sldChg>
      <pc:sldChg chg="addSp modSp new ord">
        <pc:chgData name="Pi, Yalong" userId="c9a3dc08-26f0-490d-b190-2780270c58e1" providerId="ADAL" clId="{5AC52E50-EE96-4559-8C20-EBFED2550501}" dt="2025-04-03T17:22:57.322" v="2968"/>
        <pc:sldMkLst>
          <pc:docMk/>
          <pc:sldMk cId="3502420895" sldId="296"/>
        </pc:sldMkLst>
        <pc:picChg chg="add mod">
          <ac:chgData name="Pi, Yalong" userId="c9a3dc08-26f0-490d-b190-2780270c58e1" providerId="ADAL" clId="{5AC52E50-EE96-4559-8C20-EBFED2550501}" dt="2025-04-02T19:48:01.639" v="1468" actId="1076"/>
          <ac:picMkLst>
            <pc:docMk/>
            <pc:sldMk cId="3502420895" sldId="296"/>
            <ac:picMk id="2" creationId="{D993BA02-8605-5C61-372D-0E456A815BC3}"/>
          </ac:picMkLst>
        </pc:picChg>
      </pc:sldChg>
      <pc:sldChg chg="add del">
        <pc:chgData name="Pi, Yalong" userId="c9a3dc08-26f0-490d-b190-2780270c58e1" providerId="ADAL" clId="{5AC52E50-EE96-4559-8C20-EBFED2550501}" dt="2025-04-02T19:48:23.078" v="1470"/>
        <pc:sldMkLst>
          <pc:docMk/>
          <pc:sldMk cId="591510223" sldId="297"/>
        </pc:sldMkLst>
      </pc:sldChg>
      <pc:sldChg chg="new del">
        <pc:chgData name="Pi, Yalong" userId="c9a3dc08-26f0-490d-b190-2780270c58e1" providerId="ADAL" clId="{5AC52E50-EE96-4559-8C20-EBFED2550501}" dt="2025-04-02T19:49:18.214" v="1479" actId="47"/>
        <pc:sldMkLst>
          <pc:docMk/>
          <pc:sldMk cId="2127631057" sldId="297"/>
        </pc:sldMkLst>
      </pc:sldChg>
      <pc:sldChg chg="modSp add del mod">
        <pc:chgData name="Pi, Yalong" userId="c9a3dc08-26f0-490d-b190-2780270c58e1" providerId="ADAL" clId="{5AC52E50-EE96-4559-8C20-EBFED2550501}" dt="2025-04-03T14:19:00.582" v="1529" actId="47"/>
        <pc:sldMkLst>
          <pc:docMk/>
          <pc:sldMk cId="591510223" sldId="298"/>
        </pc:sldMkLst>
      </pc:sldChg>
      <pc:sldChg chg="addSp delSp modSp new mod setBg">
        <pc:chgData name="Pi, Yalong" userId="c9a3dc08-26f0-490d-b190-2780270c58e1" providerId="ADAL" clId="{5AC52E50-EE96-4559-8C20-EBFED2550501}" dt="2025-04-03T14:18:37.501" v="1528" actId="26606"/>
        <pc:sldMkLst>
          <pc:docMk/>
          <pc:sldMk cId="2858129883" sldId="299"/>
        </pc:sldMkLst>
        <pc:picChg chg="add mod">
          <ac:chgData name="Pi, Yalong" userId="c9a3dc08-26f0-490d-b190-2780270c58e1" providerId="ADAL" clId="{5AC52E50-EE96-4559-8C20-EBFED2550501}" dt="2025-04-03T14:18:37.501" v="1528" actId="26606"/>
          <ac:picMkLst>
            <pc:docMk/>
            <pc:sldMk cId="2858129883" sldId="299"/>
            <ac:picMk id="1026" creationId="{286E2CFE-602F-EF2B-54DC-AB49F25AA807}"/>
          </ac:picMkLst>
        </pc:picChg>
      </pc:sldChg>
      <pc:sldChg chg="addSp modSp new">
        <pc:chgData name="Pi, Yalong" userId="c9a3dc08-26f0-490d-b190-2780270c58e1" providerId="ADAL" clId="{5AC52E50-EE96-4559-8C20-EBFED2550501}" dt="2025-04-03T14:22:36.792" v="1534" actId="14100"/>
        <pc:sldMkLst>
          <pc:docMk/>
          <pc:sldMk cId="524689298" sldId="300"/>
        </pc:sldMkLst>
        <pc:picChg chg="add mod">
          <ac:chgData name="Pi, Yalong" userId="c9a3dc08-26f0-490d-b190-2780270c58e1" providerId="ADAL" clId="{5AC52E50-EE96-4559-8C20-EBFED2550501}" dt="2025-04-03T14:22:36.792" v="1534" actId="14100"/>
          <ac:picMkLst>
            <pc:docMk/>
            <pc:sldMk cId="524689298" sldId="300"/>
            <ac:picMk id="2050" creationId="{E1CF527E-A5B5-D0D5-5C7B-7460F8C74FE9}"/>
          </ac:picMkLst>
        </pc:picChg>
      </pc:sldChg>
      <pc:sldChg chg="addSp modSp new mod">
        <pc:chgData name="Pi, Yalong" userId="c9a3dc08-26f0-490d-b190-2780270c58e1" providerId="ADAL" clId="{5AC52E50-EE96-4559-8C20-EBFED2550501}" dt="2025-04-03T14:50:24.064" v="1787" actId="20577"/>
        <pc:sldMkLst>
          <pc:docMk/>
          <pc:sldMk cId="3279537326" sldId="301"/>
        </pc:sldMkLst>
        <pc:spChg chg="mod">
          <ac:chgData name="Pi, Yalong" userId="c9a3dc08-26f0-490d-b190-2780270c58e1" providerId="ADAL" clId="{5AC52E50-EE96-4559-8C20-EBFED2550501}" dt="2025-04-03T14:50:24.064" v="1787" actId="20577"/>
          <ac:spMkLst>
            <pc:docMk/>
            <pc:sldMk cId="3279537326" sldId="301"/>
            <ac:spMk id="2" creationId="{1FBE4B7A-DC1F-6E6E-A019-031CEABCCA2A}"/>
          </ac:spMkLst>
        </pc:spChg>
        <pc:spChg chg="mod">
          <ac:chgData name="Pi, Yalong" userId="c9a3dc08-26f0-490d-b190-2780270c58e1" providerId="ADAL" clId="{5AC52E50-EE96-4559-8C20-EBFED2550501}" dt="2025-04-03T14:46:08.879" v="1735" actId="5793"/>
          <ac:spMkLst>
            <pc:docMk/>
            <pc:sldMk cId="3279537326" sldId="301"/>
            <ac:spMk id="3" creationId="{8D07FFE7-C4E7-E4A8-7C96-D730F9806A96}"/>
          </ac:spMkLst>
        </pc:spChg>
        <pc:spChg chg="add mod">
          <ac:chgData name="Pi, Yalong" userId="c9a3dc08-26f0-490d-b190-2780270c58e1" providerId="ADAL" clId="{5AC52E50-EE96-4559-8C20-EBFED2550501}" dt="2025-04-03T14:49:30.064" v="1763" actId="1035"/>
          <ac:spMkLst>
            <pc:docMk/>
            <pc:sldMk cId="3279537326" sldId="301"/>
            <ac:spMk id="4" creationId="{57A0C39B-4B2E-7516-9180-3AB9BAF4E2A0}"/>
          </ac:spMkLst>
        </pc:spChg>
        <pc:spChg chg="add mod">
          <ac:chgData name="Pi, Yalong" userId="c9a3dc08-26f0-490d-b190-2780270c58e1" providerId="ADAL" clId="{5AC52E50-EE96-4559-8C20-EBFED2550501}" dt="2025-04-03T14:49:30.064" v="1763" actId="1035"/>
          <ac:spMkLst>
            <pc:docMk/>
            <pc:sldMk cId="3279537326" sldId="301"/>
            <ac:spMk id="5" creationId="{715BFDFD-DF00-3F50-62F0-D2A8260C3536}"/>
          </ac:spMkLst>
        </pc:spChg>
      </pc:sldChg>
      <pc:sldChg chg="add">
        <pc:chgData name="Pi, Yalong" userId="c9a3dc08-26f0-490d-b190-2780270c58e1" providerId="ADAL" clId="{5AC52E50-EE96-4559-8C20-EBFED2550501}" dt="2025-04-03T14:32:10.280" v="1633"/>
        <pc:sldMkLst>
          <pc:docMk/>
          <pc:sldMk cId="1815105795" sldId="302"/>
        </pc:sldMkLst>
      </pc:sldChg>
      <pc:sldChg chg="addSp delSp modSp new ord">
        <pc:chgData name="Pi, Yalong" userId="c9a3dc08-26f0-490d-b190-2780270c58e1" providerId="ADAL" clId="{5AC52E50-EE96-4559-8C20-EBFED2550501}" dt="2025-04-03T15:15:19.404" v="2133" actId="14100"/>
        <pc:sldMkLst>
          <pc:docMk/>
          <pc:sldMk cId="4027952006" sldId="303"/>
        </pc:sldMkLst>
        <pc:picChg chg="add mod">
          <ac:chgData name="Pi, Yalong" userId="c9a3dc08-26f0-490d-b190-2780270c58e1" providerId="ADAL" clId="{5AC52E50-EE96-4559-8C20-EBFED2550501}" dt="2025-04-03T15:15:19.404" v="2133" actId="14100"/>
          <ac:picMkLst>
            <pc:docMk/>
            <pc:sldMk cId="4027952006" sldId="303"/>
            <ac:picMk id="3076" creationId="{C75D500D-3945-D403-560B-F8A5C4DD7A4D}"/>
          </ac:picMkLst>
        </pc:picChg>
      </pc:sldChg>
      <pc:sldChg chg="addSp delSp modSp new mod ord">
        <pc:chgData name="Pi, Yalong" userId="c9a3dc08-26f0-490d-b190-2780270c58e1" providerId="ADAL" clId="{5AC52E50-EE96-4559-8C20-EBFED2550501}" dt="2025-04-03T16:55:48.777" v="2933" actId="20577"/>
        <pc:sldMkLst>
          <pc:docMk/>
          <pc:sldMk cId="3581978640" sldId="304"/>
        </pc:sldMkLst>
        <pc:spChg chg="mod">
          <ac:chgData name="Pi, Yalong" userId="c9a3dc08-26f0-490d-b190-2780270c58e1" providerId="ADAL" clId="{5AC52E50-EE96-4559-8C20-EBFED2550501}" dt="2025-04-03T14:51:14.364" v="1803" actId="20577"/>
          <ac:spMkLst>
            <pc:docMk/>
            <pc:sldMk cId="3581978640" sldId="304"/>
            <ac:spMk id="2" creationId="{E25C2028-522E-850B-8FFE-33E9BA2F841F}"/>
          </ac:spMkLst>
        </pc:spChg>
        <pc:spChg chg="mod">
          <ac:chgData name="Pi, Yalong" userId="c9a3dc08-26f0-490d-b190-2780270c58e1" providerId="ADAL" clId="{5AC52E50-EE96-4559-8C20-EBFED2550501}" dt="2025-04-03T15:06:40.546" v="2022" actId="5793"/>
          <ac:spMkLst>
            <pc:docMk/>
            <pc:sldMk cId="3581978640" sldId="304"/>
            <ac:spMk id="3" creationId="{8564879F-8820-4423-9D2E-729B42A671D3}"/>
          </ac:spMkLst>
        </pc:spChg>
        <pc:spChg chg="add mod">
          <ac:chgData name="Pi, Yalong" userId="c9a3dc08-26f0-490d-b190-2780270c58e1" providerId="ADAL" clId="{5AC52E50-EE96-4559-8C20-EBFED2550501}" dt="2025-04-03T16:55:46.158" v="2929" actId="20577"/>
          <ac:spMkLst>
            <pc:docMk/>
            <pc:sldMk cId="3581978640" sldId="304"/>
            <ac:spMk id="5" creationId="{C5932A88-D2A6-EAF8-3815-26356897FDD3}"/>
          </ac:spMkLst>
        </pc:spChg>
        <pc:spChg chg="add mod">
          <ac:chgData name="Pi, Yalong" userId="c9a3dc08-26f0-490d-b190-2780270c58e1" providerId="ADAL" clId="{5AC52E50-EE96-4559-8C20-EBFED2550501}" dt="2025-04-03T16:55:48.777" v="2933" actId="20577"/>
          <ac:spMkLst>
            <pc:docMk/>
            <pc:sldMk cId="3581978640" sldId="304"/>
            <ac:spMk id="6" creationId="{5EC2A1E3-7E1B-B017-EDEC-3D7EB4F43648}"/>
          </ac:spMkLst>
        </pc:spChg>
      </pc:sldChg>
      <pc:sldChg chg="addSp delSp modSp new mod">
        <pc:chgData name="Pi, Yalong" userId="c9a3dc08-26f0-490d-b190-2780270c58e1" providerId="ADAL" clId="{5AC52E50-EE96-4559-8C20-EBFED2550501}" dt="2025-04-03T15:13:17.708" v="2126" actId="14100"/>
        <pc:sldMkLst>
          <pc:docMk/>
          <pc:sldMk cId="2353712881" sldId="305"/>
        </pc:sldMkLst>
        <pc:spChg chg="mod">
          <ac:chgData name="Pi, Yalong" userId="c9a3dc08-26f0-490d-b190-2780270c58e1" providerId="ADAL" clId="{5AC52E50-EE96-4559-8C20-EBFED2550501}" dt="2025-04-03T14:59:00.032" v="1955" actId="20577"/>
          <ac:spMkLst>
            <pc:docMk/>
            <pc:sldMk cId="2353712881" sldId="305"/>
            <ac:spMk id="2" creationId="{856095F3-3E69-FB5F-B5A0-4E28F7378B86}"/>
          </ac:spMkLst>
        </pc:spChg>
        <pc:spChg chg="add mod">
          <ac:chgData name="Pi, Yalong" userId="c9a3dc08-26f0-490d-b190-2780270c58e1" providerId="ADAL" clId="{5AC52E50-EE96-4559-8C20-EBFED2550501}" dt="2025-04-03T15:13:17.708" v="2126" actId="14100"/>
          <ac:spMkLst>
            <pc:docMk/>
            <pc:sldMk cId="2353712881" sldId="305"/>
            <ac:spMk id="42" creationId="{E4795C5F-CB8A-A749-D405-7EA9B5F8C2FF}"/>
          </ac:spMkLst>
        </pc:spChg>
        <pc:graphicFrameChg chg="add mod ord modGraphic">
          <ac:chgData name="Pi, Yalong" userId="c9a3dc08-26f0-490d-b190-2780270c58e1" providerId="ADAL" clId="{5AC52E50-EE96-4559-8C20-EBFED2550501}" dt="2025-04-03T15:12:18.729" v="2107" actId="113"/>
          <ac:graphicFrameMkLst>
            <pc:docMk/>
            <pc:sldMk cId="2353712881" sldId="305"/>
            <ac:graphicFrameMk id="38" creationId="{FA8C4283-7983-2B72-14EA-99BB511604B8}"/>
          </ac:graphicFrameMkLst>
        </pc:graphicFrameChg>
      </pc:sldChg>
      <pc:sldChg chg="add ord">
        <pc:chgData name="Pi, Yalong" userId="c9a3dc08-26f0-490d-b190-2780270c58e1" providerId="ADAL" clId="{5AC52E50-EE96-4559-8C20-EBFED2550501}" dt="2025-04-03T15:13:57.464" v="2129"/>
        <pc:sldMkLst>
          <pc:docMk/>
          <pc:sldMk cId="2949754431" sldId="306"/>
        </pc:sldMkLst>
      </pc:sldChg>
      <pc:sldChg chg="addSp delSp modSp new mod">
        <pc:chgData name="Pi, Yalong" userId="c9a3dc08-26f0-490d-b190-2780270c58e1" providerId="ADAL" clId="{5AC52E50-EE96-4559-8C20-EBFED2550501}" dt="2025-04-03T15:34:02.204" v="2227" actId="20577"/>
        <pc:sldMkLst>
          <pc:docMk/>
          <pc:sldMk cId="1460778003" sldId="307"/>
        </pc:sldMkLst>
        <pc:spChg chg="mod">
          <ac:chgData name="Pi, Yalong" userId="c9a3dc08-26f0-490d-b190-2780270c58e1" providerId="ADAL" clId="{5AC52E50-EE96-4559-8C20-EBFED2550501}" dt="2025-04-03T15:16:33.263" v="2152" actId="20577"/>
          <ac:spMkLst>
            <pc:docMk/>
            <pc:sldMk cId="1460778003" sldId="307"/>
            <ac:spMk id="2" creationId="{D70042F1-CD46-CAAA-C97E-F477BD29B9A7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82" creationId="{26CDC2BE-97FD-1777-2E4A-B75DE5EF28F5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83" creationId="{AF37CCFA-EAF0-389E-CF3B-361DC9AE9B4F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84" creationId="{BFB77990-B3F1-72C8-D5E9-134576D942E0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85" creationId="{45BCF690-28C3-B7E3-BB89-28378B18FCF7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86" creationId="{02C182E9-A422-69A4-A838-945CCBF72B07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87" creationId="{C2CC8C81-28DA-866E-449C-C4B3911F4928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104" creationId="{CC531FE8-56FD-9E4F-85DB-97A8F82CC1AA}"/>
          </ac:spMkLst>
        </pc:spChg>
        <pc:spChg chg="mod">
          <ac:chgData name="Pi, Yalong" userId="c9a3dc08-26f0-490d-b190-2780270c58e1" providerId="ADAL" clId="{5AC52E50-EE96-4559-8C20-EBFED2550501}" dt="2025-04-03T15:18:31.692" v="2219" actId="20577"/>
          <ac:spMkLst>
            <pc:docMk/>
            <pc:sldMk cId="1460778003" sldId="307"/>
            <ac:spMk id="105" creationId="{04245804-4753-A5E8-A3D3-4BFBDD12B946}"/>
          </ac:spMkLst>
        </pc:spChg>
        <pc:spChg chg="mod">
          <ac:chgData name="Pi, Yalong" userId="c9a3dc08-26f0-490d-b190-2780270c58e1" providerId="ADAL" clId="{5AC52E50-EE96-4559-8C20-EBFED2550501}" dt="2025-04-03T15:33:59.779" v="2224" actId="20577"/>
          <ac:spMkLst>
            <pc:docMk/>
            <pc:sldMk cId="1460778003" sldId="307"/>
            <ac:spMk id="106" creationId="{2E29D597-A77D-9E10-2E5A-8AFFA02DEE74}"/>
          </ac:spMkLst>
        </pc:spChg>
        <pc:spChg chg="mod">
          <ac:chgData name="Pi, Yalong" userId="c9a3dc08-26f0-490d-b190-2780270c58e1" providerId="ADAL" clId="{5AC52E50-EE96-4559-8C20-EBFED2550501}" dt="2025-04-03T15:34:00.951" v="2225" actId="20577"/>
          <ac:spMkLst>
            <pc:docMk/>
            <pc:sldMk cId="1460778003" sldId="307"/>
            <ac:spMk id="107" creationId="{2F6CBF96-A0E8-9841-A1DD-38717E6D7F06}"/>
          </ac:spMkLst>
        </pc:spChg>
        <pc:spChg chg="mod">
          <ac:chgData name="Pi, Yalong" userId="c9a3dc08-26f0-490d-b190-2780270c58e1" providerId="ADAL" clId="{5AC52E50-EE96-4559-8C20-EBFED2550501}" dt="2025-04-03T15:34:01.699" v="2226" actId="20577"/>
          <ac:spMkLst>
            <pc:docMk/>
            <pc:sldMk cId="1460778003" sldId="307"/>
            <ac:spMk id="108" creationId="{5447E3AD-BAD6-85CB-0F85-680BBDE89B40}"/>
          </ac:spMkLst>
        </pc:spChg>
        <pc:spChg chg="mod">
          <ac:chgData name="Pi, Yalong" userId="c9a3dc08-26f0-490d-b190-2780270c58e1" providerId="ADAL" clId="{5AC52E50-EE96-4559-8C20-EBFED2550501}" dt="2025-04-03T15:34:02.204" v="2227" actId="20577"/>
          <ac:spMkLst>
            <pc:docMk/>
            <pc:sldMk cId="1460778003" sldId="307"/>
            <ac:spMk id="109" creationId="{5503DF42-02AB-E50D-3E6E-BD9543F51B00}"/>
          </ac:spMkLst>
        </pc:spChg>
        <pc:spChg chg="mod">
          <ac:chgData name="Pi, Yalong" userId="c9a3dc08-26f0-490d-b190-2780270c58e1" providerId="ADAL" clId="{5AC52E50-EE96-4559-8C20-EBFED2550501}" dt="2025-04-03T15:16:59.407" v="2163"/>
          <ac:spMkLst>
            <pc:docMk/>
            <pc:sldMk cId="1460778003" sldId="307"/>
            <ac:spMk id="125" creationId="{30FFF58A-E4D9-411C-54C4-C333768D5CA3}"/>
          </ac:spMkLst>
        </pc:spChg>
        <pc:grpChg chg="mod">
          <ac:chgData name="Pi, Yalong" userId="c9a3dc08-26f0-490d-b190-2780270c58e1" providerId="ADAL" clId="{5AC52E50-EE96-4559-8C20-EBFED2550501}" dt="2025-04-03T15:17:03.873" v="2164" actId="1076"/>
          <ac:grpSpMkLst>
            <pc:docMk/>
            <pc:sldMk cId="1460778003" sldId="307"/>
            <ac:grpSpMk id="74" creationId="{7F08AC41-8634-0360-7D0B-81AD4335BD56}"/>
          </ac:grpSpMkLst>
        </pc:grpChg>
      </pc:sldChg>
      <pc:sldChg chg="add del">
        <pc:chgData name="Pi, Yalong" userId="c9a3dc08-26f0-490d-b190-2780270c58e1" providerId="ADAL" clId="{5AC52E50-EE96-4559-8C20-EBFED2550501}" dt="2025-04-03T15:16:38.999" v="2155"/>
        <pc:sldMkLst>
          <pc:docMk/>
          <pc:sldMk cId="1558651232" sldId="308"/>
        </pc:sldMkLst>
      </pc:sldChg>
      <pc:sldChg chg="addSp delSp modSp add del mod">
        <pc:chgData name="Pi, Yalong" userId="c9a3dc08-26f0-490d-b190-2780270c58e1" providerId="ADAL" clId="{5AC52E50-EE96-4559-8C20-EBFED2550501}" dt="2025-04-03T15:17:07.242" v="2165" actId="47"/>
        <pc:sldMkLst>
          <pc:docMk/>
          <pc:sldMk cId="2347734331" sldId="308"/>
        </pc:sldMkLst>
      </pc:sldChg>
      <pc:sldChg chg="addSp modSp add del mod">
        <pc:chgData name="Pi, Yalong" userId="c9a3dc08-26f0-490d-b190-2780270c58e1" providerId="ADAL" clId="{5AC52E50-EE96-4559-8C20-EBFED2550501}" dt="2025-04-03T15:39:22.544" v="2335" actId="47"/>
        <pc:sldMkLst>
          <pc:docMk/>
          <pc:sldMk cId="3863565468" sldId="308"/>
        </pc:sldMkLst>
      </pc:sldChg>
      <pc:sldChg chg="add del ord">
        <pc:chgData name="Pi, Yalong" userId="c9a3dc08-26f0-490d-b190-2780270c58e1" providerId="ADAL" clId="{5AC52E50-EE96-4559-8C20-EBFED2550501}" dt="2025-04-03T15:34:31.704" v="2231" actId="47"/>
        <pc:sldMkLst>
          <pc:docMk/>
          <pc:sldMk cId="596687489" sldId="309"/>
        </pc:sldMkLst>
      </pc:sldChg>
      <pc:sldChg chg="add">
        <pc:chgData name="Pi, Yalong" userId="c9a3dc08-26f0-490d-b190-2780270c58e1" providerId="ADAL" clId="{5AC52E50-EE96-4559-8C20-EBFED2550501}" dt="2025-04-03T15:36:10.201" v="2245"/>
        <pc:sldMkLst>
          <pc:docMk/>
          <pc:sldMk cId="3646669359" sldId="309"/>
        </pc:sldMkLst>
      </pc:sldChg>
      <pc:sldChg chg="addSp delSp modSp add del mod">
        <pc:chgData name="Pi, Yalong" userId="c9a3dc08-26f0-490d-b190-2780270c58e1" providerId="ADAL" clId="{5AC52E50-EE96-4559-8C20-EBFED2550501}" dt="2025-04-03T15:39:13.931" v="2334" actId="47"/>
        <pc:sldMkLst>
          <pc:docMk/>
          <pc:sldMk cId="2167773382" sldId="310"/>
        </pc:sldMkLst>
      </pc:sldChg>
      <pc:sldChg chg="addSp delSp modSp add del mod">
        <pc:chgData name="Pi, Yalong" userId="c9a3dc08-26f0-490d-b190-2780270c58e1" providerId="ADAL" clId="{5AC52E50-EE96-4559-8C20-EBFED2550501}" dt="2025-04-03T15:40:33.895" v="2492" actId="47"/>
        <pc:sldMkLst>
          <pc:docMk/>
          <pc:sldMk cId="1796381049" sldId="311"/>
        </pc:sldMkLst>
      </pc:sldChg>
      <pc:sldChg chg="addSp delSp modSp add mod ord">
        <pc:chgData name="Pi, Yalong" userId="c9a3dc08-26f0-490d-b190-2780270c58e1" providerId="ADAL" clId="{5AC52E50-EE96-4559-8C20-EBFED2550501}" dt="2025-04-03T18:27:03.824" v="3276" actId="113"/>
        <pc:sldMkLst>
          <pc:docMk/>
          <pc:sldMk cId="3762349812" sldId="312"/>
        </pc:sldMkLst>
        <pc:spChg chg="mod">
          <ac:chgData name="Pi, Yalong" userId="c9a3dc08-26f0-490d-b190-2780270c58e1" providerId="ADAL" clId="{5AC52E50-EE96-4559-8C20-EBFED2550501}" dt="2025-04-03T17:23:26.266" v="2989" actId="20577"/>
          <ac:spMkLst>
            <pc:docMk/>
            <pc:sldMk cId="3762349812" sldId="312"/>
            <ac:spMk id="2" creationId="{7BE75DD9-2D38-7970-DD3A-A91A62FFFBB8}"/>
          </ac:spMkLst>
        </pc:spChg>
        <pc:spChg chg="mod">
          <ac:chgData name="Pi, Yalong" userId="c9a3dc08-26f0-490d-b190-2780270c58e1" providerId="ADAL" clId="{5AC52E50-EE96-4559-8C20-EBFED2550501}" dt="2025-04-03T18:27:03.824" v="3276" actId="113"/>
          <ac:spMkLst>
            <pc:docMk/>
            <pc:sldMk cId="3762349812" sldId="312"/>
            <ac:spMk id="3" creationId="{FFB2FF93-3FDC-2857-30F6-5447E07C6BCF}"/>
          </ac:spMkLst>
        </pc:spChg>
        <pc:spChg chg="add mod">
          <ac:chgData name="Pi, Yalong" userId="c9a3dc08-26f0-490d-b190-2780270c58e1" providerId="ADAL" clId="{5AC52E50-EE96-4559-8C20-EBFED2550501}" dt="2025-04-03T15:47:25.013" v="2596" actId="1076"/>
          <ac:spMkLst>
            <pc:docMk/>
            <pc:sldMk cId="3762349812" sldId="312"/>
            <ac:spMk id="76" creationId="{1F3C3D18-D84A-50E4-1363-7DC97A96EF7E}"/>
          </ac:spMkLst>
        </pc:spChg>
        <pc:spChg chg="add mod">
          <ac:chgData name="Pi, Yalong" userId="c9a3dc08-26f0-490d-b190-2780270c58e1" providerId="ADAL" clId="{5AC52E50-EE96-4559-8C20-EBFED2550501}" dt="2025-04-03T15:47:25.013" v="2596" actId="1076"/>
          <ac:spMkLst>
            <pc:docMk/>
            <pc:sldMk cId="3762349812" sldId="312"/>
            <ac:spMk id="78" creationId="{2A243820-C107-421F-2EF7-6BD2C0D3CC5E}"/>
          </ac:spMkLst>
        </pc:spChg>
        <pc:spChg chg="add mod">
          <ac:chgData name="Pi, Yalong" userId="c9a3dc08-26f0-490d-b190-2780270c58e1" providerId="ADAL" clId="{5AC52E50-EE96-4559-8C20-EBFED2550501}" dt="2025-04-03T15:47:30.893" v="2598" actId="1076"/>
          <ac:spMkLst>
            <pc:docMk/>
            <pc:sldMk cId="3762349812" sldId="312"/>
            <ac:spMk id="79" creationId="{991A598F-892B-97A9-4157-BC67EA7F28DA}"/>
          </ac:spMkLst>
        </pc:spChg>
        <pc:spChg chg="mod">
          <ac:chgData name="Pi, Yalong" userId="c9a3dc08-26f0-490d-b190-2780270c58e1" providerId="ADAL" clId="{5AC52E50-EE96-4559-8C20-EBFED2550501}" dt="2025-04-03T15:45:20.423" v="2556" actId="688"/>
          <ac:spMkLst>
            <pc:docMk/>
            <pc:sldMk cId="3762349812" sldId="312"/>
            <ac:spMk id="80" creationId="{6B97AA43-EFA9-FEB9-DE63-99E0F1BBA340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85" creationId="{089931FA-5E90-D233-5133-FC48E1573B00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87" creationId="{3075128C-E13D-44DA-9AA5-7F0214EB8D2F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90" creationId="{289038DA-BA3A-5013-40C3-AF005AD20A94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106" creationId="{0871980B-3612-F069-2507-BBFEDEBDF1AB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107" creationId="{EBA134C5-6A0B-5854-738B-914BF9E05443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108" creationId="{5FEE58C7-4FE2-F260-1912-3151F0E84762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109" creationId="{000E8C5B-DF63-10AF-E557-D7CDE869FE0D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110" creationId="{EF2E8FFD-5BC5-5DFB-B53C-1280645A89BC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113" creationId="{43D6E91B-D472-14BF-BF8F-180027C5974D}"/>
          </ac:spMkLst>
        </pc:spChg>
        <pc:spChg chg="mod">
          <ac:chgData name="Pi, Yalong" userId="c9a3dc08-26f0-490d-b190-2780270c58e1" providerId="ADAL" clId="{5AC52E50-EE96-4559-8C20-EBFED2550501}" dt="2025-04-03T15:45:16.905" v="2555"/>
          <ac:spMkLst>
            <pc:docMk/>
            <pc:sldMk cId="3762349812" sldId="312"/>
            <ac:spMk id="130" creationId="{3AA198CE-7BDE-1B2B-C9A3-CCBB5374FD1A}"/>
          </ac:spMkLst>
        </pc:spChg>
        <pc:spChg chg="add mod">
          <ac:chgData name="Pi, Yalong" userId="c9a3dc08-26f0-490d-b190-2780270c58e1" providerId="ADAL" clId="{5AC52E50-EE96-4559-8C20-EBFED2550501}" dt="2025-04-03T17:24:58.846" v="3023" actId="20577"/>
          <ac:spMkLst>
            <pc:docMk/>
            <pc:sldMk cId="3762349812" sldId="312"/>
            <ac:spMk id="154" creationId="{2AFC0E0C-8B34-4848-7D73-15C00F360354}"/>
          </ac:spMkLst>
        </pc:spChg>
      </pc:sldChg>
      <pc:sldChg chg="addSp delSp modSp new mod">
        <pc:chgData name="Pi, Yalong" userId="c9a3dc08-26f0-490d-b190-2780270c58e1" providerId="ADAL" clId="{5AC52E50-EE96-4559-8C20-EBFED2550501}" dt="2025-04-03T17:24:07.088" v="3005" actId="20577"/>
        <pc:sldMkLst>
          <pc:docMk/>
          <pc:sldMk cId="1665648186" sldId="313"/>
        </pc:sldMkLst>
        <pc:spChg chg="mod">
          <ac:chgData name="Pi, Yalong" userId="c9a3dc08-26f0-490d-b190-2780270c58e1" providerId="ADAL" clId="{5AC52E50-EE96-4559-8C20-EBFED2550501}" dt="2025-04-03T17:24:07.088" v="3005" actId="20577"/>
          <ac:spMkLst>
            <pc:docMk/>
            <pc:sldMk cId="1665648186" sldId="313"/>
            <ac:spMk id="2" creationId="{FDC60434-8875-9B0A-B007-2AD9318B949B}"/>
          </ac:spMkLst>
        </pc:spChg>
        <pc:spChg chg="mod">
          <ac:chgData name="Pi, Yalong" userId="c9a3dc08-26f0-490d-b190-2780270c58e1" providerId="ADAL" clId="{5AC52E50-EE96-4559-8C20-EBFED2550501}" dt="2025-04-03T17:24:03.204" v="2992"/>
          <ac:spMkLst>
            <pc:docMk/>
            <pc:sldMk cId="1665648186" sldId="313"/>
            <ac:spMk id="3" creationId="{4D90174C-49F6-6BE3-1922-30D5853794CE}"/>
          </ac:spMkLst>
        </pc:spChg>
        <pc:spChg chg="mod">
          <ac:chgData name="Pi, Yalong" userId="c9a3dc08-26f0-490d-b190-2780270c58e1" providerId="ADAL" clId="{5AC52E50-EE96-4559-8C20-EBFED2550501}" dt="2025-04-03T15:44:35.029" v="2543" actId="1076"/>
          <ac:spMkLst>
            <pc:docMk/>
            <pc:sldMk cId="1665648186" sldId="313"/>
            <ac:spMk id="4" creationId="{B97A5EF2-C003-4D50-FA08-446329B34424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7" creationId="{32DA28C7-5C70-E114-6F80-6BD917DBCE09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8" creationId="{699F2691-F7D4-FA1C-BBAF-3000C238E1B4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10" creationId="{37B876AA-D0BD-2D57-1B4A-C7C9CBDD6DD7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11" creationId="{A28DC51E-48F4-59EF-9C34-F76CC4A70F21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13" creationId="{A36C3E90-D1BF-CC88-F559-932980A74A8E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32" creationId="{8EFEBB5B-37A4-93B3-EA8D-FFBBBD1BF0B7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35" creationId="{0D1CBC99-0336-0674-09F2-0E5BB2C7E871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36" creationId="{0ED704F9-714A-A882-242F-ADF11F78D391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54" creationId="{53D6A6D0-09DE-BE0A-ECC9-F64EB7E7E1A0}"/>
          </ac:spMkLst>
        </pc:spChg>
        <pc:spChg chg="mod">
          <ac:chgData name="Pi, Yalong" userId="c9a3dc08-26f0-490d-b190-2780270c58e1" providerId="ADAL" clId="{5AC52E50-EE96-4559-8C20-EBFED2550501}" dt="2025-04-03T15:42:53.710" v="2536"/>
          <ac:spMkLst>
            <pc:docMk/>
            <pc:sldMk cId="1665648186" sldId="313"/>
            <ac:spMk id="70" creationId="{7FF263FE-C1FE-43FF-4A82-0729BC1685E4}"/>
          </ac:spMkLst>
        </pc:spChg>
        <pc:spChg chg="add mod">
          <ac:chgData name="Pi, Yalong" userId="c9a3dc08-26f0-490d-b190-2780270c58e1" providerId="ADAL" clId="{5AC52E50-EE96-4559-8C20-EBFED2550501}" dt="2025-04-03T15:44:55.484" v="2552" actId="20577"/>
          <ac:spMkLst>
            <pc:docMk/>
            <pc:sldMk cId="1665648186" sldId="313"/>
            <ac:spMk id="78" creationId="{83BC01C4-8A32-1FC5-EFC5-A371EED32C43}"/>
          </ac:spMkLst>
        </pc:spChg>
        <pc:grpChg chg="mod">
          <ac:chgData name="Pi, Yalong" userId="c9a3dc08-26f0-490d-b190-2780270c58e1" providerId="ADAL" clId="{5AC52E50-EE96-4559-8C20-EBFED2550501}" dt="2025-04-03T15:44:35.029" v="2543" actId="1076"/>
          <ac:grpSpMkLst>
            <pc:docMk/>
            <pc:sldMk cId="1665648186" sldId="313"/>
            <ac:grpSpMk id="5" creationId="{9B0BF916-08BC-1C78-9769-655D28C5368F}"/>
          </ac:grpSpMkLst>
        </pc:grpChg>
      </pc:sldChg>
      <pc:sldChg chg="modSp new mod">
        <pc:chgData name="Pi, Yalong" userId="c9a3dc08-26f0-490d-b190-2780270c58e1" providerId="ADAL" clId="{5AC52E50-EE96-4559-8C20-EBFED2550501}" dt="2025-04-03T16:56:28.123" v="2957" actId="20577"/>
        <pc:sldMkLst>
          <pc:docMk/>
          <pc:sldMk cId="2547315681" sldId="314"/>
        </pc:sldMkLst>
        <pc:spChg chg="mod">
          <ac:chgData name="Pi, Yalong" userId="c9a3dc08-26f0-490d-b190-2780270c58e1" providerId="ADAL" clId="{5AC52E50-EE96-4559-8C20-EBFED2550501}" dt="2025-04-03T16:52:59.466" v="2800" actId="20577"/>
          <ac:spMkLst>
            <pc:docMk/>
            <pc:sldMk cId="2547315681" sldId="314"/>
            <ac:spMk id="2" creationId="{5F49C208-FAAD-BE78-5976-47565F50FA11}"/>
          </ac:spMkLst>
        </pc:spChg>
        <pc:spChg chg="mod">
          <ac:chgData name="Pi, Yalong" userId="c9a3dc08-26f0-490d-b190-2780270c58e1" providerId="ADAL" clId="{5AC52E50-EE96-4559-8C20-EBFED2550501}" dt="2025-04-03T16:56:28.123" v="2957" actId="20577"/>
          <ac:spMkLst>
            <pc:docMk/>
            <pc:sldMk cId="2547315681" sldId="314"/>
            <ac:spMk id="3" creationId="{EDDC5558-5FF5-E6D2-40B4-550FFE557AE3}"/>
          </ac:spMkLst>
        </pc:spChg>
      </pc:sldChg>
      <pc:sldChg chg="addSp delSp modSp new mod">
        <pc:chgData name="Pi, Yalong" userId="c9a3dc08-26f0-490d-b190-2780270c58e1" providerId="ADAL" clId="{5AC52E50-EE96-4559-8C20-EBFED2550501}" dt="2025-04-07T01:58:24.940" v="4495" actId="9405"/>
        <pc:sldMkLst>
          <pc:docMk/>
          <pc:sldMk cId="3581272772" sldId="315"/>
        </pc:sldMkLst>
        <pc:spChg chg="mod">
          <ac:chgData name="Pi, Yalong" userId="c9a3dc08-26f0-490d-b190-2780270c58e1" providerId="ADAL" clId="{5AC52E50-EE96-4559-8C20-EBFED2550501}" dt="2025-04-03T17:58:28.881" v="3216" actId="20577"/>
          <ac:spMkLst>
            <pc:docMk/>
            <pc:sldMk cId="3581272772" sldId="315"/>
            <ac:spMk id="2" creationId="{358D54C9-68AC-B3AF-331C-1085FEE099FA}"/>
          </ac:spMkLst>
        </pc:spChg>
        <pc:spChg chg="mod">
          <ac:chgData name="Pi, Yalong" userId="c9a3dc08-26f0-490d-b190-2780270c58e1" providerId="ADAL" clId="{5AC52E50-EE96-4559-8C20-EBFED2550501}" dt="2025-04-03T19:50:23.112" v="3721" actId="6549"/>
          <ac:spMkLst>
            <pc:docMk/>
            <pc:sldMk cId="3581272772" sldId="315"/>
            <ac:spMk id="3" creationId="{FEFFE10A-E5B8-52D5-F8B8-EA8B424EF55F}"/>
          </ac:spMkLst>
        </pc:spChg>
        <pc:spChg chg="add mod">
          <ac:chgData name="Pi, Yalong" userId="c9a3dc08-26f0-490d-b190-2780270c58e1" providerId="ADAL" clId="{5AC52E50-EE96-4559-8C20-EBFED2550501}" dt="2025-04-03T19:40:21.942" v="3702" actId="1076"/>
          <ac:spMkLst>
            <pc:docMk/>
            <pc:sldMk cId="3581272772" sldId="315"/>
            <ac:spMk id="4" creationId="{331330D5-0C3A-0566-25B8-092EF96FA7C6}"/>
          </ac:spMkLst>
        </pc:spChg>
        <pc:grpChg chg="del mod">
          <ac:chgData name="Pi, Yalong" userId="c9a3dc08-26f0-490d-b190-2780270c58e1" providerId="ADAL" clId="{5AC52E50-EE96-4559-8C20-EBFED2550501}" dt="2025-04-07T01:57:23.204" v="4420"/>
          <ac:grpSpMkLst>
            <pc:docMk/>
            <pc:sldMk cId="3581272772" sldId="315"/>
            <ac:grpSpMk id="7" creationId="{16AFE21A-5148-0991-FC02-77E67129B965}"/>
          </ac:grpSpMkLst>
        </pc:grpChg>
        <pc:grpChg chg="del mod">
          <ac:chgData name="Pi, Yalong" userId="c9a3dc08-26f0-490d-b190-2780270c58e1" providerId="ADAL" clId="{5AC52E50-EE96-4559-8C20-EBFED2550501}" dt="2025-04-07T01:57:28.855" v="4428"/>
          <ac:grpSpMkLst>
            <pc:docMk/>
            <pc:sldMk cId="3581272772" sldId="315"/>
            <ac:grpSpMk id="11" creationId="{2BFFD533-835C-E123-4A09-827716D7FA27}"/>
          </ac:grpSpMkLst>
        </pc:grpChg>
        <pc:grpChg chg="del mod">
          <ac:chgData name="Pi, Yalong" userId="c9a3dc08-26f0-490d-b190-2780270c58e1" providerId="ADAL" clId="{5AC52E50-EE96-4559-8C20-EBFED2550501}" dt="2025-04-07T01:57:30.678" v="4430"/>
          <ac:grpSpMkLst>
            <pc:docMk/>
            <pc:sldMk cId="3581272772" sldId="315"/>
            <ac:grpSpMk id="19" creationId="{5375E306-F992-7E2B-F7C9-945F504D99AE}"/>
          </ac:grpSpMkLst>
        </pc:grpChg>
        <pc:grpChg chg="del mod">
          <ac:chgData name="Pi, Yalong" userId="c9a3dc08-26f0-490d-b190-2780270c58e1" providerId="ADAL" clId="{5AC52E50-EE96-4559-8C20-EBFED2550501}" dt="2025-04-07T01:57:36.981" v="4436"/>
          <ac:grpSpMkLst>
            <pc:docMk/>
            <pc:sldMk cId="3581272772" sldId="315"/>
            <ac:grpSpMk id="21" creationId="{B15F177E-9DC6-8C53-17F6-2A80B8F80675}"/>
          </ac:grpSpMkLst>
        </pc:grpChg>
        <pc:grpChg chg="del mod">
          <ac:chgData name="Pi, Yalong" userId="c9a3dc08-26f0-490d-b190-2780270c58e1" providerId="ADAL" clId="{5AC52E50-EE96-4559-8C20-EBFED2550501}" dt="2025-04-07T01:57:50.175" v="4447"/>
          <ac:grpSpMkLst>
            <pc:docMk/>
            <pc:sldMk cId="3581272772" sldId="315"/>
            <ac:grpSpMk id="27" creationId="{DC53867E-51AC-E32C-173C-B296D2323F4F}"/>
          </ac:grpSpMkLst>
        </pc:grpChg>
        <pc:grpChg chg="del mod">
          <ac:chgData name="Pi, Yalong" userId="c9a3dc08-26f0-490d-b190-2780270c58e1" providerId="ADAL" clId="{5AC52E50-EE96-4559-8C20-EBFED2550501}" dt="2025-04-07T01:57:52.384" v="4453"/>
          <ac:grpSpMkLst>
            <pc:docMk/>
            <pc:sldMk cId="3581272772" sldId="315"/>
            <ac:grpSpMk id="31" creationId="{7A32E350-C5CD-1D2E-FE48-BCBE01B6DAB4}"/>
          </ac:grpSpMkLst>
        </pc:grpChg>
        <pc:grpChg chg="del mod">
          <ac:chgData name="Pi, Yalong" userId="c9a3dc08-26f0-490d-b190-2780270c58e1" providerId="ADAL" clId="{5AC52E50-EE96-4559-8C20-EBFED2550501}" dt="2025-04-07T01:58:12.004" v="4491"/>
          <ac:grpSpMkLst>
            <pc:docMk/>
            <pc:sldMk cId="3581272772" sldId="315"/>
            <ac:grpSpMk id="37" creationId="{6C48A8E2-E8B9-D929-A996-86EF46581E0D}"/>
          </ac:grpSpMkLst>
        </pc:grpChg>
        <pc:grpChg chg="del mod">
          <ac:chgData name="Pi, Yalong" userId="c9a3dc08-26f0-490d-b190-2780270c58e1" providerId="ADAL" clId="{5AC52E50-EE96-4559-8C20-EBFED2550501}" dt="2025-04-07T01:58:12.004" v="4491"/>
          <ac:grpSpMkLst>
            <pc:docMk/>
            <pc:sldMk cId="3581272772" sldId="315"/>
            <ac:grpSpMk id="73" creationId="{FA880EE9-A044-A6E9-5560-3903EAEA1CA8}"/>
          </ac:grpSpMkLst>
        </pc:grpChg>
        <pc:grpChg chg="del mod">
          <ac:chgData name="Pi, Yalong" userId="c9a3dc08-26f0-490d-b190-2780270c58e1" providerId="ADAL" clId="{5AC52E50-EE96-4559-8C20-EBFED2550501}" dt="2025-04-07T01:58:12.004" v="4491"/>
          <ac:grpSpMkLst>
            <pc:docMk/>
            <pc:sldMk cId="3581272772" sldId="315"/>
            <ac:grpSpMk id="74" creationId="{EF32068E-C440-E469-D6F6-1AF8CC8053D1}"/>
          </ac:grpSpMkLst>
        </pc:grpChg>
        <pc:grpChg chg="del mod">
          <ac:chgData name="Pi, Yalong" userId="c9a3dc08-26f0-490d-b190-2780270c58e1" providerId="ADAL" clId="{5AC52E50-EE96-4559-8C20-EBFED2550501}" dt="2025-04-07T01:58:12.004" v="4491"/>
          <ac:grpSpMkLst>
            <pc:docMk/>
            <pc:sldMk cId="3581272772" sldId="315"/>
            <ac:grpSpMk id="75" creationId="{988D5709-FA3A-AA35-D84A-3FEFFB0A38CD}"/>
          </ac:grpSpMkLst>
        </pc:grpChg>
        <pc:grpChg chg="del mod">
          <ac:chgData name="Pi, Yalong" userId="c9a3dc08-26f0-490d-b190-2780270c58e1" providerId="ADAL" clId="{5AC52E50-EE96-4559-8C20-EBFED2550501}" dt="2025-04-07T01:58:18.145" v="4494"/>
          <ac:grpSpMkLst>
            <pc:docMk/>
            <pc:sldMk cId="3581272772" sldId="315"/>
            <ac:grpSpMk id="77" creationId="{4B7B917D-F755-6182-54A4-5439EC5F5E5C}"/>
          </ac:grpSpMkLst>
        </pc:grpChg>
        <pc:grpChg chg="mod">
          <ac:chgData name="Pi, Yalong" userId="c9a3dc08-26f0-490d-b190-2780270c58e1" providerId="ADAL" clId="{5AC52E50-EE96-4559-8C20-EBFED2550501}" dt="2025-04-07T01:58:18.145" v="4494"/>
          <ac:grpSpMkLst>
            <pc:docMk/>
            <pc:sldMk cId="3581272772" sldId="315"/>
            <ac:grpSpMk id="79" creationId="{F578B6FE-65DF-BA94-2AA2-B62EEB5E3E42}"/>
          </ac:grpSpMkLst>
        </pc:grpChg>
        <pc:inkChg chg="add mod">
          <ac:chgData name="Pi, Yalong" userId="c9a3dc08-26f0-490d-b190-2780270c58e1" providerId="ADAL" clId="{5AC52E50-EE96-4559-8C20-EBFED2550501}" dt="2025-04-07T01:57:50.175" v="4447"/>
          <ac:inkMkLst>
            <pc:docMk/>
            <pc:sldMk cId="3581272772" sldId="315"/>
            <ac:inkMk id="5" creationId="{3BA893AF-920A-C5E6-1125-2655E1FDA14A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6" creationId="{076938CA-2E57-44D6-A2A2-8C138053476B}"/>
          </ac:inkMkLst>
        </pc:inkChg>
        <pc:inkChg chg="add mod">
          <ac:chgData name="Pi, Yalong" userId="c9a3dc08-26f0-490d-b190-2780270c58e1" providerId="ADAL" clId="{5AC52E50-EE96-4559-8C20-EBFED2550501}" dt="2025-04-07T01:58:13.563" v="4492"/>
          <ac:inkMkLst>
            <pc:docMk/>
            <pc:sldMk cId="3581272772" sldId="315"/>
            <ac:inkMk id="8" creationId="{575FA7AC-CD59-4683-47EA-1130CABB73A1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9" creationId="{896A5854-AD68-7272-5795-6AAE2995E2DE}"/>
          </ac:inkMkLst>
        </pc:inkChg>
        <pc:inkChg chg="add mod">
          <ac:chgData name="Pi, Yalong" userId="c9a3dc08-26f0-490d-b190-2780270c58e1" providerId="ADAL" clId="{5AC52E50-EE96-4559-8C20-EBFED2550501}" dt="2025-04-07T01:57:50.175" v="4447"/>
          <ac:inkMkLst>
            <pc:docMk/>
            <pc:sldMk cId="3581272772" sldId="315"/>
            <ac:inkMk id="10" creationId="{86A706B8-E60D-B51B-0423-2DFE39698256}"/>
          </ac:inkMkLst>
        </pc:inkChg>
        <pc:inkChg chg="add mod">
          <ac:chgData name="Pi, Yalong" userId="c9a3dc08-26f0-490d-b190-2780270c58e1" providerId="ADAL" clId="{5AC52E50-EE96-4559-8C20-EBFED2550501}" dt="2025-04-07T01:57:28.855" v="4428"/>
          <ac:inkMkLst>
            <pc:docMk/>
            <pc:sldMk cId="3581272772" sldId="315"/>
            <ac:inkMk id="12" creationId="{AF8C14BD-EA79-3A56-FD3C-0B1DEDB7193B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13" creationId="{AA0312FD-457D-0608-5004-DE4C213E0962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14" creationId="{6FBD33C6-0316-C63E-72D7-4F6B07DCA053}"/>
          </ac:inkMkLst>
        </pc:inkChg>
        <pc:inkChg chg="add mod">
          <ac:chgData name="Pi, Yalong" userId="c9a3dc08-26f0-490d-b190-2780270c58e1" providerId="ADAL" clId="{5AC52E50-EE96-4559-8C20-EBFED2550501}" dt="2025-04-07T01:57:50.175" v="4447"/>
          <ac:inkMkLst>
            <pc:docMk/>
            <pc:sldMk cId="3581272772" sldId="315"/>
            <ac:inkMk id="15" creationId="{FF357D21-B9A0-2036-5C9F-9CA72D2D533E}"/>
          </ac:inkMkLst>
        </pc:inkChg>
        <pc:inkChg chg="add mod">
          <ac:chgData name="Pi, Yalong" userId="c9a3dc08-26f0-490d-b190-2780270c58e1" providerId="ADAL" clId="{5AC52E50-EE96-4559-8C20-EBFED2550501}" dt="2025-04-07T01:57:50.175" v="4447"/>
          <ac:inkMkLst>
            <pc:docMk/>
            <pc:sldMk cId="3581272772" sldId="315"/>
            <ac:inkMk id="16" creationId="{41AC0769-9106-FBF0-985F-50155629D84D}"/>
          </ac:inkMkLst>
        </pc:inkChg>
        <pc:inkChg chg="add mod">
          <ac:chgData name="Pi, Yalong" userId="c9a3dc08-26f0-490d-b190-2780270c58e1" providerId="ADAL" clId="{5AC52E50-EE96-4559-8C20-EBFED2550501}" dt="2025-04-07T01:57:28.855" v="4428"/>
          <ac:inkMkLst>
            <pc:docMk/>
            <pc:sldMk cId="3581272772" sldId="315"/>
            <ac:inkMk id="17" creationId="{3D6E335E-4FBE-23AB-B3F5-33A14B398AC7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18" creationId="{6E231BA5-CAFF-F4D4-FFD8-5E63CA80AF9C}"/>
          </ac:inkMkLst>
        </pc:inkChg>
        <pc:inkChg chg="add mod">
          <ac:chgData name="Pi, Yalong" userId="c9a3dc08-26f0-490d-b190-2780270c58e1" providerId="ADAL" clId="{5AC52E50-EE96-4559-8C20-EBFED2550501}" dt="2025-04-07T01:57:46.238" v="4440"/>
          <ac:inkMkLst>
            <pc:docMk/>
            <pc:sldMk cId="3581272772" sldId="315"/>
            <ac:inkMk id="20" creationId="{B38E0C15-1DB8-BE63-6F13-499252F4C0FA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22" creationId="{CB327046-9EE1-2702-4F81-433A4E057617}"/>
          </ac:inkMkLst>
        </pc:inkChg>
        <pc:inkChg chg="add del mod">
          <ac:chgData name="Pi, Yalong" userId="c9a3dc08-26f0-490d-b190-2780270c58e1" providerId="ADAL" clId="{5AC52E50-EE96-4559-8C20-EBFED2550501}" dt="2025-04-07T01:57:47.125" v="4443"/>
          <ac:inkMkLst>
            <pc:docMk/>
            <pc:sldMk cId="3581272772" sldId="315"/>
            <ac:inkMk id="23" creationId="{C1038561-20BA-298B-FFC7-2097C58522C4}"/>
          </ac:inkMkLst>
        </pc:inkChg>
        <pc:inkChg chg="add del mod">
          <ac:chgData name="Pi, Yalong" userId="c9a3dc08-26f0-490d-b190-2780270c58e1" providerId="ADAL" clId="{5AC52E50-EE96-4559-8C20-EBFED2550501}" dt="2025-04-07T01:57:47.126" v="4445"/>
          <ac:inkMkLst>
            <pc:docMk/>
            <pc:sldMk cId="3581272772" sldId="315"/>
            <ac:inkMk id="24" creationId="{4263F45A-312E-1246-6E09-E04A70575427}"/>
          </ac:inkMkLst>
        </pc:inkChg>
        <pc:inkChg chg="add mod">
          <ac:chgData name="Pi, Yalong" userId="c9a3dc08-26f0-490d-b190-2780270c58e1" providerId="ADAL" clId="{5AC52E50-EE96-4559-8C20-EBFED2550501}" dt="2025-04-07T01:57:46.238" v="4440"/>
          <ac:inkMkLst>
            <pc:docMk/>
            <pc:sldMk cId="3581272772" sldId="315"/>
            <ac:inkMk id="25" creationId="{1614963D-E88F-7764-CFBF-619633AA6873}"/>
          </ac:inkMkLst>
        </pc:inkChg>
        <pc:inkChg chg="add">
          <ac:chgData name="Pi, Yalong" userId="c9a3dc08-26f0-490d-b190-2780270c58e1" providerId="ADAL" clId="{5AC52E50-EE96-4559-8C20-EBFED2550501}" dt="2025-04-07T01:57:36.006" v="4435" actId="9405"/>
          <ac:inkMkLst>
            <pc:docMk/>
            <pc:sldMk cId="3581272772" sldId="315"/>
            <ac:inkMk id="26" creationId="{0D2375E1-74D7-1123-8BA6-72C531A62A36}"/>
          </ac:inkMkLst>
        </pc:inkChg>
        <pc:inkChg chg="add del">
          <ac:chgData name="Pi, Yalong" userId="c9a3dc08-26f0-490d-b190-2780270c58e1" providerId="ADAL" clId="{5AC52E50-EE96-4559-8C20-EBFED2550501}" dt="2025-04-07T01:57:47.125" v="4442"/>
          <ac:inkMkLst>
            <pc:docMk/>
            <pc:sldMk cId="3581272772" sldId="315"/>
            <ac:inkMk id="28" creationId="{3627DE7B-2821-86D4-999E-584DC9A76794}"/>
          </ac:inkMkLst>
        </pc:inkChg>
        <pc:inkChg chg="add del">
          <ac:chgData name="Pi, Yalong" userId="c9a3dc08-26f0-490d-b190-2780270c58e1" providerId="ADAL" clId="{5AC52E50-EE96-4559-8C20-EBFED2550501}" dt="2025-04-07T01:57:47.125" v="4444"/>
          <ac:inkMkLst>
            <pc:docMk/>
            <pc:sldMk cId="3581272772" sldId="315"/>
            <ac:inkMk id="29" creationId="{2FEED539-78C7-AEFE-ADA3-7F7ED4D4DB08}"/>
          </ac:inkMkLst>
        </pc:inkChg>
        <pc:inkChg chg="add">
          <ac:chgData name="Pi, Yalong" userId="c9a3dc08-26f0-490d-b190-2780270c58e1" providerId="ADAL" clId="{5AC52E50-EE96-4559-8C20-EBFED2550501}" dt="2025-04-07T01:57:49.233" v="4446" actId="9405"/>
          <ac:inkMkLst>
            <pc:docMk/>
            <pc:sldMk cId="3581272772" sldId="315"/>
            <ac:inkMk id="30" creationId="{108B7A4C-102E-2966-426C-05E494B9971B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32" creationId="{5B78D968-161B-DA39-8628-A99D19BC566F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33" creationId="{A70C1C26-07ED-CD51-EA79-7E7B8B9C2BA0}"/>
          </ac:inkMkLst>
        </pc:inkChg>
        <pc:inkChg chg="add">
          <ac:chgData name="Pi, Yalong" userId="c9a3dc08-26f0-490d-b190-2780270c58e1" providerId="ADAL" clId="{5AC52E50-EE96-4559-8C20-EBFED2550501}" dt="2025-04-07T01:57:51.002" v="4450" actId="9405"/>
          <ac:inkMkLst>
            <pc:docMk/>
            <pc:sldMk cId="3581272772" sldId="315"/>
            <ac:inkMk id="34" creationId="{93E06FF3-717C-FEBF-2833-068A587787A2}"/>
          </ac:inkMkLst>
        </pc:inkChg>
        <pc:inkChg chg="add mod">
          <ac:chgData name="Pi, Yalong" userId="c9a3dc08-26f0-490d-b190-2780270c58e1" providerId="ADAL" clId="{5AC52E50-EE96-4559-8C20-EBFED2550501}" dt="2025-04-07T01:57:52.384" v="4453"/>
          <ac:inkMkLst>
            <pc:docMk/>
            <pc:sldMk cId="3581272772" sldId="315"/>
            <ac:inkMk id="35" creationId="{7113060A-5A08-2780-2787-6201BC101749}"/>
          </ac:inkMkLst>
        </pc:inkChg>
        <pc:inkChg chg="add">
          <ac:chgData name="Pi, Yalong" userId="c9a3dc08-26f0-490d-b190-2780270c58e1" providerId="ADAL" clId="{5AC52E50-EE96-4559-8C20-EBFED2550501}" dt="2025-04-07T01:57:51.747" v="4452" actId="9405"/>
          <ac:inkMkLst>
            <pc:docMk/>
            <pc:sldMk cId="3581272772" sldId="315"/>
            <ac:inkMk id="36" creationId="{3335ECE8-714E-E865-64BC-6B13FC0E9F64}"/>
          </ac:inkMkLst>
        </pc:inkChg>
        <pc:inkChg chg="add">
          <ac:chgData name="Pi, Yalong" userId="c9a3dc08-26f0-490d-b190-2780270c58e1" providerId="ADAL" clId="{5AC52E50-EE96-4559-8C20-EBFED2550501}" dt="2025-04-07T01:57:54.768" v="4454" actId="9405"/>
          <ac:inkMkLst>
            <pc:docMk/>
            <pc:sldMk cId="3581272772" sldId="315"/>
            <ac:inkMk id="38" creationId="{74D00A56-1858-EC76-6212-B16E1AC37D65}"/>
          </ac:inkMkLst>
        </pc:inkChg>
        <pc:inkChg chg="add">
          <ac:chgData name="Pi, Yalong" userId="c9a3dc08-26f0-490d-b190-2780270c58e1" providerId="ADAL" clId="{5AC52E50-EE96-4559-8C20-EBFED2550501}" dt="2025-04-07T01:57:55.163" v="4455" actId="9405"/>
          <ac:inkMkLst>
            <pc:docMk/>
            <pc:sldMk cId="3581272772" sldId="315"/>
            <ac:inkMk id="39" creationId="{99F3DDA0-0567-C114-B6B7-D52ECAFB16A6}"/>
          </ac:inkMkLst>
        </pc:inkChg>
        <pc:inkChg chg="add mod">
          <ac:chgData name="Pi, Yalong" userId="c9a3dc08-26f0-490d-b190-2780270c58e1" providerId="ADAL" clId="{5AC52E50-EE96-4559-8C20-EBFED2550501}" dt="2025-04-07T01:58:06.212" v="4489"/>
          <ac:inkMkLst>
            <pc:docMk/>
            <pc:sldMk cId="3581272772" sldId="315"/>
            <ac:inkMk id="40" creationId="{179301EA-C5EF-BE20-5A5B-5B28CD2CD83B}"/>
          </ac:inkMkLst>
        </pc:inkChg>
        <pc:inkChg chg="add">
          <ac:chgData name="Pi, Yalong" userId="c9a3dc08-26f0-490d-b190-2780270c58e1" providerId="ADAL" clId="{5AC52E50-EE96-4559-8C20-EBFED2550501}" dt="2025-04-07T01:57:55.707" v="4457" actId="9405"/>
          <ac:inkMkLst>
            <pc:docMk/>
            <pc:sldMk cId="3581272772" sldId="315"/>
            <ac:inkMk id="41" creationId="{F3CD8728-B976-7134-64F4-6F4928A85384}"/>
          </ac:inkMkLst>
        </pc:inkChg>
        <pc:inkChg chg="add">
          <ac:chgData name="Pi, Yalong" userId="c9a3dc08-26f0-490d-b190-2780270c58e1" providerId="ADAL" clId="{5AC52E50-EE96-4559-8C20-EBFED2550501}" dt="2025-04-07T01:57:55.987" v="4458" actId="9405"/>
          <ac:inkMkLst>
            <pc:docMk/>
            <pc:sldMk cId="3581272772" sldId="315"/>
            <ac:inkMk id="42" creationId="{3A1B1C1C-D533-CB13-739A-BC6A95E7F3A9}"/>
          </ac:inkMkLst>
        </pc:inkChg>
        <pc:inkChg chg="add">
          <ac:chgData name="Pi, Yalong" userId="c9a3dc08-26f0-490d-b190-2780270c58e1" providerId="ADAL" clId="{5AC52E50-EE96-4559-8C20-EBFED2550501}" dt="2025-04-07T01:57:56.254" v="4459" actId="9405"/>
          <ac:inkMkLst>
            <pc:docMk/>
            <pc:sldMk cId="3581272772" sldId="315"/>
            <ac:inkMk id="43" creationId="{DA10050D-F57A-F1F3-2C98-129D2EB836DB}"/>
          </ac:inkMkLst>
        </pc:inkChg>
        <pc:inkChg chg="add mod">
          <ac:chgData name="Pi, Yalong" userId="c9a3dc08-26f0-490d-b190-2780270c58e1" providerId="ADAL" clId="{5AC52E50-EE96-4559-8C20-EBFED2550501}" dt="2025-04-07T01:58:06.212" v="4489"/>
          <ac:inkMkLst>
            <pc:docMk/>
            <pc:sldMk cId="3581272772" sldId="315"/>
            <ac:inkMk id="44" creationId="{4F035944-6FA5-73D7-8DA5-9ECA48D614FE}"/>
          </ac:inkMkLst>
        </pc:inkChg>
        <pc:inkChg chg="add">
          <ac:chgData name="Pi, Yalong" userId="c9a3dc08-26f0-490d-b190-2780270c58e1" providerId="ADAL" clId="{5AC52E50-EE96-4559-8C20-EBFED2550501}" dt="2025-04-07T01:57:56.722" v="4461" actId="9405"/>
          <ac:inkMkLst>
            <pc:docMk/>
            <pc:sldMk cId="3581272772" sldId="315"/>
            <ac:inkMk id="45" creationId="{5CE0F50E-65F1-676F-B247-E76291CB3A0E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46" creationId="{12C13ACA-250A-7C6D-2DE1-CE1FD3522077}"/>
          </ac:inkMkLst>
        </pc:inkChg>
        <pc:inkChg chg="add mod">
          <ac:chgData name="Pi, Yalong" userId="c9a3dc08-26f0-490d-b190-2780270c58e1" providerId="ADAL" clId="{5AC52E50-EE96-4559-8C20-EBFED2550501}" dt="2025-04-07T01:58:06.212" v="4489"/>
          <ac:inkMkLst>
            <pc:docMk/>
            <pc:sldMk cId="3581272772" sldId="315"/>
            <ac:inkMk id="47" creationId="{252E0E28-E5E8-834F-1651-108012B1A702}"/>
          </ac:inkMkLst>
        </pc:inkChg>
        <pc:inkChg chg="add">
          <ac:chgData name="Pi, Yalong" userId="c9a3dc08-26f0-490d-b190-2780270c58e1" providerId="ADAL" clId="{5AC52E50-EE96-4559-8C20-EBFED2550501}" dt="2025-04-07T01:57:57.311" v="4464" actId="9405"/>
          <ac:inkMkLst>
            <pc:docMk/>
            <pc:sldMk cId="3581272772" sldId="315"/>
            <ac:inkMk id="48" creationId="{D62CDDAE-9B96-0DEB-E695-17D02174750F}"/>
          </ac:inkMkLst>
        </pc:inkChg>
        <pc:inkChg chg="add">
          <ac:chgData name="Pi, Yalong" userId="c9a3dc08-26f0-490d-b190-2780270c58e1" providerId="ADAL" clId="{5AC52E50-EE96-4559-8C20-EBFED2550501}" dt="2025-04-07T01:57:57.451" v="4465" actId="9405"/>
          <ac:inkMkLst>
            <pc:docMk/>
            <pc:sldMk cId="3581272772" sldId="315"/>
            <ac:inkMk id="49" creationId="{7994A4DF-10A8-6503-B595-4A45397EDEF2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50" creationId="{EBF4B58C-AAC4-622F-EC84-2E2350F22C84}"/>
          </ac:inkMkLst>
        </pc:inkChg>
        <pc:inkChg chg="add mod">
          <ac:chgData name="Pi, Yalong" userId="c9a3dc08-26f0-490d-b190-2780270c58e1" providerId="ADAL" clId="{5AC52E50-EE96-4559-8C20-EBFED2550501}" dt="2025-04-07T01:58:06.212" v="4489"/>
          <ac:inkMkLst>
            <pc:docMk/>
            <pc:sldMk cId="3581272772" sldId="315"/>
            <ac:inkMk id="51" creationId="{0797F70A-0B77-3046-6AD9-73065B9472F5}"/>
          </ac:inkMkLst>
        </pc:inkChg>
        <pc:inkChg chg="add">
          <ac:chgData name="Pi, Yalong" userId="c9a3dc08-26f0-490d-b190-2780270c58e1" providerId="ADAL" clId="{5AC52E50-EE96-4559-8C20-EBFED2550501}" dt="2025-04-07T01:57:58.904" v="4468" actId="9405"/>
          <ac:inkMkLst>
            <pc:docMk/>
            <pc:sldMk cId="3581272772" sldId="315"/>
            <ac:inkMk id="52" creationId="{1DF3A13E-5924-1317-7655-E2837905D72E}"/>
          </ac:inkMkLst>
        </pc:inkChg>
        <pc:inkChg chg="add">
          <ac:chgData name="Pi, Yalong" userId="c9a3dc08-26f0-490d-b190-2780270c58e1" providerId="ADAL" clId="{5AC52E50-EE96-4559-8C20-EBFED2550501}" dt="2025-04-07T01:57:59.121" v="4469" actId="9405"/>
          <ac:inkMkLst>
            <pc:docMk/>
            <pc:sldMk cId="3581272772" sldId="315"/>
            <ac:inkMk id="53" creationId="{222E4068-05B7-D175-CE9D-7266D6C7C694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54" creationId="{00D6D36B-50B8-1A52-26E1-63F108BFFE4E}"/>
          </ac:inkMkLst>
        </pc:inkChg>
        <pc:inkChg chg="add">
          <ac:chgData name="Pi, Yalong" userId="c9a3dc08-26f0-490d-b190-2780270c58e1" providerId="ADAL" clId="{5AC52E50-EE96-4559-8C20-EBFED2550501}" dt="2025-04-07T01:57:59.509" v="4471" actId="9405"/>
          <ac:inkMkLst>
            <pc:docMk/>
            <pc:sldMk cId="3581272772" sldId="315"/>
            <ac:inkMk id="55" creationId="{430A3076-2CF8-03BB-7B0D-5F93C249F4FC}"/>
          </ac:inkMkLst>
        </pc:inkChg>
        <pc:inkChg chg="add">
          <ac:chgData name="Pi, Yalong" userId="c9a3dc08-26f0-490d-b190-2780270c58e1" providerId="ADAL" clId="{5AC52E50-EE96-4559-8C20-EBFED2550501}" dt="2025-04-07T01:57:59.710" v="4472" actId="9405"/>
          <ac:inkMkLst>
            <pc:docMk/>
            <pc:sldMk cId="3581272772" sldId="315"/>
            <ac:inkMk id="56" creationId="{65A898B6-C764-00B6-DFBB-81395DB64162}"/>
          </ac:inkMkLst>
        </pc:inkChg>
        <pc:inkChg chg="add mod">
          <ac:chgData name="Pi, Yalong" userId="c9a3dc08-26f0-490d-b190-2780270c58e1" providerId="ADAL" clId="{5AC52E50-EE96-4559-8C20-EBFED2550501}" dt="2025-04-07T01:58:06.212" v="4489"/>
          <ac:inkMkLst>
            <pc:docMk/>
            <pc:sldMk cId="3581272772" sldId="315"/>
            <ac:inkMk id="57" creationId="{D585361A-EDB0-B07F-55BF-734C1CD03132}"/>
          </ac:inkMkLst>
        </pc:inkChg>
        <pc:inkChg chg="add">
          <ac:chgData name="Pi, Yalong" userId="c9a3dc08-26f0-490d-b190-2780270c58e1" providerId="ADAL" clId="{5AC52E50-EE96-4559-8C20-EBFED2550501}" dt="2025-04-07T01:58:00.739" v="4474" actId="9405"/>
          <ac:inkMkLst>
            <pc:docMk/>
            <pc:sldMk cId="3581272772" sldId="315"/>
            <ac:inkMk id="58" creationId="{2A3BC330-BEA7-9268-8FCE-28CCA6C25FB6}"/>
          </ac:inkMkLst>
        </pc:inkChg>
        <pc:inkChg chg="add">
          <ac:chgData name="Pi, Yalong" userId="c9a3dc08-26f0-490d-b190-2780270c58e1" providerId="ADAL" clId="{5AC52E50-EE96-4559-8C20-EBFED2550501}" dt="2025-04-07T01:58:00.972" v="4475" actId="9405"/>
          <ac:inkMkLst>
            <pc:docMk/>
            <pc:sldMk cId="3581272772" sldId="315"/>
            <ac:inkMk id="59" creationId="{FBFF57A4-FF38-E3B3-E376-23A552379988}"/>
          </ac:inkMkLst>
        </pc:inkChg>
        <pc:inkChg chg="add">
          <ac:chgData name="Pi, Yalong" userId="c9a3dc08-26f0-490d-b190-2780270c58e1" providerId="ADAL" clId="{5AC52E50-EE96-4559-8C20-EBFED2550501}" dt="2025-04-07T01:58:01.286" v="4476" actId="9405"/>
          <ac:inkMkLst>
            <pc:docMk/>
            <pc:sldMk cId="3581272772" sldId="315"/>
            <ac:inkMk id="60" creationId="{08AFEC1C-2E46-E96E-FE94-E16E902F5CE6}"/>
          </ac:inkMkLst>
        </pc:inkChg>
        <pc:inkChg chg="add">
          <ac:chgData name="Pi, Yalong" userId="c9a3dc08-26f0-490d-b190-2780270c58e1" providerId="ADAL" clId="{5AC52E50-EE96-4559-8C20-EBFED2550501}" dt="2025-04-07T01:58:01.703" v="4477" actId="9405"/>
          <ac:inkMkLst>
            <pc:docMk/>
            <pc:sldMk cId="3581272772" sldId="315"/>
            <ac:inkMk id="61" creationId="{A8AAA076-8A26-CFC6-CF70-237214BC56B6}"/>
          </ac:inkMkLst>
        </pc:inkChg>
        <pc:inkChg chg="add">
          <ac:chgData name="Pi, Yalong" userId="c9a3dc08-26f0-490d-b190-2780270c58e1" providerId="ADAL" clId="{5AC52E50-EE96-4559-8C20-EBFED2550501}" dt="2025-04-07T01:58:01.905" v="4478" actId="9405"/>
          <ac:inkMkLst>
            <pc:docMk/>
            <pc:sldMk cId="3581272772" sldId="315"/>
            <ac:inkMk id="62" creationId="{121E5CEA-F63E-7F89-481D-3E5AB5D89199}"/>
          </ac:inkMkLst>
        </pc:inkChg>
        <pc:inkChg chg="add">
          <ac:chgData name="Pi, Yalong" userId="c9a3dc08-26f0-490d-b190-2780270c58e1" providerId="ADAL" clId="{5AC52E50-EE96-4559-8C20-EBFED2550501}" dt="2025-04-07T01:58:02.136" v="4479" actId="9405"/>
          <ac:inkMkLst>
            <pc:docMk/>
            <pc:sldMk cId="3581272772" sldId="315"/>
            <ac:inkMk id="63" creationId="{B1BC2AF2-BC72-C8FC-8210-FB8520035FB9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64" creationId="{269000E7-CBDB-CA1C-844B-4D9D2D2578C0}"/>
          </ac:inkMkLst>
        </pc:inkChg>
        <pc:inkChg chg="add">
          <ac:chgData name="Pi, Yalong" userId="c9a3dc08-26f0-490d-b190-2780270c58e1" providerId="ADAL" clId="{5AC52E50-EE96-4559-8C20-EBFED2550501}" dt="2025-04-07T01:58:03.082" v="4481" actId="9405"/>
          <ac:inkMkLst>
            <pc:docMk/>
            <pc:sldMk cId="3581272772" sldId="315"/>
            <ac:inkMk id="65" creationId="{D5250413-1560-2851-9746-8431AFDD62C8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66" creationId="{0BDF1A20-4A9B-A032-D4B2-F8B9703C7711}"/>
          </ac:inkMkLst>
        </pc:inkChg>
        <pc:inkChg chg="add">
          <ac:chgData name="Pi, Yalong" userId="c9a3dc08-26f0-490d-b190-2780270c58e1" providerId="ADAL" clId="{5AC52E50-EE96-4559-8C20-EBFED2550501}" dt="2025-04-07T01:58:03.565" v="4483" actId="9405"/>
          <ac:inkMkLst>
            <pc:docMk/>
            <pc:sldMk cId="3581272772" sldId="315"/>
            <ac:inkMk id="67" creationId="{25F16E22-8B29-9DA0-353C-84F274B6C028}"/>
          </ac:inkMkLst>
        </pc:inkChg>
        <pc:inkChg chg="add">
          <ac:chgData name="Pi, Yalong" userId="c9a3dc08-26f0-490d-b190-2780270c58e1" providerId="ADAL" clId="{5AC52E50-EE96-4559-8C20-EBFED2550501}" dt="2025-04-07T01:58:03.736" v="4484" actId="9405"/>
          <ac:inkMkLst>
            <pc:docMk/>
            <pc:sldMk cId="3581272772" sldId="315"/>
            <ac:inkMk id="68" creationId="{3065F053-420D-F394-0D0D-D07E740DD5D4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69" creationId="{9EE3D629-D745-4B58-D0CD-676EC6FD57F6}"/>
          </ac:inkMkLst>
        </pc:inkChg>
        <pc:inkChg chg="add">
          <ac:chgData name="Pi, Yalong" userId="c9a3dc08-26f0-490d-b190-2780270c58e1" providerId="ADAL" clId="{5AC52E50-EE96-4559-8C20-EBFED2550501}" dt="2025-04-07T01:58:04.855" v="4486" actId="9405"/>
          <ac:inkMkLst>
            <pc:docMk/>
            <pc:sldMk cId="3581272772" sldId="315"/>
            <ac:inkMk id="70" creationId="{850098B3-9655-4307-8ECB-3A83AB2566DC}"/>
          </ac:inkMkLst>
        </pc:inkChg>
        <pc:inkChg chg="add mod">
          <ac:chgData name="Pi, Yalong" userId="c9a3dc08-26f0-490d-b190-2780270c58e1" providerId="ADAL" clId="{5AC52E50-EE96-4559-8C20-EBFED2550501}" dt="2025-04-07T01:58:18.145" v="4494"/>
          <ac:inkMkLst>
            <pc:docMk/>
            <pc:sldMk cId="3581272772" sldId="315"/>
            <ac:inkMk id="71" creationId="{6AE340C4-B4DE-FED9-6C24-F47221ACE5B7}"/>
          </ac:inkMkLst>
        </pc:inkChg>
        <pc:inkChg chg="add">
          <ac:chgData name="Pi, Yalong" userId="c9a3dc08-26f0-490d-b190-2780270c58e1" providerId="ADAL" clId="{5AC52E50-EE96-4559-8C20-EBFED2550501}" dt="2025-04-07T01:58:05.545" v="4488" actId="9405"/>
          <ac:inkMkLst>
            <pc:docMk/>
            <pc:sldMk cId="3581272772" sldId="315"/>
            <ac:inkMk id="72" creationId="{A15DC924-42F0-F1CC-E1A3-2CA1B4421D02}"/>
          </ac:inkMkLst>
        </pc:inkChg>
        <pc:inkChg chg="add">
          <ac:chgData name="Pi, Yalong" userId="c9a3dc08-26f0-490d-b190-2780270c58e1" providerId="ADAL" clId="{5AC52E50-EE96-4559-8C20-EBFED2550501}" dt="2025-04-07T01:58:11.007" v="4490" actId="9405"/>
          <ac:inkMkLst>
            <pc:docMk/>
            <pc:sldMk cId="3581272772" sldId="315"/>
            <ac:inkMk id="76" creationId="{4A195152-BA45-AAED-7C1C-9BD2DEBDEDA5}"/>
          </ac:inkMkLst>
        </pc:inkChg>
        <pc:inkChg chg="add">
          <ac:chgData name="Pi, Yalong" userId="c9a3dc08-26f0-490d-b190-2780270c58e1" providerId="ADAL" clId="{5AC52E50-EE96-4559-8C20-EBFED2550501}" dt="2025-04-07T01:58:17.569" v="4493" actId="9405"/>
          <ac:inkMkLst>
            <pc:docMk/>
            <pc:sldMk cId="3581272772" sldId="315"/>
            <ac:inkMk id="78" creationId="{DDC5092E-D0CF-8F2F-CB8E-8420B75599F8}"/>
          </ac:inkMkLst>
        </pc:inkChg>
        <pc:inkChg chg="add">
          <ac:chgData name="Pi, Yalong" userId="c9a3dc08-26f0-490d-b190-2780270c58e1" providerId="ADAL" clId="{5AC52E50-EE96-4559-8C20-EBFED2550501}" dt="2025-04-07T01:58:24.940" v="4495" actId="9405"/>
          <ac:inkMkLst>
            <pc:docMk/>
            <pc:sldMk cId="3581272772" sldId="315"/>
            <ac:inkMk id="80" creationId="{50FFC23A-C275-B8C6-57EF-0188A09040D7}"/>
          </ac:inkMkLst>
        </pc:inkChg>
      </pc:sldChg>
      <pc:sldChg chg="addSp delSp modSp add mod">
        <pc:chgData name="Pi, Yalong" userId="c9a3dc08-26f0-490d-b190-2780270c58e1" providerId="ADAL" clId="{5AC52E50-EE96-4559-8C20-EBFED2550501}" dt="2025-04-07T03:31:51.625" v="6521"/>
        <pc:sldMkLst>
          <pc:docMk/>
          <pc:sldMk cId="2463305481" sldId="316"/>
        </pc:sldMkLst>
        <pc:spChg chg="mod">
          <ac:chgData name="Pi, Yalong" userId="c9a3dc08-26f0-490d-b190-2780270c58e1" providerId="ADAL" clId="{5AC52E50-EE96-4559-8C20-EBFED2550501}" dt="2025-04-03T18:55:04.664" v="3334"/>
          <ac:spMkLst>
            <pc:docMk/>
            <pc:sldMk cId="2463305481" sldId="316"/>
            <ac:spMk id="2" creationId="{19DEF0F0-D36D-5FF7-9B32-2E2142ABDF13}"/>
          </ac:spMkLst>
        </pc:spChg>
        <pc:spChg chg="mod">
          <ac:chgData name="Pi, Yalong" userId="c9a3dc08-26f0-490d-b190-2780270c58e1" providerId="ADAL" clId="{5AC52E50-EE96-4559-8C20-EBFED2550501}" dt="2025-04-07T02:02:21.870" v="4587" actId="20577"/>
          <ac:spMkLst>
            <pc:docMk/>
            <pc:sldMk cId="2463305481" sldId="316"/>
            <ac:spMk id="3" creationId="{FE5CE48F-07DA-B5AE-7FC7-6AB612514240}"/>
          </ac:spMkLst>
        </pc:spChg>
        <pc:spChg chg="mod">
          <ac:chgData name="Pi, Yalong" userId="c9a3dc08-26f0-490d-b190-2780270c58e1" providerId="ADAL" clId="{5AC52E50-EE96-4559-8C20-EBFED2550501}" dt="2025-04-07T02:02:39.228" v="4589" actId="1076"/>
          <ac:spMkLst>
            <pc:docMk/>
            <pc:sldMk cId="2463305481" sldId="316"/>
            <ac:spMk id="4" creationId="{F0F38EB4-DAD9-A587-F70E-890F39D95146}"/>
          </ac:spMkLst>
        </pc:spChg>
        <pc:spChg chg="add mod">
          <ac:chgData name="Pi, Yalong" userId="c9a3dc08-26f0-490d-b190-2780270c58e1" providerId="ADAL" clId="{5AC52E50-EE96-4559-8C20-EBFED2550501}" dt="2025-04-07T02:00:58.505" v="4552" actId="6549"/>
          <ac:spMkLst>
            <pc:docMk/>
            <pc:sldMk cId="2463305481" sldId="316"/>
            <ac:spMk id="5" creationId="{7D7C8B08-1227-CBAC-B3E3-CD882B5C7316}"/>
          </ac:spMkLst>
        </pc:spChg>
        <pc:spChg chg="add mod">
          <ac:chgData name="Pi, Yalong" userId="c9a3dc08-26f0-490d-b190-2780270c58e1" providerId="ADAL" clId="{5AC52E50-EE96-4559-8C20-EBFED2550501}" dt="2025-04-07T02:02:43.158" v="4590" actId="1076"/>
          <ac:spMkLst>
            <pc:docMk/>
            <pc:sldMk cId="2463305481" sldId="316"/>
            <ac:spMk id="6" creationId="{D7FFDB20-4DED-FF50-05A1-BEBB9CE5C674}"/>
          </ac:spMkLst>
        </pc:spChg>
        <pc:grpChg chg="del mod">
          <ac:chgData name="Pi, Yalong" userId="c9a3dc08-26f0-490d-b190-2780270c58e1" providerId="ADAL" clId="{5AC52E50-EE96-4559-8C20-EBFED2550501}" dt="2025-04-07T03:31:41.467" v="6494"/>
          <ac:grpSpMkLst>
            <pc:docMk/>
            <pc:sldMk cId="2463305481" sldId="316"/>
            <ac:grpSpMk id="10" creationId="{40A031DC-3BA5-10A6-B3D3-E9EBBED5BF75}"/>
          </ac:grpSpMkLst>
        </pc:grpChg>
        <pc:grpChg chg="del mod">
          <ac:chgData name="Pi, Yalong" userId="c9a3dc08-26f0-490d-b190-2780270c58e1" providerId="ADAL" clId="{5AC52E50-EE96-4559-8C20-EBFED2550501}" dt="2025-04-07T03:31:46.998" v="6504"/>
          <ac:grpSpMkLst>
            <pc:docMk/>
            <pc:sldMk cId="2463305481" sldId="316"/>
            <ac:grpSpMk id="15" creationId="{1DA5482F-B29C-EEA0-2822-98CD8B81FAEC}"/>
          </ac:grpSpMkLst>
        </pc:grpChg>
        <pc:grpChg chg="del mod">
          <ac:chgData name="Pi, Yalong" userId="c9a3dc08-26f0-490d-b190-2780270c58e1" providerId="ADAL" clId="{5AC52E50-EE96-4559-8C20-EBFED2550501}" dt="2025-04-07T03:31:46.998" v="6504"/>
          <ac:grpSpMkLst>
            <pc:docMk/>
            <pc:sldMk cId="2463305481" sldId="316"/>
            <ac:grpSpMk id="18" creationId="{C8F80E97-581E-F696-5412-2377E19BE3CE}"/>
          </ac:grpSpMkLst>
        </pc:grpChg>
        <pc:grpChg chg="del mod">
          <ac:chgData name="Pi, Yalong" userId="c9a3dc08-26f0-490d-b190-2780270c58e1" providerId="ADAL" clId="{5AC52E50-EE96-4559-8C20-EBFED2550501}" dt="2025-04-07T03:31:48.270" v="6506"/>
          <ac:grpSpMkLst>
            <pc:docMk/>
            <pc:sldMk cId="2463305481" sldId="316"/>
            <ac:grpSpMk id="25" creationId="{F43288A9-CBD0-2704-B499-35C0B3E40CB9}"/>
          </ac:grpSpMkLst>
        </pc:grpChg>
        <pc:grpChg chg="del mod">
          <ac:chgData name="Pi, Yalong" userId="c9a3dc08-26f0-490d-b190-2780270c58e1" providerId="ADAL" clId="{5AC52E50-EE96-4559-8C20-EBFED2550501}" dt="2025-04-07T03:31:51.625" v="6521"/>
          <ac:grpSpMkLst>
            <pc:docMk/>
            <pc:sldMk cId="2463305481" sldId="316"/>
            <ac:grpSpMk id="27" creationId="{A15A09F0-4E47-04FA-449C-A610B8D5FE52}"/>
          </ac:grpSpMkLst>
        </pc:grpChg>
        <pc:inkChg chg="add mod">
          <ac:chgData name="Pi, Yalong" userId="c9a3dc08-26f0-490d-b190-2780270c58e1" providerId="ADAL" clId="{5AC52E50-EE96-4559-8C20-EBFED2550501}" dt="2025-04-07T03:31:41.467" v="6494"/>
          <ac:inkMkLst>
            <pc:docMk/>
            <pc:sldMk cId="2463305481" sldId="316"/>
            <ac:inkMk id="7" creationId="{81D23B8F-D0D7-7154-3843-CB06A1A146C7}"/>
          </ac:inkMkLst>
        </pc:inkChg>
        <pc:inkChg chg="add mod">
          <ac:chgData name="Pi, Yalong" userId="c9a3dc08-26f0-490d-b190-2780270c58e1" providerId="ADAL" clId="{5AC52E50-EE96-4559-8C20-EBFED2550501}" dt="2025-04-07T03:31:41.467" v="6494"/>
          <ac:inkMkLst>
            <pc:docMk/>
            <pc:sldMk cId="2463305481" sldId="316"/>
            <ac:inkMk id="8" creationId="{34B7DE3D-5F3E-E5AC-CBAD-EDC00B598CCC}"/>
          </ac:inkMkLst>
        </pc:inkChg>
        <pc:inkChg chg="add del mod">
          <ac:chgData name="Pi, Yalong" userId="c9a3dc08-26f0-490d-b190-2780270c58e1" providerId="ADAL" clId="{5AC52E50-EE96-4559-8C20-EBFED2550501}" dt="2025-04-07T03:31:51.624" v="6517"/>
          <ac:inkMkLst>
            <pc:docMk/>
            <pc:sldMk cId="2463305481" sldId="316"/>
            <ac:inkMk id="9" creationId="{22FE61FC-2366-5BEF-85E9-26C071330FC9}"/>
          </ac:inkMkLst>
        </pc:inkChg>
        <pc:inkChg chg="add del mod">
          <ac:chgData name="Pi, Yalong" userId="c9a3dc08-26f0-490d-b190-2780270c58e1" providerId="ADAL" clId="{5AC52E50-EE96-4559-8C20-EBFED2550501}" dt="2025-04-07T03:31:51.624" v="6513"/>
          <ac:inkMkLst>
            <pc:docMk/>
            <pc:sldMk cId="2463305481" sldId="316"/>
            <ac:inkMk id="11" creationId="{F27C040B-20D2-F9B9-AA01-E52E874E364A}"/>
          </ac:inkMkLst>
        </pc:inkChg>
        <pc:inkChg chg="add del mod">
          <ac:chgData name="Pi, Yalong" userId="c9a3dc08-26f0-490d-b190-2780270c58e1" providerId="ADAL" clId="{5AC52E50-EE96-4559-8C20-EBFED2550501}" dt="2025-04-07T03:31:51.624" v="6512"/>
          <ac:inkMkLst>
            <pc:docMk/>
            <pc:sldMk cId="2463305481" sldId="316"/>
            <ac:inkMk id="12" creationId="{648987F3-9C9D-439B-7961-A184292FB6FF}"/>
          </ac:inkMkLst>
        </pc:inkChg>
        <pc:inkChg chg="add del mod">
          <ac:chgData name="Pi, Yalong" userId="c9a3dc08-26f0-490d-b190-2780270c58e1" providerId="ADAL" clId="{5AC52E50-EE96-4559-8C20-EBFED2550501}" dt="2025-04-07T03:31:51.625" v="6521"/>
          <ac:inkMkLst>
            <pc:docMk/>
            <pc:sldMk cId="2463305481" sldId="316"/>
            <ac:inkMk id="13" creationId="{36FAAB95-58FB-77C4-14C8-5B5A8D13F7E3}"/>
          </ac:inkMkLst>
        </pc:inkChg>
        <pc:inkChg chg="add mod">
          <ac:chgData name="Pi, Yalong" userId="c9a3dc08-26f0-490d-b190-2780270c58e1" providerId="ADAL" clId="{5AC52E50-EE96-4559-8C20-EBFED2550501}" dt="2025-04-07T03:31:51.625" v="6521"/>
          <ac:inkMkLst>
            <pc:docMk/>
            <pc:sldMk cId="2463305481" sldId="316"/>
            <ac:inkMk id="14" creationId="{893DC215-985E-672E-8AD5-57BF87F2A1A8}"/>
          </ac:inkMkLst>
        </pc:inkChg>
        <pc:inkChg chg="add mod">
          <ac:chgData name="Pi, Yalong" userId="c9a3dc08-26f0-490d-b190-2780270c58e1" providerId="ADAL" clId="{5AC52E50-EE96-4559-8C20-EBFED2550501}" dt="2025-04-07T03:31:42.771" v="6497"/>
          <ac:inkMkLst>
            <pc:docMk/>
            <pc:sldMk cId="2463305481" sldId="316"/>
            <ac:inkMk id="16" creationId="{3FC9672D-E277-7971-9EA4-AC649FE4435B}"/>
          </ac:inkMkLst>
        </pc:inkChg>
        <pc:inkChg chg="add del mod">
          <ac:chgData name="Pi, Yalong" userId="c9a3dc08-26f0-490d-b190-2780270c58e1" providerId="ADAL" clId="{5AC52E50-EE96-4559-8C20-EBFED2550501}" dt="2025-04-07T03:31:51.624" v="6516"/>
          <ac:inkMkLst>
            <pc:docMk/>
            <pc:sldMk cId="2463305481" sldId="316"/>
            <ac:inkMk id="17" creationId="{9B437E86-A84D-CAA6-3AFF-F8C5BBD4F793}"/>
          </ac:inkMkLst>
        </pc:inkChg>
        <pc:inkChg chg="add del mod">
          <ac:chgData name="Pi, Yalong" userId="c9a3dc08-26f0-490d-b190-2780270c58e1" providerId="ADAL" clId="{5AC52E50-EE96-4559-8C20-EBFED2550501}" dt="2025-04-07T03:31:51.625" v="6520"/>
          <ac:inkMkLst>
            <pc:docMk/>
            <pc:sldMk cId="2463305481" sldId="316"/>
            <ac:inkMk id="19" creationId="{FF2C3110-EE87-E966-A011-CDAD8EDF6BD5}"/>
          </ac:inkMkLst>
        </pc:inkChg>
        <pc:inkChg chg="add">
          <ac:chgData name="Pi, Yalong" userId="c9a3dc08-26f0-490d-b190-2780270c58e1" providerId="ADAL" clId="{5AC52E50-EE96-4559-8C20-EBFED2550501}" dt="2025-04-07T03:31:44.905" v="6499" actId="9405"/>
          <ac:inkMkLst>
            <pc:docMk/>
            <pc:sldMk cId="2463305481" sldId="316"/>
            <ac:inkMk id="20" creationId="{1376598C-31BF-6A3B-6742-7C9BBD01CC08}"/>
          </ac:inkMkLst>
        </pc:inkChg>
        <pc:inkChg chg="add">
          <ac:chgData name="Pi, Yalong" userId="c9a3dc08-26f0-490d-b190-2780270c58e1" providerId="ADAL" clId="{5AC52E50-EE96-4559-8C20-EBFED2550501}" dt="2025-04-07T03:31:45.108" v="6500" actId="9405"/>
          <ac:inkMkLst>
            <pc:docMk/>
            <pc:sldMk cId="2463305481" sldId="316"/>
            <ac:inkMk id="21" creationId="{94D39FA4-E43F-796C-4699-8C1DFAA19430}"/>
          </ac:inkMkLst>
        </pc:inkChg>
        <pc:inkChg chg="add del mod">
          <ac:chgData name="Pi, Yalong" userId="c9a3dc08-26f0-490d-b190-2780270c58e1" providerId="ADAL" clId="{5AC52E50-EE96-4559-8C20-EBFED2550501}" dt="2025-04-07T03:31:51.624" v="6514"/>
          <ac:inkMkLst>
            <pc:docMk/>
            <pc:sldMk cId="2463305481" sldId="316"/>
            <ac:inkMk id="22" creationId="{59F2BA4F-3D66-EF56-BF8E-51F259EBAD79}"/>
          </ac:inkMkLst>
        </pc:inkChg>
        <pc:inkChg chg="add del mod">
          <ac:chgData name="Pi, Yalong" userId="c9a3dc08-26f0-490d-b190-2780270c58e1" providerId="ADAL" clId="{5AC52E50-EE96-4559-8C20-EBFED2550501}" dt="2025-04-07T03:31:51.625" v="6519"/>
          <ac:inkMkLst>
            <pc:docMk/>
            <pc:sldMk cId="2463305481" sldId="316"/>
            <ac:inkMk id="23" creationId="{466D805C-F8D6-2F60-C939-72E1A11B1987}"/>
          </ac:inkMkLst>
        </pc:inkChg>
        <pc:inkChg chg="add del mod">
          <ac:chgData name="Pi, Yalong" userId="c9a3dc08-26f0-490d-b190-2780270c58e1" providerId="ADAL" clId="{5AC52E50-EE96-4559-8C20-EBFED2550501}" dt="2025-04-07T03:31:51.624" v="6518"/>
          <ac:inkMkLst>
            <pc:docMk/>
            <pc:sldMk cId="2463305481" sldId="316"/>
            <ac:inkMk id="24" creationId="{0D824C10-CF01-2B9D-97E3-A026857B4BE0}"/>
          </ac:inkMkLst>
        </pc:inkChg>
        <pc:inkChg chg="add del mod">
          <ac:chgData name="Pi, Yalong" userId="c9a3dc08-26f0-490d-b190-2780270c58e1" providerId="ADAL" clId="{5AC52E50-EE96-4559-8C20-EBFED2550501}" dt="2025-04-07T03:31:51.624" v="6515"/>
          <ac:inkMkLst>
            <pc:docMk/>
            <pc:sldMk cId="2463305481" sldId="316"/>
            <ac:inkMk id="26" creationId="{040DD490-384F-61A5-326F-BF6DD74A9D59}"/>
          </ac:inkMkLst>
        </pc:inkChg>
      </pc:sldChg>
      <pc:sldChg chg="addSp delSp modSp add mod">
        <pc:chgData name="Pi, Yalong" userId="c9a3dc08-26f0-490d-b190-2780270c58e1" providerId="ADAL" clId="{5AC52E50-EE96-4559-8C20-EBFED2550501}" dt="2025-04-07T02:03:31.248" v="4627"/>
        <pc:sldMkLst>
          <pc:docMk/>
          <pc:sldMk cId="1926104154" sldId="317"/>
        </pc:sldMkLst>
        <pc:spChg chg="mod">
          <ac:chgData name="Pi, Yalong" userId="c9a3dc08-26f0-490d-b190-2780270c58e1" providerId="ADAL" clId="{5AC52E50-EE96-4559-8C20-EBFED2550501}" dt="2025-04-03T19:06:27.238" v="3416" actId="20577"/>
          <ac:spMkLst>
            <pc:docMk/>
            <pc:sldMk cId="1926104154" sldId="317"/>
            <ac:spMk id="2" creationId="{D70E944D-46F4-491A-B5AD-7565866448FC}"/>
          </ac:spMkLst>
        </pc:spChg>
        <pc:spChg chg="mod">
          <ac:chgData name="Pi, Yalong" userId="c9a3dc08-26f0-490d-b190-2780270c58e1" providerId="ADAL" clId="{5AC52E50-EE96-4559-8C20-EBFED2550501}" dt="2025-04-03T19:08:56.454" v="3514" actId="58"/>
          <ac:spMkLst>
            <pc:docMk/>
            <pc:sldMk cId="1926104154" sldId="317"/>
            <ac:spMk id="3" creationId="{1DAE13B9-66A1-8B2A-4C12-54F9A96B0A83}"/>
          </ac:spMkLst>
        </pc:spChg>
        <pc:spChg chg="mod">
          <ac:chgData name="Pi, Yalong" userId="c9a3dc08-26f0-490d-b190-2780270c58e1" providerId="ADAL" clId="{5AC52E50-EE96-4559-8C20-EBFED2550501}" dt="2025-04-03T19:10:01.517" v="3536" actId="1076"/>
          <ac:spMkLst>
            <pc:docMk/>
            <pc:sldMk cId="1926104154" sldId="317"/>
            <ac:spMk id="4" creationId="{958ECB02-5F44-5F57-E05E-CB5ADA21E527}"/>
          </ac:spMkLst>
        </pc:spChg>
        <pc:spChg chg="add mod">
          <ac:chgData name="Pi, Yalong" userId="c9a3dc08-26f0-490d-b190-2780270c58e1" providerId="ADAL" clId="{5AC52E50-EE96-4559-8C20-EBFED2550501}" dt="2025-04-03T19:18:11.574" v="3547" actId="688"/>
          <ac:spMkLst>
            <pc:docMk/>
            <pc:sldMk cId="1926104154" sldId="317"/>
            <ac:spMk id="5" creationId="{17ED6CE7-A73F-799A-A114-14D1E7467485}"/>
          </ac:spMkLst>
        </pc:spChg>
        <pc:spChg chg="add mod">
          <ac:chgData name="Pi, Yalong" userId="c9a3dc08-26f0-490d-b190-2780270c58e1" providerId="ADAL" clId="{5AC52E50-EE96-4559-8C20-EBFED2550501}" dt="2025-04-03T19:17:59.935" v="3542" actId="571"/>
          <ac:spMkLst>
            <pc:docMk/>
            <pc:sldMk cId="1926104154" sldId="317"/>
            <ac:spMk id="6" creationId="{01B1F11D-B5A0-2849-1DDF-13C3625E0AC1}"/>
          </ac:spMkLst>
        </pc:spChg>
        <pc:grpChg chg="del mod">
          <ac:chgData name="Pi, Yalong" userId="c9a3dc08-26f0-490d-b190-2780270c58e1" providerId="ADAL" clId="{5AC52E50-EE96-4559-8C20-EBFED2550501}" dt="2025-04-07T02:03:08.063" v="4607"/>
          <ac:grpSpMkLst>
            <pc:docMk/>
            <pc:sldMk cId="1926104154" sldId="317"/>
            <ac:grpSpMk id="16" creationId="{F9A8343F-87E3-6B02-B787-6D4B5E14F1C1}"/>
          </ac:grpSpMkLst>
        </pc:grpChg>
        <pc:grpChg chg="del mod">
          <ac:chgData name="Pi, Yalong" userId="c9a3dc08-26f0-490d-b190-2780270c58e1" providerId="ADAL" clId="{5AC52E50-EE96-4559-8C20-EBFED2550501}" dt="2025-04-07T02:03:13.056" v="4609"/>
          <ac:grpSpMkLst>
            <pc:docMk/>
            <pc:sldMk cId="1926104154" sldId="317"/>
            <ac:grpSpMk id="23" creationId="{4EA73B54-A48B-2432-FC9C-7B505320BFC8}"/>
          </ac:grpSpMkLst>
        </pc:grpChg>
        <pc:grpChg chg="del mod">
          <ac:chgData name="Pi, Yalong" userId="c9a3dc08-26f0-490d-b190-2780270c58e1" providerId="ADAL" clId="{5AC52E50-EE96-4559-8C20-EBFED2550501}" dt="2025-04-07T02:03:17.711" v="4624"/>
          <ac:grpSpMkLst>
            <pc:docMk/>
            <pc:sldMk cId="1926104154" sldId="317"/>
            <ac:grpSpMk id="25" creationId="{07B948EE-B9FA-F030-0EC8-1E0D7816B35E}"/>
          </ac:grpSpMkLst>
        </pc:grpChg>
        <pc:inkChg chg="add del mod">
          <ac:chgData name="Pi, Yalong" userId="c9a3dc08-26f0-490d-b190-2780270c58e1" providerId="ADAL" clId="{5AC52E50-EE96-4559-8C20-EBFED2550501}" dt="2025-04-07T02:03:15.698" v="4614"/>
          <ac:inkMkLst>
            <pc:docMk/>
            <pc:sldMk cId="1926104154" sldId="317"/>
            <ac:inkMk id="7" creationId="{450DB495-B098-9216-2772-4541592B9D2C}"/>
          </ac:inkMkLst>
        </pc:inkChg>
        <pc:inkChg chg="add del mod">
          <ac:chgData name="Pi, Yalong" userId="c9a3dc08-26f0-490d-b190-2780270c58e1" providerId="ADAL" clId="{5AC52E50-EE96-4559-8C20-EBFED2550501}" dt="2025-04-07T02:03:17.711" v="4625"/>
          <ac:inkMkLst>
            <pc:docMk/>
            <pc:sldMk cId="1926104154" sldId="317"/>
            <ac:inkMk id="8" creationId="{B7681A60-DEBA-E4FF-BDE5-C30D3F6DC638}"/>
          </ac:inkMkLst>
        </pc:inkChg>
        <pc:inkChg chg="add del mod">
          <ac:chgData name="Pi, Yalong" userId="c9a3dc08-26f0-490d-b190-2780270c58e1" providerId="ADAL" clId="{5AC52E50-EE96-4559-8C20-EBFED2550501}" dt="2025-04-07T02:03:15.698" v="4612"/>
          <ac:inkMkLst>
            <pc:docMk/>
            <pc:sldMk cId="1926104154" sldId="317"/>
            <ac:inkMk id="9" creationId="{5619282D-7D34-C897-87BE-DBFD71FD67D3}"/>
          </ac:inkMkLst>
        </pc:inkChg>
        <pc:inkChg chg="add del mod">
          <ac:chgData name="Pi, Yalong" userId="c9a3dc08-26f0-490d-b190-2780270c58e1" providerId="ADAL" clId="{5AC52E50-EE96-4559-8C20-EBFED2550501}" dt="2025-04-07T02:03:17.711" v="4623"/>
          <ac:inkMkLst>
            <pc:docMk/>
            <pc:sldMk cId="1926104154" sldId="317"/>
            <ac:inkMk id="10" creationId="{C7A14312-45EA-D0C5-101F-6C38DEDCDA34}"/>
          </ac:inkMkLst>
        </pc:inkChg>
        <pc:inkChg chg="add del mod">
          <ac:chgData name="Pi, Yalong" userId="c9a3dc08-26f0-490d-b190-2780270c58e1" providerId="ADAL" clId="{5AC52E50-EE96-4559-8C20-EBFED2550501}" dt="2025-04-07T02:03:17.711" v="4624"/>
          <ac:inkMkLst>
            <pc:docMk/>
            <pc:sldMk cId="1926104154" sldId="317"/>
            <ac:inkMk id="11" creationId="{DD981276-DB82-D806-39E5-4EFEC5C4ECE8}"/>
          </ac:inkMkLst>
        </pc:inkChg>
        <pc:inkChg chg="add del mod">
          <ac:chgData name="Pi, Yalong" userId="c9a3dc08-26f0-490d-b190-2780270c58e1" providerId="ADAL" clId="{5AC52E50-EE96-4559-8C20-EBFED2550501}" dt="2025-04-07T02:03:17.710" v="4617"/>
          <ac:inkMkLst>
            <pc:docMk/>
            <pc:sldMk cId="1926104154" sldId="317"/>
            <ac:inkMk id="12" creationId="{F8FA08F4-6718-984F-04E7-25C0C252E411}"/>
          </ac:inkMkLst>
        </pc:inkChg>
        <pc:inkChg chg="add del mod">
          <ac:chgData name="Pi, Yalong" userId="c9a3dc08-26f0-490d-b190-2780270c58e1" providerId="ADAL" clId="{5AC52E50-EE96-4559-8C20-EBFED2550501}" dt="2025-04-07T02:03:17.710" v="4619"/>
          <ac:inkMkLst>
            <pc:docMk/>
            <pc:sldMk cId="1926104154" sldId="317"/>
            <ac:inkMk id="13" creationId="{E418BFBC-31B6-078F-96E8-E8ED0E645774}"/>
          </ac:inkMkLst>
        </pc:inkChg>
        <pc:inkChg chg="add del mod">
          <ac:chgData name="Pi, Yalong" userId="c9a3dc08-26f0-490d-b190-2780270c58e1" providerId="ADAL" clId="{5AC52E50-EE96-4559-8C20-EBFED2550501}" dt="2025-04-07T02:03:17.711" v="4620"/>
          <ac:inkMkLst>
            <pc:docMk/>
            <pc:sldMk cId="1926104154" sldId="317"/>
            <ac:inkMk id="14" creationId="{B4FE86A7-A5C6-7B88-1999-D48B8902B71B}"/>
          </ac:inkMkLst>
        </pc:inkChg>
        <pc:inkChg chg="add del mod">
          <ac:chgData name="Pi, Yalong" userId="c9a3dc08-26f0-490d-b190-2780270c58e1" providerId="ADAL" clId="{5AC52E50-EE96-4559-8C20-EBFED2550501}" dt="2025-04-07T02:03:17.710" v="4618"/>
          <ac:inkMkLst>
            <pc:docMk/>
            <pc:sldMk cId="1926104154" sldId="317"/>
            <ac:inkMk id="15" creationId="{69B113F1-C72F-3958-B372-C1730A695DDE}"/>
          </ac:inkMkLst>
        </pc:inkChg>
        <pc:inkChg chg="add del mod">
          <ac:chgData name="Pi, Yalong" userId="c9a3dc08-26f0-490d-b190-2780270c58e1" providerId="ADAL" clId="{5AC52E50-EE96-4559-8C20-EBFED2550501}" dt="2025-04-07T02:03:17.711" v="4621"/>
          <ac:inkMkLst>
            <pc:docMk/>
            <pc:sldMk cId="1926104154" sldId="317"/>
            <ac:inkMk id="17" creationId="{F71DAF2D-A3EF-FC90-ED89-1E950E37D0B9}"/>
          </ac:inkMkLst>
        </pc:inkChg>
        <pc:inkChg chg="add del mod">
          <ac:chgData name="Pi, Yalong" userId="c9a3dc08-26f0-490d-b190-2780270c58e1" providerId="ADAL" clId="{5AC52E50-EE96-4559-8C20-EBFED2550501}" dt="2025-04-07T02:03:17.711" v="4622"/>
          <ac:inkMkLst>
            <pc:docMk/>
            <pc:sldMk cId="1926104154" sldId="317"/>
            <ac:inkMk id="18" creationId="{F2A6BCFD-A3B6-DF29-3A67-EA41110A9F46}"/>
          </ac:inkMkLst>
        </pc:inkChg>
        <pc:inkChg chg="add del mod">
          <ac:chgData name="Pi, Yalong" userId="c9a3dc08-26f0-490d-b190-2780270c58e1" providerId="ADAL" clId="{5AC52E50-EE96-4559-8C20-EBFED2550501}" dt="2025-04-07T02:03:15.698" v="4613"/>
          <ac:inkMkLst>
            <pc:docMk/>
            <pc:sldMk cId="1926104154" sldId="317"/>
            <ac:inkMk id="19" creationId="{8E53C2E3-32FB-40D7-2DEE-9F37BA741867}"/>
          </ac:inkMkLst>
        </pc:inkChg>
        <pc:inkChg chg="add">
          <ac:chgData name="Pi, Yalong" userId="c9a3dc08-26f0-490d-b190-2780270c58e1" providerId="ADAL" clId="{5AC52E50-EE96-4559-8C20-EBFED2550501}" dt="2025-04-07T02:03:06.078" v="4604" actId="9405"/>
          <ac:inkMkLst>
            <pc:docMk/>
            <pc:sldMk cId="1926104154" sldId="317"/>
            <ac:inkMk id="20" creationId="{951BDD9D-B32F-D067-5E6D-33E7EA1C547F}"/>
          </ac:inkMkLst>
        </pc:inkChg>
        <pc:inkChg chg="add del mod">
          <ac:chgData name="Pi, Yalong" userId="c9a3dc08-26f0-490d-b190-2780270c58e1" providerId="ADAL" clId="{5AC52E50-EE96-4559-8C20-EBFED2550501}" dt="2025-04-07T02:03:15.697" v="4611"/>
          <ac:inkMkLst>
            <pc:docMk/>
            <pc:sldMk cId="1926104154" sldId="317"/>
            <ac:inkMk id="21" creationId="{BCCBF875-C995-8E17-73E6-A5844C8D93BB}"/>
          </ac:inkMkLst>
        </pc:inkChg>
        <pc:inkChg chg="add del mod">
          <ac:chgData name="Pi, Yalong" userId="c9a3dc08-26f0-490d-b190-2780270c58e1" providerId="ADAL" clId="{5AC52E50-EE96-4559-8C20-EBFED2550501}" dt="2025-04-07T02:03:15.698" v="4616"/>
          <ac:inkMkLst>
            <pc:docMk/>
            <pc:sldMk cId="1926104154" sldId="317"/>
            <ac:inkMk id="22" creationId="{B5D6AF3F-A6D1-E959-E807-897BAA412413}"/>
          </ac:inkMkLst>
        </pc:inkChg>
        <pc:inkChg chg="add del mod">
          <ac:chgData name="Pi, Yalong" userId="c9a3dc08-26f0-490d-b190-2780270c58e1" providerId="ADAL" clId="{5AC52E50-EE96-4559-8C20-EBFED2550501}" dt="2025-04-07T02:03:15.698" v="4615"/>
          <ac:inkMkLst>
            <pc:docMk/>
            <pc:sldMk cId="1926104154" sldId="317"/>
            <ac:inkMk id="24" creationId="{FBC97D7F-93F8-C965-7971-6FEC2470A70B}"/>
          </ac:inkMkLst>
        </pc:inkChg>
        <pc:inkChg chg="add del">
          <ac:chgData name="Pi, Yalong" userId="c9a3dc08-26f0-490d-b190-2780270c58e1" providerId="ADAL" clId="{5AC52E50-EE96-4559-8C20-EBFED2550501}" dt="2025-04-07T02:03:31.248" v="4627"/>
          <ac:inkMkLst>
            <pc:docMk/>
            <pc:sldMk cId="1926104154" sldId="317"/>
            <ac:inkMk id="26" creationId="{F8ED5746-5651-AEDE-A0FA-DEF60A0A6C41}"/>
          </ac:inkMkLst>
        </pc:inkChg>
      </pc:sldChg>
      <pc:sldChg chg="addSp delSp modSp add mod">
        <pc:chgData name="Pi, Yalong" userId="c9a3dc08-26f0-490d-b190-2780270c58e1" providerId="ADAL" clId="{5AC52E50-EE96-4559-8C20-EBFED2550501}" dt="2025-04-07T03:30:55.934" v="6485" actId="1076"/>
        <pc:sldMkLst>
          <pc:docMk/>
          <pc:sldMk cId="1297592706" sldId="318"/>
        </pc:sldMkLst>
        <pc:spChg chg="mod">
          <ac:chgData name="Pi, Yalong" userId="c9a3dc08-26f0-490d-b190-2780270c58e1" providerId="ADAL" clId="{5AC52E50-EE96-4559-8C20-EBFED2550501}" dt="2025-04-03T19:32:03.819" v="3559" actId="20577"/>
          <ac:spMkLst>
            <pc:docMk/>
            <pc:sldMk cId="1297592706" sldId="318"/>
            <ac:spMk id="2" creationId="{BCBB7B32-B192-B76E-2D9F-FE4FCB2862F7}"/>
          </ac:spMkLst>
        </pc:spChg>
        <pc:spChg chg="mod">
          <ac:chgData name="Pi, Yalong" userId="c9a3dc08-26f0-490d-b190-2780270c58e1" providerId="ADAL" clId="{5AC52E50-EE96-4559-8C20-EBFED2550501}" dt="2025-04-03T19:43:14.260" v="3715" actId="20577"/>
          <ac:spMkLst>
            <pc:docMk/>
            <pc:sldMk cId="1297592706" sldId="318"/>
            <ac:spMk id="3" creationId="{98C1FECD-8722-32A6-15C0-850A0DB46169}"/>
          </ac:spMkLst>
        </pc:spChg>
        <pc:spChg chg="mod">
          <ac:chgData name="Pi, Yalong" userId="c9a3dc08-26f0-490d-b190-2780270c58e1" providerId="ADAL" clId="{5AC52E50-EE96-4559-8C20-EBFED2550501}" dt="2025-04-07T03:30:04.170" v="6482" actId="1076"/>
          <ac:spMkLst>
            <pc:docMk/>
            <pc:sldMk cId="1297592706" sldId="318"/>
            <ac:spMk id="4" creationId="{824C3107-63D0-D9D2-527F-998BC177C709}"/>
          </ac:spMkLst>
        </pc:spChg>
        <pc:spChg chg="add mod">
          <ac:chgData name="Pi, Yalong" userId="c9a3dc08-26f0-490d-b190-2780270c58e1" providerId="ADAL" clId="{5AC52E50-EE96-4559-8C20-EBFED2550501}" dt="2025-04-07T03:30:55.934" v="6485" actId="1076"/>
          <ac:spMkLst>
            <pc:docMk/>
            <pc:sldMk cId="1297592706" sldId="318"/>
            <ac:spMk id="106" creationId="{2C85ACE5-C3C4-BC40-D2D4-F03352999E7B}"/>
          </ac:spMkLst>
        </pc:spChg>
        <pc:grpChg chg="del mod">
          <ac:chgData name="Pi, Yalong" userId="c9a3dc08-26f0-490d-b190-2780270c58e1" providerId="ADAL" clId="{5AC52E50-EE96-4559-8C20-EBFED2550501}" dt="2025-04-07T02:08:53.407" v="4897"/>
          <ac:grpSpMkLst>
            <pc:docMk/>
            <pc:sldMk cId="1297592706" sldId="318"/>
            <ac:grpSpMk id="12" creationId="{40163DED-11A8-3B93-2C9F-53377392220C}"/>
          </ac:grpSpMkLst>
        </pc:grpChg>
        <pc:grpChg chg="del mod">
          <ac:chgData name="Pi, Yalong" userId="c9a3dc08-26f0-490d-b190-2780270c58e1" providerId="ADAL" clId="{5AC52E50-EE96-4559-8C20-EBFED2550501}" dt="2025-04-07T02:08:53.407" v="4895"/>
          <ac:grpSpMkLst>
            <pc:docMk/>
            <pc:sldMk cId="1297592706" sldId="318"/>
            <ac:grpSpMk id="20" creationId="{7B3DB97D-872E-41C2-4E7E-EB9DCD0CE5FA}"/>
          </ac:grpSpMkLst>
        </pc:grpChg>
        <pc:grpChg chg="del mod">
          <ac:chgData name="Pi, Yalong" userId="c9a3dc08-26f0-490d-b190-2780270c58e1" providerId="ADAL" clId="{5AC52E50-EE96-4559-8C20-EBFED2550501}" dt="2025-04-07T02:08:53.408" v="4898"/>
          <ac:grpSpMkLst>
            <pc:docMk/>
            <pc:sldMk cId="1297592706" sldId="318"/>
            <ac:grpSpMk id="25" creationId="{89CDA60D-56C3-AA0D-6918-C6BC0956C0A4}"/>
          </ac:grpSpMkLst>
        </pc:grpChg>
        <pc:grpChg chg="del mod">
          <ac:chgData name="Pi, Yalong" userId="c9a3dc08-26f0-490d-b190-2780270c58e1" providerId="ADAL" clId="{5AC52E50-EE96-4559-8C20-EBFED2550501}" dt="2025-04-07T02:10:42.564" v="4915"/>
          <ac:grpSpMkLst>
            <pc:docMk/>
            <pc:sldMk cId="1297592706" sldId="318"/>
            <ac:grpSpMk id="34" creationId="{F5B251B1-A5BF-7219-6993-63ECB26B442C}"/>
          </ac:grpSpMkLst>
        </pc:grpChg>
        <pc:grpChg chg="del mod">
          <ac:chgData name="Pi, Yalong" userId="c9a3dc08-26f0-490d-b190-2780270c58e1" providerId="ADAL" clId="{5AC52E50-EE96-4559-8C20-EBFED2550501}" dt="2025-04-07T02:10:42.564" v="4915"/>
          <ac:grpSpMkLst>
            <pc:docMk/>
            <pc:sldMk cId="1297592706" sldId="318"/>
            <ac:grpSpMk id="37" creationId="{CA3035DC-3866-A1D7-CB8B-F85A4A3679B9}"/>
          </ac:grpSpMkLst>
        </pc:grpChg>
        <pc:grpChg chg="del mod">
          <ac:chgData name="Pi, Yalong" userId="c9a3dc08-26f0-490d-b190-2780270c58e1" providerId="ADAL" clId="{5AC52E50-EE96-4559-8C20-EBFED2550501}" dt="2025-04-07T02:10:44.634" v="4919"/>
          <ac:grpSpMkLst>
            <pc:docMk/>
            <pc:sldMk cId="1297592706" sldId="318"/>
            <ac:grpSpMk id="39" creationId="{0972C32F-C204-9996-7CFF-D24087B9659F}"/>
          </ac:grpSpMkLst>
        </pc:grpChg>
        <pc:grpChg chg="del mod">
          <ac:chgData name="Pi, Yalong" userId="c9a3dc08-26f0-490d-b190-2780270c58e1" providerId="ADAL" clId="{5AC52E50-EE96-4559-8C20-EBFED2550501}" dt="2025-04-07T02:11:21.588" v="4971"/>
          <ac:grpSpMkLst>
            <pc:docMk/>
            <pc:sldMk cId="1297592706" sldId="318"/>
            <ac:grpSpMk id="43" creationId="{6877299B-C42C-460E-1E5C-EE33799131BC}"/>
          </ac:grpSpMkLst>
        </pc:grpChg>
        <pc:grpChg chg="del mod">
          <ac:chgData name="Pi, Yalong" userId="c9a3dc08-26f0-490d-b190-2780270c58e1" providerId="ADAL" clId="{5AC52E50-EE96-4559-8C20-EBFED2550501}" dt="2025-04-07T02:10:55.028" v="4934"/>
          <ac:grpSpMkLst>
            <pc:docMk/>
            <pc:sldMk cId="1297592706" sldId="318"/>
            <ac:grpSpMk id="49" creationId="{88AEC574-8291-5764-51E1-8614D15934CE}"/>
          </ac:grpSpMkLst>
        </pc:grpChg>
        <pc:grpChg chg="del mod">
          <ac:chgData name="Pi, Yalong" userId="c9a3dc08-26f0-490d-b190-2780270c58e1" providerId="ADAL" clId="{5AC52E50-EE96-4559-8C20-EBFED2550501}" dt="2025-04-07T02:10:52.640" v="4932"/>
          <ac:grpSpMkLst>
            <pc:docMk/>
            <pc:sldMk cId="1297592706" sldId="318"/>
            <ac:grpSpMk id="52" creationId="{712A66C2-B9FE-7E3E-CC48-07C00D851DE9}"/>
          </ac:grpSpMkLst>
        </pc:grpChg>
        <pc:grpChg chg="del mod">
          <ac:chgData name="Pi, Yalong" userId="c9a3dc08-26f0-490d-b190-2780270c58e1" providerId="ADAL" clId="{5AC52E50-EE96-4559-8C20-EBFED2550501}" dt="2025-04-07T02:11:02.694" v="4942"/>
          <ac:grpSpMkLst>
            <pc:docMk/>
            <pc:sldMk cId="1297592706" sldId="318"/>
            <ac:grpSpMk id="56" creationId="{9678F281-87D2-B09D-8FCF-EBB260EE911B}"/>
          </ac:grpSpMkLst>
        </pc:grpChg>
        <pc:grpChg chg="del mod">
          <ac:chgData name="Pi, Yalong" userId="c9a3dc08-26f0-490d-b190-2780270c58e1" providerId="ADAL" clId="{5AC52E50-EE96-4559-8C20-EBFED2550501}" dt="2025-04-07T02:11:21.588" v="4971"/>
          <ac:grpSpMkLst>
            <pc:docMk/>
            <pc:sldMk cId="1297592706" sldId="318"/>
            <ac:grpSpMk id="57" creationId="{0CD0B861-A271-A452-C474-27A7A2839758}"/>
          </ac:grpSpMkLst>
        </pc:grpChg>
        <pc:grpChg chg="del mod">
          <ac:chgData name="Pi, Yalong" userId="c9a3dc08-26f0-490d-b190-2780270c58e1" providerId="ADAL" clId="{5AC52E50-EE96-4559-8C20-EBFED2550501}" dt="2025-04-07T02:11:21.588" v="4971"/>
          <ac:grpSpMkLst>
            <pc:docMk/>
            <pc:sldMk cId="1297592706" sldId="318"/>
            <ac:grpSpMk id="59" creationId="{8A0064B0-44D4-68A3-4D59-55C39A44955A}"/>
          </ac:grpSpMkLst>
        </pc:grpChg>
        <pc:grpChg chg="del mod">
          <ac:chgData name="Pi, Yalong" userId="c9a3dc08-26f0-490d-b190-2780270c58e1" providerId="ADAL" clId="{5AC52E50-EE96-4559-8C20-EBFED2550501}" dt="2025-04-07T02:11:04.791" v="4946"/>
          <ac:grpSpMkLst>
            <pc:docMk/>
            <pc:sldMk cId="1297592706" sldId="318"/>
            <ac:grpSpMk id="67" creationId="{D52AA723-7BD3-DCE8-B746-171E4E2F8E55}"/>
          </ac:grpSpMkLst>
        </pc:grpChg>
        <pc:grpChg chg="del mod">
          <ac:chgData name="Pi, Yalong" userId="c9a3dc08-26f0-490d-b190-2780270c58e1" providerId="ADAL" clId="{5AC52E50-EE96-4559-8C20-EBFED2550501}" dt="2025-04-07T02:11:13.641" v="4956"/>
          <ac:grpSpMkLst>
            <pc:docMk/>
            <pc:sldMk cId="1297592706" sldId="318"/>
            <ac:grpSpMk id="71" creationId="{F5BB5E06-4EDB-49FA-0DC2-C3F278689972}"/>
          </ac:grpSpMkLst>
        </pc:grpChg>
        <pc:grpChg chg="del mod">
          <ac:chgData name="Pi, Yalong" userId="c9a3dc08-26f0-490d-b190-2780270c58e1" providerId="ADAL" clId="{5AC52E50-EE96-4559-8C20-EBFED2550501}" dt="2025-04-07T02:11:21.588" v="4971"/>
          <ac:grpSpMkLst>
            <pc:docMk/>
            <pc:sldMk cId="1297592706" sldId="318"/>
            <ac:grpSpMk id="81" creationId="{3E6C3F0E-C401-6F1C-1103-8A3C27F4FCC6}"/>
          </ac:grpSpMkLst>
        </pc:grpChg>
        <pc:grpChg chg="del mod">
          <ac:chgData name="Pi, Yalong" userId="c9a3dc08-26f0-490d-b190-2780270c58e1" providerId="ADAL" clId="{5AC52E50-EE96-4559-8C20-EBFED2550501}" dt="2025-04-07T02:11:24.464" v="4973"/>
          <ac:grpSpMkLst>
            <pc:docMk/>
            <pc:sldMk cId="1297592706" sldId="318"/>
            <ac:grpSpMk id="93" creationId="{8C391C92-936C-E091-C3BF-408731659A23}"/>
          </ac:grpSpMkLst>
        </pc:grpChg>
        <pc:grpChg chg="mod">
          <ac:chgData name="Pi, Yalong" userId="c9a3dc08-26f0-490d-b190-2780270c58e1" providerId="ADAL" clId="{5AC52E50-EE96-4559-8C20-EBFED2550501}" dt="2025-04-07T02:11:21.588" v="4971"/>
          <ac:grpSpMkLst>
            <pc:docMk/>
            <pc:sldMk cId="1297592706" sldId="318"/>
            <ac:grpSpMk id="96" creationId="{C8FF9FC6-C958-400D-0D80-52F376676638}"/>
          </ac:grpSpMkLst>
        </pc:grpChg>
        <pc:grpChg chg="mod">
          <ac:chgData name="Pi, Yalong" userId="c9a3dc08-26f0-490d-b190-2780270c58e1" providerId="ADAL" clId="{5AC52E50-EE96-4559-8C20-EBFED2550501}" dt="2025-04-07T02:11:24.464" v="4973"/>
          <ac:grpSpMkLst>
            <pc:docMk/>
            <pc:sldMk cId="1297592706" sldId="318"/>
            <ac:grpSpMk id="98" creationId="{AB43C5F1-52D4-70A6-2728-A761121E87EB}"/>
          </ac:grpSpMkLst>
        </pc:grpChg>
        <pc:grpChg chg="mod">
          <ac:chgData name="Pi, Yalong" userId="c9a3dc08-26f0-490d-b190-2780270c58e1" providerId="ADAL" clId="{5AC52E50-EE96-4559-8C20-EBFED2550501}" dt="2025-04-07T02:11:31.105" v="4980"/>
          <ac:grpSpMkLst>
            <pc:docMk/>
            <pc:sldMk cId="1297592706" sldId="318"/>
            <ac:grpSpMk id="105" creationId="{0D6AF7BB-B15E-3091-A960-8B82EC7F4F49}"/>
          </ac:grpSpMkLst>
        </pc:grpChg>
        <pc:inkChg chg="add del mod">
          <ac:chgData name="Pi, Yalong" userId="c9a3dc08-26f0-490d-b190-2780270c58e1" providerId="ADAL" clId="{5AC52E50-EE96-4559-8C20-EBFED2550501}" dt="2025-04-07T02:08:53.407" v="4897"/>
          <ac:inkMkLst>
            <pc:docMk/>
            <pc:sldMk cId="1297592706" sldId="318"/>
            <ac:inkMk id="5" creationId="{9A57AD31-6537-8ABC-0493-FA29D16D9CAA}"/>
          </ac:inkMkLst>
        </pc:inkChg>
        <pc:inkChg chg="add del mod">
          <ac:chgData name="Pi, Yalong" userId="c9a3dc08-26f0-490d-b190-2780270c58e1" providerId="ADAL" clId="{5AC52E50-EE96-4559-8C20-EBFED2550501}" dt="2025-04-07T02:08:53.406" v="4884"/>
          <ac:inkMkLst>
            <pc:docMk/>
            <pc:sldMk cId="1297592706" sldId="318"/>
            <ac:inkMk id="6" creationId="{FECB5576-B832-4169-AB43-30EF7A48F574}"/>
          </ac:inkMkLst>
        </pc:inkChg>
        <pc:inkChg chg="add del mod">
          <ac:chgData name="Pi, Yalong" userId="c9a3dc08-26f0-490d-b190-2780270c58e1" providerId="ADAL" clId="{5AC52E50-EE96-4559-8C20-EBFED2550501}" dt="2025-04-07T02:08:53.408" v="4899"/>
          <ac:inkMkLst>
            <pc:docMk/>
            <pc:sldMk cId="1297592706" sldId="318"/>
            <ac:inkMk id="7" creationId="{8BA31CD0-63B2-C80B-88D9-8675F86DCB6F}"/>
          </ac:inkMkLst>
        </pc:inkChg>
        <pc:inkChg chg="add del mod">
          <ac:chgData name="Pi, Yalong" userId="c9a3dc08-26f0-490d-b190-2780270c58e1" providerId="ADAL" clId="{5AC52E50-EE96-4559-8C20-EBFED2550501}" dt="2025-04-07T02:08:53.407" v="4893"/>
          <ac:inkMkLst>
            <pc:docMk/>
            <pc:sldMk cId="1297592706" sldId="318"/>
            <ac:inkMk id="8" creationId="{64A1B6FC-672F-911F-447D-5D6876596E16}"/>
          </ac:inkMkLst>
        </pc:inkChg>
        <pc:inkChg chg="add del mod">
          <ac:chgData name="Pi, Yalong" userId="c9a3dc08-26f0-490d-b190-2780270c58e1" providerId="ADAL" clId="{5AC52E50-EE96-4559-8C20-EBFED2550501}" dt="2025-04-07T02:08:53.407" v="4894"/>
          <ac:inkMkLst>
            <pc:docMk/>
            <pc:sldMk cId="1297592706" sldId="318"/>
            <ac:inkMk id="9" creationId="{BB2A0392-814B-3D05-EC1F-9B0F24B401AF}"/>
          </ac:inkMkLst>
        </pc:inkChg>
        <pc:inkChg chg="add del mod">
          <ac:chgData name="Pi, Yalong" userId="c9a3dc08-26f0-490d-b190-2780270c58e1" providerId="ADAL" clId="{5AC52E50-EE96-4559-8C20-EBFED2550501}" dt="2025-04-07T02:08:53.407" v="4896"/>
          <ac:inkMkLst>
            <pc:docMk/>
            <pc:sldMk cId="1297592706" sldId="318"/>
            <ac:inkMk id="10" creationId="{BBA0EA00-A6E7-9588-0581-80F325FE3AED}"/>
          </ac:inkMkLst>
        </pc:inkChg>
        <pc:inkChg chg="add del mod">
          <ac:chgData name="Pi, Yalong" userId="c9a3dc08-26f0-490d-b190-2780270c58e1" providerId="ADAL" clId="{5AC52E50-EE96-4559-8C20-EBFED2550501}" dt="2025-04-07T02:08:53.406" v="4890"/>
          <ac:inkMkLst>
            <pc:docMk/>
            <pc:sldMk cId="1297592706" sldId="318"/>
            <ac:inkMk id="11" creationId="{E928E80D-67A2-EB93-4B22-82EFF3DD8356}"/>
          </ac:inkMkLst>
        </pc:inkChg>
        <pc:inkChg chg="add del mod">
          <ac:chgData name="Pi, Yalong" userId="c9a3dc08-26f0-490d-b190-2780270c58e1" providerId="ADAL" clId="{5AC52E50-EE96-4559-8C20-EBFED2550501}" dt="2025-04-07T02:08:53.408" v="4900"/>
          <ac:inkMkLst>
            <pc:docMk/>
            <pc:sldMk cId="1297592706" sldId="318"/>
            <ac:inkMk id="13" creationId="{F3D221AA-A9B0-FB5B-8331-618592170410}"/>
          </ac:inkMkLst>
        </pc:inkChg>
        <pc:inkChg chg="add del mod">
          <ac:chgData name="Pi, Yalong" userId="c9a3dc08-26f0-490d-b190-2780270c58e1" providerId="ADAL" clId="{5AC52E50-EE96-4559-8C20-EBFED2550501}" dt="2025-04-07T02:08:53.407" v="4895"/>
          <ac:inkMkLst>
            <pc:docMk/>
            <pc:sldMk cId="1297592706" sldId="318"/>
            <ac:inkMk id="14" creationId="{2D3325B3-A866-B003-A92E-A09918E531BC}"/>
          </ac:inkMkLst>
        </pc:inkChg>
        <pc:inkChg chg="add del mod">
          <ac:chgData name="Pi, Yalong" userId="c9a3dc08-26f0-490d-b190-2780270c58e1" providerId="ADAL" clId="{5AC52E50-EE96-4559-8C20-EBFED2550501}" dt="2025-04-07T02:08:53.406" v="4889"/>
          <ac:inkMkLst>
            <pc:docMk/>
            <pc:sldMk cId="1297592706" sldId="318"/>
            <ac:inkMk id="15" creationId="{480614C6-1380-3195-4919-214B8887A599}"/>
          </ac:inkMkLst>
        </pc:inkChg>
        <pc:inkChg chg="add del mod">
          <ac:chgData name="Pi, Yalong" userId="c9a3dc08-26f0-490d-b190-2780270c58e1" providerId="ADAL" clId="{5AC52E50-EE96-4559-8C20-EBFED2550501}" dt="2025-04-07T02:08:53.406" v="4888"/>
          <ac:inkMkLst>
            <pc:docMk/>
            <pc:sldMk cId="1297592706" sldId="318"/>
            <ac:inkMk id="16" creationId="{6CE5C305-6D49-DD11-6FA0-C75FDBB491BE}"/>
          </ac:inkMkLst>
        </pc:inkChg>
        <pc:inkChg chg="add del mod">
          <ac:chgData name="Pi, Yalong" userId="c9a3dc08-26f0-490d-b190-2780270c58e1" providerId="ADAL" clId="{5AC52E50-EE96-4559-8C20-EBFED2550501}" dt="2025-04-07T02:08:53.406" v="4887"/>
          <ac:inkMkLst>
            <pc:docMk/>
            <pc:sldMk cId="1297592706" sldId="318"/>
            <ac:inkMk id="17" creationId="{AA1A53F8-1937-7050-A7CB-058E836FBAE1}"/>
          </ac:inkMkLst>
        </pc:inkChg>
        <pc:inkChg chg="add del mod">
          <ac:chgData name="Pi, Yalong" userId="c9a3dc08-26f0-490d-b190-2780270c58e1" providerId="ADAL" clId="{5AC52E50-EE96-4559-8C20-EBFED2550501}" dt="2025-04-07T02:08:53.406" v="4885"/>
          <ac:inkMkLst>
            <pc:docMk/>
            <pc:sldMk cId="1297592706" sldId="318"/>
            <ac:inkMk id="18" creationId="{7007F5FB-C34C-2B5E-CA1C-4AEE1CF2A1EC}"/>
          </ac:inkMkLst>
        </pc:inkChg>
        <pc:inkChg chg="add del mod">
          <ac:chgData name="Pi, Yalong" userId="c9a3dc08-26f0-490d-b190-2780270c58e1" providerId="ADAL" clId="{5AC52E50-EE96-4559-8C20-EBFED2550501}" dt="2025-04-07T02:08:53.407" v="4892"/>
          <ac:inkMkLst>
            <pc:docMk/>
            <pc:sldMk cId="1297592706" sldId="318"/>
            <ac:inkMk id="19" creationId="{EE447D28-B14C-0727-27EF-37CA7165CF61}"/>
          </ac:inkMkLst>
        </pc:inkChg>
        <pc:inkChg chg="add del mod">
          <ac:chgData name="Pi, Yalong" userId="c9a3dc08-26f0-490d-b190-2780270c58e1" providerId="ADAL" clId="{5AC52E50-EE96-4559-8C20-EBFED2550501}" dt="2025-04-07T02:08:53.408" v="4898"/>
          <ac:inkMkLst>
            <pc:docMk/>
            <pc:sldMk cId="1297592706" sldId="318"/>
            <ac:inkMk id="21" creationId="{B2001A81-376C-2197-E5B7-3E2E27D46887}"/>
          </ac:inkMkLst>
        </pc:inkChg>
        <pc:inkChg chg="add del mod">
          <ac:chgData name="Pi, Yalong" userId="c9a3dc08-26f0-490d-b190-2780270c58e1" providerId="ADAL" clId="{5AC52E50-EE96-4559-8C20-EBFED2550501}" dt="2025-04-07T02:08:53.408" v="4901"/>
          <ac:inkMkLst>
            <pc:docMk/>
            <pc:sldMk cId="1297592706" sldId="318"/>
            <ac:inkMk id="22" creationId="{EB3E5935-9797-C61A-C562-A9244285D6C3}"/>
          </ac:inkMkLst>
        </pc:inkChg>
        <pc:inkChg chg="add del mod">
          <ac:chgData name="Pi, Yalong" userId="c9a3dc08-26f0-490d-b190-2780270c58e1" providerId="ADAL" clId="{5AC52E50-EE96-4559-8C20-EBFED2550501}" dt="2025-04-07T02:08:53.406" v="4886"/>
          <ac:inkMkLst>
            <pc:docMk/>
            <pc:sldMk cId="1297592706" sldId="318"/>
            <ac:inkMk id="23" creationId="{450E5206-3ABA-C1D2-C146-ED26A543A4D9}"/>
          </ac:inkMkLst>
        </pc:inkChg>
        <pc:inkChg chg="add del mod">
          <ac:chgData name="Pi, Yalong" userId="c9a3dc08-26f0-490d-b190-2780270c58e1" providerId="ADAL" clId="{5AC52E50-EE96-4559-8C20-EBFED2550501}" dt="2025-04-07T02:08:53.407" v="4891"/>
          <ac:inkMkLst>
            <pc:docMk/>
            <pc:sldMk cId="1297592706" sldId="318"/>
            <ac:inkMk id="24" creationId="{EF78B57B-95F8-CEB5-04E9-18114E67E74D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26" creationId="{40F4B930-703F-B0EC-C67D-AB5F728D6F78}"/>
          </ac:inkMkLst>
        </pc:inkChg>
        <pc:inkChg chg="add mod">
          <ac:chgData name="Pi, Yalong" userId="c9a3dc08-26f0-490d-b190-2780270c58e1" providerId="ADAL" clId="{5AC52E50-EE96-4559-8C20-EBFED2550501}" dt="2025-04-07T02:10:36.189" v="4910"/>
          <ac:inkMkLst>
            <pc:docMk/>
            <pc:sldMk cId="1297592706" sldId="318"/>
            <ac:inkMk id="27" creationId="{99CAD6CE-CDB8-FAD4-11E1-E9B432297775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28" creationId="{0EABF89F-1289-965C-502C-D78AC23E8088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29" creationId="{90E50584-A02F-9ACE-F74B-5DBA6723128C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30" creationId="{C64AF130-4E64-AEAF-FEAA-487558A047A1}"/>
          </ac:inkMkLst>
        </pc:inkChg>
        <pc:inkChg chg="add mod">
          <ac:chgData name="Pi, Yalong" userId="c9a3dc08-26f0-490d-b190-2780270c58e1" providerId="ADAL" clId="{5AC52E50-EE96-4559-8C20-EBFED2550501}" dt="2025-04-07T02:10:36.189" v="4910"/>
          <ac:inkMkLst>
            <pc:docMk/>
            <pc:sldMk cId="1297592706" sldId="318"/>
            <ac:inkMk id="31" creationId="{BD835261-EFBD-A13F-7D3E-E4D679FDA9D6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32" creationId="{063B7D7E-CE45-11D3-957E-D9E040CEEC4C}"/>
          </ac:inkMkLst>
        </pc:inkChg>
        <pc:inkChg chg="add mod">
          <ac:chgData name="Pi, Yalong" userId="c9a3dc08-26f0-490d-b190-2780270c58e1" providerId="ADAL" clId="{5AC52E50-EE96-4559-8C20-EBFED2550501}" dt="2025-04-07T02:10:36.189" v="4910"/>
          <ac:inkMkLst>
            <pc:docMk/>
            <pc:sldMk cId="1297592706" sldId="318"/>
            <ac:inkMk id="33" creationId="{C565954D-6C8E-7C1E-28B3-EB957CC46BD4}"/>
          </ac:inkMkLst>
        </pc:inkChg>
        <pc:inkChg chg="add mod">
          <ac:chgData name="Pi, Yalong" userId="c9a3dc08-26f0-490d-b190-2780270c58e1" providerId="ADAL" clId="{5AC52E50-EE96-4559-8C20-EBFED2550501}" dt="2025-04-07T02:11:21.588" v="4971"/>
          <ac:inkMkLst>
            <pc:docMk/>
            <pc:sldMk cId="1297592706" sldId="318"/>
            <ac:inkMk id="35" creationId="{7065BD1B-E98D-09F2-F669-0732CCF88CBF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36" creationId="{B7F72E2F-7A48-7593-8ADF-BEE7E481FB96}"/>
          </ac:inkMkLst>
        </pc:inkChg>
        <pc:inkChg chg="add">
          <ac:chgData name="Pi, Yalong" userId="c9a3dc08-26f0-490d-b190-2780270c58e1" providerId="ADAL" clId="{5AC52E50-EE96-4559-8C20-EBFED2550501}" dt="2025-04-07T02:10:42.030" v="4914" actId="9405"/>
          <ac:inkMkLst>
            <pc:docMk/>
            <pc:sldMk cId="1297592706" sldId="318"/>
            <ac:inkMk id="38" creationId="{D1F977D9-BADE-B25B-1121-5A09B9F7CE2C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40" creationId="{59410E29-3752-3DA8-11AC-E503F3F8A6C6}"/>
          </ac:inkMkLst>
        </pc:inkChg>
        <pc:inkChg chg="add">
          <ac:chgData name="Pi, Yalong" userId="c9a3dc08-26f0-490d-b190-2780270c58e1" providerId="ADAL" clId="{5AC52E50-EE96-4559-8C20-EBFED2550501}" dt="2025-04-07T02:10:43.784" v="4917" actId="9405"/>
          <ac:inkMkLst>
            <pc:docMk/>
            <pc:sldMk cId="1297592706" sldId="318"/>
            <ac:inkMk id="41" creationId="{BB2056AD-BB86-A50A-3033-685FFA3A2A1B}"/>
          </ac:inkMkLst>
        </pc:inkChg>
        <pc:inkChg chg="add mod">
          <ac:chgData name="Pi, Yalong" userId="c9a3dc08-26f0-490d-b190-2780270c58e1" providerId="ADAL" clId="{5AC52E50-EE96-4559-8C20-EBFED2550501}" dt="2025-04-07T02:10:44.634" v="4919"/>
          <ac:inkMkLst>
            <pc:docMk/>
            <pc:sldMk cId="1297592706" sldId="318"/>
            <ac:inkMk id="42" creationId="{4B7A7E3F-6AC5-A5DF-D45C-DF4C62044197}"/>
          </ac:inkMkLst>
        </pc:inkChg>
        <pc:inkChg chg="add mod">
          <ac:chgData name="Pi, Yalong" userId="c9a3dc08-26f0-490d-b190-2780270c58e1" providerId="ADAL" clId="{5AC52E50-EE96-4559-8C20-EBFED2550501}" dt="2025-04-07T02:10:55.028" v="4934"/>
          <ac:inkMkLst>
            <pc:docMk/>
            <pc:sldMk cId="1297592706" sldId="318"/>
            <ac:inkMk id="44" creationId="{CA309909-DFDD-9CD9-27AF-4A35246D8B34}"/>
          </ac:inkMkLst>
        </pc:inkChg>
        <pc:inkChg chg="add mod">
          <ac:chgData name="Pi, Yalong" userId="c9a3dc08-26f0-490d-b190-2780270c58e1" providerId="ADAL" clId="{5AC52E50-EE96-4559-8C20-EBFED2550501}" dt="2025-04-07T02:10:55.028" v="4934"/>
          <ac:inkMkLst>
            <pc:docMk/>
            <pc:sldMk cId="1297592706" sldId="318"/>
            <ac:inkMk id="45" creationId="{8FF2F982-9C33-B4D2-ED76-CA0E76467468}"/>
          </ac:inkMkLst>
        </pc:inkChg>
        <pc:inkChg chg="add mod">
          <ac:chgData name="Pi, Yalong" userId="c9a3dc08-26f0-490d-b190-2780270c58e1" providerId="ADAL" clId="{5AC52E50-EE96-4559-8C20-EBFED2550501}" dt="2025-04-07T02:10:55.028" v="4934"/>
          <ac:inkMkLst>
            <pc:docMk/>
            <pc:sldMk cId="1297592706" sldId="318"/>
            <ac:inkMk id="46" creationId="{D8ADBFC1-D52D-2B77-7554-444DBE5D39BD}"/>
          </ac:inkMkLst>
        </pc:inkChg>
        <pc:inkChg chg="add mod">
          <ac:chgData name="Pi, Yalong" userId="c9a3dc08-26f0-490d-b190-2780270c58e1" providerId="ADAL" clId="{5AC52E50-EE96-4559-8C20-EBFED2550501}" dt="2025-04-07T02:10:55.028" v="4934"/>
          <ac:inkMkLst>
            <pc:docMk/>
            <pc:sldMk cId="1297592706" sldId="318"/>
            <ac:inkMk id="47" creationId="{529C2FF1-4863-D0AE-1D09-3EFD827AC010}"/>
          </ac:inkMkLst>
        </pc:inkChg>
        <pc:inkChg chg="add mod">
          <ac:chgData name="Pi, Yalong" userId="c9a3dc08-26f0-490d-b190-2780270c58e1" providerId="ADAL" clId="{5AC52E50-EE96-4559-8C20-EBFED2550501}" dt="2025-04-07T02:10:55.028" v="4934"/>
          <ac:inkMkLst>
            <pc:docMk/>
            <pc:sldMk cId="1297592706" sldId="318"/>
            <ac:inkMk id="48" creationId="{5CDEA749-47A6-A20B-B353-C9C34FD861E2}"/>
          </ac:inkMkLst>
        </pc:inkChg>
        <pc:inkChg chg="add mod">
          <ac:chgData name="Pi, Yalong" userId="c9a3dc08-26f0-490d-b190-2780270c58e1" providerId="ADAL" clId="{5AC52E50-EE96-4559-8C20-EBFED2550501}" dt="2025-04-07T02:11:21.588" v="4971"/>
          <ac:inkMkLst>
            <pc:docMk/>
            <pc:sldMk cId="1297592706" sldId="318"/>
            <ac:inkMk id="50" creationId="{AEF7B074-94FF-9BD3-9E7B-0E592A584BEB}"/>
          </ac:inkMkLst>
        </pc:inkChg>
        <pc:inkChg chg="add mod">
          <ac:chgData name="Pi, Yalong" userId="c9a3dc08-26f0-490d-b190-2780270c58e1" providerId="ADAL" clId="{5AC52E50-EE96-4559-8C20-EBFED2550501}" dt="2025-04-07T02:10:52.640" v="4932"/>
          <ac:inkMkLst>
            <pc:docMk/>
            <pc:sldMk cId="1297592706" sldId="318"/>
            <ac:inkMk id="51" creationId="{8F0DD903-08C9-B7A1-773B-4107E6DBD58D}"/>
          </ac:inkMkLst>
        </pc:inkChg>
        <pc:inkChg chg="add mod">
          <ac:chgData name="Pi, Yalong" userId="c9a3dc08-26f0-490d-b190-2780270c58e1" providerId="ADAL" clId="{5AC52E50-EE96-4559-8C20-EBFED2550501}" dt="2025-04-07T02:10:52.640" v="4932"/>
          <ac:inkMkLst>
            <pc:docMk/>
            <pc:sldMk cId="1297592706" sldId="318"/>
            <ac:inkMk id="53" creationId="{EBE4ECF3-C428-3EBE-EB0A-0BBBFBD85170}"/>
          </ac:inkMkLst>
        </pc:inkChg>
        <pc:inkChg chg="add mod">
          <ac:chgData name="Pi, Yalong" userId="c9a3dc08-26f0-490d-b190-2780270c58e1" providerId="ADAL" clId="{5AC52E50-EE96-4559-8C20-EBFED2550501}" dt="2025-04-07T02:11:21.588" v="4971"/>
          <ac:inkMkLst>
            <pc:docMk/>
            <pc:sldMk cId="1297592706" sldId="318"/>
            <ac:inkMk id="54" creationId="{46C2A398-2F84-CDA2-5F56-0EC495B0ED2F}"/>
          </ac:inkMkLst>
        </pc:inkChg>
        <pc:inkChg chg="add mod">
          <ac:chgData name="Pi, Yalong" userId="c9a3dc08-26f0-490d-b190-2780270c58e1" providerId="ADAL" clId="{5AC52E50-EE96-4559-8C20-EBFED2550501}" dt="2025-04-07T02:11:04.791" v="4946"/>
          <ac:inkMkLst>
            <pc:docMk/>
            <pc:sldMk cId="1297592706" sldId="318"/>
            <ac:inkMk id="55" creationId="{187D8100-3D4D-DA15-A9FE-99732E1CED5E}"/>
          </ac:inkMkLst>
        </pc:inkChg>
        <pc:inkChg chg="add mod">
          <ac:chgData name="Pi, Yalong" userId="c9a3dc08-26f0-490d-b190-2780270c58e1" providerId="ADAL" clId="{5AC52E50-EE96-4559-8C20-EBFED2550501}" dt="2025-04-07T02:10:55.028" v="4934"/>
          <ac:inkMkLst>
            <pc:docMk/>
            <pc:sldMk cId="1297592706" sldId="318"/>
            <ac:inkMk id="58" creationId="{A5187BE4-D5B8-549B-4F0C-507BD65E9114}"/>
          </ac:inkMkLst>
        </pc:inkChg>
        <pc:inkChg chg="add mod">
          <ac:chgData name="Pi, Yalong" userId="c9a3dc08-26f0-490d-b190-2780270c58e1" providerId="ADAL" clId="{5AC52E50-EE96-4559-8C20-EBFED2550501}" dt="2025-04-07T02:11:04.791" v="4946"/>
          <ac:inkMkLst>
            <pc:docMk/>
            <pc:sldMk cId="1297592706" sldId="318"/>
            <ac:inkMk id="60" creationId="{3C6380CD-3EF2-F1B2-11F4-478D9BBF050B}"/>
          </ac:inkMkLst>
        </pc:inkChg>
        <pc:inkChg chg="add mod">
          <ac:chgData name="Pi, Yalong" userId="c9a3dc08-26f0-490d-b190-2780270c58e1" providerId="ADAL" clId="{5AC52E50-EE96-4559-8C20-EBFED2550501}" dt="2025-04-07T02:11:02.694" v="4942"/>
          <ac:inkMkLst>
            <pc:docMk/>
            <pc:sldMk cId="1297592706" sldId="318"/>
            <ac:inkMk id="61" creationId="{8E20640E-C9D9-E869-AA81-02E6F70776CC}"/>
          </ac:inkMkLst>
        </pc:inkChg>
        <pc:inkChg chg="add mod">
          <ac:chgData name="Pi, Yalong" userId="c9a3dc08-26f0-490d-b190-2780270c58e1" providerId="ADAL" clId="{5AC52E50-EE96-4559-8C20-EBFED2550501}" dt="2025-04-07T02:11:21.588" v="4971"/>
          <ac:inkMkLst>
            <pc:docMk/>
            <pc:sldMk cId="1297592706" sldId="318"/>
            <ac:inkMk id="62" creationId="{2CACF3C4-D6C1-8227-2AC3-F8713AF37F29}"/>
          </ac:inkMkLst>
        </pc:inkChg>
        <pc:inkChg chg="add mod">
          <ac:chgData name="Pi, Yalong" userId="c9a3dc08-26f0-490d-b190-2780270c58e1" providerId="ADAL" clId="{5AC52E50-EE96-4559-8C20-EBFED2550501}" dt="2025-04-07T02:11:13.641" v="4956"/>
          <ac:inkMkLst>
            <pc:docMk/>
            <pc:sldMk cId="1297592706" sldId="318"/>
            <ac:inkMk id="63" creationId="{3D014246-1A1D-8C55-A368-998684827791}"/>
          </ac:inkMkLst>
        </pc:inkChg>
        <pc:inkChg chg="add mod">
          <ac:chgData name="Pi, Yalong" userId="c9a3dc08-26f0-490d-b190-2780270c58e1" providerId="ADAL" clId="{5AC52E50-EE96-4559-8C20-EBFED2550501}" dt="2025-04-07T02:11:13.641" v="4956"/>
          <ac:inkMkLst>
            <pc:docMk/>
            <pc:sldMk cId="1297592706" sldId="318"/>
            <ac:inkMk id="64" creationId="{6DAC0B9C-E7E4-4E92-C93F-47FE3BCF4B46}"/>
          </ac:inkMkLst>
        </pc:inkChg>
        <pc:inkChg chg="add mod">
          <ac:chgData name="Pi, Yalong" userId="c9a3dc08-26f0-490d-b190-2780270c58e1" providerId="ADAL" clId="{5AC52E50-EE96-4559-8C20-EBFED2550501}" dt="2025-04-07T02:11:13.641" v="4956"/>
          <ac:inkMkLst>
            <pc:docMk/>
            <pc:sldMk cId="1297592706" sldId="318"/>
            <ac:inkMk id="65" creationId="{B1997C5E-F099-EC55-9ACB-67CC73A11C53}"/>
          </ac:inkMkLst>
        </pc:inkChg>
        <pc:inkChg chg="add mod">
          <ac:chgData name="Pi, Yalong" userId="c9a3dc08-26f0-490d-b190-2780270c58e1" providerId="ADAL" clId="{5AC52E50-EE96-4559-8C20-EBFED2550501}" dt="2025-04-07T02:11:02.694" v="4942"/>
          <ac:inkMkLst>
            <pc:docMk/>
            <pc:sldMk cId="1297592706" sldId="318"/>
            <ac:inkMk id="66" creationId="{017DBCDA-CEF4-7F6C-5B7E-74C2A145C600}"/>
          </ac:inkMkLst>
        </pc:inkChg>
        <pc:inkChg chg="add mod">
          <ac:chgData name="Pi, Yalong" userId="c9a3dc08-26f0-490d-b190-2780270c58e1" providerId="ADAL" clId="{5AC52E50-EE96-4559-8C20-EBFED2550501}" dt="2025-04-07T02:11:04.791" v="4946"/>
          <ac:inkMkLst>
            <pc:docMk/>
            <pc:sldMk cId="1297592706" sldId="318"/>
            <ac:inkMk id="68" creationId="{7152D72A-E288-CD26-8CEA-6AD8CF17175D}"/>
          </ac:inkMkLst>
        </pc:inkChg>
        <pc:inkChg chg="add mod">
          <ac:chgData name="Pi, Yalong" userId="c9a3dc08-26f0-490d-b190-2780270c58e1" providerId="ADAL" clId="{5AC52E50-EE96-4559-8C20-EBFED2550501}" dt="2025-04-07T02:11:13.641" v="4956"/>
          <ac:inkMkLst>
            <pc:docMk/>
            <pc:sldMk cId="1297592706" sldId="318"/>
            <ac:inkMk id="69" creationId="{3913BA1F-2B77-1D86-2A0F-90ACAB3BF4A2}"/>
          </ac:inkMkLst>
        </pc:inkChg>
        <pc:inkChg chg="add mod">
          <ac:chgData name="Pi, Yalong" userId="c9a3dc08-26f0-490d-b190-2780270c58e1" providerId="ADAL" clId="{5AC52E50-EE96-4559-8C20-EBFED2550501}" dt="2025-04-07T02:11:04.791" v="4946"/>
          <ac:inkMkLst>
            <pc:docMk/>
            <pc:sldMk cId="1297592706" sldId="318"/>
            <ac:inkMk id="70" creationId="{809768FF-25AB-420D-AE4C-D5F707E385C4}"/>
          </ac:inkMkLst>
        </pc:inkChg>
        <pc:inkChg chg="add mod">
          <ac:chgData name="Pi, Yalong" userId="c9a3dc08-26f0-490d-b190-2780270c58e1" providerId="ADAL" clId="{5AC52E50-EE96-4559-8C20-EBFED2550501}" dt="2025-04-07T02:11:21.588" v="4971"/>
          <ac:inkMkLst>
            <pc:docMk/>
            <pc:sldMk cId="1297592706" sldId="318"/>
            <ac:inkMk id="72" creationId="{E973E9A6-0677-0D4D-E2DC-DA94E8F4324E}"/>
          </ac:inkMkLst>
        </pc:inkChg>
        <pc:inkChg chg="add">
          <ac:chgData name="Pi, Yalong" userId="c9a3dc08-26f0-490d-b190-2780270c58e1" providerId="ADAL" clId="{5AC52E50-EE96-4559-8C20-EBFED2550501}" dt="2025-04-07T02:11:10.451" v="4948" actId="9405"/>
          <ac:inkMkLst>
            <pc:docMk/>
            <pc:sldMk cId="1297592706" sldId="318"/>
            <ac:inkMk id="73" creationId="{7FC5E32A-D79D-1096-51E4-EA1F811E7F66}"/>
          </ac:inkMkLst>
        </pc:inkChg>
        <pc:inkChg chg="add">
          <ac:chgData name="Pi, Yalong" userId="c9a3dc08-26f0-490d-b190-2780270c58e1" providerId="ADAL" clId="{5AC52E50-EE96-4559-8C20-EBFED2550501}" dt="2025-04-07T02:11:10.811" v="4949" actId="9405"/>
          <ac:inkMkLst>
            <pc:docMk/>
            <pc:sldMk cId="1297592706" sldId="318"/>
            <ac:inkMk id="74" creationId="{6FD45A56-267C-CD2B-9B69-33D7C9FC426D}"/>
          </ac:inkMkLst>
        </pc:inkChg>
        <pc:inkChg chg="add mod">
          <ac:chgData name="Pi, Yalong" userId="c9a3dc08-26f0-490d-b190-2780270c58e1" providerId="ADAL" clId="{5AC52E50-EE96-4559-8C20-EBFED2550501}" dt="2025-04-07T02:11:13.641" v="4956"/>
          <ac:inkMkLst>
            <pc:docMk/>
            <pc:sldMk cId="1297592706" sldId="318"/>
            <ac:inkMk id="75" creationId="{CDBB87A3-1A81-0F9C-CA6D-9FAD5275ADCF}"/>
          </ac:inkMkLst>
        </pc:inkChg>
        <pc:inkChg chg="add mod">
          <ac:chgData name="Pi, Yalong" userId="c9a3dc08-26f0-490d-b190-2780270c58e1" providerId="ADAL" clId="{5AC52E50-EE96-4559-8C20-EBFED2550501}" dt="2025-04-07T02:11:13.641" v="4956"/>
          <ac:inkMkLst>
            <pc:docMk/>
            <pc:sldMk cId="1297592706" sldId="318"/>
            <ac:inkMk id="76" creationId="{8D385150-34A0-0EF8-9A03-A12FF01202CB}"/>
          </ac:inkMkLst>
        </pc:inkChg>
        <pc:inkChg chg="add mod">
          <ac:chgData name="Pi, Yalong" userId="c9a3dc08-26f0-490d-b190-2780270c58e1" providerId="ADAL" clId="{5AC52E50-EE96-4559-8C20-EBFED2550501}" dt="2025-04-07T02:11:13.641" v="4956"/>
          <ac:inkMkLst>
            <pc:docMk/>
            <pc:sldMk cId="1297592706" sldId="318"/>
            <ac:inkMk id="77" creationId="{2FF29FA1-0DA3-EB5D-8250-4A7CC6AFCD78}"/>
          </ac:inkMkLst>
        </pc:inkChg>
        <pc:inkChg chg="add">
          <ac:chgData name="Pi, Yalong" userId="c9a3dc08-26f0-490d-b190-2780270c58e1" providerId="ADAL" clId="{5AC52E50-EE96-4559-8C20-EBFED2550501}" dt="2025-04-07T02:11:12.287" v="4953" actId="9405"/>
          <ac:inkMkLst>
            <pc:docMk/>
            <pc:sldMk cId="1297592706" sldId="318"/>
            <ac:inkMk id="78" creationId="{F8501DD2-BC40-56FD-A870-E98D43A3623E}"/>
          </ac:inkMkLst>
        </pc:inkChg>
        <pc:inkChg chg="add">
          <ac:chgData name="Pi, Yalong" userId="c9a3dc08-26f0-490d-b190-2780270c58e1" providerId="ADAL" clId="{5AC52E50-EE96-4559-8C20-EBFED2550501}" dt="2025-04-07T02:11:12.770" v="4954" actId="9405"/>
          <ac:inkMkLst>
            <pc:docMk/>
            <pc:sldMk cId="1297592706" sldId="318"/>
            <ac:inkMk id="79" creationId="{9F11F455-B6B4-A60D-3A43-483B3C63EC42}"/>
          </ac:inkMkLst>
        </pc:inkChg>
        <pc:inkChg chg="add">
          <ac:chgData name="Pi, Yalong" userId="c9a3dc08-26f0-490d-b190-2780270c58e1" providerId="ADAL" clId="{5AC52E50-EE96-4559-8C20-EBFED2550501}" dt="2025-04-07T02:11:12.942" v="4955" actId="9405"/>
          <ac:inkMkLst>
            <pc:docMk/>
            <pc:sldMk cId="1297592706" sldId="318"/>
            <ac:inkMk id="80" creationId="{98878ED5-5A60-F6D0-E800-230F3E02DFE8}"/>
          </ac:inkMkLst>
        </pc:inkChg>
        <pc:inkChg chg="add mod">
          <ac:chgData name="Pi, Yalong" userId="c9a3dc08-26f0-490d-b190-2780270c58e1" providerId="ADAL" clId="{5AC52E50-EE96-4559-8C20-EBFED2550501}" dt="2025-04-07T02:11:17.857" v="4968"/>
          <ac:inkMkLst>
            <pc:docMk/>
            <pc:sldMk cId="1297592706" sldId="318"/>
            <ac:inkMk id="82" creationId="{6D53421D-2A71-3949-4D40-33524E35B410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83" creationId="{B4021787-DE88-D04D-FB87-C7476315B06C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84" creationId="{20A6EE7A-D6D2-2BCC-67BB-1B67E22DBF95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85" creationId="{64AEB786-8076-03E6-28DB-92DD62EEAC71}"/>
          </ac:inkMkLst>
        </pc:inkChg>
        <pc:inkChg chg="add">
          <ac:chgData name="Pi, Yalong" userId="c9a3dc08-26f0-490d-b190-2780270c58e1" providerId="ADAL" clId="{5AC52E50-EE96-4559-8C20-EBFED2550501}" dt="2025-04-07T02:11:14.977" v="4961" actId="9405"/>
          <ac:inkMkLst>
            <pc:docMk/>
            <pc:sldMk cId="1297592706" sldId="318"/>
            <ac:inkMk id="86" creationId="{890ED783-4C6D-CF5D-2855-4A8050AE9F9E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87" creationId="{9CCF35B1-AA8F-58F6-0B27-9D366CF01B8D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88" creationId="{D850F268-3386-5A4A-BFEC-49EB8822F711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89" creationId="{2C61600B-BA9C-8B13-ADDA-D8B6ED3E70FE}"/>
          </ac:inkMkLst>
        </pc:inkChg>
        <pc:inkChg chg="add mod">
          <ac:chgData name="Pi, Yalong" userId="c9a3dc08-26f0-490d-b190-2780270c58e1" providerId="ADAL" clId="{5AC52E50-EE96-4559-8C20-EBFED2550501}" dt="2025-04-07T02:11:17.857" v="4968"/>
          <ac:inkMkLst>
            <pc:docMk/>
            <pc:sldMk cId="1297592706" sldId="318"/>
            <ac:inkMk id="90" creationId="{6043FC89-24B1-0FCB-9750-670583F58558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91" creationId="{10675D3A-5E9E-4F36-8503-973CEAD600B6}"/>
          </ac:inkMkLst>
        </pc:inkChg>
        <pc:inkChg chg="add mod">
          <ac:chgData name="Pi, Yalong" userId="c9a3dc08-26f0-490d-b190-2780270c58e1" providerId="ADAL" clId="{5AC52E50-EE96-4559-8C20-EBFED2550501}" dt="2025-04-07T02:11:24.464" v="4973"/>
          <ac:inkMkLst>
            <pc:docMk/>
            <pc:sldMk cId="1297592706" sldId="318"/>
            <ac:inkMk id="92" creationId="{E0D0C7A9-1007-6AC6-B01C-E376B86197E7}"/>
          </ac:inkMkLst>
        </pc:inkChg>
        <pc:inkChg chg="add">
          <ac:chgData name="Pi, Yalong" userId="c9a3dc08-26f0-490d-b190-2780270c58e1" providerId="ADAL" clId="{5AC52E50-EE96-4559-8C20-EBFED2550501}" dt="2025-04-07T02:11:20.129" v="4969" actId="9405"/>
          <ac:inkMkLst>
            <pc:docMk/>
            <pc:sldMk cId="1297592706" sldId="318"/>
            <ac:inkMk id="94" creationId="{06E0CA40-B4DA-D114-DC02-81A46B65FD19}"/>
          </ac:inkMkLst>
        </pc:inkChg>
        <pc:inkChg chg="add">
          <ac:chgData name="Pi, Yalong" userId="c9a3dc08-26f0-490d-b190-2780270c58e1" providerId="ADAL" clId="{5AC52E50-EE96-4559-8C20-EBFED2550501}" dt="2025-04-07T02:11:20.887" v="4970" actId="9405"/>
          <ac:inkMkLst>
            <pc:docMk/>
            <pc:sldMk cId="1297592706" sldId="318"/>
            <ac:inkMk id="95" creationId="{A82A0F29-DC5E-0C3B-42B9-F50467E3986B}"/>
          </ac:inkMkLst>
        </pc:inkChg>
        <pc:inkChg chg="add">
          <ac:chgData name="Pi, Yalong" userId="c9a3dc08-26f0-490d-b190-2780270c58e1" providerId="ADAL" clId="{5AC52E50-EE96-4559-8C20-EBFED2550501}" dt="2025-04-07T02:11:23.520" v="4972" actId="9405"/>
          <ac:inkMkLst>
            <pc:docMk/>
            <pc:sldMk cId="1297592706" sldId="318"/>
            <ac:inkMk id="97" creationId="{6B85B34C-B4EE-64FD-A38B-65798C4B5061}"/>
          </ac:inkMkLst>
        </pc:inkChg>
        <pc:inkChg chg="add mod">
          <ac:chgData name="Pi, Yalong" userId="c9a3dc08-26f0-490d-b190-2780270c58e1" providerId="ADAL" clId="{5AC52E50-EE96-4559-8C20-EBFED2550501}" dt="2025-04-07T02:11:31.105" v="4980"/>
          <ac:inkMkLst>
            <pc:docMk/>
            <pc:sldMk cId="1297592706" sldId="318"/>
            <ac:inkMk id="99" creationId="{354C8F51-CD52-A3F0-3601-92BEF1E40F6E}"/>
          </ac:inkMkLst>
        </pc:inkChg>
        <pc:inkChg chg="add mod">
          <ac:chgData name="Pi, Yalong" userId="c9a3dc08-26f0-490d-b190-2780270c58e1" providerId="ADAL" clId="{5AC52E50-EE96-4559-8C20-EBFED2550501}" dt="2025-04-07T02:11:31.105" v="4980"/>
          <ac:inkMkLst>
            <pc:docMk/>
            <pc:sldMk cId="1297592706" sldId="318"/>
            <ac:inkMk id="100" creationId="{588ECBF8-4477-7107-AD60-4F8E3FDB8EF8}"/>
          </ac:inkMkLst>
        </pc:inkChg>
        <pc:inkChg chg="add mod">
          <ac:chgData name="Pi, Yalong" userId="c9a3dc08-26f0-490d-b190-2780270c58e1" providerId="ADAL" clId="{5AC52E50-EE96-4559-8C20-EBFED2550501}" dt="2025-04-07T02:11:31.105" v="4980"/>
          <ac:inkMkLst>
            <pc:docMk/>
            <pc:sldMk cId="1297592706" sldId="318"/>
            <ac:inkMk id="101" creationId="{4F71EAB7-2426-6E25-45CC-A91E74B9A048}"/>
          </ac:inkMkLst>
        </pc:inkChg>
        <pc:inkChg chg="add mod">
          <ac:chgData name="Pi, Yalong" userId="c9a3dc08-26f0-490d-b190-2780270c58e1" providerId="ADAL" clId="{5AC52E50-EE96-4559-8C20-EBFED2550501}" dt="2025-04-07T02:11:31.105" v="4980"/>
          <ac:inkMkLst>
            <pc:docMk/>
            <pc:sldMk cId="1297592706" sldId="318"/>
            <ac:inkMk id="102" creationId="{1F063682-0EAF-0BA2-507B-ECF43C58D95A}"/>
          </ac:inkMkLst>
        </pc:inkChg>
        <pc:inkChg chg="add mod">
          <ac:chgData name="Pi, Yalong" userId="c9a3dc08-26f0-490d-b190-2780270c58e1" providerId="ADAL" clId="{5AC52E50-EE96-4559-8C20-EBFED2550501}" dt="2025-04-07T02:11:31.105" v="4980"/>
          <ac:inkMkLst>
            <pc:docMk/>
            <pc:sldMk cId="1297592706" sldId="318"/>
            <ac:inkMk id="103" creationId="{B7D187C4-6249-6A45-4920-D0B77E7E9D47}"/>
          </ac:inkMkLst>
        </pc:inkChg>
        <pc:inkChg chg="add mod">
          <ac:chgData name="Pi, Yalong" userId="c9a3dc08-26f0-490d-b190-2780270c58e1" providerId="ADAL" clId="{5AC52E50-EE96-4559-8C20-EBFED2550501}" dt="2025-04-07T02:11:31.105" v="4980"/>
          <ac:inkMkLst>
            <pc:docMk/>
            <pc:sldMk cId="1297592706" sldId="318"/>
            <ac:inkMk id="104" creationId="{A5965F60-F09C-C124-A9C6-CFE17AD996FD}"/>
          </ac:inkMkLst>
        </pc:inkChg>
      </pc:sldChg>
      <pc:sldChg chg="addSp delSp modSp add mod">
        <pc:chgData name="Pi, Yalong" userId="c9a3dc08-26f0-490d-b190-2780270c58e1" providerId="ADAL" clId="{5AC52E50-EE96-4559-8C20-EBFED2550501}" dt="2025-04-03T19:42:16.426" v="3714" actId="478"/>
        <pc:sldMkLst>
          <pc:docMk/>
          <pc:sldMk cId="532028328" sldId="319"/>
        </pc:sldMkLst>
      </pc:sldChg>
      <pc:sldChg chg="addSp delSp modSp new mod">
        <pc:chgData name="Pi, Yalong" userId="c9a3dc08-26f0-490d-b190-2780270c58e1" providerId="ADAL" clId="{5AC52E50-EE96-4559-8C20-EBFED2550501}" dt="2025-04-04T02:26:13.726" v="4298" actId="21"/>
        <pc:sldMkLst>
          <pc:docMk/>
          <pc:sldMk cId="2050169678" sldId="320"/>
        </pc:sldMkLst>
        <pc:spChg chg="mod">
          <ac:chgData name="Pi, Yalong" userId="c9a3dc08-26f0-490d-b190-2780270c58e1" providerId="ADAL" clId="{5AC52E50-EE96-4559-8C20-EBFED2550501}" dt="2025-04-03T21:17:01.764" v="3860" actId="20577"/>
          <ac:spMkLst>
            <pc:docMk/>
            <pc:sldMk cId="2050169678" sldId="320"/>
            <ac:spMk id="2" creationId="{96A59042-6D0E-45CD-1254-697FC012D5EE}"/>
          </ac:spMkLst>
        </pc:spChg>
        <pc:spChg chg="mod">
          <ac:chgData name="Pi, Yalong" userId="c9a3dc08-26f0-490d-b190-2780270c58e1" providerId="ADAL" clId="{5AC52E50-EE96-4559-8C20-EBFED2550501}" dt="2025-04-03T23:11:14.967" v="3959" actId="20577"/>
          <ac:spMkLst>
            <pc:docMk/>
            <pc:sldMk cId="2050169678" sldId="320"/>
            <ac:spMk id="3" creationId="{7A5F04B4-CD05-089B-5515-64B9C0D8FFBE}"/>
          </ac:spMkLst>
        </pc:spChg>
      </pc:sldChg>
      <pc:sldChg chg="new del">
        <pc:chgData name="Pi, Yalong" userId="c9a3dc08-26f0-490d-b190-2780270c58e1" providerId="ADAL" clId="{5AC52E50-EE96-4559-8C20-EBFED2550501}" dt="2025-04-03T21:11:59.209" v="3791" actId="680"/>
        <pc:sldMkLst>
          <pc:docMk/>
          <pc:sldMk cId="1127427178" sldId="321"/>
        </pc:sldMkLst>
      </pc:sldChg>
      <pc:sldChg chg="addSp delSp modSp new mod">
        <pc:chgData name="Pi, Yalong" userId="c9a3dc08-26f0-490d-b190-2780270c58e1" providerId="ADAL" clId="{5AC52E50-EE96-4559-8C20-EBFED2550501}" dt="2025-04-07T02:57:48.063" v="6231"/>
        <pc:sldMkLst>
          <pc:docMk/>
          <pc:sldMk cId="4006615701" sldId="321"/>
        </pc:sldMkLst>
        <pc:spChg chg="mod">
          <ac:chgData name="Pi, Yalong" userId="c9a3dc08-26f0-490d-b190-2780270c58e1" providerId="ADAL" clId="{5AC52E50-EE96-4559-8C20-EBFED2550501}" dt="2025-04-03T21:12:55.824" v="3819" actId="20577"/>
          <ac:spMkLst>
            <pc:docMk/>
            <pc:sldMk cId="4006615701" sldId="321"/>
            <ac:spMk id="2" creationId="{162A1F17-46AE-B41F-AB2B-04AA8D636C31}"/>
          </ac:spMkLst>
        </pc:spChg>
        <pc:grpChg chg="mod">
          <ac:chgData name="Pi, Yalong" userId="c9a3dc08-26f0-490d-b190-2780270c58e1" providerId="ADAL" clId="{5AC52E50-EE96-4559-8C20-EBFED2550501}" dt="2025-04-07T02:57:20.895" v="6222"/>
          <ac:grpSpMkLst>
            <pc:docMk/>
            <pc:sldMk cId="4006615701" sldId="321"/>
            <ac:grpSpMk id="14" creationId="{430C91EB-9660-6802-F35E-70AA2A2D64AE}"/>
          </ac:grpSpMkLst>
        </pc:grpChg>
        <pc:grpChg chg="mod">
          <ac:chgData name="Pi, Yalong" userId="c9a3dc08-26f0-490d-b190-2780270c58e1" providerId="ADAL" clId="{5AC52E50-EE96-4559-8C20-EBFED2550501}" dt="2025-04-07T02:57:20.895" v="6222"/>
          <ac:grpSpMkLst>
            <pc:docMk/>
            <pc:sldMk cId="4006615701" sldId="321"/>
            <ac:grpSpMk id="15" creationId="{3E7DAFEA-0E42-62A5-5A47-5FC09E8EA540}"/>
          </ac:grpSpMkLst>
        </pc:grpChg>
        <pc:grpChg chg="mod">
          <ac:chgData name="Pi, Yalong" userId="c9a3dc08-26f0-490d-b190-2780270c58e1" providerId="ADAL" clId="{5AC52E50-EE96-4559-8C20-EBFED2550501}" dt="2025-04-07T02:57:48.063" v="6231"/>
          <ac:grpSpMkLst>
            <pc:docMk/>
            <pc:sldMk cId="4006615701" sldId="321"/>
            <ac:grpSpMk id="24" creationId="{A28389C2-580A-AFA7-307B-BCF21DCFCB32}"/>
          </ac:grpSpMkLst>
        </pc:grpChg>
        <pc:grpChg chg="mod">
          <ac:chgData name="Pi, Yalong" userId="c9a3dc08-26f0-490d-b190-2780270c58e1" providerId="ADAL" clId="{5AC52E50-EE96-4559-8C20-EBFED2550501}" dt="2025-04-07T02:57:48.063" v="6231"/>
          <ac:grpSpMkLst>
            <pc:docMk/>
            <pc:sldMk cId="4006615701" sldId="321"/>
            <ac:grpSpMk id="25" creationId="{2A90B188-D8C6-FBB4-C7B4-DF0A06895954}"/>
          </ac:grpSpMkLst>
        </pc:grpChg>
        <pc:picChg chg="add mod">
          <ac:chgData name="Pi, Yalong" userId="c9a3dc08-26f0-490d-b190-2780270c58e1" providerId="ADAL" clId="{5AC52E50-EE96-4559-8C20-EBFED2550501}" dt="2025-04-03T21:12:15.777" v="3800" actId="1076"/>
          <ac:picMkLst>
            <pc:docMk/>
            <pc:sldMk cId="4006615701" sldId="321"/>
            <ac:picMk id="4" creationId="{A2D9664B-F7F6-6B89-961D-677B42B7E1D0}"/>
          </ac:picMkLst>
        </pc:picChg>
        <pc:inkChg chg="add del">
          <ac:chgData name="Pi, Yalong" userId="c9a3dc08-26f0-490d-b190-2780270c58e1" providerId="ADAL" clId="{5AC52E50-EE96-4559-8C20-EBFED2550501}" dt="2025-04-07T02:57:15.504" v="6213"/>
          <ac:inkMkLst>
            <pc:docMk/>
            <pc:sldMk cId="4006615701" sldId="321"/>
            <ac:inkMk id="3" creationId="{4190F7F2-8339-22B8-4F5C-8568F6609748}"/>
          </ac:inkMkLst>
        </pc:inkChg>
        <pc:inkChg chg="add del">
          <ac:chgData name="Pi, Yalong" userId="c9a3dc08-26f0-490d-b190-2780270c58e1" providerId="ADAL" clId="{5AC52E50-EE96-4559-8C20-EBFED2550501}" dt="2025-04-07T02:57:15.504" v="6212"/>
          <ac:inkMkLst>
            <pc:docMk/>
            <pc:sldMk cId="4006615701" sldId="321"/>
            <ac:inkMk id="5" creationId="{CA5AC298-39FA-6FFF-50CB-141D0B8BBFC2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6" creationId="{1DC91C03-7F63-F20D-1FF0-17548AA190A5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7" creationId="{49A575AA-2951-2236-CD0B-0D1F6F751200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8" creationId="{B551534E-996E-6930-1F90-CA6E5086A45E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9" creationId="{31AE6B20-CA5C-E530-97F1-02309A8BFD21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10" creationId="{9FC3D9F8-54F1-53A9-B687-A9811F7AC765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11" creationId="{DAFD0D04-E5A3-4429-3D89-E10A055684AC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12" creationId="{8AD83317-056D-94FE-1D0A-AC67475BE021}"/>
          </ac:inkMkLst>
        </pc:inkChg>
        <pc:inkChg chg="add mod">
          <ac:chgData name="Pi, Yalong" userId="c9a3dc08-26f0-490d-b190-2780270c58e1" providerId="ADAL" clId="{5AC52E50-EE96-4559-8C20-EBFED2550501}" dt="2025-04-07T02:57:20.895" v="6222"/>
          <ac:inkMkLst>
            <pc:docMk/>
            <pc:sldMk cId="4006615701" sldId="321"/>
            <ac:inkMk id="13" creationId="{DCDFAE44-DBA8-2826-52CA-0E0955010D6A}"/>
          </ac:inkMkLst>
        </pc:inkChg>
        <pc:inkChg chg="add">
          <ac:chgData name="Pi, Yalong" userId="c9a3dc08-26f0-490d-b190-2780270c58e1" providerId="ADAL" clId="{5AC52E50-EE96-4559-8C20-EBFED2550501}" dt="2025-04-07T02:57:25.050" v="6223" actId="9405"/>
          <ac:inkMkLst>
            <pc:docMk/>
            <pc:sldMk cId="4006615701" sldId="321"/>
            <ac:inkMk id="16" creationId="{DAC063C8-FECB-6CD5-A45A-CF97D9901073}"/>
          </ac:inkMkLst>
        </pc:inkChg>
        <pc:inkChg chg="add">
          <ac:chgData name="Pi, Yalong" userId="c9a3dc08-26f0-490d-b190-2780270c58e1" providerId="ADAL" clId="{5AC52E50-EE96-4559-8C20-EBFED2550501}" dt="2025-04-07T02:57:25.846" v="6224" actId="9405"/>
          <ac:inkMkLst>
            <pc:docMk/>
            <pc:sldMk cId="4006615701" sldId="321"/>
            <ac:inkMk id="17" creationId="{DF2607B1-4F0B-16BD-5982-67EF54B44415}"/>
          </ac:inkMkLst>
        </pc:inkChg>
        <pc:inkChg chg="add mod">
          <ac:chgData name="Pi, Yalong" userId="c9a3dc08-26f0-490d-b190-2780270c58e1" providerId="ADAL" clId="{5AC52E50-EE96-4559-8C20-EBFED2550501}" dt="2025-04-07T02:57:48.063" v="6231"/>
          <ac:inkMkLst>
            <pc:docMk/>
            <pc:sldMk cId="4006615701" sldId="321"/>
            <ac:inkMk id="18" creationId="{A047F201-4C72-5283-1120-479A7A1AC425}"/>
          </ac:inkMkLst>
        </pc:inkChg>
        <pc:inkChg chg="add mod">
          <ac:chgData name="Pi, Yalong" userId="c9a3dc08-26f0-490d-b190-2780270c58e1" providerId="ADAL" clId="{5AC52E50-EE96-4559-8C20-EBFED2550501}" dt="2025-04-07T02:57:48.063" v="6231"/>
          <ac:inkMkLst>
            <pc:docMk/>
            <pc:sldMk cId="4006615701" sldId="321"/>
            <ac:inkMk id="19" creationId="{214E7939-418A-70F9-1608-9DE4B78AA19D}"/>
          </ac:inkMkLst>
        </pc:inkChg>
        <pc:inkChg chg="add mod">
          <ac:chgData name="Pi, Yalong" userId="c9a3dc08-26f0-490d-b190-2780270c58e1" providerId="ADAL" clId="{5AC52E50-EE96-4559-8C20-EBFED2550501}" dt="2025-04-07T02:57:48.063" v="6231"/>
          <ac:inkMkLst>
            <pc:docMk/>
            <pc:sldMk cId="4006615701" sldId="321"/>
            <ac:inkMk id="20" creationId="{A1086D59-2B54-178C-313E-9BC875EB3D77}"/>
          </ac:inkMkLst>
        </pc:inkChg>
        <pc:inkChg chg="add mod">
          <ac:chgData name="Pi, Yalong" userId="c9a3dc08-26f0-490d-b190-2780270c58e1" providerId="ADAL" clId="{5AC52E50-EE96-4559-8C20-EBFED2550501}" dt="2025-04-07T02:57:48.063" v="6231"/>
          <ac:inkMkLst>
            <pc:docMk/>
            <pc:sldMk cId="4006615701" sldId="321"/>
            <ac:inkMk id="21" creationId="{AA7C9021-3093-1E9D-165B-EBAA4634D464}"/>
          </ac:inkMkLst>
        </pc:inkChg>
        <pc:inkChg chg="add mod">
          <ac:chgData name="Pi, Yalong" userId="c9a3dc08-26f0-490d-b190-2780270c58e1" providerId="ADAL" clId="{5AC52E50-EE96-4559-8C20-EBFED2550501}" dt="2025-04-07T02:57:48.063" v="6231"/>
          <ac:inkMkLst>
            <pc:docMk/>
            <pc:sldMk cId="4006615701" sldId="321"/>
            <ac:inkMk id="22" creationId="{AC83CBDE-9AA6-3BDE-C057-BEFE0B9FD1D5}"/>
          </ac:inkMkLst>
        </pc:inkChg>
        <pc:inkChg chg="add mod">
          <ac:chgData name="Pi, Yalong" userId="c9a3dc08-26f0-490d-b190-2780270c58e1" providerId="ADAL" clId="{5AC52E50-EE96-4559-8C20-EBFED2550501}" dt="2025-04-07T02:57:48.063" v="6231"/>
          <ac:inkMkLst>
            <pc:docMk/>
            <pc:sldMk cId="4006615701" sldId="321"/>
            <ac:inkMk id="23" creationId="{5C6494FE-A14F-C46F-8DA5-4C5F86CF320E}"/>
          </ac:inkMkLst>
        </pc:inkChg>
      </pc:sldChg>
      <pc:sldChg chg="addSp delSp modSp add mod">
        <pc:chgData name="Pi, Yalong" userId="c9a3dc08-26f0-490d-b190-2780270c58e1" providerId="ADAL" clId="{5AC52E50-EE96-4559-8C20-EBFED2550501}" dt="2025-04-03T21:12:52.907" v="3818" actId="478"/>
        <pc:sldMkLst>
          <pc:docMk/>
          <pc:sldMk cId="3201341292" sldId="322"/>
        </pc:sldMkLst>
        <pc:spChg chg="mod">
          <ac:chgData name="Pi, Yalong" userId="c9a3dc08-26f0-490d-b190-2780270c58e1" providerId="ADAL" clId="{5AC52E50-EE96-4559-8C20-EBFED2550501}" dt="2025-04-03T21:12:40.151" v="3813" actId="20577"/>
          <ac:spMkLst>
            <pc:docMk/>
            <pc:sldMk cId="3201341292" sldId="322"/>
            <ac:spMk id="2" creationId="{5392E624-042E-8463-8D84-E57F3C904E6B}"/>
          </ac:spMkLst>
        </pc:spChg>
        <pc:picChg chg="add mod">
          <ac:chgData name="Pi, Yalong" userId="c9a3dc08-26f0-490d-b190-2780270c58e1" providerId="ADAL" clId="{5AC52E50-EE96-4559-8C20-EBFED2550501}" dt="2025-04-03T21:12:51.497" v="3817" actId="1076"/>
          <ac:picMkLst>
            <pc:docMk/>
            <pc:sldMk cId="3201341292" sldId="322"/>
            <ac:picMk id="4" creationId="{F5E6C5AC-DA59-BBCA-1951-3DC140160ABB}"/>
          </ac:picMkLst>
        </pc:picChg>
      </pc:sldChg>
      <pc:sldChg chg="addSp delSp modSp add mod">
        <pc:chgData name="Pi, Yalong" userId="c9a3dc08-26f0-490d-b190-2780270c58e1" providerId="ADAL" clId="{5AC52E50-EE96-4559-8C20-EBFED2550501}" dt="2025-04-03T21:13:34.078" v="3837" actId="20577"/>
        <pc:sldMkLst>
          <pc:docMk/>
          <pc:sldMk cId="2644510511" sldId="323"/>
        </pc:sldMkLst>
        <pc:spChg chg="mod">
          <ac:chgData name="Pi, Yalong" userId="c9a3dc08-26f0-490d-b190-2780270c58e1" providerId="ADAL" clId="{5AC52E50-EE96-4559-8C20-EBFED2550501}" dt="2025-04-03T21:13:34.078" v="3837" actId="20577"/>
          <ac:spMkLst>
            <pc:docMk/>
            <pc:sldMk cId="2644510511" sldId="323"/>
            <ac:spMk id="2" creationId="{A85E74C2-79EA-F418-D027-E05DD7D0C608}"/>
          </ac:spMkLst>
        </pc:spChg>
        <pc:picChg chg="add mod">
          <ac:chgData name="Pi, Yalong" userId="c9a3dc08-26f0-490d-b190-2780270c58e1" providerId="ADAL" clId="{5AC52E50-EE96-4559-8C20-EBFED2550501}" dt="2025-04-03T21:13:27.124" v="3827" actId="1076"/>
          <ac:picMkLst>
            <pc:docMk/>
            <pc:sldMk cId="2644510511" sldId="323"/>
            <ac:picMk id="5" creationId="{5F8782EE-B2EE-1ED6-0897-DE92E522E95E}"/>
          </ac:picMkLst>
        </pc:picChg>
      </pc:sldChg>
      <pc:sldChg chg="addSp delSp modSp add mod">
        <pc:chgData name="Pi, Yalong" userId="c9a3dc08-26f0-490d-b190-2780270c58e1" providerId="ADAL" clId="{5AC52E50-EE96-4559-8C20-EBFED2550501}" dt="2025-04-03T21:13:49.691" v="3847" actId="478"/>
        <pc:sldMkLst>
          <pc:docMk/>
          <pc:sldMk cId="1614392201" sldId="324"/>
        </pc:sldMkLst>
        <pc:spChg chg="mod">
          <ac:chgData name="Pi, Yalong" userId="c9a3dc08-26f0-490d-b190-2780270c58e1" providerId="ADAL" clId="{5AC52E50-EE96-4559-8C20-EBFED2550501}" dt="2025-04-03T21:13:41.373" v="3843" actId="20577"/>
          <ac:spMkLst>
            <pc:docMk/>
            <pc:sldMk cId="1614392201" sldId="324"/>
            <ac:spMk id="2" creationId="{48331996-B53F-411B-3F13-BA58D5365343}"/>
          </ac:spMkLst>
        </pc:spChg>
        <pc:picChg chg="add mod">
          <ac:chgData name="Pi, Yalong" userId="c9a3dc08-26f0-490d-b190-2780270c58e1" providerId="ADAL" clId="{5AC52E50-EE96-4559-8C20-EBFED2550501}" dt="2025-04-03T21:13:47.899" v="3846" actId="1076"/>
          <ac:picMkLst>
            <pc:docMk/>
            <pc:sldMk cId="1614392201" sldId="324"/>
            <ac:picMk id="4" creationId="{1491D9E5-7CD3-C435-C8CC-0B78CD0A535F}"/>
          </ac:picMkLst>
        </pc:picChg>
      </pc:sldChg>
      <pc:sldChg chg="add del">
        <pc:chgData name="Pi, Yalong" userId="c9a3dc08-26f0-490d-b190-2780270c58e1" providerId="ADAL" clId="{5AC52E50-EE96-4559-8C20-EBFED2550501}" dt="2025-04-03T21:13:50.894" v="3848" actId="47"/>
        <pc:sldMkLst>
          <pc:docMk/>
          <pc:sldMk cId="1346271246" sldId="325"/>
        </pc:sldMkLst>
      </pc:sldChg>
      <pc:sldChg chg="addSp delSp modSp new mod">
        <pc:chgData name="Pi, Yalong" userId="c9a3dc08-26f0-490d-b190-2780270c58e1" providerId="ADAL" clId="{5AC52E50-EE96-4559-8C20-EBFED2550501}" dt="2025-04-03T21:31:59.716" v="3930"/>
        <pc:sldMkLst>
          <pc:docMk/>
          <pc:sldMk cId="4038834853" sldId="325"/>
        </pc:sldMkLst>
        <pc:spChg chg="mod">
          <ac:chgData name="Pi, Yalong" userId="c9a3dc08-26f0-490d-b190-2780270c58e1" providerId="ADAL" clId="{5AC52E50-EE96-4559-8C20-EBFED2550501}" dt="2025-04-03T21:24:54.497" v="3886" actId="20577"/>
          <ac:spMkLst>
            <pc:docMk/>
            <pc:sldMk cId="4038834853" sldId="325"/>
            <ac:spMk id="2" creationId="{0B24264E-BB1F-0BB6-F7C2-58C1B2745802}"/>
          </ac:spMkLst>
        </pc:spChg>
        <pc:picChg chg="add">
          <ac:chgData name="Pi, Yalong" userId="c9a3dc08-26f0-490d-b190-2780270c58e1" providerId="ADAL" clId="{5AC52E50-EE96-4559-8C20-EBFED2550501}" dt="2025-04-03T21:31:59.716" v="3930"/>
          <ac:picMkLst>
            <pc:docMk/>
            <pc:sldMk cId="4038834853" sldId="325"/>
            <ac:picMk id="4100" creationId="{F24C001E-005A-E114-DF74-4663425FE58B}"/>
          </ac:picMkLst>
        </pc:picChg>
      </pc:sldChg>
      <pc:sldChg chg="add del">
        <pc:chgData name="Pi, Yalong" userId="c9a3dc08-26f0-490d-b190-2780270c58e1" providerId="ADAL" clId="{5AC52E50-EE96-4559-8C20-EBFED2550501}" dt="2025-04-03T21:36:12.335" v="3936" actId="47"/>
        <pc:sldMkLst>
          <pc:docMk/>
          <pc:sldMk cId="1623509125" sldId="326"/>
        </pc:sldMkLst>
      </pc:sldChg>
      <pc:sldChg chg="add del">
        <pc:chgData name="Pi, Yalong" userId="c9a3dc08-26f0-490d-b190-2780270c58e1" providerId="ADAL" clId="{5AC52E50-EE96-4559-8C20-EBFED2550501}" dt="2025-04-03T21:36:11.737" v="3935" actId="47"/>
        <pc:sldMkLst>
          <pc:docMk/>
          <pc:sldMk cId="3577611092" sldId="327"/>
        </pc:sldMkLst>
      </pc:sldChg>
      <pc:sldChg chg="addSp delSp new mod">
        <pc:chgData name="Pi, Yalong" userId="c9a3dc08-26f0-490d-b190-2780270c58e1" providerId="ADAL" clId="{5AC52E50-EE96-4559-8C20-EBFED2550501}" dt="2025-04-07T02:55:31.219" v="6200" actId="9405"/>
        <pc:sldMkLst>
          <pc:docMk/>
          <pc:sldMk cId="3385665586" sldId="328"/>
        </pc:sldMkLst>
        <pc:picChg chg="add">
          <ac:chgData name="Pi, Yalong" userId="c9a3dc08-26f0-490d-b190-2780270c58e1" providerId="ADAL" clId="{5AC52E50-EE96-4559-8C20-EBFED2550501}" dt="2025-04-03T21:37:00.168" v="3938"/>
          <ac:picMkLst>
            <pc:docMk/>
            <pc:sldMk cId="3385665586" sldId="328"/>
            <ac:picMk id="6148" creationId="{A6BF3F88-FE21-85A4-2314-3D4B43018016}"/>
          </ac:picMkLst>
        </pc:picChg>
        <pc:inkChg chg="add">
          <ac:chgData name="Pi, Yalong" userId="c9a3dc08-26f0-490d-b190-2780270c58e1" providerId="ADAL" clId="{5AC52E50-EE96-4559-8C20-EBFED2550501}" dt="2025-04-07T02:55:31.219" v="6200" actId="9405"/>
          <ac:inkMkLst>
            <pc:docMk/>
            <pc:sldMk cId="3385665586" sldId="328"/>
            <ac:inkMk id="2" creationId="{AA709EC0-3398-9FF8-F641-50FD5FC394F1}"/>
          </ac:inkMkLst>
        </pc:inkChg>
      </pc:sldChg>
      <pc:sldChg chg="addSp delSp modSp new mod">
        <pc:chgData name="Pi, Yalong" userId="c9a3dc08-26f0-490d-b190-2780270c58e1" providerId="ADAL" clId="{5AC52E50-EE96-4559-8C20-EBFED2550501}" dt="2025-04-07T02:56:56.573" v="6209"/>
        <pc:sldMkLst>
          <pc:docMk/>
          <pc:sldMk cId="3416015291" sldId="329"/>
        </pc:sldMkLst>
        <pc:grpChg chg="del mod">
          <ac:chgData name="Pi, Yalong" userId="c9a3dc08-26f0-490d-b190-2780270c58e1" providerId="ADAL" clId="{5AC52E50-EE96-4559-8C20-EBFED2550501}" dt="2025-04-07T02:56:56.573" v="6208"/>
          <ac:grpSpMkLst>
            <pc:docMk/>
            <pc:sldMk cId="3416015291" sldId="329"/>
            <ac:grpSpMk id="6" creationId="{608A1D0B-0A9C-8F9B-BDE8-C2EF0DDAF4BC}"/>
          </ac:grpSpMkLst>
        </pc:grpChg>
        <pc:picChg chg="add">
          <ac:chgData name="Pi, Yalong" userId="c9a3dc08-26f0-490d-b190-2780270c58e1" providerId="ADAL" clId="{5AC52E50-EE96-4559-8C20-EBFED2550501}" dt="2025-04-03T21:35:19.855" v="3934"/>
          <ac:picMkLst>
            <pc:docMk/>
            <pc:sldMk cId="3416015291" sldId="329"/>
            <ac:picMk id="7170" creationId="{86198362-5243-F27B-B67A-77BACA2F5FD8}"/>
          </ac:picMkLst>
        </pc:picChg>
        <pc:inkChg chg="add del mod">
          <ac:chgData name="Pi, Yalong" userId="c9a3dc08-26f0-490d-b190-2780270c58e1" providerId="ADAL" clId="{5AC52E50-EE96-4559-8C20-EBFED2550501}" dt="2025-04-07T02:56:56.573" v="6207"/>
          <ac:inkMkLst>
            <pc:docMk/>
            <pc:sldMk cId="3416015291" sldId="329"/>
            <ac:inkMk id="2" creationId="{D8C6494E-D5F3-96D7-80B3-AB1CF862BF11}"/>
          </ac:inkMkLst>
        </pc:inkChg>
        <pc:inkChg chg="add del mod">
          <ac:chgData name="Pi, Yalong" userId="c9a3dc08-26f0-490d-b190-2780270c58e1" providerId="ADAL" clId="{5AC52E50-EE96-4559-8C20-EBFED2550501}" dt="2025-04-07T02:56:56.573" v="6209"/>
          <ac:inkMkLst>
            <pc:docMk/>
            <pc:sldMk cId="3416015291" sldId="329"/>
            <ac:inkMk id="3" creationId="{6A670BFB-65E4-65DD-C59D-0E320F6E65AC}"/>
          </ac:inkMkLst>
        </pc:inkChg>
        <pc:inkChg chg="add del mod">
          <ac:chgData name="Pi, Yalong" userId="c9a3dc08-26f0-490d-b190-2780270c58e1" providerId="ADAL" clId="{5AC52E50-EE96-4559-8C20-EBFED2550501}" dt="2025-04-07T02:56:56.573" v="6206"/>
          <ac:inkMkLst>
            <pc:docMk/>
            <pc:sldMk cId="3416015291" sldId="329"/>
            <ac:inkMk id="4" creationId="{405EB67C-6920-F6D7-AD1E-C278E3C12877}"/>
          </ac:inkMkLst>
        </pc:inkChg>
        <pc:inkChg chg="add del mod">
          <ac:chgData name="Pi, Yalong" userId="c9a3dc08-26f0-490d-b190-2780270c58e1" providerId="ADAL" clId="{5AC52E50-EE96-4559-8C20-EBFED2550501}" dt="2025-04-07T02:56:56.573" v="6208"/>
          <ac:inkMkLst>
            <pc:docMk/>
            <pc:sldMk cId="3416015291" sldId="329"/>
            <ac:inkMk id="5" creationId="{80E03596-1CDB-8EFC-4894-DB02A14522DF}"/>
          </ac:inkMkLst>
        </pc:inkChg>
      </pc:sldChg>
      <pc:sldChg chg="addSp delSp modSp new mod ord">
        <pc:chgData name="Pi, Yalong" userId="c9a3dc08-26f0-490d-b190-2780270c58e1" providerId="ADAL" clId="{5AC52E50-EE96-4559-8C20-EBFED2550501}" dt="2025-04-07T02:53:27.819" v="6168"/>
        <pc:sldMkLst>
          <pc:docMk/>
          <pc:sldMk cId="3405156352" sldId="330"/>
        </pc:sldMkLst>
        <pc:grpChg chg="del mod">
          <ac:chgData name="Pi, Yalong" userId="c9a3dc08-26f0-490d-b190-2780270c58e1" providerId="ADAL" clId="{5AC52E50-EE96-4559-8C20-EBFED2550501}" dt="2025-04-07T02:52:51.615" v="6157"/>
          <ac:grpSpMkLst>
            <pc:docMk/>
            <pc:sldMk cId="3405156352" sldId="330"/>
            <ac:grpSpMk id="4" creationId="{8489738A-7CA0-8292-6DC3-F71425E3CA6E}"/>
          </ac:grpSpMkLst>
        </pc:grpChg>
        <pc:grpChg chg="del mod">
          <ac:chgData name="Pi, Yalong" userId="c9a3dc08-26f0-490d-b190-2780270c58e1" providerId="ADAL" clId="{5AC52E50-EE96-4559-8C20-EBFED2550501}" dt="2025-04-07T02:53:04.370" v="6159"/>
          <ac:grpSpMkLst>
            <pc:docMk/>
            <pc:sldMk cId="3405156352" sldId="330"/>
            <ac:grpSpMk id="8" creationId="{BB8DAA59-35F6-624F-35A5-A3D6C360F8C6}"/>
          </ac:grpSpMkLst>
        </pc:grpChg>
        <pc:grpChg chg="del mod">
          <ac:chgData name="Pi, Yalong" userId="c9a3dc08-26f0-490d-b190-2780270c58e1" providerId="ADAL" clId="{5AC52E50-EE96-4559-8C20-EBFED2550501}" dt="2025-04-07T02:53:06.347" v="6161"/>
          <ac:grpSpMkLst>
            <pc:docMk/>
            <pc:sldMk cId="3405156352" sldId="330"/>
            <ac:grpSpMk id="10" creationId="{889F5AAE-5FFF-6A0B-A9FC-C5A866C26E9D}"/>
          </ac:grpSpMkLst>
        </pc:grpChg>
        <pc:grpChg chg="del mod">
          <ac:chgData name="Pi, Yalong" userId="c9a3dc08-26f0-490d-b190-2780270c58e1" providerId="ADAL" clId="{5AC52E50-EE96-4559-8C20-EBFED2550501}" dt="2025-04-07T02:53:21.571" v="6164"/>
          <ac:grpSpMkLst>
            <pc:docMk/>
            <pc:sldMk cId="3405156352" sldId="330"/>
            <ac:grpSpMk id="12" creationId="{C67ED508-86E6-1112-4B38-0D33591B32A4}"/>
          </ac:grpSpMkLst>
        </pc:grpChg>
        <pc:grpChg chg="mod">
          <ac:chgData name="Pi, Yalong" userId="c9a3dc08-26f0-490d-b190-2780270c58e1" providerId="ADAL" clId="{5AC52E50-EE96-4559-8C20-EBFED2550501}" dt="2025-04-07T02:53:21.571" v="6164"/>
          <ac:grpSpMkLst>
            <pc:docMk/>
            <pc:sldMk cId="3405156352" sldId="330"/>
            <ac:grpSpMk id="14" creationId="{2D78A0E1-96C9-6C9A-2D80-9B45FF56E892}"/>
          </ac:grpSpMkLst>
        </pc:grpChg>
        <pc:grpChg chg="mod">
          <ac:chgData name="Pi, Yalong" userId="c9a3dc08-26f0-490d-b190-2780270c58e1" providerId="ADAL" clId="{5AC52E50-EE96-4559-8C20-EBFED2550501}" dt="2025-04-07T02:53:27.819" v="6168"/>
          <ac:grpSpMkLst>
            <pc:docMk/>
            <pc:sldMk cId="3405156352" sldId="330"/>
            <ac:grpSpMk id="18" creationId="{43F0B243-016A-453C-DBCB-9E8B84464E81}"/>
          </ac:grpSpMkLst>
        </pc:grpChg>
        <pc:picChg chg="add mod">
          <ac:chgData name="Pi, Yalong" userId="c9a3dc08-26f0-490d-b190-2780270c58e1" providerId="ADAL" clId="{5AC52E50-EE96-4559-8C20-EBFED2550501}" dt="2025-04-07T02:52:51.615" v="6157"/>
          <ac:picMkLst>
            <pc:docMk/>
            <pc:sldMk cId="3405156352" sldId="330"/>
            <ac:picMk id="8194" creationId="{69B6C594-F262-6414-3BE5-DA0486B9E988}"/>
          </ac:picMkLst>
        </pc:picChg>
        <pc:inkChg chg="add mod">
          <ac:chgData name="Pi, Yalong" userId="c9a3dc08-26f0-490d-b190-2780270c58e1" providerId="ADAL" clId="{5AC52E50-EE96-4559-8C20-EBFED2550501}" dt="2025-04-07T02:53:21.571" v="6164"/>
          <ac:inkMkLst>
            <pc:docMk/>
            <pc:sldMk cId="3405156352" sldId="330"/>
            <ac:inkMk id="2" creationId="{D7508BF5-D0E5-EC10-BDBB-618B4EFA1E88}"/>
          </ac:inkMkLst>
        </pc:inkChg>
        <pc:inkChg chg="add mod">
          <ac:chgData name="Pi, Yalong" userId="c9a3dc08-26f0-490d-b190-2780270c58e1" providerId="ADAL" clId="{5AC52E50-EE96-4559-8C20-EBFED2550501}" dt="2025-04-07T02:53:21.571" v="6164"/>
          <ac:inkMkLst>
            <pc:docMk/>
            <pc:sldMk cId="3405156352" sldId="330"/>
            <ac:inkMk id="3" creationId="{A85E2BAD-E350-3F43-A516-74B6EAA4CC12}"/>
          </ac:inkMkLst>
        </pc:inkChg>
        <pc:inkChg chg="add">
          <ac:chgData name="Pi, Yalong" userId="c9a3dc08-26f0-490d-b190-2780270c58e1" providerId="ADAL" clId="{5AC52E50-EE96-4559-8C20-EBFED2550501}" dt="2025-04-07T02:52:34.019" v="6154" actId="9405"/>
          <ac:inkMkLst>
            <pc:docMk/>
            <pc:sldMk cId="3405156352" sldId="330"/>
            <ac:inkMk id="5" creationId="{65D44F5B-D546-32A3-D49A-F794332586A8}"/>
          </ac:inkMkLst>
        </pc:inkChg>
        <pc:inkChg chg="add">
          <ac:chgData name="Pi, Yalong" userId="c9a3dc08-26f0-490d-b190-2780270c58e1" providerId="ADAL" clId="{5AC52E50-EE96-4559-8C20-EBFED2550501}" dt="2025-04-07T02:52:45.321" v="6155" actId="9405"/>
          <ac:inkMkLst>
            <pc:docMk/>
            <pc:sldMk cId="3405156352" sldId="330"/>
            <ac:inkMk id="6" creationId="{DA476353-39E2-BF06-0161-06199969D630}"/>
          </ac:inkMkLst>
        </pc:inkChg>
        <pc:inkChg chg="add mod">
          <ac:chgData name="Pi, Yalong" userId="c9a3dc08-26f0-490d-b190-2780270c58e1" providerId="ADAL" clId="{5AC52E50-EE96-4559-8C20-EBFED2550501}" dt="2025-04-07T02:53:04.370" v="6159"/>
          <ac:inkMkLst>
            <pc:docMk/>
            <pc:sldMk cId="3405156352" sldId="330"/>
            <ac:inkMk id="7" creationId="{0F65F7B7-2E2D-BE26-82C7-A836D73F0246}"/>
          </ac:inkMkLst>
        </pc:inkChg>
        <pc:inkChg chg="add del mod">
          <ac:chgData name="Pi, Yalong" userId="c9a3dc08-26f0-490d-b190-2780270c58e1" providerId="ADAL" clId="{5AC52E50-EE96-4559-8C20-EBFED2550501}" dt="2025-04-07T02:53:08.656" v="6162"/>
          <ac:inkMkLst>
            <pc:docMk/>
            <pc:sldMk cId="3405156352" sldId="330"/>
            <ac:inkMk id="9" creationId="{11C7DB90-5A8C-CA69-465F-08B00EC59301}"/>
          </ac:inkMkLst>
        </pc:inkChg>
        <pc:inkChg chg="add mod">
          <ac:chgData name="Pi, Yalong" userId="c9a3dc08-26f0-490d-b190-2780270c58e1" providerId="ADAL" clId="{5AC52E50-EE96-4559-8C20-EBFED2550501}" dt="2025-04-07T02:53:21.571" v="6164"/>
          <ac:inkMkLst>
            <pc:docMk/>
            <pc:sldMk cId="3405156352" sldId="330"/>
            <ac:inkMk id="11" creationId="{DD3470E2-36C9-BE75-7535-21FE535F3CBA}"/>
          </ac:inkMkLst>
        </pc:inkChg>
        <pc:inkChg chg="add mod">
          <ac:chgData name="Pi, Yalong" userId="c9a3dc08-26f0-490d-b190-2780270c58e1" providerId="ADAL" clId="{5AC52E50-EE96-4559-8C20-EBFED2550501}" dt="2025-04-07T02:53:21.571" v="6164"/>
          <ac:inkMkLst>
            <pc:docMk/>
            <pc:sldMk cId="3405156352" sldId="330"/>
            <ac:inkMk id="13" creationId="{30A00E6D-E110-2BBC-49A7-BCB6CDF27EF2}"/>
          </ac:inkMkLst>
        </pc:inkChg>
        <pc:inkChg chg="add mod">
          <ac:chgData name="Pi, Yalong" userId="c9a3dc08-26f0-490d-b190-2780270c58e1" providerId="ADAL" clId="{5AC52E50-EE96-4559-8C20-EBFED2550501}" dt="2025-04-07T02:53:27.819" v="6168"/>
          <ac:inkMkLst>
            <pc:docMk/>
            <pc:sldMk cId="3405156352" sldId="330"/>
            <ac:inkMk id="15" creationId="{6C575C38-2590-6497-204E-874D794B43D5}"/>
          </ac:inkMkLst>
        </pc:inkChg>
        <pc:inkChg chg="add mod">
          <ac:chgData name="Pi, Yalong" userId="c9a3dc08-26f0-490d-b190-2780270c58e1" providerId="ADAL" clId="{5AC52E50-EE96-4559-8C20-EBFED2550501}" dt="2025-04-07T02:53:27.819" v="6168"/>
          <ac:inkMkLst>
            <pc:docMk/>
            <pc:sldMk cId="3405156352" sldId="330"/>
            <ac:inkMk id="16" creationId="{6C0D9363-2BC5-B1B0-B388-210C1A1A03EA}"/>
          </ac:inkMkLst>
        </pc:inkChg>
        <pc:inkChg chg="add mod">
          <ac:chgData name="Pi, Yalong" userId="c9a3dc08-26f0-490d-b190-2780270c58e1" providerId="ADAL" clId="{5AC52E50-EE96-4559-8C20-EBFED2550501}" dt="2025-04-07T02:53:27.819" v="6168"/>
          <ac:inkMkLst>
            <pc:docMk/>
            <pc:sldMk cId="3405156352" sldId="330"/>
            <ac:inkMk id="17" creationId="{A40105CB-FB7C-B18E-7A1C-F01698043463}"/>
          </ac:inkMkLst>
        </pc:inkChg>
      </pc:sldChg>
      <pc:sldChg chg="addSp delSp modSp new mod">
        <pc:chgData name="Pi, Yalong" userId="c9a3dc08-26f0-490d-b190-2780270c58e1" providerId="ADAL" clId="{5AC52E50-EE96-4559-8C20-EBFED2550501}" dt="2025-04-07T02:50:27.379" v="6108"/>
        <pc:sldMkLst>
          <pc:docMk/>
          <pc:sldMk cId="2792850766" sldId="331"/>
        </pc:sldMkLst>
        <pc:grpChg chg="mod">
          <ac:chgData name="Pi, Yalong" userId="c9a3dc08-26f0-490d-b190-2780270c58e1" providerId="ADAL" clId="{5AC52E50-EE96-4559-8C20-EBFED2550501}" dt="2025-04-07T02:49:56.228" v="6089"/>
          <ac:grpSpMkLst>
            <pc:docMk/>
            <pc:sldMk cId="2792850766" sldId="331"/>
            <ac:grpSpMk id="14" creationId="{C4CABAF5-1CC8-F683-BCBD-452A837FACBD}"/>
          </ac:grpSpMkLst>
        </pc:grpChg>
        <pc:grpChg chg="mod">
          <ac:chgData name="Pi, Yalong" userId="c9a3dc08-26f0-490d-b190-2780270c58e1" providerId="ADAL" clId="{5AC52E50-EE96-4559-8C20-EBFED2550501}" dt="2025-04-07T02:49:59.618" v="6095"/>
          <ac:grpSpMkLst>
            <pc:docMk/>
            <pc:sldMk cId="2792850766" sldId="331"/>
            <ac:grpSpMk id="20" creationId="{2FE18034-25AA-52BD-D25A-59341263B0CA}"/>
          </ac:grpSpMkLst>
        </pc:grpChg>
        <pc:grpChg chg="mod">
          <ac:chgData name="Pi, Yalong" userId="c9a3dc08-26f0-490d-b190-2780270c58e1" providerId="ADAL" clId="{5AC52E50-EE96-4559-8C20-EBFED2550501}" dt="2025-04-07T02:49:59.618" v="6095"/>
          <ac:grpSpMkLst>
            <pc:docMk/>
            <pc:sldMk cId="2792850766" sldId="331"/>
            <ac:grpSpMk id="21" creationId="{70199580-D70D-E21F-79AB-60FB75A44BE1}"/>
          </ac:grpSpMkLst>
        </pc:grpChg>
        <pc:grpChg chg="del mod">
          <ac:chgData name="Pi, Yalong" userId="c9a3dc08-26f0-490d-b190-2780270c58e1" providerId="ADAL" clId="{5AC52E50-EE96-4559-8C20-EBFED2550501}" dt="2025-04-07T02:50:23.952" v="6105"/>
          <ac:grpSpMkLst>
            <pc:docMk/>
            <pc:sldMk cId="2792850766" sldId="331"/>
            <ac:grpSpMk id="26" creationId="{ABC6EDC2-22BD-74C3-2902-6DA9A172765D}"/>
          </ac:grpSpMkLst>
        </pc:grpChg>
        <pc:grpChg chg="del mod">
          <ac:chgData name="Pi, Yalong" userId="c9a3dc08-26f0-490d-b190-2780270c58e1" providerId="ADAL" clId="{5AC52E50-EE96-4559-8C20-EBFED2550501}" dt="2025-04-07T02:50:27.379" v="6108"/>
          <ac:grpSpMkLst>
            <pc:docMk/>
            <pc:sldMk cId="2792850766" sldId="331"/>
            <ac:grpSpMk id="31" creationId="{45099A94-A75F-FDBD-5D51-5EB58295397E}"/>
          </ac:grpSpMkLst>
        </pc:grpChg>
        <pc:grpChg chg="mod">
          <ac:chgData name="Pi, Yalong" userId="c9a3dc08-26f0-490d-b190-2780270c58e1" providerId="ADAL" clId="{5AC52E50-EE96-4559-8C20-EBFED2550501}" dt="2025-04-07T02:50:27.379" v="6108"/>
          <ac:grpSpMkLst>
            <pc:docMk/>
            <pc:sldMk cId="2792850766" sldId="331"/>
            <ac:grpSpMk id="34" creationId="{60E3F467-368B-CE88-55F5-A79B4A126DD3}"/>
          </ac:grpSpMkLst>
        </pc:grpChg>
        <pc:picChg chg="add">
          <ac:chgData name="Pi, Yalong" userId="c9a3dc08-26f0-490d-b190-2780270c58e1" providerId="ADAL" clId="{5AC52E50-EE96-4559-8C20-EBFED2550501}" dt="2025-04-03T23:14:43.085" v="3963"/>
          <ac:picMkLst>
            <pc:docMk/>
            <pc:sldMk cId="2792850766" sldId="331"/>
            <ac:picMk id="9218" creationId="{8BC9C950-E5F6-279F-9B2D-BF6BE02D145A}"/>
          </ac:picMkLst>
        </pc:picChg>
        <pc:inkChg chg="add del">
          <ac:chgData name="Pi, Yalong" userId="c9a3dc08-26f0-490d-b190-2780270c58e1" providerId="ADAL" clId="{5AC52E50-EE96-4559-8C20-EBFED2550501}" dt="2025-04-07T02:49:35.228" v="6077"/>
          <ac:inkMkLst>
            <pc:docMk/>
            <pc:sldMk cId="2792850766" sldId="331"/>
            <ac:inkMk id="2" creationId="{E14EDB17-6E06-ADE1-5C07-E1227C1D0DA2}"/>
          </ac:inkMkLst>
        </pc:inkChg>
        <pc:inkChg chg="add">
          <ac:chgData name="Pi, Yalong" userId="c9a3dc08-26f0-490d-b190-2780270c58e1" providerId="ADAL" clId="{5AC52E50-EE96-4559-8C20-EBFED2550501}" dt="2025-04-07T02:49:40.051" v="6078" actId="9405"/>
          <ac:inkMkLst>
            <pc:docMk/>
            <pc:sldMk cId="2792850766" sldId="331"/>
            <ac:inkMk id="3" creationId="{7C61F94A-B48E-24D5-C17A-E63A71DCD3D7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4" creationId="{49BE8E92-15C0-4FA8-5402-2C14239D5D9B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5" creationId="{7D02B289-2689-196A-72FE-23A49155E159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6" creationId="{495A45C8-F4B5-E4D4-F6A3-DB27FBE52AF7}"/>
          </ac:inkMkLst>
        </pc:inkChg>
        <pc:inkChg chg="add">
          <ac:chgData name="Pi, Yalong" userId="c9a3dc08-26f0-490d-b190-2780270c58e1" providerId="ADAL" clId="{5AC52E50-EE96-4559-8C20-EBFED2550501}" dt="2025-04-07T02:49:51.025" v="6082" actId="9405"/>
          <ac:inkMkLst>
            <pc:docMk/>
            <pc:sldMk cId="2792850766" sldId="331"/>
            <ac:inkMk id="7" creationId="{4CA99CFF-CF2D-3284-A1DA-FCEB1AE58C88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8" creationId="{FF752680-76C3-27DF-B63C-33F570767472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9" creationId="{7A154831-4764-907D-5242-F849F657ACCE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10" creationId="{75458383-1256-67E7-A69C-C5E7939A2034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11" creationId="{B28F1E03-F3CA-A907-9FD9-B39C0D0A6A13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12" creationId="{1BE7D141-A71F-33E3-67F7-57D5D1F45EA6}"/>
          </ac:inkMkLst>
        </pc:inkChg>
        <pc:inkChg chg="add mod">
          <ac:chgData name="Pi, Yalong" userId="c9a3dc08-26f0-490d-b190-2780270c58e1" providerId="ADAL" clId="{5AC52E50-EE96-4559-8C20-EBFED2550501}" dt="2025-04-07T02:49:56.228" v="6089"/>
          <ac:inkMkLst>
            <pc:docMk/>
            <pc:sldMk cId="2792850766" sldId="331"/>
            <ac:inkMk id="13" creationId="{979229A6-38E3-B2AB-BC09-67CE72A34FE3}"/>
          </ac:inkMkLst>
        </pc:inkChg>
        <pc:inkChg chg="add mod">
          <ac:chgData name="Pi, Yalong" userId="c9a3dc08-26f0-490d-b190-2780270c58e1" providerId="ADAL" clId="{5AC52E50-EE96-4559-8C20-EBFED2550501}" dt="2025-04-07T02:49:59.618" v="6095"/>
          <ac:inkMkLst>
            <pc:docMk/>
            <pc:sldMk cId="2792850766" sldId="331"/>
            <ac:inkMk id="15" creationId="{7658D59A-03DC-A745-7CA7-201BB7314FE4}"/>
          </ac:inkMkLst>
        </pc:inkChg>
        <pc:inkChg chg="add mod">
          <ac:chgData name="Pi, Yalong" userId="c9a3dc08-26f0-490d-b190-2780270c58e1" providerId="ADAL" clId="{5AC52E50-EE96-4559-8C20-EBFED2550501}" dt="2025-04-07T02:49:59.618" v="6095"/>
          <ac:inkMkLst>
            <pc:docMk/>
            <pc:sldMk cId="2792850766" sldId="331"/>
            <ac:inkMk id="16" creationId="{D275914A-5166-003E-ED83-CDC3B38039E5}"/>
          </ac:inkMkLst>
        </pc:inkChg>
        <pc:inkChg chg="add mod">
          <ac:chgData name="Pi, Yalong" userId="c9a3dc08-26f0-490d-b190-2780270c58e1" providerId="ADAL" clId="{5AC52E50-EE96-4559-8C20-EBFED2550501}" dt="2025-04-07T02:49:59.618" v="6095"/>
          <ac:inkMkLst>
            <pc:docMk/>
            <pc:sldMk cId="2792850766" sldId="331"/>
            <ac:inkMk id="17" creationId="{DFA90669-F441-D3E7-4AB7-0CE07C40C42B}"/>
          </ac:inkMkLst>
        </pc:inkChg>
        <pc:inkChg chg="add mod">
          <ac:chgData name="Pi, Yalong" userId="c9a3dc08-26f0-490d-b190-2780270c58e1" providerId="ADAL" clId="{5AC52E50-EE96-4559-8C20-EBFED2550501}" dt="2025-04-07T02:49:59.618" v="6095"/>
          <ac:inkMkLst>
            <pc:docMk/>
            <pc:sldMk cId="2792850766" sldId="331"/>
            <ac:inkMk id="18" creationId="{726084CF-7106-0131-E67D-35CC2985907C}"/>
          </ac:inkMkLst>
        </pc:inkChg>
        <pc:inkChg chg="add mod">
          <ac:chgData name="Pi, Yalong" userId="c9a3dc08-26f0-490d-b190-2780270c58e1" providerId="ADAL" clId="{5AC52E50-EE96-4559-8C20-EBFED2550501}" dt="2025-04-07T02:49:59.618" v="6095"/>
          <ac:inkMkLst>
            <pc:docMk/>
            <pc:sldMk cId="2792850766" sldId="331"/>
            <ac:inkMk id="19" creationId="{589F3C04-2CEC-AB73-4E2F-C2E81A23FCAE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22" creationId="{5A092752-DE7E-BC88-35D3-04F5DDBA4036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23" creationId="{5D08AD56-F4F1-5B9B-1F76-D6CF83DEED2B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24" creationId="{6C025598-B5E9-9EF8-3555-F9983216218A}"/>
          </ac:inkMkLst>
        </pc:inkChg>
        <pc:inkChg chg="add mod">
          <ac:chgData name="Pi, Yalong" userId="c9a3dc08-26f0-490d-b190-2780270c58e1" providerId="ADAL" clId="{5AC52E50-EE96-4559-8C20-EBFED2550501}" dt="2025-04-07T02:50:23.952" v="6105"/>
          <ac:inkMkLst>
            <pc:docMk/>
            <pc:sldMk cId="2792850766" sldId="331"/>
            <ac:inkMk id="25" creationId="{A19FE531-BDC6-E40D-1F45-B5B9613FCBA1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27" creationId="{DD52BEA4-A30B-7103-B14C-426B3F09B4CC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28" creationId="{0FA833C0-67F3-7399-4FCA-3CB588C5D9D8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29" creationId="{41B318C8-2391-E4F5-EAC0-CABE0A67C199}"/>
          </ac:inkMkLst>
        </pc:inkChg>
        <pc:inkChg chg="add mod">
          <ac:chgData name="Pi, Yalong" userId="c9a3dc08-26f0-490d-b190-2780270c58e1" providerId="ADAL" clId="{5AC52E50-EE96-4559-8C20-EBFED2550501}" dt="2025-04-07T02:50:23.952" v="6105"/>
          <ac:inkMkLst>
            <pc:docMk/>
            <pc:sldMk cId="2792850766" sldId="331"/>
            <ac:inkMk id="30" creationId="{68DA415E-F796-409B-3540-9968B7D6C18B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32" creationId="{8E33009C-C324-1481-D981-11155A9F5B37}"/>
          </ac:inkMkLst>
        </pc:inkChg>
        <pc:inkChg chg="add mod">
          <ac:chgData name="Pi, Yalong" userId="c9a3dc08-26f0-490d-b190-2780270c58e1" providerId="ADAL" clId="{5AC52E50-EE96-4559-8C20-EBFED2550501}" dt="2025-04-07T02:50:27.379" v="6108"/>
          <ac:inkMkLst>
            <pc:docMk/>
            <pc:sldMk cId="2792850766" sldId="331"/>
            <ac:inkMk id="33" creationId="{857D24FA-4FB9-1A19-7941-F6126A5761F5}"/>
          </ac:inkMkLst>
        </pc:inkChg>
      </pc:sldChg>
      <pc:sldChg chg="addSp delSp modSp new mod">
        <pc:chgData name="Pi, Yalong" userId="c9a3dc08-26f0-490d-b190-2780270c58e1" providerId="ADAL" clId="{5AC52E50-EE96-4559-8C20-EBFED2550501}" dt="2025-04-07T02:54:59.734" v="6199"/>
        <pc:sldMkLst>
          <pc:docMk/>
          <pc:sldMk cId="1625203741" sldId="332"/>
        </pc:sldMkLst>
        <pc:grpChg chg="del mod">
          <ac:chgData name="Pi, Yalong" userId="c9a3dc08-26f0-490d-b190-2780270c58e1" providerId="ADAL" clId="{5AC52E50-EE96-4559-8C20-EBFED2550501}" dt="2025-04-07T02:54:50.327" v="6187"/>
          <ac:grpSpMkLst>
            <pc:docMk/>
            <pc:sldMk cId="1625203741" sldId="332"/>
            <ac:grpSpMk id="6" creationId="{F7EACF4B-87CE-E781-CF26-A617925AC9E6}"/>
          </ac:grpSpMkLst>
        </pc:grpChg>
        <pc:grpChg chg="del mod">
          <ac:chgData name="Pi, Yalong" userId="c9a3dc08-26f0-490d-b190-2780270c58e1" providerId="ADAL" clId="{5AC52E50-EE96-4559-8C20-EBFED2550501}" dt="2025-04-07T02:54:55.063" v="6192"/>
          <ac:grpSpMkLst>
            <pc:docMk/>
            <pc:sldMk cId="1625203741" sldId="332"/>
            <ac:grpSpMk id="19" creationId="{4689CB7F-AF28-72CD-6BDB-EADD564985FF}"/>
          </ac:grpSpMkLst>
        </pc:grpChg>
        <pc:grpChg chg="mod">
          <ac:chgData name="Pi, Yalong" userId="c9a3dc08-26f0-490d-b190-2780270c58e1" providerId="ADAL" clId="{5AC52E50-EE96-4559-8C20-EBFED2550501}" dt="2025-04-07T02:54:50.327" v="6187"/>
          <ac:grpSpMkLst>
            <pc:docMk/>
            <pc:sldMk cId="1625203741" sldId="332"/>
            <ac:grpSpMk id="20" creationId="{F1A888F5-27A0-BDF0-9497-4C5D371CA861}"/>
          </ac:grpSpMkLst>
        </pc:grpChg>
        <pc:grpChg chg="del mod">
          <ac:chgData name="Pi, Yalong" userId="c9a3dc08-26f0-490d-b190-2780270c58e1" providerId="ADAL" clId="{5AC52E50-EE96-4559-8C20-EBFED2550501}" dt="2025-04-07T02:54:57.662" v="6196"/>
          <ac:grpSpMkLst>
            <pc:docMk/>
            <pc:sldMk cId="1625203741" sldId="332"/>
            <ac:grpSpMk id="25" creationId="{E58355F0-9EB4-3A14-7A41-A96EB62A6F95}"/>
          </ac:grpSpMkLst>
        </pc:grpChg>
        <pc:grpChg chg="del mod">
          <ac:chgData name="Pi, Yalong" userId="c9a3dc08-26f0-490d-b190-2780270c58e1" providerId="ADAL" clId="{5AC52E50-EE96-4559-8C20-EBFED2550501}" dt="2025-04-07T02:54:59.734" v="6199"/>
          <ac:grpSpMkLst>
            <pc:docMk/>
            <pc:sldMk cId="1625203741" sldId="332"/>
            <ac:grpSpMk id="29" creationId="{97FDA2F0-8EE6-DB3F-05FB-0DAADB2FDC15}"/>
          </ac:grpSpMkLst>
        </pc:grpChg>
        <pc:grpChg chg="mod">
          <ac:chgData name="Pi, Yalong" userId="c9a3dc08-26f0-490d-b190-2780270c58e1" providerId="ADAL" clId="{5AC52E50-EE96-4559-8C20-EBFED2550501}" dt="2025-04-07T02:54:59.734" v="6199"/>
          <ac:grpSpMkLst>
            <pc:docMk/>
            <pc:sldMk cId="1625203741" sldId="332"/>
            <ac:grpSpMk id="32" creationId="{CCEEDA20-C683-7C89-84C9-C0678493ABA9}"/>
          </ac:grpSpMkLst>
        </pc:grpChg>
        <pc:picChg chg="add">
          <ac:chgData name="Pi, Yalong" userId="c9a3dc08-26f0-490d-b190-2780270c58e1" providerId="ADAL" clId="{5AC52E50-EE96-4559-8C20-EBFED2550501}" dt="2025-04-04T02:03:55.016" v="3969"/>
          <ac:picMkLst>
            <pc:docMk/>
            <pc:sldMk cId="1625203741" sldId="332"/>
            <ac:picMk id="11266" creationId="{95ABF994-B267-C94B-7E33-2D39C3424879}"/>
          </ac:picMkLst>
        </pc:picChg>
        <pc:inkChg chg="add del">
          <ac:chgData name="Pi, Yalong" userId="c9a3dc08-26f0-490d-b190-2780270c58e1" providerId="ADAL" clId="{5AC52E50-EE96-4559-8C20-EBFED2550501}" dt="2025-04-07T02:54:01.082" v="6171"/>
          <ac:inkMkLst>
            <pc:docMk/>
            <pc:sldMk cId="1625203741" sldId="332"/>
            <ac:inkMk id="2" creationId="{A619C8C8-3345-B99A-1750-A47BCCE26644}"/>
          </ac:inkMkLst>
        </pc:inkChg>
        <pc:inkChg chg="add">
          <ac:chgData name="Pi, Yalong" userId="c9a3dc08-26f0-490d-b190-2780270c58e1" providerId="ADAL" clId="{5AC52E50-EE96-4559-8C20-EBFED2550501}" dt="2025-04-07T02:53:59.080" v="6170" actId="9405"/>
          <ac:inkMkLst>
            <pc:docMk/>
            <pc:sldMk cId="1625203741" sldId="332"/>
            <ac:inkMk id="3" creationId="{191E5126-D67D-BAE5-570E-55E9D4A6C902}"/>
          </ac:inkMkLst>
        </pc:inkChg>
        <pc:inkChg chg="add mod">
          <ac:chgData name="Pi, Yalong" userId="c9a3dc08-26f0-490d-b190-2780270c58e1" providerId="ADAL" clId="{5AC52E50-EE96-4559-8C20-EBFED2550501}" dt="2025-04-07T02:54:40.981" v="6174"/>
          <ac:inkMkLst>
            <pc:docMk/>
            <pc:sldMk cId="1625203741" sldId="332"/>
            <ac:inkMk id="4" creationId="{8EE883B8-A262-CF61-0F9D-DF9A441D319C}"/>
          </ac:inkMkLst>
        </pc:inkChg>
        <pc:inkChg chg="add mod">
          <ac:chgData name="Pi, Yalong" userId="c9a3dc08-26f0-490d-b190-2780270c58e1" providerId="ADAL" clId="{5AC52E50-EE96-4559-8C20-EBFED2550501}" dt="2025-04-07T02:54:40.981" v="6174"/>
          <ac:inkMkLst>
            <pc:docMk/>
            <pc:sldMk cId="1625203741" sldId="332"/>
            <ac:inkMk id="5" creationId="{06D854D9-3BE2-3B39-0F95-07554576FE9A}"/>
          </ac:inkMkLst>
        </pc:inkChg>
        <pc:inkChg chg="add">
          <ac:chgData name="Pi, Yalong" userId="c9a3dc08-26f0-490d-b190-2780270c58e1" providerId="ADAL" clId="{5AC52E50-EE96-4559-8C20-EBFED2550501}" dt="2025-04-07T02:54:42.730" v="6175" actId="9405"/>
          <ac:inkMkLst>
            <pc:docMk/>
            <pc:sldMk cId="1625203741" sldId="332"/>
            <ac:inkMk id="7" creationId="{B782E3CE-BA16-A839-F6ED-05B4EA182BEA}"/>
          </ac:inkMkLst>
        </pc:inkChg>
        <pc:inkChg chg="add mod">
          <ac:chgData name="Pi, Yalong" userId="c9a3dc08-26f0-490d-b190-2780270c58e1" providerId="ADAL" clId="{5AC52E50-EE96-4559-8C20-EBFED2550501}" dt="2025-04-07T02:54:50.327" v="6187"/>
          <ac:inkMkLst>
            <pc:docMk/>
            <pc:sldMk cId="1625203741" sldId="332"/>
            <ac:inkMk id="8" creationId="{D47E38B9-A56B-2EE6-D491-57CD7275B443}"/>
          </ac:inkMkLst>
        </pc:inkChg>
        <pc:inkChg chg="add">
          <ac:chgData name="Pi, Yalong" userId="c9a3dc08-26f0-490d-b190-2780270c58e1" providerId="ADAL" clId="{5AC52E50-EE96-4559-8C20-EBFED2550501}" dt="2025-04-07T02:54:44.144" v="6177" actId="9405"/>
          <ac:inkMkLst>
            <pc:docMk/>
            <pc:sldMk cId="1625203741" sldId="332"/>
            <ac:inkMk id="9" creationId="{1B9F31D2-307B-AD52-9248-9752FE08DFCC}"/>
          </ac:inkMkLst>
        </pc:inkChg>
        <pc:inkChg chg="add mod">
          <ac:chgData name="Pi, Yalong" userId="c9a3dc08-26f0-490d-b190-2780270c58e1" providerId="ADAL" clId="{5AC52E50-EE96-4559-8C20-EBFED2550501}" dt="2025-04-07T02:54:50.327" v="6187"/>
          <ac:inkMkLst>
            <pc:docMk/>
            <pc:sldMk cId="1625203741" sldId="332"/>
            <ac:inkMk id="10" creationId="{0C222A49-C7E5-546E-5D04-CCFD857B6D4D}"/>
          </ac:inkMkLst>
        </pc:inkChg>
        <pc:inkChg chg="add">
          <ac:chgData name="Pi, Yalong" userId="c9a3dc08-26f0-490d-b190-2780270c58e1" providerId="ADAL" clId="{5AC52E50-EE96-4559-8C20-EBFED2550501}" dt="2025-04-07T02:54:45.333" v="6179" actId="9405"/>
          <ac:inkMkLst>
            <pc:docMk/>
            <pc:sldMk cId="1625203741" sldId="332"/>
            <ac:inkMk id="11" creationId="{7A80BF83-399F-6C0A-17C5-8C16CB77B807}"/>
          </ac:inkMkLst>
        </pc:inkChg>
        <pc:inkChg chg="add">
          <ac:chgData name="Pi, Yalong" userId="c9a3dc08-26f0-490d-b190-2780270c58e1" providerId="ADAL" clId="{5AC52E50-EE96-4559-8C20-EBFED2550501}" dt="2025-04-07T02:54:45.690" v="6180" actId="9405"/>
          <ac:inkMkLst>
            <pc:docMk/>
            <pc:sldMk cId="1625203741" sldId="332"/>
            <ac:inkMk id="12" creationId="{3004B883-402F-5FA4-A075-F47DFD291605}"/>
          </ac:inkMkLst>
        </pc:inkChg>
        <pc:inkChg chg="add mod">
          <ac:chgData name="Pi, Yalong" userId="c9a3dc08-26f0-490d-b190-2780270c58e1" providerId="ADAL" clId="{5AC52E50-EE96-4559-8C20-EBFED2550501}" dt="2025-04-07T02:54:50.327" v="6187"/>
          <ac:inkMkLst>
            <pc:docMk/>
            <pc:sldMk cId="1625203741" sldId="332"/>
            <ac:inkMk id="13" creationId="{6B9A8292-6C75-5104-2796-B5BAE47C1BB8}"/>
          </ac:inkMkLst>
        </pc:inkChg>
        <pc:inkChg chg="add mod">
          <ac:chgData name="Pi, Yalong" userId="c9a3dc08-26f0-490d-b190-2780270c58e1" providerId="ADAL" clId="{5AC52E50-EE96-4559-8C20-EBFED2550501}" dt="2025-04-07T02:54:55.063" v="6192"/>
          <ac:inkMkLst>
            <pc:docMk/>
            <pc:sldMk cId="1625203741" sldId="332"/>
            <ac:inkMk id="14" creationId="{BC64AB4B-1D0F-C353-EA37-11AA89FC9172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15" creationId="{DA8A85E5-6C08-19A2-BD64-DD16AD1FE066}"/>
          </ac:inkMkLst>
        </pc:inkChg>
        <pc:inkChg chg="add mod">
          <ac:chgData name="Pi, Yalong" userId="c9a3dc08-26f0-490d-b190-2780270c58e1" providerId="ADAL" clId="{5AC52E50-EE96-4559-8C20-EBFED2550501}" dt="2025-04-07T02:54:55.063" v="6192"/>
          <ac:inkMkLst>
            <pc:docMk/>
            <pc:sldMk cId="1625203741" sldId="332"/>
            <ac:inkMk id="16" creationId="{FCE95309-BD1C-DFD1-1995-31A071AB61E4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17" creationId="{536FF634-FFE4-2C8B-0442-7D86E42772D5}"/>
          </ac:inkMkLst>
        </pc:inkChg>
        <pc:inkChg chg="add">
          <ac:chgData name="Pi, Yalong" userId="c9a3dc08-26f0-490d-b190-2780270c58e1" providerId="ADAL" clId="{5AC52E50-EE96-4559-8C20-EBFED2550501}" dt="2025-04-07T02:54:49.419" v="6186" actId="9405"/>
          <ac:inkMkLst>
            <pc:docMk/>
            <pc:sldMk cId="1625203741" sldId="332"/>
            <ac:inkMk id="18" creationId="{53A8D1C6-9B75-DC84-703A-9DE208A33E1D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21" creationId="{17438B31-38A1-EB56-2E71-7785329209D0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22" creationId="{9D6B808D-C14A-E39D-C842-F6ECBF51D659}"/>
          </ac:inkMkLst>
        </pc:inkChg>
        <pc:inkChg chg="add mod">
          <ac:chgData name="Pi, Yalong" userId="c9a3dc08-26f0-490d-b190-2780270c58e1" providerId="ADAL" clId="{5AC52E50-EE96-4559-8C20-EBFED2550501}" dt="2025-04-07T02:54:57.662" v="6196"/>
          <ac:inkMkLst>
            <pc:docMk/>
            <pc:sldMk cId="1625203741" sldId="332"/>
            <ac:inkMk id="23" creationId="{CD84A1B6-7C14-F427-827C-64FDF9D99F81}"/>
          </ac:inkMkLst>
        </pc:inkChg>
        <pc:inkChg chg="add mod">
          <ac:chgData name="Pi, Yalong" userId="c9a3dc08-26f0-490d-b190-2780270c58e1" providerId="ADAL" clId="{5AC52E50-EE96-4559-8C20-EBFED2550501}" dt="2025-04-07T02:54:55.063" v="6192"/>
          <ac:inkMkLst>
            <pc:docMk/>
            <pc:sldMk cId="1625203741" sldId="332"/>
            <ac:inkMk id="24" creationId="{9515F4AD-F5D0-CC0D-28D0-4E59EB68EE6F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26" creationId="{7D7B2EE4-9E24-8C90-3AC5-84BE73909803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27" creationId="{893212CC-A7D5-052D-CE2C-423EDC125FF5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28" creationId="{EA6231EC-09C0-93DE-66B2-482F2C7DACD4}"/>
          </ac:inkMkLst>
        </pc:inkChg>
        <pc:inkChg chg="add">
          <ac:chgData name="Pi, Yalong" userId="c9a3dc08-26f0-490d-b190-2780270c58e1" providerId="ADAL" clId="{5AC52E50-EE96-4559-8C20-EBFED2550501}" dt="2025-04-07T02:54:57.683" v="6197" actId="9405"/>
          <ac:inkMkLst>
            <pc:docMk/>
            <pc:sldMk cId="1625203741" sldId="332"/>
            <ac:inkMk id="30" creationId="{45815195-B485-5A22-441A-A72B3463CBB5}"/>
          </ac:inkMkLst>
        </pc:inkChg>
        <pc:inkChg chg="add mod">
          <ac:chgData name="Pi, Yalong" userId="c9a3dc08-26f0-490d-b190-2780270c58e1" providerId="ADAL" clId="{5AC52E50-EE96-4559-8C20-EBFED2550501}" dt="2025-04-07T02:54:59.734" v="6199"/>
          <ac:inkMkLst>
            <pc:docMk/>
            <pc:sldMk cId="1625203741" sldId="332"/>
            <ac:inkMk id="31" creationId="{013034B6-7B0C-E054-9A87-ED5A877C4B05}"/>
          </ac:inkMkLst>
        </pc:inkChg>
      </pc:sldChg>
      <pc:sldChg chg="addSp delSp modSp new mod">
        <pc:chgData name="Pi, Yalong" userId="c9a3dc08-26f0-490d-b190-2780270c58e1" providerId="ADAL" clId="{5AC52E50-EE96-4559-8C20-EBFED2550501}" dt="2025-04-07T02:44:38.001" v="5892"/>
        <pc:sldMkLst>
          <pc:docMk/>
          <pc:sldMk cId="1686411007" sldId="333"/>
        </pc:sldMkLst>
        <pc:spChg chg="mod">
          <ac:chgData name="Pi, Yalong" userId="c9a3dc08-26f0-490d-b190-2780270c58e1" providerId="ADAL" clId="{5AC52E50-EE96-4559-8C20-EBFED2550501}" dt="2025-04-04T02:05:41.305" v="3977" actId="20577"/>
          <ac:spMkLst>
            <pc:docMk/>
            <pc:sldMk cId="1686411007" sldId="333"/>
            <ac:spMk id="2" creationId="{9B69F5BA-1976-0030-209D-D62FD7F40ECF}"/>
          </ac:spMkLst>
        </pc:spChg>
        <pc:spChg chg="mod">
          <ac:chgData name="Pi, Yalong" userId="c9a3dc08-26f0-490d-b190-2780270c58e1" providerId="ADAL" clId="{5AC52E50-EE96-4559-8C20-EBFED2550501}" dt="2025-04-04T02:25:16.331" v="4293" actId="21"/>
          <ac:spMkLst>
            <pc:docMk/>
            <pc:sldMk cId="1686411007" sldId="333"/>
            <ac:spMk id="3" creationId="{D3A182F6-8917-BFFA-3C19-D63AC99F04CB}"/>
          </ac:spMkLst>
        </pc:spChg>
        <pc:grpChg chg="mod">
          <ac:chgData name="Pi, Yalong" userId="c9a3dc08-26f0-490d-b190-2780270c58e1" providerId="ADAL" clId="{5AC52E50-EE96-4559-8C20-EBFED2550501}" dt="2025-04-07T02:42:55.459" v="5830"/>
          <ac:grpSpMkLst>
            <pc:docMk/>
            <pc:sldMk cId="1686411007" sldId="333"/>
            <ac:grpSpMk id="14" creationId="{7387AC60-21FA-0369-F835-8FA5DFEE5377}"/>
          </ac:grpSpMkLst>
        </pc:grpChg>
        <pc:grpChg chg="mod">
          <ac:chgData name="Pi, Yalong" userId="c9a3dc08-26f0-490d-b190-2780270c58e1" providerId="ADAL" clId="{5AC52E50-EE96-4559-8C20-EBFED2550501}" dt="2025-04-07T02:42:59.938" v="5836"/>
          <ac:grpSpMkLst>
            <pc:docMk/>
            <pc:sldMk cId="1686411007" sldId="333"/>
            <ac:grpSpMk id="20" creationId="{A3FB3EBB-EBE6-8F38-1B16-DED5D72A3FF4}"/>
          </ac:grpSpMkLst>
        </pc:grpChg>
        <pc:grpChg chg="mod">
          <ac:chgData name="Pi, Yalong" userId="c9a3dc08-26f0-490d-b190-2780270c58e1" providerId="ADAL" clId="{5AC52E50-EE96-4559-8C20-EBFED2550501}" dt="2025-04-07T02:43:08.326" v="5846"/>
          <ac:grpSpMkLst>
            <pc:docMk/>
            <pc:sldMk cId="1686411007" sldId="333"/>
            <ac:grpSpMk id="30" creationId="{F35A1FD1-FCC0-AC81-9D0B-1798B7190A2A}"/>
          </ac:grpSpMkLst>
        </pc:grpChg>
        <pc:grpChg chg="mod">
          <ac:chgData name="Pi, Yalong" userId="c9a3dc08-26f0-490d-b190-2780270c58e1" providerId="ADAL" clId="{5AC52E50-EE96-4559-8C20-EBFED2550501}" dt="2025-04-07T02:43:18.492" v="5849"/>
          <ac:grpSpMkLst>
            <pc:docMk/>
            <pc:sldMk cId="1686411007" sldId="333"/>
            <ac:grpSpMk id="33" creationId="{80D2E473-6AE8-43B4-37CA-991FF9FFB853}"/>
          </ac:grpSpMkLst>
        </pc:grpChg>
        <pc:grpChg chg="mod">
          <ac:chgData name="Pi, Yalong" userId="c9a3dc08-26f0-490d-b190-2780270c58e1" providerId="ADAL" clId="{5AC52E50-EE96-4559-8C20-EBFED2550501}" dt="2025-04-07T02:43:27.608" v="5858"/>
          <ac:grpSpMkLst>
            <pc:docMk/>
            <pc:sldMk cId="1686411007" sldId="333"/>
            <ac:grpSpMk id="42" creationId="{91B169BD-7B17-6AB6-5651-64E585EABCDF}"/>
          </ac:grpSpMkLst>
        </pc:grpChg>
        <pc:grpChg chg="mod">
          <ac:chgData name="Pi, Yalong" userId="c9a3dc08-26f0-490d-b190-2780270c58e1" providerId="ADAL" clId="{5AC52E50-EE96-4559-8C20-EBFED2550501}" dt="2025-04-07T02:43:29.390" v="5861"/>
          <ac:grpSpMkLst>
            <pc:docMk/>
            <pc:sldMk cId="1686411007" sldId="333"/>
            <ac:grpSpMk id="45" creationId="{30CDE2EA-B44B-3194-C510-B41965991E64}"/>
          </ac:grpSpMkLst>
        </pc:grpChg>
        <pc:grpChg chg="del mod">
          <ac:chgData name="Pi, Yalong" userId="c9a3dc08-26f0-490d-b190-2780270c58e1" providerId="ADAL" clId="{5AC52E50-EE96-4559-8C20-EBFED2550501}" dt="2025-04-07T02:43:34.802" v="5869"/>
          <ac:grpSpMkLst>
            <pc:docMk/>
            <pc:sldMk cId="1686411007" sldId="333"/>
            <ac:grpSpMk id="48" creationId="{47ADF1DF-DC8C-4D41-A45D-3B63A78DFFFE}"/>
          </ac:grpSpMkLst>
        </pc:grpChg>
        <pc:grpChg chg="mod">
          <ac:chgData name="Pi, Yalong" userId="c9a3dc08-26f0-490d-b190-2780270c58e1" providerId="ADAL" clId="{5AC52E50-EE96-4559-8C20-EBFED2550501}" dt="2025-04-07T02:43:34.802" v="5869"/>
          <ac:grpSpMkLst>
            <pc:docMk/>
            <pc:sldMk cId="1686411007" sldId="333"/>
            <ac:grpSpMk id="53" creationId="{E71DFDB1-30FF-5C1F-7966-7BF918CAEA5F}"/>
          </ac:grpSpMkLst>
        </pc:grpChg>
        <pc:grpChg chg="mod">
          <ac:chgData name="Pi, Yalong" userId="c9a3dc08-26f0-490d-b190-2780270c58e1" providerId="ADAL" clId="{5AC52E50-EE96-4559-8C20-EBFED2550501}" dt="2025-04-07T02:44:03.318" v="5876"/>
          <ac:grpSpMkLst>
            <pc:docMk/>
            <pc:sldMk cId="1686411007" sldId="333"/>
            <ac:grpSpMk id="60" creationId="{DE9AD9B7-6D49-CC57-A50A-701F7A78DEC8}"/>
          </ac:grpSpMkLst>
        </pc:grpChg>
        <pc:grpChg chg="del mod">
          <ac:chgData name="Pi, Yalong" userId="c9a3dc08-26f0-490d-b190-2780270c58e1" providerId="ADAL" clId="{5AC52E50-EE96-4559-8C20-EBFED2550501}" dt="2025-04-07T02:44:35.733" v="5888"/>
          <ac:grpSpMkLst>
            <pc:docMk/>
            <pc:sldMk cId="1686411007" sldId="333"/>
            <ac:grpSpMk id="66" creationId="{88FA2568-66D0-634D-B3F7-246941F0F209}"/>
          </ac:grpSpMkLst>
        </pc:grpChg>
        <pc:grpChg chg="del mod">
          <ac:chgData name="Pi, Yalong" userId="c9a3dc08-26f0-490d-b190-2780270c58e1" providerId="ADAL" clId="{5AC52E50-EE96-4559-8C20-EBFED2550501}" dt="2025-04-07T02:44:38.001" v="5892"/>
          <ac:grpSpMkLst>
            <pc:docMk/>
            <pc:sldMk cId="1686411007" sldId="333"/>
            <ac:grpSpMk id="70" creationId="{46EC7E8B-99A5-C6CC-AAC6-E5971F39125F}"/>
          </ac:grpSpMkLst>
        </pc:grpChg>
        <pc:grpChg chg="mod">
          <ac:chgData name="Pi, Yalong" userId="c9a3dc08-26f0-490d-b190-2780270c58e1" providerId="ADAL" clId="{5AC52E50-EE96-4559-8C20-EBFED2550501}" dt="2025-04-07T02:44:38.001" v="5892"/>
          <ac:grpSpMkLst>
            <pc:docMk/>
            <pc:sldMk cId="1686411007" sldId="333"/>
            <ac:grpSpMk id="74" creationId="{382E31FD-50BD-7DD9-1846-05590B3C9516}"/>
          </ac:grpSpMkLst>
        </pc:grpChg>
        <pc:graphicFrameChg chg="add mod modGraphic">
          <ac:chgData name="Pi, Yalong" userId="c9a3dc08-26f0-490d-b190-2780270c58e1" providerId="ADAL" clId="{5AC52E50-EE96-4559-8C20-EBFED2550501}" dt="2025-04-04T02:22:14.672" v="4283"/>
          <ac:graphicFrameMkLst>
            <pc:docMk/>
            <pc:sldMk cId="1686411007" sldId="333"/>
            <ac:graphicFrameMk id="4" creationId="{86B4EBCA-3164-0262-1D19-3969AE3B510C}"/>
          </ac:graphicFrameMkLst>
        </pc:graphicFrameChg>
        <pc:picChg chg="add mod">
          <ac:chgData name="Pi, Yalong" userId="c9a3dc08-26f0-490d-b190-2780270c58e1" providerId="ADAL" clId="{5AC52E50-EE96-4559-8C20-EBFED2550501}" dt="2025-04-04T02:22:22.550" v="4288" actId="1076"/>
          <ac:picMkLst>
            <pc:docMk/>
            <pc:sldMk cId="1686411007" sldId="333"/>
            <ac:picMk id="6" creationId="{3464FE15-CA6E-A265-6586-582B97AE9F0A}"/>
          </ac:picMkLst>
        </pc:pic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5" creationId="{72EAB0D0-2781-19DC-DA99-965F55C94FCA}"/>
          </ac:inkMkLst>
        </pc:ink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7" creationId="{939FF92E-2C8F-77F3-8F0E-4E965257F220}"/>
          </ac:inkMkLst>
        </pc:ink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8" creationId="{475DC430-1392-96A1-A472-1EA4A50952CE}"/>
          </ac:inkMkLst>
        </pc:ink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9" creationId="{BB0E6954-7851-BD50-FF4E-E684033A46B0}"/>
          </ac:inkMkLst>
        </pc:ink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10" creationId="{CD2A56EC-B4FB-9050-14E4-899572DC32B2}"/>
          </ac:inkMkLst>
        </pc:ink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11" creationId="{D302ADF5-F5FE-4B50-43AD-BC9EA8EE6C81}"/>
          </ac:inkMkLst>
        </pc:ink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12" creationId="{07913BFA-C7DB-093E-9B1C-1E578EA2BA3A}"/>
          </ac:inkMkLst>
        </pc:inkChg>
        <pc:inkChg chg="add mod">
          <ac:chgData name="Pi, Yalong" userId="c9a3dc08-26f0-490d-b190-2780270c58e1" providerId="ADAL" clId="{5AC52E50-EE96-4559-8C20-EBFED2550501}" dt="2025-04-07T02:42:55.459" v="5830"/>
          <ac:inkMkLst>
            <pc:docMk/>
            <pc:sldMk cId="1686411007" sldId="333"/>
            <ac:inkMk id="13" creationId="{78E61C06-E53E-6B66-55DD-1AB7D4A2C38D}"/>
          </ac:inkMkLst>
        </pc:inkChg>
        <pc:inkChg chg="add mod">
          <ac:chgData name="Pi, Yalong" userId="c9a3dc08-26f0-490d-b190-2780270c58e1" providerId="ADAL" clId="{5AC52E50-EE96-4559-8C20-EBFED2550501}" dt="2025-04-07T02:42:59.938" v="5836"/>
          <ac:inkMkLst>
            <pc:docMk/>
            <pc:sldMk cId="1686411007" sldId="333"/>
            <ac:inkMk id="15" creationId="{CDEFC9C9-DA96-A749-CFA2-FAF8D6AFA473}"/>
          </ac:inkMkLst>
        </pc:inkChg>
        <pc:inkChg chg="add mod">
          <ac:chgData name="Pi, Yalong" userId="c9a3dc08-26f0-490d-b190-2780270c58e1" providerId="ADAL" clId="{5AC52E50-EE96-4559-8C20-EBFED2550501}" dt="2025-04-07T02:42:59.938" v="5836"/>
          <ac:inkMkLst>
            <pc:docMk/>
            <pc:sldMk cId="1686411007" sldId="333"/>
            <ac:inkMk id="16" creationId="{742CD991-3612-9AC9-5988-DFB13D8875BA}"/>
          </ac:inkMkLst>
        </pc:inkChg>
        <pc:inkChg chg="add mod">
          <ac:chgData name="Pi, Yalong" userId="c9a3dc08-26f0-490d-b190-2780270c58e1" providerId="ADAL" clId="{5AC52E50-EE96-4559-8C20-EBFED2550501}" dt="2025-04-07T02:42:59.938" v="5836"/>
          <ac:inkMkLst>
            <pc:docMk/>
            <pc:sldMk cId="1686411007" sldId="333"/>
            <ac:inkMk id="17" creationId="{2EFA2989-4CC1-8F60-C801-E9E59DF3FA37}"/>
          </ac:inkMkLst>
        </pc:inkChg>
        <pc:inkChg chg="add mod">
          <ac:chgData name="Pi, Yalong" userId="c9a3dc08-26f0-490d-b190-2780270c58e1" providerId="ADAL" clId="{5AC52E50-EE96-4559-8C20-EBFED2550501}" dt="2025-04-07T02:42:59.938" v="5836"/>
          <ac:inkMkLst>
            <pc:docMk/>
            <pc:sldMk cId="1686411007" sldId="333"/>
            <ac:inkMk id="18" creationId="{8EB3EC92-57E1-457E-FF1B-7871C246BA80}"/>
          </ac:inkMkLst>
        </pc:inkChg>
        <pc:inkChg chg="add mod">
          <ac:chgData name="Pi, Yalong" userId="c9a3dc08-26f0-490d-b190-2780270c58e1" providerId="ADAL" clId="{5AC52E50-EE96-4559-8C20-EBFED2550501}" dt="2025-04-07T02:42:59.938" v="5836"/>
          <ac:inkMkLst>
            <pc:docMk/>
            <pc:sldMk cId="1686411007" sldId="333"/>
            <ac:inkMk id="19" creationId="{7E7C6932-98F4-B2D5-A108-CE792D21B218}"/>
          </ac:inkMkLst>
        </pc:inkChg>
        <pc:inkChg chg="add">
          <ac:chgData name="Pi, Yalong" userId="c9a3dc08-26f0-490d-b190-2780270c58e1" providerId="ADAL" clId="{5AC52E50-EE96-4559-8C20-EBFED2550501}" dt="2025-04-07T02:43:03.796" v="5837" actId="9405"/>
          <ac:inkMkLst>
            <pc:docMk/>
            <pc:sldMk cId="1686411007" sldId="333"/>
            <ac:inkMk id="21" creationId="{0D72AEB5-88A1-FE2C-67E9-042BBB90A924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2" creationId="{EDD1E1C8-D997-72F7-506F-46A0CCA3EDD3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3" creationId="{3DB073E9-FE6B-136A-2059-6EB68C44395B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4" creationId="{1CE38F6B-5B60-32AF-93DA-A67026288DC8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5" creationId="{482BE730-FD28-8FD9-6886-DB26C09D161E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6" creationId="{AFE4CC62-FAFE-9E6F-3470-0C9D92491B66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7" creationId="{47367BCF-3A11-7DDF-8101-604D098E9AD3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8" creationId="{1C00D215-3EA5-CA54-D9C7-6FDC6F4D1495}"/>
          </ac:inkMkLst>
        </pc:inkChg>
        <pc:inkChg chg="add mod">
          <ac:chgData name="Pi, Yalong" userId="c9a3dc08-26f0-490d-b190-2780270c58e1" providerId="ADAL" clId="{5AC52E50-EE96-4559-8C20-EBFED2550501}" dt="2025-04-07T02:43:08.326" v="5846"/>
          <ac:inkMkLst>
            <pc:docMk/>
            <pc:sldMk cId="1686411007" sldId="333"/>
            <ac:inkMk id="29" creationId="{47162C89-326D-6B55-C80E-29E46D10991A}"/>
          </ac:inkMkLst>
        </pc:inkChg>
        <pc:inkChg chg="add mod">
          <ac:chgData name="Pi, Yalong" userId="c9a3dc08-26f0-490d-b190-2780270c58e1" providerId="ADAL" clId="{5AC52E50-EE96-4559-8C20-EBFED2550501}" dt="2025-04-07T02:43:18.492" v="5849"/>
          <ac:inkMkLst>
            <pc:docMk/>
            <pc:sldMk cId="1686411007" sldId="333"/>
            <ac:inkMk id="31" creationId="{6D4F9A5F-EC2E-A48D-84EC-BF0E0619EA6A}"/>
          </ac:inkMkLst>
        </pc:inkChg>
        <pc:inkChg chg="add mod">
          <ac:chgData name="Pi, Yalong" userId="c9a3dc08-26f0-490d-b190-2780270c58e1" providerId="ADAL" clId="{5AC52E50-EE96-4559-8C20-EBFED2550501}" dt="2025-04-07T02:43:18.492" v="5849"/>
          <ac:inkMkLst>
            <pc:docMk/>
            <pc:sldMk cId="1686411007" sldId="333"/>
            <ac:inkMk id="32" creationId="{DEFFF904-D25F-9E70-601C-01389F87517E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34" creationId="{E35725D8-2E3A-6F8E-695D-ECB5921B36C1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35" creationId="{5D65C0B4-44DF-1ADC-73ED-06FDE9859B0B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36" creationId="{65922B0D-14AF-75D0-BE34-717128704587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37" creationId="{FDBBDF37-A0E9-8C2F-E94A-1FC764C9E863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38" creationId="{7799341C-5C1B-4962-D630-C99AE9A9CC5C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39" creationId="{467DFEE2-BA1A-923E-56AF-2F3911388C0E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40" creationId="{70212256-61B6-BB69-82FB-DFBD7E9AE396}"/>
          </ac:inkMkLst>
        </pc:inkChg>
        <pc:inkChg chg="add mod">
          <ac:chgData name="Pi, Yalong" userId="c9a3dc08-26f0-490d-b190-2780270c58e1" providerId="ADAL" clId="{5AC52E50-EE96-4559-8C20-EBFED2550501}" dt="2025-04-07T02:43:27.608" v="5858"/>
          <ac:inkMkLst>
            <pc:docMk/>
            <pc:sldMk cId="1686411007" sldId="333"/>
            <ac:inkMk id="41" creationId="{18ECCC4C-249D-806D-A3C4-AABFC556051C}"/>
          </ac:inkMkLst>
        </pc:inkChg>
        <pc:inkChg chg="add mod">
          <ac:chgData name="Pi, Yalong" userId="c9a3dc08-26f0-490d-b190-2780270c58e1" providerId="ADAL" clId="{5AC52E50-EE96-4559-8C20-EBFED2550501}" dt="2025-04-07T02:43:29.390" v="5861"/>
          <ac:inkMkLst>
            <pc:docMk/>
            <pc:sldMk cId="1686411007" sldId="333"/>
            <ac:inkMk id="43" creationId="{5807FC4A-BBAF-F238-7F9B-26B162EF6765}"/>
          </ac:inkMkLst>
        </pc:inkChg>
        <pc:inkChg chg="add mod">
          <ac:chgData name="Pi, Yalong" userId="c9a3dc08-26f0-490d-b190-2780270c58e1" providerId="ADAL" clId="{5AC52E50-EE96-4559-8C20-EBFED2550501}" dt="2025-04-07T02:43:29.390" v="5861"/>
          <ac:inkMkLst>
            <pc:docMk/>
            <pc:sldMk cId="1686411007" sldId="333"/>
            <ac:inkMk id="44" creationId="{3A221C0B-CD7C-E4D2-276A-07FD02B3AA13}"/>
          </ac:inkMkLst>
        </pc:inkChg>
        <pc:inkChg chg="add mod">
          <ac:chgData name="Pi, Yalong" userId="c9a3dc08-26f0-490d-b190-2780270c58e1" providerId="ADAL" clId="{5AC52E50-EE96-4559-8C20-EBFED2550501}" dt="2025-04-07T02:43:34.802" v="5869"/>
          <ac:inkMkLst>
            <pc:docMk/>
            <pc:sldMk cId="1686411007" sldId="333"/>
            <ac:inkMk id="46" creationId="{6286207C-4D08-8D4D-3D78-A59F25123055}"/>
          </ac:inkMkLst>
        </pc:inkChg>
        <pc:inkChg chg="add mod">
          <ac:chgData name="Pi, Yalong" userId="c9a3dc08-26f0-490d-b190-2780270c58e1" providerId="ADAL" clId="{5AC52E50-EE96-4559-8C20-EBFED2550501}" dt="2025-04-07T02:43:34.802" v="5869"/>
          <ac:inkMkLst>
            <pc:docMk/>
            <pc:sldMk cId="1686411007" sldId="333"/>
            <ac:inkMk id="47" creationId="{2BF602DE-7A4C-4C9E-333F-8C03408321F2}"/>
          </ac:inkMkLst>
        </pc:inkChg>
        <pc:inkChg chg="add mod">
          <ac:chgData name="Pi, Yalong" userId="c9a3dc08-26f0-490d-b190-2780270c58e1" providerId="ADAL" clId="{5AC52E50-EE96-4559-8C20-EBFED2550501}" dt="2025-04-07T02:43:34.802" v="5869"/>
          <ac:inkMkLst>
            <pc:docMk/>
            <pc:sldMk cId="1686411007" sldId="333"/>
            <ac:inkMk id="49" creationId="{F71A18D1-E88F-FEC0-0A31-71A037ABD14B}"/>
          </ac:inkMkLst>
        </pc:inkChg>
        <pc:inkChg chg="add mod">
          <ac:chgData name="Pi, Yalong" userId="c9a3dc08-26f0-490d-b190-2780270c58e1" providerId="ADAL" clId="{5AC52E50-EE96-4559-8C20-EBFED2550501}" dt="2025-04-07T02:43:34.802" v="5869"/>
          <ac:inkMkLst>
            <pc:docMk/>
            <pc:sldMk cId="1686411007" sldId="333"/>
            <ac:inkMk id="50" creationId="{2F0EF8EF-CB87-0F48-6934-56BAB561A1BA}"/>
          </ac:inkMkLst>
        </pc:inkChg>
        <pc:inkChg chg="add mod">
          <ac:chgData name="Pi, Yalong" userId="c9a3dc08-26f0-490d-b190-2780270c58e1" providerId="ADAL" clId="{5AC52E50-EE96-4559-8C20-EBFED2550501}" dt="2025-04-07T02:43:34.802" v="5869"/>
          <ac:inkMkLst>
            <pc:docMk/>
            <pc:sldMk cId="1686411007" sldId="333"/>
            <ac:inkMk id="51" creationId="{C42E7476-1FB9-3D59-66E4-F1A7C96EC342}"/>
          </ac:inkMkLst>
        </pc:inkChg>
        <pc:inkChg chg="add mod">
          <ac:chgData name="Pi, Yalong" userId="c9a3dc08-26f0-490d-b190-2780270c58e1" providerId="ADAL" clId="{5AC52E50-EE96-4559-8C20-EBFED2550501}" dt="2025-04-07T02:43:34.802" v="5869"/>
          <ac:inkMkLst>
            <pc:docMk/>
            <pc:sldMk cId="1686411007" sldId="333"/>
            <ac:inkMk id="52" creationId="{6344AF71-31AB-2B22-AD3E-271622330EF0}"/>
          </ac:inkMkLst>
        </pc:inkChg>
        <pc:inkChg chg="add">
          <ac:chgData name="Pi, Yalong" userId="c9a3dc08-26f0-490d-b190-2780270c58e1" providerId="ADAL" clId="{5AC52E50-EE96-4559-8C20-EBFED2550501}" dt="2025-04-07T02:43:59.876" v="5870" actId="9405"/>
          <ac:inkMkLst>
            <pc:docMk/>
            <pc:sldMk cId="1686411007" sldId="333"/>
            <ac:inkMk id="54" creationId="{D76F1AFE-AD49-7113-A1DB-F55706FE490E}"/>
          </ac:inkMkLst>
        </pc:inkChg>
        <pc:inkChg chg="add mod">
          <ac:chgData name="Pi, Yalong" userId="c9a3dc08-26f0-490d-b190-2780270c58e1" providerId="ADAL" clId="{5AC52E50-EE96-4559-8C20-EBFED2550501}" dt="2025-04-07T02:44:03.318" v="5876"/>
          <ac:inkMkLst>
            <pc:docMk/>
            <pc:sldMk cId="1686411007" sldId="333"/>
            <ac:inkMk id="55" creationId="{49309BF0-341B-EE18-08CE-9DCF7F66F695}"/>
          </ac:inkMkLst>
        </pc:inkChg>
        <pc:inkChg chg="add mod">
          <ac:chgData name="Pi, Yalong" userId="c9a3dc08-26f0-490d-b190-2780270c58e1" providerId="ADAL" clId="{5AC52E50-EE96-4559-8C20-EBFED2550501}" dt="2025-04-07T02:44:03.318" v="5876"/>
          <ac:inkMkLst>
            <pc:docMk/>
            <pc:sldMk cId="1686411007" sldId="333"/>
            <ac:inkMk id="56" creationId="{3C4E6237-F43F-74C2-7528-BACFCF9D8C63}"/>
          </ac:inkMkLst>
        </pc:inkChg>
        <pc:inkChg chg="add mod">
          <ac:chgData name="Pi, Yalong" userId="c9a3dc08-26f0-490d-b190-2780270c58e1" providerId="ADAL" clId="{5AC52E50-EE96-4559-8C20-EBFED2550501}" dt="2025-04-07T02:44:03.318" v="5876"/>
          <ac:inkMkLst>
            <pc:docMk/>
            <pc:sldMk cId="1686411007" sldId="333"/>
            <ac:inkMk id="57" creationId="{3FA6C418-CE04-8CE4-AF30-9E1360A9C9E8}"/>
          </ac:inkMkLst>
        </pc:inkChg>
        <pc:inkChg chg="add mod">
          <ac:chgData name="Pi, Yalong" userId="c9a3dc08-26f0-490d-b190-2780270c58e1" providerId="ADAL" clId="{5AC52E50-EE96-4559-8C20-EBFED2550501}" dt="2025-04-07T02:44:03.318" v="5876"/>
          <ac:inkMkLst>
            <pc:docMk/>
            <pc:sldMk cId="1686411007" sldId="333"/>
            <ac:inkMk id="58" creationId="{A7B26A92-87AD-590E-C1E8-090EB653B6A7}"/>
          </ac:inkMkLst>
        </pc:inkChg>
        <pc:inkChg chg="add mod">
          <ac:chgData name="Pi, Yalong" userId="c9a3dc08-26f0-490d-b190-2780270c58e1" providerId="ADAL" clId="{5AC52E50-EE96-4559-8C20-EBFED2550501}" dt="2025-04-07T02:44:03.318" v="5876"/>
          <ac:inkMkLst>
            <pc:docMk/>
            <pc:sldMk cId="1686411007" sldId="333"/>
            <ac:inkMk id="59" creationId="{E494A9D3-7860-B990-41CA-A55AAE85C470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61" creationId="{57CB94B0-CE51-EF95-625D-8A46B84256B8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62" creationId="{31C97A27-324F-E7AF-ED49-429C1275247A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63" creationId="{54322652-4FA7-1DFD-9E4F-3239ACB395DC}"/>
          </ac:inkMkLst>
        </pc:inkChg>
        <pc:inkChg chg="add del mod">
          <ac:chgData name="Pi, Yalong" userId="c9a3dc08-26f0-490d-b190-2780270c58e1" providerId="ADAL" clId="{5AC52E50-EE96-4559-8C20-EBFED2550501}" dt="2025-04-07T02:44:26.796" v="5884"/>
          <ac:inkMkLst>
            <pc:docMk/>
            <pc:sldMk cId="1686411007" sldId="333"/>
            <ac:inkMk id="64" creationId="{3324BBD6-EE17-C80A-1C34-4474360E8C74}"/>
          </ac:inkMkLst>
        </pc:inkChg>
        <pc:inkChg chg="add del mod">
          <ac:chgData name="Pi, Yalong" userId="c9a3dc08-26f0-490d-b190-2780270c58e1" providerId="ADAL" clId="{5AC52E50-EE96-4559-8C20-EBFED2550501}" dt="2025-04-07T02:44:26.796" v="5883"/>
          <ac:inkMkLst>
            <pc:docMk/>
            <pc:sldMk cId="1686411007" sldId="333"/>
            <ac:inkMk id="65" creationId="{EBAD686C-F7B2-0057-0915-8A33E30DC2D1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67" creationId="{D79235A8-351B-2BB2-07D8-9FEA5EEA3E99}"/>
          </ac:inkMkLst>
        </pc:inkChg>
        <pc:inkChg chg="add mod">
          <ac:chgData name="Pi, Yalong" userId="c9a3dc08-26f0-490d-b190-2780270c58e1" providerId="ADAL" clId="{5AC52E50-EE96-4559-8C20-EBFED2550501}" dt="2025-04-07T02:44:35.733" v="5888"/>
          <ac:inkMkLst>
            <pc:docMk/>
            <pc:sldMk cId="1686411007" sldId="333"/>
            <ac:inkMk id="68" creationId="{B69A1261-597C-DFDC-23BA-625CF1AAF509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69" creationId="{C1B97098-5641-0566-9636-0EAE2E5B3BB8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71" creationId="{E915D528-744E-38F3-E28D-D541BE65B50E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72" creationId="{A15F0940-A64A-875B-EEB2-0B382A818662}"/>
          </ac:inkMkLst>
        </pc:inkChg>
        <pc:inkChg chg="add mod">
          <ac:chgData name="Pi, Yalong" userId="c9a3dc08-26f0-490d-b190-2780270c58e1" providerId="ADAL" clId="{5AC52E50-EE96-4559-8C20-EBFED2550501}" dt="2025-04-07T02:44:38.001" v="5892"/>
          <ac:inkMkLst>
            <pc:docMk/>
            <pc:sldMk cId="1686411007" sldId="333"/>
            <ac:inkMk id="73" creationId="{1E98224E-3D29-2B10-7064-9C513D211301}"/>
          </ac:inkMkLst>
        </pc:inkChg>
      </pc:sldChg>
      <pc:sldChg chg="addSp delSp modSp new mod">
        <pc:chgData name="Pi, Yalong" userId="c9a3dc08-26f0-490d-b190-2780270c58e1" providerId="ADAL" clId="{5AC52E50-EE96-4559-8C20-EBFED2550501}" dt="2025-04-07T02:48:48.898" v="6075"/>
        <pc:sldMkLst>
          <pc:docMk/>
          <pc:sldMk cId="2390232865" sldId="334"/>
        </pc:sldMkLst>
        <pc:spChg chg="mod">
          <ac:chgData name="Pi, Yalong" userId="c9a3dc08-26f0-490d-b190-2780270c58e1" providerId="ADAL" clId="{5AC52E50-EE96-4559-8C20-EBFED2550501}" dt="2025-04-04T02:25:21.517" v="4297" actId="20577"/>
          <ac:spMkLst>
            <pc:docMk/>
            <pc:sldMk cId="2390232865" sldId="334"/>
            <ac:spMk id="2" creationId="{31AB256F-5615-A953-1518-B2EB368F46CB}"/>
          </ac:spMkLst>
        </pc:spChg>
        <pc:spChg chg="mod">
          <ac:chgData name="Pi, Yalong" userId="c9a3dc08-26f0-490d-b190-2780270c58e1" providerId="ADAL" clId="{5AC52E50-EE96-4559-8C20-EBFED2550501}" dt="2025-04-07T02:47:28.904" v="6039" actId="20577"/>
          <ac:spMkLst>
            <pc:docMk/>
            <pc:sldMk cId="2390232865" sldId="334"/>
            <ac:spMk id="3" creationId="{0284CBCC-FCBE-EF28-12FC-26B86AA19753}"/>
          </ac:spMkLst>
        </pc:spChg>
        <pc:spChg chg="add mod">
          <ac:chgData name="Pi, Yalong" userId="c9a3dc08-26f0-490d-b190-2780270c58e1" providerId="ADAL" clId="{5AC52E50-EE96-4559-8C20-EBFED2550501}" dt="2025-04-04T02:37:20.516" v="4385" actId="20577"/>
          <ac:spMkLst>
            <pc:docMk/>
            <pc:sldMk cId="2390232865" sldId="334"/>
            <ac:spMk id="4" creationId="{62C07EC0-41EA-96B6-1E96-99414F6C8F8A}"/>
          </ac:spMkLst>
        </pc:spChg>
        <pc:spChg chg="add mod">
          <ac:chgData name="Pi, Yalong" userId="c9a3dc08-26f0-490d-b190-2780270c58e1" providerId="ADAL" clId="{5AC52E50-EE96-4559-8C20-EBFED2550501}" dt="2025-04-07T02:47:42.565" v="6041" actId="1076"/>
          <ac:spMkLst>
            <pc:docMk/>
            <pc:sldMk cId="2390232865" sldId="334"/>
            <ac:spMk id="5" creationId="{28B25615-E4BC-5433-E530-7241AF12D8BE}"/>
          </ac:spMkLst>
        </pc:spChg>
        <pc:grpChg chg="del mod">
          <ac:chgData name="Pi, Yalong" userId="c9a3dc08-26f0-490d-b190-2780270c58e1" providerId="ADAL" clId="{5AC52E50-EE96-4559-8C20-EBFED2550501}" dt="2025-04-07T02:45:12.810" v="5910"/>
          <ac:grpSpMkLst>
            <pc:docMk/>
            <pc:sldMk cId="2390232865" sldId="334"/>
            <ac:grpSpMk id="12" creationId="{7B33DD7F-018E-91DC-4714-95D11B802F57}"/>
          </ac:grpSpMkLst>
        </pc:grpChg>
        <pc:grpChg chg="mod">
          <ac:chgData name="Pi, Yalong" userId="c9a3dc08-26f0-490d-b190-2780270c58e1" providerId="ADAL" clId="{5AC52E50-EE96-4559-8C20-EBFED2550501}" dt="2025-04-07T02:47:25.045" v="6037" actId="1076"/>
          <ac:grpSpMkLst>
            <pc:docMk/>
            <pc:sldMk cId="2390232865" sldId="334"/>
            <ac:grpSpMk id="23" creationId="{1E3941B0-8606-B99A-5B25-B0E5750932B2}"/>
          </ac:grpSpMkLst>
        </pc:grpChg>
        <pc:grpChg chg="mod">
          <ac:chgData name="Pi, Yalong" userId="c9a3dc08-26f0-490d-b190-2780270c58e1" providerId="ADAL" clId="{5AC52E50-EE96-4559-8C20-EBFED2550501}" dt="2025-04-07T02:45:28.334" v="5913"/>
          <ac:grpSpMkLst>
            <pc:docMk/>
            <pc:sldMk cId="2390232865" sldId="334"/>
            <ac:grpSpMk id="26" creationId="{CA2A2671-8ADD-5FBF-5418-95AFCD2344F1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30" creationId="{4C349328-1CB4-9B63-F465-B2FA9C8C0DFA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34" creationId="{70128DE2-D0EB-E541-E13C-B05DC23D0FEB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38" creationId="{6D1E1DC3-B51C-97A0-CCB1-BB32A1848EE7}"/>
          </ac:grpSpMkLst>
        </pc:grpChg>
        <pc:grpChg chg="del mod">
          <ac:chgData name="Pi, Yalong" userId="c9a3dc08-26f0-490d-b190-2780270c58e1" providerId="ADAL" clId="{5AC52E50-EE96-4559-8C20-EBFED2550501}" dt="2025-04-07T02:45:54.758" v="5934"/>
          <ac:grpSpMkLst>
            <pc:docMk/>
            <pc:sldMk cId="2390232865" sldId="334"/>
            <ac:grpSpMk id="45" creationId="{16485BE8-C248-AF51-5D61-7614F609C321}"/>
          </ac:grpSpMkLst>
        </pc:grpChg>
        <pc:grpChg chg="del mod">
          <ac:chgData name="Pi, Yalong" userId="c9a3dc08-26f0-490d-b190-2780270c58e1" providerId="ADAL" clId="{5AC52E50-EE96-4559-8C20-EBFED2550501}" dt="2025-04-07T02:45:54.758" v="5934"/>
          <ac:grpSpMkLst>
            <pc:docMk/>
            <pc:sldMk cId="2390232865" sldId="334"/>
            <ac:grpSpMk id="46" creationId="{3ECADCC1-BD0E-E556-2EBC-97E84BD94AD9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48" creationId="{75248BC1-CE60-4548-F6F6-80053E2EFC5D}"/>
          </ac:grpSpMkLst>
        </pc:grpChg>
        <pc:grpChg chg="mod">
          <ac:chgData name="Pi, Yalong" userId="c9a3dc08-26f0-490d-b190-2780270c58e1" providerId="ADAL" clId="{5AC52E50-EE96-4559-8C20-EBFED2550501}" dt="2025-04-07T02:45:56.299" v="5937"/>
          <ac:grpSpMkLst>
            <pc:docMk/>
            <pc:sldMk cId="2390232865" sldId="334"/>
            <ac:grpSpMk id="51" creationId="{516DA0EF-04F7-7B6A-3545-51DBE8542174}"/>
          </ac:grpSpMkLst>
        </pc:grpChg>
        <pc:grpChg chg="del mod">
          <ac:chgData name="Pi, Yalong" userId="c9a3dc08-26f0-490d-b190-2780270c58e1" providerId="ADAL" clId="{5AC52E50-EE96-4559-8C20-EBFED2550501}" dt="2025-04-07T02:46:04.372" v="5951"/>
          <ac:grpSpMkLst>
            <pc:docMk/>
            <pc:sldMk cId="2390232865" sldId="334"/>
            <ac:grpSpMk id="62" creationId="{71960B37-16CE-80FA-2923-17B54B75B042}"/>
          </ac:grpSpMkLst>
        </pc:grpChg>
        <pc:grpChg chg="mod">
          <ac:chgData name="Pi, Yalong" userId="c9a3dc08-26f0-490d-b190-2780270c58e1" providerId="ADAL" clId="{5AC52E50-EE96-4559-8C20-EBFED2550501}" dt="2025-04-07T02:46:04.372" v="5951"/>
          <ac:grpSpMkLst>
            <pc:docMk/>
            <pc:sldMk cId="2390232865" sldId="334"/>
            <ac:grpSpMk id="65" creationId="{416F788A-2AF7-2823-0DAE-104D6D51C495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68" creationId="{73A1521E-87B2-BF24-3E00-DB8B088A07FB}"/>
          </ac:grpSpMkLst>
        </pc:grpChg>
        <pc:grpChg chg="del mod">
          <ac:chgData name="Pi, Yalong" userId="c9a3dc08-26f0-490d-b190-2780270c58e1" providerId="ADAL" clId="{5AC52E50-EE96-4559-8C20-EBFED2550501}" dt="2025-04-07T02:46:14.729" v="5961"/>
          <ac:grpSpMkLst>
            <pc:docMk/>
            <pc:sldMk cId="2390232865" sldId="334"/>
            <ac:grpSpMk id="72" creationId="{E779280F-237B-EE2F-5450-34C2AA21BF6D}"/>
          </ac:grpSpMkLst>
        </pc:grpChg>
        <pc:grpChg chg="del mod">
          <ac:chgData name="Pi, Yalong" userId="c9a3dc08-26f0-490d-b190-2780270c58e1" providerId="ADAL" clId="{5AC52E50-EE96-4559-8C20-EBFED2550501}" dt="2025-04-07T02:46:17.562" v="5965"/>
          <ac:grpSpMkLst>
            <pc:docMk/>
            <pc:sldMk cId="2390232865" sldId="334"/>
            <ac:grpSpMk id="75" creationId="{58FE8BD2-FE62-4768-C141-57D9F661CCEC}"/>
          </ac:grpSpMkLst>
        </pc:grpChg>
        <pc:grpChg chg="del mod">
          <ac:chgData name="Pi, Yalong" userId="c9a3dc08-26f0-490d-b190-2780270c58e1" providerId="ADAL" clId="{5AC52E50-EE96-4559-8C20-EBFED2550501}" dt="2025-04-07T02:46:17.562" v="5965"/>
          <ac:grpSpMkLst>
            <pc:docMk/>
            <pc:sldMk cId="2390232865" sldId="334"/>
            <ac:grpSpMk id="79" creationId="{B671C999-3C4B-E2D6-BD64-749750DFECDF}"/>
          </ac:grpSpMkLst>
        </pc:grpChg>
        <pc:grpChg chg="del mod">
          <ac:chgData name="Pi, Yalong" userId="c9a3dc08-26f0-490d-b190-2780270c58e1" providerId="ADAL" clId="{5AC52E50-EE96-4559-8C20-EBFED2550501}" dt="2025-04-07T02:46:21.460" v="5975"/>
          <ac:grpSpMkLst>
            <pc:docMk/>
            <pc:sldMk cId="2390232865" sldId="334"/>
            <ac:grpSpMk id="80" creationId="{98A2277F-D75F-5CA7-0FE2-C87D12F29799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90" creationId="{A23F2326-DC09-33AF-364F-462691FFB7A9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91" creationId="{2E15F45F-0127-C13B-E4B5-82DD1421BA33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92" creationId="{8194470A-B86B-114F-9934-ADB8F6F93A2E}"/>
          </ac:grpSpMkLst>
        </pc:grpChg>
        <pc:grpChg chg="mod">
          <ac:chgData name="Pi, Yalong" userId="c9a3dc08-26f0-490d-b190-2780270c58e1" providerId="ADAL" clId="{5AC52E50-EE96-4559-8C20-EBFED2550501}" dt="2025-04-07T02:46:21.460" v="5975"/>
          <ac:grpSpMkLst>
            <pc:docMk/>
            <pc:sldMk cId="2390232865" sldId="334"/>
            <ac:grpSpMk id="93" creationId="{57FA2786-6458-62DB-9E46-7C7E92715A9F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94" creationId="{B9F78179-0B04-0B5B-5193-8DB64E33B629}"/>
          </ac:grpSpMkLst>
        </pc:grpChg>
        <pc:grpChg chg="mod">
          <ac:chgData name="Pi, Yalong" userId="c9a3dc08-26f0-490d-b190-2780270c58e1" providerId="ADAL" clId="{5AC52E50-EE96-4559-8C20-EBFED2550501}" dt="2025-04-07T02:46:23.856" v="5979"/>
          <ac:grpSpMkLst>
            <pc:docMk/>
            <pc:sldMk cId="2390232865" sldId="334"/>
            <ac:grpSpMk id="98" creationId="{AD595013-D614-2151-571F-F824410460E4}"/>
          </ac:grpSpMkLst>
        </pc:grpChg>
        <pc:grpChg chg="mod">
          <ac:chgData name="Pi, Yalong" userId="c9a3dc08-26f0-490d-b190-2780270c58e1" providerId="ADAL" clId="{5AC52E50-EE96-4559-8C20-EBFED2550501}" dt="2025-04-07T02:47:39.290" v="6040" actId="1076"/>
          <ac:grpSpMkLst>
            <pc:docMk/>
            <pc:sldMk cId="2390232865" sldId="334"/>
            <ac:grpSpMk id="102" creationId="{35422FB6-9607-CBA0-958D-4B84E0D53980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06" creationId="{2A75DF7E-8935-724F-1A83-03A6A9641CC6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10" creationId="{B65D6B22-B9F3-8325-A030-F18778AD6417}"/>
          </ac:grpSpMkLst>
        </pc:grpChg>
        <pc:grpChg chg="mod">
          <ac:chgData name="Pi, Yalong" userId="c9a3dc08-26f0-490d-b190-2780270c58e1" providerId="ADAL" clId="{5AC52E50-EE96-4559-8C20-EBFED2550501}" dt="2025-04-07T02:46:48.596" v="6015"/>
          <ac:grpSpMkLst>
            <pc:docMk/>
            <pc:sldMk cId="2390232865" sldId="334"/>
            <ac:grpSpMk id="134" creationId="{12EAB5B4-6847-BFE2-7CBD-8454BE57B9A2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35" creationId="{A828662C-28FD-957E-2250-15EB4920EF42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36" creationId="{ED1D152F-675D-0213-FFEE-117C88E954E8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37" creationId="{57D520EB-4A55-B77C-1015-BC4B5686CD0E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38" creationId="{FA21CA61-C334-74D8-C3A1-AF19163044AE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39" creationId="{EDEC6C57-EDD0-61EC-C8C7-3452BB1C13E9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40" creationId="{1B76CF80-4EDA-070B-6076-4070B80CCE5E}"/>
          </ac:grpSpMkLst>
        </pc:grpChg>
        <pc:grpChg chg="mod">
          <ac:chgData name="Pi, Yalong" userId="c9a3dc08-26f0-490d-b190-2780270c58e1" providerId="ADAL" clId="{5AC52E50-EE96-4559-8C20-EBFED2550501}" dt="2025-04-07T02:46:55.105" v="6025"/>
          <ac:grpSpMkLst>
            <pc:docMk/>
            <pc:sldMk cId="2390232865" sldId="334"/>
            <ac:grpSpMk id="150" creationId="{3B084F76-A725-E552-B313-A4BFE6981D14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51" creationId="{5729EEBE-F887-9695-E073-9B39847EBFB1}"/>
          </ac:grpSpMkLst>
        </pc:grpChg>
        <pc:grpChg chg="del mod">
          <ac:chgData name="Pi, Yalong" userId="c9a3dc08-26f0-490d-b190-2780270c58e1" providerId="ADAL" clId="{5AC52E50-EE96-4559-8C20-EBFED2550501}" dt="2025-04-07T02:47:01.458" v="6032"/>
          <ac:grpSpMkLst>
            <pc:docMk/>
            <pc:sldMk cId="2390232865" sldId="334"/>
            <ac:grpSpMk id="156" creationId="{72E22324-6664-1675-CBF4-33892DC81A7C}"/>
          </ac:grpSpMkLst>
        </pc:grpChg>
        <pc:grpChg chg="mod">
          <ac:chgData name="Pi, Yalong" userId="c9a3dc08-26f0-490d-b190-2780270c58e1" providerId="ADAL" clId="{5AC52E50-EE96-4559-8C20-EBFED2550501}" dt="2025-04-07T02:46:59.016" v="6030"/>
          <ac:grpSpMkLst>
            <pc:docMk/>
            <pc:sldMk cId="2390232865" sldId="334"/>
            <ac:grpSpMk id="157" creationId="{5F470F47-7AE9-322A-402A-E55BA3EFED36}"/>
          </ac:grpSpMkLst>
        </pc:grpChg>
        <pc:grpChg chg="del mod">
          <ac:chgData name="Pi, Yalong" userId="c9a3dc08-26f0-490d-b190-2780270c58e1" providerId="ADAL" clId="{5AC52E50-EE96-4559-8C20-EBFED2550501}" dt="2025-04-07T02:47:03.337" v="6034"/>
          <ac:grpSpMkLst>
            <pc:docMk/>
            <pc:sldMk cId="2390232865" sldId="334"/>
            <ac:grpSpMk id="159" creationId="{620A6193-DD1B-CD88-1908-FBEF58095457}"/>
          </ac:grpSpMkLst>
        </pc:grpChg>
        <pc:grpChg chg="mod">
          <ac:chgData name="Pi, Yalong" userId="c9a3dc08-26f0-490d-b190-2780270c58e1" providerId="ADAL" clId="{5AC52E50-EE96-4559-8C20-EBFED2550501}" dt="2025-04-07T02:48:08.389" v="6042" actId="1076"/>
          <ac:grpSpMkLst>
            <pc:docMk/>
            <pc:sldMk cId="2390232865" sldId="334"/>
            <ac:grpSpMk id="161" creationId="{74B390D5-3458-5D6D-F7AC-1D5C5FC38B20}"/>
          </ac:grpSpMkLst>
        </pc:grpChg>
        <pc:grpChg chg="mod">
          <ac:chgData name="Pi, Yalong" userId="c9a3dc08-26f0-490d-b190-2780270c58e1" providerId="ADAL" clId="{5AC52E50-EE96-4559-8C20-EBFED2550501}" dt="2025-04-07T02:48:32.685" v="6049"/>
          <ac:grpSpMkLst>
            <pc:docMk/>
            <pc:sldMk cId="2390232865" sldId="334"/>
            <ac:grpSpMk id="168" creationId="{36A5E066-E5A4-17E6-AB6A-F5A4B36576A2}"/>
          </ac:grpSpMkLst>
        </pc:grpChg>
        <pc:grpChg chg="mod">
          <ac:chgData name="Pi, Yalong" userId="c9a3dc08-26f0-490d-b190-2780270c58e1" providerId="ADAL" clId="{5AC52E50-EE96-4559-8C20-EBFED2550501}" dt="2025-04-07T02:48:36.686" v="6057"/>
          <ac:grpSpMkLst>
            <pc:docMk/>
            <pc:sldMk cId="2390232865" sldId="334"/>
            <ac:grpSpMk id="176" creationId="{20409DC9-1EB1-A208-8368-75B158B0D0C1}"/>
          </ac:grpSpMkLst>
        </pc:grpChg>
        <pc:grpChg chg="mod">
          <ac:chgData name="Pi, Yalong" userId="c9a3dc08-26f0-490d-b190-2780270c58e1" providerId="ADAL" clId="{5AC52E50-EE96-4559-8C20-EBFED2550501}" dt="2025-04-07T02:48:48.898" v="6075"/>
          <ac:grpSpMkLst>
            <pc:docMk/>
            <pc:sldMk cId="2390232865" sldId="334"/>
            <ac:grpSpMk id="194" creationId="{4D982931-5E53-8EF0-CCF7-ABFAA038F920}"/>
          </ac:grpSpMkLst>
        </pc:grpChg>
        <pc:grpChg chg="mod">
          <ac:chgData name="Pi, Yalong" userId="c9a3dc08-26f0-490d-b190-2780270c58e1" providerId="ADAL" clId="{5AC52E50-EE96-4559-8C20-EBFED2550501}" dt="2025-04-07T02:48:48.898" v="6075"/>
          <ac:grpSpMkLst>
            <pc:docMk/>
            <pc:sldMk cId="2390232865" sldId="334"/>
            <ac:grpSpMk id="195" creationId="{37B26D5D-5AC2-3D46-2815-60C7FA6893FC}"/>
          </ac:grpSpMkLst>
        </pc:grpChg>
        <pc:grpChg chg="mod">
          <ac:chgData name="Pi, Yalong" userId="c9a3dc08-26f0-490d-b190-2780270c58e1" providerId="ADAL" clId="{5AC52E50-EE96-4559-8C20-EBFED2550501}" dt="2025-04-07T02:48:48.898" v="6075"/>
          <ac:grpSpMkLst>
            <pc:docMk/>
            <pc:sldMk cId="2390232865" sldId="334"/>
            <ac:grpSpMk id="196" creationId="{A8F99C89-3EE2-5167-A6EB-A8D6B664F151}"/>
          </ac:grpSpMkLst>
        </pc:grpChg>
        <pc:grpChg chg="mod">
          <ac:chgData name="Pi, Yalong" userId="c9a3dc08-26f0-490d-b190-2780270c58e1" providerId="ADAL" clId="{5AC52E50-EE96-4559-8C20-EBFED2550501}" dt="2025-04-07T02:48:48.898" v="6075"/>
          <ac:grpSpMkLst>
            <pc:docMk/>
            <pc:sldMk cId="2390232865" sldId="334"/>
            <ac:grpSpMk id="197" creationId="{39F17C55-404F-D9BE-9D88-5249CFD1ADA4}"/>
          </ac:grpSpMkLst>
        </pc:grp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6" creationId="{7C7C68FF-2F9D-63E4-E8B4-F823E4538F69}"/>
          </ac:inkMkLst>
        </pc:ink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7" creationId="{5E4F2FBF-A19E-FA17-0885-08B1DBBF0166}"/>
          </ac:inkMkLst>
        </pc:ink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8" creationId="{4CAA02EB-FBE3-924D-4545-7CB72B45A677}"/>
          </ac:inkMkLst>
        </pc:ink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9" creationId="{E150CAA0-1038-8A52-4CF2-F93C003BB3BB}"/>
          </ac:inkMkLst>
        </pc:inkChg>
        <pc:inkChg chg="add mod">
          <ac:chgData name="Pi, Yalong" userId="c9a3dc08-26f0-490d-b190-2780270c58e1" providerId="ADAL" clId="{5AC52E50-EE96-4559-8C20-EBFED2550501}" dt="2025-04-07T02:45:07.141" v="5899"/>
          <ac:inkMkLst>
            <pc:docMk/>
            <pc:sldMk cId="2390232865" sldId="334"/>
            <ac:inkMk id="10" creationId="{0A51D9C4-7ED1-49D0-7B72-274F637EBEE3}"/>
          </ac:inkMkLst>
        </pc:ink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11" creationId="{00E37224-4C78-79BE-45F6-8D8E72FF013D}"/>
          </ac:inkMkLst>
        </pc:inkChg>
        <pc:inkChg chg="add">
          <ac:chgData name="Pi, Yalong" userId="c9a3dc08-26f0-490d-b190-2780270c58e1" providerId="ADAL" clId="{5AC52E50-EE96-4559-8C20-EBFED2550501}" dt="2025-04-07T02:45:07.359" v="5900" actId="9405"/>
          <ac:inkMkLst>
            <pc:docMk/>
            <pc:sldMk cId="2390232865" sldId="334"/>
            <ac:inkMk id="13" creationId="{40D99035-7674-E3CF-D37B-6C91730B12A3}"/>
          </ac:inkMkLst>
        </pc:ink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14" creationId="{916F29E2-8397-40B3-AEBF-D65490A1CE00}"/>
          </ac:inkMkLst>
        </pc:ink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15" creationId="{D2006ABE-4A76-7CE2-42F4-F0B7D030C772}"/>
          </ac:inkMkLst>
        </pc:inkChg>
        <pc:inkChg chg="add">
          <ac:chgData name="Pi, Yalong" userId="c9a3dc08-26f0-490d-b190-2780270c58e1" providerId="ADAL" clId="{5AC52E50-EE96-4559-8C20-EBFED2550501}" dt="2025-04-07T02:45:08.433" v="5903" actId="9405"/>
          <ac:inkMkLst>
            <pc:docMk/>
            <pc:sldMk cId="2390232865" sldId="334"/>
            <ac:inkMk id="16" creationId="{A509C384-E86A-6A49-668C-E9D0992F15E5}"/>
          </ac:inkMkLst>
        </pc:inkChg>
        <pc:inkChg chg="add">
          <ac:chgData name="Pi, Yalong" userId="c9a3dc08-26f0-490d-b190-2780270c58e1" providerId="ADAL" clId="{5AC52E50-EE96-4559-8C20-EBFED2550501}" dt="2025-04-07T02:45:09.210" v="5904" actId="9405"/>
          <ac:inkMkLst>
            <pc:docMk/>
            <pc:sldMk cId="2390232865" sldId="334"/>
            <ac:inkMk id="17" creationId="{53DEE677-4FA2-C13F-01BA-D78137EADD8F}"/>
          </ac:inkMkLst>
        </pc:inkChg>
        <pc:inkChg chg="add">
          <ac:chgData name="Pi, Yalong" userId="c9a3dc08-26f0-490d-b190-2780270c58e1" providerId="ADAL" clId="{5AC52E50-EE96-4559-8C20-EBFED2550501}" dt="2025-04-07T02:45:10.237" v="5905" actId="9405"/>
          <ac:inkMkLst>
            <pc:docMk/>
            <pc:sldMk cId="2390232865" sldId="334"/>
            <ac:inkMk id="18" creationId="{327E3739-AE37-A066-3637-9AAFACC34071}"/>
          </ac:inkMkLst>
        </pc:inkChg>
        <pc:inkChg chg="add">
          <ac:chgData name="Pi, Yalong" userId="c9a3dc08-26f0-490d-b190-2780270c58e1" providerId="ADAL" clId="{5AC52E50-EE96-4559-8C20-EBFED2550501}" dt="2025-04-07T02:45:10.755" v="5906" actId="9405"/>
          <ac:inkMkLst>
            <pc:docMk/>
            <pc:sldMk cId="2390232865" sldId="334"/>
            <ac:inkMk id="19" creationId="{418B8D8D-D045-1555-644E-58E3AD5DA60B}"/>
          </ac:inkMkLst>
        </pc:inkChg>
        <pc:inkChg chg="add mod">
          <ac:chgData name="Pi, Yalong" userId="c9a3dc08-26f0-490d-b190-2780270c58e1" providerId="ADAL" clId="{5AC52E50-EE96-4559-8C20-EBFED2550501}" dt="2025-04-07T02:45:12.810" v="5910"/>
          <ac:inkMkLst>
            <pc:docMk/>
            <pc:sldMk cId="2390232865" sldId="334"/>
            <ac:inkMk id="20" creationId="{043A716F-1563-A7F4-E034-F56A6C3D06CC}"/>
          </ac:inkMkLst>
        </pc:inkChg>
        <pc:inkChg chg="add">
          <ac:chgData name="Pi, Yalong" userId="c9a3dc08-26f0-490d-b190-2780270c58e1" providerId="ADAL" clId="{5AC52E50-EE96-4559-8C20-EBFED2550501}" dt="2025-04-07T02:45:11.919" v="5908" actId="9405"/>
          <ac:inkMkLst>
            <pc:docMk/>
            <pc:sldMk cId="2390232865" sldId="334"/>
            <ac:inkMk id="21" creationId="{E645DD43-1037-57A3-A463-E967FA1D5C4D}"/>
          </ac:inkMkLst>
        </pc:inkChg>
        <pc:inkChg chg="add">
          <ac:chgData name="Pi, Yalong" userId="c9a3dc08-26f0-490d-b190-2780270c58e1" providerId="ADAL" clId="{5AC52E50-EE96-4559-8C20-EBFED2550501}" dt="2025-04-07T02:45:12.280" v="5909" actId="9405"/>
          <ac:inkMkLst>
            <pc:docMk/>
            <pc:sldMk cId="2390232865" sldId="334"/>
            <ac:inkMk id="22" creationId="{B4967FD5-2BFA-8EE3-4D9E-645AA8A0EA1E}"/>
          </ac:inkMkLst>
        </pc:inkChg>
        <pc:inkChg chg="add mod">
          <ac:chgData name="Pi, Yalong" userId="c9a3dc08-26f0-490d-b190-2780270c58e1" providerId="ADAL" clId="{5AC52E50-EE96-4559-8C20-EBFED2550501}" dt="2025-04-07T02:45:28.334" v="5913"/>
          <ac:inkMkLst>
            <pc:docMk/>
            <pc:sldMk cId="2390232865" sldId="334"/>
            <ac:inkMk id="24" creationId="{4984CD41-2757-2262-3FEF-7D4F31A366EB}"/>
          </ac:inkMkLst>
        </pc:inkChg>
        <pc:inkChg chg="add mod">
          <ac:chgData name="Pi, Yalong" userId="c9a3dc08-26f0-490d-b190-2780270c58e1" providerId="ADAL" clId="{5AC52E50-EE96-4559-8C20-EBFED2550501}" dt="2025-04-07T02:45:28.334" v="5913"/>
          <ac:inkMkLst>
            <pc:docMk/>
            <pc:sldMk cId="2390232865" sldId="334"/>
            <ac:inkMk id="25" creationId="{0F9C448F-F5C6-4F17-189E-BB697EF41C76}"/>
          </ac:inkMkLst>
        </pc:inkChg>
        <pc:inkChg chg="add mod">
          <ac:chgData name="Pi, Yalong" userId="c9a3dc08-26f0-490d-b190-2780270c58e1" providerId="ADAL" clId="{5AC52E50-EE96-4559-8C20-EBFED2550501}" dt="2025-04-07T02:45:39.586" v="5917"/>
          <ac:inkMkLst>
            <pc:docMk/>
            <pc:sldMk cId="2390232865" sldId="334"/>
            <ac:inkMk id="27" creationId="{F4548990-A1AC-3367-A039-850919C4F734}"/>
          </ac:inkMkLst>
        </pc:inkChg>
        <pc:inkChg chg="add mod">
          <ac:chgData name="Pi, Yalong" userId="c9a3dc08-26f0-490d-b190-2780270c58e1" providerId="ADAL" clId="{5AC52E50-EE96-4559-8C20-EBFED2550501}" dt="2025-04-07T02:45:39.586" v="5917"/>
          <ac:inkMkLst>
            <pc:docMk/>
            <pc:sldMk cId="2390232865" sldId="334"/>
            <ac:inkMk id="28" creationId="{BDD4266B-92DF-C4DB-231F-2A77AC287742}"/>
          </ac:inkMkLst>
        </pc:inkChg>
        <pc:inkChg chg="add mod">
          <ac:chgData name="Pi, Yalong" userId="c9a3dc08-26f0-490d-b190-2780270c58e1" providerId="ADAL" clId="{5AC52E50-EE96-4559-8C20-EBFED2550501}" dt="2025-04-07T02:45:39.586" v="5917"/>
          <ac:inkMkLst>
            <pc:docMk/>
            <pc:sldMk cId="2390232865" sldId="334"/>
            <ac:inkMk id="29" creationId="{5140538A-9D75-1FC3-F6EE-4EB4C7983EE7}"/>
          </ac:inkMkLst>
        </pc:inkChg>
        <pc:inkChg chg="add mod">
          <ac:chgData name="Pi, Yalong" userId="c9a3dc08-26f0-490d-b190-2780270c58e1" providerId="ADAL" clId="{5AC52E50-EE96-4559-8C20-EBFED2550501}" dt="2025-04-07T02:45:43.699" v="5921"/>
          <ac:inkMkLst>
            <pc:docMk/>
            <pc:sldMk cId="2390232865" sldId="334"/>
            <ac:inkMk id="31" creationId="{2B7F4818-33AD-4E56-7BFF-B8BDE18E8F87}"/>
          </ac:inkMkLst>
        </pc:inkChg>
        <pc:inkChg chg="add mod">
          <ac:chgData name="Pi, Yalong" userId="c9a3dc08-26f0-490d-b190-2780270c58e1" providerId="ADAL" clId="{5AC52E50-EE96-4559-8C20-EBFED2550501}" dt="2025-04-07T02:45:43.699" v="5921"/>
          <ac:inkMkLst>
            <pc:docMk/>
            <pc:sldMk cId="2390232865" sldId="334"/>
            <ac:inkMk id="32" creationId="{BB40E155-CC94-57C5-32A4-8AE51F2E7E44}"/>
          </ac:inkMkLst>
        </pc:inkChg>
        <pc:inkChg chg="add mod">
          <ac:chgData name="Pi, Yalong" userId="c9a3dc08-26f0-490d-b190-2780270c58e1" providerId="ADAL" clId="{5AC52E50-EE96-4559-8C20-EBFED2550501}" dt="2025-04-07T02:45:43.699" v="5921"/>
          <ac:inkMkLst>
            <pc:docMk/>
            <pc:sldMk cId="2390232865" sldId="334"/>
            <ac:inkMk id="33" creationId="{10EA8AD5-2CBF-18A8-1ACF-EFCC452E21FC}"/>
          </ac:inkMkLst>
        </pc:inkChg>
        <pc:inkChg chg="add mod">
          <ac:chgData name="Pi, Yalong" userId="c9a3dc08-26f0-490d-b190-2780270c58e1" providerId="ADAL" clId="{5AC52E50-EE96-4559-8C20-EBFED2550501}" dt="2025-04-07T02:45:48.451" v="5925"/>
          <ac:inkMkLst>
            <pc:docMk/>
            <pc:sldMk cId="2390232865" sldId="334"/>
            <ac:inkMk id="35" creationId="{E03DA971-0A78-8404-8F5F-9006F6421610}"/>
          </ac:inkMkLst>
        </pc:inkChg>
        <pc:inkChg chg="add mod">
          <ac:chgData name="Pi, Yalong" userId="c9a3dc08-26f0-490d-b190-2780270c58e1" providerId="ADAL" clId="{5AC52E50-EE96-4559-8C20-EBFED2550501}" dt="2025-04-07T02:45:48.451" v="5925"/>
          <ac:inkMkLst>
            <pc:docMk/>
            <pc:sldMk cId="2390232865" sldId="334"/>
            <ac:inkMk id="36" creationId="{03DE8A82-7304-E63D-D66F-1E36F776E807}"/>
          </ac:inkMkLst>
        </pc:inkChg>
        <pc:inkChg chg="add mod">
          <ac:chgData name="Pi, Yalong" userId="c9a3dc08-26f0-490d-b190-2780270c58e1" providerId="ADAL" clId="{5AC52E50-EE96-4559-8C20-EBFED2550501}" dt="2025-04-07T02:45:54.758" v="5934"/>
          <ac:inkMkLst>
            <pc:docMk/>
            <pc:sldMk cId="2390232865" sldId="334"/>
            <ac:inkMk id="37" creationId="{20FABD01-983D-A029-BAB6-052267AF2115}"/>
          </ac:inkMkLst>
        </pc:inkChg>
        <pc:inkChg chg="add mod">
          <ac:chgData name="Pi, Yalong" userId="c9a3dc08-26f0-490d-b190-2780270c58e1" providerId="ADAL" clId="{5AC52E50-EE96-4559-8C20-EBFED2550501}" dt="2025-04-07T02:45:54.758" v="5934"/>
          <ac:inkMkLst>
            <pc:docMk/>
            <pc:sldMk cId="2390232865" sldId="334"/>
            <ac:inkMk id="39" creationId="{9E486FDA-ECEB-A5DA-930E-BED1D57EC11D}"/>
          </ac:inkMkLst>
        </pc:inkChg>
        <pc:inkChg chg="add mod">
          <ac:chgData name="Pi, Yalong" userId="c9a3dc08-26f0-490d-b190-2780270c58e1" providerId="ADAL" clId="{5AC52E50-EE96-4559-8C20-EBFED2550501}" dt="2025-04-07T02:45:54.758" v="5934"/>
          <ac:inkMkLst>
            <pc:docMk/>
            <pc:sldMk cId="2390232865" sldId="334"/>
            <ac:inkMk id="40" creationId="{C2611256-9107-7F9D-8B96-7B10999A7A90}"/>
          </ac:inkMkLst>
        </pc:inkChg>
        <pc:inkChg chg="add mod">
          <ac:chgData name="Pi, Yalong" userId="c9a3dc08-26f0-490d-b190-2780270c58e1" providerId="ADAL" clId="{5AC52E50-EE96-4559-8C20-EBFED2550501}" dt="2025-04-07T02:45:54.758" v="5934"/>
          <ac:inkMkLst>
            <pc:docMk/>
            <pc:sldMk cId="2390232865" sldId="334"/>
            <ac:inkMk id="41" creationId="{E6EA2205-AB8F-5E63-1C5D-4247680E23A9}"/>
          </ac:inkMkLst>
        </pc:inkChg>
        <pc:inkChg chg="add mod">
          <ac:chgData name="Pi, Yalong" userId="c9a3dc08-26f0-490d-b190-2780270c58e1" providerId="ADAL" clId="{5AC52E50-EE96-4559-8C20-EBFED2550501}" dt="2025-04-07T02:45:54.758" v="5934"/>
          <ac:inkMkLst>
            <pc:docMk/>
            <pc:sldMk cId="2390232865" sldId="334"/>
            <ac:inkMk id="42" creationId="{FF98EA4A-0C98-87B6-2B98-F88C1D2DA0F1}"/>
          </ac:inkMkLst>
        </pc:inkChg>
        <pc:inkChg chg="add mod">
          <ac:chgData name="Pi, Yalong" userId="c9a3dc08-26f0-490d-b190-2780270c58e1" providerId="ADAL" clId="{5AC52E50-EE96-4559-8C20-EBFED2550501}" dt="2025-04-07T02:45:52.268" v="5932"/>
          <ac:inkMkLst>
            <pc:docMk/>
            <pc:sldMk cId="2390232865" sldId="334"/>
            <ac:inkMk id="43" creationId="{BA650FDC-66D2-BF0F-FB39-3880165806D4}"/>
          </ac:inkMkLst>
        </pc:inkChg>
        <pc:inkChg chg="add mod">
          <ac:chgData name="Pi, Yalong" userId="c9a3dc08-26f0-490d-b190-2780270c58e1" providerId="ADAL" clId="{5AC52E50-EE96-4559-8C20-EBFED2550501}" dt="2025-04-07T02:45:54.758" v="5934"/>
          <ac:inkMkLst>
            <pc:docMk/>
            <pc:sldMk cId="2390232865" sldId="334"/>
            <ac:inkMk id="44" creationId="{65F08924-A346-1A87-F1E3-078FD2A43031}"/>
          </ac:inkMkLst>
        </pc:inkChg>
        <pc:inkChg chg="add mod">
          <ac:chgData name="Pi, Yalong" userId="c9a3dc08-26f0-490d-b190-2780270c58e1" providerId="ADAL" clId="{5AC52E50-EE96-4559-8C20-EBFED2550501}" dt="2025-04-07T02:45:54.758" v="5934"/>
          <ac:inkMkLst>
            <pc:docMk/>
            <pc:sldMk cId="2390232865" sldId="334"/>
            <ac:inkMk id="47" creationId="{40F2C422-683E-020A-930E-D540D5C9804A}"/>
          </ac:inkMkLst>
        </pc:inkChg>
        <pc:inkChg chg="add mod">
          <ac:chgData name="Pi, Yalong" userId="c9a3dc08-26f0-490d-b190-2780270c58e1" providerId="ADAL" clId="{5AC52E50-EE96-4559-8C20-EBFED2550501}" dt="2025-04-07T02:45:56.299" v="5937"/>
          <ac:inkMkLst>
            <pc:docMk/>
            <pc:sldMk cId="2390232865" sldId="334"/>
            <ac:inkMk id="49" creationId="{AFE05008-57D6-B62F-9261-C5DEDA2AE7D5}"/>
          </ac:inkMkLst>
        </pc:inkChg>
        <pc:inkChg chg="add mod">
          <ac:chgData name="Pi, Yalong" userId="c9a3dc08-26f0-490d-b190-2780270c58e1" providerId="ADAL" clId="{5AC52E50-EE96-4559-8C20-EBFED2550501}" dt="2025-04-07T02:45:56.299" v="5937"/>
          <ac:inkMkLst>
            <pc:docMk/>
            <pc:sldMk cId="2390232865" sldId="334"/>
            <ac:inkMk id="50" creationId="{4A0C40B4-A3FC-4B98-4B5D-2CCB32003E32}"/>
          </ac:inkMkLst>
        </pc:inkChg>
        <pc:inkChg chg="add mod">
          <ac:chgData name="Pi, Yalong" userId="c9a3dc08-26f0-490d-b190-2780270c58e1" providerId="ADAL" clId="{5AC52E50-EE96-4559-8C20-EBFED2550501}" dt="2025-04-07T02:46:01.816" v="5948"/>
          <ac:inkMkLst>
            <pc:docMk/>
            <pc:sldMk cId="2390232865" sldId="334"/>
            <ac:inkMk id="52" creationId="{FF397E97-0CA0-FF95-FCC9-7478EA3DD7F3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53" creationId="{0618B9B3-87E4-0967-4E85-DDA55AD79F37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54" creationId="{4707D9EA-8186-B0F9-61FB-F43D292232EA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55" creationId="{0CB25C72-076C-88A3-2260-72290E129058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56" creationId="{289B55BC-F1CE-1E72-659E-F1C64774AFDC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57" creationId="{F64D5C1B-1C6B-639D-3DC2-83C2188ED778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58" creationId="{9B1BAD45-17DF-B14A-82BA-0A4A0009E1EE}"/>
          </ac:inkMkLst>
        </pc:inkChg>
        <pc:inkChg chg="add">
          <ac:chgData name="Pi, Yalong" userId="c9a3dc08-26f0-490d-b190-2780270c58e1" providerId="ADAL" clId="{5AC52E50-EE96-4559-8C20-EBFED2550501}" dt="2025-04-07T02:46:00.661" v="5945" actId="9405"/>
          <ac:inkMkLst>
            <pc:docMk/>
            <pc:sldMk cId="2390232865" sldId="334"/>
            <ac:inkMk id="59" creationId="{0F445517-FED6-5E60-F5EA-4244A1AD87C4}"/>
          </ac:inkMkLst>
        </pc:inkChg>
        <pc:inkChg chg="add mod">
          <ac:chgData name="Pi, Yalong" userId="c9a3dc08-26f0-490d-b190-2780270c58e1" providerId="ADAL" clId="{5AC52E50-EE96-4559-8C20-EBFED2550501}" dt="2025-04-07T02:46:01.816" v="5948"/>
          <ac:inkMkLst>
            <pc:docMk/>
            <pc:sldMk cId="2390232865" sldId="334"/>
            <ac:inkMk id="60" creationId="{19B25C9A-30DD-2B6C-9179-1D81982BB7B5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61" creationId="{F5D074FB-9AE1-76BF-5107-BD9EDB114520}"/>
          </ac:inkMkLst>
        </pc:inkChg>
        <pc:inkChg chg="add mod">
          <ac:chgData name="Pi, Yalong" userId="c9a3dc08-26f0-490d-b190-2780270c58e1" providerId="ADAL" clId="{5AC52E50-EE96-4559-8C20-EBFED2550501}" dt="2025-04-07T02:46:04.372" v="5951"/>
          <ac:inkMkLst>
            <pc:docMk/>
            <pc:sldMk cId="2390232865" sldId="334"/>
            <ac:inkMk id="63" creationId="{B4203087-9799-EF3D-A3F3-F2EE18E6B521}"/>
          </ac:inkMkLst>
        </pc:inkChg>
        <pc:inkChg chg="add">
          <ac:chgData name="Pi, Yalong" userId="c9a3dc08-26f0-490d-b190-2780270c58e1" providerId="ADAL" clId="{5AC52E50-EE96-4559-8C20-EBFED2550501}" dt="2025-04-07T02:46:03.454" v="5950" actId="9405"/>
          <ac:inkMkLst>
            <pc:docMk/>
            <pc:sldMk cId="2390232865" sldId="334"/>
            <ac:inkMk id="64" creationId="{DA4A928D-6E3B-3E43-B358-82F3DEAEC41B}"/>
          </ac:inkMkLst>
        </pc:inkChg>
        <pc:inkChg chg="add mod">
          <ac:chgData name="Pi, Yalong" userId="c9a3dc08-26f0-490d-b190-2780270c58e1" providerId="ADAL" clId="{5AC52E50-EE96-4559-8C20-EBFED2550501}" dt="2025-04-07T02:46:05.722" v="5954"/>
          <ac:inkMkLst>
            <pc:docMk/>
            <pc:sldMk cId="2390232865" sldId="334"/>
            <ac:inkMk id="66" creationId="{3CAE8EC6-97C7-6E81-2353-993B06B00F5A}"/>
          </ac:inkMkLst>
        </pc:inkChg>
        <pc:inkChg chg="add mod">
          <ac:chgData name="Pi, Yalong" userId="c9a3dc08-26f0-490d-b190-2780270c58e1" providerId="ADAL" clId="{5AC52E50-EE96-4559-8C20-EBFED2550501}" dt="2025-04-07T02:46:05.722" v="5954"/>
          <ac:inkMkLst>
            <pc:docMk/>
            <pc:sldMk cId="2390232865" sldId="334"/>
            <ac:inkMk id="67" creationId="{3F35FC39-FDF6-DB1F-729E-5D0E4EC3975B}"/>
          </ac:inkMkLst>
        </pc:inkChg>
        <pc:inkChg chg="add mod">
          <ac:chgData name="Pi, Yalong" userId="c9a3dc08-26f0-490d-b190-2780270c58e1" providerId="ADAL" clId="{5AC52E50-EE96-4559-8C20-EBFED2550501}" dt="2025-04-07T02:46:17.562" v="5965"/>
          <ac:inkMkLst>
            <pc:docMk/>
            <pc:sldMk cId="2390232865" sldId="334"/>
            <ac:inkMk id="69" creationId="{96A8EEF7-456B-3C46-98B3-3BBF601E7532}"/>
          </ac:inkMkLst>
        </pc:inkChg>
        <pc:inkChg chg="add mod">
          <ac:chgData name="Pi, Yalong" userId="c9a3dc08-26f0-490d-b190-2780270c58e1" providerId="ADAL" clId="{5AC52E50-EE96-4559-8C20-EBFED2550501}" dt="2025-04-07T02:46:17.562" v="5965"/>
          <ac:inkMkLst>
            <pc:docMk/>
            <pc:sldMk cId="2390232865" sldId="334"/>
            <ac:inkMk id="70" creationId="{508690DC-A0DB-32AA-C0BB-F7957B4B8D14}"/>
          </ac:inkMkLst>
        </pc:inkChg>
        <pc:inkChg chg="add mod">
          <ac:chgData name="Pi, Yalong" userId="c9a3dc08-26f0-490d-b190-2780270c58e1" providerId="ADAL" clId="{5AC52E50-EE96-4559-8C20-EBFED2550501}" dt="2025-04-07T02:46:14.729" v="5961"/>
          <ac:inkMkLst>
            <pc:docMk/>
            <pc:sldMk cId="2390232865" sldId="334"/>
            <ac:inkMk id="71" creationId="{2023CA86-5D65-CFA6-A6DD-437AE5C771FD}"/>
          </ac:inkMkLst>
        </pc:inkChg>
        <pc:inkChg chg="add mod">
          <ac:chgData name="Pi, Yalong" userId="c9a3dc08-26f0-490d-b190-2780270c58e1" providerId="ADAL" clId="{5AC52E50-EE96-4559-8C20-EBFED2550501}" dt="2025-04-07T02:46:17.562" v="5965"/>
          <ac:inkMkLst>
            <pc:docMk/>
            <pc:sldMk cId="2390232865" sldId="334"/>
            <ac:inkMk id="73" creationId="{43A0BD0D-AD30-3563-3131-E9A48F620846}"/>
          </ac:inkMkLst>
        </pc:inkChg>
        <pc:inkChg chg="add mod">
          <ac:chgData name="Pi, Yalong" userId="c9a3dc08-26f0-490d-b190-2780270c58e1" providerId="ADAL" clId="{5AC52E50-EE96-4559-8C20-EBFED2550501}" dt="2025-04-07T02:46:17.562" v="5965"/>
          <ac:inkMkLst>
            <pc:docMk/>
            <pc:sldMk cId="2390232865" sldId="334"/>
            <ac:inkMk id="74" creationId="{F476F7B9-72EA-2694-838F-BEB1B74FFF7F}"/>
          </ac:inkMkLst>
        </pc:inkChg>
        <pc:inkChg chg="add mod">
          <ac:chgData name="Pi, Yalong" userId="c9a3dc08-26f0-490d-b190-2780270c58e1" providerId="ADAL" clId="{5AC52E50-EE96-4559-8C20-EBFED2550501}" dt="2025-04-07T02:46:21.460" v="5975"/>
          <ac:inkMkLst>
            <pc:docMk/>
            <pc:sldMk cId="2390232865" sldId="334"/>
            <ac:inkMk id="76" creationId="{2E2D8FF7-3FF1-E692-7907-0206E43A32AC}"/>
          </ac:inkMkLst>
        </pc:inkChg>
        <pc:inkChg chg="add mod">
          <ac:chgData name="Pi, Yalong" userId="c9a3dc08-26f0-490d-b190-2780270c58e1" providerId="ADAL" clId="{5AC52E50-EE96-4559-8C20-EBFED2550501}" dt="2025-04-07T02:46:17.562" v="5965"/>
          <ac:inkMkLst>
            <pc:docMk/>
            <pc:sldMk cId="2390232865" sldId="334"/>
            <ac:inkMk id="77" creationId="{94487696-1BDE-D7C4-3683-BF2749E1BD84}"/>
          </ac:inkMkLst>
        </pc:inkChg>
        <pc:inkChg chg="add mod">
          <ac:chgData name="Pi, Yalong" userId="c9a3dc08-26f0-490d-b190-2780270c58e1" providerId="ADAL" clId="{5AC52E50-EE96-4559-8C20-EBFED2550501}" dt="2025-04-07T02:46:17.562" v="5965"/>
          <ac:inkMkLst>
            <pc:docMk/>
            <pc:sldMk cId="2390232865" sldId="334"/>
            <ac:inkMk id="78" creationId="{6821E95F-707D-268B-8517-581022E32E13}"/>
          </ac:inkMkLst>
        </pc:inkChg>
        <pc:inkChg chg="add">
          <ac:chgData name="Pi, Yalong" userId="c9a3dc08-26f0-490d-b190-2780270c58e1" providerId="ADAL" clId="{5AC52E50-EE96-4559-8C20-EBFED2550501}" dt="2025-04-07T02:46:17.984" v="5966" actId="9405"/>
          <ac:inkMkLst>
            <pc:docMk/>
            <pc:sldMk cId="2390232865" sldId="334"/>
            <ac:inkMk id="81" creationId="{6AFAA529-19F8-4BCB-4ADF-1F21F251D5F5}"/>
          </ac:inkMkLst>
        </pc:inkChg>
        <pc:inkChg chg="add mod">
          <ac:chgData name="Pi, Yalong" userId="c9a3dc08-26f0-490d-b190-2780270c58e1" providerId="ADAL" clId="{5AC52E50-EE96-4559-8C20-EBFED2550501}" dt="2025-04-07T02:46:21.460" v="5975"/>
          <ac:inkMkLst>
            <pc:docMk/>
            <pc:sldMk cId="2390232865" sldId="334"/>
            <ac:inkMk id="82" creationId="{8CFCAEB7-0D4C-7AB6-B341-799072D22C49}"/>
          </ac:inkMkLst>
        </pc:inkChg>
        <pc:inkChg chg="add mod">
          <ac:chgData name="Pi, Yalong" userId="c9a3dc08-26f0-490d-b190-2780270c58e1" providerId="ADAL" clId="{5AC52E50-EE96-4559-8C20-EBFED2550501}" dt="2025-04-07T02:46:21.460" v="5975"/>
          <ac:inkMkLst>
            <pc:docMk/>
            <pc:sldMk cId="2390232865" sldId="334"/>
            <ac:inkMk id="83" creationId="{B3B16896-3240-933F-1054-6AAD9F938073}"/>
          </ac:inkMkLst>
        </pc:inkChg>
        <pc:inkChg chg="add">
          <ac:chgData name="Pi, Yalong" userId="c9a3dc08-26f0-490d-b190-2780270c58e1" providerId="ADAL" clId="{5AC52E50-EE96-4559-8C20-EBFED2550501}" dt="2025-04-07T02:46:19.028" v="5969" actId="9405"/>
          <ac:inkMkLst>
            <pc:docMk/>
            <pc:sldMk cId="2390232865" sldId="334"/>
            <ac:inkMk id="84" creationId="{191FD08D-767D-AF1C-CE38-DCB2C0D7DFE8}"/>
          </ac:inkMkLst>
        </pc:inkChg>
        <pc:inkChg chg="add">
          <ac:chgData name="Pi, Yalong" userId="c9a3dc08-26f0-490d-b190-2780270c58e1" providerId="ADAL" clId="{5AC52E50-EE96-4559-8C20-EBFED2550501}" dt="2025-04-07T02:46:19.186" v="5970" actId="9405"/>
          <ac:inkMkLst>
            <pc:docMk/>
            <pc:sldMk cId="2390232865" sldId="334"/>
            <ac:inkMk id="85" creationId="{04B88E67-CD0B-DFA3-9604-BB8247EBB208}"/>
          </ac:inkMkLst>
        </pc:inkChg>
        <pc:inkChg chg="add">
          <ac:chgData name="Pi, Yalong" userId="c9a3dc08-26f0-490d-b190-2780270c58e1" providerId="ADAL" clId="{5AC52E50-EE96-4559-8C20-EBFED2550501}" dt="2025-04-07T02:46:19.825" v="5971" actId="9405"/>
          <ac:inkMkLst>
            <pc:docMk/>
            <pc:sldMk cId="2390232865" sldId="334"/>
            <ac:inkMk id="86" creationId="{8CC19DC8-E9A9-3729-8440-3A008F6A38DB}"/>
          </ac:inkMkLst>
        </pc:inkChg>
        <pc:inkChg chg="add mod">
          <ac:chgData name="Pi, Yalong" userId="c9a3dc08-26f0-490d-b190-2780270c58e1" providerId="ADAL" clId="{5AC52E50-EE96-4559-8C20-EBFED2550501}" dt="2025-04-07T02:46:21.460" v="5975"/>
          <ac:inkMkLst>
            <pc:docMk/>
            <pc:sldMk cId="2390232865" sldId="334"/>
            <ac:inkMk id="87" creationId="{AB72E1AD-8829-23C2-F4C6-918F81D1CD44}"/>
          </ac:inkMkLst>
        </pc:inkChg>
        <pc:inkChg chg="add">
          <ac:chgData name="Pi, Yalong" userId="c9a3dc08-26f0-490d-b190-2780270c58e1" providerId="ADAL" clId="{5AC52E50-EE96-4559-8C20-EBFED2550501}" dt="2025-04-07T02:46:20.729" v="5973" actId="9405"/>
          <ac:inkMkLst>
            <pc:docMk/>
            <pc:sldMk cId="2390232865" sldId="334"/>
            <ac:inkMk id="88" creationId="{DAC9AEB2-F938-5B3F-2ADF-87E872198FCD}"/>
          </ac:inkMkLst>
        </pc:inkChg>
        <pc:inkChg chg="add">
          <ac:chgData name="Pi, Yalong" userId="c9a3dc08-26f0-490d-b190-2780270c58e1" providerId="ADAL" clId="{5AC52E50-EE96-4559-8C20-EBFED2550501}" dt="2025-04-07T02:46:20.961" v="5974" actId="9405"/>
          <ac:inkMkLst>
            <pc:docMk/>
            <pc:sldMk cId="2390232865" sldId="334"/>
            <ac:inkMk id="89" creationId="{ADC1333A-92C3-129D-C094-A4CB3D806AC6}"/>
          </ac:inkMkLst>
        </pc:inkChg>
        <pc:inkChg chg="add mod">
          <ac:chgData name="Pi, Yalong" userId="c9a3dc08-26f0-490d-b190-2780270c58e1" providerId="ADAL" clId="{5AC52E50-EE96-4559-8C20-EBFED2550501}" dt="2025-04-07T02:46:23.856" v="5979"/>
          <ac:inkMkLst>
            <pc:docMk/>
            <pc:sldMk cId="2390232865" sldId="334"/>
            <ac:inkMk id="95" creationId="{CDB47974-B3A8-4D92-DB0F-83D91F5DA373}"/>
          </ac:inkMkLst>
        </pc:inkChg>
        <pc:inkChg chg="add mod">
          <ac:chgData name="Pi, Yalong" userId="c9a3dc08-26f0-490d-b190-2780270c58e1" providerId="ADAL" clId="{5AC52E50-EE96-4559-8C20-EBFED2550501}" dt="2025-04-07T02:46:23.856" v="5979"/>
          <ac:inkMkLst>
            <pc:docMk/>
            <pc:sldMk cId="2390232865" sldId="334"/>
            <ac:inkMk id="96" creationId="{82564AF9-9776-BCAC-2ABB-1BAAEAED1261}"/>
          </ac:inkMkLst>
        </pc:inkChg>
        <pc:inkChg chg="add mod">
          <ac:chgData name="Pi, Yalong" userId="c9a3dc08-26f0-490d-b190-2780270c58e1" providerId="ADAL" clId="{5AC52E50-EE96-4559-8C20-EBFED2550501}" dt="2025-04-07T02:46:23.856" v="5979"/>
          <ac:inkMkLst>
            <pc:docMk/>
            <pc:sldMk cId="2390232865" sldId="334"/>
            <ac:inkMk id="97" creationId="{4E05F2F4-7DA5-F396-3E73-2F9D8FF354C9}"/>
          </ac:inkMkLst>
        </pc:inkChg>
        <pc:inkChg chg="add mod">
          <ac:chgData name="Pi, Yalong" userId="c9a3dc08-26f0-490d-b190-2780270c58e1" providerId="ADAL" clId="{5AC52E50-EE96-4559-8C20-EBFED2550501}" dt="2025-04-07T02:46:25.902" v="5983"/>
          <ac:inkMkLst>
            <pc:docMk/>
            <pc:sldMk cId="2390232865" sldId="334"/>
            <ac:inkMk id="99" creationId="{3DFB0CB1-4D53-4621-715E-C4AF0D73FB82}"/>
          </ac:inkMkLst>
        </pc:inkChg>
        <pc:inkChg chg="add mod">
          <ac:chgData name="Pi, Yalong" userId="c9a3dc08-26f0-490d-b190-2780270c58e1" providerId="ADAL" clId="{5AC52E50-EE96-4559-8C20-EBFED2550501}" dt="2025-04-07T02:46:25.902" v="5983"/>
          <ac:inkMkLst>
            <pc:docMk/>
            <pc:sldMk cId="2390232865" sldId="334"/>
            <ac:inkMk id="100" creationId="{7DA60E7A-6D64-D7C8-A17F-6366175A7EE2}"/>
          </ac:inkMkLst>
        </pc:inkChg>
        <pc:inkChg chg="add mod">
          <ac:chgData name="Pi, Yalong" userId="c9a3dc08-26f0-490d-b190-2780270c58e1" providerId="ADAL" clId="{5AC52E50-EE96-4559-8C20-EBFED2550501}" dt="2025-04-07T02:46:25.902" v="5983"/>
          <ac:inkMkLst>
            <pc:docMk/>
            <pc:sldMk cId="2390232865" sldId="334"/>
            <ac:inkMk id="101" creationId="{5D49E22D-3EC7-83A0-0323-B1E4BAC1C598}"/>
          </ac:inkMkLst>
        </pc:inkChg>
        <pc:inkChg chg="add">
          <ac:chgData name="Pi, Yalong" userId="c9a3dc08-26f0-490d-b190-2780270c58e1" providerId="ADAL" clId="{5AC52E50-EE96-4559-8C20-EBFED2550501}" dt="2025-04-07T02:46:27.149" v="5984" actId="9405"/>
          <ac:inkMkLst>
            <pc:docMk/>
            <pc:sldMk cId="2390232865" sldId="334"/>
            <ac:inkMk id="103" creationId="{7FA1E0C7-28F8-16C6-632E-1A8D438E7A42}"/>
          </ac:inkMkLst>
        </pc:inkChg>
        <pc:inkChg chg="add mod">
          <ac:chgData name="Pi, Yalong" userId="c9a3dc08-26f0-490d-b190-2780270c58e1" providerId="ADAL" clId="{5AC52E50-EE96-4559-8C20-EBFED2550501}" dt="2025-04-07T02:46:34.049" v="5987"/>
          <ac:inkMkLst>
            <pc:docMk/>
            <pc:sldMk cId="2390232865" sldId="334"/>
            <ac:inkMk id="104" creationId="{9ABC69CA-DF9D-C4DD-E56C-AA3F4536096B}"/>
          </ac:inkMkLst>
        </pc:inkChg>
        <pc:inkChg chg="add mod">
          <ac:chgData name="Pi, Yalong" userId="c9a3dc08-26f0-490d-b190-2780270c58e1" providerId="ADAL" clId="{5AC52E50-EE96-4559-8C20-EBFED2550501}" dt="2025-04-07T02:46:34.049" v="5987"/>
          <ac:inkMkLst>
            <pc:docMk/>
            <pc:sldMk cId="2390232865" sldId="334"/>
            <ac:inkMk id="105" creationId="{8C841D28-91FD-C958-B2FD-88C7EFAF6D73}"/>
          </ac:inkMkLst>
        </pc:inkChg>
        <pc:inkChg chg="add">
          <ac:chgData name="Pi, Yalong" userId="c9a3dc08-26f0-490d-b190-2780270c58e1" providerId="ADAL" clId="{5AC52E50-EE96-4559-8C20-EBFED2550501}" dt="2025-04-07T02:46:36.389" v="5988" actId="9405"/>
          <ac:inkMkLst>
            <pc:docMk/>
            <pc:sldMk cId="2390232865" sldId="334"/>
            <ac:inkMk id="107" creationId="{076D693D-AA59-1CFE-09C1-9DE145B0D9CE}"/>
          </ac:inkMkLst>
        </pc:inkChg>
        <pc:inkChg chg="add mod">
          <ac:chgData name="Pi, Yalong" userId="c9a3dc08-26f0-490d-b190-2780270c58e1" providerId="ADAL" clId="{5AC52E50-EE96-4559-8C20-EBFED2550501}" dt="2025-04-07T02:46:37.929" v="5991"/>
          <ac:inkMkLst>
            <pc:docMk/>
            <pc:sldMk cId="2390232865" sldId="334"/>
            <ac:inkMk id="108" creationId="{C310EA9E-EB08-78BD-8579-DD08CA13B42F}"/>
          </ac:inkMkLst>
        </pc:inkChg>
        <pc:inkChg chg="add mod">
          <ac:chgData name="Pi, Yalong" userId="c9a3dc08-26f0-490d-b190-2780270c58e1" providerId="ADAL" clId="{5AC52E50-EE96-4559-8C20-EBFED2550501}" dt="2025-04-07T02:46:37.929" v="5991"/>
          <ac:inkMkLst>
            <pc:docMk/>
            <pc:sldMk cId="2390232865" sldId="334"/>
            <ac:inkMk id="109" creationId="{319306CF-B766-5497-C9D7-015B11A01CB6}"/>
          </ac:inkMkLst>
        </pc:inkChg>
        <pc:inkChg chg="add">
          <ac:chgData name="Pi, Yalong" userId="c9a3dc08-26f0-490d-b190-2780270c58e1" providerId="ADAL" clId="{5AC52E50-EE96-4559-8C20-EBFED2550501}" dt="2025-04-07T02:46:40.638" v="5992" actId="9405"/>
          <ac:inkMkLst>
            <pc:docMk/>
            <pc:sldMk cId="2390232865" sldId="334"/>
            <ac:inkMk id="111" creationId="{C28163E0-A874-EBDD-B1B1-3B2CE1F514AB}"/>
          </ac:inkMkLst>
        </pc:inkChg>
        <pc:inkChg chg="add">
          <ac:chgData name="Pi, Yalong" userId="c9a3dc08-26f0-490d-b190-2780270c58e1" providerId="ADAL" clId="{5AC52E50-EE96-4559-8C20-EBFED2550501}" dt="2025-04-07T02:46:40.825" v="5993" actId="9405"/>
          <ac:inkMkLst>
            <pc:docMk/>
            <pc:sldMk cId="2390232865" sldId="334"/>
            <ac:inkMk id="112" creationId="{BF984E63-D41B-8D7D-D048-EADB32F6591D}"/>
          </ac:inkMkLst>
        </pc:inkChg>
        <pc:inkChg chg="add mod">
          <ac:chgData name="Pi, Yalong" userId="c9a3dc08-26f0-490d-b190-2780270c58e1" providerId="ADAL" clId="{5AC52E50-EE96-4559-8C20-EBFED2550501}" dt="2025-04-07T02:46:48.596" v="6015"/>
          <ac:inkMkLst>
            <pc:docMk/>
            <pc:sldMk cId="2390232865" sldId="334"/>
            <ac:inkMk id="113" creationId="{D1437329-E319-8829-5845-C07807B16BDA}"/>
          </ac:inkMkLst>
        </pc:inkChg>
        <pc:inkChg chg="add">
          <ac:chgData name="Pi, Yalong" userId="c9a3dc08-26f0-490d-b190-2780270c58e1" providerId="ADAL" clId="{5AC52E50-EE96-4559-8C20-EBFED2550501}" dt="2025-04-07T02:46:41.743" v="5995" actId="9405"/>
          <ac:inkMkLst>
            <pc:docMk/>
            <pc:sldMk cId="2390232865" sldId="334"/>
            <ac:inkMk id="114" creationId="{F4014BB9-D664-4EEB-E26E-EEF3AFD0C25C}"/>
          </ac:inkMkLst>
        </pc:inkChg>
        <pc:inkChg chg="add">
          <ac:chgData name="Pi, Yalong" userId="c9a3dc08-26f0-490d-b190-2780270c58e1" providerId="ADAL" clId="{5AC52E50-EE96-4559-8C20-EBFED2550501}" dt="2025-04-07T02:46:42.197" v="5996" actId="9405"/>
          <ac:inkMkLst>
            <pc:docMk/>
            <pc:sldMk cId="2390232865" sldId="334"/>
            <ac:inkMk id="115" creationId="{8D665959-F067-315A-EACE-CCC50BA1A60E}"/>
          </ac:inkMkLst>
        </pc:inkChg>
        <pc:inkChg chg="add">
          <ac:chgData name="Pi, Yalong" userId="c9a3dc08-26f0-490d-b190-2780270c58e1" providerId="ADAL" clId="{5AC52E50-EE96-4559-8C20-EBFED2550501}" dt="2025-04-07T02:46:42.443" v="5997" actId="9405"/>
          <ac:inkMkLst>
            <pc:docMk/>
            <pc:sldMk cId="2390232865" sldId="334"/>
            <ac:inkMk id="116" creationId="{E4B4344F-BCE8-FB34-84B3-2036F7C7D149}"/>
          </ac:inkMkLst>
        </pc:inkChg>
        <pc:inkChg chg="add">
          <ac:chgData name="Pi, Yalong" userId="c9a3dc08-26f0-490d-b190-2780270c58e1" providerId="ADAL" clId="{5AC52E50-EE96-4559-8C20-EBFED2550501}" dt="2025-04-07T02:46:42.694" v="5998" actId="9405"/>
          <ac:inkMkLst>
            <pc:docMk/>
            <pc:sldMk cId="2390232865" sldId="334"/>
            <ac:inkMk id="117" creationId="{A3094494-30EA-69D1-AE2C-1B1CCF445862}"/>
          </ac:inkMkLst>
        </pc:inkChg>
        <pc:inkChg chg="add">
          <ac:chgData name="Pi, Yalong" userId="c9a3dc08-26f0-490d-b190-2780270c58e1" providerId="ADAL" clId="{5AC52E50-EE96-4559-8C20-EBFED2550501}" dt="2025-04-07T02:46:42.880" v="5999" actId="9405"/>
          <ac:inkMkLst>
            <pc:docMk/>
            <pc:sldMk cId="2390232865" sldId="334"/>
            <ac:inkMk id="118" creationId="{15DA6965-C469-F3FC-711A-56EAB9C55253}"/>
          </ac:inkMkLst>
        </pc:inkChg>
        <pc:inkChg chg="add">
          <ac:chgData name="Pi, Yalong" userId="c9a3dc08-26f0-490d-b190-2780270c58e1" providerId="ADAL" clId="{5AC52E50-EE96-4559-8C20-EBFED2550501}" dt="2025-04-07T02:46:43.408" v="6000" actId="9405"/>
          <ac:inkMkLst>
            <pc:docMk/>
            <pc:sldMk cId="2390232865" sldId="334"/>
            <ac:inkMk id="119" creationId="{8FCA10A1-D736-9E95-F592-ADD27BFE84DD}"/>
          </ac:inkMkLst>
        </pc:inkChg>
        <pc:inkChg chg="add">
          <ac:chgData name="Pi, Yalong" userId="c9a3dc08-26f0-490d-b190-2780270c58e1" providerId="ADAL" clId="{5AC52E50-EE96-4559-8C20-EBFED2550501}" dt="2025-04-07T02:46:43.885" v="6001" actId="9405"/>
          <ac:inkMkLst>
            <pc:docMk/>
            <pc:sldMk cId="2390232865" sldId="334"/>
            <ac:inkMk id="120" creationId="{F79150CE-FBC1-6344-E021-73300814E01B}"/>
          </ac:inkMkLst>
        </pc:inkChg>
        <pc:inkChg chg="add mod">
          <ac:chgData name="Pi, Yalong" userId="c9a3dc08-26f0-490d-b190-2780270c58e1" providerId="ADAL" clId="{5AC52E50-EE96-4559-8C20-EBFED2550501}" dt="2025-04-07T02:46:48.596" v="6015"/>
          <ac:inkMkLst>
            <pc:docMk/>
            <pc:sldMk cId="2390232865" sldId="334"/>
            <ac:inkMk id="121" creationId="{06412BF4-4F2B-E315-AF6A-CC41972F54CF}"/>
          </ac:inkMkLst>
        </pc:inkChg>
        <pc:inkChg chg="add">
          <ac:chgData name="Pi, Yalong" userId="c9a3dc08-26f0-490d-b190-2780270c58e1" providerId="ADAL" clId="{5AC52E50-EE96-4559-8C20-EBFED2550501}" dt="2025-04-07T02:46:44.374" v="6003" actId="9405"/>
          <ac:inkMkLst>
            <pc:docMk/>
            <pc:sldMk cId="2390232865" sldId="334"/>
            <ac:inkMk id="122" creationId="{44507324-F496-AB9B-1A6A-8D9B1778B93A}"/>
          </ac:inkMkLst>
        </pc:inkChg>
        <pc:inkChg chg="add mod">
          <ac:chgData name="Pi, Yalong" userId="c9a3dc08-26f0-490d-b190-2780270c58e1" providerId="ADAL" clId="{5AC52E50-EE96-4559-8C20-EBFED2550501}" dt="2025-04-07T02:46:48.596" v="6015"/>
          <ac:inkMkLst>
            <pc:docMk/>
            <pc:sldMk cId="2390232865" sldId="334"/>
            <ac:inkMk id="123" creationId="{64150979-B2FB-660D-07B2-9648BDAFCDF3}"/>
          </ac:inkMkLst>
        </pc:inkChg>
        <pc:inkChg chg="add">
          <ac:chgData name="Pi, Yalong" userId="c9a3dc08-26f0-490d-b190-2780270c58e1" providerId="ADAL" clId="{5AC52E50-EE96-4559-8C20-EBFED2550501}" dt="2025-04-07T02:46:44.947" v="6005" actId="9405"/>
          <ac:inkMkLst>
            <pc:docMk/>
            <pc:sldMk cId="2390232865" sldId="334"/>
            <ac:inkMk id="124" creationId="{2B94357F-0558-4097-4117-7EDBF5A1A53E}"/>
          </ac:inkMkLst>
        </pc:inkChg>
        <pc:inkChg chg="add">
          <ac:chgData name="Pi, Yalong" userId="c9a3dc08-26f0-490d-b190-2780270c58e1" providerId="ADAL" clId="{5AC52E50-EE96-4559-8C20-EBFED2550501}" dt="2025-04-07T02:46:45.430" v="6006" actId="9405"/>
          <ac:inkMkLst>
            <pc:docMk/>
            <pc:sldMk cId="2390232865" sldId="334"/>
            <ac:inkMk id="125" creationId="{28CB71F2-1C6D-E013-3571-1003AEB02EA7}"/>
          </ac:inkMkLst>
        </pc:inkChg>
        <pc:inkChg chg="add">
          <ac:chgData name="Pi, Yalong" userId="c9a3dc08-26f0-490d-b190-2780270c58e1" providerId="ADAL" clId="{5AC52E50-EE96-4559-8C20-EBFED2550501}" dt="2025-04-07T02:46:45.887" v="6007" actId="9405"/>
          <ac:inkMkLst>
            <pc:docMk/>
            <pc:sldMk cId="2390232865" sldId="334"/>
            <ac:inkMk id="126" creationId="{4D403FD5-550A-03AC-F4E9-02430352D6B2}"/>
          </ac:inkMkLst>
        </pc:inkChg>
        <pc:inkChg chg="add">
          <ac:chgData name="Pi, Yalong" userId="c9a3dc08-26f0-490d-b190-2780270c58e1" providerId="ADAL" clId="{5AC52E50-EE96-4559-8C20-EBFED2550501}" dt="2025-04-07T02:46:46.205" v="6008" actId="9405"/>
          <ac:inkMkLst>
            <pc:docMk/>
            <pc:sldMk cId="2390232865" sldId="334"/>
            <ac:inkMk id="127" creationId="{85C6DF79-92C3-FF61-3D07-D85DB5C11526}"/>
          </ac:inkMkLst>
        </pc:inkChg>
        <pc:inkChg chg="add">
          <ac:chgData name="Pi, Yalong" userId="c9a3dc08-26f0-490d-b190-2780270c58e1" providerId="ADAL" clId="{5AC52E50-EE96-4559-8C20-EBFED2550501}" dt="2025-04-07T02:46:46.394" v="6009" actId="9405"/>
          <ac:inkMkLst>
            <pc:docMk/>
            <pc:sldMk cId="2390232865" sldId="334"/>
            <ac:inkMk id="128" creationId="{FC6345B7-B712-4DAA-91BC-C9EC894FE11E}"/>
          </ac:inkMkLst>
        </pc:inkChg>
        <pc:inkChg chg="add">
          <ac:chgData name="Pi, Yalong" userId="c9a3dc08-26f0-490d-b190-2780270c58e1" providerId="ADAL" clId="{5AC52E50-EE96-4559-8C20-EBFED2550501}" dt="2025-04-07T02:46:46.780" v="6010" actId="9405"/>
          <ac:inkMkLst>
            <pc:docMk/>
            <pc:sldMk cId="2390232865" sldId="334"/>
            <ac:inkMk id="129" creationId="{FF18E1E0-AB7F-7E3F-4488-0952708C9309}"/>
          </ac:inkMkLst>
        </pc:inkChg>
        <pc:inkChg chg="add">
          <ac:chgData name="Pi, Yalong" userId="c9a3dc08-26f0-490d-b190-2780270c58e1" providerId="ADAL" clId="{5AC52E50-EE96-4559-8C20-EBFED2550501}" dt="2025-04-07T02:46:46.936" v="6011" actId="9405"/>
          <ac:inkMkLst>
            <pc:docMk/>
            <pc:sldMk cId="2390232865" sldId="334"/>
            <ac:inkMk id="130" creationId="{14412353-7079-75DA-70E1-9142A72E5A1D}"/>
          </ac:inkMkLst>
        </pc:inkChg>
        <pc:inkChg chg="add">
          <ac:chgData name="Pi, Yalong" userId="c9a3dc08-26f0-490d-b190-2780270c58e1" providerId="ADAL" clId="{5AC52E50-EE96-4559-8C20-EBFED2550501}" dt="2025-04-07T02:46:47.385" v="6012" actId="9405"/>
          <ac:inkMkLst>
            <pc:docMk/>
            <pc:sldMk cId="2390232865" sldId="334"/>
            <ac:inkMk id="131" creationId="{46D8E13F-3928-A0A6-4625-4ED11B524BCA}"/>
          </ac:inkMkLst>
        </pc:inkChg>
        <pc:inkChg chg="add">
          <ac:chgData name="Pi, Yalong" userId="c9a3dc08-26f0-490d-b190-2780270c58e1" providerId="ADAL" clId="{5AC52E50-EE96-4559-8C20-EBFED2550501}" dt="2025-04-07T02:46:47.841" v="6013" actId="9405"/>
          <ac:inkMkLst>
            <pc:docMk/>
            <pc:sldMk cId="2390232865" sldId="334"/>
            <ac:inkMk id="132" creationId="{FDC9C303-71C3-FEBE-BF4B-399DADAB196B}"/>
          </ac:inkMkLst>
        </pc:inkChg>
        <pc:inkChg chg="add">
          <ac:chgData name="Pi, Yalong" userId="c9a3dc08-26f0-490d-b190-2780270c58e1" providerId="ADAL" clId="{5AC52E50-EE96-4559-8C20-EBFED2550501}" dt="2025-04-07T02:46:48.045" v="6014" actId="9405"/>
          <ac:inkMkLst>
            <pc:docMk/>
            <pc:sldMk cId="2390232865" sldId="334"/>
            <ac:inkMk id="133" creationId="{C083A28F-B4FD-C40D-AFF3-2832F204DA7E}"/>
          </ac:inkMkLst>
        </pc:inkChg>
        <pc:inkChg chg="add">
          <ac:chgData name="Pi, Yalong" userId="c9a3dc08-26f0-490d-b190-2780270c58e1" providerId="ADAL" clId="{5AC52E50-EE96-4559-8C20-EBFED2550501}" dt="2025-04-07T02:46:50.131" v="6016" actId="9405"/>
          <ac:inkMkLst>
            <pc:docMk/>
            <pc:sldMk cId="2390232865" sldId="334"/>
            <ac:inkMk id="141" creationId="{08855339-A59D-DD1B-792B-4DD987399C4A}"/>
          </ac:inkMkLst>
        </pc:inkChg>
        <pc:inkChg chg="add">
          <ac:chgData name="Pi, Yalong" userId="c9a3dc08-26f0-490d-b190-2780270c58e1" providerId="ADAL" clId="{5AC52E50-EE96-4559-8C20-EBFED2550501}" dt="2025-04-07T02:46:50.349" v="6017" actId="9405"/>
          <ac:inkMkLst>
            <pc:docMk/>
            <pc:sldMk cId="2390232865" sldId="334"/>
            <ac:inkMk id="142" creationId="{4BA4A2BE-2F9B-D2C7-FFC9-F889BAA44EB5}"/>
          </ac:inkMkLst>
        </pc:inkChg>
        <pc:inkChg chg="add mod">
          <ac:chgData name="Pi, Yalong" userId="c9a3dc08-26f0-490d-b190-2780270c58e1" providerId="ADAL" clId="{5AC52E50-EE96-4559-8C20-EBFED2550501}" dt="2025-04-07T02:46:55.105" v="6025"/>
          <ac:inkMkLst>
            <pc:docMk/>
            <pc:sldMk cId="2390232865" sldId="334"/>
            <ac:inkMk id="143" creationId="{D2817F6E-03A9-D7C5-9E6C-CA1FFD07ACAD}"/>
          </ac:inkMkLst>
        </pc:inkChg>
        <pc:inkChg chg="add mod">
          <ac:chgData name="Pi, Yalong" userId="c9a3dc08-26f0-490d-b190-2780270c58e1" providerId="ADAL" clId="{5AC52E50-EE96-4559-8C20-EBFED2550501}" dt="2025-04-07T02:46:55.105" v="6025"/>
          <ac:inkMkLst>
            <pc:docMk/>
            <pc:sldMk cId="2390232865" sldId="334"/>
            <ac:inkMk id="144" creationId="{C8D675B2-49F7-F8DD-D3CC-9A5F5DAC8725}"/>
          </ac:inkMkLst>
        </pc:inkChg>
        <pc:inkChg chg="add mod">
          <ac:chgData name="Pi, Yalong" userId="c9a3dc08-26f0-490d-b190-2780270c58e1" providerId="ADAL" clId="{5AC52E50-EE96-4559-8C20-EBFED2550501}" dt="2025-04-07T02:46:55.105" v="6025"/>
          <ac:inkMkLst>
            <pc:docMk/>
            <pc:sldMk cId="2390232865" sldId="334"/>
            <ac:inkMk id="145" creationId="{1AF3A604-2EC5-1F08-38AC-2975EE5313AB}"/>
          </ac:inkMkLst>
        </pc:inkChg>
        <pc:inkChg chg="add mod">
          <ac:chgData name="Pi, Yalong" userId="c9a3dc08-26f0-490d-b190-2780270c58e1" providerId="ADAL" clId="{5AC52E50-EE96-4559-8C20-EBFED2550501}" dt="2025-04-07T02:46:55.105" v="6025"/>
          <ac:inkMkLst>
            <pc:docMk/>
            <pc:sldMk cId="2390232865" sldId="334"/>
            <ac:inkMk id="146" creationId="{66AC6B38-982A-601C-9D91-5FE403CB629A}"/>
          </ac:inkMkLst>
        </pc:inkChg>
        <pc:inkChg chg="add mod">
          <ac:chgData name="Pi, Yalong" userId="c9a3dc08-26f0-490d-b190-2780270c58e1" providerId="ADAL" clId="{5AC52E50-EE96-4559-8C20-EBFED2550501}" dt="2025-04-07T02:46:55.105" v="6025"/>
          <ac:inkMkLst>
            <pc:docMk/>
            <pc:sldMk cId="2390232865" sldId="334"/>
            <ac:inkMk id="147" creationId="{354CAED3-221F-A416-D357-C6BDDD353107}"/>
          </ac:inkMkLst>
        </pc:inkChg>
        <pc:inkChg chg="add mod">
          <ac:chgData name="Pi, Yalong" userId="c9a3dc08-26f0-490d-b190-2780270c58e1" providerId="ADAL" clId="{5AC52E50-EE96-4559-8C20-EBFED2550501}" dt="2025-04-07T02:46:55.105" v="6025"/>
          <ac:inkMkLst>
            <pc:docMk/>
            <pc:sldMk cId="2390232865" sldId="334"/>
            <ac:inkMk id="148" creationId="{204E0355-13E1-86FA-AAC1-F96728257984}"/>
          </ac:inkMkLst>
        </pc:inkChg>
        <pc:inkChg chg="add mod">
          <ac:chgData name="Pi, Yalong" userId="c9a3dc08-26f0-490d-b190-2780270c58e1" providerId="ADAL" clId="{5AC52E50-EE96-4559-8C20-EBFED2550501}" dt="2025-04-07T02:46:55.105" v="6025"/>
          <ac:inkMkLst>
            <pc:docMk/>
            <pc:sldMk cId="2390232865" sldId="334"/>
            <ac:inkMk id="149" creationId="{5E7DD247-2382-D386-EBBB-AE635C205D7B}"/>
          </ac:inkMkLst>
        </pc:inkChg>
        <pc:inkChg chg="add mod">
          <ac:chgData name="Pi, Yalong" userId="c9a3dc08-26f0-490d-b190-2780270c58e1" providerId="ADAL" clId="{5AC52E50-EE96-4559-8C20-EBFED2550501}" dt="2025-04-07T02:46:59.016" v="6030"/>
          <ac:inkMkLst>
            <pc:docMk/>
            <pc:sldMk cId="2390232865" sldId="334"/>
            <ac:inkMk id="152" creationId="{0BE6C85B-0EC9-0BED-7AAF-761AAAC39914}"/>
          </ac:inkMkLst>
        </pc:inkChg>
        <pc:inkChg chg="add mod">
          <ac:chgData name="Pi, Yalong" userId="c9a3dc08-26f0-490d-b190-2780270c58e1" providerId="ADAL" clId="{5AC52E50-EE96-4559-8C20-EBFED2550501}" dt="2025-04-07T02:46:59.016" v="6030"/>
          <ac:inkMkLst>
            <pc:docMk/>
            <pc:sldMk cId="2390232865" sldId="334"/>
            <ac:inkMk id="153" creationId="{D2B463D3-3424-DFC0-EEF8-1A90E0DA2A52}"/>
          </ac:inkMkLst>
        </pc:inkChg>
        <pc:inkChg chg="add mod">
          <ac:chgData name="Pi, Yalong" userId="c9a3dc08-26f0-490d-b190-2780270c58e1" providerId="ADAL" clId="{5AC52E50-EE96-4559-8C20-EBFED2550501}" dt="2025-04-07T02:47:03.337" v="6034"/>
          <ac:inkMkLst>
            <pc:docMk/>
            <pc:sldMk cId="2390232865" sldId="334"/>
            <ac:inkMk id="154" creationId="{35AC42DE-466D-62B9-BAB6-17B5E8493DF6}"/>
          </ac:inkMkLst>
        </pc:inkChg>
        <pc:inkChg chg="add mod">
          <ac:chgData name="Pi, Yalong" userId="c9a3dc08-26f0-490d-b190-2780270c58e1" providerId="ADAL" clId="{5AC52E50-EE96-4559-8C20-EBFED2550501}" dt="2025-04-07T02:47:03.337" v="6034"/>
          <ac:inkMkLst>
            <pc:docMk/>
            <pc:sldMk cId="2390232865" sldId="334"/>
            <ac:inkMk id="155" creationId="{39201E58-6F7F-3189-2C1E-AB364A574911}"/>
          </ac:inkMkLst>
        </pc:inkChg>
        <pc:inkChg chg="add mod">
          <ac:chgData name="Pi, Yalong" userId="c9a3dc08-26f0-490d-b190-2780270c58e1" providerId="ADAL" clId="{5AC52E50-EE96-4559-8C20-EBFED2550501}" dt="2025-04-07T02:47:03.337" v="6034"/>
          <ac:inkMkLst>
            <pc:docMk/>
            <pc:sldMk cId="2390232865" sldId="334"/>
            <ac:inkMk id="158" creationId="{47520FB2-7A86-F579-EE82-788EA424FD38}"/>
          </ac:inkMkLst>
        </pc:inkChg>
        <pc:inkChg chg="add mod">
          <ac:chgData name="Pi, Yalong" userId="c9a3dc08-26f0-490d-b190-2780270c58e1" providerId="ADAL" clId="{5AC52E50-EE96-4559-8C20-EBFED2550501}" dt="2025-04-07T02:47:03.337" v="6034"/>
          <ac:inkMkLst>
            <pc:docMk/>
            <pc:sldMk cId="2390232865" sldId="334"/>
            <ac:inkMk id="160" creationId="{11219F63-AE1D-BC10-CFE6-9EE39EE7A981}"/>
          </ac:inkMkLst>
        </pc:inkChg>
        <pc:inkChg chg="add mod">
          <ac:chgData name="Pi, Yalong" userId="c9a3dc08-26f0-490d-b190-2780270c58e1" providerId="ADAL" clId="{5AC52E50-EE96-4559-8C20-EBFED2550501}" dt="2025-04-07T02:48:32.685" v="6049"/>
          <ac:inkMkLst>
            <pc:docMk/>
            <pc:sldMk cId="2390232865" sldId="334"/>
            <ac:inkMk id="162" creationId="{0D6FDF49-1724-4F33-EF5C-15DA2BCCFA57}"/>
          </ac:inkMkLst>
        </pc:inkChg>
        <pc:inkChg chg="add mod">
          <ac:chgData name="Pi, Yalong" userId="c9a3dc08-26f0-490d-b190-2780270c58e1" providerId="ADAL" clId="{5AC52E50-EE96-4559-8C20-EBFED2550501}" dt="2025-04-07T02:48:32.685" v="6049"/>
          <ac:inkMkLst>
            <pc:docMk/>
            <pc:sldMk cId="2390232865" sldId="334"/>
            <ac:inkMk id="163" creationId="{61CB71D8-FDFA-CCE5-F1AD-016BCB025FF2}"/>
          </ac:inkMkLst>
        </pc:inkChg>
        <pc:inkChg chg="add mod">
          <ac:chgData name="Pi, Yalong" userId="c9a3dc08-26f0-490d-b190-2780270c58e1" providerId="ADAL" clId="{5AC52E50-EE96-4559-8C20-EBFED2550501}" dt="2025-04-07T02:48:32.685" v="6049"/>
          <ac:inkMkLst>
            <pc:docMk/>
            <pc:sldMk cId="2390232865" sldId="334"/>
            <ac:inkMk id="164" creationId="{9044AF71-3AB5-A80F-ABBC-2AA0D3891CED}"/>
          </ac:inkMkLst>
        </pc:inkChg>
        <pc:inkChg chg="add mod">
          <ac:chgData name="Pi, Yalong" userId="c9a3dc08-26f0-490d-b190-2780270c58e1" providerId="ADAL" clId="{5AC52E50-EE96-4559-8C20-EBFED2550501}" dt="2025-04-07T02:48:32.685" v="6049"/>
          <ac:inkMkLst>
            <pc:docMk/>
            <pc:sldMk cId="2390232865" sldId="334"/>
            <ac:inkMk id="165" creationId="{35956363-7488-A901-327E-104EF1000C34}"/>
          </ac:inkMkLst>
        </pc:inkChg>
        <pc:inkChg chg="add mod">
          <ac:chgData name="Pi, Yalong" userId="c9a3dc08-26f0-490d-b190-2780270c58e1" providerId="ADAL" clId="{5AC52E50-EE96-4559-8C20-EBFED2550501}" dt="2025-04-07T02:48:32.685" v="6049"/>
          <ac:inkMkLst>
            <pc:docMk/>
            <pc:sldMk cId="2390232865" sldId="334"/>
            <ac:inkMk id="166" creationId="{405F406B-D2AD-156A-29C9-EEBEFDDD857E}"/>
          </ac:inkMkLst>
        </pc:inkChg>
        <pc:inkChg chg="add mod">
          <ac:chgData name="Pi, Yalong" userId="c9a3dc08-26f0-490d-b190-2780270c58e1" providerId="ADAL" clId="{5AC52E50-EE96-4559-8C20-EBFED2550501}" dt="2025-04-07T02:48:32.685" v="6049"/>
          <ac:inkMkLst>
            <pc:docMk/>
            <pc:sldMk cId="2390232865" sldId="334"/>
            <ac:inkMk id="167" creationId="{ECD4B0CF-9E4A-8B61-BC81-CF94C16D2375}"/>
          </ac:inkMkLst>
        </pc:inkChg>
        <pc:inkChg chg="add mod">
          <ac:chgData name="Pi, Yalong" userId="c9a3dc08-26f0-490d-b190-2780270c58e1" providerId="ADAL" clId="{5AC52E50-EE96-4559-8C20-EBFED2550501}" dt="2025-04-07T02:48:36.686" v="6057"/>
          <ac:inkMkLst>
            <pc:docMk/>
            <pc:sldMk cId="2390232865" sldId="334"/>
            <ac:inkMk id="169" creationId="{550B0E52-33F5-9CDD-8734-4AA24B232DD5}"/>
          </ac:inkMkLst>
        </pc:inkChg>
        <pc:inkChg chg="add mod">
          <ac:chgData name="Pi, Yalong" userId="c9a3dc08-26f0-490d-b190-2780270c58e1" providerId="ADAL" clId="{5AC52E50-EE96-4559-8C20-EBFED2550501}" dt="2025-04-07T02:48:36.686" v="6057"/>
          <ac:inkMkLst>
            <pc:docMk/>
            <pc:sldMk cId="2390232865" sldId="334"/>
            <ac:inkMk id="170" creationId="{13537CFC-AD80-BD08-4C9E-9224CB27B1CC}"/>
          </ac:inkMkLst>
        </pc:inkChg>
        <pc:inkChg chg="add mod">
          <ac:chgData name="Pi, Yalong" userId="c9a3dc08-26f0-490d-b190-2780270c58e1" providerId="ADAL" clId="{5AC52E50-EE96-4559-8C20-EBFED2550501}" dt="2025-04-07T02:48:36.686" v="6057"/>
          <ac:inkMkLst>
            <pc:docMk/>
            <pc:sldMk cId="2390232865" sldId="334"/>
            <ac:inkMk id="171" creationId="{052FA846-3D16-4FE6-A4AB-98F51EF7C429}"/>
          </ac:inkMkLst>
        </pc:inkChg>
        <pc:inkChg chg="add mod">
          <ac:chgData name="Pi, Yalong" userId="c9a3dc08-26f0-490d-b190-2780270c58e1" providerId="ADAL" clId="{5AC52E50-EE96-4559-8C20-EBFED2550501}" dt="2025-04-07T02:48:36.686" v="6057"/>
          <ac:inkMkLst>
            <pc:docMk/>
            <pc:sldMk cId="2390232865" sldId="334"/>
            <ac:inkMk id="172" creationId="{BDDCE531-1D0D-C27A-63E1-313F3373EE8A}"/>
          </ac:inkMkLst>
        </pc:inkChg>
        <pc:inkChg chg="add mod">
          <ac:chgData name="Pi, Yalong" userId="c9a3dc08-26f0-490d-b190-2780270c58e1" providerId="ADAL" clId="{5AC52E50-EE96-4559-8C20-EBFED2550501}" dt="2025-04-07T02:48:36.686" v="6057"/>
          <ac:inkMkLst>
            <pc:docMk/>
            <pc:sldMk cId="2390232865" sldId="334"/>
            <ac:inkMk id="173" creationId="{F58840DA-257F-AFEB-D9F4-D7921493EAEB}"/>
          </ac:inkMkLst>
        </pc:inkChg>
        <pc:inkChg chg="add mod">
          <ac:chgData name="Pi, Yalong" userId="c9a3dc08-26f0-490d-b190-2780270c58e1" providerId="ADAL" clId="{5AC52E50-EE96-4559-8C20-EBFED2550501}" dt="2025-04-07T02:48:36.686" v="6057"/>
          <ac:inkMkLst>
            <pc:docMk/>
            <pc:sldMk cId="2390232865" sldId="334"/>
            <ac:inkMk id="174" creationId="{7C9574F2-E4E1-38B7-778B-730A9CCB65AD}"/>
          </ac:inkMkLst>
        </pc:inkChg>
        <pc:inkChg chg="add mod">
          <ac:chgData name="Pi, Yalong" userId="c9a3dc08-26f0-490d-b190-2780270c58e1" providerId="ADAL" clId="{5AC52E50-EE96-4559-8C20-EBFED2550501}" dt="2025-04-07T02:48:36.686" v="6057"/>
          <ac:inkMkLst>
            <pc:docMk/>
            <pc:sldMk cId="2390232865" sldId="334"/>
            <ac:inkMk id="175" creationId="{F65884B7-7FF5-563D-1A06-E46004D52538}"/>
          </ac:inkMkLst>
        </pc:inkChg>
        <pc:inkChg chg="add">
          <ac:chgData name="Pi, Yalong" userId="c9a3dc08-26f0-490d-b190-2780270c58e1" providerId="ADAL" clId="{5AC52E50-EE96-4559-8C20-EBFED2550501}" dt="2025-04-07T02:48:42.253" v="6058" actId="9405"/>
          <ac:inkMkLst>
            <pc:docMk/>
            <pc:sldMk cId="2390232865" sldId="334"/>
            <ac:inkMk id="177" creationId="{0C0A567B-1093-2A1E-02F9-BBD2BEC8A6FC}"/>
          </ac:inkMkLst>
        </pc:inkChg>
        <pc:inkChg chg="add">
          <ac:chgData name="Pi, Yalong" userId="c9a3dc08-26f0-490d-b190-2780270c58e1" providerId="ADAL" clId="{5AC52E50-EE96-4559-8C20-EBFED2550501}" dt="2025-04-07T02:48:42.500" v="6059" actId="9405"/>
          <ac:inkMkLst>
            <pc:docMk/>
            <pc:sldMk cId="2390232865" sldId="334"/>
            <ac:inkMk id="178" creationId="{2FE14A0B-775D-749D-C4D1-82DC8E86EFDC}"/>
          </ac:inkMkLst>
        </pc:inkChg>
        <pc:inkChg chg="add mod">
          <ac:chgData name="Pi, Yalong" userId="c9a3dc08-26f0-490d-b190-2780270c58e1" providerId="ADAL" clId="{5AC52E50-EE96-4559-8C20-EBFED2550501}" dt="2025-04-07T02:48:48.898" v="6075"/>
          <ac:inkMkLst>
            <pc:docMk/>
            <pc:sldMk cId="2390232865" sldId="334"/>
            <ac:inkMk id="179" creationId="{92ADA520-186B-0999-6FDC-1B82977AEB2B}"/>
          </ac:inkMkLst>
        </pc:inkChg>
        <pc:inkChg chg="add">
          <ac:chgData name="Pi, Yalong" userId="c9a3dc08-26f0-490d-b190-2780270c58e1" providerId="ADAL" clId="{5AC52E50-EE96-4559-8C20-EBFED2550501}" dt="2025-04-07T02:48:43.059" v="6061" actId="9405"/>
          <ac:inkMkLst>
            <pc:docMk/>
            <pc:sldMk cId="2390232865" sldId="334"/>
            <ac:inkMk id="180" creationId="{6341EC63-95EF-971E-F0A4-4857583FBFB3}"/>
          </ac:inkMkLst>
        </pc:inkChg>
        <pc:inkChg chg="add">
          <ac:chgData name="Pi, Yalong" userId="c9a3dc08-26f0-490d-b190-2780270c58e1" providerId="ADAL" clId="{5AC52E50-EE96-4559-8C20-EBFED2550501}" dt="2025-04-07T02:48:43.575" v="6062" actId="9405"/>
          <ac:inkMkLst>
            <pc:docMk/>
            <pc:sldMk cId="2390232865" sldId="334"/>
            <ac:inkMk id="181" creationId="{FED25C14-12D9-5BB9-9C44-9AE914EEE164}"/>
          </ac:inkMkLst>
        </pc:inkChg>
        <pc:inkChg chg="add mod">
          <ac:chgData name="Pi, Yalong" userId="c9a3dc08-26f0-490d-b190-2780270c58e1" providerId="ADAL" clId="{5AC52E50-EE96-4559-8C20-EBFED2550501}" dt="2025-04-07T02:48:48.898" v="6075"/>
          <ac:inkMkLst>
            <pc:docMk/>
            <pc:sldMk cId="2390232865" sldId="334"/>
            <ac:inkMk id="182" creationId="{B7F0E1DE-AC23-F0DB-FA53-2587CF1FF050}"/>
          </ac:inkMkLst>
        </pc:inkChg>
        <pc:inkChg chg="add">
          <ac:chgData name="Pi, Yalong" userId="c9a3dc08-26f0-490d-b190-2780270c58e1" providerId="ADAL" clId="{5AC52E50-EE96-4559-8C20-EBFED2550501}" dt="2025-04-07T02:48:43.964" v="6064" actId="9405"/>
          <ac:inkMkLst>
            <pc:docMk/>
            <pc:sldMk cId="2390232865" sldId="334"/>
            <ac:inkMk id="183" creationId="{B138F944-67C6-B331-2057-2E0A0360C5B1}"/>
          </ac:inkMkLst>
        </pc:inkChg>
        <pc:inkChg chg="add mod">
          <ac:chgData name="Pi, Yalong" userId="c9a3dc08-26f0-490d-b190-2780270c58e1" providerId="ADAL" clId="{5AC52E50-EE96-4559-8C20-EBFED2550501}" dt="2025-04-07T02:48:48.898" v="6075"/>
          <ac:inkMkLst>
            <pc:docMk/>
            <pc:sldMk cId="2390232865" sldId="334"/>
            <ac:inkMk id="184" creationId="{DDC73DED-7D6C-9DE5-7BC5-DC06C65EA16D}"/>
          </ac:inkMkLst>
        </pc:inkChg>
        <pc:inkChg chg="add mod">
          <ac:chgData name="Pi, Yalong" userId="c9a3dc08-26f0-490d-b190-2780270c58e1" providerId="ADAL" clId="{5AC52E50-EE96-4559-8C20-EBFED2550501}" dt="2025-04-07T02:48:48.898" v="6075"/>
          <ac:inkMkLst>
            <pc:docMk/>
            <pc:sldMk cId="2390232865" sldId="334"/>
            <ac:inkMk id="185" creationId="{B5CAD9CC-63EA-80A1-9B8A-24E7FCD9F0E8}"/>
          </ac:inkMkLst>
        </pc:inkChg>
        <pc:inkChg chg="add">
          <ac:chgData name="Pi, Yalong" userId="c9a3dc08-26f0-490d-b190-2780270c58e1" providerId="ADAL" clId="{5AC52E50-EE96-4559-8C20-EBFED2550501}" dt="2025-04-07T02:48:44.947" v="6067" actId="9405"/>
          <ac:inkMkLst>
            <pc:docMk/>
            <pc:sldMk cId="2390232865" sldId="334"/>
            <ac:inkMk id="186" creationId="{75F1DD9E-791F-C3FB-C26F-1F7AB18A8B3C}"/>
          </ac:inkMkLst>
        </pc:inkChg>
        <pc:inkChg chg="add">
          <ac:chgData name="Pi, Yalong" userId="c9a3dc08-26f0-490d-b190-2780270c58e1" providerId="ADAL" clId="{5AC52E50-EE96-4559-8C20-EBFED2550501}" dt="2025-04-07T02:48:45.846" v="6068" actId="9405"/>
          <ac:inkMkLst>
            <pc:docMk/>
            <pc:sldMk cId="2390232865" sldId="334"/>
            <ac:inkMk id="187" creationId="{0293F133-1393-2F2A-388D-B65CB7A0CA2D}"/>
          </ac:inkMkLst>
        </pc:inkChg>
        <pc:inkChg chg="add">
          <ac:chgData name="Pi, Yalong" userId="c9a3dc08-26f0-490d-b190-2780270c58e1" providerId="ADAL" clId="{5AC52E50-EE96-4559-8C20-EBFED2550501}" dt="2025-04-07T02:48:46.004" v="6069" actId="9405"/>
          <ac:inkMkLst>
            <pc:docMk/>
            <pc:sldMk cId="2390232865" sldId="334"/>
            <ac:inkMk id="188" creationId="{CD4DE44D-6954-D75C-2D23-10F3B0FF1299}"/>
          </ac:inkMkLst>
        </pc:inkChg>
        <pc:inkChg chg="add mod">
          <ac:chgData name="Pi, Yalong" userId="c9a3dc08-26f0-490d-b190-2780270c58e1" providerId="ADAL" clId="{5AC52E50-EE96-4559-8C20-EBFED2550501}" dt="2025-04-07T02:48:48.898" v="6075"/>
          <ac:inkMkLst>
            <pc:docMk/>
            <pc:sldMk cId="2390232865" sldId="334"/>
            <ac:inkMk id="189" creationId="{AE6AA7BB-826F-FCCD-4406-2A386F4F9969}"/>
          </ac:inkMkLst>
        </pc:inkChg>
        <pc:inkChg chg="add">
          <ac:chgData name="Pi, Yalong" userId="c9a3dc08-26f0-490d-b190-2780270c58e1" providerId="ADAL" clId="{5AC52E50-EE96-4559-8C20-EBFED2550501}" dt="2025-04-07T02:48:46.845" v="6071" actId="9405"/>
          <ac:inkMkLst>
            <pc:docMk/>
            <pc:sldMk cId="2390232865" sldId="334"/>
            <ac:inkMk id="190" creationId="{21398F75-74DE-606B-D2DB-4929AB89466A}"/>
          </ac:inkMkLst>
        </pc:inkChg>
        <pc:inkChg chg="add">
          <ac:chgData name="Pi, Yalong" userId="c9a3dc08-26f0-490d-b190-2780270c58e1" providerId="ADAL" clId="{5AC52E50-EE96-4559-8C20-EBFED2550501}" dt="2025-04-07T02:48:47.062" v="6072" actId="9405"/>
          <ac:inkMkLst>
            <pc:docMk/>
            <pc:sldMk cId="2390232865" sldId="334"/>
            <ac:inkMk id="191" creationId="{0F2FC0F9-C715-21EC-8D10-CB4E1FC29BA7}"/>
          </ac:inkMkLst>
        </pc:inkChg>
        <pc:inkChg chg="add">
          <ac:chgData name="Pi, Yalong" userId="c9a3dc08-26f0-490d-b190-2780270c58e1" providerId="ADAL" clId="{5AC52E50-EE96-4559-8C20-EBFED2550501}" dt="2025-04-07T02:48:47.231" v="6073" actId="9405"/>
          <ac:inkMkLst>
            <pc:docMk/>
            <pc:sldMk cId="2390232865" sldId="334"/>
            <ac:inkMk id="192" creationId="{E0002733-F4D2-8892-A5B0-A52DFE089392}"/>
          </ac:inkMkLst>
        </pc:inkChg>
        <pc:inkChg chg="add mod">
          <ac:chgData name="Pi, Yalong" userId="c9a3dc08-26f0-490d-b190-2780270c58e1" providerId="ADAL" clId="{5AC52E50-EE96-4559-8C20-EBFED2550501}" dt="2025-04-07T02:48:48.898" v="6075"/>
          <ac:inkMkLst>
            <pc:docMk/>
            <pc:sldMk cId="2390232865" sldId="334"/>
            <ac:inkMk id="193" creationId="{DFB12F4C-8713-AEFD-EE21-B3B313A03A94}"/>
          </ac:inkMkLst>
        </pc:inkChg>
      </pc:sldChg>
      <pc:sldChg chg="addSp delSp modSp new mod ord">
        <pc:chgData name="Pi, Yalong" userId="c9a3dc08-26f0-490d-b190-2780270c58e1" providerId="ADAL" clId="{5AC52E50-EE96-4559-8C20-EBFED2550501}" dt="2025-04-07T02:51:28.223" v="6150"/>
        <pc:sldMkLst>
          <pc:docMk/>
          <pc:sldMk cId="860717998" sldId="335"/>
        </pc:sldMkLst>
        <pc:grpChg chg="del mod">
          <ac:chgData name="Pi, Yalong" userId="c9a3dc08-26f0-490d-b190-2780270c58e1" providerId="ADAL" clId="{5AC52E50-EE96-4559-8C20-EBFED2550501}" dt="2025-04-07T02:50:53.306" v="6114"/>
          <ac:grpSpMkLst>
            <pc:docMk/>
            <pc:sldMk cId="860717998" sldId="335"/>
            <ac:grpSpMk id="5" creationId="{96E0A7D2-EE5C-562E-1066-18729DEE331B}"/>
          </ac:grpSpMkLst>
        </pc:grpChg>
        <pc:grpChg chg="del mod">
          <ac:chgData name="Pi, Yalong" userId="c9a3dc08-26f0-490d-b190-2780270c58e1" providerId="ADAL" clId="{5AC52E50-EE96-4559-8C20-EBFED2550501}" dt="2025-04-07T02:50:54.805" v="6116"/>
          <ac:grpSpMkLst>
            <pc:docMk/>
            <pc:sldMk cId="860717998" sldId="335"/>
            <ac:grpSpMk id="7" creationId="{53971775-7594-E6D4-5BBA-470129B4629C}"/>
          </ac:grpSpMkLst>
        </pc:grpChg>
        <pc:grpChg chg="del mod">
          <ac:chgData name="Pi, Yalong" userId="c9a3dc08-26f0-490d-b190-2780270c58e1" providerId="ADAL" clId="{5AC52E50-EE96-4559-8C20-EBFED2550501}" dt="2025-04-07T02:51:11.395" v="6134"/>
          <ac:grpSpMkLst>
            <pc:docMk/>
            <pc:sldMk cId="860717998" sldId="335"/>
            <ac:grpSpMk id="9" creationId="{0F8717A9-1D5D-715E-D964-25299023DD20}"/>
          </ac:grpSpMkLst>
        </pc:grpChg>
        <pc:grpChg chg="del mod">
          <ac:chgData name="Pi, Yalong" userId="c9a3dc08-26f0-490d-b190-2780270c58e1" providerId="ADAL" clId="{5AC52E50-EE96-4559-8C20-EBFED2550501}" dt="2025-04-07T02:51:21.621" v="6139"/>
          <ac:grpSpMkLst>
            <pc:docMk/>
            <pc:sldMk cId="860717998" sldId="335"/>
            <ac:grpSpMk id="12" creationId="{F9715540-116F-9591-14DB-2863D923FCF4}"/>
          </ac:grpSpMkLst>
        </pc:grpChg>
        <pc:grpChg chg="del mod">
          <ac:chgData name="Pi, Yalong" userId="c9a3dc08-26f0-490d-b190-2780270c58e1" providerId="ADAL" clId="{5AC52E50-EE96-4559-8C20-EBFED2550501}" dt="2025-04-07T02:51:08.198" v="6132"/>
          <ac:grpSpMkLst>
            <pc:docMk/>
            <pc:sldMk cId="860717998" sldId="335"/>
            <ac:grpSpMk id="19" creationId="{7A3717D2-95DC-3F49-47DA-FE559B51ED91}"/>
          </ac:grpSpMkLst>
        </pc:grpChg>
        <pc:grpChg chg="del mod">
          <ac:chgData name="Pi, Yalong" userId="c9a3dc08-26f0-490d-b190-2780270c58e1" providerId="ADAL" clId="{5AC52E50-EE96-4559-8C20-EBFED2550501}" dt="2025-04-07T02:51:21.621" v="6139"/>
          <ac:grpSpMkLst>
            <pc:docMk/>
            <pc:sldMk cId="860717998" sldId="335"/>
            <ac:grpSpMk id="25" creationId="{AD253349-1893-CB8A-A6C8-49A714F3DD1B}"/>
          </ac:grpSpMkLst>
        </pc:grpChg>
        <pc:grpChg chg="del mod">
          <ac:chgData name="Pi, Yalong" userId="c9a3dc08-26f0-490d-b190-2780270c58e1" providerId="ADAL" clId="{5AC52E50-EE96-4559-8C20-EBFED2550501}" dt="2025-04-07T02:51:22.603" v="6142"/>
          <ac:grpSpMkLst>
            <pc:docMk/>
            <pc:sldMk cId="860717998" sldId="335"/>
            <ac:grpSpMk id="27" creationId="{8AE95A4F-B30F-2EB9-19C1-ECEE9A64F89A}"/>
          </ac:grpSpMkLst>
        </pc:grpChg>
        <pc:grpChg chg="del mod">
          <ac:chgData name="Pi, Yalong" userId="c9a3dc08-26f0-490d-b190-2780270c58e1" providerId="ADAL" clId="{5AC52E50-EE96-4559-8C20-EBFED2550501}" dt="2025-04-07T02:51:21.621" v="6139"/>
          <ac:grpSpMkLst>
            <pc:docMk/>
            <pc:sldMk cId="860717998" sldId="335"/>
            <ac:grpSpMk id="30" creationId="{93B00D87-DBF1-BE83-20CE-C2661363182E}"/>
          </ac:grpSpMkLst>
        </pc:grpChg>
        <pc:grpChg chg="del mod">
          <ac:chgData name="Pi, Yalong" userId="c9a3dc08-26f0-490d-b190-2780270c58e1" providerId="ADAL" clId="{5AC52E50-EE96-4559-8C20-EBFED2550501}" dt="2025-04-07T02:51:22.603" v="6142"/>
          <ac:grpSpMkLst>
            <pc:docMk/>
            <pc:sldMk cId="860717998" sldId="335"/>
            <ac:grpSpMk id="32" creationId="{AC4E561B-9E9C-B630-6A9C-5AD29E06A41C}"/>
          </ac:grpSpMkLst>
        </pc:grpChg>
        <pc:grpChg chg="del mod">
          <ac:chgData name="Pi, Yalong" userId="c9a3dc08-26f0-490d-b190-2780270c58e1" providerId="ADAL" clId="{5AC52E50-EE96-4559-8C20-EBFED2550501}" dt="2025-04-07T02:51:24.070" v="6144"/>
          <ac:grpSpMkLst>
            <pc:docMk/>
            <pc:sldMk cId="860717998" sldId="335"/>
            <ac:grpSpMk id="35" creationId="{2AE5086A-533B-D502-54D3-E77F642BA817}"/>
          </ac:grpSpMkLst>
        </pc:grpChg>
        <pc:grpChg chg="del mod">
          <ac:chgData name="Pi, Yalong" userId="c9a3dc08-26f0-490d-b190-2780270c58e1" providerId="ADAL" clId="{5AC52E50-EE96-4559-8C20-EBFED2550501}" dt="2025-04-07T02:51:26.698" v="6147"/>
          <ac:grpSpMkLst>
            <pc:docMk/>
            <pc:sldMk cId="860717998" sldId="335"/>
            <ac:grpSpMk id="37" creationId="{6ACE223F-610F-4D12-04F6-3F8D061096E3}"/>
          </ac:grpSpMkLst>
        </pc:grpChg>
        <pc:grpChg chg="del mod">
          <ac:chgData name="Pi, Yalong" userId="c9a3dc08-26f0-490d-b190-2780270c58e1" providerId="ADAL" clId="{5AC52E50-EE96-4559-8C20-EBFED2550501}" dt="2025-04-07T02:51:28.223" v="6150"/>
          <ac:grpSpMkLst>
            <pc:docMk/>
            <pc:sldMk cId="860717998" sldId="335"/>
            <ac:grpSpMk id="40" creationId="{A8E4D32E-B484-F923-3C11-779D3BDE4EAC}"/>
          </ac:grpSpMkLst>
        </pc:grpChg>
        <pc:grpChg chg="mod">
          <ac:chgData name="Pi, Yalong" userId="c9a3dc08-26f0-490d-b190-2780270c58e1" providerId="ADAL" clId="{5AC52E50-EE96-4559-8C20-EBFED2550501}" dt="2025-04-07T02:51:28.223" v="6150"/>
          <ac:grpSpMkLst>
            <pc:docMk/>
            <pc:sldMk cId="860717998" sldId="335"/>
            <ac:grpSpMk id="43" creationId="{DC05C464-AE9C-CCB6-0480-DB64CA975711}"/>
          </ac:grpSpMkLst>
        </pc:grpChg>
        <pc:picChg chg="add mod">
          <ac:chgData name="Pi, Yalong" userId="c9a3dc08-26f0-490d-b190-2780270c58e1" providerId="ADAL" clId="{5AC52E50-EE96-4559-8C20-EBFED2550501}" dt="2025-04-04T02:26:26.702" v="4301" actId="1076"/>
          <ac:picMkLst>
            <pc:docMk/>
            <pc:sldMk cId="860717998" sldId="335"/>
            <ac:picMk id="10242" creationId="{51BDFEEB-8445-04D1-62DA-6E9BE054688B}"/>
          </ac:picMkLst>
        </pc:picChg>
        <pc:inkChg chg="add mod">
          <ac:chgData name="Pi, Yalong" userId="c9a3dc08-26f0-490d-b190-2780270c58e1" providerId="ADAL" clId="{5AC52E50-EE96-4559-8C20-EBFED2550501}" dt="2025-04-07T02:51:11.395" v="6134"/>
          <ac:inkMkLst>
            <pc:docMk/>
            <pc:sldMk cId="860717998" sldId="335"/>
            <ac:inkMk id="2" creationId="{71DC1B9C-329B-FD4A-CF67-31B4A39FD3D2}"/>
          </ac:inkMkLst>
        </pc:inkChg>
        <pc:inkChg chg="add mod">
          <ac:chgData name="Pi, Yalong" userId="c9a3dc08-26f0-490d-b190-2780270c58e1" providerId="ADAL" clId="{5AC52E50-EE96-4559-8C20-EBFED2550501}" dt="2025-04-07T02:51:24.070" v="6144"/>
          <ac:inkMkLst>
            <pc:docMk/>
            <pc:sldMk cId="860717998" sldId="335"/>
            <ac:inkMk id="3" creationId="{8A49A831-FE09-C58D-BB7E-9043EC13A34C}"/>
          </ac:inkMkLst>
        </pc:inkChg>
        <pc:inkChg chg="add mod">
          <ac:chgData name="Pi, Yalong" userId="c9a3dc08-26f0-490d-b190-2780270c58e1" providerId="ADAL" clId="{5AC52E50-EE96-4559-8C20-EBFED2550501}" dt="2025-04-07T02:51:11.395" v="6134"/>
          <ac:inkMkLst>
            <pc:docMk/>
            <pc:sldMk cId="860717998" sldId="335"/>
            <ac:inkMk id="4" creationId="{FF05222F-F25C-06B9-CE6E-8D7459A94461}"/>
          </ac:inkMkLst>
        </pc:inkChg>
        <pc:inkChg chg="add mod">
          <ac:chgData name="Pi, Yalong" userId="c9a3dc08-26f0-490d-b190-2780270c58e1" providerId="ADAL" clId="{5AC52E50-EE96-4559-8C20-EBFED2550501}" dt="2025-04-07T02:51:11.395" v="6134"/>
          <ac:inkMkLst>
            <pc:docMk/>
            <pc:sldMk cId="860717998" sldId="335"/>
            <ac:inkMk id="6" creationId="{13173776-DC1A-A8AA-44DA-B5C8DBCFB0BB}"/>
          </ac:inkMkLst>
        </pc:inkChg>
        <pc:inkChg chg="add mod">
          <ac:chgData name="Pi, Yalong" userId="c9a3dc08-26f0-490d-b190-2780270c58e1" providerId="ADAL" clId="{5AC52E50-EE96-4559-8C20-EBFED2550501}" dt="2025-04-07T02:51:24.070" v="6144"/>
          <ac:inkMkLst>
            <pc:docMk/>
            <pc:sldMk cId="860717998" sldId="335"/>
            <ac:inkMk id="8" creationId="{D7986027-57FC-8FB5-9079-9612EEF0AAA0}"/>
          </ac:inkMkLst>
        </pc:inkChg>
        <pc:inkChg chg="add mod">
          <ac:chgData name="Pi, Yalong" userId="c9a3dc08-26f0-490d-b190-2780270c58e1" providerId="ADAL" clId="{5AC52E50-EE96-4559-8C20-EBFED2550501}" dt="2025-04-07T02:50:59.970" v="6119"/>
          <ac:inkMkLst>
            <pc:docMk/>
            <pc:sldMk cId="860717998" sldId="335"/>
            <ac:inkMk id="10" creationId="{4DACC700-70BD-7F26-24E7-5CD2CBB00DA6}"/>
          </ac:inkMkLst>
        </pc:inkChg>
        <pc:inkChg chg="add mod">
          <ac:chgData name="Pi, Yalong" userId="c9a3dc08-26f0-490d-b190-2780270c58e1" providerId="ADAL" clId="{5AC52E50-EE96-4559-8C20-EBFED2550501}" dt="2025-04-07T02:50:59.970" v="6119"/>
          <ac:inkMkLst>
            <pc:docMk/>
            <pc:sldMk cId="860717998" sldId="335"/>
            <ac:inkMk id="11" creationId="{DAEDE1C8-8CF7-2E8F-6AD1-4552126BB45E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13" creationId="{ED648E75-2B0D-E52E-BEFB-7392A7BE7335}"/>
          </ac:inkMkLst>
        </pc:inkChg>
        <pc:inkChg chg="add mod">
          <ac:chgData name="Pi, Yalong" userId="c9a3dc08-26f0-490d-b190-2780270c58e1" providerId="ADAL" clId="{5AC52E50-EE96-4559-8C20-EBFED2550501}" dt="2025-04-07T02:51:08.198" v="6132"/>
          <ac:inkMkLst>
            <pc:docMk/>
            <pc:sldMk cId="860717998" sldId="335"/>
            <ac:inkMk id="14" creationId="{786DBC28-6EB9-C5B1-855F-D15638C01CD9}"/>
          </ac:inkMkLst>
        </pc:inkChg>
        <pc:inkChg chg="add mod">
          <ac:chgData name="Pi, Yalong" userId="c9a3dc08-26f0-490d-b190-2780270c58e1" providerId="ADAL" clId="{5AC52E50-EE96-4559-8C20-EBFED2550501}" dt="2025-04-07T02:51:08.198" v="6132"/>
          <ac:inkMkLst>
            <pc:docMk/>
            <pc:sldMk cId="860717998" sldId="335"/>
            <ac:inkMk id="15" creationId="{CF34906D-B49C-6ACC-C197-E01D530864D8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16" creationId="{8AD1A34F-9BC3-E49C-9D66-0D8FB9279AC2}"/>
          </ac:inkMkLst>
        </pc:inkChg>
        <pc:inkChg chg="add mod">
          <ac:chgData name="Pi, Yalong" userId="c9a3dc08-26f0-490d-b190-2780270c58e1" providerId="ADAL" clId="{5AC52E50-EE96-4559-8C20-EBFED2550501}" dt="2025-04-07T02:51:04.696" v="6126"/>
          <ac:inkMkLst>
            <pc:docMk/>
            <pc:sldMk cId="860717998" sldId="335"/>
            <ac:inkMk id="17" creationId="{32E12CA1-6906-DEC1-DF36-69EBD1E3960E}"/>
          </ac:inkMkLst>
        </pc:inkChg>
        <pc:inkChg chg="add mod">
          <ac:chgData name="Pi, Yalong" userId="c9a3dc08-26f0-490d-b190-2780270c58e1" providerId="ADAL" clId="{5AC52E50-EE96-4559-8C20-EBFED2550501}" dt="2025-04-07T02:51:08.198" v="6132"/>
          <ac:inkMkLst>
            <pc:docMk/>
            <pc:sldMk cId="860717998" sldId="335"/>
            <ac:inkMk id="18" creationId="{E850AC09-1FEB-E742-2CDD-07B701701E69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20" creationId="{55DF9F77-B47F-6F04-055A-334699D53437}"/>
          </ac:inkMkLst>
        </pc:inkChg>
        <pc:inkChg chg="add mod">
          <ac:chgData name="Pi, Yalong" userId="c9a3dc08-26f0-490d-b190-2780270c58e1" providerId="ADAL" clId="{5AC52E50-EE96-4559-8C20-EBFED2550501}" dt="2025-04-07T02:51:08.198" v="6132"/>
          <ac:inkMkLst>
            <pc:docMk/>
            <pc:sldMk cId="860717998" sldId="335"/>
            <ac:inkMk id="21" creationId="{31906AA9-6BD2-7690-8752-24846E647FE1}"/>
          </ac:inkMkLst>
        </pc:inkChg>
        <pc:inkChg chg="add mod">
          <ac:chgData name="Pi, Yalong" userId="c9a3dc08-26f0-490d-b190-2780270c58e1" providerId="ADAL" clId="{5AC52E50-EE96-4559-8C20-EBFED2550501}" dt="2025-04-07T02:51:08.198" v="6132"/>
          <ac:inkMkLst>
            <pc:docMk/>
            <pc:sldMk cId="860717998" sldId="335"/>
            <ac:inkMk id="22" creationId="{50B3D755-E493-BDFD-0B75-D57A2178BFD6}"/>
          </ac:inkMkLst>
        </pc:inkChg>
        <pc:inkChg chg="add">
          <ac:chgData name="Pi, Yalong" userId="c9a3dc08-26f0-490d-b190-2780270c58e1" providerId="ADAL" clId="{5AC52E50-EE96-4559-8C20-EBFED2550501}" dt="2025-04-07T02:51:06.912" v="6130" actId="9405"/>
          <ac:inkMkLst>
            <pc:docMk/>
            <pc:sldMk cId="860717998" sldId="335"/>
            <ac:inkMk id="23" creationId="{FD8B783A-9086-1143-BFA3-820DAD539808}"/>
          </ac:inkMkLst>
        </pc:inkChg>
        <pc:inkChg chg="add mod">
          <ac:chgData name="Pi, Yalong" userId="c9a3dc08-26f0-490d-b190-2780270c58e1" providerId="ADAL" clId="{5AC52E50-EE96-4559-8C20-EBFED2550501}" dt="2025-04-07T02:51:08.198" v="6132"/>
          <ac:inkMkLst>
            <pc:docMk/>
            <pc:sldMk cId="860717998" sldId="335"/>
            <ac:inkMk id="24" creationId="{E7E69C02-BC5F-FCDB-4DB4-B4F733BFE527}"/>
          </ac:inkMkLst>
        </pc:inkChg>
        <pc:inkChg chg="add mod">
          <ac:chgData name="Pi, Yalong" userId="c9a3dc08-26f0-490d-b190-2780270c58e1" providerId="ADAL" clId="{5AC52E50-EE96-4559-8C20-EBFED2550501}" dt="2025-04-07T02:51:11.395" v="6134"/>
          <ac:inkMkLst>
            <pc:docMk/>
            <pc:sldMk cId="860717998" sldId="335"/>
            <ac:inkMk id="26" creationId="{14BD98B7-4BDB-53CA-11E1-30578BD8B5E3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28" creationId="{470CF319-FECA-5678-9F1F-F569619FBEBF}"/>
          </ac:inkMkLst>
        </pc:inkChg>
        <pc:inkChg chg="add mod">
          <ac:chgData name="Pi, Yalong" userId="c9a3dc08-26f0-490d-b190-2780270c58e1" providerId="ADAL" clId="{5AC52E50-EE96-4559-8C20-EBFED2550501}" dt="2025-04-07T02:51:26.698" v="6147"/>
          <ac:inkMkLst>
            <pc:docMk/>
            <pc:sldMk cId="860717998" sldId="335"/>
            <ac:inkMk id="29" creationId="{B08A5421-B326-67EB-98C0-50989AD2D76E}"/>
          </ac:inkMkLst>
        </pc:inkChg>
        <pc:inkChg chg="add mod">
          <ac:chgData name="Pi, Yalong" userId="c9a3dc08-26f0-490d-b190-2780270c58e1" providerId="ADAL" clId="{5AC52E50-EE96-4559-8C20-EBFED2550501}" dt="2025-04-07T02:51:21.621" v="6139"/>
          <ac:inkMkLst>
            <pc:docMk/>
            <pc:sldMk cId="860717998" sldId="335"/>
            <ac:inkMk id="31" creationId="{FADCCAC2-1860-C4CE-D5CD-089C1759F44D}"/>
          </ac:inkMkLst>
        </pc:inkChg>
        <pc:inkChg chg="add">
          <ac:chgData name="Pi, Yalong" userId="c9a3dc08-26f0-490d-b190-2780270c58e1" providerId="ADAL" clId="{5AC52E50-EE96-4559-8C20-EBFED2550501}" dt="2025-04-07T02:51:21.658" v="6140" actId="9405"/>
          <ac:inkMkLst>
            <pc:docMk/>
            <pc:sldMk cId="860717998" sldId="335"/>
            <ac:inkMk id="33" creationId="{72903524-C044-1FA1-9E23-B020B36825BE}"/>
          </ac:inkMkLst>
        </pc:inkChg>
        <pc:inkChg chg="add">
          <ac:chgData name="Pi, Yalong" userId="c9a3dc08-26f0-490d-b190-2780270c58e1" providerId="ADAL" clId="{5AC52E50-EE96-4559-8C20-EBFED2550501}" dt="2025-04-07T02:51:22.014" v="6141" actId="9405"/>
          <ac:inkMkLst>
            <pc:docMk/>
            <pc:sldMk cId="860717998" sldId="335"/>
            <ac:inkMk id="34" creationId="{425EF7CB-53DF-99BE-54D9-71BD5191F3E2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36" creationId="{643F9012-FB89-EACF-071A-144A7BC56E7D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38" creationId="{6F86C3E0-1EC5-AD9F-D11A-A7D1A714B53D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39" creationId="{07F38244-5875-441C-CA2B-774327C029F3}"/>
          </ac:inkMkLst>
        </pc:inkChg>
        <pc:inkChg chg="add mod">
          <ac:chgData name="Pi, Yalong" userId="c9a3dc08-26f0-490d-b190-2780270c58e1" providerId="ADAL" clId="{5AC52E50-EE96-4559-8C20-EBFED2550501}" dt="2025-04-07T02:51:28.223" v="6150"/>
          <ac:inkMkLst>
            <pc:docMk/>
            <pc:sldMk cId="860717998" sldId="335"/>
            <ac:inkMk id="41" creationId="{3B613099-9948-E23A-CCA6-AE885B9B1415}"/>
          </ac:inkMkLst>
        </pc:inkChg>
        <pc:inkChg chg="add">
          <ac:chgData name="Pi, Yalong" userId="c9a3dc08-26f0-490d-b190-2780270c58e1" providerId="ADAL" clId="{5AC52E50-EE96-4559-8C20-EBFED2550501}" dt="2025-04-07T02:51:27.307" v="6149" actId="9405"/>
          <ac:inkMkLst>
            <pc:docMk/>
            <pc:sldMk cId="860717998" sldId="335"/>
            <ac:inkMk id="42" creationId="{1FCD934F-D887-FB87-850A-9E3E0A710825}"/>
          </ac:inkMkLst>
        </pc:inkChg>
      </pc:sldChg>
      <pc:sldChg chg="addSp mod">
        <pc:chgData name="Pi, Yalong" userId="c9a3dc08-26f0-490d-b190-2780270c58e1" providerId="ADAL" clId="{5AC52E50-EE96-4559-8C20-EBFED2550501}" dt="2025-04-07T03:02:14.515" v="6326" actId="9405"/>
        <pc:sldMkLst>
          <pc:docMk/>
          <pc:sldMk cId="4214525224" sldId="337"/>
        </pc:sldMkLst>
        <pc:inkChg chg="add">
          <ac:chgData name="Pi, Yalong" userId="c9a3dc08-26f0-490d-b190-2780270c58e1" providerId="ADAL" clId="{5AC52E50-EE96-4559-8C20-EBFED2550501}" dt="2025-04-07T03:02:10.771" v="6321" actId="9405"/>
          <ac:inkMkLst>
            <pc:docMk/>
            <pc:sldMk cId="4214525224" sldId="337"/>
            <ac:inkMk id="2" creationId="{398D5AB9-C4D2-35A0-54C7-C968F2BFFF38}"/>
          </ac:inkMkLst>
        </pc:inkChg>
        <pc:inkChg chg="add">
          <ac:chgData name="Pi, Yalong" userId="c9a3dc08-26f0-490d-b190-2780270c58e1" providerId="ADAL" clId="{5AC52E50-EE96-4559-8C20-EBFED2550501}" dt="2025-04-07T03:02:11.595" v="6322" actId="9405"/>
          <ac:inkMkLst>
            <pc:docMk/>
            <pc:sldMk cId="4214525224" sldId="337"/>
            <ac:inkMk id="3" creationId="{035584B1-C122-28CB-6536-6D2BCF413CCB}"/>
          </ac:inkMkLst>
        </pc:inkChg>
        <pc:inkChg chg="add">
          <ac:chgData name="Pi, Yalong" userId="c9a3dc08-26f0-490d-b190-2780270c58e1" providerId="ADAL" clId="{5AC52E50-EE96-4559-8C20-EBFED2550501}" dt="2025-04-07T03:02:12.167" v="6323" actId="9405"/>
          <ac:inkMkLst>
            <pc:docMk/>
            <pc:sldMk cId="4214525224" sldId="337"/>
            <ac:inkMk id="4" creationId="{7CD2D6C5-F989-2B48-4D7A-321A00BF8898}"/>
          </ac:inkMkLst>
        </pc:inkChg>
        <pc:inkChg chg="add">
          <ac:chgData name="Pi, Yalong" userId="c9a3dc08-26f0-490d-b190-2780270c58e1" providerId="ADAL" clId="{5AC52E50-EE96-4559-8C20-EBFED2550501}" dt="2025-04-07T03:02:13.337" v="6324" actId="9405"/>
          <ac:inkMkLst>
            <pc:docMk/>
            <pc:sldMk cId="4214525224" sldId="337"/>
            <ac:inkMk id="5" creationId="{E93D2648-89EF-CF93-5B36-552A7450B972}"/>
          </ac:inkMkLst>
        </pc:inkChg>
        <pc:inkChg chg="add">
          <ac:chgData name="Pi, Yalong" userId="c9a3dc08-26f0-490d-b190-2780270c58e1" providerId="ADAL" clId="{5AC52E50-EE96-4559-8C20-EBFED2550501}" dt="2025-04-07T03:02:13.909" v="6325" actId="9405"/>
          <ac:inkMkLst>
            <pc:docMk/>
            <pc:sldMk cId="4214525224" sldId="337"/>
            <ac:inkMk id="6" creationId="{FE96F636-2417-C72B-E891-2CE22B15EC34}"/>
          </ac:inkMkLst>
        </pc:inkChg>
        <pc:inkChg chg="add">
          <ac:chgData name="Pi, Yalong" userId="c9a3dc08-26f0-490d-b190-2780270c58e1" providerId="ADAL" clId="{5AC52E50-EE96-4559-8C20-EBFED2550501}" dt="2025-04-07T03:02:14.515" v="6326" actId="9405"/>
          <ac:inkMkLst>
            <pc:docMk/>
            <pc:sldMk cId="4214525224" sldId="337"/>
            <ac:inkMk id="7" creationId="{FE7FD1ED-B17D-8946-0840-20CCDA612E14}"/>
          </ac:inkMkLst>
        </pc:inkChg>
      </pc:sldChg>
      <pc:sldChg chg="addSp delSp modSp mod ord">
        <pc:chgData name="Pi, Yalong" userId="c9a3dc08-26f0-490d-b190-2780270c58e1" providerId="ADAL" clId="{5AC52E50-EE96-4559-8C20-EBFED2550501}" dt="2025-04-07T03:00:49.816" v="6320"/>
        <pc:sldMkLst>
          <pc:docMk/>
          <pc:sldMk cId="1240688602" sldId="338"/>
        </pc:sldMkLst>
        <pc:grpChg chg="mod">
          <ac:chgData name="Pi, Yalong" userId="c9a3dc08-26f0-490d-b190-2780270c58e1" providerId="ADAL" clId="{5AC52E50-EE96-4559-8C20-EBFED2550501}" dt="2025-04-07T02:59:36.306" v="6246"/>
          <ac:grpSpMkLst>
            <pc:docMk/>
            <pc:sldMk cId="1240688602" sldId="338"/>
            <ac:grpSpMk id="14" creationId="{AFA20A76-EE17-0CFA-B6F4-8C4AE467B008}"/>
          </ac:grpSpMkLst>
        </pc:grpChg>
        <pc:grpChg chg="del mod">
          <ac:chgData name="Pi, Yalong" userId="c9a3dc08-26f0-490d-b190-2780270c58e1" providerId="ADAL" clId="{5AC52E50-EE96-4559-8C20-EBFED2550501}" dt="2025-04-07T02:59:48.411" v="6251"/>
          <ac:grpSpMkLst>
            <pc:docMk/>
            <pc:sldMk cId="1240688602" sldId="338"/>
            <ac:grpSpMk id="17" creationId="{76450587-99CD-C11A-6F7C-2069CFDBD0FE}"/>
          </ac:grpSpMkLst>
        </pc:grpChg>
        <pc:grpChg chg="del mod">
          <ac:chgData name="Pi, Yalong" userId="c9a3dc08-26f0-490d-b190-2780270c58e1" providerId="ADAL" clId="{5AC52E50-EE96-4559-8C20-EBFED2550501}" dt="2025-04-07T02:59:50.314" v="6255"/>
          <ac:grpSpMkLst>
            <pc:docMk/>
            <pc:sldMk cId="1240688602" sldId="338"/>
            <ac:grpSpMk id="19" creationId="{AAB34BEF-F9AB-F68A-9C65-6186CAC4A7A4}"/>
          </ac:grpSpMkLst>
        </pc:grpChg>
        <pc:grpChg chg="del mod">
          <ac:chgData name="Pi, Yalong" userId="c9a3dc08-26f0-490d-b190-2780270c58e1" providerId="ADAL" clId="{5AC52E50-EE96-4559-8C20-EBFED2550501}" dt="2025-04-07T02:59:51.753" v="6258"/>
          <ac:grpSpMkLst>
            <pc:docMk/>
            <pc:sldMk cId="1240688602" sldId="338"/>
            <ac:grpSpMk id="23" creationId="{79C285DA-5B47-361A-D655-53E49CA8DAAD}"/>
          </ac:grpSpMkLst>
        </pc:grpChg>
        <pc:grpChg chg="mod">
          <ac:chgData name="Pi, Yalong" userId="c9a3dc08-26f0-490d-b190-2780270c58e1" providerId="ADAL" clId="{5AC52E50-EE96-4559-8C20-EBFED2550501}" dt="2025-04-07T02:59:51.753" v="6258"/>
          <ac:grpSpMkLst>
            <pc:docMk/>
            <pc:sldMk cId="1240688602" sldId="338"/>
            <ac:grpSpMk id="26" creationId="{693316E5-E90F-DDC5-D292-0B25FB87D5AE}"/>
          </ac:grpSpMkLst>
        </pc:grpChg>
        <pc:grpChg chg="del mod">
          <ac:chgData name="Pi, Yalong" userId="c9a3dc08-26f0-490d-b190-2780270c58e1" providerId="ADAL" clId="{5AC52E50-EE96-4559-8C20-EBFED2550501}" dt="2025-04-07T03:00:20.752" v="6288"/>
          <ac:grpSpMkLst>
            <pc:docMk/>
            <pc:sldMk cId="1240688602" sldId="338"/>
            <ac:grpSpMk id="37" creationId="{ED7B33AA-B544-3FE3-4DD7-8A021D21AAF1}"/>
          </ac:grpSpMkLst>
        </pc:grpChg>
        <pc:grpChg chg="del mod">
          <ac:chgData name="Pi, Yalong" userId="c9a3dc08-26f0-490d-b190-2780270c58e1" providerId="ADAL" clId="{5AC52E50-EE96-4559-8C20-EBFED2550501}" dt="2025-04-07T03:00:19.057" v="6280"/>
          <ac:grpSpMkLst>
            <pc:docMk/>
            <pc:sldMk cId="1240688602" sldId="338"/>
            <ac:grpSpMk id="43" creationId="{5BE22165-5867-B4B6-F2B7-357A572AEAA2}"/>
          </ac:grpSpMkLst>
        </pc:grpChg>
        <pc:grpChg chg="del mod">
          <ac:chgData name="Pi, Yalong" userId="c9a3dc08-26f0-490d-b190-2780270c58e1" providerId="ADAL" clId="{5AC52E50-EE96-4559-8C20-EBFED2550501}" dt="2025-04-07T03:00:30.107" v="6295"/>
          <ac:grpSpMkLst>
            <pc:docMk/>
            <pc:sldMk cId="1240688602" sldId="338"/>
            <ac:grpSpMk id="47" creationId="{46C9858D-D4FE-12C4-708B-541BDE6B452A}"/>
          </ac:grpSpMkLst>
        </pc:grpChg>
        <pc:grpChg chg="mod">
          <ac:chgData name="Pi, Yalong" userId="c9a3dc08-26f0-490d-b190-2780270c58e1" providerId="ADAL" clId="{5AC52E50-EE96-4559-8C20-EBFED2550501}" dt="2025-04-07T03:00:36.288" v="6303"/>
          <ac:grpSpMkLst>
            <pc:docMk/>
            <pc:sldMk cId="1240688602" sldId="338"/>
            <ac:grpSpMk id="54" creationId="{8C4A00D3-9272-CB84-25A4-0FDC25A8E9CD}"/>
          </ac:grpSpMkLst>
        </pc:grpChg>
        <pc:grpChg chg="mod">
          <ac:chgData name="Pi, Yalong" userId="c9a3dc08-26f0-490d-b190-2780270c58e1" providerId="ADAL" clId="{5AC52E50-EE96-4559-8C20-EBFED2550501}" dt="2025-04-07T03:00:40.189" v="6312"/>
          <ac:grpSpMkLst>
            <pc:docMk/>
            <pc:sldMk cId="1240688602" sldId="338"/>
            <ac:grpSpMk id="63" creationId="{ADEFBCBA-4BB0-CAEC-788D-3D3D5319D82C}"/>
          </ac:grpSpMkLst>
        </pc:grpChg>
        <pc:grpChg chg="mod">
          <ac:chgData name="Pi, Yalong" userId="c9a3dc08-26f0-490d-b190-2780270c58e1" providerId="ADAL" clId="{5AC52E50-EE96-4559-8C20-EBFED2550501}" dt="2025-04-07T03:00:49.816" v="6320"/>
          <ac:grpSpMkLst>
            <pc:docMk/>
            <pc:sldMk cId="1240688602" sldId="338"/>
            <ac:grpSpMk id="3080" creationId="{539E94C7-9955-77B5-8C78-04776F4E3D66}"/>
          </ac:grpSpMkLst>
        </pc:grpChg>
        <pc:grpChg chg="mod">
          <ac:chgData name="Pi, Yalong" userId="c9a3dc08-26f0-490d-b190-2780270c58e1" providerId="ADAL" clId="{5AC52E50-EE96-4559-8C20-EBFED2550501}" dt="2025-04-07T03:00:49.816" v="6320"/>
          <ac:grpSpMkLst>
            <pc:docMk/>
            <pc:sldMk cId="1240688602" sldId="338"/>
            <ac:grpSpMk id="3081" creationId="{F1985197-C319-F3FE-7B5A-95FBF37B47EF}"/>
          </ac:grpSpMkLst>
        </pc:grp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2" creationId="{5E440D90-BB53-AA9C-5E53-BA1A8D7A2ACA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3" creationId="{EEFCE486-0B56-CF8E-2FD8-3DB88D1355AC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4" creationId="{DC55BCE0-6867-70CF-7FBA-C6558212436F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5" creationId="{DA2D485C-E4CF-B5FF-ADAD-0801B8466586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6" creationId="{4E7810D2-98B0-CB6A-8F3D-68294DAB2BA7}"/>
          </ac:inkMkLst>
        </pc:inkChg>
        <pc:inkChg chg="add">
          <ac:chgData name="Pi, Yalong" userId="c9a3dc08-26f0-490d-b190-2780270c58e1" providerId="ADAL" clId="{5AC52E50-EE96-4559-8C20-EBFED2550501}" dt="2025-04-07T02:59:32.077" v="6239" actId="9405"/>
          <ac:inkMkLst>
            <pc:docMk/>
            <pc:sldMk cId="1240688602" sldId="338"/>
            <ac:inkMk id="7" creationId="{A25C4831-BA76-E2E2-3820-F0CA8CBA002F}"/>
          </ac:inkMkLst>
        </pc:inkChg>
        <pc:inkChg chg="add">
          <ac:chgData name="Pi, Yalong" userId="c9a3dc08-26f0-490d-b190-2780270c58e1" providerId="ADAL" clId="{5AC52E50-EE96-4559-8C20-EBFED2550501}" dt="2025-04-07T02:59:32.600" v="6240" actId="9405"/>
          <ac:inkMkLst>
            <pc:docMk/>
            <pc:sldMk cId="1240688602" sldId="338"/>
            <ac:inkMk id="8" creationId="{FF34CE4F-642D-32FA-EEBF-810DB5B1157C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9" creationId="{4A62910A-EDF2-11BB-522D-ADAF5C4FECDA}"/>
          </ac:inkMkLst>
        </pc:inkChg>
        <pc:inkChg chg="add">
          <ac:chgData name="Pi, Yalong" userId="c9a3dc08-26f0-490d-b190-2780270c58e1" providerId="ADAL" clId="{5AC52E50-EE96-4559-8C20-EBFED2550501}" dt="2025-04-07T02:59:33.597" v="6242" actId="9405"/>
          <ac:inkMkLst>
            <pc:docMk/>
            <pc:sldMk cId="1240688602" sldId="338"/>
            <ac:inkMk id="10" creationId="{2FD3BD13-C6BE-B8DD-4F49-21A6988E527A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11" creationId="{A80D8E57-E39C-467F-9AFA-A97E2FFE7771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12" creationId="{8306DF54-1683-45AC-B79F-48203779ED72}"/>
          </ac:inkMkLst>
        </pc:inkChg>
        <pc:inkChg chg="add mod">
          <ac:chgData name="Pi, Yalong" userId="c9a3dc08-26f0-490d-b190-2780270c58e1" providerId="ADAL" clId="{5AC52E50-EE96-4559-8C20-EBFED2550501}" dt="2025-04-07T02:59:36.306" v="6246"/>
          <ac:inkMkLst>
            <pc:docMk/>
            <pc:sldMk cId="1240688602" sldId="338"/>
            <ac:inkMk id="13" creationId="{95ADF5FE-4987-8B3A-029D-19CED4828E98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15" creationId="{2421C794-6E83-F305-1A09-5DFACDED2185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16" creationId="{9309FC13-DEBD-0456-F6E6-F6B590130359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18" creationId="{2674F2D8-D9E9-2E5F-5FE2-EE62B8E37B92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20" creationId="{97100F78-01A3-10CD-BFAA-123A82335AD2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21" creationId="{0BDE1EB1-4E4E-AA28-CECC-378FA0CD5249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22" creationId="{331F46E2-64AB-DF26-2493-6B5659346F37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24" creationId="{C2A60E23-5798-B7FB-8315-71A0243A59DA}"/>
          </ac:inkMkLst>
        </pc:inkChg>
        <pc:inkChg chg="add mod">
          <ac:chgData name="Pi, Yalong" userId="c9a3dc08-26f0-490d-b190-2780270c58e1" providerId="ADAL" clId="{5AC52E50-EE96-4559-8C20-EBFED2550501}" dt="2025-04-07T02:59:51.753" v="6258"/>
          <ac:inkMkLst>
            <pc:docMk/>
            <pc:sldMk cId="1240688602" sldId="338"/>
            <ac:inkMk id="25" creationId="{BB1A5475-946C-71EC-CFA4-E8C620B52BAC}"/>
          </ac:inkMkLst>
        </pc:inkChg>
        <pc:inkChg chg="add del">
          <ac:chgData name="Pi, Yalong" userId="c9a3dc08-26f0-490d-b190-2780270c58e1" providerId="ADAL" clId="{5AC52E50-EE96-4559-8C20-EBFED2550501}" dt="2025-04-07T03:00:07.625" v="6260"/>
          <ac:inkMkLst>
            <pc:docMk/>
            <pc:sldMk cId="1240688602" sldId="338"/>
            <ac:inkMk id="27" creationId="{FBF241DF-D1D0-C66E-012C-A3BBC1251245}"/>
          </ac:inkMkLst>
        </pc:inkChg>
        <pc:inkChg chg="add del">
          <ac:chgData name="Pi, Yalong" userId="c9a3dc08-26f0-490d-b190-2780270c58e1" providerId="ADAL" clId="{5AC52E50-EE96-4559-8C20-EBFED2550501}" dt="2025-04-07T03:00:09.538" v="6261"/>
          <ac:inkMkLst>
            <pc:docMk/>
            <pc:sldMk cId="1240688602" sldId="338"/>
            <ac:inkMk id="28" creationId="{64C57772-6E9E-572B-2F4C-22664133D623}"/>
          </ac:inkMkLst>
        </pc:inkChg>
        <pc:inkChg chg="add del mod">
          <ac:chgData name="Pi, Yalong" userId="c9a3dc08-26f0-490d-b190-2780270c58e1" providerId="ADAL" clId="{5AC52E50-EE96-4559-8C20-EBFED2550501}" dt="2025-04-07T03:00:20.122" v="6283"/>
          <ac:inkMkLst>
            <pc:docMk/>
            <pc:sldMk cId="1240688602" sldId="338"/>
            <ac:inkMk id="29" creationId="{3D2F89C2-2B1D-B923-53B2-0D4D3CCA073F}"/>
          </ac:inkMkLst>
        </pc:inkChg>
        <pc:inkChg chg="add del mod">
          <ac:chgData name="Pi, Yalong" userId="c9a3dc08-26f0-490d-b190-2780270c58e1" providerId="ADAL" clId="{5AC52E50-EE96-4559-8C20-EBFED2550501}" dt="2025-04-07T03:00:20.122" v="6284"/>
          <ac:inkMkLst>
            <pc:docMk/>
            <pc:sldMk cId="1240688602" sldId="338"/>
            <ac:inkMk id="30" creationId="{1ABCA398-B5F2-FAB7-9451-E922C5DF45A3}"/>
          </ac:inkMkLst>
        </pc:inkChg>
        <pc:inkChg chg="add del mod">
          <ac:chgData name="Pi, Yalong" userId="c9a3dc08-26f0-490d-b190-2780270c58e1" providerId="ADAL" clId="{5AC52E50-EE96-4559-8C20-EBFED2550501}" dt="2025-04-07T03:00:20.752" v="6288"/>
          <ac:inkMkLst>
            <pc:docMk/>
            <pc:sldMk cId="1240688602" sldId="338"/>
            <ac:inkMk id="31" creationId="{FBB9A24D-1875-1082-4E1E-DA2F665339D2}"/>
          </ac:inkMkLst>
        </pc:inkChg>
        <pc:inkChg chg="add del mod">
          <ac:chgData name="Pi, Yalong" userId="c9a3dc08-26f0-490d-b190-2780270c58e1" providerId="ADAL" clId="{5AC52E50-EE96-4559-8C20-EBFED2550501}" dt="2025-04-07T03:00:20.122" v="6282"/>
          <ac:inkMkLst>
            <pc:docMk/>
            <pc:sldMk cId="1240688602" sldId="338"/>
            <ac:inkMk id="32" creationId="{6FF2216D-C495-F113-BE51-1C9197026216}"/>
          </ac:inkMkLst>
        </pc:inkChg>
        <pc:inkChg chg="add del mod">
          <ac:chgData name="Pi, Yalong" userId="c9a3dc08-26f0-490d-b190-2780270c58e1" providerId="ADAL" clId="{5AC52E50-EE96-4559-8C20-EBFED2550501}" dt="2025-04-07T03:00:20.122" v="6287"/>
          <ac:inkMkLst>
            <pc:docMk/>
            <pc:sldMk cId="1240688602" sldId="338"/>
            <ac:inkMk id="33" creationId="{C3C8E262-2620-F86E-91BE-E99E662C4CE4}"/>
          </ac:inkMkLst>
        </pc:inkChg>
        <pc:inkChg chg="add del mod">
          <ac:chgData name="Pi, Yalong" userId="c9a3dc08-26f0-490d-b190-2780270c58e1" providerId="ADAL" clId="{5AC52E50-EE96-4559-8C20-EBFED2550501}" dt="2025-04-07T03:00:20.122" v="6286"/>
          <ac:inkMkLst>
            <pc:docMk/>
            <pc:sldMk cId="1240688602" sldId="338"/>
            <ac:inkMk id="34" creationId="{3FE8A12A-5DB8-868E-C12E-7C9441D9DF8B}"/>
          </ac:inkMkLst>
        </pc:inkChg>
        <pc:inkChg chg="add del mod">
          <ac:chgData name="Pi, Yalong" userId="c9a3dc08-26f0-490d-b190-2780270c58e1" providerId="ADAL" clId="{5AC52E50-EE96-4559-8C20-EBFED2550501}" dt="2025-04-07T03:00:20.122" v="6285"/>
          <ac:inkMkLst>
            <pc:docMk/>
            <pc:sldMk cId="1240688602" sldId="338"/>
            <ac:inkMk id="35" creationId="{CC41A3ED-F213-823A-A835-3E5DEA3C303F}"/>
          </ac:inkMkLst>
        </pc:inkChg>
        <pc:inkChg chg="add del mod">
          <ac:chgData name="Pi, Yalong" userId="c9a3dc08-26f0-490d-b190-2780270c58e1" providerId="ADAL" clId="{5AC52E50-EE96-4559-8C20-EBFED2550501}" dt="2025-04-07T03:00:20.752" v="6289"/>
          <ac:inkMkLst>
            <pc:docMk/>
            <pc:sldMk cId="1240688602" sldId="338"/>
            <ac:inkMk id="36" creationId="{16CC04D0-404B-79AD-D08C-8EBE860BAB17}"/>
          </ac:inkMkLst>
        </pc:inkChg>
        <pc:inkChg chg="add del mod">
          <ac:chgData name="Pi, Yalong" userId="c9a3dc08-26f0-490d-b190-2780270c58e1" providerId="ADAL" clId="{5AC52E50-EE96-4559-8C20-EBFED2550501}" dt="2025-04-07T03:00:18.500" v="6278"/>
          <ac:inkMkLst>
            <pc:docMk/>
            <pc:sldMk cId="1240688602" sldId="338"/>
            <ac:inkMk id="38" creationId="{1F7A2520-85F9-AE7F-DC63-B0E903295194}"/>
          </ac:inkMkLst>
        </pc:inkChg>
        <pc:inkChg chg="add del mod">
          <ac:chgData name="Pi, Yalong" userId="c9a3dc08-26f0-490d-b190-2780270c58e1" providerId="ADAL" clId="{5AC52E50-EE96-4559-8C20-EBFED2550501}" dt="2025-04-07T03:00:19.057" v="6280"/>
          <ac:inkMkLst>
            <pc:docMk/>
            <pc:sldMk cId="1240688602" sldId="338"/>
            <ac:inkMk id="39" creationId="{77B6D8FE-CDAC-3544-855B-95204FF2947C}"/>
          </ac:inkMkLst>
        </pc:inkChg>
        <pc:inkChg chg="add del mod">
          <ac:chgData name="Pi, Yalong" userId="c9a3dc08-26f0-490d-b190-2780270c58e1" providerId="ADAL" clId="{5AC52E50-EE96-4559-8C20-EBFED2550501}" dt="2025-04-07T03:00:18.500" v="6277"/>
          <ac:inkMkLst>
            <pc:docMk/>
            <pc:sldMk cId="1240688602" sldId="338"/>
            <ac:inkMk id="40" creationId="{709476D3-C75F-4D51-1EB8-D73A01EDC9F0}"/>
          </ac:inkMkLst>
        </pc:inkChg>
        <pc:inkChg chg="add del mod">
          <ac:chgData name="Pi, Yalong" userId="c9a3dc08-26f0-490d-b190-2780270c58e1" providerId="ADAL" clId="{5AC52E50-EE96-4559-8C20-EBFED2550501}" dt="2025-04-07T03:00:18.500" v="6279"/>
          <ac:inkMkLst>
            <pc:docMk/>
            <pc:sldMk cId="1240688602" sldId="338"/>
            <ac:inkMk id="41" creationId="{2983998B-9458-B42D-7E79-6F7D342DF419}"/>
          </ac:inkMkLst>
        </pc:inkChg>
        <pc:inkChg chg="add del mod">
          <ac:chgData name="Pi, Yalong" userId="c9a3dc08-26f0-490d-b190-2780270c58e1" providerId="ADAL" clId="{5AC52E50-EE96-4559-8C20-EBFED2550501}" dt="2025-04-07T03:00:19.058" v="6281"/>
          <ac:inkMkLst>
            <pc:docMk/>
            <pc:sldMk cId="1240688602" sldId="338"/>
            <ac:inkMk id="42" creationId="{E61E66B8-D596-74B7-212B-328EFA1876FC}"/>
          </ac:inkMkLst>
        </pc:inkChg>
        <pc:inkChg chg="add del mod">
          <ac:chgData name="Pi, Yalong" userId="c9a3dc08-26f0-490d-b190-2780270c58e1" providerId="ADAL" clId="{5AC52E50-EE96-4559-8C20-EBFED2550501}" dt="2025-04-07T03:00:30.106" v="6294"/>
          <ac:inkMkLst>
            <pc:docMk/>
            <pc:sldMk cId="1240688602" sldId="338"/>
            <ac:inkMk id="44" creationId="{A43A2583-3E35-8849-91FD-530A81F686C6}"/>
          </ac:inkMkLst>
        </pc:inkChg>
        <pc:inkChg chg="add del mod">
          <ac:chgData name="Pi, Yalong" userId="c9a3dc08-26f0-490d-b190-2780270c58e1" providerId="ADAL" clId="{5AC52E50-EE96-4559-8C20-EBFED2550501}" dt="2025-04-07T03:00:30.107" v="6296"/>
          <ac:inkMkLst>
            <pc:docMk/>
            <pc:sldMk cId="1240688602" sldId="338"/>
            <ac:inkMk id="45" creationId="{5AC3A1C9-4177-429A-A556-89B2A5CAE8AD}"/>
          </ac:inkMkLst>
        </pc:inkChg>
        <pc:inkChg chg="add del mod">
          <ac:chgData name="Pi, Yalong" userId="c9a3dc08-26f0-490d-b190-2780270c58e1" providerId="ADAL" clId="{5AC52E50-EE96-4559-8C20-EBFED2550501}" dt="2025-04-07T03:00:30.107" v="6295"/>
          <ac:inkMkLst>
            <pc:docMk/>
            <pc:sldMk cId="1240688602" sldId="338"/>
            <ac:inkMk id="46" creationId="{2C2C3419-9C05-6D3F-9E8F-F14BF7FA9D80}"/>
          </ac:inkMkLst>
        </pc:inkChg>
        <pc:inkChg chg="add mod">
          <ac:chgData name="Pi, Yalong" userId="c9a3dc08-26f0-490d-b190-2780270c58e1" providerId="ADAL" clId="{5AC52E50-EE96-4559-8C20-EBFED2550501}" dt="2025-04-07T03:00:36.288" v="6303"/>
          <ac:inkMkLst>
            <pc:docMk/>
            <pc:sldMk cId="1240688602" sldId="338"/>
            <ac:inkMk id="48" creationId="{6D28F853-4115-0F84-2767-1D903707BA87}"/>
          </ac:inkMkLst>
        </pc:inkChg>
        <pc:inkChg chg="add mod">
          <ac:chgData name="Pi, Yalong" userId="c9a3dc08-26f0-490d-b190-2780270c58e1" providerId="ADAL" clId="{5AC52E50-EE96-4559-8C20-EBFED2550501}" dt="2025-04-07T03:00:36.288" v="6303"/>
          <ac:inkMkLst>
            <pc:docMk/>
            <pc:sldMk cId="1240688602" sldId="338"/>
            <ac:inkMk id="49" creationId="{D2513BA2-E7D9-A33D-44E7-262223C4C4BD}"/>
          </ac:inkMkLst>
        </pc:inkChg>
        <pc:inkChg chg="add mod">
          <ac:chgData name="Pi, Yalong" userId="c9a3dc08-26f0-490d-b190-2780270c58e1" providerId="ADAL" clId="{5AC52E50-EE96-4559-8C20-EBFED2550501}" dt="2025-04-07T03:00:36.288" v="6303"/>
          <ac:inkMkLst>
            <pc:docMk/>
            <pc:sldMk cId="1240688602" sldId="338"/>
            <ac:inkMk id="50" creationId="{534EF5EF-C7B2-9D6C-27EE-5F299F9F31CF}"/>
          </ac:inkMkLst>
        </pc:inkChg>
        <pc:inkChg chg="add mod">
          <ac:chgData name="Pi, Yalong" userId="c9a3dc08-26f0-490d-b190-2780270c58e1" providerId="ADAL" clId="{5AC52E50-EE96-4559-8C20-EBFED2550501}" dt="2025-04-07T03:00:36.288" v="6303"/>
          <ac:inkMkLst>
            <pc:docMk/>
            <pc:sldMk cId="1240688602" sldId="338"/>
            <ac:inkMk id="51" creationId="{A005CC07-B832-F123-5B9B-1BA4B771389E}"/>
          </ac:inkMkLst>
        </pc:inkChg>
        <pc:inkChg chg="add mod">
          <ac:chgData name="Pi, Yalong" userId="c9a3dc08-26f0-490d-b190-2780270c58e1" providerId="ADAL" clId="{5AC52E50-EE96-4559-8C20-EBFED2550501}" dt="2025-04-07T03:00:36.288" v="6303"/>
          <ac:inkMkLst>
            <pc:docMk/>
            <pc:sldMk cId="1240688602" sldId="338"/>
            <ac:inkMk id="52" creationId="{0596B843-1FF1-D307-C256-8BC4E7A4966D}"/>
          </ac:inkMkLst>
        </pc:inkChg>
        <pc:inkChg chg="add mod">
          <ac:chgData name="Pi, Yalong" userId="c9a3dc08-26f0-490d-b190-2780270c58e1" providerId="ADAL" clId="{5AC52E50-EE96-4559-8C20-EBFED2550501}" dt="2025-04-07T03:00:36.288" v="6303"/>
          <ac:inkMkLst>
            <pc:docMk/>
            <pc:sldMk cId="1240688602" sldId="338"/>
            <ac:inkMk id="53" creationId="{4852ABCD-AB45-E24B-44BA-293DD172377A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55" creationId="{586D1184-BCB7-E90C-DAE0-80960B466957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56" creationId="{9D47D3F9-1294-0827-FCE7-7699EA083219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57" creationId="{0BF8174E-9E45-338B-8B03-1002E756849A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58" creationId="{BDBE6C3E-975E-5183-30D2-983BB1CEDB41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59" creationId="{BEFB2924-FEEB-7496-D556-02AE78491D75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60" creationId="{6F008914-34E1-B03B-0066-ABE0FBDF915F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61" creationId="{28917032-DECA-EE46-2C8C-0EDDC2AD1648}"/>
          </ac:inkMkLst>
        </pc:inkChg>
        <pc:inkChg chg="add mod">
          <ac:chgData name="Pi, Yalong" userId="c9a3dc08-26f0-490d-b190-2780270c58e1" providerId="ADAL" clId="{5AC52E50-EE96-4559-8C20-EBFED2550501}" dt="2025-04-07T03:00:40.189" v="6312"/>
          <ac:inkMkLst>
            <pc:docMk/>
            <pc:sldMk cId="1240688602" sldId="338"/>
            <ac:inkMk id="62" creationId="{77576EB6-1CF3-EF56-9B62-3ABF53B5FDB4}"/>
          </ac:inkMkLst>
        </pc:inkChg>
        <pc:inkChg chg="add mod">
          <ac:chgData name="Pi, Yalong" userId="c9a3dc08-26f0-490d-b190-2780270c58e1" providerId="ADAL" clId="{5AC52E50-EE96-4559-8C20-EBFED2550501}" dt="2025-04-07T03:00:49.816" v="6320"/>
          <ac:inkMkLst>
            <pc:docMk/>
            <pc:sldMk cId="1240688602" sldId="338"/>
            <ac:inkMk id="3072" creationId="{F7BA29B7-35DE-D327-3438-D9F7C7024FB7}"/>
          </ac:inkMkLst>
        </pc:inkChg>
        <pc:inkChg chg="add mod">
          <ac:chgData name="Pi, Yalong" userId="c9a3dc08-26f0-490d-b190-2780270c58e1" providerId="ADAL" clId="{5AC52E50-EE96-4559-8C20-EBFED2550501}" dt="2025-04-07T03:00:49.816" v="6320"/>
          <ac:inkMkLst>
            <pc:docMk/>
            <pc:sldMk cId="1240688602" sldId="338"/>
            <ac:inkMk id="3073" creationId="{7BF1B961-DF24-0719-758D-35DACFAB722E}"/>
          </ac:inkMkLst>
        </pc:inkChg>
        <pc:inkChg chg="add mod">
          <ac:chgData name="Pi, Yalong" userId="c9a3dc08-26f0-490d-b190-2780270c58e1" providerId="ADAL" clId="{5AC52E50-EE96-4559-8C20-EBFED2550501}" dt="2025-04-07T03:00:49.816" v="6320"/>
          <ac:inkMkLst>
            <pc:docMk/>
            <pc:sldMk cId="1240688602" sldId="338"/>
            <ac:inkMk id="3075" creationId="{3BAE4A7B-35F3-36B3-DB02-AB94FD0C8145}"/>
          </ac:inkMkLst>
        </pc:inkChg>
        <pc:inkChg chg="add mod">
          <ac:chgData name="Pi, Yalong" userId="c9a3dc08-26f0-490d-b190-2780270c58e1" providerId="ADAL" clId="{5AC52E50-EE96-4559-8C20-EBFED2550501}" dt="2025-04-07T03:00:49.816" v="6320"/>
          <ac:inkMkLst>
            <pc:docMk/>
            <pc:sldMk cId="1240688602" sldId="338"/>
            <ac:inkMk id="3076" creationId="{4444CCD1-EED8-0ADD-A818-77122357F414}"/>
          </ac:inkMkLst>
        </pc:inkChg>
        <pc:inkChg chg="add mod">
          <ac:chgData name="Pi, Yalong" userId="c9a3dc08-26f0-490d-b190-2780270c58e1" providerId="ADAL" clId="{5AC52E50-EE96-4559-8C20-EBFED2550501}" dt="2025-04-07T03:00:49.816" v="6320"/>
          <ac:inkMkLst>
            <pc:docMk/>
            <pc:sldMk cId="1240688602" sldId="338"/>
            <ac:inkMk id="3077" creationId="{C35ADC5D-D217-D589-664B-37BF174BC404}"/>
          </ac:inkMkLst>
        </pc:inkChg>
        <pc:inkChg chg="add mod">
          <ac:chgData name="Pi, Yalong" userId="c9a3dc08-26f0-490d-b190-2780270c58e1" providerId="ADAL" clId="{5AC52E50-EE96-4559-8C20-EBFED2550501}" dt="2025-04-07T03:00:49.816" v="6320"/>
          <ac:inkMkLst>
            <pc:docMk/>
            <pc:sldMk cId="1240688602" sldId="338"/>
            <ac:inkMk id="3078" creationId="{C42E8678-425D-E04C-3EA8-CFDB6311F015}"/>
          </ac:inkMkLst>
        </pc:inkChg>
        <pc:inkChg chg="add mod">
          <ac:chgData name="Pi, Yalong" userId="c9a3dc08-26f0-490d-b190-2780270c58e1" providerId="ADAL" clId="{5AC52E50-EE96-4559-8C20-EBFED2550501}" dt="2025-04-07T03:00:49.816" v="6320"/>
          <ac:inkMkLst>
            <pc:docMk/>
            <pc:sldMk cId="1240688602" sldId="338"/>
            <ac:inkMk id="3079" creationId="{94CEB800-B687-6553-8707-B85B7EDED05B}"/>
          </ac:inkMkLst>
        </pc:inkChg>
      </pc:sldChg>
      <pc:sldChg chg="modSp mod ord">
        <pc:chgData name="Pi, Yalong" userId="c9a3dc08-26f0-490d-b190-2780270c58e1" providerId="ADAL" clId="{5AC52E50-EE96-4559-8C20-EBFED2550501}" dt="2025-04-07T03:09:15.369" v="6481" actId="313"/>
        <pc:sldMkLst>
          <pc:docMk/>
          <pc:sldMk cId="4092792318" sldId="340"/>
        </pc:sldMkLst>
        <pc:spChg chg="mod">
          <ac:chgData name="Pi, Yalong" userId="c9a3dc08-26f0-490d-b190-2780270c58e1" providerId="ADAL" clId="{5AC52E50-EE96-4559-8C20-EBFED2550501}" dt="2025-04-07T03:08:41.389" v="6422" actId="20577"/>
          <ac:spMkLst>
            <pc:docMk/>
            <pc:sldMk cId="4092792318" sldId="340"/>
            <ac:spMk id="2" creationId="{32170938-4943-CFDB-3329-673B131DC4DE}"/>
          </ac:spMkLst>
        </pc:spChg>
        <pc:spChg chg="mod">
          <ac:chgData name="Pi, Yalong" userId="c9a3dc08-26f0-490d-b190-2780270c58e1" providerId="ADAL" clId="{5AC52E50-EE96-4559-8C20-EBFED2550501}" dt="2025-04-07T03:09:15.369" v="6481" actId="313"/>
          <ac:spMkLst>
            <pc:docMk/>
            <pc:sldMk cId="4092792318" sldId="340"/>
            <ac:spMk id="3" creationId="{E9215918-35DA-0056-0472-4B0C63BBE71B}"/>
          </ac:spMkLst>
        </pc:spChg>
      </pc:sldChg>
      <pc:sldChg chg="addSp delSp modSp new mod">
        <pc:chgData name="Pi, Yalong" userId="c9a3dc08-26f0-490d-b190-2780270c58e1" providerId="ADAL" clId="{5AC52E50-EE96-4559-8C20-EBFED2550501}" dt="2025-04-07T02:27:28.419" v="5572"/>
        <pc:sldMkLst>
          <pc:docMk/>
          <pc:sldMk cId="3418711756" sldId="341"/>
        </pc:sldMkLst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41" creationId="{AE0C6490-C9A0-8F8A-E9E4-D016CBC2F356}"/>
          </ac:spMkLst>
        </pc:spChg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42" creationId="{5822A0E6-21F0-9A3C-9759-C35523FA0BA0}"/>
          </ac:spMkLst>
        </pc:spChg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45" creationId="{0E4FF3A7-6F99-359E-3A15-7BD6C72F957F}"/>
          </ac:spMkLst>
        </pc:spChg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46" creationId="{5C79904B-5BC8-A38F-E631-66182B1E09DA}"/>
          </ac:spMkLst>
        </pc:spChg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49" creationId="{FB0D4D99-D959-36F2-E967-4B5098ED6ED4}"/>
          </ac:spMkLst>
        </pc:spChg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50" creationId="{6A5245DA-F21D-C743-313C-C5E374766693}"/>
          </ac:spMkLst>
        </pc:spChg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51" creationId="{42A0FE6C-A520-37CE-5EF1-072045445D53}"/>
          </ac:spMkLst>
        </pc:spChg>
        <pc:spChg chg="mod">
          <ac:chgData name="Pi, Yalong" userId="c9a3dc08-26f0-490d-b190-2780270c58e1" providerId="ADAL" clId="{5AC52E50-EE96-4559-8C20-EBFED2550501}" dt="2025-04-07T02:06:32.190" v="4779"/>
          <ac:spMkLst>
            <pc:docMk/>
            <pc:sldMk cId="3418711756" sldId="341"/>
            <ac:spMk id="152" creationId="{B3A6951A-1970-7109-DF81-FC18F2E07337}"/>
          </ac:spMkLst>
        </pc:spChg>
        <pc:grpChg chg="del mod">
          <ac:chgData name="Pi, Yalong" userId="c9a3dc08-26f0-490d-b190-2780270c58e1" providerId="ADAL" clId="{5AC52E50-EE96-4559-8C20-EBFED2550501}" dt="2025-04-07T02:04:07.033" v="4641"/>
          <ac:grpSpMkLst>
            <pc:docMk/>
            <pc:sldMk cId="3418711756" sldId="341"/>
            <ac:grpSpMk id="6" creationId="{3908840B-B2E1-249F-B084-A52A0A57ED73}"/>
          </ac:grpSpMkLst>
        </pc:grpChg>
        <pc:grpChg chg="del mod">
          <ac:chgData name="Pi, Yalong" userId="c9a3dc08-26f0-490d-b190-2780270c58e1" providerId="ADAL" clId="{5AC52E50-EE96-4559-8C20-EBFED2550501}" dt="2025-04-07T02:04:10.038" v="4645"/>
          <ac:grpSpMkLst>
            <pc:docMk/>
            <pc:sldMk cId="3418711756" sldId="341"/>
            <ac:grpSpMk id="14" creationId="{61D9FBFE-AAB1-DC93-6095-5F08EF59D933}"/>
          </ac:grpSpMkLst>
        </pc:grpChg>
        <pc:grpChg chg="mod">
          <ac:chgData name="Pi, Yalong" userId="c9a3dc08-26f0-490d-b190-2780270c58e1" providerId="ADAL" clId="{5AC52E50-EE96-4559-8C20-EBFED2550501}" dt="2025-04-07T02:23:33.550" v="5439" actId="164"/>
          <ac:grpSpMkLst>
            <pc:docMk/>
            <pc:sldMk cId="3418711756" sldId="341"/>
            <ac:grpSpMk id="16" creationId="{615A3914-54B8-CB11-AE94-669E8D9022A0}"/>
          </ac:grpSpMkLst>
        </pc:grpChg>
        <pc:grpChg chg="mod">
          <ac:chgData name="Pi, Yalong" userId="c9a3dc08-26f0-490d-b190-2780270c58e1" providerId="ADAL" clId="{5AC52E50-EE96-4559-8C20-EBFED2550501}" dt="2025-04-07T02:23:33.550" v="5439" actId="164"/>
          <ac:grpSpMkLst>
            <pc:docMk/>
            <pc:sldMk cId="3418711756" sldId="341"/>
            <ac:grpSpMk id="19" creationId="{363998BA-8BEB-56E4-720C-C2DA32D6CFD7}"/>
          </ac:grpSpMkLst>
        </pc:grpChg>
        <pc:grpChg chg="mod">
          <ac:chgData name="Pi, Yalong" userId="c9a3dc08-26f0-490d-b190-2780270c58e1" providerId="ADAL" clId="{5AC52E50-EE96-4559-8C20-EBFED2550501}" dt="2025-04-07T02:23:33.550" v="5439" actId="164"/>
          <ac:grpSpMkLst>
            <pc:docMk/>
            <pc:sldMk cId="3418711756" sldId="341"/>
            <ac:grpSpMk id="29" creationId="{A565A1FD-ACA7-863D-B3CC-8CA3B4926B08}"/>
          </ac:grpSpMkLst>
        </pc:grpChg>
        <pc:grpChg chg="mod">
          <ac:chgData name="Pi, Yalong" userId="c9a3dc08-26f0-490d-b190-2780270c58e1" providerId="ADAL" clId="{5AC52E50-EE96-4559-8C20-EBFED2550501}" dt="2025-04-07T02:23:33.550" v="5439" actId="164"/>
          <ac:grpSpMkLst>
            <pc:docMk/>
            <pc:sldMk cId="3418711756" sldId="341"/>
            <ac:grpSpMk id="30" creationId="{A5D810A5-FDA9-EAD2-7DD5-5A0C1FBBAD65}"/>
          </ac:grpSpMkLst>
        </pc:grpChg>
        <pc:grpChg chg="del mod">
          <ac:chgData name="Pi, Yalong" userId="c9a3dc08-26f0-490d-b190-2780270c58e1" providerId="ADAL" clId="{5AC52E50-EE96-4559-8C20-EBFED2550501}" dt="2025-04-07T02:04:31.273" v="4678"/>
          <ac:grpSpMkLst>
            <pc:docMk/>
            <pc:sldMk cId="3418711756" sldId="341"/>
            <ac:grpSpMk id="34" creationId="{7C72592E-7132-3CE8-FFE6-7262901440D8}"/>
          </ac:grpSpMkLst>
        </pc:grpChg>
        <pc:grpChg chg="mod">
          <ac:chgData name="Pi, Yalong" userId="c9a3dc08-26f0-490d-b190-2780270c58e1" providerId="ADAL" clId="{5AC52E50-EE96-4559-8C20-EBFED2550501}" dt="2025-04-07T02:23:33.550" v="5439" actId="164"/>
          <ac:grpSpMkLst>
            <pc:docMk/>
            <pc:sldMk cId="3418711756" sldId="341"/>
            <ac:grpSpMk id="49" creationId="{7CB75138-0279-BE11-193F-A27BCB296C4A}"/>
          </ac:grpSpMkLst>
        </pc:grpChg>
        <pc:grpChg chg="mod">
          <ac:chgData name="Pi, Yalong" userId="c9a3dc08-26f0-490d-b190-2780270c58e1" providerId="ADAL" clId="{5AC52E50-EE96-4559-8C20-EBFED2550501}" dt="2025-04-07T02:23:33.550" v="5439" actId="164"/>
          <ac:grpSpMkLst>
            <pc:docMk/>
            <pc:sldMk cId="3418711756" sldId="341"/>
            <ac:grpSpMk id="50" creationId="{9442279A-976A-2C8D-872F-93B5F0AB9C3B}"/>
          </ac:grpSpMkLst>
        </pc:grpChg>
        <pc:grpChg chg="mod">
          <ac:chgData name="Pi, Yalong" userId="c9a3dc08-26f0-490d-b190-2780270c58e1" providerId="ADAL" clId="{5AC52E50-EE96-4559-8C20-EBFED2550501}" dt="2025-04-07T02:23:33.550" v="5439" actId="164"/>
          <ac:grpSpMkLst>
            <pc:docMk/>
            <pc:sldMk cId="3418711756" sldId="341"/>
            <ac:grpSpMk id="51" creationId="{42BBFD22-88BF-E726-DD74-4147E1ACB77E}"/>
          </ac:grpSpMkLst>
        </pc:grpChg>
        <pc:grpChg chg="del mod">
          <ac:chgData name="Pi, Yalong" userId="c9a3dc08-26f0-490d-b190-2780270c58e1" providerId="ADAL" clId="{5AC52E50-EE96-4559-8C20-EBFED2550501}" dt="2025-04-07T02:04:50.728" v="4689"/>
          <ac:grpSpMkLst>
            <pc:docMk/>
            <pc:sldMk cId="3418711756" sldId="341"/>
            <ac:grpSpMk id="60" creationId="{24FD747A-9183-8474-4B19-4D5F178323AD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61" creationId="{2B73B438-031E-093B-E76A-065AEC405EA2}"/>
          </ac:grpSpMkLst>
        </pc:grpChg>
        <pc:grpChg chg="mod">
          <ac:chgData name="Pi, Yalong" userId="c9a3dc08-26f0-490d-b190-2780270c58e1" providerId="ADAL" clId="{5AC52E50-EE96-4559-8C20-EBFED2550501}" dt="2025-04-07T02:04:49.584" v="4687"/>
          <ac:grpSpMkLst>
            <pc:docMk/>
            <pc:sldMk cId="3418711756" sldId="341"/>
            <ac:grpSpMk id="62" creationId="{80CE0E0D-F816-39AA-BA82-ECBE81133068}"/>
          </ac:grpSpMkLst>
        </pc:grpChg>
        <pc:grpChg chg="del mod">
          <ac:chgData name="Pi, Yalong" userId="c9a3dc08-26f0-490d-b190-2780270c58e1" providerId="ADAL" clId="{5AC52E50-EE96-4559-8C20-EBFED2550501}" dt="2025-04-07T02:04:53.534" v="4693"/>
          <ac:grpSpMkLst>
            <pc:docMk/>
            <pc:sldMk cId="3418711756" sldId="341"/>
            <ac:grpSpMk id="64" creationId="{2FE9A033-008C-4E11-361D-79CF1BF82FD5}"/>
          </ac:grpSpMkLst>
        </pc:grpChg>
        <pc:grpChg chg="mod">
          <ac:chgData name="Pi, Yalong" userId="c9a3dc08-26f0-490d-b190-2780270c58e1" providerId="ADAL" clId="{5AC52E50-EE96-4559-8C20-EBFED2550501}" dt="2025-04-07T02:04:54.498" v="4697"/>
          <ac:grpSpMkLst>
            <pc:docMk/>
            <pc:sldMk cId="3418711756" sldId="341"/>
            <ac:grpSpMk id="68" creationId="{92510245-5FCF-E5A8-20E4-E196C5553ABD}"/>
          </ac:grpSpMkLst>
        </pc:grpChg>
        <pc:grpChg chg="mod">
          <ac:chgData name="Pi, Yalong" userId="c9a3dc08-26f0-490d-b190-2780270c58e1" providerId="ADAL" clId="{5AC52E50-EE96-4559-8C20-EBFED2550501}" dt="2025-04-07T02:05:02.432" v="4707"/>
          <ac:grpSpMkLst>
            <pc:docMk/>
            <pc:sldMk cId="3418711756" sldId="341"/>
            <ac:grpSpMk id="78" creationId="{784A4B0B-34D7-E7C5-F2CD-1B2917E6F10B}"/>
          </ac:grpSpMkLst>
        </pc:grpChg>
        <pc:grpChg chg="del mod">
          <ac:chgData name="Pi, Yalong" userId="c9a3dc08-26f0-490d-b190-2780270c58e1" providerId="ADAL" clId="{5AC52E50-EE96-4559-8C20-EBFED2550501}" dt="2025-04-07T02:05:12.375" v="4721"/>
          <ac:grpSpMkLst>
            <pc:docMk/>
            <pc:sldMk cId="3418711756" sldId="341"/>
            <ac:grpSpMk id="85" creationId="{5D841868-0F14-A33C-49D6-A0F639D24340}"/>
          </ac:grpSpMkLst>
        </pc:grpChg>
        <pc:grpChg chg="del mod">
          <ac:chgData name="Pi, Yalong" userId="c9a3dc08-26f0-490d-b190-2780270c58e1" providerId="ADAL" clId="{5AC52E50-EE96-4559-8C20-EBFED2550501}" dt="2025-04-07T02:05:12.375" v="4721"/>
          <ac:grpSpMkLst>
            <pc:docMk/>
            <pc:sldMk cId="3418711756" sldId="341"/>
            <ac:grpSpMk id="92" creationId="{286515F1-7228-6391-7679-97C7F03B3AB9}"/>
          </ac:grpSpMkLst>
        </pc:grpChg>
        <pc:grpChg chg="del mod">
          <ac:chgData name="Pi, Yalong" userId="c9a3dc08-26f0-490d-b190-2780270c58e1" providerId="ADAL" clId="{5AC52E50-EE96-4559-8C20-EBFED2550501}" dt="2025-04-07T02:05:17.437" v="4732"/>
          <ac:grpSpMkLst>
            <pc:docMk/>
            <pc:sldMk cId="3418711756" sldId="341"/>
            <ac:grpSpMk id="93" creationId="{B260245B-59E7-6CF3-9F10-BE5D5676F4E7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96" creationId="{C92FAC90-0AC5-DBA5-5B85-B77797891ED5}"/>
          </ac:grpSpMkLst>
        </pc:grpChg>
        <pc:grpChg chg="del mod">
          <ac:chgData name="Pi, Yalong" userId="c9a3dc08-26f0-490d-b190-2780270c58e1" providerId="ADAL" clId="{5AC52E50-EE96-4559-8C20-EBFED2550501}" dt="2025-04-07T02:05:39.723" v="4755"/>
          <ac:grpSpMkLst>
            <pc:docMk/>
            <pc:sldMk cId="3418711756" sldId="341"/>
            <ac:grpSpMk id="111" creationId="{6842D103-6F5E-5E47-4959-7310438FCF52}"/>
          </ac:grpSpMkLst>
        </pc:grpChg>
        <pc:grpChg chg="mod">
          <ac:chgData name="Pi, Yalong" userId="c9a3dc08-26f0-490d-b190-2780270c58e1" providerId="ADAL" clId="{5AC52E50-EE96-4559-8C20-EBFED2550501}" dt="2025-04-07T02:05:35.884" v="4751"/>
          <ac:grpSpMkLst>
            <pc:docMk/>
            <pc:sldMk cId="3418711756" sldId="341"/>
            <ac:grpSpMk id="112" creationId="{E577A07F-D7C3-5D16-9AD1-0FC063ADB133}"/>
          </ac:grpSpMkLst>
        </pc:grpChg>
        <pc:grpChg chg="mod">
          <ac:chgData name="Pi, Yalong" userId="c9a3dc08-26f0-490d-b190-2780270c58e1" providerId="ADAL" clId="{5AC52E50-EE96-4559-8C20-EBFED2550501}" dt="2025-04-07T02:05:39.723" v="4755"/>
          <ac:grpSpMkLst>
            <pc:docMk/>
            <pc:sldMk cId="3418711756" sldId="341"/>
            <ac:grpSpMk id="116" creationId="{373F0EED-24EE-179F-F104-D673578BFBED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122" creationId="{713437F8-9ED7-5B12-5D4D-19E8B0D08ED1}"/>
          </ac:grpSpMkLst>
        </pc:grpChg>
        <pc:grpChg chg="del mod">
          <ac:chgData name="Pi, Yalong" userId="c9a3dc08-26f0-490d-b190-2780270c58e1" providerId="ADAL" clId="{5AC52E50-EE96-4559-8C20-EBFED2550501}" dt="2025-04-07T02:06:04.306" v="4778"/>
          <ac:grpSpMkLst>
            <pc:docMk/>
            <pc:sldMk cId="3418711756" sldId="341"/>
            <ac:grpSpMk id="131" creationId="{17AEFF0A-E77D-8F31-7B54-0DA2EA1E2FB1}"/>
          </ac:grpSpMkLst>
        </pc:grpChg>
        <pc:grpChg chg="mod">
          <ac:chgData name="Pi, Yalong" userId="c9a3dc08-26f0-490d-b190-2780270c58e1" providerId="ADAL" clId="{5AC52E50-EE96-4559-8C20-EBFED2550501}" dt="2025-04-07T02:06:04.306" v="4778"/>
          <ac:grpSpMkLst>
            <pc:docMk/>
            <pc:sldMk cId="3418711756" sldId="341"/>
            <ac:grpSpMk id="139" creationId="{416D5FAF-08BF-5E1C-F850-FE5B01381356}"/>
          </ac:grpSpMkLst>
        </pc:grpChg>
        <pc:grpChg chg="add mod">
          <ac:chgData name="Pi, Yalong" userId="c9a3dc08-26f0-490d-b190-2780270c58e1" providerId="ADAL" clId="{5AC52E50-EE96-4559-8C20-EBFED2550501}" dt="2025-04-07T02:23:19.306" v="5435" actId="1076"/>
          <ac:grpSpMkLst>
            <pc:docMk/>
            <pc:sldMk cId="3418711756" sldId="341"/>
            <ac:grpSpMk id="140" creationId="{7D34891E-5B1A-9ECB-ABCB-036979A5EEB6}"/>
          </ac:grpSpMkLst>
        </pc:grpChg>
        <pc:grpChg chg="del mod">
          <ac:chgData name="Pi, Yalong" userId="c9a3dc08-26f0-490d-b190-2780270c58e1" providerId="ADAL" clId="{5AC52E50-EE96-4559-8C20-EBFED2550501}" dt="2025-04-07T02:06:48.554" v="4791"/>
          <ac:grpSpMkLst>
            <pc:docMk/>
            <pc:sldMk cId="3418711756" sldId="341"/>
            <ac:grpSpMk id="155" creationId="{355EAFD4-3888-CA28-6EBA-CD1F60A61A49}"/>
          </ac:grpSpMkLst>
        </pc:grpChg>
        <pc:grpChg chg="del mod">
          <ac:chgData name="Pi, Yalong" userId="c9a3dc08-26f0-490d-b190-2780270c58e1" providerId="ADAL" clId="{5AC52E50-EE96-4559-8C20-EBFED2550501}" dt="2025-04-07T02:06:48.554" v="4791"/>
          <ac:grpSpMkLst>
            <pc:docMk/>
            <pc:sldMk cId="3418711756" sldId="341"/>
            <ac:grpSpMk id="158" creationId="{18C0EAC4-7123-6CE0-FE5C-F0071E1CD97B}"/>
          </ac:grpSpMkLst>
        </pc:grpChg>
        <pc:grpChg chg="mod">
          <ac:chgData name="Pi, Yalong" userId="c9a3dc08-26f0-490d-b190-2780270c58e1" providerId="ADAL" clId="{5AC52E50-EE96-4559-8C20-EBFED2550501}" dt="2025-04-07T02:07:03.387" v="4799"/>
          <ac:grpSpMkLst>
            <pc:docMk/>
            <pc:sldMk cId="3418711756" sldId="341"/>
            <ac:grpSpMk id="163" creationId="{DF35B0CF-7345-ECEF-20AD-0A76F06A54D9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166" creationId="{077369CC-7E18-DD70-7054-0CD05E40F672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170" creationId="{8652D5A6-D29D-D50B-9065-2827C7251B27}"/>
          </ac:grpSpMkLst>
        </pc:grpChg>
        <pc:grpChg chg="del mod">
          <ac:chgData name="Pi, Yalong" userId="c9a3dc08-26f0-490d-b190-2780270c58e1" providerId="ADAL" clId="{5AC52E50-EE96-4559-8C20-EBFED2550501}" dt="2025-04-07T02:14:22.776" v="5068"/>
          <ac:grpSpMkLst>
            <pc:docMk/>
            <pc:sldMk cId="3418711756" sldId="341"/>
            <ac:grpSpMk id="177" creationId="{FAC36C6D-55E2-0F0A-2038-B3EC8A2AA08B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180" creationId="{B000D216-317F-9489-E305-D2EF9922500E}"/>
          </ac:grpSpMkLst>
        </pc:grpChg>
        <pc:grpChg chg="del mod">
          <ac:chgData name="Pi, Yalong" userId="c9a3dc08-26f0-490d-b190-2780270c58e1" providerId="ADAL" clId="{5AC52E50-EE96-4559-8C20-EBFED2550501}" dt="2025-04-07T02:07:27.270" v="4828"/>
          <ac:grpSpMkLst>
            <pc:docMk/>
            <pc:sldMk cId="3418711756" sldId="341"/>
            <ac:grpSpMk id="188" creationId="{8A13FDA2-3044-8615-D035-C4850776D5B6}"/>
          </ac:grpSpMkLst>
        </pc:grpChg>
        <pc:grpChg chg="mod">
          <ac:chgData name="Pi, Yalong" userId="c9a3dc08-26f0-490d-b190-2780270c58e1" providerId="ADAL" clId="{5AC52E50-EE96-4559-8C20-EBFED2550501}" dt="2025-04-07T02:07:21.814" v="4817"/>
          <ac:grpSpMkLst>
            <pc:docMk/>
            <pc:sldMk cId="3418711756" sldId="341"/>
            <ac:grpSpMk id="189" creationId="{E76B12C5-F526-73F8-C8E3-D562D7DD3243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200" creationId="{FDB0A1C7-5B99-E46F-5EBC-474BBFB444FA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206" creationId="{11A77721-F911-B551-EA58-D62E07AEADB6}"/>
          </ac:grpSpMkLst>
        </pc:grpChg>
        <pc:grpChg chg="mod">
          <ac:chgData name="Pi, Yalong" userId="c9a3dc08-26f0-490d-b190-2780270c58e1" providerId="ADAL" clId="{5AC52E50-EE96-4559-8C20-EBFED2550501}" dt="2025-04-07T02:07:43.424" v="4846"/>
          <ac:grpSpMkLst>
            <pc:docMk/>
            <pc:sldMk cId="3418711756" sldId="341"/>
            <ac:grpSpMk id="216" creationId="{259AEE90-CC59-D9DA-AB3F-9D2E3A726211}"/>
          </ac:grpSpMkLst>
        </pc:grpChg>
        <pc:grpChg chg="mod">
          <ac:chgData name="Pi, Yalong" userId="c9a3dc08-26f0-490d-b190-2780270c58e1" providerId="ADAL" clId="{5AC52E50-EE96-4559-8C20-EBFED2550501}" dt="2025-04-07T02:23:56.071" v="5443" actId="1076"/>
          <ac:grpSpMkLst>
            <pc:docMk/>
            <pc:sldMk cId="3418711756" sldId="341"/>
            <ac:grpSpMk id="227" creationId="{1B65D3F5-0C7C-E841-1143-2CB7C6917C05}"/>
          </ac:grpSpMkLst>
        </pc:grpChg>
        <pc:grpChg chg="del mod">
          <ac:chgData name="Pi, Yalong" userId="c9a3dc08-26f0-490d-b190-2780270c58e1" providerId="ADAL" clId="{5AC52E50-EE96-4559-8C20-EBFED2550501}" dt="2025-04-07T02:14:53.969" v="5100"/>
          <ac:grpSpMkLst>
            <pc:docMk/>
            <pc:sldMk cId="3418711756" sldId="341"/>
            <ac:grpSpMk id="232" creationId="{341E6CEF-037D-07EF-6ECC-476956C19785}"/>
          </ac:grpSpMkLst>
        </pc:grpChg>
        <pc:grpChg chg="del mod">
          <ac:chgData name="Pi, Yalong" userId="c9a3dc08-26f0-490d-b190-2780270c58e1" providerId="ADAL" clId="{5AC52E50-EE96-4559-8C20-EBFED2550501}" dt="2025-04-07T02:11:40.848" v="4987"/>
          <ac:grpSpMkLst>
            <pc:docMk/>
            <pc:sldMk cId="3418711756" sldId="341"/>
            <ac:grpSpMk id="236" creationId="{10EF1204-150E-16A1-F1F7-E5FD4E20DD1F}"/>
          </ac:grpSpMkLst>
        </pc:grpChg>
        <pc:grpChg chg="del mod">
          <ac:chgData name="Pi, Yalong" userId="c9a3dc08-26f0-490d-b190-2780270c58e1" providerId="ADAL" clId="{5AC52E50-EE96-4559-8C20-EBFED2550501}" dt="2025-04-07T02:11:47.179" v="4992"/>
          <ac:grpSpMkLst>
            <pc:docMk/>
            <pc:sldMk cId="3418711756" sldId="341"/>
            <ac:grpSpMk id="239" creationId="{CA8F4805-5307-F60E-1870-5A85ACBE2235}"/>
          </ac:grpSpMkLst>
        </pc:grpChg>
        <pc:grpChg chg="del mod">
          <ac:chgData name="Pi, Yalong" userId="c9a3dc08-26f0-490d-b190-2780270c58e1" providerId="ADAL" clId="{5AC52E50-EE96-4559-8C20-EBFED2550501}" dt="2025-04-07T02:12:00.610" v="5000"/>
          <ac:grpSpMkLst>
            <pc:docMk/>
            <pc:sldMk cId="3418711756" sldId="341"/>
            <ac:grpSpMk id="244" creationId="{03D45FD3-4C95-8E74-150C-CEDFBADFA75D}"/>
          </ac:grpSpMkLst>
        </pc:grpChg>
        <pc:grpChg chg="del mod">
          <ac:chgData name="Pi, Yalong" userId="c9a3dc08-26f0-490d-b190-2780270c58e1" providerId="ADAL" clId="{5AC52E50-EE96-4559-8C20-EBFED2550501}" dt="2025-04-07T02:12:07.901" v="5011"/>
          <ac:grpSpMkLst>
            <pc:docMk/>
            <pc:sldMk cId="3418711756" sldId="341"/>
            <ac:grpSpMk id="254" creationId="{72ECFF37-09C2-4EC4-11F1-9D43668E2B19}"/>
          </ac:grpSpMkLst>
        </pc:grpChg>
        <pc:grpChg chg="del mod">
          <ac:chgData name="Pi, Yalong" userId="c9a3dc08-26f0-490d-b190-2780270c58e1" providerId="ADAL" clId="{5AC52E50-EE96-4559-8C20-EBFED2550501}" dt="2025-04-07T02:12:30.162" v="5021"/>
          <ac:grpSpMkLst>
            <pc:docMk/>
            <pc:sldMk cId="3418711756" sldId="341"/>
            <ac:grpSpMk id="255" creationId="{5D27CFA4-BCC2-692E-0180-2D6B30BEA699}"/>
          </ac:grpSpMkLst>
        </pc:grpChg>
        <pc:grpChg chg="del mod">
          <ac:chgData name="Pi, Yalong" userId="c9a3dc08-26f0-490d-b190-2780270c58e1" providerId="ADAL" clId="{5AC52E50-EE96-4559-8C20-EBFED2550501}" dt="2025-04-07T02:12:30.162" v="5021"/>
          <ac:grpSpMkLst>
            <pc:docMk/>
            <pc:sldMk cId="3418711756" sldId="341"/>
            <ac:grpSpMk id="265" creationId="{B5177F7C-CE28-9A8A-6EE4-E66F9E7D6462}"/>
          </ac:grpSpMkLst>
        </pc:grpChg>
        <pc:grpChg chg="del mod">
          <ac:chgData name="Pi, Yalong" userId="c9a3dc08-26f0-490d-b190-2780270c58e1" providerId="ADAL" clId="{5AC52E50-EE96-4559-8C20-EBFED2550501}" dt="2025-04-07T02:15:26.970" v="5130"/>
          <ac:grpSpMkLst>
            <pc:docMk/>
            <pc:sldMk cId="3418711756" sldId="341"/>
            <ac:grpSpMk id="266" creationId="{9A4C3A63-1506-BB5D-B786-2ADB44A952FB}"/>
          </ac:grpSpMkLst>
        </pc:grpChg>
        <pc:grpChg chg="del mod">
          <ac:chgData name="Pi, Yalong" userId="c9a3dc08-26f0-490d-b190-2780270c58e1" providerId="ADAL" clId="{5AC52E50-EE96-4559-8C20-EBFED2550501}" dt="2025-04-07T02:15:26.970" v="5130"/>
          <ac:grpSpMkLst>
            <pc:docMk/>
            <pc:sldMk cId="3418711756" sldId="341"/>
            <ac:grpSpMk id="270" creationId="{140286DB-3F49-3881-A95A-4A2CA6E8A74C}"/>
          </ac:grpSpMkLst>
        </pc:grpChg>
        <pc:grpChg chg="del mod">
          <ac:chgData name="Pi, Yalong" userId="c9a3dc08-26f0-490d-b190-2780270c58e1" providerId="ADAL" clId="{5AC52E50-EE96-4559-8C20-EBFED2550501}" dt="2025-04-07T02:15:26.970" v="5130"/>
          <ac:grpSpMkLst>
            <pc:docMk/>
            <pc:sldMk cId="3418711756" sldId="341"/>
            <ac:grpSpMk id="277" creationId="{0E2E1295-E173-E1D9-00E0-0328D86DAB01}"/>
          </ac:grpSpMkLst>
        </pc:grpChg>
        <pc:grpChg chg="del mod">
          <ac:chgData name="Pi, Yalong" userId="c9a3dc08-26f0-490d-b190-2780270c58e1" providerId="ADAL" clId="{5AC52E50-EE96-4559-8C20-EBFED2550501}" dt="2025-04-07T02:15:26.970" v="5130"/>
          <ac:grpSpMkLst>
            <pc:docMk/>
            <pc:sldMk cId="3418711756" sldId="341"/>
            <ac:grpSpMk id="281" creationId="{541E0F71-2162-F6A5-4BDA-8B5899DEE865}"/>
          </ac:grpSpMkLst>
        </pc:grpChg>
        <pc:grpChg chg="del mod">
          <ac:chgData name="Pi, Yalong" userId="c9a3dc08-26f0-490d-b190-2780270c58e1" providerId="ADAL" clId="{5AC52E50-EE96-4559-8C20-EBFED2550501}" dt="2025-04-07T02:13:17.209" v="5052"/>
          <ac:grpSpMkLst>
            <pc:docMk/>
            <pc:sldMk cId="3418711756" sldId="341"/>
            <ac:grpSpMk id="287" creationId="{9BE6F5BA-EA86-A111-456C-30D95C34D5A1}"/>
          </ac:grpSpMkLst>
        </pc:grpChg>
        <pc:grpChg chg="del mod">
          <ac:chgData name="Pi, Yalong" userId="c9a3dc08-26f0-490d-b190-2780270c58e1" providerId="ADAL" clId="{5AC52E50-EE96-4559-8C20-EBFED2550501}" dt="2025-04-07T02:15:26.970" v="5130"/>
          <ac:grpSpMkLst>
            <pc:docMk/>
            <pc:sldMk cId="3418711756" sldId="341"/>
            <ac:grpSpMk id="296" creationId="{8A675260-B026-7655-716D-B4DFA021A209}"/>
          </ac:grpSpMkLst>
        </pc:grpChg>
        <pc:grpChg chg="del mod">
          <ac:chgData name="Pi, Yalong" userId="c9a3dc08-26f0-490d-b190-2780270c58e1" providerId="ADAL" clId="{5AC52E50-EE96-4559-8C20-EBFED2550501}" dt="2025-04-07T02:15:26.970" v="5130"/>
          <ac:grpSpMkLst>
            <pc:docMk/>
            <pc:sldMk cId="3418711756" sldId="341"/>
            <ac:grpSpMk id="297" creationId="{2810E073-E8A1-06E7-A1ED-A48D77274C03}"/>
          </ac:grpSpMkLst>
        </pc:grpChg>
        <pc:grpChg chg="del mod">
          <ac:chgData name="Pi, Yalong" userId="c9a3dc08-26f0-490d-b190-2780270c58e1" providerId="ADAL" clId="{5AC52E50-EE96-4559-8C20-EBFED2550501}" dt="2025-04-07T02:14:53.969" v="5103"/>
          <ac:grpSpMkLst>
            <pc:docMk/>
            <pc:sldMk cId="3418711756" sldId="341"/>
            <ac:grpSpMk id="302" creationId="{F6907C7C-25A4-0D10-E326-D66F659894C5}"/>
          </ac:grpSpMkLst>
        </pc:grpChg>
        <pc:grpChg chg="del mod">
          <ac:chgData name="Pi, Yalong" userId="c9a3dc08-26f0-490d-b190-2780270c58e1" providerId="ADAL" clId="{5AC52E50-EE96-4559-8C20-EBFED2550501}" dt="2025-04-07T02:14:22.776" v="5070"/>
          <ac:grpSpMkLst>
            <pc:docMk/>
            <pc:sldMk cId="3418711756" sldId="341"/>
            <ac:grpSpMk id="307" creationId="{4D9585CF-4222-5C63-8990-ECF60606CDCD}"/>
          </ac:grpSpMkLst>
        </pc:grpChg>
        <pc:grpChg chg="del mod">
          <ac:chgData name="Pi, Yalong" userId="c9a3dc08-26f0-490d-b190-2780270c58e1" providerId="ADAL" clId="{5AC52E50-EE96-4559-8C20-EBFED2550501}" dt="2025-04-07T02:14:31.492" v="5084"/>
          <ac:grpSpMkLst>
            <pc:docMk/>
            <pc:sldMk cId="3418711756" sldId="341"/>
            <ac:grpSpMk id="310" creationId="{F5BD9A08-A8FF-8429-D5C0-D89B320F5835}"/>
          </ac:grpSpMkLst>
        </pc:grpChg>
        <pc:grpChg chg="del mod">
          <ac:chgData name="Pi, Yalong" userId="c9a3dc08-26f0-490d-b190-2780270c58e1" providerId="ADAL" clId="{5AC52E50-EE96-4559-8C20-EBFED2550501}" dt="2025-04-07T02:14:34.297" v="5089"/>
          <ac:grpSpMkLst>
            <pc:docMk/>
            <pc:sldMk cId="3418711756" sldId="341"/>
            <ac:grpSpMk id="319" creationId="{9D4FC745-E9A2-3A25-A92C-71ED86F54797}"/>
          </ac:grpSpMkLst>
        </pc:grpChg>
        <pc:grpChg chg="del mod">
          <ac:chgData name="Pi, Yalong" userId="c9a3dc08-26f0-490d-b190-2780270c58e1" providerId="ADAL" clId="{5AC52E50-EE96-4559-8C20-EBFED2550501}" dt="2025-04-07T02:14:38.358" v="5094"/>
          <ac:grpSpMkLst>
            <pc:docMk/>
            <pc:sldMk cId="3418711756" sldId="341"/>
            <ac:grpSpMk id="324" creationId="{AE667CA1-FF42-8328-B9BD-21C30A376E00}"/>
          </ac:grpSpMkLst>
        </pc:grpChg>
        <pc:grpChg chg="mod">
          <ac:chgData name="Pi, Yalong" userId="c9a3dc08-26f0-490d-b190-2780270c58e1" providerId="ADAL" clId="{5AC52E50-EE96-4559-8C20-EBFED2550501}" dt="2025-04-07T02:14:38.358" v="5094"/>
          <ac:grpSpMkLst>
            <pc:docMk/>
            <pc:sldMk cId="3418711756" sldId="341"/>
            <ac:grpSpMk id="328" creationId="{16F6CA5C-1C12-A7E3-9E66-4699A171B0A5}"/>
          </ac:grpSpMkLst>
        </pc:grpChg>
        <pc:grpChg chg="mod">
          <ac:chgData name="Pi, Yalong" userId="c9a3dc08-26f0-490d-b190-2780270c58e1" providerId="ADAL" clId="{5AC52E50-EE96-4559-8C20-EBFED2550501}" dt="2025-04-07T02:15:06.159" v="5121"/>
          <ac:grpSpMkLst>
            <pc:docMk/>
            <pc:sldMk cId="3418711756" sldId="341"/>
            <ac:grpSpMk id="345" creationId="{42014ED4-C218-25CA-9DB5-B2901B2F4029}"/>
          </ac:grpSpMkLst>
        </pc:grpChg>
        <pc:grpChg chg="del mod">
          <ac:chgData name="Pi, Yalong" userId="c9a3dc08-26f0-490d-b190-2780270c58e1" providerId="ADAL" clId="{5AC52E50-EE96-4559-8C20-EBFED2550501}" dt="2025-04-07T02:25:12.406" v="5492"/>
          <ac:grpSpMkLst>
            <pc:docMk/>
            <pc:sldMk cId="3418711756" sldId="341"/>
            <ac:grpSpMk id="352" creationId="{0F9EE0E4-59AA-5132-5B64-043A6257555C}"/>
          </ac:grpSpMkLst>
        </pc:grpChg>
        <pc:grpChg chg="del mod">
          <ac:chgData name="Pi, Yalong" userId="c9a3dc08-26f0-490d-b190-2780270c58e1" providerId="ADAL" clId="{5AC52E50-EE96-4559-8C20-EBFED2550501}" dt="2025-04-07T02:15:30.108" v="5133"/>
          <ac:grpSpMkLst>
            <pc:docMk/>
            <pc:sldMk cId="3418711756" sldId="341"/>
            <ac:grpSpMk id="354" creationId="{AB1AB92D-1267-A7CD-3EB1-135224EA624F}"/>
          </ac:grpSpMkLst>
        </pc:grpChg>
        <pc:grpChg chg="del mod">
          <ac:chgData name="Pi, Yalong" userId="c9a3dc08-26f0-490d-b190-2780270c58e1" providerId="ADAL" clId="{5AC52E50-EE96-4559-8C20-EBFED2550501}" dt="2025-04-07T02:16:36.242" v="5169"/>
          <ac:grpSpMkLst>
            <pc:docMk/>
            <pc:sldMk cId="3418711756" sldId="341"/>
            <ac:grpSpMk id="357" creationId="{3FA91567-81CB-973C-ED29-9081A116EAAC}"/>
          </ac:grpSpMkLst>
        </pc:grpChg>
        <pc:grpChg chg="del mod">
          <ac:chgData name="Pi, Yalong" userId="c9a3dc08-26f0-490d-b190-2780270c58e1" providerId="ADAL" clId="{5AC52E50-EE96-4559-8C20-EBFED2550501}" dt="2025-04-07T02:15:54.913" v="5150"/>
          <ac:grpSpMkLst>
            <pc:docMk/>
            <pc:sldMk cId="3418711756" sldId="341"/>
            <ac:grpSpMk id="365" creationId="{B28C47CD-6B68-6144-27C8-DE5EBFAD773D}"/>
          </ac:grpSpMkLst>
        </pc:grpChg>
        <pc:grpChg chg="del mod">
          <ac:chgData name="Pi, Yalong" userId="c9a3dc08-26f0-490d-b190-2780270c58e1" providerId="ADAL" clId="{5AC52E50-EE96-4559-8C20-EBFED2550501}" dt="2025-04-07T02:24:03.700" v="5457"/>
          <ac:grpSpMkLst>
            <pc:docMk/>
            <pc:sldMk cId="3418711756" sldId="341"/>
            <ac:grpSpMk id="374" creationId="{9C307CB2-8A34-9C31-E579-54D25F9A1F78}"/>
          </ac:grpSpMkLst>
        </pc:grpChg>
        <pc:grpChg chg="del mod">
          <ac:chgData name="Pi, Yalong" userId="c9a3dc08-26f0-490d-b190-2780270c58e1" providerId="ADAL" clId="{5AC52E50-EE96-4559-8C20-EBFED2550501}" dt="2025-04-07T02:16:04.086" v="5164"/>
          <ac:grpSpMkLst>
            <pc:docMk/>
            <pc:sldMk cId="3418711756" sldId="341"/>
            <ac:grpSpMk id="384" creationId="{04B4652E-A14C-55C5-2D76-84DCD0C3BCCF}"/>
          </ac:grpSpMkLst>
        </pc:grpChg>
        <pc:grpChg chg="del mod">
          <ac:chgData name="Pi, Yalong" userId="c9a3dc08-26f0-490d-b190-2780270c58e1" providerId="ADAL" clId="{5AC52E50-EE96-4559-8C20-EBFED2550501}" dt="2025-04-07T02:24:06.818" v="5463"/>
          <ac:grpSpMkLst>
            <pc:docMk/>
            <pc:sldMk cId="3418711756" sldId="341"/>
            <ac:grpSpMk id="385" creationId="{3AD6B9B2-F3DD-9ABE-9137-5A597BFBE495}"/>
          </ac:grpSpMkLst>
        </pc:grpChg>
        <pc:grpChg chg="del mod">
          <ac:chgData name="Pi, Yalong" userId="c9a3dc08-26f0-490d-b190-2780270c58e1" providerId="ADAL" clId="{5AC52E50-EE96-4559-8C20-EBFED2550501}" dt="2025-04-07T02:24:03.698" v="5449"/>
          <ac:grpSpMkLst>
            <pc:docMk/>
            <pc:sldMk cId="3418711756" sldId="341"/>
            <ac:grpSpMk id="388" creationId="{97603925-6A74-E1CC-310C-CB03F3EFCC0B}"/>
          </ac:grpSpMkLst>
        </pc:grpChg>
        <pc:grpChg chg="mod">
          <ac:chgData name="Pi, Yalong" userId="c9a3dc08-26f0-490d-b190-2780270c58e1" providerId="ADAL" clId="{5AC52E50-EE96-4559-8C20-EBFED2550501}" dt="2025-04-07T02:26:05.775" v="5533"/>
          <ac:grpSpMkLst>
            <pc:docMk/>
            <pc:sldMk cId="3418711756" sldId="341"/>
            <ac:grpSpMk id="390" creationId="{52CFEEC1-948D-7722-8DA2-42403C80CFA9}"/>
          </ac:grpSpMkLst>
        </pc:grpChg>
        <pc:grpChg chg="add del mod">
          <ac:chgData name="Pi, Yalong" userId="c9a3dc08-26f0-490d-b190-2780270c58e1" providerId="ADAL" clId="{5AC52E50-EE96-4559-8C20-EBFED2550501}" dt="2025-04-07T02:24:26.882" v="5474"/>
          <ac:grpSpMkLst>
            <pc:docMk/>
            <pc:sldMk cId="3418711756" sldId="341"/>
            <ac:grpSpMk id="394" creationId="{6DA08C62-492B-D261-3236-ED23A3CE6CF7}"/>
          </ac:grpSpMkLst>
        </pc:grpChg>
        <pc:grpChg chg="del mod">
          <ac:chgData name="Pi, Yalong" userId="c9a3dc08-26f0-490d-b190-2780270c58e1" providerId="ADAL" clId="{5AC52E50-EE96-4559-8C20-EBFED2550501}" dt="2025-04-07T02:22:37.236" v="5433"/>
          <ac:grpSpMkLst>
            <pc:docMk/>
            <pc:sldMk cId="3418711756" sldId="341"/>
            <ac:grpSpMk id="397" creationId="{BEB47955-6257-2635-D49B-1769B486B73B}"/>
          </ac:grpSpMkLst>
        </pc:grpChg>
        <pc:grpChg chg="del mod">
          <ac:chgData name="Pi, Yalong" userId="c9a3dc08-26f0-490d-b190-2780270c58e1" providerId="ADAL" clId="{5AC52E50-EE96-4559-8C20-EBFED2550501}" dt="2025-04-07T02:24:44.572" v="5478"/>
          <ac:grpSpMkLst>
            <pc:docMk/>
            <pc:sldMk cId="3418711756" sldId="341"/>
            <ac:grpSpMk id="399" creationId="{B8A66048-9F76-AFDE-953A-B52B18423C99}"/>
          </ac:grpSpMkLst>
        </pc:grpChg>
        <pc:grpChg chg="add mod">
          <ac:chgData name="Pi, Yalong" userId="c9a3dc08-26f0-490d-b190-2780270c58e1" providerId="ADAL" clId="{5AC52E50-EE96-4559-8C20-EBFED2550501}" dt="2025-04-07T02:23:44.728" v="5442" actId="1076"/>
          <ac:grpSpMkLst>
            <pc:docMk/>
            <pc:sldMk cId="3418711756" sldId="341"/>
            <ac:grpSpMk id="400" creationId="{5855B03D-671C-D25F-75C0-065CE04779B0}"/>
          </ac:grpSpMkLst>
        </pc:grpChg>
        <pc:grpChg chg="mod">
          <ac:chgData name="Pi, Yalong" userId="c9a3dc08-26f0-490d-b190-2780270c58e1" providerId="ADAL" clId="{5AC52E50-EE96-4559-8C20-EBFED2550501}" dt="2025-04-07T02:25:10.720" v="5489"/>
          <ac:grpSpMkLst>
            <pc:docMk/>
            <pc:sldMk cId="3418711756" sldId="341"/>
            <ac:grpSpMk id="404" creationId="{116EC120-B38D-A584-4ADA-C5102D0E3194}"/>
          </ac:grpSpMkLst>
        </pc:grpChg>
        <pc:grpChg chg="del mod">
          <ac:chgData name="Pi, Yalong" userId="c9a3dc08-26f0-490d-b190-2780270c58e1" providerId="ADAL" clId="{5AC52E50-EE96-4559-8C20-EBFED2550501}" dt="2025-04-07T02:25:17.476" v="5498"/>
          <ac:grpSpMkLst>
            <pc:docMk/>
            <pc:sldMk cId="3418711756" sldId="341"/>
            <ac:grpSpMk id="408" creationId="{A22FE4DB-8990-95AD-B3EC-246E5B4404F3}"/>
          </ac:grpSpMkLst>
        </pc:grpChg>
        <pc:grpChg chg="del mod">
          <ac:chgData name="Pi, Yalong" userId="c9a3dc08-26f0-490d-b190-2780270c58e1" providerId="ADAL" clId="{5AC52E50-EE96-4559-8C20-EBFED2550501}" dt="2025-04-07T02:25:26.547" v="5509"/>
          <ac:grpSpMkLst>
            <pc:docMk/>
            <pc:sldMk cId="3418711756" sldId="341"/>
            <ac:grpSpMk id="410" creationId="{1B1F6BBF-3D3B-D1E5-F822-13C10FC19244}"/>
          </ac:grpSpMkLst>
        </pc:grpChg>
        <pc:grpChg chg="del mod">
          <ac:chgData name="Pi, Yalong" userId="c9a3dc08-26f0-490d-b190-2780270c58e1" providerId="ADAL" clId="{5AC52E50-EE96-4559-8C20-EBFED2550501}" dt="2025-04-07T02:25:25.301" v="5506"/>
          <ac:grpSpMkLst>
            <pc:docMk/>
            <pc:sldMk cId="3418711756" sldId="341"/>
            <ac:grpSpMk id="415" creationId="{88FCFA03-E8E3-9447-54FB-3017BE72110D}"/>
          </ac:grpSpMkLst>
        </pc:grpChg>
        <pc:grpChg chg="mod">
          <ac:chgData name="Pi, Yalong" userId="c9a3dc08-26f0-490d-b190-2780270c58e1" providerId="ADAL" clId="{5AC52E50-EE96-4559-8C20-EBFED2550501}" dt="2025-04-07T02:25:30.419" v="5517"/>
          <ac:grpSpMkLst>
            <pc:docMk/>
            <pc:sldMk cId="3418711756" sldId="341"/>
            <ac:grpSpMk id="422" creationId="{D37590B3-AB2D-9149-095D-B85E26F4A371}"/>
          </ac:grpSpMkLst>
        </pc:grpChg>
        <pc:grpChg chg="mod">
          <ac:chgData name="Pi, Yalong" userId="c9a3dc08-26f0-490d-b190-2780270c58e1" providerId="ADAL" clId="{5AC52E50-EE96-4559-8C20-EBFED2550501}" dt="2025-04-07T02:25:30.419" v="5517"/>
          <ac:grpSpMkLst>
            <pc:docMk/>
            <pc:sldMk cId="3418711756" sldId="341"/>
            <ac:grpSpMk id="423" creationId="{7D47FE70-F07D-7A58-6DA9-2D98B21055AE}"/>
          </ac:grpSpMkLst>
        </pc:grpChg>
        <pc:grpChg chg="del mod">
          <ac:chgData name="Pi, Yalong" userId="c9a3dc08-26f0-490d-b190-2780270c58e1" providerId="ADAL" clId="{5AC52E50-EE96-4559-8C20-EBFED2550501}" dt="2025-04-07T02:25:56.826" v="5532"/>
          <ac:grpSpMkLst>
            <pc:docMk/>
            <pc:sldMk cId="3418711756" sldId="341"/>
            <ac:grpSpMk id="428" creationId="{68537D88-5F5D-4DC4-BB21-0B9BD32393F7}"/>
          </ac:grpSpMkLst>
        </pc:grpChg>
        <pc:grpChg chg="del mod">
          <ac:chgData name="Pi, Yalong" userId="c9a3dc08-26f0-490d-b190-2780270c58e1" providerId="ADAL" clId="{5AC52E50-EE96-4559-8C20-EBFED2550501}" dt="2025-04-07T02:26:56.558" v="5541"/>
          <ac:grpSpMkLst>
            <pc:docMk/>
            <pc:sldMk cId="3418711756" sldId="341"/>
            <ac:grpSpMk id="438" creationId="{E8CF8231-C89A-12E9-E873-4AB577682330}"/>
          </ac:grpSpMkLst>
        </pc:grpChg>
        <pc:grpChg chg="mod">
          <ac:chgData name="Pi, Yalong" userId="c9a3dc08-26f0-490d-b190-2780270c58e1" providerId="ADAL" clId="{5AC52E50-EE96-4559-8C20-EBFED2550501}" dt="2025-04-07T02:26:31.105" v="5538"/>
          <ac:grpSpMkLst>
            <pc:docMk/>
            <pc:sldMk cId="3418711756" sldId="341"/>
            <ac:grpSpMk id="443" creationId="{81CBE95D-CCFC-D5DE-AB0F-B43D7CDE9C11}"/>
          </ac:grpSpMkLst>
        </pc:grpChg>
        <pc:grpChg chg="del mod">
          <ac:chgData name="Pi, Yalong" userId="c9a3dc08-26f0-490d-b190-2780270c58e1" providerId="ADAL" clId="{5AC52E50-EE96-4559-8C20-EBFED2550501}" dt="2025-04-07T02:26:59.155" v="5544"/>
          <ac:grpSpMkLst>
            <pc:docMk/>
            <pc:sldMk cId="3418711756" sldId="341"/>
            <ac:grpSpMk id="446" creationId="{968ECD19-7FF5-B44B-FD79-2C60DEF7E365}"/>
          </ac:grpSpMkLst>
        </pc:grpChg>
        <pc:grpChg chg="del mod">
          <ac:chgData name="Pi, Yalong" userId="c9a3dc08-26f0-490d-b190-2780270c58e1" providerId="ADAL" clId="{5AC52E50-EE96-4559-8C20-EBFED2550501}" dt="2025-04-07T02:27:01.591" v="5547"/>
          <ac:grpSpMkLst>
            <pc:docMk/>
            <pc:sldMk cId="3418711756" sldId="341"/>
            <ac:grpSpMk id="449" creationId="{674119D6-CCAC-F476-13AF-673C14198F69}"/>
          </ac:grpSpMkLst>
        </pc:grpChg>
        <pc:grpChg chg="mod">
          <ac:chgData name="Pi, Yalong" userId="c9a3dc08-26f0-490d-b190-2780270c58e1" providerId="ADAL" clId="{5AC52E50-EE96-4559-8C20-EBFED2550501}" dt="2025-04-07T02:27:01.591" v="5547"/>
          <ac:grpSpMkLst>
            <pc:docMk/>
            <pc:sldMk cId="3418711756" sldId="341"/>
            <ac:grpSpMk id="452" creationId="{B25CBDB6-7372-EA98-4F06-9C39CCDDAB08}"/>
          </ac:grpSpMkLst>
        </pc:grpChg>
        <pc:grpChg chg="mod">
          <ac:chgData name="Pi, Yalong" userId="c9a3dc08-26f0-490d-b190-2780270c58e1" providerId="ADAL" clId="{5AC52E50-EE96-4559-8C20-EBFED2550501}" dt="2025-04-07T02:27:11.588" v="5554"/>
          <ac:grpSpMkLst>
            <pc:docMk/>
            <pc:sldMk cId="3418711756" sldId="341"/>
            <ac:grpSpMk id="459" creationId="{058EA185-1AF5-FAB9-AB91-98C0F7DE0BE1}"/>
          </ac:grpSpMkLst>
        </pc:grpChg>
        <pc:grpChg chg="mod">
          <ac:chgData name="Pi, Yalong" userId="c9a3dc08-26f0-490d-b190-2780270c58e1" providerId="ADAL" clId="{5AC52E50-EE96-4559-8C20-EBFED2550501}" dt="2025-04-07T02:27:28.419" v="5572"/>
          <ac:grpSpMkLst>
            <pc:docMk/>
            <pc:sldMk cId="3418711756" sldId="341"/>
            <ac:grpSpMk id="477" creationId="{1FDE3A09-900B-C896-5335-5B25CA5A6BC0}"/>
          </ac:grpSpMkLst>
        </pc:grp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2" creationId="{F392F2C4-D47A-BFB5-D4E3-8D2386808FE6}"/>
          </ac:inkMkLst>
        </pc:inkChg>
        <pc:inkChg chg="add del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3" creationId="{FBBFC485-F656-294D-4F1C-94239A6DB41C}"/>
          </ac:inkMkLst>
        </pc:ink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4" creationId="{BD5D9E97-EB08-A180-448A-79A5869EE15E}"/>
          </ac:inkMkLst>
        </pc:ink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5" creationId="{39B1500D-4690-B1EA-5465-8EEFA67B64F2}"/>
          </ac:inkMkLst>
        </pc:ink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7" creationId="{6EF85F50-299E-E087-70DC-A28C9F59343C}"/>
          </ac:inkMkLst>
        </pc:ink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8" creationId="{742F969E-E8EA-354D-66C5-6E6AB360ED7E}"/>
          </ac:inkMkLst>
        </pc:ink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9" creationId="{688BDEBD-C222-5E30-215F-A3C5872EE4AF}"/>
          </ac:inkMkLst>
        </pc:ink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10" creationId="{51648FED-23F4-02AA-5BA3-A617AB50EBC9}"/>
          </ac:inkMkLst>
        </pc:inkChg>
        <pc:inkChg chg="add del">
          <ac:chgData name="Pi, Yalong" userId="c9a3dc08-26f0-490d-b190-2780270c58e1" providerId="ADAL" clId="{5AC52E50-EE96-4559-8C20-EBFED2550501}" dt="2025-04-07T02:04:07.416" v="4642"/>
          <ac:inkMkLst>
            <pc:docMk/>
            <pc:sldMk cId="3418711756" sldId="341"/>
            <ac:inkMk id="11" creationId="{9AEDE01B-20C1-3AC8-BC6A-25D71E9F1104}"/>
          </ac:inkMkLst>
        </pc:inkChg>
        <pc:inkChg chg="add mod">
          <ac:chgData name="Pi, Yalong" userId="c9a3dc08-26f0-490d-b190-2780270c58e1" providerId="ADAL" clId="{5AC52E50-EE96-4559-8C20-EBFED2550501}" dt="2025-04-07T02:04:16.048" v="4649"/>
          <ac:inkMkLst>
            <pc:docMk/>
            <pc:sldMk cId="3418711756" sldId="341"/>
            <ac:inkMk id="12" creationId="{DB043FCA-BD61-1D48-F2ED-8ADD6DD36393}"/>
          </ac:inkMkLst>
        </pc:inkChg>
        <pc:inkChg chg="add del mod">
          <ac:chgData name="Pi, Yalong" userId="c9a3dc08-26f0-490d-b190-2780270c58e1" providerId="ADAL" clId="{5AC52E50-EE96-4559-8C20-EBFED2550501}" dt="2025-04-07T02:04:07.416" v="4643"/>
          <ac:inkMkLst>
            <pc:docMk/>
            <pc:sldMk cId="3418711756" sldId="341"/>
            <ac:inkMk id="13" creationId="{A114C6F2-EB39-B198-7F8B-659010AA501B}"/>
          </ac:inkMkLst>
        </pc:inkChg>
        <pc:inkChg chg="add">
          <ac:chgData name="Pi, Yalong" userId="c9a3dc08-26f0-490d-b190-2780270c58e1" providerId="ADAL" clId="{5AC52E50-EE96-4559-8C20-EBFED2550501}" dt="2025-04-07T02:04:09.077" v="4644" actId="9405"/>
          <ac:inkMkLst>
            <pc:docMk/>
            <pc:sldMk cId="3418711756" sldId="341"/>
            <ac:inkMk id="15" creationId="{469D7CDA-9D7B-27E5-83DE-C6D6C0074D7F}"/>
          </ac:inkMkLst>
        </pc:inkChg>
        <pc:inkChg chg="add mod">
          <ac:chgData name="Pi, Yalong" userId="c9a3dc08-26f0-490d-b190-2780270c58e1" providerId="ADAL" clId="{5AC52E50-EE96-4559-8C20-EBFED2550501}" dt="2025-04-07T02:04:14.569" v="4648"/>
          <ac:inkMkLst>
            <pc:docMk/>
            <pc:sldMk cId="3418711756" sldId="341"/>
            <ac:inkMk id="17" creationId="{80860F4D-81B9-9DA6-1F5C-BFFF01F784FE}"/>
          </ac:inkMkLst>
        </pc:inkChg>
        <pc:inkChg chg="add mod">
          <ac:chgData name="Pi, Yalong" userId="c9a3dc08-26f0-490d-b190-2780270c58e1" providerId="ADAL" clId="{5AC52E50-EE96-4559-8C20-EBFED2550501}" dt="2025-04-07T02:04:14.569" v="4648"/>
          <ac:inkMkLst>
            <pc:docMk/>
            <pc:sldMk cId="3418711756" sldId="341"/>
            <ac:inkMk id="18" creationId="{ABF37876-37F4-14FA-F91A-4B16FCB2B227}"/>
          </ac:inkMkLst>
        </pc:inkChg>
        <pc:inkChg chg="add mod">
          <ac:chgData name="Pi, Yalong" userId="c9a3dc08-26f0-490d-b190-2780270c58e1" providerId="ADAL" clId="{5AC52E50-EE96-4559-8C20-EBFED2550501}" dt="2025-04-07T02:23:33.550" v="5439" actId="164"/>
          <ac:inkMkLst>
            <pc:docMk/>
            <pc:sldMk cId="3418711756" sldId="341"/>
            <ac:inkMk id="20" creationId="{B0E04B28-DA3C-0C66-ABDB-EA4F6FB21936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1" creationId="{C485B860-53C3-6C12-5A4A-9ADA0B7D8F28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2" creationId="{6344174F-C70B-B2B5-0A09-DA87FB51B5C4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3" creationId="{5AAE668B-1D5A-0376-F138-B42D5E59E8C8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4" creationId="{CDF9CD0F-1E61-03CB-484A-46849AF5B264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5" creationId="{23F8B83B-356A-34BA-6F1C-40598A70286C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6" creationId="{26BB0705-5922-3991-0F88-EC883E2A2055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7" creationId="{C16A5721-229E-2DDE-FFBA-174DA91295FA}"/>
          </ac:inkMkLst>
        </pc:inkChg>
        <pc:inkChg chg="add mod">
          <ac:chgData name="Pi, Yalong" userId="c9a3dc08-26f0-490d-b190-2780270c58e1" providerId="ADAL" clId="{5AC52E50-EE96-4559-8C20-EBFED2550501}" dt="2025-04-07T02:04:21.595" v="4659"/>
          <ac:inkMkLst>
            <pc:docMk/>
            <pc:sldMk cId="3418711756" sldId="341"/>
            <ac:inkMk id="28" creationId="{B1BE0A13-6A4D-9923-C77E-A5EA19F30633}"/>
          </ac:inkMkLst>
        </pc:inkChg>
        <pc:inkChg chg="add mod">
          <ac:chgData name="Pi, Yalong" userId="c9a3dc08-26f0-490d-b190-2780270c58e1" providerId="ADAL" clId="{5AC52E50-EE96-4559-8C20-EBFED2550501}" dt="2025-04-07T02:04:31.273" v="4678"/>
          <ac:inkMkLst>
            <pc:docMk/>
            <pc:sldMk cId="3418711756" sldId="341"/>
            <ac:inkMk id="31" creationId="{31108831-ED7E-2104-F83C-F9D359F2C606}"/>
          </ac:inkMkLst>
        </pc:inkChg>
        <pc:inkChg chg="add mod">
          <ac:chgData name="Pi, Yalong" userId="c9a3dc08-26f0-490d-b190-2780270c58e1" providerId="ADAL" clId="{5AC52E50-EE96-4559-8C20-EBFED2550501}" dt="2025-04-07T02:04:24.476" v="4663"/>
          <ac:inkMkLst>
            <pc:docMk/>
            <pc:sldMk cId="3418711756" sldId="341"/>
            <ac:inkMk id="32" creationId="{F8E72BC2-98B0-B5E8-CA91-B698FA468118}"/>
          </ac:inkMkLst>
        </pc:inkChg>
        <pc:inkChg chg="add mod">
          <ac:chgData name="Pi, Yalong" userId="c9a3dc08-26f0-490d-b190-2780270c58e1" providerId="ADAL" clId="{5AC52E50-EE96-4559-8C20-EBFED2550501}" dt="2025-04-07T02:04:24.476" v="4663"/>
          <ac:inkMkLst>
            <pc:docMk/>
            <pc:sldMk cId="3418711756" sldId="341"/>
            <ac:inkMk id="33" creationId="{4CBF832C-F453-6DA4-C870-01D620E34CED}"/>
          </ac:inkMkLst>
        </pc:inkChg>
        <pc:inkChg chg="add">
          <ac:chgData name="Pi, Yalong" userId="c9a3dc08-26f0-490d-b190-2780270c58e1" providerId="ADAL" clId="{5AC52E50-EE96-4559-8C20-EBFED2550501}" dt="2025-04-07T02:04:25.252" v="4664" actId="9405"/>
          <ac:inkMkLst>
            <pc:docMk/>
            <pc:sldMk cId="3418711756" sldId="341"/>
            <ac:inkMk id="35" creationId="{DF869C9C-6CA4-6C30-DDF3-9996760E2F45}"/>
          </ac:inkMkLst>
        </pc:inkChg>
        <pc:inkChg chg="add">
          <ac:chgData name="Pi, Yalong" userId="c9a3dc08-26f0-490d-b190-2780270c58e1" providerId="ADAL" clId="{5AC52E50-EE96-4559-8C20-EBFED2550501}" dt="2025-04-07T02:04:25.859" v="4665" actId="9405"/>
          <ac:inkMkLst>
            <pc:docMk/>
            <pc:sldMk cId="3418711756" sldId="341"/>
            <ac:inkMk id="36" creationId="{6D82D449-002E-8C9E-2E1C-31CD6707DFA1}"/>
          </ac:inkMkLst>
        </pc:inkChg>
        <pc:inkChg chg="add mod">
          <ac:chgData name="Pi, Yalong" userId="c9a3dc08-26f0-490d-b190-2780270c58e1" providerId="ADAL" clId="{5AC52E50-EE96-4559-8C20-EBFED2550501}" dt="2025-04-07T02:04:31.273" v="4678"/>
          <ac:inkMkLst>
            <pc:docMk/>
            <pc:sldMk cId="3418711756" sldId="341"/>
            <ac:inkMk id="37" creationId="{78A91177-32B4-DD05-280B-F8346DF9194A}"/>
          </ac:inkMkLst>
        </pc:inkChg>
        <pc:inkChg chg="add">
          <ac:chgData name="Pi, Yalong" userId="c9a3dc08-26f0-490d-b190-2780270c58e1" providerId="ADAL" clId="{5AC52E50-EE96-4559-8C20-EBFED2550501}" dt="2025-04-07T02:04:26.278" v="4667" actId="9405"/>
          <ac:inkMkLst>
            <pc:docMk/>
            <pc:sldMk cId="3418711756" sldId="341"/>
            <ac:inkMk id="38" creationId="{9001B0E3-05F9-7E05-FF45-0D95823D5DFC}"/>
          </ac:inkMkLst>
        </pc:inkChg>
        <pc:inkChg chg="add mod">
          <ac:chgData name="Pi, Yalong" userId="c9a3dc08-26f0-490d-b190-2780270c58e1" providerId="ADAL" clId="{5AC52E50-EE96-4559-8C20-EBFED2550501}" dt="2025-04-07T02:04:31.273" v="4678"/>
          <ac:inkMkLst>
            <pc:docMk/>
            <pc:sldMk cId="3418711756" sldId="341"/>
            <ac:inkMk id="39" creationId="{D54203D1-784F-EEA7-3C90-7403019A2753}"/>
          </ac:inkMkLst>
        </pc:inkChg>
        <pc:inkChg chg="add">
          <ac:chgData name="Pi, Yalong" userId="c9a3dc08-26f0-490d-b190-2780270c58e1" providerId="ADAL" clId="{5AC52E50-EE96-4559-8C20-EBFED2550501}" dt="2025-04-07T02:04:27.058" v="4669" actId="9405"/>
          <ac:inkMkLst>
            <pc:docMk/>
            <pc:sldMk cId="3418711756" sldId="341"/>
            <ac:inkMk id="40" creationId="{1ACE1446-A7B9-C4AC-8312-B7D841613AE4}"/>
          </ac:inkMkLst>
        </pc:inkChg>
        <pc:inkChg chg="add">
          <ac:chgData name="Pi, Yalong" userId="c9a3dc08-26f0-490d-b190-2780270c58e1" providerId="ADAL" clId="{5AC52E50-EE96-4559-8C20-EBFED2550501}" dt="2025-04-07T02:04:27.491" v="4670" actId="9405"/>
          <ac:inkMkLst>
            <pc:docMk/>
            <pc:sldMk cId="3418711756" sldId="341"/>
            <ac:inkMk id="41" creationId="{761D2D21-349F-6274-E48F-B8E6EAFDADE3}"/>
          </ac:inkMkLst>
        </pc:inkChg>
        <pc:inkChg chg="add mod">
          <ac:chgData name="Pi, Yalong" userId="c9a3dc08-26f0-490d-b190-2780270c58e1" providerId="ADAL" clId="{5AC52E50-EE96-4559-8C20-EBFED2550501}" dt="2025-04-07T02:04:31.273" v="4678"/>
          <ac:inkMkLst>
            <pc:docMk/>
            <pc:sldMk cId="3418711756" sldId="341"/>
            <ac:inkMk id="42" creationId="{FC37B7DD-098C-9D69-F4E7-B3D1094C33B9}"/>
          </ac:inkMkLst>
        </pc:inkChg>
        <pc:inkChg chg="add mod">
          <ac:chgData name="Pi, Yalong" userId="c9a3dc08-26f0-490d-b190-2780270c58e1" providerId="ADAL" clId="{5AC52E50-EE96-4559-8C20-EBFED2550501}" dt="2025-04-07T02:04:31.273" v="4678"/>
          <ac:inkMkLst>
            <pc:docMk/>
            <pc:sldMk cId="3418711756" sldId="341"/>
            <ac:inkMk id="43" creationId="{FBFFC6DD-4BB6-9826-EBAA-FB229ABAD701}"/>
          </ac:inkMkLst>
        </pc:inkChg>
        <pc:inkChg chg="add">
          <ac:chgData name="Pi, Yalong" userId="c9a3dc08-26f0-490d-b190-2780270c58e1" providerId="ADAL" clId="{5AC52E50-EE96-4559-8C20-EBFED2550501}" dt="2025-04-07T02:04:28.924" v="4673" actId="9405"/>
          <ac:inkMkLst>
            <pc:docMk/>
            <pc:sldMk cId="3418711756" sldId="341"/>
            <ac:inkMk id="44" creationId="{820B230C-E2DC-E8BF-10FD-391FF56C99DF}"/>
          </ac:inkMkLst>
        </pc:inkChg>
        <pc:inkChg chg="add mod">
          <ac:chgData name="Pi, Yalong" userId="c9a3dc08-26f0-490d-b190-2780270c58e1" providerId="ADAL" clId="{5AC52E50-EE96-4559-8C20-EBFED2550501}" dt="2025-04-07T02:04:31.273" v="4678"/>
          <ac:inkMkLst>
            <pc:docMk/>
            <pc:sldMk cId="3418711756" sldId="341"/>
            <ac:inkMk id="45" creationId="{D3BE1FF9-6AC5-E7F5-FCD5-84D497CA1730}"/>
          </ac:inkMkLst>
        </pc:inkChg>
        <pc:inkChg chg="add">
          <ac:chgData name="Pi, Yalong" userId="c9a3dc08-26f0-490d-b190-2780270c58e1" providerId="ADAL" clId="{5AC52E50-EE96-4559-8C20-EBFED2550501}" dt="2025-04-07T02:04:29.499" v="4675" actId="9405"/>
          <ac:inkMkLst>
            <pc:docMk/>
            <pc:sldMk cId="3418711756" sldId="341"/>
            <ac:inkMk id="46" creationId="{D431B817-BB11-955D-F0B1-CA3A7A1FEF5C}"/>
          </ac:inkMkLst>
        </pc:inkChg>
        <pc:inkChg chg="add">
          <ac:chgData name="Pi, Yalong" userId="c9a3dc08-26f0-490d-b190-2780270c58e1" providerId="ADAL" clId="{5AC52E50-EE96-4559-8C20-EBFED2550501}" dt="2025-04-07T02:04:29.906" v="4676" actId="9405"/>
          <ac:inkMkLst>
            <pc:docMk/>
            <pc:sldMk cId="3418711756" sldId="341"/>
            <ac:inkMk id="47" creationId="{855F75ED-08E6-BB3E-84E5-96CD9285C54A}"/>
          </ac:inkMkLst>
        </pc:inkChg>
        <pc:inkChg chg="add">
          <ac:chgData name="Pi, Yalong" userId="c9a3dc08-26f0-490d-b190-2780270c58e1" providerId="ADAL" clId="{5AC52E50-EE96-4559-8C20-EBFED2550501}" dt="2025-04-07T02:04:30.328" v="4677" actId="9405"/>
          <ac:inkMkLst>
            <pc:docMk/>
            <pc:sldMk cId="3418711756" sldId="341"/>
            <ac:inkMk id="48" creationId="{D988BD41-446E-4F52-A70F-7F713D136037}"/>
          </ac:inkMkLst>
        </pc:inkChg>
        <pc:inkChg chg="add mod">
          <ac:chgData name="Pi, Yalong" userId="c9a3dc08-26f0-490d-b190-2780270c58e1" providerId="ADAL" clId="{5AC52E50-EE96-4559-8C20-EBFED2550501}" dt="2025-04-07T02:04:49.584" v="4687"/>
          <ac:inkMkLst>
            <pc:docMk/>
            <pc:sldMk cId="3418711756" sldId="341"/>
            <ac:inkMk id="52" creationId="{4B27A1A0-A15C-BA17-4B6C-1C0496DA4980}"/>
          </ac:inkMkLst>
        </pc:inkChg>
        <pc:inkChg chg="add mod">
          <ac:chgData name="Pi, Yalong" userId="c9a3dc08-26f0-490d-b190-2780270c58e1" providerId="ADAL" clId="{5AC52E50-EE96-4559-8C20-EBFED2550501}" dt="2025-04-07T02:04:49.584" v="4687"/>
          <ac:inkMkLst>
            <pc:docMk/>
            <pc:sldMk cId="3418711756" sldId="341"/>
            <ac:inkMk id="53" creationId="{635AEE21-E3AF-7989-7BF0-DC8A7759B0C8}"/>
          </ac:inkMkLst>
        </pc:inkChg>
        <pc:inkChg chg="add mod">
          <ac:chgData name="Pi, Yalong" userId="c9a3dc08-26f0-490d-b190-2780270c58e1" providerId="ADAL" clId="{5AC52E50-EE96-4559-8C20-EBFED2550501}" dt="2025-04-07T02:04:49.584" v="4687"/>
          <ac:inkMkLst>
            <pc:docMk/>
            <pc:sldMk cId="3418711756" sldId="341"/>
            <ac:inkMk id="54" creationId="{FF3030FB-6946-884F-AD0B-298EC9816BF1}"/>
          </ac:inkMkLst>
        </pc:inkChg>
        <pc:inkChg chg="add mod">
          <ac:chgData name="Pi, Yalong" userId="c9a3dc08-26f0-490d-b190-2780270c58e1" providerId="ADAL" clId="{5AC52E50-EE96-4559-8C20-EBFED2550501}" dt="2025-04-07T02:04:49.584" v="4687"/>
          <ac:inkMkLst>
            <pc:docMk/>
            <pc:sldMk cId="3418711756" sldId="341"/>
            <ac:inkMk id="55" creationId="{A7763D89-E908-5DF5-53EE-8020810E3DF6}"/>
          </ac:inkMkLst>
        </pc:inkChg>
        <pc:inkChg chg="add">
          <ac:chgData name="Pi, Yalong" userId="c9a3dc08-26f0-490d-b190-2780270c58e1" providerId="ADAL" clId="{5AC52E50-EE96-4559-8C20-EBFED2550501}" dt="2025-04-07T02:04:47.564" v="4683" actId="9405"/>
          <ac:inkMkLst>
            <pc:docMk/>
            <pc:sldMk cId="3418711756" sldId="341"/>
            <ac:inkMk id="56" creationId="{11D92014-C9EC-7C30-33C0-3CA48CE7080A}"/>
          </ac:inkMkLst>
        </pc:inkChg>
        <pc:inkChg chg="add mod">
          <ac:chgData name="Pi, Yalong" userId="c9a3dc08-26f0-490d-b190-2780270c58e1" providerId="ADAL" clId="{5AC52E50-EE96-4559-8C20-EBFED2550501}" dt="2025-04-07T02:04:49.584" v="4687"/>
          <ac:inkMkLst>
            <pc:docMk/>
            <pc:sldMk cId="3418711756" sldId="341"/>
            <ac:inkMk id="57" creationId="{CA8B8052-FDCB-F4A9-55CC-0DB7A4DDC588}"/>
          </ac:inkMkLst>
        </pc:inkChg>
        <pc:inkChg chg="add mod">
          <ac:chgData name="Pi, Yalong" userId="c9a3dc08-26f0-490d-b190-2780270c58e1" providerId="ADAL" clId="{5AC52E50-EE96-4559-8C20-EBFED2550501}" dt="2025-04-07T02:04:54.498" v="4697"/>
          <ac:inkMkLst>
            <pc:docMk/>
            <pc:sldMk cId="3418711756" sldId="341"/>
            <ac:inkMk id="58" creationId="{823B28D4-E089-67B1-C1D4-92045FACF131}"/>
          </ac:inkMkLst>
        </pc:inkChg>
        <pc:inkChg chg="add mod">
          <ac:chgData name="Pi, Yalong" userId="c9a3dc08-26f0-490d-b190-2780270c58e1" providerId="ADAL" clId="{5AC52E50-EE96-4559-8C20-EBFED2550501}" dt="2025-04-07T02:04:54.498" v="4697"/>
          <ac:inkMkLst>
            <pc:docMk/>
            <pc:sldMk cId="3418711756" sldId="341"/>
            <ac:inkMk id="59" creationId="{8D88FCC5-0ECD-F841-DB74-FE85C2BA351A}"/>
          </ac:inkMkLst>
        </pc:inkChg>
        <pc:inkChg chg="add del mod">
          <ac:chgData name="Pi, Yalong" userId="c9a3dc08-26f0-490d-b190-2780270c58e1" providerId="ADAL" clId="{5AC52E50-EE96-4559-8C20-EBFED2550501}" dt="2025-04-07T02:04:54.498" v="4697"/>
          <ac:inkMkLst>
            <pc:docMk/>
            <pc:sldMk cId="3418711756" sldId="341"/>
            <ac:inkMk id="63" creationId="{BFE5676E-10F4-B5D1-65ED-331AA30A0D3E}"/>
          </ac:inkMkLst>
        </pc:inkChg>
        <pc:inkChg chg="add del mod">
          <ac:chgData name="Pi, Yalong" userId="c9a3dc08-26f0-490d-b190-2780270c58e1" providerId="ADAL" clId="{5AC52E50-EE96-4559-8C20-EBFED2550501}" dt="2025-04-07T02:04:54.497" v="4694"/>
          <ac:inkMkLst>
            <pc:docMk/>
            <pc:sldMk cId="3418711756" sldId="341"/>
            <ac:inkMk id="65" creationId="{3940C808-97F5-D9A5-D5AA-9D62FAF38BEF}"/>
          </ac:inkMkLst>
        </pc:inkChg>
        <pc:inkChg chg="add del mod">
          <ac:chgData name="Pi, Yalong" userId="c9a3dc08-26f0-490d-b190-2780270c58e1" providerId="ADAL" clId="{5AC52E50-EE96-4559-8C20-EBFED2550501}" dt="2025-04-07T02:04:54.498" v="4696"/>
          <ac:inkMkLst>
            <pc:docMk/>
            <pc:sldMk cId="3418711756" sldId="341"/>
            <ac:inkMk id="66" creationId="{A26E6482-D563-4B4E-B839-7ED13B80703A}"/>
          </ac:inkMkLst>
        </pc:inkChg>
        <pc:inkChg chg="add del mod">
          <ac:chgData name="Pi, Yalong" userId="c9a3dc08-26f0-490d-b190-2780270c58e1" providerId="ADAL" clId="{5AC52E50-EE96-4559-8C20-EBFED2550501}" dt="2025-04-07T02:04:54.498" v="4695"/>
          <ac:inkMkLst>
            <pc:docMk/>
            <pc:sldMk cId="3418711756" sldId="341"/>
            <ac:inkMk id="67" creationId="{E5C2C7A2-0657-9FED-6410-2E57BC2D0E52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69" creationId="{FB63ABF8-B85C-0465-29B5-38786A76ABD5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0" creationId="{15AE8431-0932-F814-BAB3-79972D5D3F96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1" creationId="{B9FD0169-7C9D-947F-B2E1-23F50F62739B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2" creationId="{BB9B0D84-28E7-A7DD-5CEB-525992225D8D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3" creationId="{829C6B17-A5CF-CC73-4D4B-7BC3289C247E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4" creationId="{A982CDEA-0B5B-7563-DA25-F8DAEC4EFB2E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5" creationId="{C9593470-AC56-7CF1-AB26-48348E9CE40F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6" creationId="{B3998295-BDDF-3DC5-AA24-8DAD1D196D69}"/>
          </ac:inkMkLst>
        </pc:inkChg>
        <pc:inkChg chg="add mod">
          <ac:chgData name="Pi, Yalong" userId="c9a3dc08-26f0-490d-b190-2780270c58e1" providerId="ADAL" clId="{5AC52E50-EE96-4559-8C20-EBFED2550501}" dt="2025-04-07T02:05:02.432" v="4707"/>
          <ac:inkMkLst>
            <pc:docMk/>
            <pc:sldMk cId="3418711756" sldId="341"/>
            <ac:inkMk id="77" creationId="{5133C2ED-2F89-A850-3D75-37C54313AB43}"/>
          </ac:inkMkLst>
        </pc:inkChg>
        <pc:inkChg chg="add del mod">
          <ac:chgData name="Pi, Yalong" userId="c9a3dc08-26f0-490d-b190-2780270c58e1" providerId="ADAL" clId="{5AC52E50-EE96-4559-8C20-EBFED2550501}" dt="2025-04-07T02:05:14.737" v="4725"/>
          <ac:inkMkLst>
            <pc:docMk/>
            <pc:sldMk cId="3418711756" sldId="341"/>
            <ac:inkMk id="79" creationId="{FAE14E3B-6BB9-A4A5-7F1C-5FCBE48C694A}"/>
          </ac:inkMkLst>
        </pc:inkChg>
        <pc:inkChg chg="add del mod">
          <ac:chgData name="Pi, Yalong" userId="c9a3dc08-26f0-490d-b190-2780270c58e1" providerId="ADAL" clId="{5AC52E50-EE96-4559-8C20-EBFED2550501}" dt="2025-04-07T02:05:14.737" v="4724"/>
          <ac:inkMkLst>
            <pc:docMk/>
            <pc:sldMk cId="3418711756" sldId="341"/>
            <ac:inkMk id="80" creationId="{48794D1E-A22D-DF8A-2416-D27A6C232C8D}"/>
          </ac:inkMkLst>
        </pc:inkChg>
        <pc:inkChg chg="add del mod">
          <ac:chgData name="Pi, Yalong" userId="c9a3dc08-26f0-490d-b190-2780270c58e1" providerId="ADAL" clId="{5AC52E50-EE96-4559-8C20-EBFED2550501}" dt="2025-04-07T02:05:14.735" v="4722"/>
          <ac:inkMkLst>
            <pc:docMk/>
            <pc:sldMk cId="3418711756" sldId="341"/>
            <ac:inkMk id="81" creationId="{9C97F685-CD87-7A68-0A0F-F4E9B1B6DB88}"/>
          </ac:inkMkLst>
        </pc:inkChg>
        <pc:inkChg chg="add del mod">
          <ac:chgData name="Pi, Yalong" userId="c9a3dc08-26f0-490d-b190-2780270c58e1" providerId="ADAL" clId="{5AC52E50-EE96-4559-8C20-EBFED2550501}" dt="2025-04-07T02:05:15.441" v="4728"/>
          <ac:inkMkLst>
            <pc:docMk/>
            <pc:sldMk cId="3418711756" sldId="341"/>
            <ac:inkMk id="82" creationId="{7EB99484-EEA9-6B7F-7BDD-2F5380B64410}"/>
          </ac:inkMkLst>
        </pc:inkChg>
        <pc:inkChg chg="add del mod">
          <ac:chgData name="Pi, Yalong" userId="c9a3dc08-26f0-490d-b190-2780270c58e1" providerId="ADAL" clId="{5AC52E50-EE96-4559-8C20-EBFED2550501}" dt="2025-04-07T02:05:16.433" v="4729"/>
          <ac:inkMkLst>
            <pc:docMk/>
            <pc:sldMk cId="3418711756" sldId="341"/>
            <ac:inkMk id="83" creationId="{9A2BC8CD-08B5-5910-4B16-45C2EC537C8F}"/>
          </ac:inkMkLst>
        </pc:inkChg>
        <pc:inkChg chg="add del mod">
          <ac:chgData name="Pi, Yalong" userId="c9a3dc08-26f0-490d-b190-2780270c58e1" providerId="ADAL" clId="{5AC52E50-EE96-4559-8C20-EBFED2550501}" dt="2025-04-07T02:05:14.736" v="4723"/>
          <ac:inkMkLst>
            <pc:docMk/>
            <pc:sldMk cId="3418711756" sldId="341"/>
            <ac:inkMk id="84" creationId="{23CE0599-2851-68D4-E660-A503B28D2906}"/>
          </ac:inkMkLst>
        </pc:inkChg>
        <pc:inkChg chg="add del mod">
          <ac:chgData name="Pi, Yalong" userId="c9a3dc08-26f0-490d-b190-2780270c58e1" providerId="ADAL" clId="{5AC52E50-EE96-4559-8C20-EBFED2550501}" dt="2025-04-07T02:05:15.128" v="4727"/>
          <ac:inkMkLst>
            <pc:docMk/>
            <pc:sldMk cId="3418711756" sldId="341"/>
            <ac:inkMk id="86" creationId="{EBEB8030-D9DF-530E-DAE5-4746ED5E580A}"/>
          </ac:inkMkLst>
        </pc:inkChg>
        <pc:inkChg chg="add del mod">
          <ac:chgData name="Pi, Yalong" userId="c9a3dc08-26f0-490d-b190-2780270c58e1" providerId="ADAL" clId="{5AC52E50-EE96-4559-8C20-EBFED2550501}" dt="2025-04-07T02:05:15.127" v="4726"/>
          <ac:inkMkLst>
            <pc:docMk/>
            <pc:sldMk cId="3418711756" sldId="341"/>
            <ac:inkMk id="87" creationId="{F9892F9E-08BE-D999-64C0-2C1F046FB7C6}"/>
          </ac:inkMkLst>
        </pc:inkChg>
        <pc:inkChg chg="add del mod">
          <ac:chgData name="Pi, Yalong" userId="c9a3dc08-26f0-490d-b190-2780270c58e1" providerId="ADAL" clId="{5AC52E50-EE96-4559-8C20-EBFED2550501}" dt="2025-04-07T02:05:16.433" v="4730"/>
          <ac:inkMkLst>
            <pc:docMk/>
            <pc:sldMk cId="3418711756" sldId="341"/>
            <ac:inkMk id="88" creationId="{A8D136BE-3444-E83C-1A6F-3DE30F6F4A0A}"/>
          </ac:inkMkLst>
        </pc:inkChg>
        <pc:inkChg chg="add del mod">
          <ac:chgData name="Pi, Yalong" userId="c9a3dc08-26f0-490d-b190-2780270c58e1" providerId="ADAL" clId="{5AC52E50-EE96-4559-8C20-EBFED2550501}" dt="2025-04-07T02:05:16.433" v="4731"/>
          <ac:inkMkLst>
            <pc:docMk/>
            <pc:sldMk cId="3418711756" sldId="341"/>
            <ac:inkMk id="89" creationId="{FA1E7828-F428-7FEC-3C2B-E5E84FE0923A}"/>
          </ac:inkMkLst>
        </pc:inkChg>
        <pc:inkChg chg="add del mod">
          <ac:chgData name="Pi, Yalong" userId="c9a3dc08-26f0-490d-b190-2780270c58e1" providerId="ADAL" clId="{5AC52E50-EE96-4559-8C20-EBFED2550501}" dt="2025-04-07T02:05:17.437" v="4732"/>
          <ac:inkMkLst>
            <pc:docMk/>
            <pc:sldMk cId="3418711756" sldId="341"/>
            <ac:inkMk id="90" creationId="{B6A3E4CA-8A92-8357-CD04-F1715BFC37CD}"/>
          </ac:inkMkLst>
        </pc:inkChg>
        <pc:inkChg chg="add del mod">
          <ac:chgData name="Pi, Yalong" userId="c9a3dc08-26f0-490d-b190-2780270c58e1" providerId="ADAL" clId="{5AC52E50-EE96-4559-8C20-EBFED2550501}" dt="2025-04-07T02:05:17.438" v="4733"/>
          <ac:inkMkLst>
            <pc:docMk/>
            <pc:sldMk cId="3418711756" sldId="341"/>
            <ac:inkMk id="91" creationId="{3D9FFEA5-77E8-2EF5-6059-0328A970E99B}"/>
          </ac:inkMkLst>
        </pc:inkChg>
        <pc:inkChg chg="add mod">
          <ac:chgData name="Pi, Yalong" userId="c9a3dc08-26f0-490d-b190-2780270c58e1" providerId="ADAL" clId="{5AC52E50-EE96-4559-8C20-EBFED2550501}" dt="2025-04-07T02:05:22.507" v="4736"/>
          <ac:inkMkLst>
            <pc:docMk/>
            <pc:sldMk cId="3418711756" sldId="341"/>
            <ac:inkMk id="94" creationId="{C3F92ECB-A969-758C-5185-CB2324E2CE59}"/>
          </ac:inkMkLst>
        </pc:inkChg>
        <pc:inkChg chg="add mod">
          <ac:chgData name="Pi, Yalong" userId="c9a3dc08-26f0-490d-b190-2780270c58e1" providerId="ADAL" clId="{5AC52E50-EE96-4559-8C20-EBFED2550501}" dt="2025-04-07T02:05:22.507" v="4736"/>
          <ac:inkMkLst>
            <pc:docMk/>
            <pc:sldMk cId="3418711756" sldId="341"/>
            <ac:inkMk id="95" creationId="{5F773D80-765E-8502-8229-932CE1EA6D6B}"/>
          </ac:inkMkLst>
        </pc:inkChg>
        <pc:inkChg chg="add">
          <ac:chgData name="Pi, Yalong" userId="c9a3dc08-26f0-490d-b190-2780270c58e1" providerId="ADAL" clId="{5AC52E50-EE96-4559-8C20-EBFED2550501}" dt="2025-04-07T02:05:23.631" v="4737" actId="9405"/>
          <ac:inkMkLst>
            <pc:docMk/>
            <pc:sldMk cId="3418711756" sldId="341"/>
            <ac:inkMk id="97" creationId="{2FA43357-1C94-B044-9EED-33426A905A76}"/>
          </ac:inkMkLst>
        </pc:inkChg>
        <pc:inkChg chg="add mod">
          <ac:chgData name="Pi, Yalong" userId="c9a3dc08-26f0-490d-b190-2780270c58e1" providerId="ADAL" clId="{5AC52E50-EE96-4559-8C20-EBFED2550501}" dt="2025-04-07T02:05:35.884" v="4751"/>
          <ac:inkMkLst>
            <pc:docMk/>
            <pc:sldMk cId="3418711756" sldId="341"/>
            <ac:inkMk id="98" creationId="{206831C1-5BF3-24A1-2F04-A3C56C1D5AC6}"/>
          </ac:inkMkLst>
        </pc:inkChg>
        <pc:inkChg chg="add">
          <ac:chgData name="Pi, Yalong" userId="c9a3dc08-26f0-490d-b190-2780270c58e1" providerId="ADAL" clId="{5AC52E50-EE96-4559-8C20-EBFED2550501}" dt="2025-04-07T02:05:28.181" v="4739" actId="9405"/>
          <ac:inkMkLst>
            <pc:docMk/>
            <pc:sldMk cId="3418711756" sldId="341"/>
            <ac:inkMk id="99" creationId="{70EC9173-0309-4512-2C5B-8638D66818AF}"/>
          </ac:inkMkLst>
        </pc:inkChg>
        <pc:inkChg chg="add">
          <ac:chgData name="Pi, Yalong" userId="c9a3dc08-26f0-490d-b190-2780270c58e1" providerId="ADAL" clId="{5AC52E50-EE96-4559-8C20-EBFED2550501}" dt="2025-04-07T02:05:28.536" v="4740" actId="9405"/>
          <ac:inkMkLst>
            <pc:docMk/>
            <pc:sldMk cId="3418711756" sldId="341"/>
            <ac:inkMk id="100" creationId="{F2D9EF0D-3904-14B5-3788-6FCD4FC1F0DD}"/>
          </ac:inkMkLst>
        </pc:inkChg>
        <pc:inkChg chg="add mod">
          <ac:chgData name="Pi, Yalong" userId="c9a3dc08-26f0-490d-b190-2780270c58e1" providerId="ADAL" clId="{5AC52E50-EE96-4559-8C20-EBFED2550501}" dt="2025-04-07T02:05:35.884" v="4751"/>
          <ac:inkMkLst>
            <pc:docMk/>
            <pc:sldMk cId="3418711756" sldId="341"/>
            <ac:inkMk id="101" creationId="{E402D305-29D8-962D-266E-D3A6B470264E}"/>
          </ac:inkMkLst>
        </pc:inkChg>
        <pc:inkChg chg="add">
          <ac:chgData name="Pi, Yalong" userId="c9a3dc08-26f0-490d-b190-2780270c58e1" providerId="ADAL" clId="{5AC52E50-EE96-4559-8C20-EBFED2550501}" dt="2025-04-07T02:05:30.015" v="4742" actId="9405"/>
          <ac:inkMkLst>
            <pc:docMk/>
            <pc:sldMk cId="3418711756" sldId="341"/>
            <ac:inkMk id="102" creationId="{40DDCACC-E4AC-86E4-4740-D24B09CB0838}"/>
          </ac:inkMkLst>
        </pc:inkChg>
        <pc:inkChg chg="add">
          <ac:chgData name="Pi, Yalong" userId="c9a3dc08-26f0-490d-b190-2780270c58e1" providerId="ADAL" clId="{5AC52E50-EE96-4559-8C20-EBFED2550501}" dt="2025-04-07T02:05:30.762" v="4743" actId="9405"/>
          <ac:inkMkLst>
            <pc:docMk/>
            <pc:sldMk cId="3418711756" sldId="341"/>
            <ac:inkMk id="103" creationId="{7903E9A6-5E5B-607D-8090-30B30A25CAD0}"/>
          </ac:inkMkLst>
        </pc:inkChg>
        <pc:inkChg chg="add">
          <ac:chgData name="Pi, Yalong" userId="c9a3dc08-26f0-490d-b190-2780270c58e1" providerId="ADAL" clId="{5AC52E50-EE96-4559-8C20-EBFED2550501}" dt="2025-04-07T02:05:31.337" v="4744" actId="9405"/>
          <ac:inkMkLst>
            <pc:docMk/>
            <pc:sldMk cId="3418711756" sldId="341"/>
            <ac:inkMk id="104" creationId="{41690C6E-1D94-C01D-EAEF-470096C23189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05" creationId="{8BEDA37F-5E9B-7E4E-2BF1-08DCF4DC3178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06" creationId="{7EF2272C-31FF-96E1-5346-2D39F3F5E3C1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07" creationId="{7DA060D6-D6FE-4B1D-F562-81101D78ADAD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08" creationId="{9AC3B943-7E39-889D-DD2F-D04EE779E53A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09" creationId="{865572FB-5CE7-D181-CDBF-DB58D34EB7BC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10" creationId="{0B976518-CCEA-97A1-D07B-9C29ACB1D0BD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13" creationId="{9DA3348D-A092-4C38-E86E-91F88FA5893C}"/>
          </ac:inkMkLst>
        </pc:inkChg>
        <pc:inkChg chg="add">
          <ac:chgData name="Pi, Yalong" userId="c9a3dc08-26f0-490d-b190-2780270c58e1" providerId="ADAL" clId="{5AC52E50-EE96-4559-8C20-EBFED2550501}" dt="2025-04-07T02:05:37.159" v="4753" actId="9405"/>
          <ac:inkMkLst>
            <pc:docMk/>
            <pc:sldMk cId="3418711756" sldId="341"/>
            <ac:inkMk id="114" creationId="{90328E35-B882-1918-610A-2816867C9CF1}"/>
          </ac:inkMkLst>
        </pc:inkChg>
        <pc:inkChg chg="add mod">
          <ac:chgData name="Pi, Yalong" userId="c9a3dc08-26f0-490d-b190-2780270c58e1" providerId="ADAL" clId="{5AC52E50-EE96-4559-8C20-EBFED2550501}" dt="2025-04-07T02:05:39.723" v="4755"/>
          <ac:inkMkLst>
            <pc:docMk/>
            <pc:sldMk cId="3418711756" sldId="341"/>
            <ac:inkMk id="115" creationId="{A46D8DD9-324F-ED80-8E2C-C38B1A3DC935}"/>
          </ac:inkMkLst>
        </pc:inkChg>
        <pc:inkChg chg="add mod">
          <ac:chgData name="Pi, Yalong" userId="c9a3dc08-26f0-490d-b190-2780270c58e1" providerId="ADAL" clId="{5AC52E50-EE96-4559-8C20-EBFED2550501}" dt="2025-04-07T02:05:44.812" v="4761"/>
          <ac:inkMkLst>
            <pc:docMk/>
            <pc:sldMk cId="3418711756" sldId="341"/>
            <ac:inkMk id="117" creationId="{28F6E4A2-BB34-20C1-6A3D-50A7AD5A631D}"/>
          </ac:inkMkLst>
        </pc:inkChg>
        <pc:inkChg chg="add mod">
          <ac:chgData name="Pi, Yalong" userId="c9a3dc08-26f0-490d-b190-2780270c58e1" providerId="ADAL" clId="{5AC52E50-EE96-4559-8C20-EBFED2550501}" dt="2025-04-07T02:05:44.812" v="4761"/>
          <ac:inkMkLst>
            <pc:docMk/>
            <pc:sldMk cId="3418711756" sldId="341"/>
            <ac:inkMk id="118" creationId="{9207C93B-74F9-C5E3-86A4-D6CD238587E6}"/>
          </ac:inkMkLst>
        </pc:inkChg>
        <pc:inkChg chg="add mod">
          <ac:chgData name="Pi, Yalong" userId="c9a3dc08-26f0-490d-b190-2780270c58e1" providerId="ADAL" clId="{5AC52E50-EE96-4559-8C20-EBFED2550501}" dt="2025-04-07T02:05:44.812" v="4761"/>
          <ac:inkMkLst>
            <pc:docMk/>
            <pc:sldMk cId="3418711756" sldId="341"/>
            <ac:inkMk id="119" creationId="{32A2E0C6-4585-7890-82DC-01978C1680B1}"/>
          </ac:inkMkLst>
        </pc:inkChg>
        <pc:inkChg chg="add mod">
          <ac:chgData name="Pi, Yalong" userId="c9a3dc08-26f0-490d-b190-2780270c58e1" providerId="ADAL" clId="{5AC52E50-EE96-4559-8C20-EBFED2550501}" dt="2025-04-07T02:05:44.812" v="4761"/>
          <ac:inkMkLst>
            <pc:docMk/>
            <pc:sldMk cId="3418711756" sldId="341"/>
            <ac:inkMk id="120" creationId="{8C12C5B9-FC5C-181E-5C43-99B405D465C3}"/>
          </ac:inkMkLst>
        </pc:inkChg>
        <pc:inkChg chg="add mod">
          <ac:chgData name="Pi, Yalong" userId="c9a3dc08-26f0-490d-b190-2780270c58e1" providerId="ADAL" clId="{5AC52E50-EE96-4559-8C20-EBFED2550501}" dt="2025-04-07T02:05:44.812" v="4761"/>
          <ac:inkMkLst>
            <pc:docMk/>
            <pc:sldMk cId="3418711756" sldId="341"/>
            <ac:inkMk id="121" creationId="{FF6F38FA-9EA3-657E-5204-D9D09E4A4171}"/>
          </ac:inkMkLst>
        </pc:inkChg>
        <pc:inkChg chg="add">
          <ac:chgData name="Pi, Yalong" userId="c9a3dc08-26f0-490d-b190-2780270c58e1" providerId="ADAL" clId="{5AC52E50-EE96-4559-8C20-EBFED2550501}" dt="2025-04-07T02:05:45.044" v="4762" actId="9405"/>
          <ac:inkMkLst>
            <pc:docMk/>
            <pc:sldMk cId="3418711756" sldId="341"/>
            <ac:inkMk id="123" creationId="{5BBA179C-ABC9-D764-BBBC-AEB47609092C}"/>
          </ac:inkMkLst>
        </pc:inkChg>
        <pc:inkChg chg="add">
          <ac:chgData name="Pi, Yalong" userId="c9a3dc08-26f0-490d-b190-2780270c58e1" providerId="ADAL" clId="{5AC52E50-EE96-4559-8C20-EBFED2550501}" dt="2025-04-07T02:05:45.276" v="4763" actId="9405"/>
          <ac:inkMkLst>
            <pc:docMk/>
            <pc:sldMk cId="3418711756" sldId="341"/>
            <ac:inkMk id="124" creationId="{AF3E9A28-3657-6BE5-2F9B-D671EB2ACF98}"/>
          </ac:inkMkLst>
        </pc:inkChg>
        <pc:inkChg chg="add">
          <ac:chgData name="Pi, Yalong" userId="c9a3dc08-26f0-490d-b190-2780270c58e1" providerId="ADAL" clId="{5AC52E50-EE96-4559-8C20-EBFED2550501}" dt="2025-04-07T02:05:57.056" v="4764" actId="9405"/>
          <ac:inkMkLst>
            <pc:docMk/>
            <pc:sldMk cId="3418711756" sldId="341"/>
            <ac:inkMk id="125" creationId="{5F051F98-CACA-3490-4D19-8D35543FCC7C}"/>
          </ac:inkMkLst>
        </pc:inkChg>
        <pc:inkChg chg="add mod">
          <ac:chgData name="Pi, Yalong" userId="c9a3dc08-26f0-490d-b190-2780270c58e1" providerId="ADAL" clId="{5AC52E50-EE96-4559-8C20-EBFED2550501}" dt="2025-04-07T02:06:00.511" v="4770"/>
          <ac:inkMkLst>
            <pc:docMk/>
            <pc:sldMk cId="3418711756" sldId="341"/>
            <ac:inkMk id="126" creationId="{3FE851F6-67E7-3855-16AE-06E984E11F5D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27" creationId="{0A8637C3-6F34-09DD-5C5D-27001E682FA5}"/>
          </ac:inkMkLst>
        </pc:inkChg>
        <pc:inkChg chg="add mod">
          <ac:chgData name="Pi, Yalong" userId="c9a3dc08-26f0-490d-b190-2780270c58e1" providerId="ADAL" clId="{5AC52E50-EE96-4559-8C20-EBFED2550501}" dt="2025-04-07T02:06:00.511" v="4770"/>
          <ac:inkMkLst>
            <pc:docMk/>
            <pc:sldMk cId="3418711756" sldId="341"/>
            <ac:inkMk id="128" creationId="{FF11099C-DD15-8B07-8B4C-66EB8352A315}"/>
          </ac:inkMkLst>
        </pc:inkChg>
        <pc:inkChg chg="add mod">
          <ac:chgData name="Pi, Yalong" userId="c9a3dc08-26f0-490d-b190-2780270c58e1" providerId="ADAL" clId="{5AC52E50-EE96-4559-8C20-EBFED2550501}" dt="2025-04-07T02:06:00.511" v="4770"/>
          <ac:inkMkLst>
            <pc:docMk/>
            <pc:sldMk cId="3418711756" sldId="341"/>
            <ac:inkMk id="129" creationId="{ABC4E0FD-D1D5-B8D7-2667-122CC1968915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30" creationId="{F0C4BE9F-9DB5-19B8-CD13-7666DFB3FDF8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32" creationId="{A3D7637D-CE98-F9C4-BD36-C597D3FB861B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33" creationId="{EFF21B4B-404C-E653-B9A9-D342F950C7B2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34" creationId="{60DFA7F1-0FB1-13D3-3F08-76CCA6691D26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35" creationId="{CFBA71D1-6F8F-C5C6-6ED7-1AE89B8FE630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36" creationId="{FAEE5E85-5FE9-8CF0-2C4F-4FDBA34BAC73}"/>
          </ac:inkMkLst>
        </pc:inkChg>
        <pc:inkChg chg="add mod">
          <ac:chgData name="Pi, Yalong" userId="c9a3dc08-26f0-490d-b190-2780270c58e1" providerId="ADAL" clId="{5AC52E50-EE96-4559-8C20-EBFED2550501}" dt="2025-04-07T02:06:04.306" v="4778"/>
          <ac:inkMkLst>
            <pc:docMk/>
            <pc:sldMk cId="3418711756" sldId="341"/>
            <ac:inkMk id="137" creationId="{6281BCDC-F5AF-7220-1147-AFC160CD0578}"/>
          </ac:inkMkLst>
        </pc:inkChg>
        <pc:inkChg chg="add">
          <ac:chgData name="Pi, Yalong" userId="c9a3dc08-26f0-490d-b190-2780270c58e1" providerId="ADAL" clId="{5AC52E50-EE96-4559-8C20-EBFED2550501}" dt="2025-04-07T02:06:03.449" v="4777" actId="9405"/>
          <ac:inkMkLst>
            <pc:docMk/>
            <pc:sldMk cId="3418711756" sldId="341"/>
            <ac:inkMk id="138" creationId="{58B4F2B9-713A-318D-C2A4-697E5F851CC6}"/>
          </ac:inkMkLst>
        </pc:inkChg>
        <pc:inkChg chg="add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53" creationId="{01EEDA64-F92B-9BB1-CDD0-1DCC73EBCB67}"/>
          </ac:inkMkLst>
        </pc:inkChg>
        <pc:inkChg chg="add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54" creationId="{59A81638-4EBE-93D2-073E-041D8F461401}"/>
          </ac:inkMkLst>
        </pc:inkChg>
        <pc:inkChg chg="add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56" creationId="{B49E286D-C981-FCC7-498D-E2E016181121}"/>
          </ac:inkMkLst>
        </pc:inkChg>
        <pc:inkChg chg="add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57" creationId="{098224AC-D529-3E27-FE11-5854A8CB245F}"/>
          </ac:inkMkLst>
        </pc:inkChg>
        <pc:inkChg chg="add del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59" creationId="{6E3AD5B2-0905-0FBD-474C-6BFE0AFE4E9A}"/>
          </ac:inkMkLst>
        </pc:inkChg>
        <pc:inkChg chg="add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60" creationId="{1D433FEC-4F88-E62D-5517-18140B230E54}"/>
          </ac:inkMkLst>
        </pc:inkChg>
        <pc:inkChg chg="add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61" creationId="{B7B81260-9458-DB73-4C7B-A37CC513E309}"/>
          </ac:inkMkLst>
        </pc:inkChg>
        <pc:inkChg chg="add mod">
          <ac:chgData name="Pi, Yalong" userId="c9a3dc08-26f0-490d-b190-2780270c58e1" providerId="ADAL" clId="{5AC52E50-EE96-4559-8C20-EBFED2550501}" dt="2025-04-07T02:07:03.387" v="4799"/>
          <ac:inkMkLst>
            <pc:docMk/>
            <pc:sldMk cId="3418711756" sldId="341"/>
            <ac:inkMk id="162" creationId="{284CC475-CE81-3F66-B59E-AD5D1AD38DC0}"/>
          </ac:inkMkLst>
        </pc:inkChg>
        <pc:inkChg chg="add mod">
          <ac:chgData name="Pi, Yalong" userId="c9a3dc08-26f0-490d-b190-2780270c58e1" providerId="ADAL" clId="{5AC52E50-EE96-4559-8C20-EBFED2550501}" dt="2025-04-07T02:06:52.804" v="4794"/>
          <ac:inkMkLst>
            <pc:docMk/>
            <pc:sldMk cId="3418711756" sldId="341"/>
            <ac:inkMk id="164" creationId="{6B537FCC-00DE-C6AC-3AC7-AAD7B4D316FD}"/>
          </ac:inkMkLst>
        </pc:inkChg>
        <pc:inkChg chg="add mod">
          <ac:chgData name="Pi, Yalong" userId="c9a3dc08-26f0-490d-b190-2780270c58e1" providerId="ADAL" clId="{5AC52E50-EE96-4559-8C20-EBFED2550501}" dt="2025-04-07T02:06:52.804" v="4794"/>
          <ac:inkMkLst>
            <pc:docMk/>
            <pc:sldMk cId="3418711756" sldId="341"/>
            <ac:inkMk id="165" creationId="{9000413B-3282-6A10-E560-29A260358619}"/>
          </ac:inkMkLst>
        </pc:inkChg>
        <pc:inkChg chg="add mod">
          <ac:chgData name="Pi, Yalong" userId="c9a3dc08-26f0-490d-b190-2780270c58e1" providerId="ADAL" clId="{5AC52E50-EE96-4559-8C20-EBFED2550501}" dt="2025-04-07T02:06:59.173" v="4798"/>
          <ac:inkMkLst>
            <pc:docMk/>
            <pc:sldMk cId="3418711756" sldId="341"/>
            <ac:inkMk id="167" creationId="{6319D974-D3C0-7992-C731-95C84991D933}"/>
          </ac:inkMkLst>
        </pc:inkChg>
        <pc:inkChg chg="add mod">
          <ac:chgData name="Pi, Yalong" userId="c9a3dc08-26f0-490d-b190-2780270c58e1" providerId="ADAL" clId="{5AC52E50-EE96-4559-8C20-EBFED2550501}" dt="2025-04-07T02:06:59.173" v="4798"/>
          <ac:inkMkLst>
            <pc:docMk/>
            <pc:sldMk cId="3418711756" sldId="341"/>
            <ac:inkMk id="168" creationId="{3922D5B5-4977-5DCC-B8FF-8C931C8D6494}"/>
          </ac:inkMkLst>
        </pc:inkChg>
        <pc:inkChg chg="add mod">
          <ac:chgData name="Pi, Yalong" userId="c9a3dc08-26f0-490d-b190-2780270c58e1" providerId="ADAL" clId="{5AC52E50-EE96-4559-8C20-EBFED2550501}" dt="2025-04-07T02:06:59.173" v="4798"/>
          <ac:inkMkLst>
            <pc:docMk/>
            <pc:sldMk cId="3418711756" sldId="341"/>
            <ac:inkMk id="169" creationId="{3E287BF1-88A7-DEE9-4A1E-74DE3778CC9E}"/>
          </ac:inkMkLst>
        </pc:inkChg>
        <pc:inkChg chg="add del mod">
          <ac:chgData name="Pi, Yalong" userId="c9a3dc08-26f0-490d-b190-2780270c58e1" providerId="ADAL" clId="{5AC52E50-EE96-4559-8C20-EBFED2550501}" dt="2025-04-07T02:14:22.774" v="5064"/>
          <ac:inkMkLst>
            <pc:docMk/>
            <pc:sldMk cId="3418711756" sldId="341"/>
            <ac:inkMk id="171" creationId="{A332B279-CBCE-9DFB-E117-78208C3D30A4}"/>
          </ac:inkMkLst>
        </pc:inkChg>
        <pc:inkChg chg="add del mod">
          <ac:chgData name="Pi, Yalong" userId="c9a3dc08-26f0-490d-b190-2780270c58e1" providerId="ADAL" clId="{5AC52E50-EE96-4559-8C20-EBFED2550501}" dt="2025-04-07T02:14:22.776" v="5071"/>
          <ac:inkMkLst>
            <pc:docMk/>
            <pc:sldMk cId="3418711756" sldId="341"/>
            <ac:inkMk id="172" creationId="{F16153C0-9C5F-E52F-E6EB-BB89ED455335}"/>
          </ac:inkMkLst>
        </pc:inkChg>
        <pc:inkChg chg="add del mod">
          <ac:chgData name="Pi, Yalong" userId="c9a3dc08-26f0-490d-b190-2780270c58e1" providerId="ADAL" clId="{5AC52E50-EE96-4559-8C20-EBFED2550501}" dt="2025-04-07T02:14:22.775" v="5066"/>
          <ac:inkMkLst>
            <pc:docMk/>
            <pc:sldMk cId="3418711756" sldId="341"/>
            <ac:inkMk id="173" creationId="{753C4B14-C283-6712-8806-724EEEC9A1F9}"/>
          </ac:inkMkLst>
        </pc:inkChg>
        <pc:inkChg chg="add del mod">
          <ac:chgData name="Pi, Yalong" userId="c9a3dc08-26f0-490d-b190-2780270c58e1" providerId="ADAL" clId="{5AC52E50-EE96-4559-8C20-EBFED2550501}" dt="2025-04-07T02:14:22.776" v="5068"/>
          <ac:inkMkLst>
            <pc:docMk/>
            <pc:sldMk cId="3418711756" sldId="341"/>
            <ac:inkMk id="174" creationId="{CF961E64-6C26-AC13-CC93-54F97654D580}"/>
          </ac:inkMkLst>
        </pc:inkChg>
        <pc:inkChg chg="add del mod">
          <ac:chgData name="Pi, Yalong" userId="c9a3dc08-26f0-490d-b190-2780270c58e1" providerId="ADAL" clId="{5AC52E50-EE96-4559-8C20-EBFED2550501}" dt="2025-04-07T02:14:22.775" v="5067"/>
          <ac:inkMkLst>
            <pc:docMk/>
            <pc:sldMk cId="3418711756" sldId="341"/>
            <ac:inkMk id="175" creationId="{388D77DD-6325-58D7-6BD1-8EE9A576D69F}"/>
          </ac:inkMkLst>
        </pc:inkChg>
        <pc:inkChg chg="add del mod">
          <ac:chgData name="Pi, Yalong" userId="c9a3dc08-26f0-490d-b190-2780270c58e1" providerId="ADAL" clId="{5AC52E50-EE96-4559-8C20-EBFED2550501}" dt="2025-04-07T02:14:22.775" v="5065"/>
          <ac:inkMkLst>
            <pc:docMk/>
            <pc:sldMk cId="3418711756" sldId="341"/>
            <ac:inkMk id="176" creationId="{1B144FA9-685D-B7AF-3086-2AD4C664A64F}"/>
          </ac:inkMkLst>
        </pc:inkChg>
        <pc:inkChg chg="add mod">
          <ac:chgData name="Pi, Yalong" userId="c9a3dc08-26f0-490d-b190-2780270c58e1" providerId="ADAL" clId="{5AC52E50-EE96-4559-8C20-EBFED2550501}" dt="2025-04-07T02:07:12.742" v="4809"/>
          <ac:inkMkLst>
            <pc:docMk/>
            <pc:sldMk cId="3418711756" sldId="341"/>
            <ac:inkMk id="178" creationId="{C0FE716A-2B80-B189-5D39-FC855FDF3129}"/>
          </ac:inkMkLst>
        </pc:inkChg>
        <pc:inkChg chg="add mod">
          <ac:chgData name="Pi, Yalong" userId="c9a3dc08-26f0-490d-b190-2780270c58e1" providerId="ADAL" clId="{5AC52E50-EE96-4559-8C20-EBFED2550501}" dt="2025-04-07T02:07:12.742" v="4809"/>
          <ac:inkMkLst>
            <pc:docMk/>
            <pc:sldMk cId="3418711756" sldId="341"/>
            <ac:inkMk id="179" creationId="{8881CCDF-1676-58E8-54FF-DCC741591FD1}"/>
          </ac:inkMkLst>
        </pc:inkChg>
        <pc:inkChg chg="add mod">
          <ac:chgData name="Pi, Yalong" userId="c9a3dc08-26f0-490d-b190-2780270c58e1" providerId="ADAL" clId="{5AC52E50-EE96-4559-8C20-EBFED2550501}" dt="2025-04-07T02:07:21.814" v="4817"/>
          <ac:inkMkLst>
            <pc:docMk/>
            <pc:sldMk cId="3418711756" sldId="341"/>
            <ac:inkMk id="181" creationId="{5A4BF7E6-5D87-BF05-9F89-7438374A3B72}"/>
          </ac:inkMkLst>
        </pc:inkChg>
        <pc:inkChg chg="add mod">
          <ac:chgData name="Pi, Yalong" userId="c9a3dc08-26f0-490d-b190-2780270c58e1" providerId="ADAL" clId="{5AC52E50-EE96-4559-8C20-EBFED2550501}" dt="2025-04-07T02:07:21.814" v="4817"/>
          <ac:inkMkLst>
            <pc:docMk/>
            <pc:sldMk cId="3418711756" sldId="341"/>
            <ac:inkMk id="182" creationId="{02E7845F-58FE-F293-5E26-9386A160189D}"/>
          </ac:inkMkLst>
        </pc:inkChg>
        <pc:inkChg chg="add mod">
          <ac:chgData name="Pi, Yalong" userId="c9a3dc08-26f0-490d-b190-2780270c58e1" providerId="ADAL" clId="{5AC52E50-EE96-4559-8C20-EBFED2550501}" dt="2025-04-07T02:07:21.814" v="4817"/>
          <ac:inkMkLst>
            <pc:docMk/>
            <pc:sldMk cId="3418711756" sldId="341"/>
            <ac:inkMk id="183" creationId="{63E410E9-DA75-D40E-A143-922DACAA4FE9}"/>
          </ac:inkMkLst>
        </pc:inkChg>
        <pc:inkChg chg="add mod">
          <ac:chgData name="Pi, Yalong" userId="c9a3dc08-26f0-490d-b190-2780270c58e1" providerId="ADAL" clId="{5AC52E50-EE96-4559-8C20-EBFED2550501}" dt="2025-04-07T02:07:21.814" v="4817"/>
          <ac:inkMkLst>
            <pc:docMk/>
            <pc:sldMk cId="3418711756" sldId="341"/>
            <ac:inkMk id="184" creationId="{97391B7A-15DF-9DC6-36EB-694FE9331C29}"/>
          </ac:inkMkLst>
        </pc:inkChg>
        <pc:inkChg chg="add mod">
          <ac:chgData name="Pi, Yalong" userId="c9a3dc08-26f0-490d-b190-2780270c58e1" providerId="ADAL" clId="{5AC52E50-EE96-4559-8C20-EBFED2550501}" dt="2025-04-07T02:07:27.904" v="4829"/>
          <ac:inkMkLst>
            <pc:docMk/>
            <pc:sldMk cId="3418711756" sldId="341"/>
            <ac:inkMk id="185" creationId="{780CC5BB-CB83-62BF-3229-18C0C3C98A61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86" creationId="{1639FAF9-6400-BB62-6CCD-B5F0039FC764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87" creationId="{2F581671-0E4F-989D-8548-49150D63C1C1}"/>
          </ac:inkMkLst>
        </pc:inkChg>
        <pc:inkChg chg="add">
          <ac:chgData name="Pi, Yalong" userId="c9a3dc08-26f0-490d-b190-2780270c58e1" providerId="ADAL" clId="{5AC52E50-EE96-4559-8C20-EBFED2550501}" dt="2025-04-07T02:07:22.683" v="4818" actId="9405"/>
          <ac:inkMkLst>
            <pc:docMk/>
            <pc:sldMk cId="3418711756" sldId="341"/>
            <ac:inkMk id="190" creationId="{23C41BAB-157A-2F2F-7C47-0C9BFDA95A3D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91" creationId="{CC67BA8D-1BF1-835F-7395-A0214BC6DFAE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92" creationId="{10BA996D-B4D9-A812-3981-2FF6F8D7B454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93" creationId="{BE57B9DE-F1C2-C2DC-D849-2137D37CD03D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94" creationId="{069EE1B1-3AD7-90A6-E442-4A7BCBB70B6A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95" creationId="{D13692F6-AF84-1F85-B071-D711A0AF0D76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96" creationId="{FA22F786-6B84-6565-6C2C-04196D029F29}"/>
          </ac:inkMkLst>
        </pc:inkChg>
        <pc:inkChg chg="add mod">
          <ac:chgData name="Pi, Yalong" userId="c9a3dc08-26f0-490d-b190-2780270c58e1" providerId="ADAL" clId="{5AC52E50-EE96-4559-8C20-EBFED2550501}" dt="2025-04-07T02:07:27.904" v="4830"/>
          <ac:inkMkLst>
            <pc:docMk/>
            <pc:sldMk cId="3418711756" sldId="341"/>
            <ac:inkMk id="197" creationId="{539F8C55-C63C-764E-956B-5C4AE07184C7}"/>
          </ac:inkMkLst>
        </pc:inkChg>
        <pc:inkChg chg="add">
          <ac:chgData name="Pi, Yalong" userId="c9a3dc08-26f0-490d-b190-2780270c58e1" providerId="ADAL" clId="{5AC52E50-EE96-4559-8C20-EBFED2550501}" dt="2025-04-07T02:07:26.057" v="4826" actId="9405"/>
          <ac:inkMkLst>
            <pc:docMk/>
            <pc:sldMk cId="3418711756" sldId="341"/>
            <ac:inkMk id="198" creationId="{1B1E99CF-6136-9F30-381C-F6B7E4A338DD}"/>
          </ac:inkMkLst>
        </pc:inkChg>
        <pc:inkChg chg="add del">
          <ac:chgData name="Pi, Yalong" userId="c9a3dc08-26f0-490d-b190-2780270c58e1" providerId="ADAL" clId="{5AC52E50-EE96-4559-8C20-EBFED2550501}" dt="2025-04-07T02:07:27.904" v="4829"/>
          <ac:inkMkLst>
            <pc:docMk/>
            <pc:sldMk cId="3418711756" sldId="341"/>
            <ac:inkMk id="199" creationId="{34169156-B8BE-24B9-826D-034B57503E46}"/>
          </ac:inkMkLst>
        </pc:inkChg>
        <pc:inkChg chg="add mod">
          <ac:chgData name="Pi, Yalong" userId="c9a3dc08-26f0-490d-b190-2780270c58e1" providerId="ADAL" clId="{5AC52E50-EE96-4559-8C20-EBFED2550501}" dt="2025-04-07T02:07:32.616" v="4836"/>
          <ac:inkMkLst>
            <pc:docMk/>
            <pc:sldMk cId="3418711756" sldId="341"/>
            <ac:inkMk id="201" creationId="{46D39539-A158-7BBA-249C-F82488A2DA4C}"/>
          </ac:inkMkLst>
        </pc:inkChg>
        <pc:inkChg chg="add mod">
          <ac:chgData name="Pi, Yalong" userId="c9a3dc08-26f0-490d-b190-2780270c58e1" providerId="ADAL" clId="{5AC52E50-EE96-4559-8C20-EBFED2550501}" dt="2025-04-07T02:07:32.616" v="4836"/>
          <ac:inkMkLst>
            <pc:docMk/>
            <pc:sldMk cId="3418711756" sldId="341"/>
            <ac:inkMk id="202" creationId="{A30DBF77-463C-56AF-619A-8B408B95E7B6}"/>
          </ac:inkMkLst>
        </pc:inkChg>
        <pc:inkChg chg="add mod">
          <ac:chgData name="Pi, Yalong" userId="c9a3dc08-26f0-490d-b190-2780270c58e1" providerId="ADAL" clId="{5AC52E50-EE96-4559-8C20-EBFED2550501}" dt="2025-04-07T02:07:32.616" v="4836"/>
          <ac:inkMkLst>
            <pc:docMk/>
            <pc:sldMk cId="3418711756" sldId="341"/>
            <ac:inkMk id="203" creationId="{F5073398-BBDC-F15F-CD33-0F4ED8C20AE2}"/>
          </ac:inkMkLst>
        </pc:inkChg>
        <pc:inkChg chg="add mod">
          <ac:chgData name="Pi, Yalong" userId="c9a3dc08-26f0-490d-b190-2780270c58e1" providerId="ADAL" clId="{5AC52E50-EE96-4559-8C20-EBFED2550501}" dt="2025-04-07T02:07:32.616" v="4836"/>
          <ac:inkMkLst>
            <pc:docMk/>
            <pc:sldMk cId="3418711756" sldId="341"/>
            <ac:inkMk id="204" creationId="{40B6FB58-11A1-0A10-D841-E634122A78B5}"/>
          </ac:inkMkLst>
        </pc:inkChg>
        <pc:inkChg chg="add">
          <ac:chgData name="Pi, Yalong" userId="c9a3dc08-26f0-490d-b190-2780270c58e1" providerId="ADAL" clId="{5AC52E50-EE96-4559-8C20-EBFED2550501}" dt="2025-04-07T02:07:32.084" v="4835" actId="9405"/>
          <ac:inkMkLst>
            <pc:docMk/>
            <pc:sldMk cId="3418711756" sldId="341"/>
            <ac:inkMk id="205" creationId="{BDC9E450-0CAD-CFAD-27AC-FBC8B50E398D}"/>
          </ac:inkMkLst>
        </pc:inkChg>
        <pc:inkChg chg="add">
          <ac:chgData name="Pi, Yalong" userId="c9a3dc08-26f0-490d-b190-2780270c58e1" providerId="ADAL" clId="{5AC52E50-EE96-4559-8C20-EBFED2550501}" dt="2025-04-07T02:07:35.507" v="4837" actId="9405"/>
          <ac:inkMkLst>
            <pc:docMk/>
            <pc:sldMk cId="3418711756" sldId="341"/>
            <ac:inkMk id="207" creationId="{083D5993-E331-599A-0F6B-6BEF48A08770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08" creationId="{D8C0FF3F-BB00-9DA6-8FF1-101443810244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09" creationId="{0119113E-E227-D574-4298-E6DFD030CB45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10" creationId="{21CD006C-863F-6DFA-007A-6AA7920ACD6B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11" creationId="{1044F17A-DF52-DA98-120D-BB634302EE56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12" creationId="{7FE155AD-4C0E-95CC-3337-C39755BEE2AE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13" creationId="{9ECAAC93-2F2E-392B-4D18-2FAAE4EC9B53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14" creationId="{DCECE2F6-EFA6-A8A1-DF0E-E5D3C398A5BB}"/>
          </ac:inkMkLst>
        </pc:inkChg>
        <pc:inkChg chg="add mod">
          <ac:chgData name="Pi, Yalong" userId="c9a3dc08-26f0-490d-b190-2780270c58e1" providerId="ADAL" clId="{5AC52E50-EE96-4559-8C20-EBFED2550501}" dt="2025-04-07T02:07:43.424" v="4846"/>
          <ac:inkMkLst>
            <pc:docMk/>
            <pc:sldMk cId="3418711756" sldId="341"/>
            <ac:inkMk id="215" creationId="{478B44D9-509C-7A26-9123-6469736248D0}"/>
          </ac:inkMkLst>
        </pc:inkChg>
        <pc:inkChg chg="add">
          <ac:chgData name="Pi, Yalong" userId="c9a3dc08-26f0-490d-b190-2780270c58e1" providerId="ADAL" clId="{5AC52E50-EE96-4559-8C20-EBFED2550501}" dt="2025-04-07T02:07:47.551" v="4847" actId="9405"/>
          <ac:inkMkLst>
            <pc:docMk/>
            <pc:sldMk cId="3418711756" sldId="341"/>
            <ac:inkMk id="217" creationId="{363B8A95-D339-5C09-A147-5DC2A4F72156}"/>
          </ac:inkMkLst>
        </pc:inkChg>
        <pc:inkChg chg="add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18" creationId="{AA2A79EA-1245-5150-DDDB-037D7E374EB7}"/>
          </ac:inkMkLst>
        </pc:inkChg>
        <pc:inkChg chg="add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19" creationId="{E307FA82-C27B-494E-D8B6-BA8801A94349}"/>
          </ac:inkMkLst>
        </pc:inkChg>
        <pc:inkChg chg="add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20" creationId="{27FD8B06-5F44-BA1A-9E25-29A61084F7C8}"/>
          </ac:inkMkLst>
        </pc:inkChg>
        <pc:inkChg chg="add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21" creationId="{D40A7D7D-F1BF-DB75-813C-E3D28CEDEBFE}"/>
          </ac:inkMkLst>
        </pc:inkChg>
        <pc:inkChg chg="add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22" creationId="{0D3F51BB-B436-9B31-9E7B-6060E65E4BF9}"/>
          </ac:inkMkLst>
        </pc:inkChg>
        <pc:inkChg chg="add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23" creationId="{230DC9EA-1555-278A-F9A4-683F82B58DEE}"/>
          </ac:inkMkLst>
        </pc:inkChg>
        <pc:inkChg chg="add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24" creationId="{0780E61D-0D3C-F2A6-7FE5-ED321323F29A}"/>
          </ac:inkMkLst>
        </pc:inkChg>
        <pc:inkChg chg="add del mod">
          <ac:chgData name="Pi, Yalong" userId="c9a3dc08-26f0-490d-b190-2780270c58e1" providerId="ADAL" clId="{5AC52E50-EE96-4559-8C20-EBFED2550501}" dt="2025-04-07T02:14:46.201" v="5096"/>
          <ac:inkMkLst>
            <pc:docMk/>
            <pc:sldMk cId="3418711756" sldId="341"/>
            <ac:inkMk id="225" creationId="{FB1EF950-6F8D-3F57-7EC8-F4203B685B38}"/>
          </ac:inkMkLst>
        </pc:inkChg>
        <pc:inkChg chg="add del mod">
          <ac:chgData name="Pi, Yalong" userId="c9a3dc08-26f0-490d-b190-2780270c58e1" providerId="ADAL" clId="{5AC52E50-EE96-4559-8C20-EBFED2550501}" dt="2025-04-07T02:14:46.201" v="5095"/>
          <ac:inkMkLst>
            <pc:docMk/>
            <pc:sldMk cId="3418711756" sldId="341"/>
            <ac:inkMk id="226" creationId="{DF2D522D-0D07-B725-FE78-C52525718971}"/>
          </ac:inkMkLst>
        </pc:inkChg>
        <pc:inkChg chg="add del mod">
          <ac:chgData name="Pi, Yalong" userId="c9a3dc08-26f0-490d-b190-2780270c58e1" providerId="ADAL" clId="{5AC52E50-EE96-4559-8C20-EBFED2550501}" dt="2025-04-07T02:14:53.969" v="5100"/>
          <ac:inkMkLst>
            <pc:docMk/>
            <pc:sldMk cId="3418711756" sldId="341"/>
            <ac:inkMk id="228" creationId="{56A88480-21A3-45C1-FD7F-471403AB1BDE}"/>
          </ac:inkMkLst>
        </pc:inkChg>
        <pc:inkChg chg="add del mod">
          <ac:chgData name="Pi, Yalong" userId="c9a3dc08-26f0-490d-b190-2780270c58e1" providerId="ADAL" clId="{5AC52E50-EE96-4559-8C20-EBFED2550501}" dt="2025-04-07T02:14:53.969" v="5098"/>
          <ac:inkMkLst>
            <pc:docMk/>
            <pc:sldMk cId="3418711756" sldId="341"/>
            <ac:inkMk id="229" creationId="{BA90D36A-CC37-2B1A-0488-F12E2CE1DBBB}"/>
          </ac:inkMkLst>
        </pc:inkChg>
        <pc:inkChg chg="add del mod">
          <ac:chgData name="Pi, Yalong" userId="c9a3dc08-26f0-490d-b190-2780270c58e1" providerId="ADAL" clId="{5AC52E50-EE96-4559-8C20-EBFED2550501}" dt="2025-04-07T02:14:53.969" v="5102"/>
          <ac:inkMkLst>
            <pc:docMk/>
            <pc:sldMk cId="3418711756" sldId="341"/>
            <ac:inkMk id="230" creationId="{CDB35B2F-463E-B9FE-FD00-35690B726350}"/>
          </ac:inkMkLst>
        </pc:inkChg>
        <pc:inkChg chg="add del mod">
          <ac:chgData name="Pi, Yalong" userId="c9a3dc08-26f0-490d-b190-2780270c58e1" providerId="ADAL" clId="{5AC52E50-EE96-4559-8C20-EBFED2550501}" dt="2025-04-07T02:14:53.968" v="5097"/>
          <ac:inkMkLst>
            <pc:docMk/>
            <pc:sldMk cId="3418711756" sldId="341"/>
            <ac:inkMk id="231" creationId="{DAD6AD6D-879E-2FC0-9F03-8AF281BE688A}"/>
          </ac:inkMkLst>
        </pc:inkChg>
        <pc:inkChg chg="add del mod">
          <ac:chgData name="Pi, Yalong" userId="c9a3dc08-26f0-490d-b190-2780270c58e1" providerId="ADAL" clId="{5AC52E50-EE96-4559-8C20-EBFED2550501}" dt="2025-04-07T02:12:00.610" v="5001"/>
          <ac:inkMkLst>
            <pc:docMk/>
            <pc:sldMk cId="3418711756" sldId="341"/>
            <ac:inkMk id="233" creationId="{050FCC9A-2532-0B98-20B0-D61FE239B89F}"/>
          </ac:inkMkLst>
        </pc:inkChg>
        <pc:inkChg chg="add del mod">
          <ac:chgData name="Pi, Yalong" userId="c9a3dc08-26f0-490d-b190-2780270c58e1" providerId="ADAL" clId="{5AC52E50-EE96-4559-8C20-EBFED2550501}" dt="2025-04-07T02:12:00.610" v="4997"/>
          <ac:inkMkLst>
            <pc:docMk/>
            <pc:sldMk cId="3418711756" sldId="341"/>
            <ac:inkMk id="234" creationId="{DF5E4D99-0B4A-3A34-9356-36BBEF18663D}"/>
          </ac:inkMkLst>
        </pc:inkChg>
        <pc:inkChg chg="add del mod">
          <ac:chgData name="Pi, Yalong" userId="c9a3dc08-26f0-490d-b190-2780270c58e1" providerId="ADAL" clId="{5AC52E50-EE96-4559-8C20-EBFED2550501}" dt="2025-04-07T02:12:00.610" v="4999"/>
          <ac:inkMkLst>
            <pc:docMk/>
            <pc:sldMk cId="3418711756" sldId="341"/>
            <ac:inkMk id="235" creationId="{8ACBD12C-324B-B295-3A7C-DE95A13F3B2D}"/>
          </ac:inkMkLst>
        </pc:inkChg>
        <pc:inkChg chg="add del mod">
          <ac:chgData name="Pi, Yalong" userId="c9a3dc08-26f0-490d-b190-2780270c58e1" providerId="ADAL" clId="{5AC52E50-EE96-4559-8C20-EBFED2550501}" dt="2025-04-07T02:12:00.610" v="4996"/>
          <ac:inkMkLst>
            <pc:docMk/>
            <pc:sldMk cId="3418711756" sldId="341"/>
            <ac:inkMk id="237" creationId="{64268919-C683-3CF0-F094-07C9F673138D}"/>
          </ac:inkMkLst>
        </pc:inkChg>
        <pc:inkChg chg="add del mod">
          <ac:chgData name="Pi, Yalong" userId="c9a3dc08-26f0-490d-b190-2780270c58e1" providerId="ADAL" clId="{5AC52E50-EE96-4559-8C20-EBFED2550501}" dt="2025-04-07T02:12:00.609" v="4993"/>
          <ac:inkMkLst>
            <pc:docMk/>
            <pc:sldMk cId="3418711756" sldId="341"/>
            <ac:inkMk id="238" creationId="{042D4BF8-3341-8652-E151-969788E8CE03}"/>
          </ac:inkMkLst>
        </pc:inkChg>
        <pc:inkChg chg="add del mod">
          <ac:chgData name="Pi, Yalong" userId="c9a3dc08-26f0-490d-b190-2780270c58e1" providerId="ADAL" clId="{5AC52E50-EE96-4559-8C20-EBFED2550501}" dt="2025-04-07T02:12:00.610" v="4998"/>
          <ac:inkMkLst>
            <pc:docMk/>
            <pc:sldMk cId="3418711756" sldId="341"/>
            <ac:inkMk id="240" creationId="{A9704546-E880-4EF2-9156-D82FCADE3D41}"/>
          </ac:inkMkLst>
        </pc:inkChg>
        <pc:inkChg chg="add del mod">
          <ac:chgData name="Pi, Yalong" userId="c9a3dc08-26f0-490d-b190-2780270c58e1" providerId="ADAL" clId="{5AC52E50-EE96-4559-8C20-EBFED2550501}" dt="2025-04-07T02:12:00.610" v="4995"/>
          <ac:inkMkLst>
            <pc:docMk/>
            <pc:sldMk cId="3418711756" sldId="341"/>
            <ac:inkMk id="241" creationId="{5177D4E6-68A0-FE85-030E-38895AACC81D}"/>
          </ac:inkMkLst>
        </pc:inkChg>
        <pc:inkChg chg="add del mod">
          <ac:chgData name="Pi, Yalong" userId="c9a3dc08-26f0-490d-b190-2780270c58e1" providerId="ADAL" clId="{5AC52E50-EE96-4559-8C20-EBFED2550501}" dt="2025-04-07T02:12:00.610" v="5000"/>
          <ac:inkMkLst>
            <pc:docMk/>
            <pc:sldMk cId="3418711756" sldId="341"/>
            <ac:inkMk id="242" creationId="{4189A029-4BB8-7945-CF7D-6DEDA709A698}"/>
          </ac:inkMkLst>
        </pc:inkChg>
        <pc:inkChg chg="add del mod">
          <ac:chgData name="Pi, Yalong" userId="c9a3dc08-26f0-490d-b190-2780270c58e1" providerId="ADAL" clId="{5AC52E50-EE96-4559-8C20-EBFED2550501}" dt="2025-04-07T02:12:00.610" v="4994"/>
          <ac:inkMkLst>
            <pc:docMk/>
            <pc:sldMk cId="3418711756" sldId="341"/>
            <ac:inkMk id="243" creationId="{F6314A4E-39DD-8393-484B-8C76781D6EC9}"/>
          </ac:inkMkLst>
        </pc:inkChg>
        <pc:inkChg chg="add mod">
          <ac:chgData name="Pi, Yalong" userId="c9a3dc08-26f0-490d-b190-2780270c58e1" providerId="ADAL" clId="{5AC52E50-EE96-4559-8C20-EBFED2550501}" dt="2025-04-07T02:12:07.901" v="5011"/>
          <ac:inkMkLst>
            <pc:docMk/>
            <pc:sldMk cId="3418711756" sldId="341"/>
            <ac:inkMk id="245" creationId="{BDE4A28B-BD95-32DA-FA11-6ED5B94E8B86}"/>
          </ac:inkMkLst>
        </pc:inkChg>
        <pc:inkChg chg="add mod">
          <ac:chgData name="Pi, Yalong" userId="c9a3dc08-26f0-490d-b190-2780270c58e1" providerId="ADAL" clId="{5AC52E50-EE96-4559-8C20-EBFED2550501}" dt="2025-04-07T02:24:44.572" v="5476"/>
          <ac:inkMkLst>
            <pc:docMk/>
            <pc:sldMk cId="3418711756" sldId="341"/>
            <ac:inkMk id="246" creationId="{9443550F-3D34-2CCD-D7E3-E8B6EC8D8AEE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47" creationId="{241109E5-8974-4580-3ADE-E5EECED0C11A}"/>
          </ac:inkMkLst>
        </pc:inkChg>
        <pc:inkChg chg="add mod">
          <ac:chgData name="Pi, Yalong" userId="c9a3dc08-26f0-490d-b190-2780270c58e1" providerId="ADAL" clId="{5AC52E50-EE96-4559-8C20-EBFED2550501}" dt="2025-04-07T02:12:07.901" v="5011"/>
          <ac:inkMkLst>
            <pc:docMk/>
            <pc:sldMk cId="3418711756" sldId="341"/>
            <ac:inkMk id="248" creationId="{FDF1544F-1F87-74BA-CB83-2667E5C37B1C}"/>
          </ac:inkMkLst>
        </pc:inkChg>
        <pc:inkChg chg="add mod">
          <ac:chgData name="Pi, Yalong" userId="c9a3dc08-26f0-490d-b190-2780270c58e1" providerId="ADAL" clId="{5AC52E50-EE96-4559-8C20-EBFED2550501}" dt="2025-04-07T02:12:07.901" v="5011"/>
          <ac:inkMkLst>
            <pc:docMk/>
            <pc:sldMk cId="3418711756" sldId="341"/>
            <ac:inkMk id="249" creationId="{90AB7E7E-676A-F0F2-74C7-E7942A9773ED}"/>
          </ac:inkMkLst>
        </pc:inkChg>
        <pc:inkChg chg="add mod">
          <ac:chgData name="Pi, Yalong" userId="c9a3dc08-26f0-490d-b190-2780270c58e1" providerId="ADAL" clId="{5AC52E50-EE96-4559-8C20-EBFED2550501}" dt="2025-04-07T02:12:07.901" v="5011"/>
          <ac:inkMkLst>
            <pc:docMk/>
            <pc:sldMk cId="3418711756" sldId="341"/>
            <ac:inkMk id="250" creationId="{6524FD7D-D44E-6B3B-9F09-8F9C177E4AE1}"/>
          </ac:inkMkLst>
        </pc:inkChg>
        <pc:inkChg chg="add mod">
          <ac:chgData name="Pi, Yalong" userId="c9a3dc08-26f0-490d-b190-2780270c58e1" providerId="ADAL" clId="{5AC52E50-EE96-4559-8C20-EBFED2550501}" dt="2025-04-07T02:12:07.901" v="5011"/>
          <ac:inkMkLst>
            <pc:docMk/>
            <pc:sldMk cId="3418711756" sldId="341"/>
            <ac:inkMk id="251" creationId="{019C52D0-7075-A61F-2421-C087A97139C3}"/>
          </ac:inkMkLst>
        </pc:inkChg>
        <pc:inkChg chg="add mod">
          <ac:chgData name="Pi, Yalong" userId="c9a3dc08-26f0-490d-b190-2780270c58e1" providerId="ADAL" clId="{5AC52E50-EE96-4559-8C20-EBFED2550501}" dt="2025-04-07T02:12:07.901" v="5011"/>
          <ac:inkMkLst>
            <pc:docMk/>
            <pc:sldMk cId="3418711756" sldId="341"/>
            <ac:inkMk id="252" creationId="{96EABB9E-A2CD-6619-C1FE-41C3365E9768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53" creationId="{6F286D48-ABB2-33D9-A299-3CD386A6B3DB}"/>
          </ac:inkMkLst>
        </pc:inkChg>
        <pc:inkChg chg="add">
          <ac:chgData name="Pi, Yalong" userId="c9a3dc08-26f0-490d-b190-2780270c58e1" providerId="ADAL" clId="{5AC52E50-EE96-4559-8C20-EBFED2550501}" dt="2025-04-07T02:12:19.145" v="5012" actId="9405"/>
          <ac:inkMkLst>
            <pc:docMk/>
            <pc:sldMk cId="3418711756" sldId="341"/>
            <ac:inkMk id="256" creationId="{30793686-76D5-0603-C4A8-B96F1EA11E70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57" creationId="{E32B0793-6771-14CD-30B1-ADC7E009DE3A}"/>
          </ac:inkMkLst>
        </pc:inkChg>
        <pc:inkChg chg="add">
          <ac:chgData name="Pi, Yalong" userId="c9a3dc08-26f0-490d-b190-2780270c58e1" providerId="ADAL" clId="{5AC52E50-EE96-4559-8C20-EBFED2550501}" dt="2025-04-07T02:12:27.290" v="5014" actId="9405"/>
          <ac:inkMkLst>
            <pc:docMk/>
            <pc:sldMk cId="3418711756" sldId="341"/>
            <ac:inkMk id="258" creationId="{9992B7A9-D5D3-96D7-8696-34EA4D69C9E9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59" creationId="{F0F6DB08-9796-13AE-7861-6BF3D8733B14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60" creationId="{CA28DCDE-6AC2-4159-58BC-DBE7ED8A48A7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61" creationId="{598F36EA-C2E0-26EF-CF51-A521A8371268}"/>
          </ac:inkMkLst>
        </pc:inkChg>
        <pc:inkChg chg="add">
          <ac:chgData name="Pi, Yalong" userId="c9a3dc08-26f0-490d-b190-2780270c58e1" providerId="ADAL" clId="{5AC52E50-EE96-4559-8C20-EBFED2550501}" dt="2025-04-07T02:12:28.771" v="5018" actId="9405"/>
          <ac:inkMkLst>
            <pc:docMk/>
            <pc:sldMk cId="3418711756" sldId="341"/>
            <ac:inkMk id="262" creationId="{B0ADF74F-79D3-1F94-3950-9237296EDDA6}"/>
          </ac:inkMkLst>
        </pc:inkChg>
        <pc:inkChg chg="add mod">
          <ac:chgData name="Pi, Yalong" userId="c9a3dc08-26f0-490d-b190-2780270c58e1" providerId="ADAL" clId="{5AC52E50-EE96-4559-8C20-EBFED2550501}" dt="2025-04-07T02:24:44.572" v="5476"/>
          <ac:inkMkLst>
            <pc:docMk/>
            <pc:sldMk cId="3418711756" sldId="341"/>
            <ac:inkMk id="263" creationId="{337B5EF0-2875-DD9A-2A64-48C81636F164}"/>
          </ac:inkMkLst>
        </pc:inkChg>
        <pc:inkChg chg="add mod">
          <ac:chgData name="Pi, Yalong" userId="c9a3dc08-26f0-490d-b190-2780270c58e1" providerId="ADAL" clId="{5AC52E50-EE96-4559-8C20-EBFED2550501}" dt="2025-04-07T02:12:30.162" v="5021"/>
          <ac:inkMkLst>
            <pc:docMk/>
            <pc:sldMk cId="3418711756" sldId="341"/>
            <ac:inkMk id="264" creationId="{3C309CF1-584D-BBAA-8D64-41EFACB92B9E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67" creationId="{0605B61A-7010-551B-F1C1-A293C02B0023}"/>
          </ac:inkMkLst>
        </pc:inkChg>
        <pc:inkChg chg="add mod">
          <ac:chgData name="Pi, Yalong" userId="c9a3dc08-26f0-490d-b190-2780270c58e1" providerId="ADAL" clId="{5AC52E50-EE96-4559-8C20-EBFED2550501}" dt="2025-04-07T02:24:44.572" v="5476"/>
          <ac:inkMkLst>
            <pc:docMk/>
            <pc:sldMk cId="3418711756" sldId="341"/>
            <ac:inkMk id="268" creationId="{0DC036DB-C96C-63FF-F0C7-7C31323E9539}"/>
          </ac:inkMkLst>
        </pc:inkChg>
        <pc:inkChg chg="add mod">
          <ac:chgData name="Pi, Yalong" userId="c9a3dc08-26f0-490d-b190-2780270c58e1" providerId="ADAL" clId="{5AC52E50-EE96-4559-8C20-EBFED2550501}" dt="2025-04-07T02:12:34.214" v="5025"/>
          <ac:inkMkLst>
            <pc:docMk/>
            <pc:sldMk cId="3418711756" sldId="341"/>
            <ac:inkMk id="269" creationId="{BCA5D277-BD2C-6074-8A69-27F1FBA3DBB0}"/>
          </ac:inkMkLst>
        </pc:inkChg>
        <pc:inkChg chg="add mod">
          <ac:chgData name="Pi, Yalong" userId="c9a3dc08-26f0-490d-b190-2780270c58e1" providerId="ADAL" clId="{5AC52E50-EE96-4559-8C20-EBFED2550501}" dt="2025-04-07T02:12:37.852" v="5032"/>
          <ac:inkMkLst>
            <pc:docMk/>
            <pc:sldMk cId="3418711756" sldId="341"/>
            <ac:inkMk id="271" creationId="{D615AAEE-B4DE-727E-5599-C245CCCF9736}"/>
          </ac:inkMkLst>
        </pc:inkChg>
        <pc:inkChg chg="add mod">
          <ac:chgData name="Pi, Yalong" userId="c9a3dc08-26f0-490d-b190-2780270c58e1" providerId="ADAL" clId="{5AC52E50-EE96-4559-8C20-EBFED2550501}" dt="2025-04-07T02:12:37.852" v="5032"/>
          <ac:inkMkLst>
            <pc:docMk/>
            <pc:sldMk cId="3418711756" sldId="341"/>
            <ac:inkMk id="272" creationId="{1007BB09-E94A-23F9-4059-DA26247BE1B2}"/>
          </ac:inkMkLst>
        </pc:inkChg>
        <pc:inkChg chg="add mod">
          <ac:chgData name="Pi, Yalong" userId="c9a3dc08-26f0-490d-b190-2780270c58e1" providerId="ADAL" clId="{5AC52E50-EE96-4559-8C20-EBFED2550501}" dt="2025-04-07T02:12:37.852" v="5032"/>
          <ac:inkMkLst>
            <pc:docMk/>
            <pc:sldMk cId="3418711756" sldId="341"/>
            <ac:inkMk id="273" creationId="{8603D58E-321A-F510-B72E-8C8A4CBEC8EA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274" creationId="{E1734327-FA7F-1B29-FFAE-294413FFE6DC}"/>
          </ac:inkMkLst>
        </pc:inkChg>
        <pc:inkChg chg="add mod">
          <ac:chgData name="Pi, Yalong" userId="c9a3dc08-26f0-490d-b190-2780270c58e1" providerId="ADAL" clId="{5AC52E50-EE96-4559-8C20-EBFED2550501}" dt="2025-04-07T02:12:37.852" v="5032"/>
          <ac:inkMkLst>
            <pc:docMk/>
            <pc:sldMk cId="3418711756" sldId="341"/>
            <ac:inkMk id="275" creationId="{78E53154-B6DD-56B5-4956-8E5B48E597DD}"/>
          </ac:inkMkLst>
        </pc:inkChg>
        <pc:inkChg chg="add mod">
          <ac:chgData name="Pi, Yalong" userId="c9a3dc08-26f0-490d-b190-2780270c58e1" providerId="ADAL" clId="{5AC52E50-EE96-4559-8C20-EBFED2550501}" dt="2025-04-07T02:24:44.572" v="5476"/>
          <ac:inkMkLst>
            <pc:docMk/>
            <pc:sldMk cId="3418711756" sldId="341"/>
            <ac:inkMk id="276" creationId="{D35655AA-3615-7AB9-BB6F-56152D4F4CFC}"/>
          </ac:inkMkLst>
        </pc:inkChg>
        <pc:inkChg chg="add del">
          <ac:chgData name="Pi, Yalong" userId="c9a3dc08-26f0-490d-b190-2780270c58e1" providerId="ADAL" clId="{5AC52E50-EE96-4559-8C20-EBFED2550501}" dt="2025-04-07T02:24:48.562" v="5482"/>
          <ac:inkMkLst>
            <pc:docMk/>
            <pc:sldMk cId="3418711756" sldId="341"/>
            <ac:inkMk id="278" creationId="{F2DEBBFE-D5D5-5223-568B-70516019F3E2}"/>
          </ac:inkMkLst>
        </pc:inkChg>
        <pc:inkChg chg="add mod">
          <ac:chgData name="Pi, Yalong" userId="c9a3dc08-26f0-490d-b190-2780270c58e1" providerId="ADAL" clId="{5AC52E50-EE96-4559-8C20-EBFED2550501}" dt="2025-04-07T02:12:55.532" v="5036"/>
          <ac:inkMkLst>
            <pc:docMk/>
            <pc:sldMk cId="3418711756" sldId="341"/>
            <ac:inkMk id="279" creationId="{56ED4390-FE60-0AC8-2F93-04A3F98377B8}"/>
          </ac:inkMkLst>
        </pc:inkChg>
        <pc:inkChg chg="add mod">
          <ac:chgData name="Pi, Yalong" userId="c9a3dc08-26f0-490d-b190-2780270c58e1" providerId="ADAL" clId="{5AC52E50-EE96-4559-8C20-EBFED2550501}" dt="2025-04-07T02:12:55.532" v="5036"/>
          <ac:inkMkLst>
            <pc:docMk/>
            <pc:sldMk cId="3418711756" sldId="341"/>
            <ac:inkMk id="280" creationId="{B6819AA8-20A9-E18E-7B87-A2AF45DE0368}"/>
          </ac:inkMkLst>
        </pc:inkChg>
        <pc:inkChg chg="add mod">
          <ac:chgData name="Pi, Yalong" userId="c9a3dc08-26f0-490d-b190-2780270c58e1" providerId="ADAL" clId="{5AC52E50-EE96-4559-8C20-EBFED2550501}" dt="2025-04-07T02:13:17.209" v="5052"/>
          <ac:inkMkLst>
            <pc:docMk/>
            <pc:sldMk cId="3418711756" sldId="341"/>
            <ac:inkMk id="282" creationId="{2C578DCA-10D8-C96E-938B-4A53764E2948}"/>
          </ac:inkMkLst>
        </pc:inkChg>
        <pc:inkChg chg="add mod">
          <ac:chgData name="Pi, Yalong" userId="c9a3dc08-26f0-490d-b190-2780270c58e1" providerId="ADAL" clId="{5AC52E50-EE96-4559-8C20-EBFED2550501}" dt="2025-04-07T02:13:17.209" v="5052"/>
          <ac:inkMkLst>
            <pc:docMk/>
            <pc:sldMk cId="3418711756" sldId="341"/>
            <ac:inkMk id="283" creationId="{0F071A01-06E2-02E3-6BFC-197211F96E3C}"/>
          </ac:inkMkLst>
        </pc:inkChg>
        <pc:inkChg chg="add mod">
          <ac:chgData name="Pi, Yalong" userId="c9a3dc08-26f0-490d-b190-2780270c58e1" providerId="ADAL" clId="{5AC52E50-EE96-4559-8C20-EBFED2550501}" dt="2025-04-07T02:13:17.209" v="5052"/>
          <ac:inkMkLst>
            <pc:docMk/>
            <pc:sldMk cId="3418711756" sldId="341"/>
            <ac:inkMk id="284" creationId="{67133899-C3EC-AEBA-AA73-AB9662795323}"/>
          </ac:inkMkLst>
        </pc:inkChg>
        <pc:inkChg chg="add mod">
          <ac:chgData name="Pi, Yalong" userId="c9a3dc08-26f0-490d-b190-2780270c58e1" providerId="ADAL" clId="{5AC52E50-EE96-4559-8C20-EBFED2550501}" dt="2025-04-07T02:24:44.572" v="5476"/>
          <ac:inkMkLst>
            <pc:docMk/>
            <pc:sldMk cId="3418711756" sldId="341"/>
            <ac:inkMk id="285" creationId="{70B54972-427F-9EA3-6DFC-7A625D56F44B}"/>
          </ac:inkMkLst>
        </pc:inkChg>
        <pc:inkChg chg="add del mod">
          <ac:chgData name="Pi, Yalong" userId="c9a3dc08-26f0-490d-b190-2780270c58e1" providerId="ADAL" clId="{5AC52E50-EE96-4559-8C20-EBFED2550501}" dt="2025-04-07T02:13:02.594" v="5043"/>
          <ac:inkMkLst>
            <pc:docMk/>
            <pc:sldMk cId="3418711756" sldId="341"/>
            <ac:inkMk id="286" creationId="{1C41EA14-2527-2127-D961-14FE66C3CC4F}"/>
          </ac:inkMkLst>
        </pc:inkChg>
        <pc:inkChg chg="add del">
          <ac:chgData name="Pi, Yalong" userId="c9a3dc08-26f0-490d-b190-2780270c58e1" providerId="ADAL" clId="{5AC52E50-EE96-4559-8C20-EBFED2550501}" dt="2025-04-07T02:24:26.882" v="5474"/>
          <ac:inkMkLst>
            <pc:docMk/>
            <pc:sldMk cId="3418711756" sldId="341"/>
            <ac:inkMk id="288" creationId="{F8AF1770-4890-FD49-59B9-AF5CCD7A759A}"/>
          </ac:inkMkLst>
        </pc:inkChg>
        <pc:inkChg chg="add del mod">
          <ac:chgData name="Pi, Yalong" userId="c9a3dc08-26f0-490d-b190-2780270c58e1" providerId="ADAL" clId="{5AC52E50-EE96-4559-8C20-EBFED2550501}" dt="2025-04-07T02:24:44.572" v="5479"/>
          <ac:inkMkLst>
            <pc:docMk/>
            <pc:sldMk cId="3418711756" sldId="341"/>
            <ac:inkMk id="289" creationId="{7DFAA375-6DA1-9E1A-69A5-A5B02F45792C}"/>
          </ac:inkMkLst>
        </pc:inkChg>
        <pc:inkChg chg="add">
          <ac:chgData name="Pi, Yalong" userId="c9a3dc08-26f0-490d-b190-2780270c58e1" providerId="ADAL" clId="{5AC52E50-EE96-4559-8C20-EBFED2550501}" dt="2025-04-07T02:13:14.080" v="5046" actId="9405"/>
          <ac:inkMkLst>
            <pc:docMk/>
            <pc:sldMk cId="3418711756" sldId="341"/>
            <ac:inkMk id="290" creationId="{C1D8119D-D68D-D97B-B9DF-AD75325CEC80}"/>
          </ac:inkMkLst>
        </pc:inkChg>
        <pc:inkChg chg="add">
          <ac:chgData name="Pi, Yalong" userId="c9a3dc08-26f0-490d-b190-2780270c58e1" providerId="ADAL" clId="{5AC52E50-EE96-4559-8C20-EBFED2550501}" dt="2025-04-07T02:13:14.295" v="5047" actId="9405"/>
          <ac:inkMkLst>
            <pc:docMk/>
            <pc:sldMk cId="3418711756" sldId="341"/>
            <ac:inkMk id="291" creationId="{EA43A684-4834-D69F-DE20-4176A7DD884E}"/>
          </ac:inkMkLst>
        </pc:inkChg>
        <pc:inkChg chg="add mod">
          <ac:chgData name="Pi, Yalong" userId="c9a3dc08-26f0-490d-b190-2780270c58e1" providerId="ADAL" clId="{5AC52E50-EE96-4559-8C20-EBFED2550501}" dt="2025-04-07T02:13:17.209" v="5052"/>
          <ac:inkMkLst>
            <pc:docMk/>
            <pc:sldMk cId="3418711756" sldId="341"/>
            <ac:inkMk id="292" creationId="{E32B0249-8C98-9628-8E61-47C9382DD4A9}"/>
          </ac:inkMkLst>
        </pc:inkChg>
        <pc:inkChg chg="add">
          <ac:chgData name="Pi, Yalong" userId="c9a3dc08-26f0-490d-b190-2780270c58e1" providerId="ADAL" clId="{5AC52E50-EE96-4559-8C20-EBFED2550501}" dt="2025-04-07T02:13:15.733" v="5049" actId="9405"/>
          <ac:inkMkLst>
            <pc:docMk/>
            <pc:sldMk cId="3418711756" sldId="341"/>
            <ac:inkMk id="293" creationId="{D0FBFAB5-FCC5-0A01-91FB-4334212FBC1F}"/>
          </ac:inkMkLst>
        </pc:inkChg>
        <pc:inkChg chg="add">
          <ac:chgData name="Pi, Yalong" userId="c9a3dc08-26f0-490d-b190-2780270c58e1" providerId="ADAL" clId="{5AC52E50-EE96-4559-8C20-EBFED2550501}" dt="2025-04-07T02:13:15.951" v="5050" actId="9405"/>
          <ac:inkMkLst>
            <pc:docMk/>
            <pc:sldMk cId="3418711756" sldId="341"/>
            <ac:inkMk id="294" creationId="{9EA5BF69-1FA9-D9BB-B901-A5B5A0EF7C0D}"/>
          </ac:inkMkLst>
        </pc:inkChg>
        <pc:inkChg chg="add mod">
          <ac:chgData name="Pi, Yalong" userId="c9a3dc08-26f0-490d-b190-2780270c58e1" providerId="ADAL" clId="{5AC52E50-EE96-4559-8C20-EBFED2550501}" dt="2025-04-07T02:24:44.572" v="5476"/>
          <ac:inkMkLst>
            <pc:docMk/>
            <pc:sldMk cId="3418711756" sldId="341"/>
            <ac:inkMk id="295" creationId="{EA9C85E0-CCE4-6AEB-E023-370915ADCA60}"/>
          </ac:inkMkLst>
        </pc:inkChg>
        <pc:inkChg chg="add del">
          <ac:chgData name="Pi, Yalong" userId="c9a3dc08-26f0-490d-b190-2780270c58e1" providerId="ADAL" clId="{5AC52E50-EE96-4559-8C20-EBFED2550501}" dt="2025-04-07T02:14:53.969" v="5099"/>
          <ac:inkMkLst>
            <pc:docMk/>
            <pc:sldMk cId="3418711756" sldId="341"/>
            <ac:inkMk id="298" creationId="{9BEE858D-43DE-6132-D9C1-F44A2EED94B6}"/>
          </ac:inkMkLst>
        </pc:inkChg>
        <pc:inkChg chg="add del mod">
          <ac:chgData name="Pi, Yalong" userId="c9a3dc08-26f0-490d-b190-2780270c58e1" providerId="ADAL" clId="{5AC52E50-EE96-4559-8C20-EBFED2550501}" dt="2025-04-07T02:14:53.969" v="5101"/>
          <ac:inkMkLst>
            <pc:docMk/>
            <pc:sldMk cId="3418711756" sldId="341"/>
            <ac:inkMk id="299" creationId="{8D85780A-2100-3503-0D35-BF4624B54E15}"/>
          </ac:inkMkLst>
        </pc:inkChg>
        <pc:inkChg chg="add del mod">
          <ac:chgData name="Pi, Yalong" userId="c9a3dc08-26f0-490d-b190-2780270c58e1" providerId="ADAL" clId="{5AC52E50-EE96-4559-8C20-EBFED2550501}" dt="2025-04-07T02:14:53.969" v="5103"/>
          <ac:inkMkLst>
            <pc:docMk/>
            <pc:sldMk cId="3418711756" sldId="341"/>
            <ac:inkMk id="300" creationId="{D72764C2-E1AA-AB3A-E0BD-675C5B611667}"/>
          </ac:inkMkLst>
        </pc:inkChg>
        <pc:inkChg chg="add del mod">
          <ac:chgData name="Pi, Yalong" userId="c9a3dc08-26f0-490d-b190-2780270c58e1" providerId="ADAL" clId="{5AC52E50-EE96-4559-8C20-EBFED2550501}" dt="2025-04-07T02:14:54.684" v="5104"/>
          <ac:inkMkLst>
            <pc:docMk/>
            <pc:sldMk cId="3418711756" sldId="341"/>
            <ac:inkMk id="301" creationId="{4B2625A5-594D-686B-FE0B-9ABA170BE63A}"/>
          </ac:inkMkLst>
        </pc:inkChg>
        <pc:inkChg chg="add del mod">
          <ac:chgData name="Pi, Yalong" userId="c9a3dc08-26f0-490d-b190-2780270c58e1" providerId="ADAL" clId="{5AC52E50-EE96-4559-8C20-EBFED2550501}" dt="2025-04-07T02:14:22.774" v="5063"/>
          <ac:inkMkLst>
            <pc:docMk/>
            <pc:sldMk cId="3418711756" sldId="341"/>
            <ac:inkMk id="303" creationId="{2D9BD428-D83C-29B1-C0EB-91CC3BCC38F7}"/>
          </ac:inkMkLst>
        </pc:inkChg>
        <pc:inkChg chg="add del mod">
          <ac:chgData name="Pi, Yalong" userId="c9a3dc08-26f0-490d-b190-2780270c58e1" providerId="ADAL" clId="{5AC52E50-EE96-4559-8C20-EBFED2550501}" dt="2025-04-07T02:14:22.776" v="5069"/>
          <ac:inkMkLst>
            <pc:docMk/>
            <pc:sldMk cId="3418711756" sldId="341"/>
            <ac:inkMk id="304" creationId="{8C66393E-4F9F-4F4D-01D5-B524D7B65D51}"/>
          </ac:inkMkLst>
        </pc:inkChg>
        <pc:inkChg chg="add del mod">
          <ac:chgData name="Pi, Yalong" userId="c9a3dc08-26f0-490d-b190-2780270c58e1" providerId="ADAL" clId="{5AC52E50-EE96-4559-8C20-EBFED2550501}" dt="2025-04-07T02:14:22.776" v="5070"/>
          <ac:inkMkLst>
            <pc:docMk/>
            <pc:sldMk cId="3418711756" sldId="341"/>
            <ac:inkMk id="305" creationId="{AA116A2E-1609-46C8-35D0-F1BEFA4F14C4}"/>
          </ac:inkMkLst>
        </pc:inkChg>
        <pc:inkChg chg="add del mod">
          <ac:chgData name="Pi, Yalong" userId="c9a3dc08-26f0-490d-b190-2780270c58e1" providerId="ADAL" clId="{5AC52E50-EE96-4559-8C20-EBFED2550501}" dt="2025-04-07T02:14:22.776" v="5072"/>
          <ac:inkMkLst>
            <pc:docMk/>
            <pc:sldMk cId="3418711756" sldId="341"/>
            <ac:inkMk id="306" creationId="{0D0FA270-F3A9-7899-DB4A-9267F5F853E8}"/>
          </ac:inkMkLst>
        </pc:inkChg>
        <pc:inkChg chg="add mod">
          <ac:chgData name="Pi, Yalong" userId="c9a3dc08-26f0-490d-b190-2780270c58e1" providerId="ADAL" clId="{5AC52E50-EE96-4559-8C20-EBFED2550501}" dt="2025-04-07T02:14:34.732" v="5090"/>
          <ac:inkMkLst>
            <pc:docMk/>
            <pc:sldMk cId="3418711756" sldId="341"/>
            <ac:inkMk id="308" creationId="{1285963A-3505-9196-01A4-C2FE8E5FCEDA}"/>
          </ac:inkMkLst>
        </pc:inkChg>
        <pc:inkChg chg="add mod">
          <ac:chgData name="Pi, Yalong" userId="c9a3dc08-26f0-490d-b190-2780270c58e1" providerId="ADAL" clId="{5AC52E50-EE96-4559-8C20-EBFED2550501}" dt="2025-04-07T02:14:31.492" v="5084"/>
          <ac:inkMkLst>
            <pc:docMk/>
            <pc:sldMk cId="3418711756" sldId="341"/>
            <ac:inkMk id="309" creationId="{6057055E-8950-B6E1-C870-B77D1CA1EE36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11" creationId="{15920511-CC83-F526-580B-B021F780AE8F}"/>
          </ac:inkMkLst>
        </pc:inkChg>
        <pc:inkChg chg="add mod">
          <ac:chgData name="Pi, Yalong" userId="c9a3dc08-26f0-490d-b190-2780270c58e1" providerId="ADAL" clId="{5AC52E50-EE96-4559-8C20-EBFED2550501}" dt="2025-04-07T02:14:31.492" v="5084"/>
          <ac:inkMkLst>
            <pc:docMk/>
            <pc:sldMk cId="3418711756" sldId="341"/>
            <ac:inkMk id="312" creationId="{CF22560C-EE51-EB06-6A88-25FBD4B0A620}"/>
          </ac:inkMkLst>
        </pc:inkChg>
        <pc:inkChg chg="add mod">
          <ac:chgData name="Pi, Yalong" userId="c9a3dc08-26f0-490d-b190-2780270c58e1" providerId="ADAL" clId="{5AC52E50-EE96-4559-8C20-EBFED2550501}" dt="2025-04-07T02:14:31.492" v="5084"/>
          <ac:inkMkLst>
            <pc:docMk/>
            <pc:sldMk cId="3418711756" sldId="341"/>
            <ac:inkMk id="313" creationId="{97166D1A-2C82-BBA2-4154-07D15A9D4D54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14" creationId="{03C8507E-A299-D1F0-671B-47634C55210F}"/>
          </ac:inkMkLst>
        </pc:inkChg>
        <pc:inkChg chg="add mod">
          <ac:chgData name="Pi, Yalong" userId="c9a3dc08-26f0-490d-b190-2780270c58e1" providerId="ADAL" clId="{5AC52E50-EE96-4559-8C20-EBFED2550501}" dt="2025-04-07T02:14:34.732" v="5090"/>
          <ac:inkMkLst>
            <pc:docMk/>
            <pc:sldMk cId="3418711756" sldId="341"/>
            <ac:inkMk id="315" creationId="{204FE3CA-9177-D260-7160-8C091F3C0A21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16" creationId="{8C83EBF8-CB18-9F3B-3A06-0F7195FE7ED1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17" creationId="{59A0A7D0-2D05-B4B4-9D2A-A094EC16C1FA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18" creationId="{F39D5350-4685-9FF9-5FEC-85B75223DCD8}"/>
          </ac:inkMkLst>
        </pc:inkChg>
        <pc:inkChg chg="add">
          <ac:chgData name="Pi, Yalong" userId="c9a3dc08-26f0-490d-b190-2780270c58e1" providerId="ADAL" clId="{5AC52E50-EE96-4559-8C20-EBFED2550501}" dt="2025-04-07T02:14:31.752" v="5085" actId="9405"/>
          <ac:inkMkLst>
            <pc:docMk/>
            <pc:sldMk cId="3418711756" sldId="341"/>
            <ac:inkMk id="320" creationId="{568F2D3C-E174-83D1-69B9-6CA19E9AD93F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21" creationId="{ACEE39E3-D253-4C11-D673-C0D4D2A8FFAF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22" creationId="{78615F6B-90B8-B4DA-B577-C1A3DA66991F}"/>
          </ac:inkMkLst>
        </pc:inkChg>
        <pc:inkChg chg="add del mod">
          <ac:chgData name="Pi, Yalong" userId="c9a3dc08-26f0-490d-b190-2780270c58e1" providerId="ADAL" clId="{5AC52E50-EE96-4559-8C20-EBFED2550501}" dt="2025-04-07T02:14:34.732" v="5090"/>
          <ac:inkMkLst>
            <pc:docMk/>
            <pc:sldMk cId="3418711756" sldId="341"/>
            <ac:inkMk id="323" creationId="{291C2651-E75B-4E12-4221-420DA34BB17F}"/>
          </ac:inkMkLst>
        </pc:inkChg>
        <pc:inkChg chg="add mod">
          <ac:chgData name="Pi, Yalong" userId="c9a3dc08-26f0-490d-b190-2780270c58e1" providerId="ADAL" clId="{5AC52E50-EE96-4559-8C20-EBFED2550501}" dt="2025-04-07T02:14:38.358" v="5094"/>
          <ac:inkMkLst>
            <pc:docMk/>
            <pc:sldMk cId="3418711756" sldId="341"/>
            <ac:inkMk id="325" creationId="{A885836C-BE57-EF87-D55C-DC07D18B12B2}"/>
          </ac:inkMkLst>
        </pc:inkChg>
        <pc:inkChg chg="add">
          <ac:chgData name="Pi, Yalong" userId="c9a3dc08-26f0-490d-b190-2780270c58e1" providerId="ADAL" clId="{5AC52E50-EE96-4559-8C20-EBFED2550501}" dt="2025-04-07T02:14:37.334" v="5092" actId="9405"/>
          <ac:inkMkLst>
            <pc:docMk/>
            <pc:sldMk cId="3418711756" sldId="341"/>
            <ac:inkMk id="326" creationId="{DE5803B1-C69A-AC5D-4B82-2734F73CFD76}"/>
          </ac:inkMkLst>
        </pc:inkChg>
        <pc:inkChg chg="add">
          <ac:chgData name="Pi, Yalong" userId="c9a3dc08-26f0-490d-b190-2780270c58e1" providerId="ADAL" clId="{5AC52E50-EE96-4559-8C20-EBFED2550501}" dt="2025-04-07T02:14:37.737" v="5093" actId="9405"/>
          <ac:inkMkLst>
            <pc:docMk/>
            <pc:sldMk cId="3418711756" sldId="341"/>
            <ac:inkMk id="327" creationId="{174098E2-5301-F72F-034F-ED0B603673CE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29" creationId="{1B4437FF-648C-E11E-7D13-A14869804992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30" creationId="{E9861589-E63E-09B9-8F41-396406D188F3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31" creationId="{377EC5DA-5140-FB03-2236-4B1626B773AD}"/>
          </ac:inkMkLst>
        </pc:inkChg>
        <pc:inkChg chg="add">
          <ac:chgData name="Pi, Yalong" userId="c9a3dc08-26f0-490d-b190-2780270c58e1" providerId="ADAL" clId="{5AC52E50-EE96-4559-8C20-EBFED2550501}" dt="2025-04-07T02:14:57.978" v="5108" actId="9405"/>
          <ac:inkMkLst>
            <pc:docMk/>
            <pc:sldMk cId="3418711756" sldId="341"/>
            <ac:inkMk id="332" creationId="{984F71F5-AD2D-29FD-5B31-8D69E808C1BD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33" creationId="{BCA8DE6E-251E-0439-7959-FEAA5C3C4FB5}"/>
          </ac:inkMkLst>
        </pc:inkChg>
        <pc:inkChg chg="add">
          <ac:chgData name="Pi, Yalong" userId="c9a3dc08-26f0-490d-b190-2780270c58e1" providerId="ADAL" clId="{5AC52E50-EE96-4559-8C20-EBFED2550501}" dt="2025-04-07T02:14:58.745" v="5110" actId="9405"/>
          <ac:inkMkLst>
            <pc:docMk/>
            <pc:sldMk cId="3418711756" sldId="341"/>
            <ac:inkMk id="334" creationId="{4859CCFC-2529-810D-83CA-C542E29752F2}"/>
          </ac:inkMkLst>
        </pc:inkChg>
        <pc:inkChg chg="add">
          <ac:chgData name="Pi, Yalong" userId="c9a3dc08-26f0-490d-b190-2780270c58e1" providerId="ADAL" clId="{5AC52E50-EE96-4559-8C20-EBFED2550501}" dt="2025-04-07T02:14:59.276" v="5111" actId="9405"/>
          <ac:inkMkLst>
            <pc:docMk/>
            <pc:sldMk cId="3418711756" sldId="341"/>
            <ac:inkMk id="335" creationId="{244FAA1B-E4C4-A40B-80A6-D96BB42CD248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36" creationId="{FA58521E-B854-C62C-6BFE-488E601A2EA0}"/>
          </ac:inkMkLst>
        </pc:inkChg>
        <pc:inkChg chg="add">
          <ac:chgData name="Pi, Yalong" userId="c9a3dc08-26f0-490d-b190-2780270c58e1" providerId="ADAL" clId="{5AC52E50-EE96-4559-8C20-EBFED2550501}" dt="2025-04-07T02:15:00.275" v="5113" actId="9405"/>
          <ac:inkMkLst>
            <pc:docMk/>
            <pc:sldMk cId="3418711756" sldId="341"/>
            <ac:inkMk id="337" creationId="{39A802A6-D870-5DB7-FD1F-5AA127ACB115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38" creationId="{CA73F890-8C7F-0E57-7963-43649AE738DF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39" creationId="{33D82E88-8BE9-7E0F-844D-6943A26C07E5}"/>
          </ac:inkMkLst>
        </pc:inkChg>
        <pc:inkChg chg="add">
          <ac:chgData name="Pi, Yalong" userId="c9a3dc08-26f0-490d-b190-2780270c58e1" providerId="ADAL" clId="{5AC52E50-EE96-4559-8C20-EBFED2550501}" dt="2025-04-07T02:15:02.445" v="5116" actId="9405"/>
          <ac:inkMkLst>
            <pc:docMk/>
            <pc:sldMk cId="3418711756" sldId="341"/>
            <ac:inkMk id="340" creationId="{CB3AE6F6-8203-2435-F591-9695700CCF89}"/>
          </ac:inkMkLst>
        </pc:inkChg>
        <pc:inkChg chg="add">
          <ac:chgData name="Pi, Yalong" userId="c9a3dc08-26f0-490d-b190-2780270c58e1" providerId="ADAL" clId="{5AC52E50-EE96-4559-8C20-EBFED2550501}" dt="2025-04-07T02:15:02.676" v="5117" actId="9405"/>
          <ac:inkMkLst>
            <pc:docMk/>
            <pc:sldMk cId="3418711756" sldId="341"/>
            <ac:inkMk id="341" creationId="{0979499B-25B8-E417-E0AE-F71DD0E86B99}"/>
          </ac:inkMkLst>
        </pc:inkChg>
        <pc:inkChg chg="add">
          <ac:chgData name="Pi, Yalong" userId="c9a3dc08-26f0-490d-b190-2780270c58e1" providerId="ADAL" clId="{5AC52E50-EE96-4559-8C20-EBFED2550501}" dt="2025-04-07T02:15:03.437" v="5118" actId="9405"/>
          <ac:inkMkLst>
            <pc:docMk/>
            <pc:sldMk cId="3418711756" sldId="341"/>
            <ac:inkMk id="342" creationId="{BF12E6EC-DA8D-A916-4FFC-F83A508DA35D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43" creationId="{1B4AFF17-31C0-2CA1-A6B6-D957DC857EB5}"/>
          </ac:inkMkLst>
        </pc:inkChg>
        <pc:inkChg chg="add mod">
          <ac:chgData name="Pi, Yalong" userId="c9a3dc08-26f0-490d-b190-2780270c58e1" providerId="ADAL" clId="{5AC52E50-EE96-4559-8C20-EBFED2550501}" dt="2025-04-07T02:15:06.159" v="5121"/>
          <ac:inkMkLst>
            <pc:docMk/>
            <pc:sldMk cId="3418711756" sldId="341"/>
            <ac:inkMk id="344" creationId="{398334A8-B532-85AE-E0D2-C39D2C53B8A6}"/>
          </ac:inkMkLst>
        </pc:inkChg>
        <pc:inkChg chg="add">
          <ac:chgData name="Pi, Yalong" userId="c9a3dc08-26f0-490d-b190-2780270c58e1" providerId="ADAL" clId="{5AC52E50-EE96-4559-8C20-EBFED2550501}" dt="2025-04-07T02:15:07.741" v="5122" actId="9405"/>
          <ac:inkMkLst>
            <pc:docMk/>
            <pc:sldMk cId="3418711756" sldId="341"/>
            <ac:inkMk id="346" creationId="{5F6FC828-7985-1B87-BB32-C19DF70359AF}"/>
          </ac:inkMkLst>
        </pc:inkChg>
        <pc:inkChg chg="add">
          <ac:chgData name="Pi, Yalong" userId="c9a3dc08-26f0-490d-b190-2780270c58e1" providerId="ADAL" clId="{5AC52E50-EE96-4559-8C20-EBFED2550501}" dt="2025-04-07T02:15:09.488" v="5123" actId="9405"/>
          <ac:inkMkLst>
            <pc:docMk/>
            <pc:sldMk cId="3418711756" sldId="341"/>
            <ac:inkMk id="347" creationId="{C349CCA7-133A-903E-FB98-7EA5BAE32295}"/>
          </ac:inkMkLst>
        </pc:inkChg>
        <pc:inkChg chg="add mod">
          <ac:chgData name="Pi, Yalong" userId="c9a3dc08-26f0-490d-b190-2780270c58e1" providerId="ADAL" clId="{5AC52E50-EE96-4559-8C20-EBFED2550501}" dt="2025-04-07T02:25:12.406" v="5492"/>
          <ac:inkMkLst>
            <pc:docMk/>
            <pc:sldMk cId="3418711756" sldId="341"/>
            <ac:inkMk id="348" creationId="{86BC3BA2-63C2-2045-E2EA-91402031A474}"/>
          </ac:inkMkLst>
        </pc:inkChg>
        <pc:inkChg chg="add del mod">
          <ac:chgData name="Pi, Yalong" userId="c9a3dc08-26f0-490d-b190-2780270c58e1" providerId="ADAL" clId="{5AC52E50-EE96-4559-8C20-EBFED2550501}" dt="2025-04-07T02:25:12.405" v="5490"/>
          <ac:inkMkLst>
            <pc:docMk/>
            <pc:sldMk cId="3418711756" sldId="341"/>
            <ac:inkMk id="349" creationId="{F7909087-E179-17F6-ED35-DD3FB202C7E3}"/>
          </ac:inkMkLst>
        </pc:inkChg>
        <pc:inkChg chg="add del mod">
          <ac:chgData name="Pi, Yalong" userId="c9a3dc08-26f0-490d-b190-2780270c58e1" providerId="ADAL" clId="{5AC52E50-EE96-4559-8C20-EBFED2550501}" dt="2025-04-07T02:25:12.406" v="5491"/>
          <ac:inkMkLst>
            <pc:docMk/>
            <pc:sldMk cId="3418711756" sldId="341"/>
            <ac:inkMk id="350" creationId="{81F286BE-78BC-C1AD-7F3E-5575C21D2137}"/>
          </ac:inkMkLst>
        </pc:inkChg>
        <pc:inkChg chg="add del mod">
          <ac:chgData name="Pi, Yalong" userId="c9a3dc08-26f0-490d-b190-2780270c58e1" providerId="ADAL" clId="{5AC52E50-EE96-4559-8C20-EBFED2550501}" dt="2025-04-07T02:25:12.406" v="5492"/>
          <ac:inkMkLst>
            <pc:docMk/>
            <pc:sldMk cId="3418711756" sldId="341"/>
            <ac:inkMk id="351" creationId="{C92F8584-7073-4013-E916-E66067AFF32F}"/>
          </ac:inkMkLst>
        </pc:inkChg>
        <pc:inkChg chg="add">
          <ac:chgData name="Pi, Yalong" userId="c9a3dc08-26f0-490d-b190-2780270c58e1" providerId="ADAL" clId="{5AC52E50-EE96-4559-8C20-EBFED2550501}" dt="2025-04-07T02:15:25.969" v="5129" actId="9405"/>
          <ac:inkMkLst>
            <pc:docMk/>
            <pc:sldMk cId="3418711756" sldId="341"/>
            <ac:inkMk id="353" creationId="{10A9AE46-9A9B-6826-B867-01ECC834106C}"/>
          </ac:inkMkLst>
        </pc:inkChg>
        <pc:inkChg chg="add">
          <ac:chgData name="Pi, Yalong" userId="c9a3dc08-26f0-490d-b190-2780270c58e1" providerId="ADAL" clId="{5AC52E50-EE96-4559-8C20-EBFED2550501}" dt="2025-04-07T02:15:26.971" v="5131" actId="9405"/>
          <ac:inkMkLst>
            <pc:docMk/>
            <pc:sldMk cId="3418711756" sldId="341"/>
            <ac:inkMk id="355" creationId="{7C01097C-5631-3679-9F37-469A6D49DE85}"/>
          </ac:inkMkLst>
        </pc:inkChg>
        <pc:inkChg chg="add mod">
          <ac:chgData name="Pi, Yalong" userId="c9a3dc08-26f0-490d-b190-2780270c58e1" providerId="ADAL" clId="{5AC52E50-EE96-4559-8C20-EBFED2550501}" dt="2025-04-07T02:26:05.775" v="5533"/>
          <ac:inkMkLst>
            <pc:docMk/>
            <pc:sldMk cId="3418711756" sldId="341"/>
            <ac:inkMk id="356" creationId="{410BBD80-42EA-DDBA-ED76-A450B229DDD3}"/>
          </ac:inkMkLst>
        </pc:inkChg>
        <pc:inkChg chg="add del">
          <ac:chgData name="Pi, Yalong" userId="c9a3dc08-26f0-490d-b190-2780270c58e1" providerId="ADAL" clId="{5AC52E50-EE96-4559-8C20-EBFED2550501}" dt="2025-04-07T02:24:06.818" v="5464"/>
          <ac:inkMkLst>
            <pc:docMk/>
            <pc:sldMk cId="3418711756" sldId="341"/>
            <ac:inkMk id="358" creationId="{3376D20D-E272-7AEC-7221-D40130BB90F7}"/>
          </ac:inkMkLst>
        </pc:inkChg>
        <pc:inkChg chg="add del mod">
          <ac:chgData name="Pi, Yalong" userId="c9a3dc08-26f0-490d-b190-2780270c58e1" providerId="ADAL" clId="{5AC52E50-EE96-4559-8C20-EBFED2550501}" dt="2025-04-07T02:24:01.044" v="5444"/>
          <ac:inkMkLst>
            <pc:docMk/>
            <pc:sldMk cId="3418711756" sldId="341"/>
            <ac:inkMk id="359" creationId="{9B174075-29AB-5585-C704-318B614C74E3}"/>
          </ac:inkMkLst>
        </pc:inkChg>
        <pc:inkChg chg="add del mod">
          <ac:chgData name="Pi, Yalong" userId="c9a3dc08-26f0-490d-b190-2780270c58e1" providerId="ADAL" clId="{5AC52E50-EE96-4559-8C20-EBFED2550501}" dt="2025-04-07T02:24:03.699" v="5450"/>
          <ac:inkMkLst>
            <pc:docMk/>
            <pc:sldMk cId="3418711756" sldId="341"/>
            <ac:inkMk id="360" creationId="{6C30ED1E-96B1-BDBB-916A-27376E87C8E8}"/>
          </ac:inkMkLst>
        </pc:inkChg>
        <pc:inkChg chg="add del mod">
          <ac:chgData name="Pi, Yalong" userId="c9a3dc08-26f0-490d-b190-2780270c58e1" providerId="ADAL" clId="{5AC52E50-EE96-4559-8C20-EBFED2550501}" dt="2025-04-07T02:24:03.700" v="5459"/>
          <ac:inkMkLst>
            <pc:docMk/>
            <pc:sldMk cId="3418711756" sldId="341"/>
            <ac:inkMk id="361" creationId="{A603A3A9-8D3F-500F-0A3C-CF106C1A7CF6}"/>
          </ac:inkMkLst>
        </pc:inkChg>
        <pc:inkChg chg="add del mod">
          <ac:chgData name="Pi, Yalong" userId="c9a3dc08-26f0-490d-b190-2780270c58e1" providerId="ADAL" clId="{5AC52E50-EE96-4559-8C20-EBFED2550501}" dt="2025-04-07T02:24:03.699" v="5454"/>
          <ac:inkMkLst>
            <pc:docMk/>
            <pc:sldMk cId="3418711756" sldId="341"/>
            <ac:inkMk id="362" creationId="{D3D0491C-5952-6176-6DA4-5B837F0A20B0}"/>
          </ac:inkMkLst>
        </pc:inkChg>
        <pc:inkChg chg="add del mod">
          <ac:chgData name="Pi, Yalong" userId="c9a3dc08-26f0-490d-b190-2780270c58e1" providerId="ADAL" clId="{5AC52E50-EE96-4559-8C20-EBFED2550501}" dt="2025-04-07T02:24:01.392" v="5445"/>
          <ac:inkMkLst>
            <pc:docMk/>
            <pc:sldMk cId="3418711756" sldId="341"/>
            <ac:inkMk id="363" creationId="{47E7B565-7E5A-6356-5263-02561E8BDD4C}"/>
          </ac:inkMkLst>
        </pc:inkChg>
        <pc:inkChg chg="add del mod">
          <ac:chgData name="Pi, Yalong" userId="c9a3dc08-26f0-490d-b190-2780270c58e1" providerId="ADAL" clId="{5AC52E50-EE96-4559-8C20-EBFED2550501}" dt="2025-04-07T02:24:03.700" v="5457"/>
          <ac:inkMkLst>
            <pc:docMk/>
            <pc:sldMk cId="3418711756" sldId="341"/>
            <ac:inkMk id="364" creationId="{369DA69B-76CC-A59D-9FD4-1DBEE1183BC2}"/>
          </ac:inkMkLst>
        </pc:inkChg>
        <pc:inkChg chg="add del mod">
          <ac:chgData name="Pi, Yalong" userId="c9a3dc08-26f0-490d-b190-2780270c58e1" providerId="ADAL" clId="{5AC52E50-EE96-4559-8C20-EBFED2550501}" dt="2025-04-07T02:24:03.698" v="5448"/>
          <ac:inkMkLst>
            <pc:docMk/>
            <pc:sldMk cId="3418711756" sldId="341"/>
            <ac:inkMk id="366" creationId="{28361DAE-6508-6EBF-B58A-AD5AA76B5EB1}"/>
          </ac:inkMkLst>
        </pc:inkChg>
        <pc:inkChg chg="add del mod">
          <ac:chgData name="Pi, Yalong" userId="c9a3dc08-26f0-490d-b190-2780270c58e1" providerId="ADAL" clId="{5AC52E50-EE96-4559-8C20-EBFED2550501}" dt="2025-04-07T02:24:03.699" v="5455"/>
          <ac:inkMkLst>
            <pc:docMk/>
            <pc:sldMk cId="3418711756" sldId="341"/>
            <ac:inkMk id="367" creationId="{88B1CF8C-54F5-E767-4839-4CAE476E9DFB}"/>
          </ac:inkMkLst>
        </pc:inkChg>
        <pc:inkChg chg="add del mod">
          <ac:chgData name="Pi, Yalong" userId="c9a3dc08-26f0-490d-b190-2780270c58e1" providerId="ADAL" clId="{5AC52E50-EE96-4559-8C20-EBFED2550501}" dt="2025-04-07T02:24:03.697" v="5446"/>
          <ac:inkMkLst>
            <pc:docMk/>
            <pc:sldMk cId="3418711756" sldId="341"/>
            <ac:inkMk id="368" creationId="{E673DF31-D569-F589-A9E4-E4C2F2B46938}"/>
          </ac:inkMkLst>
        </pc:inkChg>
        <pc:inkChg chg="add del mod">
          <ac:chgData name="Pi, Yalong" userId="c9a3dc08-26f0-490d-b190-2780270c58e1" providerId="ADAL" clId="{5AC52E50-EE96-4559-8C20-EBFED2550501}" dt="2025-04-07T02:24:03.699" v="5451"/>
          <ac:inkMkLst>
            <pc:docMk/>
            <pc:sldMk cId="3418711756" sldId="341"/>
            <ac:inkMk id="369" creationId="{24A2F0D7-7DD6-FAB8-0126-3172E73AD7F8}"/>
          </ac:inkMkLst>
        </pc:inkChg>
        <pc:inkChg chg="add del mod">
          <ac:chgData name="Pi, Yalong" userId="c9a3dc08-26f0-490d-b190-2780270c58e1" providerId="ADAL" clId="{5AC52E50-EE96-4559-8C20-EBFED2550501}" dt="2025-04-07T02:15:56.811" v="5152"/>
          <ac:inkMkLst>
            <pc:docMk/>
            <pc:sldMk cId="3418711756" sldId="341"/>
            <ac:inkMk id="370" creationId="{DD6DD489-BDA3-5930-BA63-27F357986992}"/>
          </ac:inkMkLst>
        </pc:inkChg>
        <pc:inkChg chg="add del mod">
          <ac:chgData name="Pi, Yalong" userId="c9a3dc08-26f0-490d-b190-2780270c58e1" providerId="ADAL" clId="{5AC52E50-EE96-4559-8C20-EBFED2550501}" dt="2025-04-07T02:15:56.811" v="5151"/>
          <ac:inkMkLst>
            <pc:docMk/>
            <pc:sldMk cId="3418711756" sldId="341"/>
            <ac:inkMk id="371" creationId="{3FDF5665-5185-C3B3-F667-E909362E6ABC}"/>
          </ac:inkMkLst>
        </pc:inkChg>
        <pc:inkChg chg="add mod">
          <ac:chgData name="Pi, Yalong" userId="c9a3dc08-26f0-490d-b190-2780270c58e1" providerId="ADAL" clId="{5AC52E50-EE96-4559-8C20-EBFED2550501}" dt="2025-04-07T02:15:56.811" v="5153"/>
          <ac:inkMkLst>
            <pc:docMk/>
            <pc:sldMk cId="3418711756" sldId="341"/>
            <ac:inkMk id="372" creationId="{849492B2-EEFC-F431-C5F8-B3F988427950}"/>
          </ac:inkMkLst>
        </pc:inkChg>
        <pc:inkChg chg="add del mod">
          <ac:chgData name="Pi, Yalong" userId="c9a3dc08-26f0-490d-b190-2780270c58e1" providerId="ADAL" clId="{5AC52E50-EE96-4559-8C20-EBFED2550501}" dt="2025-04-07T02:15:56.811" v="5153"/>
          <ac:inkMkLst>
            <pc:docMk/>
            <pc:sldMk cId="3418711756" sldId="341"/>
            <ac:inkMk id="373" creationId="{129E861C-5A98-F385-E573-CF295676ED80}"/>
          </ac:inkMkLst>
        </pc:inkChg>
        <pc:inkChg chg="add del mod">
          <ac:chgData name="Pi, Yalong" userId="c9a3dc08-26f0-490d-b190-2780270c58e1" providerId="ADAL" clId="{5AC52E50-EE96-4559-8C20-EBFED2550501}" dt="2025-04-07T02:24:03.700" v="5458"/>
          <ac:inkMkLst>
            <pc:docMk/>
            <pc:sldMk cId="3418711756" sldId="341"/>
            <ac:inkMk id="375" creationId="{4401CBF2-979C-80DC-6279-5FF2EEDAFA27}"/>
          </ac:inkMkLst>
        </pc:inkChg>
        <pc:inkChg chg="add del mod">
          <ac:chgData name="Pi, Yalong" userId="c9a3dc08-26f0-490d-b190-2780270c58e1" providerId="ADAL" clId="{5AC52E50-EE96-4559-8C20-EBFED2550501}" dt="2025-04-07T02:24:03.699" v="5452"/>
          <ac:inkMkLst>
            <pc:docMk/>
            <pc:sldMk cId="3418711756" sldId="341"/>
            <ac:inkMk id="376" creationId="{79D6F5B7-FF65-E4E4-1E03-4FEFCCAEFBC4}"/>
          </ac:inkMkLst>
        </pc:inkChg>
        <pc:inkChg chg="add del mod">
          <ac:chgData name="Pi, Yalong" userId="c9a3dc08-26f0-490d-b190-2780270c58e1" providerId="ADAL" clId="{5AC52E50-EE96-4559-8C20-EBFED2550501}" dt="2025-04-07T02:24:03.699" v="5456"/>
          <ac:inkMkLst>
            <pc:docMk/>
            <pc:sldMk cId="3418711756" sldId="341"/>
            <ac:inkMk id="377" creationId="{3EA54AF8-C318-BDDC-F026-0738D60C7F90}"/>
          </ac:inkMkLst>
        </pc:inkChg>
        <pc:inkChg chg="add del mod">
          <ac:chgData name="Pi, Yalong" userId="c9a3dc08-26f0-490d-b190-2780270c58e1" providerId="ADAL" clId="{5AC52E50-EE96-4559-8C20-EBFED2550501}" dt="2025-04-07T02:24:03.700" v="5460"/>
          <ac:inkMkLst>
            <pc:docMk/>
            <pc:sldMk cId="3418711756" sldId="341"/>
            <ac:inkMk id="378" creationId="{1780C8A5-D462-14FC-72DE-737E2C47979A}"/>
          </ac:inkMkLst>
        </pc:inkChg>
        <pc:inkChg chg="add del mod">
          <ac:chgData name="Pi, Yalong" userId="c9a3dc08-26f0-490d-b190-2780270c58e1" providerId="ADAL" clId="{5AC52E50-EE96-4559-8C20-EBFED2550501}" dt="2025-04-07T02:24:03.698" v="5447"/>
          <ac:inkMkLst>
            <pc:docMk/>
            <pc:sldMk cId="3418711756" sldId="341"/>
            <ac:inkMk id="379" creationId="{7DA78AE7-5F0C-FD0B-6C73-D7858D1096A2}"/>
          </ac:inkMkLst>
        </pc:inkChg>
        <pc:inkChg chg="add del mod">
          <ac:chgData name="Pi, Yalong" userId="c9a3dc08-26f0-490d-b190-2780270c58e1" providerId="ADAL" clId="{5AC52E50-EE96-4559-8C20-EBFED2550501}" dt="2025-04-07T02:24:03.700" v="5461"/>
          <ac:inkMkLst>
            <pc:docMk/>
            <pc:sldMk cId="3418711756" sldId="341"/>
            <ac:inkMk id="380" creationId="{57B66945-D256-B090-5C02-071335140459}"/>
          </ac:inkMkLst>
        </pc:inkChg>
        <pc:inkChg chg="add del mod">
          <ac:chgData name="Pi, Yalong" userId="c9a3dc08-26f0-490d-b190-2780270c58e1" providerId="ADAL" clId="{5AC52E50-EE96-4559-8C20-EBFED2550501}" dt="2025-04-07T02:24:06.817" v="5462"/>
          <ac:inkMkLst>
            <pc:docMk/>
            <pc:sldMk cId="3418711756" sldId="341"/>
            <ac:inkMk id="381" creationId="{CB7C8E16-9862-B563-124B-1DD3BAAE6C0A}"/>
          </ac:inkMkLst>
        </pc:inkChg>
        <pc:inkChg chg="add del mod">
          <ac:chgData name="Pi, Yalong" userId="c9a3dc08-26f0-490d-b190-2780270c58e1" providerId="ADAL" clId="{5AC52E50-EE96-4559-8C20-EBFED2550501}" dt="2025-04-07T02:24:06.818" v="5463"/>
          <ac:inkMkLst>
            <pc:docMk/>
            <pc:sldMk cId="3418711756" sldId="341"/>
            <ac:inkMk id="382" creationId="{77523129-2A11-7BE9-53B0-4958B82AE88F}"/>
          </ac:inkMkLst>
        </pc:inkChg>
        <pc:inkChg chg="add del mod">
          <ac:chgData name="Pi, Yalong" userId="c9a3dc08-26f0-490d-b190-2780270c58e1" providerId="ADAL" clId="{5AC52E50-EE96-4559-8C20-EBFED2550501}" dt="2025-04-07T02:24:06.818" v="5465"/>
          <ac:inkMkLst>
            <pc:docMk/>
            <pc:sldMk cId="3418711756" sldId="341"/>
            <ac:inkMk id="383" creationId="{8FF3C5FC-61A8-C752-B683-DF2D72C12998}"/>
          </ac:inkMkLst>
        </pc:inkChg>
        <pc:inkChg chg="add del mod">
          <ac:chgData name="Pi, Yalong" userId="c9a3dc08-26f0-490d-b190-2780270c58e1" providerId="ADAL" clId="{5AC52E50-EE96-4559-8C20-EBFED2550501}" dt="2025-04-07T02:24:03.698" v="5449"/>
          <ac:inkMkLst>
            <pc:docMk/>
            <pc:sldMk cId="3418711756" sldId="341"/>
            <ac:inkMk id="386" creationId="{757C985B-0310-7650-0230-3B2A88D4AF9E}"/>
          </ac:inkMkLst>
        </pc:inkChg>
        <pc:inkChg chg="add del mod">
          <ac:chgData name="Pi, Yalong" userId="c9a3dc08-26f0-490d-b190-2780270c58e1" providerId="ADAL" clId="{5AC52E50-EE96-4559-8C20-EBFED2550501}" dt="2025-04-07T02:24:03.699" v="5453"/>
          <ac:inkMkLst>
            <pc:docMk/>
            <pc:sldMk cId="3418711756" sldId="341"/>
            <ac:inkMk id="387" creationId="{C99C4C0C-F26E-9D19-6700-048D3FCC5CEE}"/>
          </ac:inkMkLst>
        </pc:inkChg>
        <pc:inkChg chg="add">
          <ac:chgData name="Pi, Yalong" userId="c9a3dc08-26f0-490d-b190-2780270c58e1" providerId="ADAL" clId="{5AC52E50-EE96-4559-8C20-EBFED2550501}" dt="2025-04-07T02:16:35.284" v="5168" actId="9405"/>
          <ac:inkMkLst>
            <pc:docMk/>
            <pc:sldMk cId="3418711756" sldId="341"/>
            <ac:inkMk id="389" creationId="{5A58968C-A4D0-0283-B13F-61B2A48ADBC4}"/>
          </ac:inkMkLst>
        </pc:inkChg>
        <pc:inkChg chg="add del mod">
          <ac:chgData name="Pi, Yalong" userId="c9a3dc08-26f0-490d-b190-2780270c58e1" providerId="ADAL" clId="{5AC52E50-EE96-4559-8C20-EBFED2550501}" dt="2025-04-07T02:24:26.882" v="5474"/>
          <ac:inkMkLst>
            <pc:docMk/>
            <pc:sldMk cId="3418711756" sldId="341"/>
            <ac:inkMk id="391" creationId="{DF24816B-48C5-501C-F162-CBD3E8B749DC}"/>
          </ac:inkMkLst>
        </pc:inkChg>
        <pc:inkChg chg="add del mod">
          <ac:chgData name="Pi, Yalong" userId="c9a3dc08-26f0-490d-b190-2780270c58e1" providerId="ADAL" clId="{5AC52E50-EE96-4559-8C20-EBFED2550501}" dt="2025-04-07T02:24:26.882" v="5474"/>
          <ac:inkMkLst>
            <pc:docMk/>
            <pc:sldMk cId="3418711756" sldId="341"/>
            <ac:inkMk id="392" creationId="{75089E45-4FB3-7B26-D092-050C6BA63419}"/>
          </ac:inkMkLst>
        </pc:inkChg>
        <pc:inkChg chg="add del mod">
          <ac:chgData name="Pi, Yalong" userId="c9a3dc08-26f0-490d-b190-2780270c58e1" providerId="ADAL" clId="{5AC52E50-EE96-4559-8C20-EBFED2550501}" dt="2025-04-07T02:24:26.882" v="5474"/>
          <ac:inkMkLst>
            <pc:docMk/>
            <pc:sldMk cId="3418711756" sldId="341"/>
            <ac:inkMk id="393" creationId="{7B59E3CF-B550-E8F5-4887-88F7158C56B3}"/>
          </ac:inkMkLst>
        </pc:inkChg>
        <pc:inkChg chg="add del mod">
          <ac:chgData name="Pi, Yalong" userId="c9a3dc08-26f0-490d-b190-2780270c58e1" providerId="ADAL" clId="{5AC52E50-EE96-4559-8C20-EBFED2550501}" dt="2025-04-07T02:24:44.573" v="5481"/>
          <ac:inkMkLst>
            <pc:docMk/>
            <pc:sldMk cId="3418711756" sldId="341"/>
            <ac:inkMk id="395" creationId="{EEA31C73-3210-CD47-24B9-98F2C84AE305}"/>
          </ac:inkMkLst>
        </pc:inkChg>
        <pc:inkChg chg="add del mod">
          <ac:chgData name="Pi, Yalong" userId="c9a3dc08-26f0-490d-b190-2780270c58e1" providerId="ADAL" clId="{5AC52E50-EE96-4559-8C20-EBFED2550501}" dt="2025-04-07T02:24:44.572" v="5478"/>
          <ac:inkMkLst>
            <pc:docMk/>
            <pc:sldMk cId="3418711756" sldId="341"/>
            <ac:inkMk id="396" creationId="{42FE0CF7-EA79-684B-87A6-8580FC9C1237}"/>
          </ac:inkMkLst>
        </pc:inkChg>
        <pc:inkChg chg="add del mod">
          <ac:chgData name="Pi, Yalong" userId="c9a3dc08-26f0-490d-b190-2780270c58e1" providerId="ADAL" clId="{5AC52E50-EE96-4559-8C20-EBFED2550501}" dt="2025-04-07T02:24:44.572" v="5477"/>
          <ac:inkMkLst>
            <pc:docMk/>
            <pc:sldMk cId="3418711756" sldId="341"/>
            <ac:inkMk id="398" creationId="{4C33930C-FE0F-8EAA-76CC-B7687E7DCA37}"/>
          </ac:inkMkLst>
        </pc:inkChg>
        <pc:inkChg chg="add mod">
          <ac:chgData name="Pi, Yalong" userId="c9a3dc08-26f0-490d-b190-2780270c58e1" providerId="ADAL" clId="{5AC52E50-EE96-4559-8C20-EBFED2550501}" dt="2025-04-07T02:25:10.720" v="5489"/>
          <ac:inkMkLst>
            <pc:docMk/>
            <pc:sldMk cId="3418711756" sldId="341"/>
            <ac:inkMk id="401" creationId="{6E0CB30D-7CB0-6F0F-AB04-6B3FD2B32B0E}"/>
          </ac:inkMkLst>
        </pc:inkChg>
        <pc:inkChg chg="add mod">
          <ac:chgData name="Pi, Yalong" userId="c9a3dc08-26f0-490d-b190-2780270c58e1" providerId="ADAL" clId="{5AC52E50-EE96-4559-8C20-EBFED2550501}" dt="2025-04-07T02:25:10.720" v="5489"/>
          <ac:inkMkLst>
            <pc:docMk/>
            <pc:sldMk cId="3418711756" sldId="341"/>
            <ac:inkMk id="402" creationId="{5E22ED92-B34B-EB6A-9A8D-D00ED1157982}"/>
          </ac:inkMkLst>
        </pc:inkChg>
        <pc:inkChg chg="add mod">
          <ac:chgData name="Pi, Yalong" userId="c9a3dc08-26f0-490d-b190-2780270c58e1" providerId="ADAL" clId="{5AC52E50-EE96-4559-8C20-EBFED2550501}" dt="2025-04-07T02:25:10.720" v="5489"/>
          <ac:inkMkLst>
            <pc:docMk/>
            <pc:sldMk cId="3418711756" sldId="341"/>
            <ac:inkMk id="403" creationId="{D5917112-E8AC-EF81-EEB3-AB68E4ECCEDD}"/>
          </ac:inkMkLst>
        </pc:inkChg>
        <pc:inkChg chg="add del mod">
          <ac:chgData name="Pi, Yalong" userId="c9a3dc08-26f0-490d-b190-2780270c58e1" providerId="ADAL" clId="{5AC52E50-EE96-4559-8C20-EBFED2550501}" dt="2025-04-07T02:25:26.547" v="5507"/>
          <ac:inkMkLst>
            <pc:docMk/>
            <pc:sldMk cId="3418711756" sldId="341"/>
            <ac:inkMk id="405" creationId="{7B90B4E3-19C8-2A95-8615-A4031AD00830}"/>
          </ac:inkMkLst>
        </pc:inkChg>
        <pc:inkChg chg="add del mod">
          <ac:chgData name="Pi, Yalong" userId="c9a3dc08-26f0-490d-b190-2780270c58e1" providerId="ADAL" clId="{5AC52E50-EE96-4559-8C20-EBFED2550501}" dt="2025-04-07T02:25:26.547" v="5510"/>
          <ac:inkMkLst>
            <pc:docMk/>
            <pc:sldMk cId="3418711756" sldId="341"/>
            <ac:inkMk id="406" creationId="{766A1F0E-5539-42EF-3506-43F7F7AE4019}"/>
          </ac:inkMkLst>
        </pc:inkChg>
        <pc:inkChg chg="add del mod">
          <ac:chgData name="Pi, Yalong" userId="c9a3dc08-26f0-490d-b190-2780270c58e1" providerId="ADAL" clId="{5AC52E50-EE96-4559-8C20-EBFED2550501}" dt="2025-04-07T02:25:26.547" v="5508"/>
          <ac:inkMkLst>
            <pc:docMk/>
            <pc:sldMk cId="3418711756" sldId="341"/>
            <ac:inkMk id="407" creationId="{472776E8-AEF5-3A02-E975-B06C1D40BD43}"/>
          </ac:inkMkLst>
        </pc:inkChg>
        <pc:inkChg chg="add del mod">
          <ac:chgData name="Pi, Yalong" userId="c9a3dc08-26f0-490d-b190-2780270c58e1" providerId="ADAL" clId="{5AC52E50-EE96-4559-8C20-EBFED2550501}" dt="2025-04-07T02:25:26.547" v="5509"/>
          <ac:inkMkLst>
            <pc:docMk/>
            <pc:sldMk cId="3418711756" sldId="341"/>
            <ac:inkMk id="409" creationId="{8C4AD637-1407-630D-0200-83192D99D625}"/>
          </ac:inkMkLst>
        </pc:inkChg>
        <pc:inkChg chg="add mod">
          <ac:chgData name="Pi, Yalong" userId="c9a3dc08-26f0-490d-b190-2780270c58e1" providerId="ADAL" clId="{5AC52E50-EE96-4559-8C20-EBFED2550501}" dt="2025-04-07T02:25:25.301" v="5506"/>
          <ac:inkMkLst>
            <pc:docMk/>
            <pc:sldMk cId="3418711756" sldId="341"/>
            <ac:inkMk id="411" creationId="{21E37DFE-B928-4FC3-69B6-87461026E259}"/>
          </ac:inkMkLst>
        </pc:inkChg>
        <pc:inkChg chg="add del mod">
          <ac:chgData name="Pi, Yalong" userId="c9a3dc08-26f0-490d-b190-2780270c58e1" providerId="ADAL" clId="{5AC52E50-EE96-4559-8C20-EBFED2550501}" dt="2025-04-07T02:25:25.301" v="5506"/>
          <ac:inkMkLst>
            <pc:docMk/>
            <pc:sldMk cId="3418711756" sldId="341"/>
            <ac:inkMk id="412" creationId="{B5DC9F04-450A-5692-E612-856123EFB14A}"/>
          </ac:inkMkLst>
        </pc:inkChg>
        <pc:inkChg chg="add del mod">
          <ac:chgData name="Pi, Yalong" userId="c9a3dc08-26f0-490d-b190-2780270c58e1" providerId="ADAL" clId="{5AC52E50-EE96-4559-8C20-EBFED2550501}" dt="2025-04-07T02:25:25.300" v="5504"/>
          <ac:inkMkLst>
            <pc:docMk/>
            <pc:sldMk cId="3418711756" sldId="341"/>
            <ac:inkMk id="413" creationId="{5FF7ABDA-B06A-F27D-920D-B8E1D9C64245}"/>
          </ac:inkMkLst>
        </pc:inkChg>
        <pc:inkChg chg="add del mod">
          <ac:chgData name="Pi, Yalong" userId="c9a3dc08-26f0-490d-b190-2780270c58e1" providerId="ADAL" clId="{5AC52E50-EE96-4559-8C20-EBFED2550501}" dt="2025-04-07T02:25:25.300" v="5505"/>
          <ac:inkMkLst>
            <pc:docMk/>
            <pc:sldMk cId="3418711756" sldId="341"/>
            <ac:inkMk id="414" creationId="{7182DD4F-88A1-E9BE-939A-69CF2698099E}"/>
          </ac:inkMkLst>
        </pc:inkChg>
        <pc:inkChg chg="add mod">
          <ac:chgData name="Pi, Yalong" userId="c9a3dc08-26f0-490d-b190-2780270c58e1" providerId="ADAL" clId="{5AC52E50-EE96-4559-8C20-EBFED2550501}" dt="2025-04-07T02:25:30.419" v="5517"/>
          <ac:inkMkLst>
            <pc:docMk/>
            <pc:sldMk cId="3418711756" sldId="341"/>
            <ac:inkMk id="416" creationId="{D2BEF0FE-CCCD-5179-3464-F31675BBFF24}"/>
          </ac:inkMkLst>
        </pc:inkChg>
        <pc:inkChg chg="add mod">
          <ac:chgData name="Pi, Yalong" userId="c9a3dc08-26f0-490d-b190-2780270c58e1" providerId="ADAL" clId="{5AC52E50-EE96-4559-8C20-EBFED2550501}" dt="2025-04-07T02:25:30.419" v="5517"/>
          <ac:inkMkLst>
            <pc:docMk/>
            <pc:sldMk cId="3418711756" sldId="341"/>
            <ac:inkMk id="417" creationId="{BA58F8A9-8E11-CB27-A558-C3062DF0F6C1}"/>
          </ac:inkMkLst>
        </pc:inkChg>
        <pc:inkChg chg="add mod">
          <ac:chgData name="Pi, Yalong" userId="c9a3dc08-26f0-490d-b190-2780270c58e1" providerId="ADAL" clId="{5AC52E50-EE96-4559-8C20-EBFED2550501}" dt="2025-04-07T02:25:30.419" v="5517"/>
          <ac:inkMkLst>
            <pc:docMk/>
            <pc:sldMk cId="3418711756" sldId="341"/>
            <ac:inkMk id="418" creationId="{2F0C4BC8-6782-6A4A-DB4D-B567F2393BF8}"/>
          </ac:inkMkLst>
        </pc:inkChg>
        <pc:inkChg chg="add mod">
          <ac:chgData name="Pi, Yalong" userId="c9a3dc08-26f0-490d-b190-2780270c58e1" providerId="ADAL" clId="{5AC52E50-EE96-4559-8C20-EBFED2550501}" dt="2025-04-07T02:25:30.419" v="5517"/>
          <ac:inkMkLst>
            <pc:docMk/>
            <pc:sldMk cId="3418711756" sldId="341"/>
            <ac:inkMk id="419" creationId="{225C48D1-ED55-32EF-79B2-0899C0BB04C9}"/>
          </ac:inkMkLst>
        </pc:inkChg>
        <pc:inkChg chg="add mod">
          <ac:chgData name="Pi, Yalong" userId="c9a3dc08-26f0-490d-b190-2780270c58e1" providerId="ADAL" clId="{5AC52E50-EE96-4559-8C20-EBFED2550501}" dt="2025-04-07T02:25:30.419" v="5517"/>
          <ac:inkMkLst>
            <pc:docMk/>
            <pc:sldMk cId="3418711756" sldId="341"/>
            <ac:inkMk id="420" creationId="{1F162F2C-3E20-B898-04E1-5AFE9FB9E4B4}"/>
          </ac:inkMkLst>
        </pc:inkChg>
        <pc:inkChg chg="add mod">
          <ac:chgData name="Pi, Yalong" userId="c9a3dc08-26f0-490d-b190-2780270c58e1" providerId="ADAL" clId="{5AC52E50-EE96-4559-8C20-EBFED2550501}" dt="2025-04-07T02:25:30.419" v="5517"/>
          <ac:inkMkLst>
            <pc:docMk/>
            <pc:sldMk cId="3418711756" sldId="341"/>
            <ac:inkMk id="421" creationId="{6177B034-1BF2-4853-9561-B4726CCBDCC6}"/>
          </ac:inkMkLst>
        </pc:inkChg>
        <pc:inkChg chg="add">
          <ac:chgData name="Pi, Yalong" userId="c9a3dc08-26f0-490d-b190-2780270c58e1" providerId="ADAL" clId="{5AC52E50-EE96-4559-8C20-EBFED2550501}" dt="2025-04-07T02:25:37.372" v="5518" actId="9405"/>
          <ac:inkMkLst>
            <pc:docMk/>
            <pc:sldMk cId="3418711756" sldId="341"/>
            <ac:inkMk id="424" creationId="{DBA3251B-FE6F-297E-E616-32C4C436C13E}"/>
          </ac:inkMkLst>
        </pc:inkChg>
        <pc:inkChg chg="add mod">
          <ac:chgData name="Pi, Yalong" userId="c9a3dc08-26f0-490d-b190-2780270c58e1" providerId="ADAL" clId="{5AC52E50-EE96-4559-8C20-EBFED2550501}" dt="2025-04-07T02:26:59.155" v="5544"/>
          <ac:inkMkLst>
            <pc:docMk/>
            <pc:sldMk cId="3418711756" sldId="341"/>
            <ac:inkMk id="425" creationId="{E334A3C0-FFA9-43F5-5054-A471755E4025}"/>
          </ac:inkMkLst>
        </pc:inkChg>
        <pc:inkChg chg="add mod">
          <ac:chgData name="Pi, Yalong" userId="c9a3dc08-26f0-490d-b190-2780270c58e1" providerId="ADAL" clId="{5AC52E50-EE96-4559-8C20-EBFED2550501}" dt="2025-04-07T02:26:59.155" v="5544"/>
          <ac:inkMkLst>
            <pc:docMk/>
            <pc:sldMk cId="3418711756" sldId="341"/>
            <ac:inkMk id="426" creationId="{1CFF58FF-44A0-F76A-5590-FA6B76E3F73A}"/>
          </ac:inkMkLst>
        </pc:inkChg>
        <pc:inkChg chg="add mod">
          <ac:chgData name="Pi, Yalong" userId="c9a3dc08-26f0-490d-b190-2780270c58e1" providerId="ADAL" clId="{5AC52E50-EE96-4559-8C20-EBFED2550501}" dt="2025-04-07T02:25:51.633" v="5522"/>
          <ac:inkMkLst>
            <pc:docMk/>
            <pc:sldMk cId="3418711756" sldId="341"/>
            <ac:inkMk id="427" creationId="{26A1770E-756E-1388-B737-1BA83B0A9A5C}"/>
          </ac:inkMkLst>
        </pc:inkChg>
        <pc:inkChg chg="add">
          <ac:chgData name="Pi, Yalong" userId="c9a3dc08-26f0-490d-b190-2780270c58e1" providerId="ADAL" clId="{5AC52E50-EE96-4559-8C20-EBFED2550501}" dt="2025-04-07T02:25:52.861" v="5523" actId="9405"/>
          <ac:inkMkLst>
            <pc:docMk/>
            <pc:sldMk cId="3418711756" sldId="341"/>
            <ac:inkMk id="429" creationId="{FF358AAA-E45D-7B27-0591-2B398F801B7A}"/>
          </ac:inkMkLst>
        </pc:inkChg>
        <pc:inkChg chg="add">
          <ac:chgData name="Pi, Yalong" userId="c9a3dc08-26f0-490d-b190-2780270c58e1" providerId="ADAL" clId="{5AC52E50-EE96-4559-8C20-EBFED2550501}" dt="2025-04-07T02:25:53.327" v="5524" actId="9405"/>
          <ac:inkMkLst>
            <pc:docMk/>
            <pc:sldMk cId="3418711756" sldId="341"/>
            <ac:inkMk id="430" creationId="{6D337233-759D-D0CC-DAF2-F26DAA72CAC9}"/>
          </ac:inkMkLst>
        </pc:inkChg>
        <pc:inkChg chg="add mod">
          <ac:chgData name="Pi, Yalong" userId="c9a3dc08-26f0-490d-b190-2780270c58e1" providerId="ADAL" clId="{5AC52E50-EE96-4559-8C20-EBFED2550501}" dt="2025-04-07T02:25:56.826" v="5532"/>
          <ac:inkMkLst>
            <pc:docMk/>
            <pc:sldMk cId="3418711756" sldId="341"/>
            <ac:inkMk id="431" creationId="{CF5AAF84-3A7E-1F0D-B82B-C18664636393}"/>
          </ac:inkMkLst>
        </pc:inkChg>
        <pc:inkChg chg="add mod">
          <ac:chgData name="Pi, Yalong" userId="c9a3dc08-26f0-490d-b190-2780270c58e1" providerId="ADAL" clId="{5AC52E50-EE96-4559-8C20-EBFED2550501}" dt="2025-04-07T02:26:59.155" v="5544"/>
          <ac:inkMkLst>
            <pc:docMk/>
            <pc:sldMk cId="3418711756" sldId="341"/>
            <ac:inkMk id="432" creationId="{343A470A-8098-5974-35A8-84E3BE77FD7D}"/>
          </ac:inkMkLst>
        </pc:inkChg>
        <pc:inkChg chg="add mod">
          <ac:chgData name="Pi, Yalong" userId="c9a3dc08-26f0-490d-b190-2780270c58e1" providerId="ADAL" clId="{5AC52E50-EE96-4559-8C20-EBFED2550501}" dt="2025-04-07T02:26:59.155" v="5544"/>
          <ac:inkMkLst>
            <pc:docMk/>
            <pc:sldMk cId="3418711756" sldId="341"/>
            <ac:inkMk id="433" creationId="{86ED29B2-C5C3-824B-7B9C-BB1BCA1F10AC}"/>
          </ac:inkMkLst>
        </pc:inkChg>
        <pc:inkChg chg="add">
          <ac:chgData name="Pi, Yalong" userId="c9a3dc08-26f0-490d-b190-2780270c58e1" providerId="ADAL" clId="{5AC52E50-EE96-4559-8C20-EBFED2550501}" dt="2025-04-07T02:25:54.944" v="5528" actId="9405"/>
          <ac:inkMkLst>
            <pc:docMk/>
            <pc:sldMk cId="3418711756" sldId="341"/>
            <ac:inkMk id="434" creationId="{5F0294BA-A52B-4C95-3F87-55B3F2BECB81}"/>
          </ac:inkMkLst>
        </pc:inkChg>
        <pc:inkChg chg="add mod">
          <ac:chgData name="Pi, Yalong" userId="c9a3dc08-26f0-490d-b190-2780270c58e1" providerId="ADAL" clId="{5AC52E50-EE96-4559-8C20-EBFED2550501}" dt="2025-04-07T02:26:59.155" v="5544"/>
          <ac:inkMkLst>
            <pc:docMk/>
            <pc:sldMk cId="3418711756" sldId="341"/>
            <ac:inkMk id="435" creationId="{08BAA33C-7D0B-842E-0441-6A3297B7A774}"/>
          </ac:inkMkLst>
        </pc:inkChg>
        <pc:inkChg chg="add mod">
          <ac:chgData name="Pi, Yalong" userId="c9a3dc08-26f0-490d-b190-2780270c58e1" providerId="ADAL" clId="{5AC52E50-EE96-4559-8C20-EBFED2550501}" dt="2025-04-07T02:26:59.155" v="5544"/>
          <ac:inkMkLst>
            <pc:docMk/>
            <pc:sldMk cId="3418711756" sldId="341"/>
            <ac:inkMk id="436" creationId="{38663D39-13DD-7E6D-7092-F7ABF64C6399}"/>
          </ac:inkMkLst>
        </pc:inkChg>
        <pc:inkChg chg="add mod">
          <ac:chgData name="Pi, Yalong" userId="c9a3dc08-26f0-490d-b190-2780270c58e1" providerId="ADAL" clId="{5AC52E50-EE96-4559-8C20-EBFED2550501}" dt="2025-04-07T02:26:59.155" v="5544"/>
          <ac:inkMkLst>
            <pc:docMk/>
            <pc:sldMk cId="3418711756" sldId="341"/>
            <ac:inkMk id="437" creationId="{EF4C082E-3A09-334A-FE2B-A243FDCBF343}"/>
          </ac:inkMkLst>
        </pc:inkChg>
        <pc:inkChg chg="add">
          <ac:chgData name="Pi, Yalong" userId="c9a3dc08-26f0-490d-b190-2780270c58e1" providerId="ADAL" clId="{5AC52E50-EE96-4559-8C20-EBFED2550501}" dt="2025-04-07T02:26:21.396" v="5534" actId="9405"/>
          <ac:inkMkLst>
            <pc:docMk/>
            <pc:sldMk cId="3418711756" sldId="341"/>
            <ac:inkMk id="439" creationId="{7F1F08A8-081D-2232-AE25-D48FE5317A6A}"/>
          </ac:inkMkLst>
        </pc:inkChg>
        <pc:inkChg chg="add mod">
          <ac:chgData name="Pi, Yalong" userId="c9a3dc08-26f0-490d-b190-2780270c58e1" providerId="ADAL" clId="{5AC52E50-EE96-4559-8C20-EBFED2550501}" dt="2025-04-07T02:26:31.105" v="5538"/>
          <ac:inkMkLst>
            <pc:docMk/>
            <pc:sldMk cId="3418711756" sldId="341"/>
            <ac:inkMk id="440" creationId="{A3DEC0D8-0EE9-B283-B346-5439C112D254}"/>
          </ac:inkMkLst>
        </pc:inkChg>
        <pc:inkChg chg="add mod">
          <ac:chgData name="Pi, Yalong" userId="c9a3dc08-26f0-490d-b190-2780270c58e1" providerId="ADAL" clId="{5AC52E50-EE96-4559-8C20-EBFED2550501}" dt="2025-04-07T02:26:31.105" v="5538"/>
          <ac:inkMkLst>
            <pc:docMk/>
            <pc:sldMk cId="3418711756" sldId="341"/>
            <ac:inkMk id="441" creationId="{75ECD1D4-6557-06AE-AAAB-3A03EA676887}"/>
          </ac:inkMkLst>
        </pc:inkChg>
        <pc:inkChg chg="add mod">
          <ac:chgData name="Pi, Yalong" userId="c9a3dc08-26f0-490d-b190-2780270c58e1" providerId="ADAL" clId="{5AC52E50-EE96-4559-8C20-EBFED2550501}" dt="2025-04-07T02:26:31.105" v="5538"/>
          <ac:inkMkLst>
            <pc:docMk/>
            <pc:sldMk cId="3418711756" sldId="341"/>
            <ac:inkMk id="442" creationId="{1094CC30-531B-1EF3-4222-298509DE5F12}"/>
          </ac:inkMkLst>
        </pc:inkChg>
        <pc:inkChg chg="add mod">
          <ac:chgData name="Pi, Yalong" userId="c9a3dc08-26f0-490d-b190-2780270c58e1" providerId="ADAL" clId="{5AC52E50-EE96-4559-8C20-EBFED2550501}" dt="2025-04-07T02:27:01.591" v="5547"/>
          <ac:inkMkLst>
            <pc:docMk/>
            <pc:sldMk cId="3418711756" sldId="341"/>
            <ac:inkMk id="444" creationId="{A41B279F-6FE6-25C5-6EEB-01A33D6A3D14}"/>
          </ac:inkMkLst>
        </pc:inkChg>
        <pc:inkChg chg="add mod">
          <ac:chgData name="Pi, Yalong" userId="c9a3dc08-26f0-490d-b190-2780270c58e1" providerId="ADAL" clId="{5AC52E50-EE96-4559-8C20-EBFED2550501}" dt="2025-04-07T02:27:01.591" v="5547"/>
          <ac:inkMkLst>
            <pc:docMk/>
            <pc:sldMk cId="3418711756" sldId="341"/>
            <ac:inkMk id="445" creationId="{D6DE6937-88C8-3C1B-AA7B-947CED035D9E}"/>
          </ac:inkMkLst>
        </pc:inkChg>
        <pc:inkChg chg="add mod">
          <ac:chgData name="Pi, Yalong" userId="c9a3dc08-26f0-490d-b190-2780270c58e1" providerId="ADAL" clId="{5AC52E50-EE96-4559-8C20-EBFED2550501}" dt="2025-04-07T02:27:01.591" v="5547"/>
          <ac:inkMkLst>
            <pc:docMk/>
            <pc:sldMk cId="3418711756" sldId="341"/>
            <ac:inkMk id="447" creationId="{6797F6B2-C673-539A-96F8-8A61B350CF32}"/>
          </ac:inkMkLst>
        </pc:inkChg>
        <pc:inkChg chg="add mod">
          <ac:chgData name="Pi, Yalong" userId="c9a3dc08-26f0-490d-b190-2780270c58e1" providerId="ADAL" clId="{5AC52E50-EE96-4559-8C20-EBFED2550501}" dt="2025-04-07T02:27:01.591" v="5547"/>
          <ac:inkMkLst>
            <pc:docMk/>
            <pc:sldMk cId="3418711756" sldId="341"/>
            <ac:inkMk id="448" creationId="{262131E4-008C-9C97-8FDA-0F3EBD1EF1F5}"/>
          </ac:inkMkLst>
        </pc:inkChg>
        <pc:inkChg chg="add mod">
          <ac:chgData name="Pi, Yalong" userId="c9a3dc08-26f0-490d-b190-2780270c58e1" providerId="ADAL" clId="{5AC52E50-EE96-4559-8C20-EBFED2550501}" dt="2025-04-07T02:27:01.591" v="5547"/>
          <ac:inkMkLst>
            <pc:docMk/>
            <pc:sldMk cId="3418711756" sldId="341"/>
            <ac:inkMk id="450" creationId="{FF3CFABF-D12E-057C-9557-FE0BCE1E2355}"/>
          </ac:inkMkLst>
        </pc:inkChg>
        <pc:inkChg chg="add mod">
          <ac:chgData name="Pi, Yalong" userId="c9a3dc08-26f0-490d-b190-2780270c58e1" providerId="ADAL" clId="{5AC52E50-EE96-4559-8C20-EBFED2550501}" dt="2025-04-07T02:27:01.591" v="5547"/>
          <ac:inkMkLst>
            <pc:docMk/>
            <pc:sldMk cId="3418711756" sldId="341"/>
            <ac:inkMk id="451" creationId="{946FF7A0-6086-3EAF-E823-71D021283BD8}"/>
          </ac:inkMkLst>
        </pc:inkChg>
        <pc:inkChg chg="add mod">
          <ac:chgData name="Pi, Yalong" userId="c9a3dc08-26f0-490d-b190-2780270c58e1" providerId="ADAL" clId="{5AC52E50-EE96-4559-8C20-EBFED2550501}" dt="2025-04-07T02:27:11.588" v="5554"/>
          <ac:inkMkLst>
            <pc:docMk/>
            <pc:sldMk cId="3418711756" sldId="341"/>
            <ac:inkMk id="453" creationId="{5E457F48-2176-B9BD-60CE-271350788A30}"/>
          </ac:inkMkLst>
        </pc:inkChg>
        <pc:inkChg chg="add mod">
          <ac:chgData name="Pi, Yalong" userId="c9a3dc08-26f0-490d-b190-2780270c58e1" providerId="ADAL" clId="{5AC52E50-EE96-4559-8C20-EBFED2550501}" dt="2025-04-07T02:27:11.588" v="5554"/>
          <ac:inkMkLst>
            <pc:docMk/>
            <pc:sldMk cId="3418711756" sldId="341"/>
            <ac:inkMk id="454" creationId="{162A9085-8A23-97C0-DD94-52EF31CA04AD}"/>
          </ac:inkMkLst>
        </pc:inkChg>
        <pc:inkChg chg="add mod">
          <ac:chgData name="Pi, Yalong" userId="c9a3dc08-26f0-490d-b190-2780270c58e1" providerId="ADAL" clId="{5AC52E50-EE96-4559-8C20-EBFED2550501}" dt="2025-04-07T02:27:11.588" v="5554"/>
          <ac:inkMkLst>
            <pc:docMk/>
            <pc:sldMk cId="3418711756" sldId="341"/>
            <ac:inkMk id="455" creationId="{0A363B66-1E5C-487D-66E5-0C9105E04E10}"/>
          </ac:inkMkLst>
        </pc:inkChg>
        <pc:inkChg chg="add mod">
          <ac:chgData name="Pi, Yalong" userId="c9a3dc08-26f0-490d-b190-2780270c58e1" providerId="ADAL" clId="{5AC52E50-EE96-4559-8C20-EBFED2550501}" dt="2025-04-07T02:27:11.588" v="5554"/>
          <ac:inkMkLst>
            <pc:docMk/>
            <pc:sldMk cId="3418711756" sldId="341"/>
            <ac:inkMk id="456" creationId="{48B30360-B8FF-8977-6660-63024CCDEA63}"/>
          </ac:inkMkLst>
        </pc:inkChg>
        <pc:inkChg chg="add mod">
          <ac:chgData name="Pi, Yalong" userId="c9a3dc08-26f0-490d-b190-2780270c58e1" providerId="ADAL" clId="{5AC52E50-EE96-4559-8C20-EBFED2550501}" dt="2025-04-07T02:27:11.588" v="5554"/>
          <ac:inkMkLst>
            <pc:docMk/>
            <pc:sldMk cId="3418711756" sldId="341"/>
            <ac:inkMk id="457" creationId="{9C273E8B-F407-9BA7-F45B-BD73D0C3B483}"/>
          </ac:inkMkLst>
        </pc:inkChg>
        <pc:inkChg chg="add mod">
          <ac:chgData name="Pi, Yalong" userId="c9a3dc08-26f0-490d-b190-2780270c58e1" providerId="ADAL" clId="{5AC52E50-EE96-4559-8C20-EBFED2550501}" dt="2025-04-07T02:27:11.588" v="5554"/>
          <ac:inkMkLst>
            <pc:docMk/>
            <pc:sldMk cId="3418711756" sldId="341"/>
            <ac:inkMk id="458" creationId="{FFF92425-563C-7EFB-BDC7-0B8C46803C91}"/>
          </ac:inkMkLst>
        </pc:inkChg>
        <pc:inkChg chg="add">
          <ac:chgData name="Pi, Yalong" userId="c9a3dc08-26f0-490d-b190-2780270c58e1" providerId="ADAL" clId="{5AC52E50-EE96-4559-8C20-EBFED2550501}" dt="2025-04-07T02:27:13.483" v="5555" actId="9405"/>
          <ac:inkMkLst>
            <pc:docMk/>
            <pc:sldMk cId="3418711756" sldId="341"/>
            <ac:inkMk id="460" creationId="{9596760A-5516-2E50-C6FA-E89B63FCEED2}"/>
          </ac:inkMkLst>
        </pc:inkChg>
        <pc:inkChg chg="add">
          <ac:chgData name="Pi, Yalong" userId="c9a3dc08-26f0-490d-b190-2780270c58e1" providerId="ADAL" clId="{5AC52E50-EE96-4559-8C20-EBFED2550501}" dt="2025-04-07T02:27:17.464" v="5556" actId="9405"/>
          <ac:inkMkLst>
            <pc:docMk/>
            <pc:sldMk cId="3418711756" sldId="341"/>
            <ac:inkMk id="461" creationId="{9A7C076B-88CA-0C61-7041-7CF6FFE7C229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62" creationId="{C25A600C-01AA-0893-7097-D485549E7B85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63" creationId="{5A18D4B6-28F7-4376-EDAD-75AD4C2E5E60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64" creationId="{041AA7F8-64E4-FB6A-5375-278123430098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65" creationId="{4986BFD4-B3C4-A4EE-6D99-1F0928A36081}"/>
          </ac:inkMkLst>
        </pc:inkChg>
        <pc:inkChg chg="add">
          <ac:chgData name="Pi, Yalong" userId="c9a3dc08-26f0-490d-b190-2780270c58e1" providerId="ADAL" clId="{5AC52E50-EE96-4559-8C20-EBFED2550501}" dt="2025-04-07T02:27:21.366" v="5561" actId="9405"/>
          <ac:inkMkLst>
            <pc:docMk/>
            <pc:sldMk cId="3418711756" sldId="341"/>
            <ac:inkMk id="466" creationId="{29BD0B0C-3883-83D7-809F-C6DB504DE0FB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67" creationId="{205E390C-5317-8D97-806D-362F258A905B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68" creationId="{5D852000-7833-789B-EB59-2DD41CF3D9DC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69" creationId="{7713A3C7-4C11-114D-4348-0BFA4777809B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70" creationId="{9F599FC4-DE1A-F6FF-377A-310D5A1557B3}"/>
          </ac:inkMkLst>
        </pc:inkChg>
        <pc:inkChg chg="add">
          <ac:chgData name="Pi, Yalong" userId="c9a3dc08-26f0-490d-b190-2780270c58e1" providerId="ADAL" clId="{5AC52E50-EE96-4559-8C20-EBFED2550501}" dt="2025-04-07T02:27:23.330" v="5566" actId="9405"/>
          <ac:inkMkLst>
            <pc:docMk/>
            <pc:sldMk cId="3418711756" sldId="341"/>
            <ac:inkMk id="471" creationId="{D4EB0B87-3EB3-2873-3C4B-51CD3D2234E1}"/>
          </ac:inkMkLst>
        </pc:inkChg>
        <pc:inkChg chg="add">
          <ac:chgData name="Pi, Yalong" userId="c9a3dc08-26f0-490d-b190-2780270c58e1" providerId="ADAL" clId="{5AC52E50-EE96-4559-8C20-EBFED2550501}" dt="2025-04-07T02:27:24.075" v="5567" actId="9405"/>
          <ac:inkMkLst>
            <pc:docMk/>
            <pc:sldMk cId="3418711756" sldId="341"/>
            <ac:inkMk id="472" creationId="{5540283D-51C5-AB08-66C3-900F4CAB0BA3}"/>
          </ac:inkMkLst>
        </pc:inkChg>
        <pc:inkChg chg="add">
          <ac:chgData name="Pi, Yalong" userId="c9a3dc08-26f0-490d-b190-2780270c58e1" providerId="ADAL" clId="{5AC52E50-EE96-4559-8C20-EBFED2550501}" dt="2025-04-07T02:27:24.806" v="5568" actId="9405"/>
          <ac:inkMkLst>
            <pc:docMk/>
            <pc:sldMk cId="3418711756" sldId="341"/>
            <ac:inkMk id="473" creationId="{30EBCB4C-AA79-199E-7C73-20C1DC93299C}"/>
          </ac:inkMkLst>
        </pc:inkChg>
        <pc:inkChg chg="add">
          <ac:chgData name="Pi, Yalong" userId="c9a3dc08-26f0-490d-b190-2780270c58e1" providerId="ADAL" clId="{5AC52E50-EE96-4559-8C20-EBFED2550501}" dt="2025-04-07T02:27:25.921" v="5569" actId="9405"/>
          <ac:inkMkLst>
            <pc:docMk/>
            <pc:sldMk cId="3418711756" sldId="341"/>
            <ac:inkMk id="474" creationId="{4F725A44-B2A8-BA4E-7FC9-59E9B5E95849}"/>
          </ac:inkMkLst>
        </pc:inkChg>
        <pc:inkChg chg="add">
          <ac:chgData name="Pi, Yalong" userId="c9a3dc08-26f0-490d-b190-2780270c58e1" providerId="ADAL" clId="{5AC52E50-EE96-4559-8C20-EBFED2550501}" dt="2025-04-07T02:27:27.234" v="5570" actId="9405"/>
          <ac:inkMkLst>
            <pc:docMk/>
            <pc:sldMk cId="3418711756" sldId="341"/>
            <ac:inkMk id="475" creationId="{3F8D89C2-6393-5BBB-6A6C-3C67624E8D36}"/>
          </ac:inkMkLst>
        </pc:inkChg>
        <pc:inkChg chg="add mod">
          <ac:chgData name="Pi, Yalong" userId="c9a3dc08-26f0-490d-b190-2780270c58e1" providerId="ADAL" clId="{5AC52E50-EE96-4559-8C20-EBFED2550501}" dt="2025-04-07T02:27:28.419" v="5572"/>
          <ac:inkMkLst>
            <pc:docMk/>
            <pc:sldMk cId="3418711756" sldId="341"/>
            <ac:inkMk id="476" creationId="{862603ED-3189-46A0-343D-BB7F600CAEB2}"/>
          </ac:inkMkLst>
        </pc:inkChg>
        <pc:cxnChg chg="mod">
          <ac:chgData name="Pi, Yalong" userId="c9a3dc08-26f0-490d-b190-2780270c58e1" providerId="ADAL" clId="{5AC52E50-EE96-4559-8C20-EBFED2550501}" dt="2025-04-07T02:06:32.190" v="4779"/>
          <ac:cxnSpMkLst>
            <pc:docMk/>
            <pc:sldMk cId="3418711756" sldId="341"/>
            <ac:cxnSpMk id="143" creationId="{26AD536C-0E88-C39B-43CD-EFECAD491ED5}"/>
          </ac:cxnSpMkLst>
        </pc:cxnChg>
      </pc:sldChg>
      <pc:sldChg chg="addSp delSp modSp new mod">
        <pc:chgData name="Pi, Yalong" userId="c9a3dc08-26f0-490d-b190-2780270c58e1" providerId="ADAL" clId="{5AC52E50-EE96-4559-8C20-EBFED2550501}" dt="2025-04-07T02:28:45.485" v="5631"/>
        <pc:sldMkLst>
          <pc:docMk/>
          <pc:sldMk cId="2192516234" sldId="342"/>
        </pc:sldMkLst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15" creationId="{5811B48F-23D6-6B0B-7555-1553FE75DF87}"/>
          </ac:spMkLst>
        </pc:spChg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16" creationId="{B5657F10-86DD-8DE2-BEEB-38D2399935D2}"/>
          </ac:spMkLst>
        </pc:spChg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19" creationId="{CF9BF1BF-9DBC-D9E1-73DF-A45D980908BD}"/>
          </ac:spMkLst>
        </pc:spChg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20" creationId="{B54BBD6D-0BE1-CB68-D639-FA73740E96F4}"/>
          </ac:spMkLst>
        </pc:spChg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23" creationId="{A2D71470-3675-73D0-2E1F-0E3A8FA115EB}"/>
          </ac:spMkLst>
        </pc:spChg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24" creationId="{C630426D-BEF2-40C5-55DE-F2ECE2245EA7}"/>
          </ac:spMkLst>
        </pc:spChg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25" creationId="{80480C97-FADE-38EF-13EB-6899BED834E8}"/>
          </ac:spMkLst>
        </pc:spChg>
        <pc:spChg chg="mod">
          <ac:chgData name="Pi, Yalong" userId="c9a3dc08-26f0-490d-b190-2780270c58e1" providerId="ADAL" clId="{5AC52E50-EE96-4559-8C20-EBFED2550501}" dt="2025-04-07T02:21:21.543" v="5421"/>
          <ac:spMkLst>
            <pc:docMk/>
            <pc:sldMk cId="2192516234" sldId="342"/>
            <ac:spMk id="226" creationId="{DB0DB677-2756-0BAB-9382-F5014CB7E407}"/>
          </ac:spMkLst>
        </pc:spChg>
        <pc:grpChg chg="del mod">
          <ac:chgData name="Pi, Yalong" userId="c9a3dc08-26f0-490d-b190-2780270c58e1" providerId="ADAL" clId="{5AC52E50-EE96-4559-8C20-EBFED2550501}" dt="2025-04-07T02:17:03.574" v="5181"/>
          <ac:grpSpMkLst>
            <pc:docMk/>
            <pc:sldMk cId="2192516234" sldId="342"/>
            <ac:grpSpMk id="5" creationId="{CE9B7395-A141-46EC-CCC6-2C06F4BB0C0C}"/>
          </ac:grpSpMkLst>
        </pc:grpChg>
        <pc:grpChg chg="del mod">
          <ac:chgData name="Pi, Yalong" userId="c9a3dc08-26f0-490d-b190-2780270c58e1" providerId="ADAL" clId="{5AC52E50-EE96-4559-8C20-EBFED2550501}" dt="2025-04-07T02:17:03.574" v="5181"/>
          <ac:grpSpMkLst>
            <pc:docMk/>
            <pc:sldMk cId="2192516234" sldId="342"/>
            <ac:grpSpMk id="12" creationId="{99CE5B60-C509-FC8F-64C5-75A53D238D6F}"/>
          </ac:grpSpMkLst>
        </pc:grpChg>
        <pc:grpChg chg="del mod">
          <ac:chgData name="Pi, Yalong" userId="c9a3dc08-26f0-490d-b190-2780270c58e1" providerId="ADAL" clId="{5AC52E50-EE96-4559-8C20-EBFED2550501}" dt="2025-04-07T02:17:06.406" v="5185"/>
          <ac:grpSpMkLst>
            <pc:docMk/>
            <pc:sldMk cId="2192516234" sldId="342"/>
            <ac:grpSpMk id="13" creationId="{F7566ED6-5285-585D-0399-E07773F3BFBE}"/>
          </ac:grpSpMkLst>
        </pc:grpChg>
        <pc:grpChg chg="del mod">
          <ac:chgData name="Pi, Yalong" userId="c9a3dc08-26f0-490d-b190-2780270c58e1" providerId="ADAL" clId="{5AC52E50-EE96-4559-8C20-EBFED2550501}" dt="2025-04-07T02:17:11.224" v="5192"/>
          <ac:grpSpMkLst>
            <pc:docMk/>
            <pc:sldMk cId="2192516234" sldId="342"/>
            <ac:grpSpMk id="17" creationId="{A77045D1-E5CB-45D9-E915-F0C284796992}"/>
          </ac:grpSpMkLst>
        </pc:grpChg>
        <pc:grpChg chg="del mod">
          <ac:chgData name="Pi, Yalong" userId="c9a3dc08-26f0-490d-b190-2780270c58e1" providerId="ADAL" clId="{5AC52E50-EE96-4559-8C20-EBFED2550501}" dt="2025-04-07T02:17:13.869" v="5197"/>
          <ac:grpSpMkLst>
            <pc:docMk/>
            <pc:sldMk cId="2192516234" sldId="342"/>
            <ac:grpSpMk id="24" creationId="{77825FED-4051-3E86-885D-747696EBFA21}"/>
          </ac:grpSpMkLst>
        </pc:grpChg>
        <pc:grpChg chg="del mod">
          <ac:chgData name="Pi, Yalong" userId="c9a3dc08-26f0-490d-b190-2780270c58e1" providerId="ADAL" clId="{5AC52E50-EE96-4559-8C20-EBFED2550501}" dt="2025-04-07T02:17:23.146" v="5212"/>
          <ac:grpSpMkLst>
            <pc:docMk/>
            <pc:sldMk cId="2192516234" sldId="342"/>
            <ac:grpSpMk id="29" creationId="{A8140219-78E4-F2B8-E04B-2C00BFCE3251}"/>
          </ac:grpSpMkLst>
        </pc:grpChg>
        <pc:grpChg chg="del mod">
          <ac:chgData name="Pi, Yalong" userId="c9a3dc08-26f0-490d-b190-2780270c58e1" providerId="ADAL" clId="{5AC52E50-EE96-4559-8C20-EBFED2550501}" dt="2025-04-07T02:17:23.146" v="5212"/>
          <ac:grpSpMkLst>
            <pc:docMk/>
            <pc:sldMk cId="2192516234" sldId="342"/>
            <ac:grpSpMk id="32" creationId="{CADBB091-A130-260B-F4E1-16F29D778465}"/>
          </ac:grpSpMkLst>
        </pc:grpChg>
        <pc:grpChg chg="del mod">
          <ac:chgData name="Pi, Yalong" userId="c9a3dc08-26f0-490d-b190-2780270c58e1" providerId="ADAL" clId="{5AC52E50-EE96-4559-8C20-EBFED2550501}" dt="2025-04-07T02:17:20.054" v="5207"/>
          <ac:grpSpMkLst>
            <pc:docMk/>
            <pc:sldMk cId="2192516234" sldId="342"/>
            <ac:grpSpMk id="35" creationId="{62659CC5-B4EB-799A-28CB-68F7A00B3BBF}"/>
          </ac:grpSpMkLst>
        </pc:grpChg>
        <pc:grpChg chg="mod">
          <ac:chgData name="Pi, Yalong" userId="c9a3dc08-26f0-490d-b190-2780270c58e1" providerId="ADAL" clId="{5AC52E50-EE96-4559-8C20-EBFED2550501}" dt="2025-04-07T02:17:20.054" v="5207"/>
          <ac:grpSpMkLst>
            <pc:docMk/>
            <pc:sldMk cId="2192516234" sldId="342"/>
            <ac:grpSpMk id="39" creationId="{6C0D8DAD-1B26-8FA5-F355-B90472F5BE85}"/>
          </ac:grpSpMkLst>
        </pc:grpChg>
        <pc:grpChg chg="mod">
          <ac:chgData name="Pi, Yalong" userId="c9a3dc08-26f0-490d-b190-2780270c58e1" providerId="ADAL" clId="{5AC52E50-EE96-4559-8C20-EBFED2550501}" dt="2025-04-07T02:19:59.949" v="5336"/>
          <ac:grpSpMkLst>
            <pc:docMk/>
            <pc:sldMk cId="2192516234" sldId="342"/>
            <ac:grpSpMk id="44" creationId="{6A20FBF8-E10B-4E59-4AA1-C0C5AD00A826}"/>
          </ac:grpSpMkLst>
        </pc:grpChg>
        <pc:grpChg chg="del mod">
          <ac:chgData name="Pi, Yalong" userId="c9a3dc08-26f0-490d-b190-2780270c58e1" providerId="ADAL" clId="{5AC52E50-EE96-4559-8C20-EBFED2550501}" dt="2025-04-07T02:17:36.282" v="5231"/>
          <ac:grpSpMkLst>
            <pc:docMk/>
            <pc:sldMk cId="2192516234" sldId="342"/>
            <ac:grpSpMk id="53" creationId="{EE0CAB98-5EC9-0AD7-6C50-EAF95CE086B6}"/>
          </ac:grpSpMkLst>
        </pc:grpChg>
        <pc:grpChg chg="del mod">
          <ac:chgData name="Pi, Yalong" userId="c9a3dc08-26f0-490d-b190-2780270c58e1" providerId="ADAL" clId="{5AC52E50-EE96-4559-8C20-EBFED2550501}" dt="2025-04-07T02:17:41.165" v="5239"/>
          <ac:grpSpMkLst>
            <pc:docMk/>
            <pc:sldMk cId="2192516234" sldId="342"/>
            <ac:grpSpMk id="63" creationId="{E48850EA-39B9-439B-5B47-AF832365465D}"/>
          </ac:grpSpMkLst>
        </pc:grpChg>
        <pc:grpChg chg="mod">
          <ac:chgData name="Pi, Yalong" userId="c9a3dc08-26f0-490d-b190-2780270c58e1" providerId="ADAL" clId="{5AC52E50-EE96-4559-8C20-EBFED2550501}" dt="2025-04-07T02:17:41.165" v="5239"/>
          <ac:grpSpMkLst>
            <pc:docMk/>
            <pc:sldMk cId="2192516234" sldId="342"/>
            <ac:grpSpMk id="71" creationId="{7DD15BAD-C886-D5E8-60F1-4BF9C58A5B5C}"/>
          </ac:grpSpMkLst>
        </pc:grpChg>
        <pc:grpChg chg="del mod">
          <ac:chgData name="Pi, Yalong" userId="c9a3dc08-26f0-490d-b190-2780270c58e1" providerId="ADAL" clId="{5AC52E50-EE96-4559-8C20-EBFED2550501}" dt="2025-04-07T02:19:59.949" v="5334"/>
          <ac:grpSpMkLst>
            <pc:docMk/>
            <pc:sldMk cId="2192516234" sldId="342"/>
            <ac:grpSpMk id="79" creationId="{64148C88-C79B-3520-600F-CB4570004EA9}"/>
          </ac:grpSpMkLst>
        </pc:grpChg>
        <pc:grpChg chg="mod">
          <ac:chgData name="Pi, Yalong" userId="c9a3dc08-26f0-490d-b190-2780270c58e1" providerId="ADAL" clId="{5AC52E50-EE96-4559-8C20-EBFED2550501}" dt="2025-04-07T02:17:58.938" v="5251"/>
          <ac:grpSpMkLst>
            <pc:docMk/>
            <pc:sldMk cId="2192516234" sldId="342"/>
            <ac:grpSpMk id="83" creationId="{CE62883F-7185-AC53-4A89-3F8D9B8A3E91}"/>
          </ac:grpSpMkLst>
        </pc:grpChg>
        <pc:grpChg chg="del mod">
          <ac:chgData name="Pi, Yalong" userId="c9a3dc08-26f0-490d-b190-2780270c58e1" providerId="ADAL" clId="{5AC52E50-EE96-4559-8C20-EBFED2550501}" dt="2025-04-07T02:18:21.355" v="5265"/>
          <ac:grpSpMkLst>
            <pc:docMk/>
            <pc:sldMk cId="2192516234" sldId="342"/>
            <ac:grpSpMk id="91" creationId="{3382E286-DD49-447A-6E2E-79FE45A233DA}"/>
          </ac:grpSpMkLst>
        </pc:grpChg>
        <pc:grpChg chg="mod">
          <ac:chgData name="Pi, Yalong" userId="c9a3dc08-26f0-490d-b190-2780270c58e1" providerId="ADAL" clId="{5AC52E50-EE96-4559-8C20-EBFED2550501}" dt="2025-04-07T02:18:18.179" v="5259"/>
          <ac:grpSpMkLst>
            <pc:docMk/>
            <pc:sldMk cId="2192516234" sldId="342"/>
            <ac:grpSpMk id="92" creationId="{9CDF4A3D-5423-62AF-23B3-A8E62328B657}"/>
          </ac:grpSpMkLst>
        </pc:grpChg>
        <pc:grpChg chg="mod">
          <ac:chgData name="Pi, Yalong" userId="c9a3dc08-26f0-490d-b190-2780270c58e1" providerId="ADAL" clId="{5AC52E50-EE96-4559-8C20-EBFED2550501}" dt="2025-04-07T02:18:21.355" v="5265"/>
          <ac:grpSpMkLst>
            <pc:docMk/>
            <pc:sldMk cId="2192516234" sldId="342"/>
            <ac:grpSpMk id="98" creationId="{72017707-955E-5686-4290-04BC3BB4B39E}"/>
          </ac:grpSpMkLst>
        </pc:grpChg>
        <pc:grpChg chg="del mod">
          <ac:chgData name="Pi, Yalong" userId="c9a3dc08-26f0-490d-b190-2780270c58e1" providerId="ADAL" clId="{5AC52E50-EE96-4559-8C20-EBFED2550501}" dt="2025-04-07T02:18:34.195" v="5273"/>
          <ac:grpSpMkLst>
            <pc:docMk/>
            <pc:sldMk cId="2192516234" sldId="342"/>
            <ac:grpSpMk id="104" creationId="{80BC2319-95D4-5BB5-1BFE-3EC13F71F742}"/>
          </ac:grpSpMkLst>
        </pc:grpChg>
        <pc:grpChg chg="del mod">
          <ac:chgData name="Pi, Yalong" userId="c9a3dc08-26f0-490d-b190-2780270c58e1" providerId="ADAL" clId="{5AC52E50-EE96-4559-8C20-EBFED2550501}" dt="2025-04-07T02:19:46.999" v="5307"/>
          <ac:grpSpMkLst>
            <pc:docMk/>
            <pc:sldMk cId="2192516234" sldId="342"/>
            <ac:grpSpMk id="106" creationId="{E9EEF0B9-2FE8-4D36-056A-5E12BC1380E2}"/>
          </ac:grpSpMkLst>
        </pc:grpChg>
        <pc:grpChg chg="del mod">
          <ac:chgData name="Pi, Yalong" userId="c9a3dc08-26f0-490d-b190-2780270c58e1" providerId="ADAL" clId="{5AC52E50-EE96-4559-8C20-EBFED2550501}" dt="2025-04-07T02:18:47.082" v="5284"/>
          <ac:grpSpMkLst>
            <pc:docMk/>
            <pc:sldMk cId="2192516234" sldId="342"/>
            <ac:grpSpMk id="109" creationId="{E96DF625-67A5-8AED-491F-166834BB5872}"/>
          </ac:grpSpMkLst>
        </pc:grpChg>
        <pc:grpChg chg="del mod">
          <ac:chgData name="Pi, Yalong" userId="c9a3dc08-26f0-490d-b190-2780270c58e1" providerId="ADAL" clId="{5AC52E50-EE96-4559-8C20-EBFED2550501}" dt="2025-04-07T02:18:49.115" v="5286"/>
          <ac:grpSpMkLst>
            <pc:docMk/>
            <pc:sldMk cId="2192516234" sldId="342"/>
            <ac:grpSpMk id="117" creationId="{2320F4D0-352C-047E-F2F4-AECE2B246D1D}"/>
          </ac:grpSpMkLst>
        </pc:grpChg>
        <pc:grpChg chg="del mod">
          <ac:chgData name="Pi, Yalong" userId="c9a3dc08-26f0-490d-b190-2780270c58e1" providerId="ADAL" clId="{5AC52E50-EE96-4559-8C20-EBFED2550501}" dt="2025-04-07T02:18:52.581" v="5291"/>
          <ac:grpSpMkLst>
            <pc:docMk/>
            <pc:sldMk cId="2192516234" sldId="342"/>
            <ac:grpSpMk id="119" creationId="{7212AD7F-B847-9B28-517E-D96386ADDF31}"/>
          </ac:grpSpMkLst>
        </pc:grpChg>
        <pc:grpChg chg="del mod">
          <ac:chgData name="Pi, Yalong" userId="c9a3dc08-26f0-490d-b190-2780270c58e1" providerId="ADAL" clId="{5AC52E50-EE96-4559-8C20-EBFED2550501}" dt="2025-04-07T02:19:47" v="5316"/>
          <ac:grpSpMkLst>
            <pc:docMk/>
            <pc:sldMk cId="2192516234" sldId="342"/>
            <ac:grpSpMk id="124" creationId="{31D11B39-2FEF-122E-FC59-5DA7960EA3C2}"/>
          </ac:grpSpMkLst>
        </pc:grpChg>
        <pc:grpChg chg="del mod">
          <ac:chgData name="Pi, Yalong" userId="c9a3dc08-26f0-490d-b190-2780270c58e1" providerId="ADAL" clId="{5AC52E50-EE96-4559-8C20-EBFED2550501}" dt="2025-04-07T02:19:48.088" v="5321"/>
          <ac:grpSpMkLst>
            <pc:docMk/>
            <pc:sldMk cId="2192516234" sldId="342"/>
            <ac:grpSpMk id="130" creationId="{AF144F0E-B6B8-C72E-242D-746D10162EA5}"/>
          </ac:grpSpMkLst>
        </pc:grpChg>
        <pc:grpChg chg="del mod">
          <ac:chgData name="Pi, Yalong" userId="c9a3dc08-26f0-490d-b190-2780270c58e1" providerId="ADAL" clId="{5AC52E50-EE96-4559-8C20-EBFED2550501}" dt="2025-04-07T02:19:55.654" v="5327"/>
          <ac:grpSpMkLst>
            <pc:docMk/>
            <pc:sldMk cId="2192516234" sldId="342"/>
            <ac:grpSpMk id="133" creationId="{90C2B8B1-D53F-DB98-5D5E-8E332BB24588}"/>
          </ac:grpSpMkLst>
        </pc:grpChg>
        <pc:grpChg chg="del mod">
          <ac:chgData name="Pi, Yalong" userId="c9a3dc08-26f0-490d-b190-2780270c58e1" providerId="ADAL" clId="{5AC52E50-EE96-4559-8C20-EBFED2550501}" dt="2025-04-07T02:20:12.859" v="5353"/>
          <ac:grpSpMkLst>
            <pc:docMk/>
            <pc:sldMk cId="2192516234" sldId="342"/>
            <ac:grpSpMk id="148" creationId="{01355FFC-D78F-C696-CBBF-BAC0FC1A09D8}"/>
          </ac:grpSpMkLst>
        </pc:grpChg>
        <pc:grpChg chg="del mod">
          <ac:chgData name="Pi, Yalong" userId="c9a3dc08-26f0-490d-b190-2780270c58e1" providerId="ADAL" clId="{5AC52E50-EE96-4559-8C20-EBFED2550501}" dt="2025-04-07T02:20:18.534" v="5360"/>
          <ac:grpSpMkLst>
            <pc:docMk/>
            <pc:sldMk cId="2192516234" sldId="342"/>
            <ac:grpSpMk id="150" creationId="{E965B45E-0959-72EF-4835-BD83AA895FD0}"/>
          </ac:grpSpMkLst>
        </pc:grpChg>
        <pc:grpChg chg="mod">
          <ac:chgData name="Pi, Yalong" userId="c9a3dc08-26f0-490d-b190-2780270c58e1" providerId="ADAL" clId="{5AC52E50-EE96-4559-8C20-EBFED2550501}" dt="2025-04-07T02:20:19.121" v="5365"/>
          <ac:grpSpMkLst>
            <pc:docMk/>
            <pc:sldMk cId="2192516234" sldId="342"/>
            <ac:grpSpMk id="156" creationId="{B50DECD6-817F-361C-A57E-D6E855331D0D}"/>
          </ac:grpSpMkLst>
        </pc:grpChg>
        <pc:grpChg chg="mod">
          <ac:chgData name="Pi, Yalong" userId="c9a3dc08-26f0-490d-b190-2780270c58e1" providerId="ADAL" clId="{5AC52E50-EE96-4559-8C20-EBFED2550501}" dt="2025-04-07T02:20:27.091" v="5373"/>
          <ac:grpSpMkLst>
            <pc:docMk/>
            <pc:sldMk cId="2192516234" sldId="342"/>
            <ac:grpSpMk id="164" creationId="{4D3B5D23-4868-4C86-F353-A637C1563C45}"/>
          </ac:grpSpMkLst>
        </pc:grpChg>
        <pc:grpChg chg="mod">
          <ac:chgData name="Pi, Yalong" userId="c9a3dc08-26f0-490d-b190-2780270c58e1" providerId="ADAL" clId="{5AC52E50-EE96-4559-8C20-EBFED2550501}" dt="2025-04-07T02:20:36.175" v="5378"/>
          <ac:grpSpMkLst>
            <pc:docMk/>
            <pc:sldMk cId="2192516234" sldId="342"/>
            <ac:grpSpMk id="168" creationId="{C2707FFD-FE00-1CF2-A49B-93FBBA0149F5}"/>
          </ac:grpSpMkLst>
        </pc:grpChg>
        <pc:grpChg chg="mod">
          <ac:chgData name="Pi, Yalong" userId="c9a3dc08-26f0-490d-b190-2780270c58e1" providerId="ADAL" clId="{5AC52E50-EE96-4559-8C20-EBFED2550501}" dt="2025-04-07T02:20:39.509" v="5383"/>
          <ac:grpSpMkLst>
            <pc:docMk/>
            <pc:sldMk cId="2192516234" sldId="342"/>
            <ac:grpSpMk id="173" creationId="{AA584F31-30ED-B593-E8F8-7F05A7B227C4}"/>
          </ac:grpSpMkLst>
        </pc:grpChg>
        <pc:grpChg chg="del mod">
          <ac:chgData name="Pi, Yalong" userId="c9a3dc08-26f0-490d-b190-2780270c58e1" providerId="ADAL" clId="{5AC52E50-EE96-4559-8C20-EBFED2550501}" dt="2025-04-07T02:20:49.031" v="5395"/>
          <ac:grpSpMkLst>
            <pc:docMk/>
            <pc:sldMk cId="2192516234" sldId="342"/>
            <ac:grpSpMk id="185" creationId="{D9F2CC3E-528E-A7D2-A755-C04E6D0EAB9F}"/>
          </ac:grpSpMkLst>
        </pc:grpChg>
        <pc:grpChg chg="mod">
          <ac:chgData name="Pi, Yalong" userId="c9a3dc08-26f0-490d-b190-2780270c58e1" providerId="ADAL" clId="{5AC52E50-EE96-4559-8C20-EBFED2550501}" dt="2025-04-07T02:20:49.031" v="5395"/>
          <ac:grpSpMkLst>
            <pc:docMk/>
            <pc:sldMk cId="2192516234" sldId="342"/>
            <ac:grpSpMk id="186" creationId="{C998CAB6-4DEC-3F62-930B-126EC8BC3C0B}"/>
          </ac:grpSpMkLst>
        </pc:grpChg>
        <pc:grpChg chg="mod">
          <ac:chgData name="Pi, Yalong" userId="c9a3dc08-26f0-490d-b190-2780270c58e1" providerId="ADAL" clId="{5AC52E50-EE96-4559-8C20-EBFED2550501}" dt="2025-04-07T02:20:54.668" v="5400"/>
          <ac:grpSpMkLst>
            <pc:docMk/>
            <pc:sldMk cId="2192516234" sldId="342"/>
            <ac:grpSpMk id="191" creationId="{6B139135-B6AC-42F8-6FED-CC5352D0446A}"/>
          </ac:grpSpMkLst>
        </pc:grpChg>
        <pc:grpChg chg="mod">
          <ac:chgData name="Pi, Yalong" userId="c9a3dc08-26f0-490d-b190-2780270c58e1" providerId="ADAL" clId="{5AC52E50-EE96-4559-8C20-EBFED2550501}" dt="2025-04-07T02:20:54.668" v="5400"/>
          <ac:grpSpMkLst>
            <pc:docMk/>
            <pc:sldMk cId="2192516234" sldId="342"/>
            <ac:grpSpMk id="192" creationId="{E4AD92F7-8361-50AD-0868-039FAB2942F5}"/>
          </ac:grpSpMkLst>
        </pc:grpChg>
        <pc:grpChg chg="mod">
          <ac:chgData name="Pi, Yalong" userId="c9a3dc08-26f0-490d-b190-2780270c58e1" providerId="ADAL" clId="{5AC52E50-EE96-4559-8C20-EBFED2550501}" dt="2025-04-07T02:20:57.364" v="5404"/>
          <ac:grpSpMkLst>
            <pc:docMk/>
            <pc:sldMk cId="2192516234" sldId="342"/>
            <ac:grpSpMk id="196" creationId="{125110C6-BDA9-C2E6-DA6B-AD62A1C01149}"/>
          </ac:grpSpMkLst>
        </pc:grpChg>
        <pc:grpChg chg="del mod">
          <ac:chgData name="Pi, Yalong" userId="c9a3dc08-26f0-490d-b190-2780270c58e1" providerId="ADAL" clId="{5AC52E50-EE96-4559-8C20-EBFED2550501}" dt="2025-04-07T02:21:08.899" v="5420"/>
          <ac:grpSpMkLst>
            <pc:docMk/>
            <pc:sldMk cId="2192516234" sldId="342"/>
            <ac:grpSpMk id="212" creationId="{A57F558B-B9E9-746A-2AB6-1790E3BECF03}"/>
          </ac:grpSpMkLst>
        </pc:grpChg>
        <pc:grpChg chg="mod">
          <ac:chgData name="Pi, Yalong" userId="c9a3dc08-26f0-490d-b190-2780270c58e1" providerId="ADAL" clId="{5AC52E50-EE96-4559-8C20-EBFED2550501}" dt="2025-04-07T02:21:08.899" v="5420"/>
          <ac:grpSpMkLst>
            <pc:docMk/>
            <pc:sldMk cId="2192516234" sldId="342"/>
            <ac:grpSpMk id="213" creationId="{F1332EAC-0364-E356-DCEA-F0B3B972A254}"/>
          </ac:grpSpMkLst>
        </pc:grpChg>
        <pc:grpChg chg="add mod">
          <ac:chgData name="Pi, Yalong" userId="c9a3dc08-26f0-490d-b190-2780270c58e1" providerId="ADAL" clId="{5AC52E50-EE96-4559-8C20-EBFED2550501}" dt="2025-04-07T02:21:23.133" v="5422" actId="1076"/>
          <ac:grpSpMkLst>
            <pc:docMk/>
            <pc:sldMk cId="2192516234" sldId="342"/>
            <ac:grpSpMk id="214" creationId="{17047C3E-3809-CD95-A71A-CA4FADAEFF9C}"/>
          </ac:grpSpMkLst>
        </pc:grpChg>
        <pc:grpChg chg="mod">
          <ac:chgData name="Pi, Yalong" userId="c9a3dc08-26f0-490d-b190-2780270c58e1" providerId="ADAL" clId="{5AC52E50-EE96-4559-8C20-EBFED2550501}" dt="2025-04-07T02:28:15.036" v="5584"/>
          <ac:grpSpMkLst>
            <pc:docMk/>
            <pc:sldMk cId="2192516234" sldId="342"/>
            <ac:grpSpMk id="240" creationId="{DDF3585D-4B90-7FCA-A768-819D0A082340}"/>
          </ac:grpSpMkLst>
        </pc:grpChg>
        <pc:grpChg chg="del mod">
          <ac:chgData name="Pi, Yalong" userId="c9a3dc08-26f0-490d-b190-2780270c58e1" providerId="ADAL" clId="{5AC52E50-EE96-4559-8C20-EBFED2550501}" dt="2025-04-07T02:28:21.449" v="5596"/>
          <ac:grpSpMkLst>
            <pc:docMk/>
            <pc:sldMk cId="2192516234" sldId="342"/>
            <ac:grpSpMk id="243" creationId="{38CEB8BA-B2CF-3D34-30C1-E9574B46BBCD}"/>
          </ac:grpSpMkLst>
        </pc:grpChg>
        <pc:grpChg chg="mod">
          <ac:chgData name="Pi, Yalong" userId="c9a3dc08-26f0-490d-b190-2780270c58e1" providerId="ADAL" clId="{5AC52E50-EE96-4559-8C20-EBFED2550501}" dt="2025-04-07T02:28:22.369" v="5601"/>
          <ac:grpSpMkLst>
            <pc:docMk/>
            <pc:sldMk cId="2192516234" sldId="342"/>
            <ac:grpSpMk id="252" creationId="{B1401411-E276-F054-F08E-69DC9389EF13}"/>
          </ac:grpSpMkLst>
        </pc:grpChg>
        <pc:grpChg chg="mod">
          <ac:chgData name="Pi, Yalong" userId="c9a3dc08-26f0-490d-b190-2780270c58e1" providerId="ADAL" clId="{5AC52E50-EE96-4559-8C20-EBFED2550501}" dt="2025-04-07T02:28:26.202" v="5604"/>
          <ac:grpSpMkLst>
            <pc:docMk/>
            <pc:sldMk cId="2192516234" sldId="342"/>
            <ac:grpSpMk id="255" creationId="{F1117B16-1648-C39F-6829-FCB4EC61BD66}"/>
          </ac:grpSpMkLst>
        </pc:grpChg>
        <pc:grpChg chg="mod">
          <ac:chgData name="Pi, Yalong" userId="c9a3dc08-26f0-490d-b190-2780270c58e1" providerId="ADAL" clId="{5AC52E50-EE96-4559-8C20-EBFED2550501}" dt="2025-04-07T02:28:32.961" v="5614"/>
          <ac:grpSpMkLst>
            <pc:docMk/>
            <pc:sldMk cId="2192516234" sldId="342"/>
            <ac:grpSpMk id="265" creationId="{24713A41-3E07-55D2-16ED-09411B4DD9E0}"/>
          </ac:grpSpMkLst>
        </pc:grpChg>
        <pc:grpChg chg="mod">
          <ac:chgData name="Pi, Yalong" userId="c9a3dc08-26f0-490d-b190-2780270c58e1" providerId="ADAL" clId="{5AC52E50-EE96-4559-8C20-EBFED2550501}" dt="2025-04-07T02:28:32.961" v="5614"/>
          <ac:grpSpMkLst>
            <pc:docMk/>
            <pc:sldMk cId="2192516234" sldId="342"/>
            <ac:grpSpMk id="266" creationId="{E016A690-0E20-92D2-95B5-3D24527C151F}"/>
          </ac:grpSpMkLst>
        </pc:grpChg>
        <pc:grpChg chg="del mod">
          <ac:chgData name="Pi, Yalong" userId="c9a3dc08-26f0-490d-b190-2780270c58e1" providerId="ADAL" clId="{5AC52E50-EE96-4559-8C20-EBFED2550501}" dt="2025-04-07T02:28:45.485" v="5631"/>
          <ac:grpSpMkLst>
            <pc:docMk/>
            <pc:sldMk cId="2192516234" sldId="342"/>
            <ac:grpSpMk id="276" creationId="{6B5FA21E-CE40-DA51-97F5-21827B4960FE}"/>
          </ac:grpSpMkLst>
        </pc:grpChg>
        <pc:grpChg chg="mod">
          <ac:chgData name="Pi, Yalong" userId="c9a3dc08-26f0-490d-b190-2780270c58e1" providerId="ADAL" clId="{5AC52E50-EE96-4559-8C20-EBFED2550501}" dt="2025-04-07T02:28:45.485" v="5631"/>
          <ac:grpSpMkLst>
            <pc:docMk/>
            <pc:sldMk cId="2192516234" sldId="342"/>
            <ac:grpSpMk id="283" creationId="{D0C453D3-7080-92A0-84A1-86556762621C}"/>
          </ac:grpSpMkLst>
        </pc:grpChg>
        <pc:inkChg chg="add mod">
          <ac:chgData name="Pi, Yalong" userId="c9a3dc08-26f0-490d-b190-2780270c58e1" providerId="ADAL" clId="{5AC52E50-EE96-4559-8C20-EBFED2550501}" dt="2025-04-07T02:17:23.146" v="5212"/>
          <ac:inkMkLst>
            <pc:docMk/>
            <pc:sldMk cId="2192516234" sldId="342"/>
            <ac:inkMk id="2" creationId="{537801A3-2FC9-C404-DA50-4020A677258B}"/>
          </ac:inkMkLst>
        </pc:inkChg>
        <pc:inkChg chg="add mod">
          <ac:chgData name="Pi, Yalong" userId="c9a3dc08-26f0-490d-b190-2780270c58e1" providerId="ADAL" clId="{5AC52E50-EE96-4559-8C20-EBFED2550501}" dt="2025-04-07T02:17:06.406" v="5185"/>
          <ac:inkMkLst>
            <pc:docMk/>
            <pc:sldMk cId="2192516234" sldId="342"/>
            <ac:inkMk id="3" creationId="{596E3256-4B2E-A629-DB2D-CC1293E8E09F}"/>
          </ac:inkMkLst>
        </pc:inkChg>
        <pc:inkChg chg="add mod">
          <ac:chgData name="Pi, Yalong" userId="c9a3dc08-26f0-490d-b190-2780270c58e1" providerId="ADAL" clId="{5AC52E50-EE96-4559-8C20-EBFED2550501}" dt="2025-04-07T02:17:13.869" v="5197"/>
          <ac:inkMkLst>
            <pc:docMk/>
            <pc:sldMk cId="2192516234" sldId="342"/>
            <ac:inkMk id="4" creationId="{76DBF08D-F8FF-D597-2EAA-3B5E53526F67}"/>
          </ac:inkMkLst>
        </pc:inkChg>
        <pc:inkChg chg="add mod">
          <ac:chgData name="Pi, Yalong" userId="c9a3dc08-26f0-490d-b190-2780270c58e1" providerId="ADAL" clId="{5AC52E50-EE96-4559-8C20-EBFED2550501}" dt="2025-04-07T02:17:06.406" v="5185"/>
          <ac:inkMkLst>
            <pc:docMk/>
            <pc:sldMk cId="2192516234" sldId="342"/>
            <ac:inkMk id="6" creationId="{E593B721-6185-DE4E-E3CA-FDFA0A5CD8DB}"/>
          </ac:inkMkLst>
        </pc:inkChg>
        <pc:inkChg chg="add mod">
          <ac:chgData name="Pi, Yalong" userId="c9a3dc08-26f0-490d-b190-2780270c58e1" providerId="ADAL" clId="{5AC52E50-EE96-4559-8C20-EBFED2550501}" dt="2025-04-07T02:17:23.146" v="5212"/>
          <ac:inkMkLst>
            <pc:docMk/>
            <pc:sldMk cId="2192516234" sldId="342"/>
            <ac:inkMk id="7" creationId="{63D12673-DAF0-7545-95FF-4E2C8C073997}"/>
          </ac:inkMkLst>
        </pc:inkChg>
        <pc:inkChg chg="add mod">
          <ac:chgData name="Pi, Yalong" userId="c9a3dc08-26f0-490d-b190-2780270c58e1" providerId="ADAL" clId="{5AC52E50-EE96-4559-8C20-EBFED2550501}" dt="2025-04-07T02:17:23.146" v="5212"/>
          <ac:inkMkLst>
            <pc:docMk/>
            <pc:sldMk cId="2192516234" sldId="342"/>
            <ac:inkMk id="8" creationId="{9D75E9A9-D3DA-0AA3-6109-61249EC7C514}"/>
          </ac:inkMkLst>
        </pc:inkChg>
        <pc:inkChg chg="add mod">
          <ac:chgData name="Pi, Yalong" userId="c9a3dc08-26f0-490d-b190-2780270c58e1" providerId="ADAL" clId="{5AC52E50-EE96-4559-8C20-EBFED2550501}" dt="2025-04-07T02:17:23.146" v="5212"/>
          <ac:inkMkLst>
            <pc:docMk/>
            <pc:sldMk cId="2192516234" sldId="342"/>
            <ac:inkMk id="9" creationId="{96CB253D-A2C3-BE2E-1DD2-FF0F24415267}"/>
          </ac:inkMkLst>
        </pc:inkChg>
        <pc:inkChg chg="add mod">
          <ac:chgData name="Pi, Yalong" userId="c9a3dc08-26f0-490d-b190-2780270c58e1" providerId="ADAL" clId="{5AC52E50-EE96-4559-8C20-EBFED2550501}" dt="2025-04-07T02:17:03.574" v="5181"/>
          <ac:inkMkLst>
            <pc:docMk/>
            <pc:sldMk cId="2192516234" sldId="342"/>
            <ac:inkMk id="10" creationId="{3BB6CCA1-FB8B-29E9-6C72-E5BBD8DF0C56}"/>
          </ac:inkMkLst>
        </pc:inkChg>
        <pc:inkChg chg="add mod">
          <ac:chgData name="Pi, Yalong" userId="c9a3dc08-26f0-490d-b190-2780270c58e1" providerId="ADAL" clId="{5AC52E50-EE96-4559-8C20-EBFED2550501}" dt="2025-04-07T02:17:23.146" v="5212"/>
          <ac:inkMkLst>
            <pc:docMk/>
            <pc:sldMk cId="2192516234" sldId="342"/>
            <ac:inkMk id="11" creationId="{F5D4862D-463A-4784-A6A6-CFC5B99CABA0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14" creationId="{98359C5F-4FEA-972C-AD31-A7B5FA472F06}"/>
          </ac:inkMkLst>
        </pc:inkChg>
        <pc:inkChg chg="add">
          <ac:chgData name="Pi, Yalong" userId="c9a3dc08-26f0-490d-b190-2780270c58e1" providerId="ADAL" clId="{5AC52E50-EE96-4559-8C20-EBFED2550501}" dt="2025-04-07T02:17:05.504" v="5183" actId="9405"/>
          <ac:inkMkLst>
            <pc:docMk/>
            <pc:sldMk cId="2192516234" sldId="342"/>
            <ac:inkMk id="15" creationId="{C210D06C-D307-6FC3-CB88-4AA3FEEF34D9}"/>
          </ac:inkMkLst>
        </pc:inkChg>
        <pc:inkChg chg="add mod">
          <ac:chgData name="Pi, Yalong" userId="c9a3dc08-26f0-490d-b190-2780270c58e1" providerId="ADAL" clId="{5AC52E50-EE96-4559-8C20-EBFED2550501}" dt="2025-04-07T02:17:06.406" v="5185"/>
          <ac:inkMkLst>
            <pc:docMk/>
            <pc:sldMk cId="2192516234" sldId="342"/>
            <ac:inkMk id="16" creationId="{5B2558FD-C494-3A9E-2254-ED591E476739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18" creationId="{C908B3AF-0EA7-36FC-F0E1-175B16555877}"/>
          </ac:inkMkLst>
        </pc:inkChg>
        <pc:inkChg chg="add">
          <ac:chgData name="Pi, Yalong" userId="c9a3dc08-26f0-490d-b190-2780270c58e1" providerId="ADAL" clId="{5AC52E50-EE96-4559-8C20-EBFED2550501}" dt="2025-04-07T02:17:07.860" v="5187" actId="9405"/>
          <ac:inkMkLst>
            <pc:docMk/>
            <pc:sldMk cId="2192516234" sldId="342"/>
            <ac:inkMk id="19" creationId="{FE1FDDD0-35BB-854E-3DC0-406A350A6B3C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20" creationId="{B8297966-9F43-4D7A-87E4-3168AF674BAC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21" creationId="{098E2848-1211-7C31-A304-DD0E7590851B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22" creationId="{A7438136-2714-C50F-6515-B16E305B461D}"/>
          </ac:inkMkLst>
        </pc:inkChg>
        <pc:inkChg chg="add mod">
          <ac:chgData name="Pi, Yalong" userId="c9a3dc08-26f0-490d-b190-2780270c58e1" providerId="ADAL" clId="{5AC52E50-EE96-4559-8C20-EBFED2550501}" dt="2025-04-07T02:19:59.949" v="5332"/>
          <ac:inkMkLst>
            <pc:docMk/>
            <pc:sldMk cId="2192516234" sldId="342"/>
            <ac:inkMk id="23" creationId="{E21DE617-4B50-333F-33ED-79FBC935683A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25" creationId="{963FC4BD-653C-BFAA-410C-FE5C6BBF9744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26" creationId="{6B54F9BE-CB38-D5EA-948B-1F07493881D9}"/>
          </ac:inkMkLst>
        </pc:inkChg>
        <pc:inkChg chg="add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27" creationId="{72C0F31D-6750-0B88-1CD2-91EF01096CCF}"/>
          </ac:inkMkLst>
        </pc:inkChg>
        <pc:inkChg chg="add mod">
          <ac:chgData name="Pi, Yalong" userId="c9a3dc08-26f0-490d-b190-2780270c58e1" providerId="ADAL" clId="{5AC52E50-EE96-4559-8C20-EBFED2550501}" dt="2025-04-07T02:19:59.949" v="5332"/>
          <ac:inkMkLst>
            <pc:docMk/>
            <pc:sldMk cId="2192516234" sldId="342"/>
            <ac:inkMk id="28" creationId="{39069045-4DEE-9F71-D9EF-D61B2B4189C7}"/>
          </ac:inkMkLst>
        </pc:inkChg>
        <pc:inkChg chg="add del mod">
          <ac:chgData name="Pi, Yalong" userId="c9a3dc08-26f0-490d-b190-2780270c58e1" providerId="ADAL" clId="{5AC52E50-EE96-4559-8C20-EBFED2550501}" dt="2025-04-07T02:19:59.949" v="5332"/>
          <ac:inkMkLst>
            <pc:docMk/>
            <pc:sldMk cId="2192516234" sldId="342"/>
            <ac:inkMk id="30" creationId="{05546903-331D-DCB5-B30C-4754B849411E}"/>
          </ac:inkMkLst>
        </pc:inkChg>
        <pc:inkChg chg="add del mod">
          <ac:chgData name="Pi, Yalong" userId="c9a3dc08-26f0-490d-b190-2780270c58e1" providerId="ADAL" clId="{5AC52E50-EE96-4559-8C20-EBFED2550501}" dt="2025-04-07T02:19:59.949" v="5336"/>
          <ac:inkMkLst>
            <pc:docMk/>
            <pc:sldMk cId="2192516234" sldId="342"/>
            <ac:inkMk id="31" creationId="{AF6F7FC5-C786-7ADF-2F88-61814826AF53}"/>
          </ac:inkMkLst>
        </pc:inkChg>
        <pc:inkChg chg="add mod">
          <ac:chgData name="Pi, Yalong" userId="c9a3dc08-26f0-490d-b190-2780270c58e1" providerId="ADAL" clId="{5AC52E50-EE96-4559-8C20-EBFED2550501}" dt="2025-04-07T02:17:20.054" v="5207"/>
          <ac:inkMkLst>
            <pc:docMk/>
            <pc:sldMk cId="2192516234" sldId="342"/>
            <ac:inkMk id="33" creationId="{31DBC116-253E-C183-BC23-3175793D6505}"/>
          </ac:inkMkLst>
        </pc:inkChg>
        <pc:inkChg chg="add mod">
          <ac:chgData name="Pi, Yalong" userId="c9a3dc08-26f0-490d-b190-2780270c58e1" providerId="ADAL" clId="{5AC52E50-EE96-4559-8C20-EBFED2550501}" dt="2025-04-07T02:17:20.054" v="5207"/>
          <ac:inkMkLst>
            <pc:docMk/>
            <pc:sldMk cId="2192516234" sldId="342"/>
            <ac:inkMk id="34" creationId="{9811A00C-A0E2-956A-761B-56EEACD9A267}"/>
          </ac:inkMkLst>
        </pc:inkChg>
        <pc:inkChg chg="add mod">
          <ac:chgData name="Pi, Yalong" userId="c9a3dc08-26f0-490d-b190-2780270c58e1" providerId="ADAL" clId="{5AC52E50-EE96-4559-8C20-EBFED2550501}" dt="2025-04-07T02:17:20.054" v="5207"/>
          <ac:inkMkLst>
            <pc:docMk/>
            <pc:sldMk cId="2192516234" sldId="342"/>
            <ac:inkMk id="36" creationId="{933B6407-E441-681E-7D57-A7DE12BE6124}"/>
          </ac:inkMkLst>
        </pc:inkChg>
        <pc:inkChg chg="add mod">
          <ac:chgData name="Pi, Yalong" userId="c9a3dc08-26f0-490d-b190-2780270c58e1" providerId="ADAL" clId="{5AC52E50-EE96-4559-8C20-EBFED2550501}" dt="2025-04-07T02:17:20.054" v="5207"/>
          <ac:inkMkLst>
            <pc:docMk/>
            <pc:sldMk cId="2192516234" sldId="342"/>
            <ac:inkMk id="37" creationId="{9D0DD142-C5F8-015A-765C-5C6124811CED}"/>
          </ac:inkMkLst>
        </pc:inkChg>
        <pc:inkChg chg="add mod">
          <ac:chgData name="Pi, Yalong" userId="c9a3dc08-26f0-490d-b190-2780270c58e1" providerId="ADAL" clId="{5AC52E50-EE96-4559-8C20-EBFED2550501}" dt="2025-04-07T02:17:20.054" v="5207"/>
          <ac:inkMkLst>
            <pc:docMk/>
            <pc:sldMk cId="2192516234" sldId="342"/>
            <ac:inkMk id="38" creationId="{18631BAE-42B3-677E-A93A-3B671AE7C693}"/>
          </ac:inkMkLst>
        </pc:inkChg>
        <pc:inkChg chg="add">
          <ac:chgData name="Pi, Yalong" userId="c9a3dc08-26f0-490d-b190-2780270c58e1" providerId="ADAL" clId="{5AC52E50-EE96-4559-8C20-EBFED2550501}" dt="2025-04-07T02:17:20.598" v="5208" actId="9405"/>
          <ac:inkMkLst>
            <pc:docMk/>
            <pc:sldMk cId="2192516234" sldId="342"/>
            <ac:inkMk id="40" creationId="{165DDC75-13D4-95B2-E5AB-36B6BADF306D}"/>
          </ac:inkMkLst>
        </pc:inkChg>
        <pc:inkChg chg="add mod">
          <ac:chgData name="Pi, Yalong" userId="c9a3dc08-26f0-490d-b190-2780270c58e1" providerId="ADAL" clId="{5AC52E50-EE96-4559-8C20-EBFED2550501}" dt="2025-04-07T02:19:59.949" v="5332"/>
          <ac:inkMkLst>
            <pc:docMk/>
            <pc:sldMk cId="2192516234" sldId="342"/>
            <ac:inkMk id="41" creationId="{E94D49A9-4AFE-3D2B-23EC-6A44A43863E1}"/>
          </ac:inkMkLst>
        </pc:inkChg>
        <pc:inkChg chg="add">
          <ac:chgData name="Pi, Yalong" userId="c9a3dc08-26f0-490d-b190-2780270c58e1" providerId="ADAL" clId="{5AC52E50-EE96-4559-8C20-EBFED2550501}" dt="2025-04-07T02:17:21.860" v="5210" actId="9405"/>
          <ac:inkMkLst>
            <pc:docMk/>
            <pc:sldMk cId="2192516234" sldId="342"/>
            <ac:inkMk id="42" creationId="{B5EFF235-11B7-625E-E15F-5A36C817C5D1}"/>
          </ac:inkMkLst>
        </pc:inkChg>
        <pc:inkChg chg="add">
          <ac:chgData name="Pi, Yalong" userId="c9a3dc08-26f0-490d-b190-2780270c58e1" providerId="ADAL" clId="{5AC52E50-EE96-4559-8C20-EBFED2550501}" dt="2025-04-07T02:17:22.607" v="5211" actId="9405"/>
          <ac:inkMkLst>
            <pc:docMk/>
            <pc:sldMk cId="2192516234" sldId="342"/>
            <ac:inkMk id="43" creationId="{37F7AA03-E1A7-AF76-15A2-D6C682372114}"/>
          </ac:inkMkLst>
        </pc:inkChg>
        <pc:inkChg chg="add mod">
          <ac:chgData name="Pi, Yalong" userId="c9a3dc08-26f0-490d-b190-2780270c58e1" providerId="ADAL" clId="{5AC52E50-EE96-4559-8C20-EBFED2550501}" dt="2025-04-07T02:17:30.270" v="5221"/>
          <ac:inkMkLst>
            <pc:docMk/>
            <pc:sldMk cId="2192516234" sldId="342"/>
            <ac:inkMk id="45" creationId="{DF77354F-AAB2-3E7D-873B-4997AC3A5FB1}"/>
          </ac:inkMkLst>
        </pc:inkChg>
        <pc:inkChg chg="add mod">
          <ac:chgData name="Pi, Yalong" userId="c9a3dc08-26f0-490d-b190-2780270c58e1" providerId="ADAL" clId="{5AC52E50-EE96-4559-8C20-EBFED2550501}" dt="2025-04-07T02:17:30.270" v="5221"/>
          <ac:inkMkLst>
            <pc:docMk/>
            <pc:sldMk cId="2192516234" sldId="342"/>
            <ac:inkMk id="46" creationId="{62DBEC27-BABF-AB64-7E69-B5F7D54CE408}"/>
          </ac:inkMkLst>
        </pc:inkChg>
        <pc:inkChg chg="add mod">
          <ac:chgData name="Pi, Yalong" userId="c9a3dc08-26f0-490d-b190-2780270c58e1" providerId="ADAL" clId="{5AC52E50-EE96-4559-8C20-EBFED2550501}" dt="2025-04-07T02:17:36.282" v="5231"/>
          <ac:inkMkLst>
            <pc:docMk/>
            <pc:sldMk cId="2192516234" sldId="342"/>
            <ac:inkMk id="47" creationId="{D093BAF6-E0DD-782C-5AF7-64BB9EED7D98}"/>
          </ac:inkMkLst>
        </pc:inkChg>
        <pc:inkChg chg="add mod">
          <ac:chgData name="Pi, Yalong" userId="c9a3dc08-26f0-490d-b190-2780270c58e1" providerId="ADAL" clId="{5AC52E50-EE96-4559-8C20-EBFED2550501}" dt="2025-04-07T02:17:30.270" v="5221"/>
          <ac:inkMkLst>
            <pc:docMk/>
            <pc:sldMk cId="2192516234" sldId="342"/>
            <ac:inkMk id="48" creationId="{878D81F8-828F-1AFF-FBCC-7A164037E8F3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49" creationId="{A6190DB8-1D52-571F-46F2-C39FCC2C6F4F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50" creationId="{C29B2EB3-4F04-959E-CE67-AE314F068760}"/>
          </ac:inkMkLst>
        </pc:inkChg>
        <pc:inkChg chg="add mod">
          <ac:chgData name="Pi, Yalong" userId="c9a3dc08-26f0-490d-b190-2780270c58e1" providerId="ADAL" clId="{5AC52E50-EE96-4559-8C20-EBFED2550501}" dt="2025-04-07T02:17:36.282" v="5231"/>
          <ac:inkMkLst>
            <pc:docMk/>
            <pc:sldMk cId="2192516234" sldId="342"/>
            <ac:inkMk id="51" creationId="{87847193-706B-DFE7-58DF-CC1E033A39AE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52" creationId="{CDBE386F-3B39-F94F-94B7-6205D2117B60}"/>
          </ac:inkMkLst>
        </pc:inkChg>
        <pc:inkChg chg="add">
          <ac:chgData name="Pi, Yalong" userId="c9a3dc08-26f0-490d-b190-2780270c58e1" providerId="ADAL" clId="{5AC52E50-EE96-4559-8C20-EBFED2550501}" dt="2025-04-07T02:17:30.656" v="5222" actId="9405"/>
          <ac:inkMkLst>
            <pc:docMk/>
            <pc:sldMk cId="2192516234" sldId="342"/>
            <ac:inkMk id="54" creationId="{94C4DAB8-6429-EBBB-0EFC-018161029894}"/>
          </ac:inkMkLst>
        </pc:inkChg>
        <pc:inkChg chg="add mod">
          <ac:chgData name="Pi, Yalong" userId="c9a3dc08-26f0-490d-b190-2780270c58e1" providerId="ADAL" clId="{5AC52E50-EE96-4559-8C20-EBFED2550501}" dt="2025-04-07T02:17:36.282" v="5231"/>
          <ac:inkMkLst>
            <pc:docMk/>
            <pc:sldMk cId="2192516234" sldId="342"/>
            <ac:inkMk id="55" creationId="{76CF408E-879C-1B58-9BFD-776FFC938988}"/>
          </ac:inkMkLst>
        </pc:inkChg>
        <pc:inkChg chg="add">
          <ac:chgData name="Pi, Yalong" userId="c9a3dc08-26f0-490d-b190-2780270c58e1" providerId="ADAL" clId="{5AC52E50-EE96-4559-8C20-EBFED2550501}" dt="2025-04-07T02:17:32.041" v="5224" actId="9405"/>
          <ac:inkMkLst>
            <pc:docMk/>
            <pc:sldMk cId="2192516234" sldId="342"/>
            <ac:inkMk id="56" creationId="{BBC8557E-59EA-AD2E-7E21-1244D381CE37}"/>
          </ac:inkMkLst>
        </pc:inkChg>
        <pc:inkChg chg="add">
          <ac:chgData name="Pi, Yalong" userId="c9a3dc08-26f0-490d-b190-2780270c58e1" providerId="ADAL" clId="{5AC52E50-EE96-4559-8C20-EBFED2550501}" dt="2025-04-07T02:17:32.296" v="5225" actId="9405"/>
          <ac:inkMkLst>
            <pc:docMk/>
            <pc:sldMk cId="2192516234" sldId="342"/>
            <ac:inkMk id="57" creationId="{29982281-BCFC-07F6-C4C6-B1ACF7F106AF}"/>
          </ac:inkMkLst>
        </pc:inkChg>
        <pc:inkChg chg="add">
          <ac:chgData name="Pi, Yalong" userId="c9a3dc08-26f0-490d-b190-2780270c58e1" providerId="ADAL" clId="{5AC52E50-EE96-4559-8C20-EBFED2550501}" dt="2025-04-07T02:17:32.635" v="5226" actId="9405"/>
          <ac:inkMkLst>
            <pc:docMk/>
            <pc:sldMk cId="2192516234" sldId="342"/>
            <ac:inkMk id="58" creationId="{DFEA0AEB-99DE-BD2F-0BEF-8BC9FE90E3A3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59" creationId="{150EB202-564E-B155-D5B5-520BA15EA6CB}"/>
          </ac:inkMkLst>
        </pc:inkChg>
        <pc:inkChg chg="add">
          <ac:chgData name="Pi, Yalong" userId="c9a3dc08-26f0-490d-b190-2780270c58e1" providerId="ADAL" clId="{5AC52E50-EE96-4559-8C20-EBFED2550501}" dt="2025-04-07T02:17:34.075" v="5228" actId="9405"/>
          <ac:inkMkLst>
            <pc:docMk/>
            <pc:sldMk cId="2192516234" sldId="342"/>
            <ac:inkMk id="60" creationId="{3DAC4A9F-68EE-7386-056B-6D033D75504D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61" creationId="{2052C3C1-BC23-2ADC-6C2A-AE06CAB8E23F}"/>
          </ac:inkMkLst>
        </pc:inkChg>
        <pc:inkChg chg="add">
          <ac:chgData name="Pi, Yalong" userId="c9a3dc08-26f0-490d-b190-2780270c58e1" providerId="ADAL" clId="{5AC52E50-EE96-4559-8C20-EBFED2550501}" dt="2025-04-07T02:17:35.790" v="5230" actId="9405"/>
          <ac:inkMkLst>
            <pc:docMk/>
            <pc:sldMk cId="2192516234" sldId="342"/>
            <ac:inkMk id="62" creationId="{A8DA2EA8-4FCF-6305-81BD-D50D9E466632}"/>
          </ac:inkMkLst>
        </pc:inkChg>
        <pc:inkChg chg="add">
          <ac:chgData name="Pi, Yalong" userId="c9a3dc08-26f0-490d-b190-2780270c58e1" providerId="ADAL" clId="{5AC52E50-EE96-4559-8C20-EBFED2550501}" dt="2025-04-07T02:17:36.712" v="5232" actId="9405"/>
          <ac:inkMkLst>
            <pc:docMk/>
            <pc:sldMk cId="2192516234" sldId="342"/>
            <ac:inkMk id="64" creationId="{B50DB41E-254F-6F5E-5170-7D5C03D44A1A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65" creationId="{4E4B4069-39E6-8B23-1179-D7150C31C399}"/>
          </ac:inkMkLst>
        </pc:inkChg>
        <pc:inkChg chg="add">
          <ac:chgData name="Pi, Yalong" userId="c9a3dc08-26f0-490d-b190-2780270c58e1" providerId="ADAL" clId="{5AC52E50-EE96-4559-8C20-EBFED2550501}" dt="2025-04-07T02:17:37.349" v="5234" actId="9405"/>
          <ac:inkMkLst>
            <pc:docMk/>
            <pc:sldMk cId="2192516234" sldId="342"/>
            <ac:inkMk id="66" creationId="{0DEA2432-B75D-90D0-CE6B-23F6ADB0A09B}"/>
          </ac:inkMkLst>
        </pc:inkChg>
        <pc:inkChg chg="add">
          <ac:chgData name="Pi, Yalong" userId="c9a3dc08-26f0-490d-b190-2780270c58e1" providerId="ADAL" clId="{5AC52E50-EE96-4559-8C20-EBFED2550501}" dt="2025-04-07T02:17:38.407" v="5235" actId="9405"/>
          <ac:inkMkLst>
            <pc:docMk/>
            <pc:sldMk cId="2192516234" sldId="342"/>
            <ac:inkMk id="67" creationId="{ABEAA73E-3F13-4C40-7E00-0C67800703CE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68" creationId="{74905462-DA50-28EA-8654-3A5AC84DDD8E}"/>
          </ac:inkMkLst>
        </pc:inkChg>
        <pc:inkChg chg="add mod">
          <ac:chgData name="Pi, Yalong" userId="c9a3dc08-26f0-490d-b190-2780270c58e1" providerId="ADAL" clId="{5AC52E50-EE96-4559-8C20-EBFED2550501}" dt="2025-04-07T02:17:41.165" v="5239"/>
          <ac:inkMkLst>
            <pc:docMk/>
            <pc:sldMk cId="2192516234" sldId="342"/>
            <ac:inkMk id="69" creationId="{034F16F2-5E75-9455-9277-55BF119FA26B}"/>
          </ac:inkMkLst>
        </pc:inkChg>
        <pc:inkChg chg="add">
          <ac:chgData name="Pi, Yalong" userId="c9a3dc08-26f0-490d-b190-2780270c58e1" providerId="ADAL" clId="{5AC52E50-EE96-4559-8C20-EBFED2550501}" dt="2025-04-07T02:17:40.616" v="5238" actId="9405"/>
          <ac:inkMkLst>
            <pc:docMk/>
            <pc:sldMk cId="2192516234" sldId="342"/>
            <ac:inkMk id="70" creationId="{E3A6AB72-7865-E361-F7A2-F870355851CF}"/>
          </ac:inkMkLst>
        </pc:inkChg>
        <pc:inkChg chg="add del mod">
          <ac:chgData name="Pi, Yalong" userId="c9a3dc08-26f0-490d-b190-2780270c58e1" providerId="ADAL" clId="{5AC52E50-EE96-4559-8C20-EBFED2550501}" dt="2025-04-07T02:19:59.949" v="5335"/>
          <ac:inkMkLst>
            <pc:docMk/>
            <pc:sldMk cId="2192516234" sldId="342"/>
            <ac:inkMk id="72" creationId="{AC3CC484-9496-CD6A-BC79-DD31EC635AC1}"/>
          </ac:inkMkLst>
        </pc:inkChg>
        <pc:inkChg chg="add del mod">
          <ac:chgData name="Pi, Yalong" userId="c9a3dc08-26f0-490d-b190-2780270c58e1" providerId="ADAL" clId="{5AC52E50-EE96-4559-8C20-EBFED2550501}" dt="2025-04-07T02:19:59.949" v="5334"/>
          <ac:inkMkLst>
            <pc:docMk/>
            <pc:sldMk cId="2192516234" sldId="342"/>
            <ac:inkMk id="73" creationId="{75876770-47A4-1C25-36DE-5462FEEC8D07}"/>
          </ac:inkMkLst>
        </pc:inkChg>
        <pc:inkChg chg="add del mod">
          <ac:chgData name="Pi, Yalong" userId="c9a3dc08-26f0-490d-b190-2780270c58e1" providerId="ADAL" clId="{5AC52E50-EE96-4559-8C20-EBFED2550501}" dt="2025-04-07T02:19:59.948" v="5330"/>
          <ac:inkMkLst>
            <pc:docMk/>
            <pc:sldMk cId="2192516234" sldId="342"/>
            <ac:inkMk id="74" creationId="{BDF07B53-1BD6-007E-38AE-73BCD35AD816}"/>
          </ac:inkMkLst>
        </pc:inkChg>
        <pc:inkChg chg="add del mod">
          <ac:chgData name="Pi, Yalong" userId="c9a3dc08-26f0-490d-b190-2780270c58e1" providerId="ADAL" clId="{5AC52E50-EE96-4559-8C20-EBFED2550501}" dt="2025-04-07T02:19:59.948" v="5329"/>
          <ac:inkMkLst>
            <pc:docMk/>
            <pc:sldMk cId="2192516234" sldId="342"/>
            <ac:inkMk id="75" creationId="{7D6AF98A-A506-D4BF-4064-28C6ECC4A393}"/>
          </ac:inkMkLst>
        </pc:inkChg>
        <pc:inkChg chg="add del mod">
          <ac:chgData name="Pi, Yalong" userId="c9a3dc08-26f0-490d-b190-2780270c58e1" providerId="ADAL" clId="{5AC52E50-EE96-4559-8C20-EBFED2550501}" dt="2025-04-07T02:19:59.949" v="5333"/>
          <ac:inkMkLst>
            <pc:docMk/>
            <pc:sldMk cId="2192516234" sldId="342"/>
            <ac:inkMk id="76" creationId="{802153FC-A627-265E-7D18-D710029BA988}"/>
          </ac:inkMkLst>
        </pc:inkChg>
        <pc:inkChg chg="add del mod">
          <ac:chgData name="Pi, Yalong" userId="c9a3dc08-26f0-490d-b190-2780270c58e1" providerId="ADAL" clId="{5AC52E50-EE96-4559-8C20-EBFED2550501}" dt="2025-04-07T02:19:59.949" v="5331"/>
          <ac:inkMkLst>
            <pc:docMk/>
            <pc:sldMk cId="2192516234" sldId="342"/>
            <ac:inkMk id="77" creationId="{C68AC8C7-DB89-A7A4-F705-992CCC8FB95F}"/>
          </ac:inkMkLst>
        </pc:inkChg>
        <pc:inkChg chg="add del">
          <ac:chgData name="Pi, Yalong" userId="c9a3dc08-26f0-490d-b190-2780270c58e1" providerId="ADAL" clId="{5AC52E50-EE96-4559-8C20-EBFED2550501}" dt="2025-04-07T02:19:55.654" v="5326"/>
          <ac:inkMkLst>
            <pc:docMk/>
            <pc:sldMk cId="2192516234" sldId="342"/>
            <ac:inkMk id="78" creationId="{00064821-25C1-CFCF-D61C-3F430CDAD960}"/>
          </ac:inkMkLst>
        </pc:inkChg>
        <pc:inkChg chg="add mod">
          <ac:chgData name="Pi, Yalong" userId="c9a3dc08-26f0-490d-b190-2780270c58e1" providerId="ADAL" clId="{5AC52E50-EE96-4559-8C20-EBFED2550501}" dt="2025-04-07T02:17:58.938" v="5251"/>
          <ac:inkMkLst>
            <pc:docMk/>
            <pc:sldMk cId="2192516234" sldId="342"/>
            <ac:inkMk id="80" creationId="{701643B4-AA4E-52D0-CD53-C11913C51AC3}"/>
          </ac:inkMkLst>
        </pc:inkChg>
        <pc:inkChg chg="add mod">
          <ac:chgData name="Pi, Yalong" userId="c9a3dc08-26f0-490d-b190-2780270c58e1" providerId="ADAL" clId="{5AC52E50-EE96-4559-8C20-EBFED2550501}" dt="2025-04-07T02:17:58.938" v="5251"/>
          <ac:inkMkLst>
            <pc:docMk/>
            <pc:sldMk cId="2192516234" sldId="342"/>
            <ac:inkMk id="81" creationId="{2E7B6C57-4500-9E71-18E1-F177B44D4977}"/>
          </ac:inkMkLst>
        </pc:inkChg>
        <pc:inkChg chg="add mod">
          <ac:chgData name="Pi, Yalong" userId="c9a3dc08-26f0-490d-b190-2780270c58e1" providerId="ADAL" clId="{5AC52E50-EE96-4559-8C20-EBFED2550501}" dt="2025-04-07T02:17:58.938" v="5251"/>
          <ac:inkMkLst>
            <pc:docMk/>
            <pc:sldMk cId="2192516234" sldId="342"/>
            <ac:inkMk id="82" creationId="{D633B8E2-00B4-5FFB-3ADC-3F6FCA8A97FF}"/>
          </ac:inkMkLst>
        </pc:inkChg>
        <pc:inkChg chg="add mod">
          <ac:chgData name="Pi, Yalong" userId="c9a3dc08-26f0-490d-b190-2780270c58e1" providerId="ADAL" clId="{5AC52E50-EE96-4559-8C20-EBFED2550501}" dt="2025-04-07T02:18:18.179" v="5259"/>
          <ac:inkMkLst>
            <pc:docMk/>
            <pc:sldMk cId="2192516234" sldId="342"/>
            <ac:inkMk id="84" creationId="{0901B4A5-AC49-9648-1CA4-0A9187B0A76D}"/>
          </ac:inkMkLst>
        </pc:inkChg>
        <pc:inkChg chg="add mod">
          <ac:chgData name="Pi, Yalong" userId="c9a3dc08-26f0-490d-b190-2780270c58e1" providerId="ADAL" clId="{5AC52E50-EE96-4559-8C20-EBFED2550501}" dt="2025-04-07T02:18:18.179" v="5259"/>
          <ac:inkMkLst>
            <pc:docMk/>
            <pc:sldMk cId="2192516234" sldId="342"/>
            <ac:inkMk id="85" creationId="{0CE50EB2-AA51-A9FA-06EB-6371CEDED253}"/>
          </ac:inkMkLst>
        </pc:inkChg>
        <pc:inkChg chg="add mod">
          <ac:chgData name="Pi, Yalong" userId="c9a3dc08-26f0-490d-b190-2780270c58e1" providerId="ADAL" clId="{5AC52E50-EE96-4559-8C20-EBFED2550501}" dt="2025-04-07T02:18:18.179" v="5259"/>
          <ac:inkMkLst>
            <pc:docMk/>
            <pc:sldMk cId="2192516234" sldId="342"/>
            <ac:inkMk id="86" creationId="{607871DF-A46D-F211-0087-5892C9328423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87" creationId="{4C2D7A55-EF18-8E3F-90DF-F50228B16980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88" creationId="{303D3A05-C466-99E4-A9DF-3FF2564D5E6D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89" creationId="{24A07920-7183-2ED4-6AD7-1C06BCAB46F9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90" creationId="{08442A26-28A0-36F3-2F37-FDDDF0D56AF8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93" creationId="{B96300AF-24BA-CD09-E6E2-51BB73887C58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94" creationId="{DADF9AA5-0DBB-B0C3-023F-A16922278D5B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95" creationId="{1248C951-6810-E1C7-6AB9-9145F6E7F233}"/>
          </ac:inkMkLst>
        </pc:inkChg>
        <pc:inkChg chg="add mod">
          <ac:chgData name="Pi, Yalong" userId="c9a3dc08-26f0-490d-b190-2780270c58e1" providerId="ADAL" clId="{5AC52E50-EE96-4559-8C20-EBFED2550501}" dt="2025-04-07T02:18:21.355" v="5265"/>
          <ac:inkMkLst>
            <pc:docMk/>
            <pc:sldMk cId="2192516234" sldId="342"/>
            <ac:inkMk id="96" creationId="{6D2E6E42-CA15-E5BF-D97F-57F0D27A0322}"/>
          </ac:inkMkLst>
        </pc:inkChg>
        <pc:inkChg chg="add">
          <ac:chgData name="Pi, Yalong" userId="c9a3dc08-26f0-490d-b190-2780270c58e1" providerId="ADAL" clId="{5AC52E50-EE96-4559-8C20-EBFED2550501}" dt="2025-04-07T02:18:20.779" v="5264" actId="9405"/>
          <ac:inkMkLst>
            <pc:docMk/>
            <pc:sldMk cId="2192516234" sldId="342"/>
            <ac:inkMk id="97" creationId="{4C4B78EB-5680-FB89-035D-2E573F439B6A}"/>
          </ac:inkMkLst>
        </pc:inkChg>
        <pc:inkChg chg="add del mod">
          <ac:chgData name="Pi, Yalong" userId="c9a3dc08-26f0-490d-b190-2780270c58e1" providerId="ADAL" clId="{5AC52E50-EE96-4559-8C20-EBFED2550501}" dt="2025-04-07T02:19:46.998" v="5305"/>
          <ac:inkMkLst>
            <pc:docMk/>
            <pc:sldMk cId="2192516234" sldId="342"/>
            <ac:inkMk id="99" creationId="{504F20AA-3947-4759-3903-AFB472F30E79}"/>
          </ac:inkMkLst>
        </pc:inkChg>
        <pc:inkChg chg="add del mod">
          <ac:chgData name="Pi, Yalong" userId="c9a3dc08-26f0-490d-b190-2780270c58e1" providerId="ADAL" clId="{5AC52E50-EE96-4559-8C20-EBFED2550501}" dt="2025-04-07T02:19:46.998" v="5303"/>
          <ac:inkMkLst>
            <pc:docMk/>
            <pc:sldMk cId="2192516234" sldId="342"/>
            <ac:inkMk id="100" creationId="{FB3D28D2-6356-72BB-B78F-2D1D2B18257F}"/>
          </ac:inkMkLst>
        </pc:inkChg>
        <pc:inkChg chg="add del mod">
          <ac:chgData name="Pi, Yalong" userId="c9a3dc08-26f0-490d-b190-2780270c58e1" providerId="ADAL" clId="{5AC52E50-EE96-4559-8C20-EBFED2550501}" dt="2025-04-07T02:19:47" v="5314"/>
          <ac:inkMkLst>
            <pc:docMk/>
            <pc:sldMk cId="2192516234" sldId="342"/>
            <ac:inkMk id="101" creationId="{3E4EC9A8-1DB9-7728-FEAB-FD8CEF01FE72}"/>
          </ac:inkMkLst>
        </pc:inkChg>
        <pc:inkChg chg="add del mod">
          <ac:chgData name="Pi, Yalong" userId="c9a3dc08-26f0-490d-b190-2780270c58e1" providerId="ADAL" clId="{5AC52E50-EE96-4559-8C20-EBFED2550501}" dt="2025-04-07T02:19:46.998" v="5298"/>
          <ac:inkMkLst>
            <pc:docMk/>
            <pc:sldMk cId="2192516234" sldId="342"/>
            <ac:inkMk id="102" creationId="{DD7C2488-FDA8-0F0A-9465-AC25DA46488C}"/>
          </ac:inkMkLst>
        </pc:inkChg>
        <pc:inkChg chg="add del mod">
          <ac:chgData name="Pi, Yalong" userId="c9a3dc08-26f0-490d-b190-2780270c58e1" providerId="ADAL" clId="{5AC52E50-EE96-4559-8C20-EBFED2550501}" dt="2025-04-07T02:19:46.999" v="5307"/>
          <ac:inkMkLst>
            <pc:docMk/>
            <pc:sldMk cId="2192516234" sldId="342"/>
            <ac:inkMk id="103" creationId="{09D9F7DE-85AF-6ED5-68D0-625A1D1EE482}"/>
          </ac:inkMkLst>
        </pc:inkChg>
        <pc:inkChg chg="add del mod">
          <ac:chgData name="Pi, Yalong" userId="c9a3dc08-26f0-490d-b190-2780270c58e1" providerId="ADAL" clId="{5AC52E50-EE96-4559-8C20-EBFED2550501}" dt="2025-04-07T02:19:46.998" v="5302"/>
          <ac:inkMkLst>
            <pc:docMk/>
            <pc:sldMk cId="2192516234" sldId="342"/>
            <ac:inkMk id="105" creationId="{36A925A2-F873-537B-3179-7F9E8E8B5B39}"/>
          </ac:inkMkLst>
        </pc:inkChg>
        <pc:inkChg chg="add del mod">
          <ac:chgData name="Pi, Yalong" userId="c9a3dc08-26f0-490d-b190-2780270c58e1" providerId="ADAL" clId="{5AC52E50-EE96-4559-8C20-EBFED2550501}" dt="2025-04-07T02:19:47" v="5312"/>
          <ac:inkMkLst>
            <pc:docMk/>
            <pc:sldMk cId="2192516234" sldId="342"/>
            <ac:inkMk id="107" creationId="{D1D4A6FF-5A58-C5C2-B59A-E577DC6C3253}"/>
          </ac:inkMkLst>
        </pc:inkChg>
        <pc:inkChg chg="add del mod">
          <ac:chgData name="Pi, Yalong" userId="c9a3dc08-26f0-490d-b190-2780270c58e1" providerId="ADAL" clId="{5AC52E50-EE96-4559-8C20-EBFED2550501}" dt="2025-04-07T02:19:46.999" v="5306"/>
          <ac:inkMkLst>
            <pc:docMk/>
            <pc:sldMk cId="2192516234" sldId="342"/>
            <ac:inkMk id="108" creationId="{5E3F5200-219B-545A-8BA6-B394FA9E225C}"/>
          </ac:inkMkLst>
        </pc:inkChg>
        <pc:inkChg chg="add del mod">
          <ac:chgData name="Pi, Yalong" userId="c9a3dc08-26f0-490d-b190-2780270c58e1" providerId="ADAL" clId="{5AC52E50-EE96-4559-8C20-EBFED2550501}" dt="2025-04-07T02:19:47" v="5316"/>
          <ac:inkMkLst>
            <pc:docMk/>
            <pc:sldMk cId="2192516234" sldId="342"/>
            <ac:inkMk id="110" creationId="{6A81ABBE-9838-3BC8-C1B4-7970E5EF1C39}"/>
          </ac:inkMkLst>
        </pc:inkChg>
        <pc:inkChg chg="add del mod">
          <ac:chgData name="Pi, Yalong" userId="c9a3dc08-26f0-490d-b190-2780270c58e1" providerId="ADAL" clId="{5AC52E50-EE96-4559-8C20-EBFED2550501}" dt="2025-04-07T02:19:46.999" v="5309"/>
          <ac:inkMkLst>
            <pc:docMk/>
            <pc:sldMk cId="2192516234" sldId="342"/>
            <ac:inkMk id="111" creationId="{B561FB0C-B010-4CE8-704C-5E7DC7D62AA0}"/>
          </ac:inkMkLst>
        </pc:inkChg>
        <pc:inkChg chg="add mod">
          <ac:chgData name="Pi, Yalong" userId="c9a3dc08-26f0-490d-b190-2780270c58e1" providerId="ADAL" clId="{5AC52E50-EE96-4559-8C20-EBFED2550501}" dt="2025-04-07T02:18:49.115" v="5286"/>
          <ac:inkMkLst>
            <pc:docMk/>
            <pc:sldMk cId="2192516234" sldId="342"/>
            <ac:inkMk id="112" creationId="{4788890E-53B8-C95E-1EC1-B5ED0156C30E}"/>
          </ac:inkMkLst>
        </pc:inkChg>
        <pc:inkChg chg="add del mod">
          <ac:chgData name="Pi, Yalong" userId="c9a3dc08-26f0-490d-b190-2780270c58e1" providerId="ADAL" clId="{5AC52E50-EE96-4559-8C20-EBFED2550501}" dt="2025-04-07T02:19:46.999" v="5310"/>
          <ac:inkMkLst>
            <pc:docMk/>
            <pc:sldMk cId="2192516234" sldId="342"/>
            <ac:inkMk id="113" creationId="{5A86D300-AB57-56F2-E056-715FC41661B7}"/>
          </ac:inkMkLst>
        </pc:inkChg>
        <pc:inkChg chg="add del mod">
          <ac:chgData name="Pi, Yalong" userId="c9a3dc08-26f0-490d-b190-2780270c58e1" providerId="ADAL" clId="{5AC52E50-EE96-4559-8C20-EBFED2550501}" dt="2025-04-07T02:19:46.998" v="5300"/>
          <ac:inkMkLst>
            <pc:docMk/>
            <pc:sldMk cId="2192516234" sldId="342"/>
            <ac:inkMk id="114" creationId="{251416A1-96D6-66B7-77E6-CF45A40F6F87}"/>
          </ac:inkMkLst>
        </pc:inkChg>
        <pc:inkChg chg="add del mod">
          <ac:chgData name="Pi, Yalong" userId="c9a3dc08-26f0-490d-b190-2780270c58e1" providerId="ADAL" clId="{5AC52E50-EE96-4559-8C20-EBFED2550501}" dt="2025-04-07T02:19:46.999" v="5308"/>
          <ac:inkMkLst>
            <pc:docMk/>
            <pc:sldMk cId="2192516234" sldId="342"/>
            <ac:inkMk id="115" creationId="{F658181C-D1FB-4BA5-5DA8-0EFDD6D6BB06}"/>
          </ac:inkMkLst>
        </pc:inkChg>
        <pc:inkChg chg="add del mod">
          <ac:chgData name="Pi, Yalong" userId="c9a3dc08-26f0-490d-b190-2780270c58e1" providerId="ADAL" clId="{5AC52E50-EE96-4559-8C20-EBFED2550501}" dt="2025-04-07T02:19:46.998" v="5301"/>
          <ac:inkMkLst>
            <pc:docMk/>
            <pc:sldMk cId="2192516234" sldId="342"/>
            <ac:inkMk id="116" creationId="{9E03F5EA-9531-56DA-762A-1ADF0DFB3FB7}"/>
          </ac:inkMkLst>
        </pc:inkChg>
        <pc:inkChg chg="add del mod">
          <ac:chgData name="Pi, Yalong" userId="c9a3dc08-26f0-490d-b190-2780270c58e1" providerId="ADAL" clId="{5AC52E50-EE96-4559-8C20-EBFED2550501}" dt="2025-04-07T02:19:47" v="5313"/>
          <ac:inkMkLst>
            <pc:docMk/>
            <pc:sldMk cId="2192516234" sldId="342"/>
            <ac:inkMk id="118" creationId="{ABC087D0-7F54-BE1D-7FDA-62097C89CFED}"/>
          </ac:inkMkLst>
        </pc:inkChg>
        <pc:inkChg chg="add del mod">
          <ac:chgData name="Pi, Yalong" userId="c9a3dc08-26f0-490d-b190-2780270c58e1" providerId="ADAL" clId="{5AC52E50-EE96-4559-8C20-EBFED2550501}" dt="2025-04-07T02:19:46.999" v="5311"/>
          <ac:inkMkLst>
            <pc:docMk/>
            <pc:sldMk cId="2192516234" sldId="342"/>
            <ac:inkMk id="120" creationId="{1004596F-16C1-9B43-0576-7E7326B87FD2}"/>
          </ac:inkMkLst>
        </pc:inkChg>
        <pc:inkChg chg="add">
          <ac:chgData name="Pi, Yalong" userId="c9a3dc08-26f0-490d-b190-2780270c58e1" providerId="ADAL" clId="{5AC52E50-EE96-4559-8C20-EBFED2550501}" dt="2025-04-07T02:18:51.448" v="5288" actId="9405"/>
          <ac:inkMkLst>
            <pc:docMk/>
            <pc:sldMk cId="2192516234" sldId="342"/>
            <ac:inkMk id="121" creationId="{0B649F11-35C2-1B98-D75C-CF3E3A360C34}"/>
          </ac:inkMkLst>
        </pc:inkChg>
        <pc:inkChg chg="add del mod">
          <ac:chgData name="Pi, Yalong" userId="c9a3dc08-26f0-490d-b190-2780270c58e1" providerId="ADAL" clId="{5AC52E50-EE96-4559-8C20-EBFED2550501}" dt="2025-04-07T02:19:47" v="5317"/>
          <ac:inkMkLst>
            <pc:docMk/>
            <pc:sldMk cId="2192516234" sldId="342"/>
            <ac:inkMk id="122" creationId="{E7254A7C-2895-FC1B-AE09-C04675DC2067}"/>
          </ac:inkMkLst>
        </pc:inkChg>
        <pc:inkChg chg="add del mod">
          <ac:chgData name="Pi, Yalong" userId="c9a3dc08-26f0-490d-b190-2780270c58e1" providerId="ADAL" clId="{5AC52E50-EE96-4559-8C20-EBFED2550501}" dt="2025-04-07T02:19:47" v="5315"/>
          <ac:inkMkLst>
            <pc:docMk/>
            <pc:sldMk cId="2192516234" sldId="342"/>
            <ac:inkMk id="123" creationId="{51AFA6C1-2721-1B33-B8B7-DC8829A05EA4}"/>
          </ac:inkMkLst>
        </pc:inkChg>
        <pc:inkChg chg="add del mod">
          <ac:chgData name="Pi, Yalong" userId="c9a3dc08-26f0-490d-b190-2780270c58e1" providerId="ADAL" clId="{5AC52E50-EE96-4559-8C20-EBFED2550501}" dt="2025-04-07T02:19:48.088" v="5319"/>
          <ac:inkMkLst>
            <pc:docMk/>
            <pc:sldMk cId="2192516234" sldId="342"/>
            <ac:inkMk id="125" creationId="{6E19EE1C-45FD-3005-4D28-C3B7CB0ABA08}"/>
          </ac:inkMkLst>
        </pc:inkChg>
        <pc:inkChg chg="add del mod">
          <ac:chgData name="Pi, Yalong" userId="c9a3dc08-26f0-490d-b190-2780270c58e1" providerId="ADAL" clId="{5AC52E50-EE96-4559-8C20-EBFED2550501}" dt="2025-04-07T02:19:48.088" v="5321"/>
          <ac:inkMkLst>
            <pc:docMk/>
            <pc:sldMk cId="2192516234" sldId="342"/>
            <ac:inkMk id="126" creationId="{6EBDDE6E-088D-7891-4B0B-16CE0E70771B}"/>
          </ac:inkMkLst>
        </pc:inkChg>
        <pc:inkChg chg="add del mod">
          <ac:chgData name="Pi, Yalong" userId="c9a3dc08-26f0-490d-b190-2780270c58e1" providerId="ADAL" clId="{5AC52E50-EE96-4559-8C20-EBFED2550501}" dt="2025-04-07T02:19:48.088" v="5320"/>
          <ac:inkMkLst>
            <pc:docMk/>
            <pc:sldMk cId="2192516234" sldId="342"/>
            <ac:inkMk id="127" creationId="{CFC899FD-02B4-DB6C-41E4-57993B423C89}"/>
          </ac:inkMkLst>
        </pc:inkChg>
        <pc:inkChg chg="add del mod">
          <ac:chgData name="Pi, Yalong" userId="c9a3dc08-26f0-490d-b190-2780270c58e1" providerId="ADAL" clId="{5AC52E50-EE96-4559-8C20-EBFED2550501}" dt="2025-04-07T02:19:48.087" v="5318"/>
          <ac:inkMkLst>
            <pc:docMk/>
            <pc:sldMk cId="2192516234" sldId="342"/>
            <ac:inkMk id="128" creationId="{7893724E-BD76-6392-0543-DBE020D70B55}"/>
          </ac:inkMkLst>
        </pc:inkChg>
        <pc:inkChg chg="add del mod">
          <ac:chgData name="Pi, Yalong" userId="c9a3dc08-26f0-490d-b190-2780270c58e1" providerId="ADAL" clId="{5AC52E50-EE96-4559-8C20-EBFED2550501}" dt="2025-04-07T02:19:48.088" v="5322"/>
          <ac:inkMkLst>
            <pc:docMk/>
            <pc:sldMk cId="2192516234" sldId="342"/>
            <ac:inkMk id="129" creationId="{D367E682-65D8-6DC1-88AD-000DE20A15E1}"/>
          </ac:inkMkLst>
        </pc:inkChg>
        <pc:inkChg chg="add del mod">
          <ac:chgData name="Pi, Yalong" userId="c9a3dc08-26f0-490d-b190-2780270c58e1" providerId="ADAL" clId="{5AC52E50-EE96-4559-8C20-EBFED2550501}" dt="2025-04-07T02:19:55.654" v="5327"/>
          <ac:inkMkLst>
            <pc:docMk/>
            <pc:sldMk cId="2192516234" sldId="342"/>
            <ac:inkMk id="131" creationId="{D2AEE2A0-A483-6A20-1269-BF44BADEFC0E}"/>
          </ac:inkMkLst>
        </pc:inkChg>
        <pc:inkChg chg="add del mod">
          <ac:chgData name="Pi, Yalong" userId="c9a3dc08-26f0-490d-b190-2780270c58e1" providerId="ADAL" clId="{5AC52E50-EE96-4559-8C20-EBFED2550501}" dt="2025-04-07T02:19:56.616" v="5328"/>
          <ac:inkMkLst>
            <pc:docMk/>
            <pc:sldMk cId="2192516234" sldId="342"/>
            <ac:inkMk id="132" creationId="{9ADBD8DB-EEDA-AC9D-095E-E80C75FF26C8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34" creationId="{A56FC217-6E9C-56D4-1618-74053E1280AC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35" creationId="{B407FA58-D0B9-47A9-A317-48AE56740BC9}"/>
          </ac:inkMkLst>
        </pc:inkChg>
        <pc:inkChg chg="add mod">
          <ac:chgData name="Pi, Yalong" userId="c9a3dc08-26f0-490d-b190-2780270c58e1" providerId="ADAL" clId="{5AC52E50-EE96-4559-8C20-EBFED2550501}" dt="2025-04-07T02:20:11.465" v="5351"/>
          <ac:inkMkLst>
            <pc:docMk/>
            <pc:sldMk cId="2192516234" sldId="342"/>
            <ac:inkMk id="136" creationId="{797A2F33-7DD0-8510-C266-5D5832AAA442}"/>
          </ac:inkMkLst>
        </pc:inkChg>
        <pc:inkChg chg="add">
          <ac:chgData name="Pi, Yalong" userId="c9a3dc08-26f0-490d-b190-2780270c58e1" providerId="ADAL" clId="{5AC52E50-EE96-4559-8C20-EBFED2550501}" dt="2025-04-07T02:20:04.210" v="5340" actId="9405"/>
          <ac:inkMkLst>
            <pc:docMk/>
            <pc:sldMk cId="2192516234" sldId="342"/>
            <ac:inkMk id="137" creationId="{376EEC78-3E0C-1534-4AD3-E2F81BAB695E}"/>
          </ac:inkMkLst>
        </pc:inkChg>
        <pc:inkChg chg="add">
          <ac:chgData name="Pi, Yalong" userId="c9a3dc08-26f0-490d-b190-2780270c58e1" providerId="ADAL" clId="{5AC52E50-EE96-4559-8C20-EBFED2550501}" dt="2025-04-07T02:20:04.805" v="5341" actId="9405"/>
          <ac:inkMkLst>
            <pc:docMk/>
            <pc:sldMk cId="2192516234" sldId="342"/>
            <ac:inkMk id="138" creationId="{D168712E-4CAB-C3DB-23E2-FD4205EFA3EF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39" creationId="{E6D3AA8E-514D-3B3C-20F7-B50210DB852B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40" creationId="{9CB54EEC-CADC-84A0-28FC-4E61C6E419FA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41" creationId="{7F386D4F-9D73-981A-F702-0628B04D1058}"/>
          </ac:inkMkLst>
        </pc:inkChg>
        <pc:inkChg chg="add">
          <ac:chgData name="Pi, Yalong" userId="c9a3dc08-26f0-490d-b190-2780270c58e1" providerId="ADAL" clId="{5AC52E50-EE96-4559-8C20-EBFED2550501}" dt="2025-04-07T02:20:08.053" v="5345" actId="9405"/>
          <ac:inkMkLst>
            <pc:docMk/>
            <pc:sldMk cId="2192516234" sldId="342"/>
            <ac:inkMk id="142" creationId="{370F671D-53D2-A43B-C37D-790DDB69F144}"/>
          </ac:inkMkLst>
        </pc:inkChg>
        <pc:inkChg chg="add">
          <ac:chgData name="Pi, Yalong" userId="c9a3dc08-26f0-490d-b190-2780270c58e1" providerId="ADAL" clId="{5AC52E50-EE96-4559-8C20-EBFED2550501}" dt="2025-04-07T02:20:08.318" v="5346" actId="9405"/>
          <ac:inkMkLst>
            <pc:docMk/>
            <pc:sldMk cId="2192516234" sldId="342"/>
            <ac:inkMk id="143" creationId="{7B033B1B-4FF5-A6C6-F663-CDB10ABF016A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44" creationId="{3DEA72CC-ECBE-9413-BF94-C78F087880E7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45" creationId="{C214CD8F-CE74-27FE-2325-DF97DF294473}"/>
          </ac:inkMkLst>
        </pc:inkChg>
        <pc:inkChg chg="add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46" creationId="{07EA70AA-15A6-0527-44D6-386A277315F8}"/>
          </ac:inkMkLst>
        </pc:inkChg>
        <pc:inkChg chg="add">
          <ac:chgData name="Pi, Yalong" userId="c9a3dc08-26f0-490d-b190-2780270c58e1" providerId="ADAL" clId="{5AC52E50-EE96-4559-8C20-EBFED2550501}" dt="2025-04-07T02:20:10.724" v="5350" actId="9405"/>
          <ac:inkMkLst>
            <pc:docMk/>
            <pc:sldMk cId="2192516234" sldId="342"/>
            <ac:inkMk id="147" creationId="{9C782745-E468-747A-405D-738CB132CE71}"/>
          </ac:inkMkLst>
        </pc:inkChg>
        <pc:inkChg chg="add del mod">
          <ac:chgData name="Pi, Yalong" userId="c9a3dc08-26f0-490d-b190-2780270c58e1" providerId="ADAL" clId="{5AC52E50-EE96-4559-8C20-EBFED2550501}" dt="2025-04-07T02:20:14.074" v="5354"/>
          <ac:inkMkLst>
            <pc:docMk/>
            <pc:sldMk cId="2192516234" sldId="342"/>
            <ac:inkMk id="149" creationId="{EB9668C8-E2E8-1171-19C3-ED9ABEDE6E53}"/>
          </ac:inkMkLst>
        </pc:inkChg>
        <pc:inkChg chg="add">
          <ac:chgData name="Pi, Yalong" userId="c9a3dc08-26f0-490d-b190-2780270c58e1" providerId="ADAL" clId="{5AC52E50-EE96-4559-8C20-EBFED2550501}" dt="2025-04-07T02:20:16.086" v="5355" actId="9405"/>
          <ac:inkMkLst>
            <pc:docMk/>
            <pc:sldMk cId="2192516234" sldId="342"/>
            <ac:inkMk id="151" creationId="{E3E3DDC6-3BC2-9029-015D-7C8B79228E25}"/>
          </ac:inkMkLst>
        </pc:inkChg>
        <pc:inkChg chg="add del mod">
          <ac:chgData name="Pi, Yalong" userId="c9a3dc08-26f0-490d-b190-2780270c58e1" providerId="ADAL" clId="{5AC52E50-EE96-4559-8C20-EBFED2550501}" dt="2025-04-07T02:20:19.121" v="5365"/>
          <ac:inkMkLst>
            <pc:docMk/>
            <pc:sldMk cId="2192516234" sldId="342"/>
            <ac:inkMk id="152" creationId="{EF48E8AA-97B0-1991-E931-7A32C2C1DE68}"/>
          </ac:inkMkLst>
        </pc:inkChg>
        <pc:inkChg chg="add">
          <ac:chgData name="Pi, Yalong" userId="c9a3dc08-26f0-490d-b190-2780270c58e1" providerId="ADAL" clId="{5AC52E50-EE96-4559-8C20-EBFED2550501}" dt="2025-04-07T02:20:16.753" v="5357" actId="9405"/>
          <ac:inkMkLst>
            <pc:docMk/>
            <pc:sldMk cId="2192516234" sldId="342"/>
            <ac:inkMk id="153" creationId="{3C78AF94-D827-9FB5-D33F-55C5A69C90A2}"/>
          </ac:inkMkLst>
        </pc:inkChg>
        <pc:inkChg chg="add">
          <ac:chgData name="Pi, Yalong" userId="c9a3dc08-26f0-490d-b190-2780270c58e1" providerId="ADAL" clId="{5AC52E50-EE96-4559-8C20-EBFED2550501}" dt="2025-04-07T02:20:17.143" v="5358" actId="9405"/>
          <ac:inkMkLst>
            <pc:docMk/>
            <pc:sldMk cId="2192516234" sldId="342"/>
            <ac:inkMk id="154" creationId="{09B7664C-7E41-F140-9252-A69CC0DE49BB}"/>
          </ac:inkMkLst>
        </pc:inkChg>
        <pc:inkChg chg="add">
          <ac:chgData name="Pi, Yalong" userId="c9a3dc08-26f0-490d-b190-2780270c58e1" providerId="ADAL" clId="{5AC52E50-EE96-4559-8C20-EBFED2550501}" dt="2025-04-07T02:20:17.968" v="5359" actId="9405"/>
          <ac:inkMkLst>
            <pc:docMk/>
            <pc:sldMk cId="2192516234" sldId="342"/>
            <ac:inkMk id="155" creationId="{634F4907-6BCE-FE5B-4F03-6183C87316F7}"/>
          </ac:inkMkLst>
        </pc:inkChg>
        <pc:inkChg chg="add mod">
          <ac:chgData name="Pi, Yalong" userId="c9a3dc08-26f0-490d-b190-2780270c58e1" providerId="ADAL" clId="{5AC52E50-EE96-4559-8C20-EBFED2550501}" dt="2025-04-07T02:20:27.091" v="5373"/>
          <ac:inkMkLst>
            <pc:docMk/>
            <pc:sldMk cId="2192516234" sldId="342"/>
            <ac:inkMk id="157" creationId="{F3B8774E-AC4E-E437-C00B-B82A8DB207E1}"/>
          </ac:inkMkLst>
        </pc:inkChg>
        <pc:inkChg chg="add mod">
          <ac:chgData name="Pi, Yalong" userId="c9a3dc08-26f0-490d-b190-2780270c58e1" providerId="ADAL" clId="{5AC52E50-EE96-4559-8C20-EBFED2550501}" dt="2025-04-07T02:20:27.091" v="5373"/>
          <ac:inkMkLst>
            <pc:docMk/>
            <pc:sldMk cId="2192516234" sldId="342"/>
            <ac:inkMk id="158" creationId="{721A1503-1B79-DE55-3177-78EE5F2182BF}"/>
          </ac:inkMkLst>
        </pc:inkChg>
        <pc:inkChg chg="add mod">
          <ac:chgData name="Pi, Yalong" userId="c9a3dc08-26f0-490d-b190-2780270c58e1" providerId="ADAL" clId="{5AC52E50-EE96-4559-8C20-EBFED2550501}" dt="2025-04-07T02:20:27.091" v="5373"/>
          <ac:inkMkLst>
            <pc:docMk/>
            <pc:sldMk cId="2192516234" sldId="342"/>
            <ac:inkMk id="159" creationId="{F18E0BDC-EE14-B772-5D24-AE5220C2B62F}"/>
          </ac:inkMkLst>
        </pc:inkChg>
        <pc:inkChg chg="add mod">
          <ac:chgData name="Pi, Yalong" userId="c9a3dc08-26f0-490d-b190-2780270c58e1" providerId="ADAL" clId="{5AC52E50-EE96-4559-8C20-EBFED2550501}" dt="2025-04-07T02:20:27.091" v="5373"/>
          <ac:inkMkLst>
            <pc:docMk/>
            <pc:sldMk cId="2192516234" sldId="342"/>
            <ac:inkMk id="160" creationId="{8E1DB734-466C-D3D6-85D4-02AB85A6CF3F}"/>
          </ac:inkMkLst>
        </pc:inkChg>
        <pc:inkChg chg="add mod">
          <ac:chgData name="Pi, Yalong" userId="c9a3dc08-26f0-490d-b190-2780270c58e1" providerId="ADAL" clId="{5AC52E50-EE96-4559-8C20-EBFED2550501}" dt="2025-04-07T02:20:27.091" v="5373"/>
          <ac:inkMkLst>
            <pc:docMk/>
            <pc:sldMk cId="2192516234" sldId="342"/>
            <ac:inkMk id="161" creationId="{F7F5F469-A423-D0F7-1EEF-1307E0AEBE35}"/>
          </ac:inkMkLst>
        </pc:inkChg>
        <pc:inkChg chg="add mod">
          <ac:chgData name="Pi, Yalong" userId="c9a3dc08-26f0-490d-b190-2780270c58e1" providerId="ADAL" clId="{5AC52E50-EE96-4559-8C20-EBFED2550501}" dt="2025-04-07T02:20:27.091" v="5373"/>
          <ac:inkMkLst>
            <pc:docMk/>
            <pc:sldMk cId="2192516234" sldId="342"/>
            <ac:inkMk id="162" creationId="{C1EEB4D3-FD2C-D724-702D-493668B5B3AB}"/>
          </ac:inkMkLst>
        </pc:inkChg>
        <pc:inkChg chg="add">
          <ac:chgData name="Pi, Yalong" userId="c9a3dc08-26f0-490d-b190-2780270c58e1" providerId="ADAL" clId="{5AC52E50-EE96-4559-8C20-EBFED2550501}" dt="2025-04-07T02:20:26.080" v="5372" actId="9405"/>
          <ac:inkMkLst>
            <pc:docMk/>
            <pc:sldMk cId="2192516234" sldId="342"/>
            <ac:inkMk id="163" creationId="{9C9345B0-5CB8-9034-874A-C58C4027511B}"/>
          </ac:inkMkLst>
        </pc:inkChg>
        <pc:inkChg chg="add mod">
          <ac:chgData name="Pi, Yalong" userId="c9a3dc08-26f0-490d-b190-2780270c58e1" providerId="ADAL" clId="{5AC52E50-EE96-4559-8C20-EBFED2550501}" dt="2025-04-07T02:20:36.175" v="5378"/>
          <ac:inkMkLst>
            <pc:docMk/>
            <pc:sldMk cId="2192516234" sldId="342"/>
            <ac:inkMk id="165" creationId="{4C6F358D-0CE3-57DD-1AEF-0D743E9D1B7E}"/>
          </ac:inkMkLst>
        </pc:inkChg>
        <pc:inkChg chg="add mod">
          <ac:chgData name="Pi, Yalong" userId="c9a3dc08-26f0-490d-b190-2780270c58e1" providerId="ADAL" clId="{5AC52E50-EE96-4559-8C20-EBFED2550501}" dt="2025-04-07T02:20:36.175" v="5378"/>
          <ac:inkMkLst>
            <pc:docMk/>
            <pc:sldMk cId="2192516234" sldId="342"/>
            <ac:inkMk id="166" creationId="{E17F8A23-DEE3-1693-F0E3-80714BFC57F9}"/>
          </ac:inkMkLst>
        </pc:inkChg>
        <pc:inkChg chg="add del mod">
          <ac:chgData name="Pi, Yalong" userId="c9a3dc08-26f0-490d-b190-2780270c58e1" providerId="ADAL" clId="{5AC52E50-EE96-4559-8C20-EBFED2550501}" dt="2025-04-07T02:20:36.175" v="5378"/>
          <ac:inkMkLst>
            <pc:docMk/>
            <pc:sldMk cId="2192516234" sldId="342"/>
            <ac:inkMk id="167" creationId="{FE62B478-EFC7-EE19-56AD-F2E6DD431807}"/>
          </ac:inkMkLst>
        </pc:inkChg>
        <pc:inkChg chg="add mod">
          <ac:chgData name="Pi, Yalong" userId="c9a3dc08-26f0-490d-b190-2780270c58e1" providerId="ADAL" clId="{5AC52E50-EE96-4559-8C20-EBFED2550501}" dt="2025-04-07T02:20:39.509" v="5383"/>
          <ac:inkMkLst>
            <pc:docMk/>
            <pc:sldMk cId="2192516234" sldId="342"/>
            <ac:inkMk id="169" creationId="{F6F4715D-EFEA-D376-D880-6F705EB9ACC5}"/>
          </ac:inkMkLst>
        </pc:inkChg>
        <pc:inkChg chg="add mod">
          <ac:chgData name="Pi, Yalong" userId="c9a3dc08-26f0-490d-b190-2780270c58e1" providerId="ADAL" clId="{5AC52E50-EE96-4559-8C20-EBFED2550501}" dt="2025-04-07T02:20:39.509" v="5383"/>
          <ac:inkMkLst>
            <pc:docMk/>
            <pc:sldMk cId="2192516234" sldId="342"/>
            <ac:inkMk id="170" creationId="{8E39901C-A6E7-2BB5-9B73-DBE8A1EC73D2}"/>
          </ac:inkMkLst>
        </pc:inkChg>
        <pc:inkChg chg="add mod">
          <ac:chgData name="Pi, Yalong" userId="c9a3dc08-26f0-490d-b190-2780270c58e1" providerId="ADAL" clId="{5AC52E50-EE96-4559-8C20-EBFED2550501}" dt="2025-04-07T02:20:39.509" v="5383"/>
          <ac:inkMkLst>
            <pc:docMk/>
            <pc:sldMk cId="2192516234" sldId="342"/>
            <ac:inkMk id="171" creationId="{8BA676A3-75F0-B1ED-2101-722F8844648E}"/>
          </ac:inkMkLst>
        </pc:inkChg>
        <pc:inkChg chg="add mod">
          <ac:chgData name="Pi, Yalong" userId="c9a3dc08-26f0-490d-b190-2780270c58e1" providerId="ADAL" clId="{5AC52E50-EE96-4559-8C20-EBFED2550501}" dt="2025-04-07T02:20:39.509" v="5383"/>
          <ac:inkMkLst>
            <pc:docMk/>
            <pc:sldMk cId="2192516234" sldId="342"/>
            <ac:inkMk id="172" creationId="{2EDA0CBD-9E27-D134-1345-0EFFB50BB32C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74" creationId="{AE98E1FE-A988-E46B-9CA5-E7BE108D41BF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75" creationId="{1EE15657-14D1-DA0B-22E5-E9B736EE8754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76" creationId="{707142A1-41A3-8104-F1E8-1183454FE1CE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77" creationId="{B97EC269-FBCE-C9A4-B3C8-F8F061309DD1}"/>
          </ac:inkMkLst>
        </pc:inkChg>
        <pc:inkChg chg="add">
          <ac:chgData name="Pi, Yalong" userId="c9a3dc08-26f0-490d-b190-2780270c58e1" providerId="ADAL" clId="{5AC52E50-EE96-4559-8C20-EBFED2550501}" dt="2025-04-07T02:20:44.590" v="5388" actId="9405"/>
          <ac:inkMkLst>
            <pc:docMk/>
            <pc:sldMk cId="2192516234" sldId="342"/>
            <ac:inkMk id="178" creationId="{6454AC68-9A5F-5F6E-5F48-5119AC0F34D1}"/>
          </ac:inkMkLst>
        </pc:inkChg>
        <pc:inkChg chg="add">
          <ac:chgData name="Pi, Yalong" userId="c9a3dc08-26f0-490d-b190-2780270c58e1" providerId="ADAL" clId="{5AC52E50-EE96-4559-8C20-EBFED2550501}" dt="2025-04-07T02:20:44.949" v="5389" actId="9405"/>
          <ac:inkMkLst>
            <pc:docMk/>
            <pc:sldMk cId="2192516234" sldId="342"/>
            <ac:inkMk id="179" creationId="{48E2857E-679D-6A5A-8E58-8EFDCF08C92C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80" creationId="{B8FF068B-67C2-6571-2EAE-8E714350492D}"/>
          </ac:inkMkLst>
        </pc:inkChg>
        <pc:inkChg chg="add">
          <ac:chgData name="Pi, Yalong" userId="c9a3dc08-26f0-490d-b190-2780270c58e1" providerId="ADAL" clId="{5AC52E50-EE96-4559-8C20-EBFED2550501}" dt="2025-04-07T02:20:46.644" v="5391" actId="9405"/>
          <ac:inkMkLst>
            <pc:docMk/>
            <pc:sldMk cId="2192516234" sldId="342"/>
            <ac:inkMk id="181" creationId="{DB4209B5-DEA3-6BF4-59C8-076BD694AB51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82" creationId="{47CE317F-88C0-532B-90F6-D256B752F4A5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83" creationId="{63D82AEF-764F-089D-C487-7BC555E55FEC}"/>
          </ac:inkMkLst>
        </pc:inkChg>
        <pc:inkChg chg="add mod">
          <ac:chgData name="Pi, Yalong" userId="c9a3dc08-26f0-490d-b190-2780270c58e1" providerId="ADAL" clId="{5AC52E50-EE96-4559-8C20-EBFED2550501}" dt="2025-04-07T02:20:49.031" v="5395"/>
          <ac:inkMkLst>
            <pc:docMk/>
            <pc:sldMk cId="2192516234" sldId="342"/>
            <ac:inkMk id="184" creationId="{582274B7-0BC2-1338-4C89-837C2821E862}"/>
          </ac:inkMkLst>
        </pc:inkChg>
        <pc:inkChg chg="add mod">
          <ac:chgData name="Pi, Yalong" userId="c9a3dc08-26f0-490d-b190-2780270c58e1" providerId="ADAL" clId="{5AC52E50-EE96-4559-8C20-EBFED2550501}" dt="2025-04-07T02:20:54.668" v="5400"/>
          <ac:inkMkLst>
            <pc:docMk/>
            <pc:sldMk cId="2192516234" sldId="342"/>
            <ac:inkMk id="187" creationId="{005B6F29-8C1C-4BCD-7B82-DBB5753E9B74}"/>
          </ac:inkMkLst>
        </pc:inkChg>
        <pc:inkChg chg="add mod">
          <ac:chgData name="Pi, Yalong" userId="c9a3dc08-26f0-490d-b190-2780270c58e1" providerId="ADAL" clId="{5AC52E50-EE96-4559-8C20-EBFED2550501}" dt="2025-04-07T02:20:54.668" v="5400"/>
          <ac:inkMkLst>
            <pc:docMk/>
            <pc:sldMk cId="2192516234" sldId="342"/>
            <ac:inkMk id="188" creationId="{0E8E2112-323C-04AA-0732-EEF2925478A5}"/>
          </ac:inkMkLst>
        </pc:inkChg>
        <pc:inkChg chg="add mod">
          <ac:chgData name="Pi, Yalong" userId="c9a3dc08-26f0-490d-b190-2780270c58e1" providerId="ADAL" clId="{5AC52E50-EE96-4559-8C20-EBFED2550501}" dt="2025-04-07T02:20:54.668" v="5400"/>
          <ac:inkMkLst>
            <pc:docMk/>
            <pc:sldMk cId="2192516234" sldId="342"/>
            <ac:inkMk id="189" creationId="{64642EF9-EBA1-6E4E-F409-7738CD8B8C05}"/>
          </ac:inkMkLst>
        </pc:inkChg>
        <pc:inkChg chg="add mod">
          <ac:chgData name="Pi, Yalong" userId="c9a3dc08-26f0-490d-b190-2780270c58e1" providerId="ADAL" clId="{5AC52E50-EE96-4559-8C20-EBFED2550501}" dt="2025-04-07T02:20:54.668" v="5400"/>
          <ac:inkMkLst>
            <pc:docMk/>
            <pc:sldMk cId="2192516234" sldId="342"/>
            <ac:inkMk id="190" creationId="{EF83901D-5B56-667D-3AE0-659D02F452A2}"/>
          </ac:inkMkLst>
        </pc:inkChg>
        <pc:inkChg chg="add mod">
          <ac:chgData name="Pi, Yalong" userId="c9a3dc08-26f0-490d-b190-2780270c58e1" providerId="ADAL" clId="{5AC52E50-EE96-4559-8C20-EBFED2550501}" dt="2025-04-07T02:20:57.364" v="5404"/>
          <ac:inkMkLst>
            <pc:docMk/>
            <pc:sldMk cId="2192516234" sldId="342"/>
            <ac:inkMk id="193" creationId="{9F7BD5F1-103A-4509-0E41-F6A0AF4E5ED0}"/>
          </ac:inkMkLst>
        </pc:inkChg>
        <pc:inkChg chg="add mod">
          <ac:chgData name="Pi, Yalong" userId="c9a3dc08-26f0-490d-b190-2780270c58e1" providerId="ADAL" clId="{5AC52E50-EE96-4559-8C20-EBFED2550501}" dt="2025-04-07T02:20:57.364" v="5404"/>
          <ac:inkMkLst>
            <pc:docMk/>
            <pc:sldMk cId="2192516234" sldId="342"/>
            <ac:inkMk id="194" creationId="{9F51E8B6-1334-E0D9-86EF-558ECC3E6D0E}"/>
          </ac:inkMkLst>
        </pc:inkChg>
        <pc:inkChg chg="add">
          <ac:chgData name="Pi, Yalong" userId="c9a3dc08-26f0-490d-b190-2780270c58e1" providerId="ADAL" clId="{5AC52E50-EE96-4559-8C20-EBFED2550501}" dt="2025-04-07T02:20:56.344" v="5403" actId="9405"/>
          <ac:inkMkLst>
            <pc:docMk/>
            <pc:sldMk cId="2192516234" sldId="342"/>
            <ac:inkMk id="195" creationId="{1009B935-982D-0DFC-3D02-A17E87143D56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197" creationId="{BEF93C99-EC3D-84DE-00E8-9705DC774F18}"/>
          </ac:inkMkLst>
        </pc:inkChg>
        <pc:inkChg chg="add">
          <ac:chgData name="Pi, Yalong" userId="c9a3dc08-26f0-490d-b190-2780270c58e1" providerId="ADAL" clId="{5AC52E50-EE96-4559-8C20-EBFED2550501}" dt="2025-04-07T02:21:01.338" v="5406" actId="9405"/>
          <ac:inkMkLst>
            <pc:docMk/>
            <pc:sldMk cId="2192516234" sldId="342"/>
            <ac:inkMk id="198" creationId="{40231C83-6B4E-2F2D-ED7B-ABDD7035558C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199" creationId="{B1C34722-FCD8-0178-55BA-1DB2C1C7F229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200" creationId="{BF211D6A-F48C-04F9-AEE4-39BCA39A6087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201" creationId="{8EE5B463-DC41-914A-4C03-5E69A116C909}"/>
          </ac:inkMkLst>
        </pc:inkChg>
        <pc:inkChg chg="add">
          <ac:chgData name="Pi, Yalong" userId="c9a3dc08-26f0-490d-b190-2780270c58e1" providerId="ADAL" clId="{5AC52E50-EE96-4559-8C20-EBFED2550501}" dt="2025-04-07T02:21:03.242" v="5410" actId="9405"/>
          <ac:inkMkLst>
            <pc:docMk/>
            <pc:sldMk cId="2192516234" sldId="342"/>
            <ac:inkMk id="202" creationId="{9B5E67DA-FA1E-BDC4-96B3-EBC5EB80194C}"/>
          </ac:inkMkLst>
        </pc:inkChg>
        <pc:inkChg chg="add">
          <ac:chgData name="Pi, Yalong" userId="c9a3dc08-26f0-490d-b190-2780270c58e1" providerId="ADAL" clId="{5AC52E50-EE96-4559-8C20-EBFED2550501}" dt="2025-04-07T02:21:04.002" v="5411" actId="9405"/>
          <ac:inkMkLst>
            <pc:docMk/>
            <pc:sldMk cId="2192516234" sldId="342"/>
            <ac:inkMk id="203" creationId="{A74C95D2-C2FA-5464-9F37-47F45DB55FCA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204" creationId="{43B75402-4D3E-8935-518F-F6E2E490DFC4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205" creationId="{FEBEC7EB-B4BA-58CC-2FD5-7C3521A4278E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206" creationId="{981C069C-AF2A-00C5-78C5-F0F1915AFFB8}"/>
          </ac:inkMkLst>
        </pc:inkChg>
        <pc:inkChg chg="add">
          <ac:chgData name="Pi, Yalong" userId="c9a3dc08-26f0-490d-b190-2780270c58e1" providerId="ADAL" clId="{5AC52E50-EE96-4559-8C20-EBFED2550501}" dt="2025-04-07T02:21:06.789" v="5415" actId="9405"/>
          <ac:inkMkLst>
            <pc:docMk/>
            <pc:sldMk cId="2192516234" sldId="342"/>
            <ac:inkMk id="207" creationId="{D6BA7A8C-3579-CBFE-B31C-AB1CA2213DF3}"/>
          </ac:inkMkLst>
        </pc:inkChg>
        <pc:inkChg chg="add mod">
          <ac:chgData name="Pi, Yalong" userId="c9a3dc08-26f0-490d-b190-2780270c58e1" providerId="ADAL" clId="{5AC52E50-EE96-4559-8C20-EBFED2550501}" dt="2025-04-07T02:21:08.899" v="5420"/>
          <ac:inkMkLst>
            <pc:docMk/>
            <pc:sldMk cId="2192516234" sldId="342"/>
            <ac:inkMk id="208" creationId="{068D4148-CC36-65E2-0FB6-4E4D63698168}"/>
          </ac:inkMkLst>
        </pc:inkChg>
        <pc:inkChg chg="add">
          <ac:chgData name="Pi, Yalong" userId="c9a3dc08-26f0-490d-b190-2780270c58e1" providerId="ADAL" clId="{5AC52E50-EE96-4559-8C20-EBFED2550501}" dt="2025-04-07T02:21:07.455" v="5417" actId="9405"/>
          <ac:inkMkLst>
            <pc:docMk/>
            <pc:sldMk cId="2192516234" sldId="342"/>
            <ac:inkMk id="209" creationId="{1CEF75A8-5CEC-9952-8003-175EC815CD9B}"/>
          </ac:inkMkLst>
        </pc:inkChg>
        <pc:inkChg chg="add">
          <ac:chgData name="Pi, Yalong" userId="c9a3dc08-26f0-490d-b190-2780270c58e1" providerId="ADAL" clId="{5AC52E50-EE96-4559-8C20-EBFED2550501}" dt="2025-04-07T02:21:07.875" v="5418" actId="9405"/>
          <ac:inkMkLst>
            <pc:docMk/>
            <pc:sldMk cId="2192516234" sldId="342"/>
            <ac:inkMk id="210" creationId="{A2D43D5B-E9F5-8C02-69A4-9E6F05F47442}"/>
          </ac:inkMkLst>
        </pc:inkChg>
        <pc:inkChg chg="add">
          <ac:chgData name="Pi, Yalong" userId="c9a3dc08-26f0-490d-b190-2780270c58e1" providerId="ADAL" clId="{5AC52E50-EE96-4559-8C20-EBFED2550501}" dt="2025-04-07T02:21:08.277" v="5419" actId="9405"/>
          <ac:inkMkLst>
            <pc:docMk/>
            <pc:sldMk cId="2192516234" sldId="342"/>
            <ac:inkMk id="211" creationId="{2FE92C14-025B-8FE3-F175-39E27B948750}"/>
          </ac:inkMkLst>
        </pc:inkChg>
        <pc:inkChg chg="add">
          <ac:chgData name="Pi, Yalong" userId="c9a3dc08-26f0-490d-b190-2780270c58e1" providerId="ADAL" clId="{5AC52E50-EE96-4559-8C20-EBFED2550501}" dt="2025-04-07T02:21:33.533" v="5423" actId="9405"/>
          <ac:inkMkLst>
            <pc:docMk/>
            <pc:sldMk cId="2192516234" sldId="342"/>
            <ac:inkMk id="227" creationId="{849543D3-C7EA-FACB-1B0A-55FE5A1737DA}"/>
          </ac:inkMkLst>
        </pc:inkChg>
        <pc:inkChg chg="add">
          <ac:chgData name="Pi, Yalong" userId="c9a3dc08-26f0-490d-b190-2780270c58e1" providerId="ADAL" clId="{5AC52E50-EE96-4559-8C20-EBFED2550501}" dt="2025-04-07T02:21:36.295" v="5424" actId="9405"/>
          <ac:inkMkLst>
            <pc:docMk/>
            <pc:sldMk cId="2192516234" sldId="342"/>
            <ac:inkMk id="228" creationId="{CAB593C5-6C4E-3827-13CA-8E9130740FE1}"/>
          </ac:inkMkLst>
        </pc:inkChg>
        <pc:inkChg chg="add">
          <ac:chgData name="Pi, Yalong" userId="c9a3dc08-26f0-490d-b190-2780270c58e1" providerId="ADAL" clId="{5AC52E50-EE96-4559-8C20-EBFED2550501}" dt="2025-04-07T02:27:40.589" v="5573" actId="9405"/>
          <ac:inkMkLst>
            <pc:docMk/>
            <pc:sldMk cId="2192516234" sldId="342"/>
            <ac:inkMk id="229" creationId="{5E8C2A4A-95E0-EC68-84DC-D816CFD2F159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0" creationId="{CF070AB3-D45E-CEF5-4C4A-C1D962CCA2F6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1" creationId="{6B6DDF00-E0CF-71CD-EB35-7C783918F6C3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2" creationId="{75D6FAA5-A3C9-4B5B-B6D4-7E2FDA71580A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3" creationId="{C7CEC1ED-5B0F-1052-D6B4-64CE7E150E6E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4" creationId="{58FBEC56-5122-853E-B7DF-08CAC1689C0F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5" creationId="{523EF52A-2AC6-A906-6619-8CF3CF214771}"/>
          </ac:inkMkLst>
        </pc:inkChg>
        <pc:inkChg chg="add">
          <ac:chgData name="Pi, Yalong" userId="c9a3dc08-26f0-490d-b190-2780270c58e1" providerId="ADAL" clId="{5AC52E50-EE96-4559-8C20-EBFED2550501}" dt="2025-04-07T02:28:12.974" v="5580" actId="9405"/>
          <ac:inkMkLst>
            <pc:docMk/>
            <pc:sldMk cId="2192516234" sldId="342"/>
            <ac:inkMk id="236" creationId="{95D02C8C-36E8-4D21-761A-415A849A0A41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7" creationId="{DDC931C2-7987-1B1A-E847-88B6C331FC1C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8" creationId="{A29598E6-7183-C265-4711-F1AB46707516}"/>
          </ac:inkMkLst>
        </pc:inkChg>
        <pc:inkChg chg="add mod">
          <ac:chgData name="Pi, Yalong" userId="c9a3dc08-26f0-490d-b190-2780270c58e1" providerId="ADAL" clId="{5AC52E50-EE96-4559-8C20-EBFED2550501}" dt="2025-04-07T02:28:15.036" v="5584"/>
          <ac:inkMkLst>
            <pc:docMk/>
            <pc:sldMk cId="2192516234" sldId="342"/>
            <ac:inkMk id="239" creationId="{FA2B8B62-1F0E-5B00-E3C5-284A814F2632}"/>
          </ac:inkMkLst>
        </pc:inkChg>
        <pc:inkChg chg="add del mod">
          <ac:chgData name="Pi, Yalong" userId="c9a3dc08-26f0-490d-b190-2780270c58e1" providerId="ADAL" clId="{5AC52E50-EE96-4559-8C20-EBFED2550501}" dt="2025-04-07T02:28:22.368" v="5598"/>
          <ac:inkMkLst>
            <pc:docMk/>
            <pc:sldMk cId="2192516234" sldId="342"/>
            <ac:inkMk id="241" creationId="{DF443D39-D98A-2A0A-EEE3-E6E2AA1F6AA1}"/>
          </ac:inkMkLst>
        </pc:inkChg>
        <pc:inkChg chg="add del mod">
          <ac:chgData name="Pi, Yalong" userId="c9a3dc08-26f0-490d-b190-2780270c58e1" providerId="ADAL" clId="{5AC52E50-EE96-4559-8C20-EBFED2550501}" dt="2025-04-07T02:28:22.368" v="5597"/>
          <ac:inkMkLst>
            <pc:docMk/>
            <pc:sldMk cId="2192516234" sldId="342"/>
            <ac:inkMk id="242" creationId="{BEFE3386-E8DE-A79A-BB8C-9D7FB2DAA501}"/>
          </ac:inkMkLst>
        </pc:inkChg>
        <pc:inkChg chg="add del mod">
          <ac:chgData name="Pi, Yalong" userId="c9a3dc08-26f0-490d-b190-2780270c58e1" providerId="ADAL" clId="{5AC52E50-EE96-4559-8C20-EBFED2550501}" dt="2025-04-07T02:28:22.369" v="5601"/>
          <ac:inkMkLst>
            <pc:docMk/>
            <pc:sldMk cId="2192516234" sldId="342"/>
            <ac:inkMk id="244" creationId="{F4D94A1D-FF6C-9240-0488-CAC6ED373643}"/>
          </ac:inkMkLst>
        </pc:inkChg>
        <pc:inkChg chg="add del mod">
          <ac:chgData name="Pi, Yalong" userId="c9a3dc08-26f0-490d-b190-2780270c58e1" providerId="ADAL" clId="{5AC52E50-EE96-4559-8C20-EBFED2550501}" dt="2025-04-07T02:28:22.369" v="5600"/>
          <ac:inkMkLst>
            <pc:docMk/>
            <pc:sldMk cId="2192516234" sldId="342"/>
            <ac:inkMk id="245" creationId="{2CB2ED2F-0174-56CA-55BF-BD88B4A38757}"/>
          </ac:inkMkLst>
        </pc:inkChg>
        <pc:inkChg chg="add del mod">
          <ac:chgData name="Pi, Yalong" userId="c9a3dc08-26f0-490d-b190-2780270c58e1" providerId="ADAL" clId="{5AC52E50-EE96-4559-8C20-EBFED2550501}" dt="2025-04-07T02:28:22.369" v="5599"/>
          <ac:inkMkLst>
            <pc:docMk/>
            <pc:sldMk cId="2192516234" sldId="342"/>
            <ac:inkMk id="246" creationId="{10211299-1ED8-103B-DE2C-42B32B2D15DD}"/>
          </ac:inkMkLst>
        </pc:inkChg>
        <pc:inkChg chg="add mod">
          <ac:chgData name="Pi, Yalong" userId="c9a3dc08-26f0-490d-b190-2780270c58e1" providerId="ADAL" clId="{5AC52E50-EE96-4559-8C20-EBFED2550501}" dt="2025-04-07T02:28:22.369" v="5601"/>
          <ac:inkMkLst>
            <pc:docMk/>
            <pc:sldMk cId="2192516234" sldId="342"/>
            <ac:inkMk id="247" creationId="{1BBCF4A7-A3E3-BA05-3F64-0ACDAEC060AE}"/>
          </ac:inkMkLst>
        </pc:inkChg>
        <pc:inkChg chg="add mod">
          <ac:chgData name="Pi, Yalong" userId="c9a3dc08-26f0-490d-b190-2780270c58e1" providerId="ADAL" clId="{5AC52E50-EE96-4559-8C20-EBFED2550501}" dt="2025-04-07T02:28:22.369" v="5601"/>
          <ac:inkMkLst>
            <pc:docMk/>
            <pc:sldMk cId="2192516234" sldId="342"/>
            <ac:inkMk id="248" creationId="{7152C560-CF15-66E7-6CAA-AD7C57453368}"/>
          </ac:inkMkLst>
        </pc:inkChg>
        <pc:inkChg chg="add mod">
          <ac:chgData name="Pi, Yalong" userId="c9a3dc08-26f0-490d-b190-2780270c58e1" providerId="ADAL" clId="{5AC52E50-EE96-4559-8C20-EBFED2550501}" dt="2025-04-07T02:28:22.369" v="5601"/>
          <ac:inkMkLst>
            <pc:docMk/>
            <pc:sldMk cId="2192516234" sldId="342"/>
            <ac:inkMk id="249" creationId="{DF11EA6F-C0FA-560D-7F04-256CB1FA845F}"/>
          </ac:inkMkLst>
        </pc:inkChg>
        <pc:inkChg chg="add mod">
          <ac:chgData name="Pi, Yalong" userId="c9a3dc08-26f0-490d-b190-2780270c58e1" providerId="ADAL" clId="{5AC52E50-EE96-4559-8C20-EBFED2550501}" dt="2025-04-07T02:28:22.369" v="5601"/>
          <ac:inkMkLst>
            <pc:docMk/>
            <pc:sldMk cId="2192516234" sldId="342"/>
            <ac:inkMk id="250" creationId="{DE843F8F-4F11-DEED-FDC2-37C14A2503CE}"/>
          </ac:inkMkLst>
        </pc:inkChg>
        <pc:inkChg chg="add mod">
          <ac:chgData name="Pi, Yalong" userId="c9a3dc08-26f0-490d-b190-2780270c58e1" providerId="ADAL" clId="{5AC52E50-EE96-4559-8C20-EBFED2550501}" dt="2025-04-07T02:28:22.369" v="5601"/>
          <ac:inkMkLst>
            <pc:docMk/>
            <pc:sldMk cId="2192516234" sldId="342"/>
            <ac:inkMk id="251" creationId="{4EFC76F2-DD7A-6C7A-15D1-705AC1DFFEDE}"/>
          </ac:inkMkLst>
        </pc:inkChg>
        <pc:inkChg chg="add mod">
          <ac:chgData name="Pi, Yalong" userId="c9a3dc08-26f0-490d-b190-2780270c58e1" providerId="ADAL" clId="{5AC52E50-EE96-4559-8C20-EBFED2550501}" dt="2025-04-07T02:28:26.202" v="5604"/>
          <ac:inkMkLst>
            <pc:docMk/>
            <pc:sldMk cId="2192516234" sldId="342"/>
            <ac:inkMk id="253" creationId="{F28AB57F-B012-121F-246B-B7B03A8A6B34}"/>
          </ac:inkMkLst>
        </pc:inkChg>
        <pc:inkChg chg="add mod">
          <ac:chgData name="Pi, Yalong" userId="c9a3dc08-26f0-490d-b190-2780270c58e1" providerId="ADAL" clId="{5AC52E50-EE96-4559-8C20-EBFED2550501}" dt="2025-04-07T02:28:26.202" v="5604"/>
          <ac:inkMkLst>
            <pc:docMk/>
            <pc:sldMk cId="2192516234" sldId="342"/>
            <ac:inkMk id="254" creationId="{0F783648-5CB8-3A3F-F9EE-9DC1D323DC45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56" creationId="{9F6E8109-61E1-073F-E7C0-E027434AE2F6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57" creationId="{6B60D41B-FB21-073A-3DDE-3FB0A9A453DF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58" creationId="{029253F5-8197-6279-1126-5D7ABD492AC3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59" creationId="{C8C00306-3017-691C-C3A6-6813172736CF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60" creationId="{DD75A9CF-016E-50E2-5025-0743C0150951}"/>
          </ac:inkMkLst>
        </pc:inkChg>
        <pc:inkChg chg="add">
          <ac:chgData name="Pi, Yalong" userId="c9a3dc08-26f0-490d-b190-2780270c58e1" providerId="ADAL" clId="{5AC52E50-EE96-4559-8C20-EBFED2550501}" dt="2025-04-07T02:28:29.407" v="5610" actId="9405"/>
          <ac:inkMkLst>
            <pc:docMk/>
            <pc:sldMk cId="2192516234" sldId="342"/>
            <ac:inkMk id="261" creationId="{B93DAC62-72A7-8460-1E53-D2C67B77DC44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62" creationId="{91CF9E2F-57FE-8811-0BBD-CE8C5D5228B8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63" creationId="{6B84FFB2-C052-6A53-E28B-4FB29542A28D}"/>
          </ac:inkMkLst>
        </pc:inkChg>
        <pc:inkChg chg="add mod">
          <ac:chgData name="Pi, Yalong" userId="c9a3dc08-26f0-490d-b190-2780270c58e1" providerId="ADAL" clId="{5AC52E50-EE96-4559-8C20-EBFED2550501}" dt="2025-04-07T02:28:32.961" v="5614"/>
          <ac:inkMkLst>
            <pc:docMk/>
            <pc:sldMk cId="2192516234" sldId="342"/>
            <ac:inkMk id="264" creationId="{63FBF16D-1C16-41D7-87EE-87425FBFE74A}"/>
          </ac:inkMkLst>
        </pc:inkChg>
        <pc:inkChg chg="add mod">
          <ac:chgData name="Pi, Yalong" userId="c9a3dc08-26f0-490d-b190-2780270c58e1" providerId="ADAL" clId="{5AC52E50-EE96-4559-8C20-EBFED2550501}" dt="2025-04-07T02:28:41.437" v="5624"/>
          <ac:inkMkLst>
            <pc:docMk/>
            <pc:sldMk cId="2192516234" sldId="342"/>
            <ac:inkMk id="267" creationId="{F4165E90-601E-7970-B919-D29F06E458F1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68" creationId="{E5B467DF-069D-9747-DB2F-50AB3471D9C9}"/>
          </ac:inkMkLst>
        </pc:inkChg>
        <pc:inkChg chg="add mod">
          <ac:chgData name="Pi, Yalong" userId="c9a3dc08-26f0-490d-b190-2780270c58e1" providerId="ADAL" clId="{5AC52E50-EE96-4559-8C20-EBFED2550501}" dt="2025-04-07T02:28:41.437" v="5624"/>
          <ac:inkMkLst>
            <pc:docMk/>
            <pc:sldMk cId="2192516234" sldId="342"/>
            <ac:inkMk id="269" creationId="{63D87863-9F84-BF42-3A30-5666713B15BA}"/>
          </ac:inkMkLst>
        </pc:inkChg>
        <pc:inkChg chg="add mod">
          <ac:chgData name="Pi, Yalong" userId="c9a3dc08-26f0-490d-b190-2780270c58e1" providerId="ADAL" clId="{5AC52E50-EE96-4559-8C20-EBFED2550501}" dt="2025-04-07T02:28:41.437" v="5624"/>
          <ac:inkMkLst>
            <pc:docMk/>
            <pc:sldMk cId="2192516234" sldId="342"/>
            <ac:inkMk id="270" creationId="{EC530316-E227-38C5-B98F-ABEA9273078D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71" creationId="{F33CDACD-1FEF-F8E8-E0D9-F216EBA7DDE7}"/>
          </ac:inkMkLst>
        </pc:inkChg>
        <pc:inkChg chg="add mod">
          <ac:chgData name="Pi, Yalong" userId="c9a3dc08-26f0-490d-b190-2780270c58e1" providerId="ADAL" clId="{5AC52E50-EE96-4559-8C20-EBFED2550501}" dt="2025-04-07T02:28:41.437" v="5624"/>
          <ac:inkMkLst>
            <pc:docMk/>
            <pc:sldMk cId="2192516234" sldId="342"/>
            <ac:inkMk id="272" creationId="{28FB230B-BFD8-26FD-A600-346E5AFDBE31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73" creationId="{E824E0FB-8B2C-5AF6-D736-E16BCB3246D1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74" creationId="{60072D18-5672-A561-31CF-66AEAF97E860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75" creationId="{53936EBF-1C7D-9406-1B64-1D8A513B4DB6}"/>
          </ac:inkMkLst>
        </pc:inkChg>
        <pc:inkChg chg="add">
          <ac:chgData name="Pi, Yalong" userId="c9a3dc08-26f0-490d-b190-2780270c58e1" providerId="ADAL" clId="{5AC52E50-EE96-4559-8C20-EBFED2550501}" dt="2025-04-07T02:28:42.542" v="5625" actId="9405"/>
          <ac:inkMkLst>
            <pc:docMk/>
            <pc:sldMk cId="2192516234" sldId="342"/>
            <ac:inkMk id="277" creationId="{A01DF5AF-E2AF-E25C-7BFD-BD556384677A}"/>
          </ac:inkMkLst>
        </pc:inkChg>
        <pc:inkChg chg="add">
          <ac:chgData name="Pi, Yalong" userId="c9a3dc08-26f0-490d-b190-2780270c58e1" providerId="ADAL" clId="{5AC52E50-EE96-4559-8C20-EBFED2550501}" dt="2025-04-07T02:28:42.974" v="5626" actId="9405"/>
          <ac:inkMkLst>
            <pc:docMk/>
            <pc:sldMk cId="2192516234" sldId="342"/>
            <ac:inkMk id="278" creationId="{41D8BBF3-CA91-824B-B2BD-60A1090332C1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79" creationId="{716463F4-E7ED-A446-7601-B3CDCADD543E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80" creationId="{B3DA1FDB-E960-DA45-20F9-8F8A84388A7E}"/>
          </ac:inkMkLst>
        </pc:inkChg>
        <pc:inkChg chg="add mod">
          <ac:chgData name="Pi, Yalong" userId="c9a3dc08-26f0-490d-b190-2780270c58e1" providerId="ADAL" clId="{5AC52E50-EE96-4559-8C20-EBFED2550501}" dt="2025-04-07T02:28:45.485" v="5631"/>
          <ac:inkMkLst>
            <pc:docMk/>
            <pc:sldMk cId="2192516234" sldId="342"/>
            <ac:inkMk id="281" creationId="{F552CC6B-A79E-B386-1069-D00C968C9912}"/>
          </ac:inkMkLst>
        </pc:inkChg>
        <pc:inkChg chg="add">
          <ac:chgData name="Pi, Yalong" userId="c9a3dc08-26f0-490d-b190-2780270c58e1" providerId="ADAL" clId="{5AC52E50-EE96-4559-8C20-EBFED2550501}" dt="2025-04-07T02:28:44.827" v="5630" actId="9405"/>
          <ac:inkMkLst>
            <pc:docMk/>
            <pc:sldMk cId="2192516234" sldId="342"/>
            <ac:inkMk id="282" creationId="{B207C21B-644C-1BC3-F6F6-AFD7671AA7CA}"/>
          </ac:inkMkLst>
        </pc:inkChg>
        <pc:cxnChg chg="mod">
          <ac:chgData name="Pi, Yalong" userId="c9a3dc08-26f0-490d-b190-2780270c58e1" providerId="ADAL" clId="{5AC52E50-EE96-4559-8C20-EBFED2550501}" dt="2025-04-07T02:21:21.543" v="5421"/>
          <ac:cxnSpMkLst>
            <pc:docMk/>
            <pc:sldMk cId="2192516234" sldId="342"/>
            <ac:cxnSpMk id="218" creationId="{7D8A2762-C93F-312E-C1E1-37B5FBA8338D}"/>
          </ac:cxnSpMkLst>
        </pc:cxnChg>
      </pc:sldChg>
      <pc:sldChg chg="addSp delSp modSp new mod">
        <pc:chgData name="Pi, Yalong" userId="c9a3dc08-26f0-490d-b190-2780270c58e1" providerId="ADAL" clId="{5AC52E50-EE96-4559-8C20-EBFED2550501}" dt="2025-04-07T02:40:43.836" v="5821" actId="20577"/>
        <pc:sldMkLst>
          <pc:docMk/>
          <pc:sldMk cId="483366029" sldId="343"/>
        </pc:sldMkLst>
        <pc:spChg chg="add del mod">
          <ac:chgData name="Pi, Yalong" userId="c9a3dc08-26f0-490d-b190-2780270c58e1" providerId="ADAL" clId="{5AC52E50-EE96-4559-8C20-EBFED2550501}" dt="2025-04-07T02:40:00.607" v="5670" actId="20577"/>
          <ac:spMkLst>
            <pc:docMk/>
            <pc:sldMk cId="483366029" sldId="343"/>
            <ac:spMk id="2" creationId="{FA898709-BEC9-1487-D124-E7A99F54825D}"/>
          </ac:spMkLst>
        </pc:spChg>
        <pc:spChg chg="mod">
          <ac:chgData name="Pi, Yalong" userId="c9a3dc08-26f0-490d-b190-2780270c58e1" providerId="ADAL" clId="{5AC52E50-EE96-4559-8C20-EBFED2550501}" dt="2025-04-07T02:40:43.836" v="5821" actId="20577"/>
          <ac:spMkLst>
            <pc:docMk/>
            <pc:sldMk cId="483366029" sldId="343"/>
            <ac:spMk id="3" creationId="{61CAF5B2-503C-7ABD-69B4-F508F8506D58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28.78787" units="1/cm"/>
          <inkml:channelProperty channel="Y" name="resolution" value="580.56342" units="1/cm"/>
          <inkml:channelProperty channel="T" name="resolution" value="1" units="1/dev"/>
        </inkml:channelProperties>
      </inkml:inkSource>
      <inkml:timestamp xml:id="ts0" timeString="2025-04-07T18:02:04.0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9233 10901 0,'0'0'0,"0"0"0,0 0 0,0 0 16,0 0-16,0 0 0,0 0 15,28 4-15,-28-4 0,0 0 16,0 0-16,0 0 0,0 0 16,33 5-16,-33-5 0,0 0 15,42 0-15,-42 0 0,0 0 16,0 0-16,0 0 0,0 0 15,37-5-15,-37 5 0,0 0 16,0 0-16,0 0 0,0 0 16,28-4-16,-28 4 0,0 0 15,0 0-15,0 0 0,0 0 16,0 0-16,0 0 0,0 0 16,0 0-16,0 0 0,0 0 15,-41 9-15,41-9 0,-48 14 16,-17-5-16,-1 1 0,10-1 15,10 0-15,-2-4 0,7 0 16,-1-5-16,-5 0 0,47 0 16,-57 0-16,-13 9 0,70-9 15,-75 9-15,-9 1 0,-5-6 16,19 5-16,4 1 0,10-1 16,56-9-16,-51 9 0,-6 5 15,-8 5-15,-1-5 0,5 0 16,61-14-16,-56 14 0,0 0 15,-5 0-15,4 4 0,57-18 16,-54 24-16,54-24 0,-53 23 16,-3-5-16,56-18 0,-46 19 15,46-19-15,-39 23 0,39-23 16,0 0-16,0 0 0,-28 24 16,28-24-16,0 0 0,0 0 15,0 0-15,0 0 0,-18 18 16,18-18-16,0 0 0,0 0 15,0 0-15,0 0 0,-15 14 16,15-14-16,19-19 0,-19 19 0,0 0 16,0 0-16,33-37 15,-33 37-15,0 0 0</inkml:trace>
  <inkml:trace contextRef="#ctx0" brushRef="#br0" timeOffset="1973.12">10291 10868 0,'0'0'0,"0"0"0,0 0 15,0 0-15,0 0 0,0 0 0,0 0 16,0 0-16,0 0 0,0 0 16,0 0-16,0 0 0,0 0 15,0 0-15,0 0 0,0 0 16,0 0-16,0 0 0,0 0 15,0 0-15,0 0 0,0 0 16,24-4-16,-24 4 0,0 0 16,0 0-16,0 0 0,-24 9 15,24-9-15,0 0 0,0 0 16,-42 9-16,-9 5 0,51-14 16,-66 14-16,5 0 0,61-14 15,-56 9-15,56-9 0,0 0 16,-51 10-16,51-10 0,-43 9 15,43-9-15,0 0 0,0 0 16,0 0-16,0 0 0,-32 14 16,32-14-16,0 0 0,0 0 15,0 0-15,0 0 0,-14 14 16,14-14-16,0 0 0,0 0 16,0 0-16,0 0 0,0 0 15,0 0-15,0 0 0,0 0 16,0 0-16,0 0 0,28-19 15,-28 19-15,0 0 0,0 0 16,0 0-16,0 0 0</inkml:trace>
  <inkml:trace contextRef="#ctx0" brushRef="#br0" timeOffset="4539.1">11420 10873 0,'0'0'16,"0"0"-16,0 0 0,0 0 15,0 0-15,0 0 0,0 0 16,0 0-16,0 0 0,0 0 15,0 0-15,0 0 0,28 5 16,-28-5-16,0 0 0,0 0 16,0 0-16,0 0 0,0 0 15,0 0-15,0 0 0,0 0 16,0 0-16,0 0 0,29 0 16,-29 0-16,0 0 0,0 0 15,0 0-15,0 0 0,-29 4 16,29-4-16,-47 10 0,47-10 15,-65 9-15,65-9 0,-79 9 16,79-9-16,0 0 0,-85 14 16,85-14-16,-71 9 0,71-9 15,0 0-15,-46 10 0,46-10 16,0 0-16,0 0 0,-37 14 16,37-14-16,0 0 0,0 0 15,0 0-15,0 0 0,-20 9 16,20-9-16,0 0 0,0 0 15,0 0-15,0 0 0,0 0 16,0 0-16,0 0 0,0 0 16,0 0-16,0 0 0,0 0 15,0 0-15,0 0 0,0 0 16,0 0-16,0 0 0,5 19 0,-5-19 16,0 0-16</inkml:trace>
  <inkml:trace contextRef="#ctx0" brushRef="#br0" timeOffset="16066.34">13757 10882 0,'0'0'0,"0"0"16,0 0-16,0 0 0,0 0 15,0 0-15,0 0 0,0 0 16,0 0-16,0 0 0,0 0 16,0 0-16,0 0 0,0 0 15,0 0-15,0 0 0,0 0 16,0 0-16,-19 23 0,19-23 16,0 0-16,0 0 0,-9 19 15,9-19-15,0 0 0,0 0 16,0 0-16,0 0 0,0 0 15,18 28-15,-18-28 0,19 19 0,-19-19 16,33 14-16,-33-14 0,0 0 16,37 4-16,-37-4 15,43 5-15,-43-5 0,51 0 0,-51 0 16,56 0-16,-56 0 0,56 5 16,-56-5-16,0 0 0,61 0 15,-61 0-15,70 0 16,-70 0-16,70-5 0,-70 5 0,71 0 15,-71 0-15,0 0 0,0 0 16,0 0-16,0 0 0,66 0 16,-66 0-16,0 0 0,0 0 15,0 0-15,0 0 0,41 0 16,-41 0-16,0 0 0,0 0 16,0 0-16,0 0 0,0 0 15,0 0-15,-50-19 0,50 19 16,-52-4-16,52 4 0,-57 0 15,-8-5-15,65 5 0,-61-5 16,61 5-16,-52-4 0,52 4 16,-46 0-16,46 0 0,-43 4 15,43-4-15,-37 5 0,37-5 16,-37 5-16,37-5 0,0 0 16,0 0-16,-42 9 0,42-9 15,0 0-15,0 0 0,-33 14 16,33-14-16,-19 23 0,19-23 15,0 0-15,0 0 0,0 0 16,0 0-16,-4 28 0,4-28 16,13 28-16,-13-28 0,28 23 15,-28-23-15,0 0 0,38 19 16,-38-19-16,47 4 0,-47-4 16,52 0-16,3-4 0,-55 4 15,52-5-15,0-4 0,-52 9 16,51-9-16,-51 9 0,42-14 15,0 0-15,-42 14 0,43-19 16,-43 19-16,46-18 0,-46 18 0,0 0 16,52-33-16,-52 33 0,42-37 15,-42 37-15,37-47 0,-37 47 16,24-42-16,-24 42 0,14-46 16,-14 46-16,5-47 0,-5 47 15,-5-51-15,5 51 0,0 0 16,-14-55-16,14 55 0,-24-70 15,24 70-15,-33-70 0,33 70 16,-37-65-16,-5 4 0,42 61 16,-38-65-16,38 65 0,-37-51 15,37 51-15,-42-47 0,42 47 16,-52-41-16,-4 4 0,56 37 16,-56-38-16,5 15 0,51 23 15,-52-23-15,52 23 0,-61-19 16,61 19-16,-66-19 0,1 10 15,65 9-15,-56 0 0,56 0 16,-52 0-16,52 0 0,-51 9 16,51-9-16,-56 19 0,-5 0 15,61-19-15,-57 23 0,7 9 16,50-32-16,-48 38 0,48-38 16,-37 37-16,37-37 0,-43 46 15,43-46-15,-33 52 0,33-52 16,-22 55-16,22-55 0,-15 65 15,11-4-15,4-61 0,4 56 16,-4-56-16,15 51 0,-15-51 16,27 56-16,-27-56 0,24 61 15,-24-61-15,32 60 0,-32-60 16,43 55-16,-43-55 0,42 56 16,5-5-16,0-18 0,-6 0 0,-41-33 15,43 23-15,3 5 16,6-5-16,-52-23 0,52 23 15,-52-23-15,51 19 0,-51-19 0,56 18 16,5-4-16,-61-14 0,57 10 16,-57-10-16,0 0 0,47 4 15,-47-4-15,46 0 0,-46 0 16,0 0-16,47-4 0,-47 4 16,47-14-16,-47 14 0,0 0 15,37-28-15,0-9 0,-37 37 16,34-33-16,-34 33 0,27-33 15,-27 33-15,28-46 0,-28 46 16,29-51-16,-6 0 0,-23 51 16,24-47-16,-24 47 0,18-42 15,-18 42-15,15-37 0,-15 37 16,4-37-16,-4 37 0,-4-37 16,4 37-16,-5-42 0,5 42 15,0 0-15,-24-33 0,24 33 16</inkml:trace>
  <inkml:trace contextRef="#ctx0" brushRef="#br0" timeOffset="44701.97">9327 10905 0,'0'0'0,"0"0"16,0 0-16,0 0 0,0 0 0,0 0 15,0 0-15,0 0 16,0 0-16,0 0 0,0 0 0,0 0 16,0 0-16,0 0 15,0 0-15,0 0 0,0 0 0,0 0 16,-28-9-16,28 9 0,0 0 15,0 0-15,0 0 0,0 0 16,-24 19-16,0 9 16,24-28-16,-32 37 0,32-37 0,-33 32 15,33-32-15,-28 38 0,28-38 16,-23 28-16,23-28 0,0 0 16,0 0-16,0 0 0,-14 27 15,14-27-15,0 0 0,0 28 16,0-28-16,0 0 0,19 19 15,-19-19-15,32 5 0,-32-5 16,0 0-16,47 0 0,-47 0 16,47-14-16,-1-14 0,-46 28 15,43-23-15,-43 23 0,33-19 16,-33 19-16,0 0 0,0 0 16,0 0-16,13-28 0,-13 28 15,0 0-15,10-37 0,-10 37 16,0 0-16,0 0 0,0 0 15,0-37-15,0 37 0,-14-33 16,14 33-16,0 0 0,0 0 16,-33-33-16,33 33 0,0 0 15,0 0-15,0 0 0,-23-13 16,23 13-16,0 0 0,0 0 16,0 0-16,-19 4 0,19-4 15,0 0-15,-4 33 0,4-33 16,0 0-16</inkml:trace>
  <inkml:trace contextRef="#ctx0" brushRef="#br0" timeOffset="45255.96">9889 10966 0,'0'0'0,"0"0"16,0 0-16,-24 28 0,24-28 15,-33 28-15,33-28 0,-28 28 16,28-28-16,0 0 0,0 0 16,-23 32-16,23-32 0,0 0 15,-10 33-15,25 4 0,-15-37 16,24 42-16,-24-42 0,32 32 15,-32-32-15,42 24 0,-42-24 16,42 14-16,-42-14 0,43 4 16,-43-4-16,41-4 0,-41 4 15,42-10-15,-42 10 0,0 0 16,0 0-16,43-14 0,-43 14 16,28-18-16,-28 18 0,0 0 15,18-28-15,-18 28 0,0 0 16,0 0-16,10-42 0,-10 42 15,0 0-15,5-37 0,-5 37 16,-5-42-16,5 42 0,0 0 16,0 0-16,0 0 0,-10-37 15,10 37-15,0 0 0,0 0 16,0 0-16,0 0 0,-13-33 16,13 33-16,0 0 0,0 0 15,0 0-15,-9-23 0,9 23 16,0 0-16,0 0 0,0 0 15,0 0-15,0 0 0,0 0 16,-10 23-16,10-23 0,0 0 16,0 0-16</inkml:trace>
  <inkml:trace contextRef="#ctx0" brushRef="#br0" timeOffset="45769.98">11223 10980 0,'0'0'16,"0"0"-16,0 0 0,0 0 15,0 0-15,0 0 0,0 0 16,19 5-16,-19-5 0,0 0 15,0 0-15,0 0 0,0 0 16,-14 23-16,14-23 0,-23 23 16,23-23-16,-28 28 0,28-28 15,-29 37-15,29-37 0,0 0 16,-19 42-16,19-42 0,0 0 16,-9 47-16,9-47 0,0 0 15,9 37-15,-9-37 0,0 0 16,24 28-16,-24-28 0,37 18 15,-37-18-15,0 0 0,52 10 16,-52-10-16,61-5 0,-5-8 16,-56 13-16,47-24 0,-47 24 15,38-38-15,-38 38 0,37-41 16,-37 41-16,0 0 0,28-42 0,-28 42 16,14-42-16,-14 42 0,0-42 15,0 42-15,-24-32 16,24 32-16,0 0 0,-32-24 0,32 24 15,-42-14-15,42 14 16,0 0-16,-48-4 0,48 4 0,-50 4 16,50-4-16,0 0 15,0 0-15,0 0 0,0 0 0</inkml:trace>
  <inkml:trace contextRef="#ctx0" brushRef="#br0" timeOffset="51720.52">13719 9426 0,'0'0'0,"0"0"0,0 0 15,0 0-15,0 0 0,0 0 16,0 0-16,0 0 0,0 0 15,0 0-15,0 0 0,0 0 16,0 0-16,0 0 0,0 0 16,0 0-16,43-4 0,-43 4 15,0 0-15,37 4 0,-37-4 16,47 0-16,-47 0 0,51 0 16,-51 0-16,52 0 0,-52 0 15,0 0-15,0 0 0,52 0 16,-52 0-16,37 5 0,-37-5 15,0 0-15,28 15 0,-28-15 16,0 0-16,18 18 0,-18-18 16,0 0-16,5 28 0,-5-28 15,-14 37-15,14-37 0,-37 42 0,37-42 16,-43 37-16,43-37 0,0 0 16,0 0-16,-37 42 0,37-42 15,0 0-15,-37 28 0,37-28 16,0 0-16,0 0 0,0 0 15,-29 23-15,29-23 0,0 0 16,-9 23-16,9-23 0,0 0 16,9 14-16,-9-14 0,33 14 15,15-9-15,-48-5 0,0 0 16,56 5-16,-56-5 0,60 0 16,-60 0-16,61 0 0,-61 0 15,0 0-15,47-10 0,-47 10 16,33-14-16,-33 14 0,23-14 15,-23 14-15,0 0 0,24-18 16,-24 18-16,0 0 0</inkml:trace>
  <inkml:trace contextRef="#ctx0" brushRef="#br0" timeOffset="52252.55">14539 9436 0,'0'0'0,"0"0"16,0 0-16,0 0 0,0 0 15,0 0-15,0 0 0,0 0 16,0 0-16,0 0 0,-28 10 16,28-10-16,-29 18 0,29-18 15,0 0-15,-28 32 0,28-32 16,-33 37-16,33-37 0,-22 42 15,22-42-15,0 0 0,-10 51 16,10-51-16,0 52 0,0-52 0,14 51 16,-14-51-16,23 46 0,-23-46 15,24 47-15,-24-47 0,0 0 16,23 42-16,-23-42 0,0 0 16,24 37-16,-24-37 0,0 0 15,0 0-15,0 0 0,0 0 16,23 23-16,-23-23 0,0 0 15,0 0-15,0 0 0,0 0 16,14 19-16,-14-19 0,0 0 16,0 0-16,-9 18 0,9-18 15,-24 0-15,24 0 0,-32-4 16,32 4-16,-43-14 0,43 14 16,0 0-16,-51-24 0,51 24 15,0 0-15,0 0 0,-47-46 16,47 46-16,-28-56 0,28 56 15,-14-51-15,14 51 0,0-46 16,0 46-16,9-47 0,-9 47 16,0 0-16</inkml:trace>
  <inkml:trace contextRef="#ctx0" brushRef="#br0" timeOffset="52483.64">14361 9515 0,'0'0'16,"0"0"-16,0 0 0,0 0 15,0 0-15,0 0 0,0 0 16,0 0-16,0 0 0,0 0 15,0 0-15,38 4 0,-38-4 16,0 0-16,46 14 0,15 0 16,-61-14-16,56 10 0,-56-10 15,52 9-15,-52-9 0,0 0 16,0 0-16,47 9 0,-47-9 0,0 0 16,0 0-16,37 10 15,-37-10-15,0 0 0,0 0 0,0 0 16,0 0-16,23 4 0,-23-4 15,0 0-15,-37-9 0,37 9 16</inkml:trace>
  <inkml:trace contextRef="#ctx0" brushRef="#br0" timeOffset="62532.65">14005 10022 0,'0'0'16,"0"0"-16,0 0 0,0 0 16,0 0-16,28 0 0,-28 0 15,0 0-15,23 0 0,-23 0 16,0 0-16,0 0 0,33 0 15,-33 0-15,38 4 0,-38-4 16,46 5-16,-46-5 0,33 9 16,-33-9-16,0 0 0,37 14 15,-37-14-15,43 19 0,-43-19 16,0 0-16,42 19 0,-42-19 16,37 14-16,-37-14 0,38 9 15,-38-9-15,38 5 0,-38-5 16,41 4-16,-41-4 0,38-4 0,-38 4 15,0 0-15,42-5 0,-42 5 16,42-14-16,-42 14 0,37-19 16,-37 19-16,0 0 0,43-23 15,-43 23-15,42-28 0,-42 28 16,37-37-16,-37 37 0,33-37 16,-33 37-16,34-42 0,-34 42 15,22-51-15,-22 51 0,19-52 16,-19 52-16,14-55 0,-14 55 15,10-56-15,-10 56 0,5-56 16,-5 56-16,-5-56 0,5 56 16,-10-56-16,10 56 0,-18-55 15,18 55-15,-24-61 0,24 61 16,-32-60-16,32 60 0,-42-56 16,42 56-16,-48-51 0,-8 9 15,56 42-15,-56-28 0,5 0 16,51 28-16,-47-23 0,47 23 15,-61-14-15,-5-9 0,5 9 16,9 14-16,52 0 0,-50 0 16,-7 0-16,57 0 0,-75 0 15,0 4-15,75-4 0,-74 6 16,74-6-16,-76 8 0,2 15 16,74-23-16,-61 24 0,5 4 15,14 4-15,42-32 0,-33 33 16,33-33-16,-34 37 0,34-37 15,-32 51-15,32-51 0,-29 70 16,29-70-16,-22 65 0,22-65 16,-15 70-16,15-70 0,5 70 0,9 4 15,14-18-15,-28-56 0,33 42 16,-33-42-16,42 41 16,-42-41-16,56 42 0,5 5 0,0-15 15,-9-13-15,-1-5 0,-4-5 16,-47-9-16,46 5 0,-46-5 15,57 14-15,-57-14 0,0 0 16,52 9-16,-52-9 0,0 0 16,0 0-16,41 5 0,-41-5 15,15-14-15,-15 14 0,0 0 16</inkml:trace>
  <inkml:trace contextRef="#ctx0" brushRef="#br0" timeOffset="66307.42">7893 11147 0,'0'0'15,"0"0"-15,0 0 0,0 0 0,0 0 16,24 10-16,-24-10 0,0 0 16,0 0-16,0 0 0,19 4 15,-19-4-15,0 0 0,0 0 16,0 0-16,0 0 0,0 0 16,0 0-16,0 0 0,0 0 15,51-4-15,-51 4 0,0 0 16,38 0-16,-38 0 0,38-5 15,-38 5-15,41-5 0,-41 5 16,0 0-16,48-9 0,-48 9 16,46-9-16,-46 9 0,47-10 15,-47 10-15,0 0 0,51-9 16,-51 9-16,47-9 0,-47 9 16,0 0-16,47-14 0,-47 14 15,0 0-15,47-14 0,-1 0 16,-46 14-16,43-14 0,-43 14 15,37-14-15,-37 14 0,48-14 16,-48 14-16,41-18 0,-41 18 16,42-19-16,6-4 0,-48 23 15,0 0-15,41-24 0,-41 24 16,0 0-16,43-32 0,-43 32 16,37-41-16,-37 41 0,0 0 15,0 0-15,0 0 0,38-48 16,-38 48-16,0 0 0,32-51 15,-32 51-15,24-46 0,-24 46 16,9-42-16,-9 42 0,0-46 16,0 46-16,0 0 0,0-47 15,0 47-15,0-47 0,0 47 16,5-51-16,-5 51 0,4-46 16,-4 46-16,6-51 0,-2 4 15,-4 47-15,5-42 0,-5 42 16,0-37-16,0 37 0,0-37 15,0 37-15,0 0 0,-5-42 0,5 42 16,-4-47-16,4 47 16,-15-41-16,15 41 0,-24-38 0,24 38 15,0 0-15,-32-28 16,32 28-16,-33-27 0,33 27 0,-37-28 16,37 28-16,-52-24 15,52 24-15,-55-18 0,55 18 0,-61-14 16,61 14-16,-61-9 15,61 9-15,-76-5 0,76 5 0,-74-5 16,-2 1-16,6-1 0,70 5 16,-56 0-16,56 0 0,-61 5 15,61-5-15,-70 9 0,70-9 16,-74 14-16,-6 0 0,14 0 16,10 0-16,4 0 0,52-14 15,-56 18-15,56-18 0,-56 23 16,-5 5-16,0 0 0,61-28 15,-52 28-15,5 5 0,1 4 16,46-37-16,-52 28 0,52-28 16,-46 32-16,-1 6 0,47-38 15,-42 42-15,42-42 0,-42 47 16,42-47-16,-43 50 0,43-50 16,-42 56-16,11 5 0,31-61 15,-24 60-15,24-60 0,-16 56 16,16-56-16,-4 60 0,4 1 15,0-61-15,4 55 0,-4-55 16,16 56-16,2 5 0,-18-61 16,23 56-16,10-10 0,5-4 15,-38-42-15,38 37 0,-38-37 16,45 42-16,-45-42 0,52 56 16,9-4-16,-61-52 0,66 45 15,-1-7-15,-65-38 0,71 32 16,-1-4-16,-5 0 0,-65-28 15,61 28-15,-61-28 0,66 19 16,-1-5-16,0-5 0,-8-5 16,-57-4-16,52-4 0,-52 4 15,46-9-15,-46 9 0,0 0 16,47-14-16,5-10 0,-52 24 16,42-37-16,-42 37 0,42-32 15,-42 32-15,42-38 0,-42 38 16,0 0-16,42-46 0,-42 46 15,33-51-15,0 4 0,-33 47 16,0 0-16,28-51 0,-28 51 16,13-47-16,-13 47 0,0-46 15,0 46-15,0-42 0,0 42 16,0 0-16,-4-28 0,4 28 16,-23-18-16,23 18 0,-38 0 0,-13 4 15,51-4-15</inkml:trace>
  <inkml:trace contextRef="#ctx0" brushRef="#br0" timeOffset="67859.86">8390 11436 0,'0'0'0,"0"0"0,0 0 0,0 0 15,0 0-15,0 0 16,0 0-16,0 0 0,0 0 0,28 0 16,-28 0-16,0 0 15,33 14-15,-33-14 0,42 14 0,-42-14 16,47 14-16,-47-14 0,56 23 16,-56-23-16,52 23 0,-52-23 15,0 0-15,37 19 0,-37-19 16,0 0-16,0 0 0,0 0 15,19 28-15,-19-28 0,-5 27 16,5-27-16,-18 33 0,18-33 16,-29 33-16,29-33 0,0 0 15,-37 23-15,37-23 0,0 0 16,-52 28-16,52-28 0,0 0 16,0 0-16,-51 23 0,51-23 15,0 0-15,0 0 0,0 0 16,-42 23-16,42-23 0,-14 28 15,14-28-15,0 0 0,18 28 16,-18-28-16,43 28 0,-43-28 16,51 19-16,-51-19 0,0 0 15,56 9-15,-56-9 0,42 0 16,-42 0-16,43-14 0,-43 14 16,37-28-16,-37 28 0,42-42 15,-42 42-15,43-46 0,3-5 16,-46 51-16,43-38 0,-1 6 15,-42 32-15,41-28 0,-41 28 16,43-28-16,-43 28 0,0 0 16,42-28-16,-42 28 0,0 0 15,0 0-15,0 0 0,28-19 16,-28 19-16,0 0 0,0 0 16,0 0-16,0 0 0,0 0 15,0 0-15,0 0 0,0 0 16,-24 24-16,24-24 0,-37 23 15,-5 5-15,42-28 0,-38 32 16,38-32-16,-33 38 0,33-38 16,-28 46-16,28-46 0,-18 47 15,18-47-15,0 0 0,-9 46 16,9-46-16,0 51 0,0-51 16,9 51-16,-9-51 0,9 42 15,15 5-15,-24-47 0,23 37 16,-23-37-16,23 33 0,-23-33 15,19 27-15,-19-27 0,0 0 16,0 0-16,15 33 0,-15-33 16,0 0-16,0 0 0,0 0 0,0 0 15,9 28-15,-9-28 0,0 0 16,0 0-16,0 23 0,0-23 16,-19 14-16,19-14 0,0 0 15,-33 0-15,33 0 0,-46-14 16,-2-14-16,7-9 0,41 37 15,-33-42-15,33 42 0,-19-51 16,5 5-16,14 46 0,-10-52 16,10 52-16</inkml:trace>
  <inkml:trace contextRef="#ctx0" brushRef="#br0" timeOffset="68090.81">8872 11612 0,'0'0'16,"0"0"-16,0 0 0,0 0 15,29 14-15,-29-14 0,0 0 16,23 5-16,-23-5 0,33 14 16,-33-14-16,37 19 0,-37-19 15,42 23-15,5 5 0,-47-28 16,52 18-16,-52-18 0,46 19 16,-46-19-16,42 19 0,-42-19 15,38 18-15,-38-18 0,0 0 16,0 0-16,0 0 0,0 0 15</inkml:trace>
  <inkml:trace contextRef="#ctx0" brushRef="#br0" timeOffset="75738.25">15035 10952 0,'0'0'0,"0"0"0,0 0 15,0 0-15,0 0 0,0 0 16,0 0-16,0 0 0,0 0 15,0 0-15,0 0 0,0 0 16,0 0-16,0 0 0,0 0 16,0 0-16,33 23 0,-33-23 15,0 0-15,0 0 0,37 19 16,-37-19-16,43 18 0,-43-18 16,42 15-16,-42-15 0,42 18 15,-42-18-15,0 0 0,42 14 16,-42-14-16,42 14 0,-42-14 15,47 9-15,-47-9 0,52 5 16,-52-5-16,51 5 0,-51-5 16,52 0-16,-6 4 0,-46-4 15,47 5-15,0-5 0,-47 0 16,47 0-16,-47 0 0,46 0 16,2 0-16,-48 0 0,51 4 15,-51-4-15,51 10 0,-51-10 16,57 9-16,3-4 0,-60-5 15,61 4-15,-61-4 0,66 5 16,-66-5-16,71 5 0,-71-5 16,70 4-16,-70-4 0,70 5 15,-70-5-15,70 0 0,1 0 0,3 5 16,-74-5-16,56 0 0,-56 0 16,57 0-16,13 4 0,-70-4 15,74 5-15,-74-5 0,71 0 16,-71 0-16,70 0 0,-70 0 15,75 0-15,5 0 0,-80 0 16,74 0-16,-74 0 0,76 0 16,-76 0-16,84 0 0,-5 0 15,-79 0-15,70 5 0,-70-5 16,71 0-16,-71 0 0,75 0 16,5 5-16,-10 4 0,-9-9 15,-61 0-15,51 0 0,0 0 16,-51 0-16,57 4 0,-57-4 15,71 5-15,8 4 0,-14-4 16,-65-5-16,56 4 0,5-4 16,-61 0-16,70 0 0,-4 0 15,-66 0-15,66 0 0,-66 0 16,66 0-16,-66 0 0,74-4 16,-74 4-16,76-5 0,-76 5 15,79-5-15,-79 5 0,75-4 16,-75 4-16,66-5 0,-66 5 15,56-13-15,-56 13 0,55-5 16,-55 5-16,57 0 0,-57 0 16,52 0-16,-52 0 0</inkml:trace>
  <inkml:trace contextRef="#ctx0" brushRef="#br0" timeOffset="85127.7">18351 12222 0,'0'0'0,"0"0"16,0 0-16,0 0 0,0 0 16,0 0-16,0 0 0,0 0 0,0 0 15,0 0-15,33 9 16,-33-9-16,32 5 0,-32-5 0,48 9 15,-48-9-15,46 14 0,-46-14 16,56 14-16,-56-14 0,61 9 16,-61-9-16,0 0 0,70 14 15,-70-14-15,76 9 0,-76-9 16,79 10-16,-79-10 0,84 4 16,-14 1-16,-9-5 0,-9 5 15,-52-5-15,51 4 0,10 1 16,0-5-16,-5 0 0,-4 0 15,-52 0-15,52 0 0,13 0 16,-65 0-16,75-5 0,-75 5 16,80 0-16,13-4 0,-8 4 15,-15 0-15,-9 0 0,-11 4 16,2-4-16,5 0 0,-1 0 16,9 0-16,-65 0 0,70 5 15,10-5-15,-1 0 0,1 5 16,-10-5-16,-4-5 0,-1 0 15,-4 1-15,0-1 0,6 5 16,2 0-16,-3 0 0,4 0 16,1-9-16,3-1 0,-8 6 0,9 4 15,0 0-15,5 0 16,-6-5-16,1 5 0,0 0 0,0 0 16,-4 0-16,3 0 0,6 0 15,-1 0-15,1 0 0,-5 5 16,-5-5-16,1 0 0,-1 4 15,4-4-15,6-4 0,-5 8 16,9-4-16,-4 5 0,-5 0 16,-4-5-16,-1 0 0,0 0 15,4 0-15,-3 0 0,-5 4 16,-6 6-16,6-6 0,-5-4 16,4 0-16,-8 0 0,-6 5 15,0 0-15,1-5 0,-52 0 16,56 0-16,5 0 0,-61 0 15,66 4-15,-1 1 0,-65-5 16,66 0-16,-66 0 0,56 0 16,-56 0-16,0 0 0,52 0 15,-52 0-15,0 0 0</inkml:trace>
  <inkml:trace contextRef="#ctx0" brushRef="#br0" timeOffset="88195.89">11177 12231 0,'0'0'0,"0"0"0,0 0 15,0 0-15,0 0 0,0 0 16,0 0-16,0 0 0,0 0 16,0 0-16,0 0 0,0 0 15,4 28-15,-4-28 0,15 32 16,-15-32-16,22 42 0,-22-42 16,24 52-16,-24-52 0,19 46 15,-19-46-15,18 51 0,-18-51 16,0 0-16,0 0 0,15 42 15,-15-42-15,0 0 0,0 0 16,23 33-16,-23-33 0,0 0 16,33 9-16,-33-9 0,42-14 15,-42 14-15,42-28 0,-42 28 16,37-37-16,-37 37 0,38-51 16,0 0-16,-38 51 0,32-47 15,1 5-15,-33 42 0,33-37 16,-33 37-16,28-28 0,-28 28 15,33-33-15,-33 33 0,37-23 16,-37 23-16,0 0 0,52-18 0,-52 18 16,47-14-16,-47 14 15,42 0-15,-42 0 0,0 0 0,42 9 16,-42-9-16,32 19 0,-32-19 16,28 23-16,-28-23 0,0 0 15,24 28-15,-24-28 0,0 0 16,0 0-16,28 28 0,-28-28 15,0 0-15,0 0 0,28 23 16,-28-23-16,38 14 0,-38-14 16,0 0-16,41 0 0,-41 0 15,43-9-15,-43 9 0,38-19 16,-38 19-16,41-23 0,-41 23 16,39-33-16,-39 33 0,0 0 15,0 0-15,46-28 0,-46 28 16,52-23-16,-52 23 0,0 0 15,51-9-15,-51 9 0,0 0 16,51 4-16,-51-4 0,42 19 16,-42-19-16,43 32 0,-43-32 15,24 47-15,-24-47 0,0 0 16,13 42-16,-13-42 0,19 37 16,-19-37-16,0 0 0,0 0 15,18 28-15,-18-28 0,0 0 16,29 14-16,-29-14 0,0 0 15,0 0-15,37-5 0,-37 5 16,47-23-16,-47 23 0,42-33 16,-42 33-16,37-32 0,-37 32 15,0 0-15,38-28 0,-38 28 16,0 0-16,0 0 0,38-23 16,-38 23-16,0 0 0,0 0 15,0 0-15,37-10 0,-37 10 16,28 19-16,-28-19 0,0 0 15,19 33-15,-19-33 0,0 0 0,0 0 16,0 0-16,0 0 16,14 41-16,-14-41 0,0 0 15,0 0-15,19 33 0,-19-33 0,0 0 16,0 0-16,24 9 16,-24-9-16,0 0 0,0 0 15,27-14-15,-27 14 0,0 0 16,23-28-16,-23 28 0,0 0 0,29-32 15,-29 32-15,0 0 0,0 0 16,0 0-16,32-23 0,-32 23 16,0 0-16,0 0 0,0 0 15,29-10-15,-29 10 0,0 0 16,0 0-16,0 0 0,0 0 16,0 0-16,28 19 0,-28-19 15,0 0-15,0 0 0,0 0 16,13 14-16,-13-14 0,0 0 15,0 0-15,19 5 0,-19-5 16,0 0-16,0 0 0,24-5 16,-24 5-16,0 0 0,0 0 15,0 0-15,28-14 0,-28 14 16,0 0-16,23-19 0,-23 19 16,0 0-16,0 0 0,28-18 15,-28 18-15,0 0 0,0 0 16,28-24-16,-28 24 0,0 0 15,0 0-15,28-18 0,-28 18 16,0 0-16,0 0 0,33-19 16,-33 19-16,0 0 0,33-18 15,-33 18-15,0 0 0,0 0 0,38-14 16,-38 14-16,0 0 16,37-10-16,-37 10 0,0 0 0,42 0 15,-42 0-15,0 0 16,37 14-16,-37-14 0,0 0 0,24 24 15,-24-24-15,24 28 16,-24-28-16,13 27 0,-13-27 0,0 0 16,10 38-16,-10-38 0,19 32 15,-19-32-15,14 33 0,-14-33 16,14 28-16,-14-28 0,0 0 16,0 0-16,23 23 0,-23-23 15,0 0-15,0 0 0,38 9 16,-38-9-16,41-4 0,-41 4 15,48-14-15,-48 14 0,47-24 16,-47 24-16,46-28 0,-46 28 16,42-37-16,-42 37 0,43-37 15,-43 37-15,42-37 0,-42 37 16,42-23-16,-42 23 0,0 0 16,42-14-16,-42 14 0,0 0 15,0 0-15,0 0 0,52-5 16,-52 5-16,55 14 0,-55-14 15,43 28-15,-43-28 0,33 37 16,-33-37-16,24 42 0,-24-42 16,18 37-16,-18-37 0,0 0 15,19 37-15,-19-37 0,0 0 16,23 33-16,-23-33 0,0 0 16,33 18-16,-33-18 0,37 10 15,-37-10-15,42-5 0,-42 5 16,0 0-16,37-14 0,-37 14 15,39-18-15,-39 18 0,41-28 16,-41 28-16,38-28 0,-38 28 16,42-33-16,-42 33 0,0 0 15,47-28-15,-47 28 0,47-23 16,-47 23-16,0 0 0,51-19 0,-51 19 16,43 0-16,-43 0 15,37 19-15,-37-19 0,24 28 0,-24-28 16,0 0-16,13 42 0,-13-42 15,0 0-15,0 0 0,0 0 16,9 51-16,-9-51 0,15 42 16,-15-42-16,18 18 0,-18-18 15,28 0-15,-28 0 0,28-18 16,-28 18-16,0 0 0,0 0 16,33-33-16,-33 33 0,0 0 15,0 0-15,28-37 0,-28 37 16,0 0-16,0 0 0,0 0 15,0 0-15,24-28 0,-24 28 16,0 0-16,0 0 0,0 0 16,0 0-16,13-9 0,-13 9 15,0 0-15,0 0 0,0 0 16,0 0-16,24 9 0,-24-9 16,28 9-16,-28-9 0,38 10 15,-38-10-15</inkml:trace>
  <inkml:trace contextRef="#ctx0" brushRef="#br0" timeOffset="94565.47">15354 12324 0,'0'0'0,"0"0"0,0 0 15,0 0-15,0 0 0,0 0 16,0 0-16,0 0 0,0 0 16,0 0-16,0 0 0,0 0 15,0 0-15,27-23 0,-27 23 16,15-28-16,-15 28 0,13-42 16,-13 42-16,20-56 0,-20 56 15,28-60-15,-28 60 0,28-70 16,-4-9-16,-24 79 0,18-79 15,-18 79-15,14-75 0,-14 75 16,14-69-16,-14 69 0,0 0 16,9-79-16,-9 79 0,0 0 15,0-79-15,0 79 0,0 0 16,-9-70-16,-5 9 0,14 61 16,-14-51-16,14 51 0,-14-37 15,14 37-15,-23-37 0,23 37 16,-24-37-16,24 37 0,-28-42 15,-1-5-15,29 47 0,-28-51 16,28 51-16,-32-37 0,32 37 16,-33-37-16,33 37 0,-37-33 15,37 33-15,-47-23 0,47 23 16,-52-14-16,52 14 0,-56-9 16,56 9-16,-61 0 0,61 0 15,-61 4-15,61-4 0,-65 9 16,8 6-16,57-15 0,-50 18 15,50-18-15,-48 28 0,1 4 16,47-32-16,-42 38 0,5 4 16,37-42-16,-37 41 0,37-41 0,-38 47 15,38-47-15,-47 51 16,0 10-16,47-61 0,-37 65 0,8 0 16,7-9-16,3-5 15,19-51-15,-9 51 0,9-51 0,-10 65 16,10-65-16,-9 70 0,9-70 15,-10 74-15,10-74 0,-4 84 16,4-84-16,4 75 0,-4-75 16,10 69-16,-10-69 0,0 0 15,9 70-15,-9-70 0,19 70 16,-19-70-16,28 51 0,-28-51 16,37 46-16,-37-46 0,42 33 15,-42-33-15,43 32 0,-43-32 16,41 28-16,-41-28 0,43 28 15,-43-28-15,47 33 0,-47-33 16,47 23-16,-47-23 0,51 14 16,-51-14-16,56 5 0,-56-5 15,0 0-15,65-5 0,-65 5 16,76-9-16,-76 9 0,65-14 16,-65 14-16,61-24 0,0 1 15,-19-5-15,-42 28 0,33-32 16,-1-1-16,-32 33 0</inkml:trace>
  <inkml:trace contextRef="#ctx0" brushRef="#br0" timeOffset="101238.17">20514 13515 0,'0'0'0,"0"0"0,0 0 16,0 0-16,0 0 0,0 0 16,0 0-16,0 0 0,0 0 15,0 0-15,0 0 0,0 0 16,0 0-16,0 0 0,0 0 16,0 0-16,0 0 0,0 0 15,0 0-15,0 0 0,0 0 16,0 0-16,5 28 0,-5-28 15,0 0-15,0 0 0,0 0 16,14 18-16,-14-18 0,0 0 16,0 0-16,28 19 0,-28-19 15,0 0-15,0 0 0,38 9 16,-38-9-16,41 5 0,-41-5 16,43 4-16,-43-4 0,42 5 15,-42-5-15,42 0 0,-42 0 16,0 0-16,43 0 0,-43 0 15,41 5-15,-41-5 0,0 0 16,48 4-16,-48-4 0,50 0 16,-50 0-16,57 5 0,-57-5 15,56 5-15,-56-5 0,57 0 16,-57 0-16,50 4 0,-50-4 16,0 0-16,52 0 0,-52 0 15,57 0-15,-57 0 0,65 0 16,-4 0-16,-61 0 0,56 0 15,-5 0-15,-51 0 0,47 0 16,-47 0-16,48 0 0,-48 0 16,51 0-16,-51 0 0,56 0 15,-56 0-15,61 0 0,-61 0 16,65-4-16,-65 4 0,70-5 16,-70 5-16,67-9 0,-6 4 15,-61 5-15,61-5 0,-61 5 16,50-4-16,7-1 0,-57 5 15,52-9-15,-52 9 0,50-9 16,-50 9-16,57-10 0,-57 10 16,56-9-16,-56 9 15,52-14-15,-52 14 0,55-14 0,-55 14 16,52-19-16,-52 19 0,47-18 16,-47 18-16,42-23 15,-42 23-15,0 0 0,0 0 0,38-24 16,-38 24-16,32-28 15,-32 28-15,0 0 0,0 0 16,0 0-16,28-28 0,-28 28 16,0 0-16,15-32 0,-15 32 15,0 0-15,0 0 0,9-33 16,-9 33-16,-9-37 0,9 37 16,-10-42-16,10 42 0,0 0 15,-23-37-15,23 37 0,-32-37 16,32 37-16,-39-37 0,39 37 15,-41-38-15,41 38 0,-38-41 16,38 41-16,-42-42 0,42 42 16,-47-47-16,47 47 0,-52-37 0,52 37 15,-50-42-15,50 42 0,-57-37 16,57 37-16,-61-37 0,61 37 16,-61-37-16,61 37 15,-71-42-15,1 9 0,70 33 0,-70-28 16,14 5-16,10 4 0,3 1 15,43 18-15,-46-19 0,-11 1 16,57 18-16,-56-19 0,56 19 16,-61-19-16,-4 1 0,65 18 15,-61-19-15,0 10 0,4-5 16,6 9-16,51 5 0,-47-4 16,-5 4-16,2 0 0,50 0 15,-52-5-15,52 5 0,-61 0 16,61 0-16,-66 0 0,66 0 15,-69 5-15,69-5 0,-67 18 16,2 5-16,65-23 0,-57 28 16,57-28-16,-46 33 0,46-33 15,-47 37-15,5 10 0,42-47 16,-37 46-16,37-46 0,-33 56 16,33-56-16,-33 60 0,33-60 15,-28 66-15,28-66 0,-28 69 16,28-69-16,-15 79 0,15-79 15,-13 75-15,13-75 0,-5 79 16,5-79-16,0 84 0,0-84 16,5 74-16,-5-74 0,9 70 15,-9-70-15,19 69 0,-19-69 16,33 70-16,-5-9 0,-28-61 16,28 46-16,-28-46 0,28 37 15,-28-37-15,33 42 0,-33-42 16,33 42-16,-33-42 0,37 42 15,-37-42-15,47 37 0,-47-37 16,51 33-16,-51-33 0,52 28 16,-52-28-16,56 23 0,-56-23 15,0 0-15,51 19 0,-51-19 16,0 0-16,56 9 0,-56-9 16,57 5-16,-57-5 0,56 4 15,-56-4-15,56 0 0,-56 0 16,51-4-16,-51 4 0,52-5 15,-52 5-15,52-5 0,-52 5 16,42-9-16,-42 9 0,37-14 16,-37 14-16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28.78787" units="1/cm"/>
          <inkml:channelProperty channel="Y" name="resolution" value="580.56342" units="1/cm"/>
          <inkml:channelProperty channel="T" name="resolution" value="1" units="1/dev"/>
        </inkml:channelProperties>
      </inkml:inkSource>
      <inkml:timestamp xml:id="ts0" timeString="2025-04-07T18:04:09.6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6607 6292 0,'0'0'0,"0"0"0,0 0 0,0 0 16,0 0-16,0 0 0,0 0 15,0 0-15,-20 10 0,20-10 16,0 0-16,0 0 0,0 0 16,0 0-16,-28 4 0,28-4 15,0 0-15,0 0 0,-32 0 16,32 0-16,0 0 0,0 0 15,0 0-15,0 0 0,-33 0 16,33 0-16,0 0 0,0 0 16,0 0-16,0 0 0,-24 0 15,24 0-15,0 0 0,0 0 16,0 0-16,0 0 0,0 0 16,0 0-16,0 0 0,0 0 15,0 0-15,0 0 0,0 0 16,0 0-16,0 0 0,0 0 15,28 4-15,-28-4 0,0 0 16,48 0-16,-48 0 0,46 0 16,-46 0-16,47-4 0,-47 4 15,47-4-15,-47 4 0,37-10 16,-37 10-16,0 0 0,38-10 16,-38 10-16,42-4 0,-42 4 15,46 0-15,-46 0 0,43-5 16,-43 5-16,46-5 0,2-3 15,-48 8-15,0 0 0,46-19 16,-46 19-16,44-14 0,-44 14 16,40-14-16,-40 14 0,42-10 15,-42 10-15,44-8 0,-44 8 16,41-15-16,-41 15 0,37-14 16,-37 14-16,38-9 0,-38 9 15,37-10-15,-37 10 0,0 0 16,0 0-16,38-9 0,-38 9 15,0 0-15,37-9 0,-37 9 16,0 0-16,43-9 0,-43 9 0,32-9 16,-32 9-16,0 0 0,0 0 15,0 0-15,33-10 0,-33 10 16,0 0-16,0 0 0,0 0 16,33-9-16,-33 9 0,0 0 15,0 0-15,0 0 0,0 0 16,24-4-16,-24 4 0,0 0 15,0 0-15,0 0 0,0 0 16,0 0-16,0 0 0,0 0 16,0 0-16,0 0 0,0 0 15,28 0-15,-28 0 0,0 0 16,0 0-16,0 0 0,0 0 16,0 0-16,0 0 0,0 0 15,0 0-15,0 0 0,0 0 16,0 0-16,0 0 0,0 0 0,0 0 15,0 0-15,0 0 0,0 0 16,0 0-16,0 0 0,0 0 16,0 0-16,0 0 0,0 0 15,0 0-15,0 0 0,0 0 16,0 0-16,0 0 0,0 0 16,0 0-16,0 0 0,0 0 15,0 0-15,0 0 0,0 0 16,0 0-16,0 0 0,0 0 15,-23-6-15,23 6 0,0 0 16,0 0-16,0 0 0,0 0 16,-20 6-16,20-6 0,0 0 15,-28 8-15,28-8 0,-47 10 16,47-10-16,-60 18 0,-10 11 16,3 7-16,11-3 0,0 5 15,-9-6-15,4 5 0,0 9 16,-10 6-16,6-6 0,-1 5 15,1-4-15,-11-5 0,2-15 16,74-27-16</inkml:trace>
  <inkml:trace contextRef="#ctx0" brushRef="#br0" timeOffset="17076.93">25118 3799 0,'0'0'0,"0"0"0,0 0 16,0 0-16,0 0 0,0 0 16,0 0-16,0 0 0,0 0 15,0 0-15,0 0 0,-33 18 16,33-18-16,0 0 0,-14 28 15,14-28-15,-14 33 0,14-33 16,-15 42-16,15-42 0,-13 42 16,13-42-16,0 0 0,-10 51 15,10-51-15,-14 65 0,0 5 16,-5-5-16,19-65 0,-19 55 16,19-55-16,-18 56 0,18-56 15,-19 65-15,0 5 0,5-9 16,14-61-16,-13 51 0,13-51 15,-6 42-15,6-42 0,-4 37 16,4-37-16,0 0 0,-5 32 16,5-32-16,0 0 0,0 0 15,-4 34-15,4-34 0,0 0 16,0 0-16,13-15 0,-13 15 16,0 0-16</inkml:trace>
  <inkml:trace contextRef="#ctx0" brushRef="#br0" timeOffset="17557.66">25062 3794 0,'0'0'0,"0"0"16,0 0-16,0 0 0,0 0 15,0 0-15,0 0 0,0 0 16,0 0-16,0 0 0,0 0 15,0 0-15,0 0 0,0 0 16,13 19-16,-13-19 0,0 0 16,15 28-16,-15-28 0,0 0 15,13 33-15,-13-33 0,0 0 16,0 0-16,19 50 0,-19-50 16,0 0-16,0 0 0,19 52 0,-19-52 15,19 51-15,-19-51 16,13 37-16,-13-37 0,19 38 0,-19-38 15,20 36-15,-20-36 16,0 0-16,22 47 0,-22-47 16,19 47-16,-19-47 0,19 42 15,-19-42-15,14 42 0,1 3 0,-15-45 16,0 0-16,13 43 16,-13-43-16,5 42 0,-5-42 0,0 0 15,0 0-15,4 37 0,-4-37 16,0 0-16,0 0 0,0 0 15,0 37-15,0-37 0,0 0 16,0 0-16,0 0 0,0 0 16,5 28-16,-5-28 0,0 0 15,0 0-15,-23-14 0,23 14 16</inkml:trace>
  <inkml:trace contextRef="#ctx0" brushRef="#br0" timeOffset="17839.38">24944 4394 0,'0'0'0,"0"0"0,0 0 0,0 0 16,0 0-16,0 0 0,14-9 15,-14 9-15,0 0 0,24-9 16,-24 9-16,0 0 0,0 0 15,42-5-15,-42 5 0,0 0 16,47 0-16,-47 0 0,47 5 16,-47-5-16,0 0 0,0 0 15,0 0-15,0 0 0,42 5 16,-42-5-16,0 0 0,0 0 16,32 0-16,-32 0 0,0 0 15,14-10-15,-14 10 0,0 0 16,-23-51-16,23 51 0</inkml:trace>
  <inkml:trace contextRef="#ctx0" brushRef="#br0" timeOffset="18224.53">24326 3929 0,'0'0'0,"0"0"16,0 0-16,0 0 0,0 0 15,0 0-15,0 0 0,0 0 16,0 0-16,0 0 0,52 5 16,-52-5-16,46-5 0,-46 5 15,57 0-15,-5-9 0,-52 9 16,50-10-16,-50 10 0,43-9 15,-43 9-15,46-4 0,-46 4 16,48 0-16,-48 0 0,0 0 16,42 0-16,-42 0 0,0 0 15,0 0-15,37 0 0,-37 0 16,0 0-16,0 0 0,0 0 16,0 0-16,28 0 0,-28 0 15,0 0-15</inkml:trace>
  <inkml:trace contextRef="#ctx0" brushRef="#br0" timeOffset="18489.18">24574 4050 0,'0'0'0,"0"0"15,-14 18-15,14-18 0,-18 28 16,18-28-16,-15 38 0,15-38 16,-9 56-16,9-56 0,-9 55 15,9-55-15,-9 56 0,9-56 16,-6 51-16,6-51 0,0 56 15,0-56-15,0 60 0,0-60 16,6 52-16,-6-52 0,-6 51 16,6-51-16,0 0 0,-4 51 15,4-51-15,-5 46 0,5-46 16,0 0-16,0 0 0,0 0 16,0 42-16,0-42 0,0 0 15,19 14-15,-19-14 0,23-14 16,-23 14-16,28-36 0,-28 36 15</inkml:trace>
  <inkml:trace contextRef="#ctx0" brushRef="#br0" timeOffset="19358.12">25671 4530 0,'0'0'0,"0"0"0,0 0 16,0 0-16,0 0 0,0 0 15,0 0-15,0 0 0,0 0 16,0 0-16,4-47 0,-4 47 16,0-52-16,0 52 0,0-70 15,0 1-15,0-1 0,0 70 16,0-65-16,-4 10 0,4 55 16,0-57-16,0 57 0,4-51 15,-4 51-15,0 0 0,9-46 16,-9 46-16,0 0 0,0 0 15,0 0-15,0 0 0,9-38 16,-9 38-16,0 0 0,0 0 16,15-18-16,-15 18 0,9 28 15,-9-28-15,13 56 0,2 13 16,-15-69-16,9 75 0,-4-1 16,-5-74-16,5 65 0,-5-65 15,9 51-15,-9-51 0,9 47 16,-9-47-16,0 0 0,0 0 15,15 32-15,-15-32 0,0 0 16,0 0-16,0 0 0,0 0 16,13 19-16,-13-19 0,0 0 15,15-9-15,-15 9 0,14-38 16,-5-22-16,-9 60 0,10-65 16,3-14-16,-13 79 0,9-70 15,-9 70-15,10-64 0,4-2 16,-14 66-16,15-56 0,-15 56 0,0 0 15,0 0-15,13-33 16,-13 33-16,0 0 0,0 0 0,24-18 16,-24 18-16,0 0 0,0 0 15,33 5-15,-1 22 0,-32-27 16,38 52-16,-38-52 0,19 51 16,-6 0-16,-13-51 0,9 47 15,1 4-15,-10-51 0,14 56 16,-14-56-16,10 51 0,-10-51 15,5 46-15,-5-46 0,9 42 16,-9-42-16,13 42 0,-13-42 16,10 33-16,-10-33 0,0 0 15,0 0-15,9 27 0,-9-27 16,15 15-16,-15-15 0,0 0 16,18 4-16,-18-4 0,19-19 15,-19 19-15,24-46 0,-24 46 16</inkml:trace>
  <inkml:trace contextRef="#ctx0" brushRef="#br0" timeOffset="19792.3">26419 3803 0,'0'0'0,"0"0"16,0 0-16,0 0 0,19-4 16,-19 4-16,0 0 0,0 0 15,0 0-15,0 0 0,0 0 16,14 33-16,-14-33 0,0 46 15,0-46-15,0 65 0,-4 5 16,-1 0-16,5-70 0,-5 60 16,5-60-16,0 56 0,0-56 15,0 51-15,0-51 0,0 0 16,-5 51-16,5-51 0,0 0 16,0 0-16,-4 47 0,4-47 15,0 0-15,4 37 0,-4-37 16,0 0-16,15 23 0,-15-23 15,0 0-15,0 0 0,32 15 16,-32-15-16,47 8 0,-47-8 16,52 5-16,-52-5 0,51 0 15,-51 0-15,47-5 0,-47 5 16,47-14-16,-47 14 0,51-9 16,-51 9-16,0 0 0,52-9 15,-52 9-15,0 0 0,0 0 16,56-10-16,-56 10 0,0 0 15,0 0-15,42-13 0,-42 13 16,33-19-16,-33 19 0,19-37 16,-10-19-16,-5-5 0,-4 6 15,-9 3-15,9 52 0,-13-55 16,13 55-16</inkml:trace>
  <inkml:trace contextRef="#ctx0" brushRef="#br0" timeOffset="20040.29">26948 3822 0,'0'0'0,"0"0"0,0 0 0,0 0 16,0 0-16,0 0 0,0 0 15,0 0-15,0 0 0,0 0 16,-9 19-16,9-19 0,-10 41 16,10-41-16,-9 61 0,0 9 15,9-70-15,-9 74 0,-1-4 16,10-70-16,-9 75 16,9-75-16,0 60 0,0-60 0,5 56 15,-1 0-15,-4-56 16,0 0-16,0 55 0,0-55 0,10 47 15,-10-47-15,0 0 16,14 46-16,-14-46 0,9 42 16,-9-42-16,-9 38 0,9-38 15</inkml:trace>
  <inkml:trace contextRef="#ctx0" brushRef="#br0" timeOffset="22208.03">22172 6046 0,'0'0'0,"0"0"16,0 0-16,-15 13 0,15-13 16,-22 10-16,22-10 0,0 0 15,-33 9-15,33-9 0,0 0 16,0 0-16,0 0 0,-47 4 15,47-4-15,0 0 0,0 0 16,-38 0-16,38 0 0,-28-9 16,28 9-16,0 0 0,-19-19 15,19 19-15,-9-27 0,9 27 16,-4-38-16,4 38 0,0-42 16,0 42-16,4-37 0,-4 37 15,9-37-15,-9 37 0,15-37 16,-15 37-16,18-37 0,-18 37 15,28-38-15,-28 38 0,33-41 16,-33 41-16,43-38 0,-43 38 16,37-36-16,5-2 0,-42 38 15,47-37-15,-47 37 0,46-28 16,-46 28-16,52-23 0,-52 23 16,56-28-16,1-5 0,-57 33 0,51-27 15,-51 27-15,51-24 0,6 6 16,-57 18-16,56-19 0,5 1 15,-61 18-15,61-15 0,4 6 16,-65 9-16,75-9 0,-4 0 16,-71 9-16,70-15 0,4 7 15,2-2-15,-11 0 0,-8 6 16,-7-1-16,7 0 0,-57 5 16,65 0-16,6-4 0,-1 0 15,5-1-15,-4-5 0,-1 6 16,-5 0-16,-4-2 0,0 6 15,4 0-15,1-4 0,-1 4 16,6 0-16,-10 0 0,0 0 16,9 0-16,-5 0 0,1 0 15,4 4-15,-5 2 0,2-2 16,-2 0-16,0 1 0,-4 0 16,0 0-16,-4-1 0,-7 0 15,2-4-15,-52 0 0,57 5 16,-1 0-16,9-5 0,-65 0 15,66 0-15,-66 0 0,65 0 0,-4 0 16,-4-5-16,-57 5 16,50-5-16,-50 5 0,43-13 0,-43 13 15,0 0-15,37-18 0,-37 18 16,29-38-16,-29 38 0,0 0 16,23-42-16,-23 42 0,24-51 15,-24 51-15,0 0 0,18-51 16,-18 51-16,0 0 0,15-46 15,-15 46-15,0 0 0,4-38 16,-4 38-16,0 0 0,0 0 16,0-37-16,0 37 0,0 0 15,0 0-15,0 0 0,-10-28 16,10 28-16,0 0 0,0 0 16,0 0-16,0 0 0,-9-14 15,9 14-15,0 0 0,0 0 16,0 0-16,0 0 0,0 0 15,-24 18-15,24-18 0,-4 29 16,4-29-16,0 46 0,0-46 16,0 0-16,0 0 0,4 51 15,-4-51-15,0 0 0,6 56 16,-6-56-16,9 51 0,-9-51 16,14 42-16,-14-42 0,0 0 15,23 37-15,-23-37 0,24 23 16,-24-23-16,24 15 0,-24-15 15,0 0-15,37 8 0,-37-8 16,46 10-16,-46-10 0,52 14 16,-52-14-16,56 14 0,-56-14 15,57 9-15,-2-4 0,-55-5 16,52 5-16,-52-5 0,56 4 16,5 1-16,-61-5 0,61 0 15,5 0-15,-66 0 0,65 4 16,5-4-16,-9 0 0,-5-4 15,1 4-15,-6-5 0,0 5 16,6 0-16,4-4 0,-1-1 16,1 0-16,0-4 0,0 5 15,0 4-15,0 0 0,4-6 16,5 6-16,10-4 0,-5 4 16,5 0-16,-6 0 0,-3 0 15,-5 0-15,-1-5 0,5 0 16,6 1-16,7 4 0,6 0 15,0 0-15,-4 0 0,-5-5 16,-1 0-16,-4 5 0,4 0 16,6-4-16,0 8 0,4-4 15,-6 0-15,-3 0 0,-1-4 16,6 0-16,-5-6 0,-6 5 16,-4 5-16,-3 5 0,-6-5 15,-6 0-15,-55 0 0,61 0 16,10 0-16,-71 0 0,65 0 15,-65 0-15,61 0 0,-61 0 16,57 5-16,-57-5 0,0 0 16,37 13-16,-37-13 0,23 19 15,-23-19-15,23 23 0,-23-23 16,24 28-16,-24-28 0,19 37 16,-19-37-16,0 0 0,13 47 15,-13-47-15,15 47 0,-15-47 16,0 0-16,0 0 0,14 60 15,-14-60-15,14 56 0,-14-56 16,0 0-16,9 52 0,-9-52 16,0 0-16,0 0 0,0 0 15,9 46-15,-9-46 16,0 0-16,0 0 0,9 27 0,-9-27 16,6-18-16,-6 18 0,0 0 15,0 0-15</inkml:trace>
  <inkml:trace contextRef="#ctx0" brushRef="#br0" timeOffset="23880.51">29641 5975 0,'0'0'16,"0"0"-16,0 0 0,0 0 15,-5 29-15,1 3 0,4-32 16,-9 42-16,4 4 0,5 6 15,0-52-15,0 55 0,-4 20 16,-2-6-16,6-69 0,-5 66 16,5 4-16,0-70 0,5 69 15,1-4-15,-6-65 0,0 61 16,0-61-16,0 0 0,9 46 16,-9-46-16,0 0 0,0 0 15,9 37-15,-9-37 0,0 0 16,0 0-16,0 0 0,0 0 15,-29-46-15,-3-19 0,-1-5 16,33 70-16,-28-74 0,0-6 16,28 80-1,-29-92-15,1-2 16,28 94-16,0 0 0,-13-79 16,13 79-16,0 0 0,0 0 15,0 0-15,0 0 16,0-46-16,0 46 0,9-28 15,-9 28-15,23-19 0,-23 19 16,0 0-16,42-4 0,-42 4 16,52 0-16,-52 0 0,52 9 15,-52-9-15,51 10 0,-51-10 16,42 9-16,-42-9 0,0 0 16,42 18-16,-42-18 0,33 23 15,-33-23-15,0 0 0,19 28 16,-19-28-16,-4 33 0,4-33 15,0 0-15,-24 42 0,24-42 16,-33 42-16,33-42 0,-37 41 16,37-41-16,0 0 0,-47 33 15,47-33-15,0 0 0,0 0 16,0 0-16,0 0 0,-33 24 16,33-24-16,0 0 0,0 0 15,0 0-15,0-47 0,28-23 16,-28 70-16,37-84 0,1 1 15,-38 83-15,32-79 16,2 0-16,-34 79 0,37-65 0,5 13 16,-42 52-16,0 0 15,37-42-15,-37 42 0,0 0 16,0 0-16,28-32 0,-28 32 16,0 0-16,0 0 0,24-10 0,-15 29 15,-9-19-15,6 42 16,-6 14-16,-10 5 0,1 4 15,-6-10-15,15-55 0,-14 61 16,1 8-16,13-69 0,0 0 16,-10 79-16,1-9 0,9-70 15,-9 61-15,9-61 0,0 0 16,0 0-16,0 0 0,0 0 16,-15 37-16,15-37 0,0 0 15,0 0-15,-4 18 0,4-18 16,-5-50-16,5 50 0,0-52 15,0 52-15,9-56 0,-9 56 16,19-60-16,-19 60 0,28-41 16,-28 41-16,0 0 0,29-29 15,-29 29-15,0 0 0,0 0 16,32-19-16,-32 19 0,0 0 16,23 6-16,-23-6 0,19 23 15,-19-23-15,5 42 0,-5-42 16,0 0-16,0 0 0,0 0 15,0 60-15,0-60 0,0 0 16,0 51-16,0-51 0,0 0 16,0 0-16,0 0 0,14 33 15,-14-33-15,0 0 0,33 9 16,-33-9-16,33-24 0,-33 24 16,37-37-16,-37 37 0,28-37 15,-28 37-15,0 0 0,0 0 16,0 0-16,0 0 0,18-32 15,-18 32-15,0 0 0,0 0 16,0 0-16,0 0 0,0 0 16,19 23-16,-19-23 0,0 0 15,0 0-15,5 32 0,-5-32 16,4 33-16,-4-33 0,19 9 16,-19-9-16,24-14 0,-24 14 15,24-37-15,-24 37 0,22-60 16,-22 60-16,20-61 0,-7 1 15,-13 60-15,15-47 0,-15 47 16,0 0-16,0 0 0,0 0 16,0 0-16,9-32 0,-9 32 15,-14 23-15,14-23 0,0 0 16,0 0-16,5 42 0,-10 4 16,5-46-16,-10 57 0,10-57 15,-9 65-15,9-65 0,-9 60 16,4-5-16,5-55 0,-5 47 15,5-47-15,0 0 0,-14 51 16,-9 14-16,23-65 0,-24 57 16,-3-12-16,27-45 0,0 0 15,-28 42-15,28-42 0,0 0 16,-29 38-16,29-38 0,0 0 16,-32 27-16,32-27 0,-28 24 15,28-24-15,-29 0 0,29 0 16,-23-24-16,-1-13 0,24 37 15,-14-50-15,14 50 0,-4-52 16,4 52-16</inkml:trace>
  <inkml:trace contextRef="#ctx0" brushRef="#br0" timeOffset="24649.94">30569 6046 0,'0'0'0,"0"0"0,0 0 16,0 0-16,0 0 0,0 0 15,0 0-15,0 0 0,0 0 16,0 0-16,0 0 0,0 0 16,0 0-16,0 0 0,0 0 15,0 0-15,0 0 0,0 0 16,0 0-16,0 0 0,0 0 16,0 0-16,0 0 0,0 0 15,0 0-15,0 0 0,0 0 16,-24 4-16,24-4 0,-19 9 15,19-9-15,0 0 0,0 0 16,-18 23-16,18-23 0,0 0 16,-24 29-16,24-29 0,0 0 15,0 0-15,0 0 0,-9 36 16,9-36-16,0 42 0,0-42 16,0 0-16,18 38 0,-18-38 15,0 0-15,28 33 0,-28-33 16,0 0-16,38 13 0,-38-13 15,0 0-15,0 0 0,43 14 16,-43-14-16,0 0 0,0 0 16,0 0-16,0 0 0,32 15 15,-32-15-15,0 0 0,18 18 16,-18-18-16,-9 27 0,9-27 16,-28 28-16,28-28 0,-42 24 15,42-24-15,0 0 0,-47 18 16,47-18-16,0 0 0,-42 0 15,42 0-15,-32-23 0,32 23 16,0 0-16,-15-42 0,19-8 16,-4 50-16</inkml:trace>
  <inkml:trace contextRef="#ctx0" brushRef="#br0" timeOffset="25012.77">30545 6147 0,'0'0'16,"0"0"-16,33-32 0,-33 32 16,42-23-16,-42 23 0,0 0 15,0 0-15,47-10 0,-47 10 16,28 0-16,-28 0 0,9 19 15,-9-19-15,0 33 0,0-33 16,-4 51-16,4-51 0,-9 51 16,9-51-16,-6 56 0,6-56 15,0 0-15,6 46 0,-6-46 16,0 0-16,0 0 0,0 0 16,0 37-16,0-37 0,0 0 15,-20-23-15,11-23 0,4-19 16,5 65-16,0-61 0,0 61 15,0-84-15,5 1 0,-5 83 16,0 0-16,19-74 0,-19 74 0,0 0 16,0 0-16,0 0 15,0 0-15,23-52 0,-23 52 16,0 0-16,24-23 0,-24 23 16,0 0-16,0 0 0,18 14 15,-18-14-15,15 42 0,-15-42 16,9 55-16,-9-55 0,0 0 15,0 0-15,4 61 0,-4-61 16,15 56-16,-15-56 16</inkml:trace>
  <inkml:trace contextRef="#ctx0" brushRef="#br0" timeOffset="25337.42">31088 6199 0,'0'0'0,"0"0"16,0 0-16,0 0 0,0 0 15,0 0-15,0 0 0,0 0 16,0 0-16,0 0 0,0 0 16,0 0-16,0 0 0,0 0 15,0 0-15,-38 0 0,38 0 16,-37 19-16,-10 13 0,47-32 16,-46 37-16,46-37 0,0 0 15,-38 42-15,38-42 0,-19 42 16,19-42-16,-4 42 0,4-42 15,0 0-15,19 37 0,-19-37 16,37 32-16,-37-32 0,56 29 16,-56-29-16,66 4 0,-66-4 15,74-14-15,-74 14 0,66-19 16,-66 19-16,0 0 0,43-18 16,-43 18-16,0 0 15</inkml:trace>
  <inkml:trace contextRef="#ctx0" brushRef="#br0" timeOffset="26824.8">22448 6268 0,'0'0'15,"0"0"-15,0 0 0,0 0 16,0 0-16,0 0 0,0 0 16,0 0-16,0 0 0,0 0 15,0 0-15,0 0 0,0 0 16,0 0-16,-23 0 0,23 0 16,0 0-16,0 0 0,0 0 15,28-4-15,-28 4 0,0 0 16,37 0-16,-37 0 0,47 0 15,-47 0-15,47-4 0,-47 4 16,52-5-16,-52 5 0,0 0 16,51-5-16,-51 5 0,51-14 15,-51 14-15,38-5 0,-38 5 16,33 0-16,-33 0 0,0 0 16,0 0-16,0 0 0,0 0 15,33 0-15,-33 0 0</inkml:trace>
  <inkml:trace contextRef="#ctx0" brushRef="#br0" timeOffset="27110.41">22649 6324 0,'0'0'0,"0"0"0,0 0 15,0 0-15,-9 28 0,9-28 16,-4 28-16,4-28 0,0 0 15,-5 37-15,5-37 0,0 0 16,0 42-16,0-42 0,5 42 16,-5-42-16,0 0 0,0 52 15,0-52-15,0 0 0,4 46 16,-4-46-16,0 0 0,5 46 16,-5-46-16,0 0 0,0 0 0,0 0 15,10 37-15,-10-37 16,0 0-16</inkml:trace>
  <inkml:trace contextRef="#ctx0" brushRef="#br0" timeOffset="27859.96">22958 6250 0,'0'0'0,"0"0"16,0 0-16,0 0 0,0 0 15,0 0-15,0 0 0,0 0 16,0 0-16,0 0 0,-13 32 16,13-32-16,-24 38 0,24-38 0,-18 55 15,18-55-15,-28 66 0,28-66 16,-19 70-16,19-70 0,0 0 16,-19 55-16,19-55 0,0 0 15,0 0-15,0 0 0,0 0 16,-14 42-16,14-42 0,0 0 15,0 0-15,0 0 0,-9 23 16,9-23-16,0 0 0,0 0 16,0-42-16,9-4 0,-9 46 15,9-61-15,-9 61 0,14-55 16,-14 55-16,14-56 0,-14 56 16,28-51-16,-28 51 0,28-42 15,-28 42-15,0 0 0,0 0 16,0 0-16,20-42 0,-20 42 15,0 0-15,18-23 0,-18 23 16,0 0-16,0 0 0,0 0 16,28 0-16,-28 0 0,28 18 15,-28-18-15,19 37 0,-19-37 16,9 47-16,-9-47 0,9 47 16,-9-47-16,10 51 0,-10-51 15,14 46-15,-14-46 0,0 0 16,9 52-16,-9-52 0,15 42 15,-15-42-15,13 36 0,-13-36 16,0 0-16,0 0 0,0 0 16,0 0-16,10 29 0,-10-29 0,0 0 15,0 0-15,0 0 0,0 0 16,0 0-16,-14 18 0,14-18 16,-24-18-16,24 18 0,-37-29 15,37 29-15,0 0 0,0 0 16,0 0-16,-42-32 0,42 32 15,0 0-15,0 0 0,0 0 16,0 0-16,-33-28 0,33 28 16,0 0-16,-19-28 0,19 28 15,9-19-15,-9 19 0,28-18 16,-28 18-16,0 0 0,43-23 16,-43 23-16,51-24 0,-51 24 15,0 0-15,0 0 0,0 0 16,52-23-16</inkml:trace>
  <inkml:trace contextRef="#ctx0" brushRef="#br0" timeOffset="28494.49">23225 6459 0,'0'0'0,"0"0"15,15 19-15,-15-19 0,0 0 16,0 0-16,0 0 0,0 0 16,0 0-16,0 0 0,0 0 15,-5 46-15,5-46 0,0 0 16,0 0-16,0 0 0,0 0 15,0 0-15,0 0 0,-5 19 16,5-19-16,10-14 0,-10 14 16,0 0-16,5-41 0,-5 41 15,9-57-15,-9 57 0,0 0 16,9-65-16,-9 65 0,14-56 16,-14 56-16,0 0 0,0 0 15,14-46-15,-14 46 0,0 0 0,0 0 16,0 0-16,0 0 15,19-33-15,-19 33 0,24 0 16,-24 0-16,18 29 0,-18-29 0,14 42 16,-14-42-16,0 0 0,9 55 15,-9-55-15,0 0 16,0 0-16,0 0 0,5 60 0,-5-60 16,0 0-16,0 0 0,4 52 15,-4-52-15,0 0 0,0 0 16,0 0-16,0 0 0,0 32 15,0-32-15,0 0 0,0 0 16,0 0-16,5-23 16,-5 23-16,6-47 0,-6 47 0,9-51 15,-9 51-15,9-46 0,-9 46 16,0 0-16,0 0 0,0 0 16,14-42-16,-14 42 0,0 0 15,0 0-15,0 0 0,0 0 16,14-28-16,-14 28 0,0 0 15,0 0-15,19-14 0,-19 14 16,24 14-16,-24-14 0,18 32 16,-18-32-16,14 42 0,-14-42 15,0 0-15,14 47 0,-14-47 16,0 0-16,9 46 0,-9-46 16,0 0-16,10 47 0,-10-47 15,14 37-15,-14-37 0,0 0 16,0 0-16,19 19 0,-19-19 15</inkml:trace>
  <inkml:trace contextRef="#ctx0" brushRef="#br0" timeOffset="28749.49">23778 6199 0,'0'0'0,"0"0"16,0 0-16,0 0 0,0 0 15,0 0-15,5 23 0,-5-23 16,-5 38-16,5-38 0,0 42 16,0-42-16,5 45 0,-5-45 0,0 47 15,0-47-15,0 47 16,0-47-16,4 41 0,-4-41 0,6 47 16,-6-47-16,0 0 0,0 0 15,0 0-15,0 0 0,4 28 16,-4-28-16,0 0 0,0 0 15,0 0-15,23-14 0,-23 14 16,14-51-16,-14 51 0</inkml:trace>
  <inkml:trace contextRef="#ctx0" brushRef="#br0" timeOffset="29346.53">23989 6189 0,'0'0'0,"0"0"0,0 0 15,0 0-15,0 0 0,0 0 16,0 0-16,0 0 0,0 0 15,0 0-15,0 0 0,4 24 16,-4-24-16,0 51 0,0-51 16,-4 65-16,4-65 0,-5 70 15,5-70-15,-4 65 0,4-65 16,0 0-16,-6 56 0,6-56 16,0 0-16,0 0 0,0 0 15,0 37-15,0-37 0,0 0 16,0 0-16,0 0 0,0 0 15,0 0-15,0 0 0,6-23 16,-6 23-16,0-52 0,0 52 16,-6-60-16,6 60 0,0-65 15,0 65-15,0 0 0,0 0 16,-4-61-16,4 61 0,0 0 16,0 0-16,0 0 0,0 0 15,0-55-15,0 55 0,0 0 16,0 0-16,0 0 0,10-33 15,-10 33-15,0 0 0,23-9 16,-23 9-16,38 14 0,-38-14 16,0 0-16,37 23 0,5 5 15,-42-28-15,0 0 0,0 0 16,43 28-16,-43-28 0,0 0 16,32 32-16,-32-32 0,0 0 0,0 0 15,0 0-15,18 38 0,-18-38 16,0 0-16,5 32 0,-5-32 15,-9 33-15,9-33 0,-33 32 16,33-32-16,-47 29 0,47-29 16,0 0-16,-51 27 0,51-27 15,0 0-15,-52 14 0,52-14 16,0 0-16,0 0 0,-37 5 16,37-5-16,-15-10 0,15 10 15</inkml:trace>
  <inkml:trace contextRef="#ctx0" brushRef="#br0" timeOffset="29798.52">24472 6171 0,'0'0'0,"0"0"15,0 0-15,0 0 0,0 0 16,0 0-16,0 0 0,0 0 15,0 0-15,0 0 0,0 0 16,-24 14-16,24-14 0,-24 28 16,24-28-16,-32 42 0,32-42 15,0 0-15,-33 32 0,33-32 16,0 0-16,-24 37 0,24-37 16,0 0-16,-9 38 0,9-38 15,0 0-15,5 37 0,-5-37 16,23 32-16,-23-32 0,29 23 15,-29-23-15,0 0 0,0 0 16,37 24-16,-37-24 0,0 0 16,52 23-16,-52-23 0,0 0 0,50 23 15,-50-23-15,0 0 16,0 0-16,0 0 0,0 0 0,33 14 16,-33-14-16,0 0 15,0 0-15,15 19 0,-15-19 0,-15 23 16,15-23-16,-37 23 0,37-23 15,-46 19-15,46-19 0,0 0 16,-57 9-16,57-9 0,0 0 16,0 0-16,0 0 0,-47-4 15,47 4-15</inkml:trace>
  <inkml:trace contextRef="#ctx0" brushRef="#br0" timeOffset="30329.53">25689 6282 0,'0'0'16,"0"0"-16,0 0 0,0 0 15,0 0-15,0 0 0,0 0 16,0 0-16,0 0 0,0 0 16,47 5-16,-10-5 0,-37 0 15,42 0-15,-42 0 0,43 0 16,-43 0-16,46 0 0,-46 0 15,47 0-15,-47 0 0,51 0 16,-51 0-16,0 0 0,57-5 16,-57 5-16,0 0 0,0 0 0,47-4 15,-47 4-15,0 0 0,0 0 16,37-5-16,-37 5 0,0 0 16</inkml:trace>
  <inkml:trace contextRef="#ctx0" brushRef="#br0" timeOffset="30546.55">26012 6292 0,'0'0'0,"0"0"16,-10 14-16,10-14 0,-13 23 15,13-23-15,-19 37 0,19-37 16,-19 42-16,19-42 0,-10 42 16,10-42-16,-9 46 0,9-46 15,-9 51-15,9-51 0,-14 52 16,14-52-16,-5 46 0,5-46 15,0 0-15,0 47 0,0-47 16,0 0-16,0 0 0,9 37 16,-9-37-16,0 0 0,10 14 15,-10-14-15</inkml:trace>
  <inkml:trace contextRef="#ctx0" brushRef="#br0" timeOffset="31230.9">26119 6664 0,'0'0'16,"0"0"-16,0 0 0,0 0 16,0 0-16,0 0 0,0 0 15,0 0-15,0 0 0,0 0 16,0 0-16,0 0 0,0 0 15,0 0-15,-19-28 0,19 28 16,0-33-16,0 33 0,10-46 16,-10 46-16,14-61 0,-14 61 15,24-60-15,-24 60 0,23-56 16,-23 56-16,18-51 0,-18 51 16,24-47-16,-24 47 0,0 0 15,0 0-15,0 0 0,24-32 16,-24 32-16,0 0 0,0 0 0,0 0 15,23-19-15,-23 19 16,14 19-16,-14-19 0,15 32 0,-15-32 16,4 42-16,-4 9 15,0-51-15,0 52 0,0-52 0,0 46 16,0-46-16,0 56 0,0-56 16,0 0-16,0 56 0,0-56 15,0 51-15,0-51 0,5 46 16,-5-46-16,0 0 0,0 0 15,0 0-15,0 0 0,4 38 16,-4-38-16,0 0 0,0 0 16,0 0-16,5 18 0,-5-18 15,0 0-15,-9-36 0,9 36 16,-9-48-16,9 48 0,-15-46 16,15 46-16,0 0 0,0 0 15,-9-42-15,9 42 0,0 0 16,0 0-16,0 0 0,0 0 15,-5-37-15,5 37 0,0 0 16,0 0-16,0 0 0,0 0 16,0-37-16,0 37 0,0 0 15,14-23-15,-14 23 0,0 0 16,0 0-16,28-19 0,-28 19 16,0 0-16,33-4 0,-33 4 15,0 0-15,0 0 0,0 0 16</inkml:trace>
  <inkml:trace contextRef="#ctx0" brushRef="#br0" timeOffset="32020.26">26396 6595 0,'0'0'0,"0"0"15,0 0-15,0 0 0,0 0 16,0 0-16,0 0 0,0 0 16,0 0-16,0 0 0,0 0 15,0 0-15,0 0 0,0 0 16,0 0-16,0 0 0,14-38 16,-14 38-16,28-42 0,-28 42 15,28-61-15,-28 61 0,23-55 16,-23 55-16,24-56 0,-24 56 15,24-56-15,-24 56 0,0 0 16,0 0-16,13-46 0,-13 46 16,0 0-16,0 0 0,0 0 15,9-23-15,-9 23 0,0 0 16,0 0-16,29 32 0,-29-32 16,4 37-16,-4-37 0,10 47 15,-10-47-15,5 51 0,-5 0 16,0-51-16,0 52 0,0-52 15,0 0-15,0 0 0,0 46 16,0-46-16,0 0 0,0 0 16,0 0-16,0 0 0,4 32 15,-4-32-15,0 0 0,0 0 16,-9-32-16,9 32 0,0 0 0,0 0 16,14-52-16,-4 6 0,-10 46 15,9-51-15,4 4 0,-13 47 16,15-36-16,-15 36 0,18-34 15,-18 34-15,0 0 0,0 0 16,24-27-16,-24 27 0,0 0 16,24-5-16,-24 5 0,23 19 15,-23-19-15,18 32 0,-18-32 16,10 47-16,-10-47 0,5 46 16,-5-46-16,4 47 0,-4-47 15,0 0-15,5 46 0,-5-46 16,0 0-16,0 0 0,0 0 15,9 51-15,-9-51 0,0 0 16,0 0-16,0 0 0,0 0 16,10 37-16,-10-37 0,0 0 15,0 0-15,0 0 0,0 0 16,9 24-16,-9-24 0,0 0 16,0 0-16,0 0 0,0 0 15,0 0-15,0 0 0,0 0 16,0 0-16,0 0 0,0 0 15,0 0-15,0 0 0,0 0 16,0 0-16,0 0 0,0 0 16</inkml:trace>
  <inkml:trace contextRef="#ctx0" brushRef="#br0" timeOffset="32471.7">27098 6287 0,'0'0'0,"0"0"0,0 0 16,0 0-16,0 0 0,0 33 16,0-33-16,0 37 0,0-37 15,0 42-15,0-42 0,5 42 16,-5-42-16,5 51 0,-5-51 15,0 55-15,0-55 0,0 0 16,0 48-16,0-48 0,0 45 16,0-45-16,0 0 0,0 0 15,4 38-15,-4-38 0,0 0 16,0 0-16,0 0 0,0 0 16,6 28-16,-6-28 0,0 0 15,0 0-15,0 0 0,0 0 0,0 0 16,0 0-16,0 0 0,0 0 15,0 0-15,0 0 0,-20 14 16,20-14-16,0 0 0,0 0 16,0 0-16,0 0 0,0 0 15,0 0-15,0 0 0,0 0 16,0 0-16,24-24 0,-24 24 16,0 0-16,0 0 0,0 0 15,0 0-15</inkml:trace>
  <inkml:trace contextRef="#ctx0" brushRef="#br0" timeOffset="32795.58">27393 6255 0,'0'0'0,"0"0"0,0 0 16,0 0-16,0 0 0,0 0 16,0 0-16,0 0 0,0 0 15,0 0-15,24 0 0,-24 0 16,37 0-16,-37 0 0,0 0 16,47 5-16,-47-5 0,0 0 0,56 0 15,-56 0-15,0 0 16,51 4-16,-51-4 0,0 0 15,0 0-15,48 4 0,-48-4 16,0 0-16,0 0 0,23 5 16,-23-5-16,0 0 0,-28 9 15,28-9-15</inkml:trace>
  <inkml:trace contextRef="#ctx0" brushRef="#br0" timeOffset="33136.97">27449 6422 0,'0'0'0,"0"0"0,0 0 15,-13 24-15,13-24 0,-24 32 16,24-32-16,-19 42 0,19-42 16,-18 37-16,18-37 0,-15 42 15,15-42-15,-9 41 0,9-41 16,-4 42-16,4-42 0,0 0 16,0 0-16,-5 47 0,5-47 15,0 0-15,0 0 0,0 0 16,-4 46-16,4-46 0,0 0 15,0 0-15,9 28 0,-9-28 16,0 0-16,0 0 0,23 14 0,-23-14 16,0 0-16,37 5 0,-37-5 15,42-5-15,-42 5 0,43-8 16,-43 8-16,0 0 0,42-15 16,-42 15-16,47-14 0,-47 14 15,0 0-15,42-23 0,-42 23 16,0 0-16,0 0 0,0 0 15,42-19-15,-42 19 0,0 0 16,19-18-16,-19 18 0,-5-24 16,5 24-16</inkml:trace>
  <inkml:trace contextRef="#ctx0" brushRef="#br0" timeOffset="33395.61">27370 6538 0,'0'0'0,"0"0"15,0 0-15,0 0 0,0 0 16,0 0-16,0 0 0,0 0 16,51 5-16,-51-5 0,38 10 15,-38-10-15,0 0 0,47 8 16,-47-8-16,51 10 0,-51-10 16,0 0-16,51 5 0,-51-5 15,52 4-15,-52-4 0,0 0 16,0 0-16,0 0 0,0 0 15,37 5-15,-37-5 0,0 0 16,0 0-16,0 0 16</inkml:trace>
  <inkml:trace contextRef="#ctx0" brushRef="#br0" timeOffset="54135.03">23188 10520 0,'0'0'0,"0"0"0,0 0 16,0 0-16,0 0 0,-23 4 15,23-4-15,0 0 0,-38 5 16,38-5-16,-41 0 0,41 0 15,-48 4-15,48-4 0,-46 5 16,46-5-16,-52 9 0,52-9 16,0 0-16,-52 10 0,52-10 15,-61 14-15,10 0 0,51-14 16,-47 9-16,47-9 0,0 0 16,-46 5-16,46-5 0,-52 4 15,0 1-15,52-5 0,-56 4 16,56-4-16,-61 5 0,61-5 15,-61 0-15,61 0 0,-65 0 16,65 0-16,-75 0 0,5 5 16,70-5-16,-61 0 0,-5 0 15,66 0-15,-61 0 0,61 0 16,-66 0-16,66 0 0,-74 0 16,74 0-16,-80-5 0,5 5 15,75 0-15,-75 0 0,75 0 16,-79 0-16,3 0 0,6 0 15,14 0-15,56 0 0,-55 0 16,-12 0-16,67 0 0,-61-5 16,-4 5-16,0-4 0,-1-1 0,66 5 15,-61-4-15,0-1 16,61 5-16,-65-9 0,-1-1 0,1 1 16,0 4-16,65 5 0,-67 0 15,67 0-15,-74-4 0,-1-1 16,0 0-16,9 5 0,10 0 15,4 0-15,6-4 16,-2 4-16,7 0 0,-1-5 0,-10 0 16,0 1-16,52 4 0,-55-5 15,-12 1-15,-3-1 0,10 0 16,3 5-16,57 0 0,-55 0 16,-12-5-16,6 1 0,6-1 15,3 5-15,0 0 0,2 0 16,-2 0-16,0 0 0,-4 0 15,0 0-15,-5 0 0,5 0 16,56 0-16,-57 0 0,-3 0 16,-10 0-16,4 0 0,5 0 15,61 0-15,-56 0 0,-5 0 16,-4-4-16,4 4 0,4 0 16,57 0-16,-52-5 0,-13 0 15,0 1-15,4 4 0,4 0 16,6 0-16,4-5 0,0 5 15,47 0-15,-51 0 0,-10 0 16,-4-5-16,8 5 0,57 0 16,-51 0-16,-6-9 0,1-5 15,56 14-15,-56-9 0,0-1 16,-5 1-16,9 0 0,52 9 0,-56-5 16,56 5-16,-55 0 15,55 0-15,-67-9 0,67 9 0,-65-5 16,65 5-16,-66-9 0,66 9 15,-65-9-15,65 9 0,-66-10 16,66 10-16,-65-4 0,65 4 16,-56 0-16,56 0 0,-57 0 15,57 0-15,-46-4 0,46 4 16,-47-6-16,47 6 0,0 0 16,-47-4-16,47 4 0,-47-5 15,47 5-15,0 0 0,-52 0 16,52 0-16,0 0 0,0 0 15,-42 5-15,42-5 0,0 0 16,0 0-16,0 0 0,-37 0 16,37 0-16,0 0 0,0 0 15,0 0-15,0 0 0,-33 0 16,33 0-16,0 0 0,0 0 16,0 0-16,0 0 0,-23 0 0,23 0 15,0 0-15,0 0 0,0 0 16,0 0-16,0 0 0,0 0 15,0 0-15,0 0 0,0 0 16,0 0-16,-28-5 0,28 5 16,0 0-16,0 0 0,0 0 15,0 0-15,0 0 0,0 0 16,0 0-16,0 0 0,0 0 16,0 0-16,0 0 0,0 0 15,0 0-15,0 0 0,0 0 16,0 0-16,9 19 0,-9-19 15,0 0-15,0 0 0,0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28.78787" units="1/cm"/>
          <inkml:channelProperty channel="Y" name="resolution" value="580.56342" units="1/cm"/>
          <inkml:channelProperty channel="T" name="resolution" value="1" units="1/dev"/>
        </inkml:channelProperties>
      </inkml:inkSource>
      <inkml:timestamp xml:id="ts0" timeString="2025-04-07T18:05:39.80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11753 5473 0,'0'0'0,"0"0"0,0 0 15,0 0-15,0 0 0,0 0 16,0 0-16,0 0 0,0 0 15,0 0-15,0 0 0,23-28 16,-23 28-16,23-9 0,-23 9 16,28-9-16,-28 9 0,0 0 15,38 0-15,-38 0 0,0 0 16,47 14-16,-47-14 0,0 0 16,51 4-16,-51-4 0,47 5 0,-47-5 15,52-5-15,-52 5 16,0 0-16,46-4 0,-46 4 0,48-9 15,-48 9-15,50-5 0,-50 5 16,0 0-16,57 0 0,-57 0 16,61 0-16,-61 0 0,61 5 15,-61-5-15,56 4 0,5 1 16,-61-5-16,52 0 0,3 0 16,-55 0-16,52 0 0,-52 0 15,47 0-15,9-5 0,-56 5 16,0 0-16,60 0 0,-60 0 15,67-4-15,-67 4 0,70 0 16,0 0-16,-9 4 0,-61-4 16,52 0-16,-52 0 0,50 0 15,-50 0-15,61-4 0,-61 4 16,76-5-16,-76 5 0,84-5 16,-84 5-16,79 0 0,1 0 15,-80 0-15,70 0 0,-4-5 16,-66 5-16,61 0 0,0 0 15,-61 0-15,60 5 0,-60-5 16,66 0-16,-66 0 0,71 5 16,-1 0-16,0-5 0,-70 0 15,61 0-15,0 4 0,-61-4 16,61 0-16,-61 0 0,69 5 16,-69-5-16,76 4 0,-11 1 15,-4 0-15,-10-1 0,-4 5 16,-47-9-16,48 5 0,7-5 15,-55 0-15,56 0 0,10 0 16,-66 0-16,61-5 0,0 10 16,-61-5-16,61 0 0,0 5 15,-61-5-15,60-5 0,1 5 16,-61 0-16,61-5 0,0 5 0,0 5 16,-9-5-16,-6-5 0,-46 5 15,47-9-15,-47 9 16,57-4-16,13 4 0,-5 0 0,-65 0 15,61 0-15,0-5 16,-61 5-16,61-5 0,0-4 0,-61 9 16,61-4-16,-61 4 0,65 0 15,-65 0-15,70 4 0,6 5 16,-11-4-16,-65-5 0,56 5 16,1-5-16,-2 4 0,-55-4 15,52 9-15,0-9 0,-52 0 16,51 0-16,5 0 0,-56 0 15,56 5-15,-56-5 0,0 0 16,57 5-16,-57-5 0,56 4 16,-56-4-16,0 0 0,0 0 15,51 10-15,-51-10 0,0 0 16,0 0-16,0 0 0,52 9 16,-52-9-16,0 0 0,0 0 15,0 0-15,37 5 0,-37-5 16,0 0-16</inkml:trace>
  <inkml:trace contextRef="#ctx0" brushRef="#br0" timeOffset="8948.93">9214 2934 0,'0'0'16,"0"0"-16,0 0 0,0 0 15,-18 18-15,18-18 0,-19 28 16,19-28-16,-19 33 0,19-33 16,-14 42-16,14-42 0,0 0 15,-9 51-15,-5 14 0,14-65 16,-9 60-16,4-4 0,-10 1 16,15-57-16,-13 55 0,-2-4 0,2 0 15,4-4-15,-2 4 0,11-51 16,-9 51-16,-4 1 0,-2-2 15,15-50-15,-13 47 0,13-47 16,0 0-16,0 0 0,-15 42 16,15-42-16,0 0 0,0 0 15,-4 27-15,4-27 0,-5-46 16,5 46-16,9-13 0,6-25 16,-15 38-16,0 0 0</inkml:trace>
  <inkml:trace contextRef="#ctx0" brushRef="#br0" timeOffset="9333.04">9172 2841 0,'0'0'0,"0"0"16,0 0-16,0 0 0,0 0 15,0 0-15,0 0 0,0 0 0,0 0 16,0 0-16,0 0 15,0 0-15,0 0 0,29 19 0,-29-19 16,22 50-16,-22-50 0,28 57 16,-28-57-16,24 60 0,-24-60 15,24 60-15,-24-60 0,23 61 16,0-1-16,-23-60 0,24 56 16,-24-56-16,28 46 0,0-4 15,-28-42-15,33 51 0,-33-51 16,23 42-16,-23-42 0,19 42 15,-19-42-15,0 0 0,23 42 16,-23-42-16,0 0 0,0 0 16,24 42-16,-24-42 0,0 0 15,0 0-15,9 42 0,-9-42 0,-5 37 16,5-37-16,-28 14 0,28-14 16</inkml:trace>
  <inkml:trace contextRef="#ctx0" brushRef="#br0" timeOffset="9575.64">9210 3445 0,'0'0'15,"0"0"-15,0 0 0,0 0 16,0 0-16,0 0 0,0 0 16,0 0-16,0 0 0,47 0 15,-47 0-15,42-4 0,-42 4 16,0 0-16,42-5 0,9-4 15,-51 9-15,48-10 0,-48 10 16,0 0-16,0 0 0,51-4 16,-51 4-16,51 0 0,-51 0 0,52 0 15,-52 0-15,0 0 16,42 0-16,-42 0 0,0 0 0,33-14 16,-10-18-16,-23 32 0</inkml:trace>
  <inkml:trace contextRef="#ctx0" brushRef="#br0" timeOffset="9900.62">9800 2910 0,'0'0'15,"0"0"-15,0 0 0,0 0 16,0 0-16,0 0 0,0 0 16,0 0-16,0 0 0,0 0 15,0 0-15,14 15 0,-14-15 16,5 37-16,-1 18 0,-4-55 15,0 61-15,0 4 0,0-9 16,0-56-16,5 51 0,-5 5 16,0-56-16,-5 51 0,5-51 15,0 0-15,0 46 0,0-46 16,5 42-16,-5-42 0,0 0 16,4 37-16,-4-37 0,0 0 0,0 0 15,0 0-15,0 34 0,0-34 16,0 0-16,0 0 0,0 0 15,0 0-15,5 27 0,-5-27 16,0 0-16,0 0 0,0 0 16,0 0-16</inkml:trace>
  <inkml:trace contextRef="#ctx0" brushRef="#br0" timeOffset="10496.32">11654 3059 0,'0'0'0,"0"0"0,0 0 0,0 0 15,0 0-15,-27 10 0,27-10 16,0 0-16,-20 27 0,20-27 16,-14 52-16,14-52 0,-5 60 15,5 15-15,0-75 0,5 69 16,-5-69-16,5 75 0,-5-75 15,5 65-15,-5-65 0,4 70 16,-4-70-16,5 69 0,-5-69 16,5 71-16,-5-71 0,0 50 15,10-8-15,-10-42 0,0 0 16,0 0-16,0 0 0,9 28 16,-9-28-16,0 0 0,0 0 15,0 0-15,0 0 0,-9-19 16,9 19-16,0 0 0</inkml:trace>
  <inkml:trace contextRef="#ctx0" brushRef="#br0" timeOffset="10875.02">11429 3171 0,'0'0'0,"0"0"0,0 0 16,0 0-16,-4-18 0,4 18 15,-5-29-15,5 29 0,0 0 16,5-28-16,-5 28 0,23-27 15,-23 27-15,38-19 0,-38 19 16,46-4-16,-46 4 0,52 0 16,-52 0-16,61 9 0,-61-9 15,65 19-15,-65-19 0,66 27 16,-6 10-16,-60-37 0,48 33 16,-11-1-16,-37-32 0,33 34 15,-33-34-15,32 36 0,-32-36 16,0 0-16,29 47 0,-29-47 15,28 55-15,-28-55 0,19 57 0,-19-57 16,-6 55-16,6-55 0,0 0 16,-27 56-16,27-56 0,-43 60 15,43-60-15,-56 61 0,-9-10 16,65-51-16,0 0 0,-57 33 16,57-33-16,0 0 0,0 0 15,-37 23-15,37-23 0,0 0 16,0 0-16,-14-23 0,14 23 15,0 0-15,0 0 0</inkml:trace>
  <inkml:trace contextRef="#ctx0" brushRef="#br0" timeOffset="11338.71">12156 3599 0,'0'0'0,"0"0"0,0 0 0,0 0 16,28 4-16,-28-4 0,28-4 15,-28 4-15,37-4 0,9-15 16,-46 19-16,43-28 0,-43 28 16,37-28-16,-37 28 0,38-28 15,-38 28-15,37-33 0,-37 33 16,33-27-16,-33 27 0,19-33 16,-19 33-16,0 0 0,0 0 15,0 0-15,4-32 0,-4 32 16,0 0-16,-13-19 0,13 19 0,-33 0 15,33 0-15,-38 19 0,38-19 16,-47 36-16,47-36 0,-51 47 16,51-47-16,-52 46 0,6 6 15,46-52-15,0 0 0,-29 51 16,29-51-16,-9 51 0,9-51 16,0 0-16,9 46 0,-9-46 15,15 38-15,-15-38 0,23 23 16,-23-23-16,42 14 0,-42-14 15,51 4-15,-51-4 0,52-4 16,-52 4-16,56-9 0,-56 9 16,0 0-16,57-24 0,-57 24 15,61-28-15,-61 28 0,51-37 16,-51 37-16,0 0 0,0 0 0,0 0 16</inkml:trace>
  <inkml:trace contextRef="#ctx0" brushRef="#br0" timeOffset="11988.12">12628 3581 0,'0'0'0,"0"0"0,0 0 0,0 0 15,0 0-15,0 0 0,9 27 16,-9-27-16,0 0 0,6 23 16,-6-23-16,0 0 0,13 24 15,-13-24-15,0 0 0,29 5 16,-29-5-16,28-10 0,-28 10 16,28-27-16,-28 27 0,0 0 15,28-38-15,-28 38 0,28-42 16,-28 42-16,18-37 0,-18 37 0,0 0 15,0 0-15,5-32 0,-5 32 16,-5-24-16,5 24 0,-28-5 16,28 5-16,-42 10 0,42-10 15,-42 27-15,42-27 0,-47 47 16,15 9-16,32-56 0,-19 51 16,19-51-16,-10 47 0,10-47 15,10 42-15,-10-42 0,10 32 16,-10-32-16,22 33 0,-22-33 15,0 0-15,28 27 0,-28-27 16,33 19-16,10-14 0,-43-5 16,0 0-16,46-9 0,-46 9 0,48-19 15,-48 19-15,41-38 0,-41 38 16,38-50-16,-38 50 0,23-61 16,1-8-16,-24 69 0,13-61 15,-13 61-15,0 0 0,5-47 16,-5 47-16,0 0 0,0 0 15,0 0-15,0 0 0,6-37 16,-6 37-16,0 0 0,0 0 16,0 0-16,0 0 0,0 0 15,-6 61-15,6-61 0,-5 51 16,5-51-16,-9 61 0,9-61 16,-4 73-16,4-73 0,-5 75 15,5-75-15,-10 79 0,10-79 16,-9 84-16,9-84 0,-9 79 15,9-79-15,-4 74 0,4-74 0,-6 61 16,6-61-16,-4 61 16,4-61-16,0 0 0,0 0 0,-5 46 15,5-46-15,0 0 0,0 0 16,0 0-16,0 32 0,0-32 16,0 0-16,15-23 0,-11-24 15,-4 47-15,0-65 0,0 65 16</inkml:trace>
  <inkml:trace contextRef="#ctx0" brushRef="#br0" timeOffset="12354.6">12961 3511 0,'0'0'0,"0"0"16,0 0-16,0 0 0,0 0 15,0 0-15,0 0 0,0 0 16,0 0-16,0 0 0,9-29 15,-9 29-15,0 0 0,15-13 16,-15 13-16,37-5 0,-37 5 16,0 0-16,52 0 0,-52 0 15,59 14-15,-59-14 0,57 23 16,-57-23-16,0 0 0,47 23 0,-47-23 16,0 0-16,33 24 0,-33-24 15,24 28-15,-24-28 0,9 37 16,-9-37-16,-15 42 0,15-42 15,-18 32-15,-10 1 0,-10 4 16,38-37-16,-47 33 0,1-1 16,46-32-16,-43 33 0,43-33 15,0 0-15,-37 23 0,37-23 16,0 0-16,0 0 0,0 0 16,-33 19-16,33-19 0,0 0 15,0 0-15,0 0 0,9-19 16,-9 19-16,0 0 0</inkml:trace>
  <inkml:trace contextRef="#ctx0" brushRef="#br0" timeOffset="12782.06">13991 2975 0,'0'0'0,"0"0"0,0 0 15,0 0-15,0 0 0,0 0 0,-18 5 16,18-5-16,0 0 0,-24-5 16,24 5-16,0 0 0,-33 0 15,33 0-15,-33 15 16,33-15-16,-23 32 0,23-32 0,-14 52 15,14-52-15,-10 69 0,1 1 16,9-70-16,-9 65 0,-6-5 16,6 5-16,0-13 0,9-52 15,-5 46-15,5-46 0,-5 56 16,5-56-16,-4 66 0,4-66 16,-9 73-16,0-12 0,9-61 15,0 52-15,0-52 0,4 41 0,-4-41 16,0 0-16,9 28 0,-9-28 15,0 0-15,14 14 0,-14-14 16,0 0-16</inkml:trace>
  <inkml:trace contextRef="#ctx0" brushRef="#br0" timeOffset="14217.87">13977 3692 0,'0'0'15,"0"0"-15,0 0 0,0 0 16,0 0-16,0 0 0,0 0 16,37-5-16,-37 5 0,33-19 15,-33 19-15,37-37 0,-37 37 16,33-36-16,-33 36 0,0 0 0,38-42 16,-38 42-16,23-42 0,-23 42 15,0 0-15,19-37 0,-19 37 16,0 0-16,0 0 0,0 0 15,5-24-15,-29 19 0,24 5 16,-46 10-16,46-10 0,-48 19 16,48-19-16,-46 32 0,46-32 15,-37 42-15,37-42 0,-24 47 16,24-47-16,-9 46 0,9-46 16,0 51-16,0-51 0,14 46 15,-14-46-15,0 0 0,23 47 16,-23-47-16,28 37 0,-28-37 15,42 19-15,-42-19 0,57 4 16,-57-4-16,65-9 0,0-14 0,-65 23 16,52-28-16,-5-9 15,-47 37-15,42-42 0,0-4 0,-42 46 16,33-57-16,-33 57 0,33-37 16,-33 37-16,28-32 0,-28 32 15,0 0-15,0 0 0,0 0 16,0 0-16,19-28 0,-19 28 15,0 0-15,-5-28 0,5 28 16,0 0-16,0 0 0,0 0 16,-23-19-16,23 19 0,-33 10 15,33-10-15,-33 27 0,33-27 16,-38 38-16,38-38 0,-33 47 16,33-47-16,-18 50 0,18-50 0,-10 56 15,10-56-15,0 0 16,6 47-16,-6-47 0,18 33 0,-18-33 15,0 0-15,0 0 0,23 27 16,-23-27-16,0 0 0,0 0 16,42 19-16,-42-19 0,47 4 15,-47-4-15,47-8 0,-47 8 16,43-19-16,-43 19 0,32-33 16,-32 33-16,24-51 0,-6-5 15,-18 56-15,0 0 0,19-55 16,-19 55-16,14-42 0,-14 42 15,0 0-15,10-29 0,-10 29 16,0 0-16,0 0 0,0 0 16,0 0-16,0 0 0,0 0 15,0 0-15,0 0 0,0 0 16,-15 24-16,15-24 0,0 0 0,0 0 16,0 0-16,0 0 0,9 28 15,-9-28-15,6 27 0,-6-27 16,0 28-16,0-28 0,0 0 15,0 37-15,0-37 0,0 0 16,0 0-16,9 34 0,-9-34 16,0 0-16,0 0 0,0 0 15,14 27-15,-14-27 0,0 0 16,0 0-16,19 23 0,-19-23 16,0 0-16,0 0 0,0 0 15,0 0-15,19 15 0,-19-15 16,0 0-16,0 0 0,0 0 15,22-5-15,-22 5 0,33-14 16,-33 14-16,33-23 0,-33 23 16,0 0-16,0 0 0,23-29 15,-23 29-15,0 0 0,0 0 16,0 0-16,15-36 0,-15 36 16,5-47-16,-5 47 0,0 0 0,4-42 15,-4 42-15,5-37 0,-5 37 16,0 0-16,0 0 0,0 0 15,4-33-15,-4 33 0,0 0 16,0 0-16,0 0 0,0 0 16,5-23-16,-5 23 0,0 0 15,0 0-15,0 0 0,0 0 16,0 0-16,0 0 0,0 0 16,0 0-16,19 28 0,-19-28 15,0 0-15,19 37 0,-19-37 16,14 46-16,-14-46 0,9 47 15,-9-47-15,10 51 0,-10-51 16,4 42-16,-4-42 0,0 0 0,5 33 16,-5-33-16,0 0 0,0 0 15,0 32-15,0-32 0,0 0 16,0 0-16,0 0 0,0 0 16,4 23-16,-4-23 0,0 0 15,0 0-15,0 0 0,0 0 16,0 0-16,0 0 0,15-37 15,-15 37-15,9-42 0,-9 42 16,0 0-16,14-46 0,-14 46 16,14-51-16,-14 51 0,24-42 15,-24 42-15,0 0 0,27-33 16,-27 33-16,38-27 0,-38 27 16,0 0-16,0 0 0,33-23 0,-33 23 15,0 0-15</inkml:trace>
  <inkml:trace contextRef="#ctx0" brushRef="#br0" timeOffset="14688.34">15283 3557 0,'0'0'0,"0"0"16,0 0-16,0 0 0,10 28 16,-10-28-16,0 0 0,0 33 15,0-33-15,0 46 0,0-46 16,0 0-16,-5 42 0,5-42 15,0 0-15,-5 42 0,5-42 16,0 0-16,0 0 0,0 0 16,0 0-16,0 32 0,0-32 15,0 0-15,0 0 0,0 0 16,0 0-16,0 0 0,0 0 16,0 0-16,10-42 0,-10 42 15,9-51-15,-9 51 0,0 0 16,24-56-16,-24 56 0,33-50 15,-33 50-15,0 0 0,0 0 16,0 0-16,32-33 0,-32 33 16,33-9-16,-33 9 0,0 0 0,28 4 15,-28-4-15,28 23 0,-28-23 16,0 0-16,23 37 0,-23-37 16,19 52-16,-19-52 0,0 0 15,14 51-15,-14-51 0,10 42 16,-10-42-16,0 0 0,0 0 15,0 0-15,4 42 0,-4-42 16,5 37-16,-5-37 0,15 32 16,-15-32-16,0 0 0,22 19 15,6-23-15,-28 4 0,0 0 16</inkml:trace>
  <inkml:trace contextRef="#ctx0" brushRef="#br0" timeOffset="15890.11">18098 2975 0,'0'0'0,"0"0"0,0 0 16,0 0-16,0 0 0,0 0 15,0 0-15,0 0 0,0 0 16,-4-31-16,4 31 0,0 0 15,0 0-15,-6-24 0,6 24 16,-18-18-16,18 18 0,-33-10 16,33 10-16,-47 4 0,47-4 15,-52 19-15,52-19 0,-51 29 16,-1 12-16,52-41 0,-46 56 16,-6-1-16,11 11 0,41-66 15,-29 56-15,29-56 0,-19 60 16,19-60-16,-9 66 0,9-66 15,0 69-15,0-69 0,5 61 16,-5-61-16,9 60 0,-9-60 16,23 51-16,-23-51 0,0 0 0,38 42 15,13-9-15,-51-33 16,57 18-16,-57-18 0,55 5 0,-55-5 16,61 0-16,-61 0 0,61-15 15,-61 15-15,52-27 0,-52 27 16,47-33-16,-47 33 0,0 0 15,33-37-15,-33 37 0,0 0 16,4-47-16,-4 47 0,0 0 16,-23-37-16,23 37 0,-42-23 15,42 23-15,-52-14 0,52 14 16,0 0-16,0 0 0,0 0 16,0 0-16,-46-5 0,46 5 15,0 0-15,0 0 0,0 0 16,0 0-16,-28 5 0,28-5 15,0 0-15,0 0 0,0 0 16,0 0-16,32 5 0,-32-5 16,0 0-16,0 0 0,47 0 15,-47 0-15,56 0 0,-56 0 16,61 4-16,-61-4 0,0 0 16,0 0-16,0 0 0,52 0 15,-52 0-15,0 0 0,0 0 16,37 10-16,-37-10 0,0 0 15,19 27-15,-19-27 0,5 38 16,-5-38-16,-5 42 0,5-42 16,-10 37-16,10-37 0,-4 42 15,4-42-15,-5 32 0,5-32 16,0 0-16,0 0 0,0 0 16,0 0-16,0 23 0,0-23 15,0 0-15,0 0 0,0 0 16,0 0-16,14 15 0,-14-15 15,10-29-15,3-17 0,-13 46 0</inkml:trace>
  <inkml:trace contextRef="#ctx0" brushRef="#br0" timeOffset="16167.39">18566 2985 0,'0'0'0,"0"0"0,0 0 16,0 0-16,0 0 0,0 0 15,0 0-15,0 0 0,0 0 16,0 0-16,14 37 0,-14-37 16,4 52-16,-4-52 0,0 79 15,6 9-15,-12-4 0,2-15 16,4-69-16,-5 61 0,5 4 16,0-4-16,-4-1 0,4-60 15,-5 61-15,5-61 0,0 60 16,0-60-16,0 0 0,5 60 15,-5-60-15,0 0 0,9 56 16,-9-56-16,0 0 0,0 0 16,0 0-16,10 46 0,-10-46 15,0 0-15,0 0 0</inkml:trace>
  <inkml:trace contextRef="#ctx0" brushRef="#br0" timeOffset="16617.8">18604 2971 0,'0'0'0,"0"0"16,0 0-16,0 0 0,0 0 16,0 0-16,0 0 0,41 9 15,-41-9-15,39 0 0,-39 0 16,41 10-16,-41-10 0,42 14 15,-42-14-15,0 0 0,0 0 16,38 23-16,-38-23 0,42 32 16,-42-32-16,42 33 0,-42-33 15,0 0-15,38 32 0,-38-32 16,23 33-16,-23-33 0,0 0 16,4 32-16,-4-32 0,-9 38 15,9-38-15,-28 37 0,28-37 16,-51 38-16,-5-6 0,56-32 15,-57 33-15,57-33 0,-56 23 16,56-23-16,-56 13 0,56-13 16,0 0-16,0 0 0,0 0 15,0 0-15,-47 10 0,47-10 16,0 0-16,0 0 0,-28 4 0,28-4 16,0 0-16,14-37 0,-14 37 15,28-36-15,-28 36 0</inkml:trace>
  <inkml:trace contextRef="#ctx0" brushRef="#br0" timeOffset="16857.8">19058 3055 0,'0'0'0,"0"0"0,0 0 0,0 0 15,0 0-15,0 0 0,46 0 16,-46 0-16,39 0 0,-39 0 15,50 0-15,-50 0 0,61-9 16,5-1-16,-66 10 0,61-14 16,-61 14-16,61-9 0,-61 9 15,60-14-15,-60 14 0,66-14 16,-66 14-16,61-5 0,-61 5 16,56-5-16,-56 5 0,0 0 15,0 0-15,0 0 0,0 0 16,43-4-16,-43 4 0</inkml:trace>
  <inkml:trace contextRef="#ctx0" brushRef="#br0" timeOffset="17139.82">19535 3134 0,'0'0'0,"-28"19"0,28-19 15,-14 27-15,14-27 0,-4 47 16,-1 13-16,5-60 0,-4 65 15,4-65-15,0 70 0,0-10 16,9-3-16,-9-57 0,9 50 16,-5 2-16,-4-52 0,0 51 15,0-51-15,0 46 0,0-46 16,0 47-16,0-47 0,0 37 16,0-37-16,0 0 0,0 0 15,0 33-15,0-33 0,0 0 16,0 0-16,0 0 0,0 0 15,0 27-15,0-27 0,0 0 16,0 0-16,0 0 0</inkml:trace>
  <inkml:trace contextRef="#ctx0" brushRef="#br0" timeOffset="24650.08">5585 5487 0,'0'0'0,"0"0"16,0 0-16,0 0 0,0 0 0,0 0 16,0 0-16,0 0 0,4-46 15,-4 46-15,0 0 0,10-28 16,-10 28-16,0 0 0,19-28 16,-19 28-16,0 0 0,23-24 15,-23 24-15,33-18 0,-33 18 16,0 0-16,0 0 0,43-14 15,-43 14-15,0 0 0,41 0 16,-41 0-16,0 0 0,38 19 16,-38-19-16,33 32 0,-33-32 15,32 47-15,-32-47 0,28 46 16,-28-46-16,0 0 0,40 37 16,-40-37-16,31 29 0,-31-29 15,37 9-15,-37-9 0,33-5 16,-33 5-16,37-14 0,-37 14 0,0 0 15,48-23-15,7-5 0,-55 28 16,0 0-16,67-33 0,-67 33 16,50-13-16,-50 13 0,0 0 15,43 0-15,-43 0 0,0 0 16,37 18-16,-37-18 0,0 0 16,33 32-16,-33-32 0,29 33 15,-29-33-15,0 0 0,32 24 16,-32-24-16,43 13 0,8-17 15,-51 4-15,52-9 0,-52 9 16,46-24-16,-46 24 0,52-28 16,-52 28-16,56-37 0,-56 37 15,55-33-15,-55 33 0,57-22 16,-57 22-16,0 0 0,47-10 16,-47 10-16,42 5 0,-42-5 15,37 18-15,-37-18 0,33 33 16,-33-33-16,28 46 0,-28-46 15,28 37-15,-28-37 0,33 28 16,-33-28-16,47 14 0,-47-14 16,47 0-16,4-18 0,-51 18 15,52-14-15,-1-5 0,-51 19 16,47-23-16,-47 23 0,47-33 16,-47 33-16,47-27 0,-47 27 0,52-19 15,-52 19-15,42-5 16,-42 5-16,41 0 0,-41 0 0,38 14 15,-38-14-15,0 0 0,38 23 16,-38-23-16,42 28 0,-42-28 16,47 19-16,-47-19 0,46 5 15,-46-5-15,52-5 0,-1-14 16,-51 19-16,52-32 0,-52 32 16,0 0-16,52-28 0,-52 28 15,56-23-15,-56 23 0,0 0 16,61-15-16,-61 15 0,61-4 15,-61 4-15,51 4 0,-51-4 16,0 0-16,42 24 0,-42-24 16,42 33-16,-42-33 0,37 36 15,-37-36-15,38 24 0,-38-24 16,42 9-16,-42-9 0,42 0 16,6-14-16,-48 14 0,46-28 15,-3 1-15,-43 27 0,37-29 16,-37 29-16,42-18 0,-42 18 15,47-14-15,-47 14 0,55-10 16,-55 10-16,57-4 0,-57 4 16,52 9-16,-52-9 0,41 19 15,-41-19-15,39 28 0,-39-28 16,37 28-16,-37-28 0,0 0 16,33 27-16,-33-27 0,37 24 15,-37-24-15,42 14 0,-42-14 16,47 4-16,-47-4 0,46-4 15,-46 4-15,52-9 0,-52 9 16,61-15-16,-5-12 0,-56 27 16,57-28-16,-57 28 0,61-28 0,-61 28 15,60-24-15,-60 24 16,57-14-16,-57 14 0,55-8 0,-55 8 16,52-5-16,-52 5 0,52 9 15,-52-9-15,0 0 0,42 14 16,-42-14-16,41 24 0,-2 8 15,-39-32-15,32 32 16,-32-32-16,29 38 0,-29-38 0,0 0 16,32 37-16,-32-37 0,38 32 15,-38-32-15,0 0 0,46 28 16,-46-28-16,61 10 0,-61-10 16,56-5-16,-56 5 0,56-24 15,-56 24-15,61-32 0,-61 32 16,57-46-16,-57 46 0,52-56 15,-2 14-15,-50 42 0,48-28 16,-48 28-16,0 0 0,46-14 16,-46 14-16,0 0 0,43 0 15,-43 0-15,37 14 0,-37-14 16,0 0-16,0 0 0,28 28 16,-28-28-16,0 0 0,0 0 15,24 28-15,-24-28 0,37 18 16,-37-18-16,37 0 0,-37 0 15,47-13-15,-47 13 0,56-24 16,-56 24-16,0 0 0,0 0 16</inkml:trace>
  <inkml:trace contextRef="#ctx0" brushRef="#br0" timeOffset="40819.3">23488 9096 0,'0'0'0,"0"0"0,0 0 16,0 0-16,0 0 0,14 14 15,-14-14-15,0 0 0,0 0 0,23 0 16,-23 0-16,0 0 0,0 0 15,33 0-15,-33 0 0,0 0 16,37 0-16,6-14 0,-43 14 16,0 0-16,0 0 0,46-18 15,-46 18-15,0 0 0,42-24 16,-42 24-16,43-23 0,-43 23 16,33-23-16,-33 23 0,0 0 15,37-19-15,-37 19 0,42-18 16,-42 18-16,32-24 0,-32 24 15,34-23-15,-34 23 0,0 0 16,33-32-16,-33 32 0,33-37 16,-33 37-16,0 0 0,37-52 15,-37 52-15,33-46 0,-33 46 16,28-47-16,-28 47 0,0 0 16,28-46-16,-28 46 0,24-47 15,-24 47-15,18-51 0,-18 51 16,19-46-16,-19 46 0,18-52 15,-18 52-15,15-51 0,-15 51 16,13-50-16,-13 50 0,15-61 16,-15 61-16,13-52 0,-13 52 15,15-46-15,-15 46 0,4-51 16,-4 51-16,5-51 0,-5 51 16,0-56-16,0 56 0,-5-47 15,5 47-15,-10-46 0,10 46 16,-9-51-16,9 51 0,-13-46 15,13 46-15,0 0 0,-19-47 16,-14-5-16,33 52 0,0 0 16,-37-46-16,37 46 0,-38-41 0,38 41 15,-42-38-15,42 38 16,-42-33-16,42 33 0,-47-32 0,47 32 16,-51-38-16,51 38 0,-48-27 15,48 27-15,-50-28 0,50 28 16,-57-24-16,57 24 0,-65-13 15,65 13-15,-76-10 0,76 10 16,-70-4-16,70 4 0,-65 0 16,-1 4-16,6 1 0,60-5 15,-48 5-15,2 4 0,46-9 16,-56 14-16,56-14 0,-57 23 16,57-23-16,-65 33 0,65-33 15,-61 41-15,4 1 0,57-42 16,-51 42-16,51-42 0,-47 47 15,-4 4-15,13-5 0,38-46 16,-32 47-16,-6 4 0,38-51 16,-38 56-16,5 4 0,33-60 15,-32 65-15,3 0 0,29-65 16,-22 66-16,12-6 0,1 1 16,4-6-16,5-8 0,0-47 15,5 42-15,-1 9 0,-4-51 16,15 70-16,3-5 0,-18-65 15,24 70-15,-1-5 0,1 0 16,3-14-16,-27-51 0,28 46 16,5-4-16,-33-42 0,33 47 15,-33-47-15,42 46 0,19 1 16,-61-47-16,51 42 0,-51-42 0,57 37 16,-57-37-16,60 37 0,-60-37 15,66 33-15,-66-33 0,75 28 16,0-15-16,-75-13 0,75 5 15,-9-5-15,-66 0 0,61 0 16,-61 0-16,61 0 0,-61 0 16,65-9-16,-65 9 0,70-14 15,-70 14-15,61-19 0,-61 19 16,56-18-16,-56 18 0,42-14 16,-42 14-16,0 0 0,0 0 15,0 0-15,38-10 0,-38 10 16,0 0-16,0 0 0,0 0 15,0 0-15,27-9 0,-27 9 16,0 0-16,0 0 0,0 0 16,0 0-16,0 0 0,0 0 15,0 0-15,-13-28 0,13 28 16,0 0-16</inkml:trace>
  <inkml:trace contextRef="#ctx0" brushRef="#br0" timeOffset="45746.63">22753 8087 0,'0'0'0,"0"0"0,0 0 15,0 0-15,0 0 0,0 0 16,0 0-16,0 0 0,0 0 16,0 0-16,0 0 0,0 0 15,0 0-15,0 0 0,-28 5 16,28-5-16,0 0 0,0 0 16,0 0-16,0 0 0,0 0 15,0 0-15,0 0 0,-9-18 16,9 18-16,0 0 0,0 0 15,4-29-15,-4 29 0,0 0 0,-4-32 16,4 32-16,0 0 0,0 0 16,-6-42-16,6 42 0,0 0 15,-14-42-15,14 42 0,-19-46 16,19 46-16,-18-47 0,18 47 16,-14-51-16,-5 4 0,19 47 15,-23-46-15,-1 4 0,24 42 16,-23-47-16,-6 1 0,29 46 15,-32-55-15,3-2 0,2 1 16,27 56-16,-32-51 0,-7-9 16,39 60-16,-46-61 0,-1 5 15,47 56-15,-47-55 0,-4-6 16,51 61-16,-52-65 0,-9 0 16,61 65-16,-61-65 0,0 4 15,6 6-15,3 8 0,4 5 16,2 0-16,4 5 0,-5 0 15,1-4-15,-6 3 0,0 1 16,1-5-16,-5 5 0,0-1 16,-5 2-16,0-6 0,61 42 15,-61-42-15,-15-5 0,-3 0 16,4 6-16,5 4 0,4-1 16,6 11-16,-1-2 0,-5 1 15,1 1-15,-1-1 0,5 4 16,-4 1-16,-6-4 0,6 3 15,-5 6-15,0 3 0,-1 1 16,5-4-16,5 4 0,-4 5 16,0-1-16,-5 2 0,4-7 0,5 6 15,61 9-15,-65-10 0,-6 2 16,71 8-16,-70-10 0,0 1 16,70 9-16,-61-10 0,61 10 15,-56-9-15,56 9 0,0 0 16,-57 0-16,57 0 0,0 0 15,0 0-15,-52 0 0,52 0 16,0 0-16,0 0 0,0 0 16,0 0-16,-41 0 0,41 0 15,0 0-15,0 0 0,0 0 16,0 0-16,-24 0 0,24 0 16,0 0-16,0 0 0,0 0 15,0 0-15,0 0 0,10 14 16,-10-14-16,0 0 0,0 0 15,0 0-15,0 0 0</inkml:trace>
  <inkml:trace contextRef="#ctx0" brushRef="#br0" timeOffset="46122.07">19076 5510 0,'0'0'0,"0"0"0,0 0 15,0 0-15,0 0 0,0 0 16,0 0-16,0 0 0,0 0 15,0 0-15,0 0 0,0 0 16,0 0-16,0 0 0,0 0 16,0 0-16,0 0 0,0 0 15,-18 10-15,18-10 0,14 19 16,-14-19-16,14 27 0,-14-27 16,14 38-16,-14-38 0,14 46 15,-14-46-15,14 46 0,1 11 16,-15-57-16,13 46 0,-13-46 15,14 42-15,-14-42 0,14 46 16,-14-46-16,0 0 0,14 47 16,-14-47-16,0 0 0,19 41 15,-19-41-15,0 0 0,0 0 16,0 0-16,0 0 0,19 33 16,-19-33-16,0 0 0,0 0 15,14 9-15,-14-9 0,0 0 0,0 0 16,4-51-16,-17-9 15,-6-1-15,19 61 0</inkml:trace>
  <inkml:trace contextRef="#ctx0" brushRef="#br0" timeOffset="46412.7">19104 5548 0,'0'0'0,"0"0"16,0 0-16,0 0 0,0 0 15,0 0-15,0 0 0,0 0 16,0 0-16,0 0 0,0 0 15,0 0-15,0 0 0,10-24 16,-10 24-16,0 0 0,33-18 16,-33 18-16,46-28 0,-46 28 15,57-28-15,-57 28 0,61-18 16,-61 18-16,0 0 0,61-19 16,-61 19-16,51-14 0,-51 14 15,0 0-15,47-9 0,-47 9 16,42-5-16,-42 5 0,0 0 15,0 0-15,0 0 0,0 0 16,33-5-16,-33 5 0,0 0 16</inkml:trace>
  <inkml:trace contextRef="#ctx0" brushRef="#br0" timeOffset="49352.43">2467 5659 0,'0'0'0,"0"0"0,0 0 0,0 0 15,0 0-15,0 0 0,0 0 16,0 0-16,0 0 0,0 0 16,0 0-16,0 0 0,0 0 15,0 0-15,0 0 0,0 0 16,0 0-16,14 19 0,4 14 0,-18-33 16,0 0-16,24 42 15,-24-42-15,28 32 0,-28-32 16,28 37-16,-28-37 0,24 46 0,-24-46 15,27 61-15,-4 14 0,-3-6 16,3-13-16,-23-56 0,23 51 16,-23-51-16,0 0 0,20 61 15,7 8-15,1-8 0,-28-61 16,0 0-16,0 0 0,23 51 16,-23-51-16,24 32 0,-24-32 15,0 0-15,0 0 0,32 15 16,-32-15-16,40 4 0,-40-4 15,46-4-15,-46 4 0,46-19 16,-46 19-16,47-28 0,-6-14 0,3-4 16,-12-1-16,1-4 0,4 0 15,0 0-15,1-10 0,-5 5 16,5-9-16,-38 65 0,41-65 16,2-19-16,3-13 0,-2 14 15,1 3-15,-3 5 0,5 2 16,0 2-16,-4 1 0,9 1 15,-1 4-15,-15 4 0,-7 5 16,4 10-16,-33 46 0,37-47 16,-37 47-16,39-46 0,-39 46 0,31-51 15,-31 51-15,33-38 0,-33 38 16,0 0-16,0 0 16,24-32-16,-24 32 0,0 0 15</inkml:trace>
  <inkml:trace contextRef="#ctx0" brushRef="#br0" timeOffset="145011.47">14304 8283 0,'0'0'0,"0"0"0,0 0 0,0 0 16,0 0-16,0 0 0,0 0 16,0 0-16,0 0 0,0 0 15,0 0-15,0 0 0,0 0 16,0 0-16,0 0 0,0 0 16,0 0-16,24-5 0,-24 5 15,0 0-15,0 0 0,24 0 16,-24 0-16,0 0 0,32 5 15,-32-5-15,0 0 0,0 0 16,37 9-16,-37-9 0,39 4 16,-39-4-16,32 5 0,-32-5 15,0 0-15,33 0 0,-33 0 16,0 0-16,0 0 0,37 5 16,-37-5-16,0 0 0,47-5 15,-47 5-15,0 0 0,47-5 16,-47 5-16,0 0 0,52-4 15,-52 4-15,51-5 0,-51 5 16,47-4-16,-47 4 0,42-5 16,-42 5-16,37-5 0,-37 5 15,33 0-15,-33 0 0,43 0 16,-43 0-16,41 0 0,-41 0 0,48-5 16,-48 5-16,46 0 15,-46 0-15,47 0 0,-47 0 16,47 0-16,-47 0 0,51-4 15,-51 4-15,0 0 0,57-5 16,-57 5-16,56-5 0,-56 5 16,55-4-16,-55 4 0,57-5 0,-57 5 15,61 0-15,-61 0 16,61 0-16,-61 0 0,61 0 0,-61 0 16,0 0-16,56 0 0,5 5 15,-61-5-15,56 4 0,-56-4 16,51 0-16,-51 0 0,52 0 15,-52 0-15,47 0 0,-47 0 16,51 5-16,1-5 0,0 0 16,-52 0-16,46 0 0,-46 0 15,47 0-15,-47 0 0,51 0 16,-51 0-16,57 0 0,-57 0 16,56 0-16,-56 0 0,65 0 15,-65 0-15,70 0 0,-3 0 16,-67 0-16,55 0 0,-55 0 15,52 5-15,-52-5 0,52 4 16,-52-4-16,56 0 0,10 0 16,-66 0-16,60 5 0,-60-5 15,51 5-15,-51-5 0,61 5 16,5-5-16,-5 0 0,-61 0 16,51 0-16,-51 0 0,48 0 15,-48 0-15,46 0 0,-46 0 16,61 0-16,-61 0 0,65 0 15,-65 0-15,66 0 0,-66 0 0,71 0 16,-1 0-16,-70 0 16,65 0-16,-65 0 0,61 0 0,-61 0 15,56 0-15,-56 0 0,61 0 16,5 0-16,-5-5 0,-61 5 16,56-5-16,-56 5 0,56 0 15,0 0-15,-56 0 0,56-5 16,0 1-16,-4-1 0,-52 5 15,51 0-15,6 0 0,-57 0 16,51-5-16,-51 5 0,57 0 16,-57 0-16,61 0 0,-61 0 15,74 0-15,-74 0 0,80 0 16,-80 0-16,79 0 0,-79 0 16,80 0-16,-80 0 0,75 0 15,-75 0-15,75 0 0,-75 0 16,75 5-16,0-5 0,-75 0 15,70 0-15,-70 0 0,66 0 16,-6-5-16,-3 5 0,-57 0 16,51 0-16,-51 0 0,61 5 15,-61-5-15,66 0 0,-66 0 0,70 0 16,0 0-16,-9 0 16,-61 0-16,52 0 0,-52 0 0,46-5 15,-46 5-15,43 0 0,-43 0 16,46-4-16,-46 4 0,0 0 15,47-5-15,-47 5 0,0 0 16,57-4-16,-57 4 0,0 0 16,0 0-16,0 0 0,51-5 15,-51 5-15,0 0 0,0 0 16,37 0-16,-37 0 0,0 0 16,0 0-16,0 0 0,0 0 15,28 5-15,-28-5 0,0 0 16,0 0-16,0 0 0,0 0 15</inkml:trace>
  <inkml:trace contextRef="#ctx0" brushRef="#br0" timeOffset="147954">6896 9454 0,'0'0'16,"0"0"-16,0 0 0,0 0 16,0 0-16,0 0 0,0 0 15,0 0-15,0 0 0,0 0 16,0 0-16,0 0 0,0 0 16,0 0-16,0 0 0,0 0 15,0 0-15,0 0 0,0 0 16,0 0-16,0 0 0,47 5 15,-47-5-15,0 0 0,43 9 16,-43-9-16,41 10 0,-41-10 16,0 0-16,43 14 0,-43-14 15,42 14-15,-42-14 0,0 0 16,42 13-16,-42-13 0,48 14 16,-48-14-16,45 10 0,-45-10 15,52 9-15,-52-9 0,52 9 16,-52-9-16,55 10 0,-55-10 15,57 9-15,-57-9 0,62 9 16,2 1-16,-64-10 0,66 9 16,-66-9-16,66 9 0,-1 0 15,-65-9-15,70 5 0,-70-5 16,61 0-16,-61 0 0,70 0 16,6 5-16,-76-5 0,74 4 15,-3 1-15,-6 0 0,-14-5 16,1 0-16,-52 0 0,46 0 15,11 0-15,-1 0 0,5 0 16,-9 0-16,-1 0 0,5 5 16,1-5-16,-57 0 0,56 0 0,9 4 15,5-4-15,-9 0 16,-61 0-16,57 0 0,3 0 0,6 0 16,-66 0-16,65 0 0,11 0 15,-76 0-15,74 0 0,6 0 16,-80 0-16,79-4 0,1-1 15,-14 0-15,-10 5 0,-4 0 16,-1-5-16,1 10 0,0-10 16,-2 1-16,-2-1 0,8 0 15,-5-8-15,1 3 0,0 10 16,-52 0-16,56 0 0,-56 0 16,70-4-16,24-1 0,-94 5 15,89-9-15,-6-1 0,-7 6 16,-76 4-16,65 0 0,5 0 15,-70 0-15,76 0 0,-2-5 16,-74 5-16,76-5 0,-2 1 16,-74 4-16,75-10 0,0-4 15,-75 14-15,75-9 0,0 0 16,-10 4-16,-8 5 0,-57 0 16,56 0-16,10-4 0,-1-6 15,-65 10-15,61-8 0,4-2 16,-4 0-16,-4 6 0,-7 4 15,2-5-15,-4 0 0,2 1 16,2-6-16,-52 10 0,52-9 16,9 4-16,-61 5 0,70 0 15,5-4-15,-10 4 0,-4-5 16,-61 5-16,56 0 0,5 0 16,-61 0-16,61 0 0,-61 0 15,65 0-15,11-4 0,-76 4 0,74 0 16,-74 0-16,80 0 15,-80 0-15,84-9 0,1-6 0,-85 15 16,75-14-16,-5 5 16,-70 9-16,70-9 0,-5 9 0,-4-5 15,-9 5-15,-6 0 0,-3 0 16,-1 0-16,1 0 0,-1 0 16,-42 0-16,47 0 0,-47 0 15,51-5-15,10 1 0,-61 4 16,0 0-16,65-4 0,-65 4 15,0 0-15,0 0 0,56 0 16,-56 0-16,0 0 0,0 0 16,57 4-16,-57-4 0,0 0 15,0 0-15,46 0 0,-46 0 16,0 0-16</inkml:trace>
  <inkml:trace contextRef="#ctx0" brushRef="#br0" timeOffset="173939.73">13377 8292 0,'0'0'0,"0"0"0,0 0 0,-33-5 16,33 5-16,0 0 0,-32-4 15,32 4-15,0 0 0,-38-10 16,38 10-16,0 0 0,0 0 15,0 0-15,0 0 0,-37-5 16,37 5-16,0 0 0,-33 10 16,33-10-16,0 0 0,-28 18 15,28-18-15,0 0 0,-28 33 16,28-33-16,0 0 0,-28 32 16,28-32-16,0 0 0,-37 29 15,37-29-15,0 0 0,-43 18 16,43-18-16,0 0 0,0 0 15,-46 9-15,46-9 0,-48-4 16,48 4-16,-37-23 0,13-15 16,24 38-16,-18-46 0,18 46 15,-10-42-15,10 42 0,-13-42 16,13 42-16,-14-37 0,14 37 16,-19-33-16,19 33 0,0 0 15,0 0-15,-33-28 0,33 28 16,-37-14-16,37 14 0,-47 0 15,47 0-15,-47 19 0,0 9 16,47-28-16,-37 32 0,37-32 16,-33 33-16,33-33 0,-33 32 15,33-32-15,0 0 0,-32 29 16,32-29-16,0 0 0,-43 27 16,43-27-16,0 0 0,-47 28 15,47-28-15,-47 10 0,47-10 16,0 0-16,-46-10 0,46 10 15,0 0-15,0 0 0,-52-28 16,52 28-16,-52-27 0,52 27 16,-46-24-16,46 24 0,-37-14 15,37 14-15,-39 0 0,39 0 16,-41 9-16,41-9 0,-42 24 0,42-24 16,-47 32-16,0 1 15,47-33-15,-43 24 0,43-24 0,-37 23 16,37-23-16,-42 13 15,42-13-15,-37 10 0,37-10 0,-38-5 16,38 5-16,-33-23 16,33 23-16,-28-37 0,28 37 0,-33-47 15,33 47-15,-32-37 0,32 37 16,0 0-16,-42-33 0,42 33 16,-43-14-16,43 14 0,-51 5 15,51-5-15,-56 19 0,56-19 16,-66 32-16,66-32 0,-60 42 15,3 10-15,57-52 0,-46 41 16,46-41-16,-43 32 0,43-32 16,-42 24-16,42-24 0,-43 10 15,-7-10-15,50 0 0,-43-15 16,43 15-16,-37-23 0,37 23 16,-38-28-16,-3-9 0,41 37 15,-39-38-15,39 38 0,-32-46 16,32 46-16,-42-33 0,42 33 15,0 0-15,-47-32 0,47 32 16,-47-14-16,-5 9 0,52 5 16,-50 5-16,50-5 0,-52 18 15,0 10-15,52-28 0,-46 33 16,46-33-16,-57 33 0,57-33 16,-56 32-16,56-32 0,-66 23 15,66-23-15,-56 19 0,56-19 16,-61 9-16,61-9 0,-61 0 15,61 0-15,-56-13 0,56 13 16,-46-29-16,46 29 0,-43-41 16,43 41-16,-47-37 0,47 37 15,-51-33-15,51 33 0,-47-28 16,47 28-16,-47-14 0,47 14 16,0 0-16,-51-5 0,51 5 15,-56 0-15,56 0 0,-61 14 16,61-14-16,-66 28 0,66-28 15,-70 33-15,9 9 0,4-5 16,57-37-16,-46 23 0,46-23 16,-42 10-16,42-10 0,-47-5 15,47 5-15,0 0 0,-52-14 16,52 14-16,-46-28 0,46 28 16,-48-42-16,48 42 0,0 0 15,-46-47-15,46 47 0,-43-46 16,43 46-16,-41-42 0,41 42 15,-42-28-15,42 28 0,-48-14 16,48 14-16,-50 0 0,50 0 0,-57 19 16,57-19-16,-65 28 0,65-28 15,-57 32-15,57-32 16,-51 28-16,51-28 0,-47 23 0,47-23 16,0 0-16,-47 19 15,47-19-15,-46 10 0,46-10 0,-48-5 16,48 5-16,0 0 0,-41-14 15,41 14-15,-39-23 0,39 23 16,-32-33-16,32 33 16,-29-37-16,29 37 0,-27-33 0,27 33 15,0 0-15,0 0 16,-32-23-16,32 23 0,0 0 0,-29-14 16,29 14-16,-32 0 0,32 0 15,-34 9-15,34-9 0,-42 23 16,42-23-16,-42 38 15,42-38-15,0 0 0,0 0 16,-32 37-16,32-37 0,0 0 0,0 0 16,0 0-16,-33 37 0,33-37 15,0 0-15,-33 23 0,33-23 16,0 0-16,0 0 0</inkml:trace>
  <inkml:trace contextRef="#ctx0" brushRef="#br0" timeOffset="176919.26">18182 8268 0,'0'0'0,"0"0"0,0 0 16,0 0-16,0 0 0,0 0 15,0 0-15,0 0 0,0 0 16,0 0-16,0 0 0,0 0 15,0 0-15,-42 15 0,42-15 16,-19 23-16,19-23 0,-23 32 16,23-32-16,-19 37 0,19-37 15,-19 47-15,-8-1 0,27-46 16,-24 47-16,24-47 0,-19 42 16,19-42-16,-24 46 0,24-46 15,0 0-15,-28 47 0,28-47 16,-33 42-16,33-42 0,0 0 15,0 0-15,0 0 0,0 0 16,-28 32-16,28-32 0,0 0 16,0 0-16,0 0 0,0 0 0,-18 19 15,18-19-15,0 0 0,0 0 16,0 0-16,0 0 16,0 0-16,18 9 0,-18-9 0,38 0 15,-38 0-15,51 0 16,-51 0-16,61-9 0,-61 9 0,57-10 15,-57 10-15,60-4 0,-60 4 16,57-9-16,-57 9 0,52-10 16,-52 10-16,51-9 0,-51 9 15,51-14-15,-51 14 0,0 0 16,48-9-16,-48 9 0,41-14 16,-41 14-16,0 0 0,0 0 15,0 0-15,38-10 0,-38 10 16,0 0-16,0 0 0,23-13 15,-23 13-15,0 0 0,0 0 16,0 0-16,-23-42 0,23 42 16,-33-38-16,33 38 0,-42-37 15,42 37-15,-47-46 0,47 46 16,-46-42-16,46 42 0,-52-33 16,52 33-16,-42-28 0,42 28 15,0 0-15,-43-18 0,43 18 0,0 0 16,0 0-16,0 0 15,-37-9-15,37 9 0,0 0 0,0 0 16,0 0-16,-33 4 0,33-4 16</inkml:trace>
  <inkml:trace contextRef="#ctx0" brushRef="#br0" timeOffset="178086.93">14445 9366 0,'0'0'0,"0"0"16,0 0-16,0 0 0,0 0 16,0 0-16,0 0 0,-13 23 15,13-23-15,0 0 0,-20 33 16,20-33-16,-19 42 0,19-42 15,0 0-15,-18 46 0,4 10 16,14-56-16,-9 51 0,-1-4 16,10-47-16,0 0 0,-14 46 15,14-46-15,0 0 0,-14 52 16,14-52-16,-19 46 0,19-46 16,0 0-16,0 0 0,0 0 15,0 0-15,-13 38 0,13-38 16,0 0-16,0 0 0,0 0 15,0 0-15,0 27 0,0-27 16,0 0-16,18 19 0,-18-19 16,0 0-16,0 0 0,32 4 15,-32-4-15,0 0 0,52-4 0,-52 4 16,0 0-16,66-19 0,9-4 16,-75 23-16,66-24 0,-66 24 15,46-18-15,-46 18 0,43-19 16,-43 19-16,0 0 0,41-27 15,-41 27-15,0 0 0,42-29 16,-42 29-16,0 0 0,0 0 16,0 0-16,33-23 0,-33 23 15,0 0-15,0 0 0,15-23 16,-15 23-16,-5-28 0,-14-5 16,19 33-16,0 0 0,-28-37 15,-5 9-15,33 28 0,0 0 16,-33-23-16,33 23 0,-28-23 15,28 23-15,0 0 0,0 0 16,-37-19-16,37 19 0,0 0 16,0 0-16,0 0 0,-37-18 15,37 18-15,0 0 0,0 0 16,0 0-16,-38-10 0,38 10 16</inkml:trace>
  <inkml:trace contextRef="#ctx0" brushRef="#br0" timeOffset="180329.21">15879 8961 0,'0'0'0,"0"0"16,0 0-16,0 0 0,0 0 15,0 0-15,0 0 0,0 0 16,0 0-16,0 0 0,0 0 16,0 0-16,0 0 0,0 0 15,0 0-15,0 0 0,0 0 16,0 0-16,0 0 0,0 0 16,0 0-16,0 0 0,4 47 15,-4-47-15,0 0 0,14 42 16,-14-42-16,19 56 0,-19-56 15,18 51-15,-18-51 0,0 0 16,15 51-16,-15-51 0,9 42 16,-9-42-16,0 0 0,9 42 15,-9-42-15,5 32 0,-5-32 16,5 33-16,-5-33 0,0 0 16,0 0-16,0 0 0,0 0 15,0 32-15,0-32 0,0 0 16,0 0-16,0 0 0,0 0 15,0 0-15,0 0 0,0 0 16,0 0-16,0 0 0,0 0 16,0 0-16,9-50 0,-9 50 15,9-29-15,-9 29 0,0 0 0,0 0 16,14-32-16,-14 32 0,0 0 16,19-38-16,-19 38 0,0 0 15,28-41-15,-28 41 0,0 0 16,38-33-16,-38 33 0,0 0 15,37-28-15,5 9 0,-42 19 16,0 0-16,37-13 0,-37 13 16,33-14-16,-33 14 0,0 0 15,0 0-15,34-4 0,-34 4 16</inkml:trace>
  <inkml:trace contextRef="#ctx0" brushRef="#br0" timeOffset="180804.81">16356 9152 0,'0'0'0,"0"0"16,0 0-16,0 0 0,0 0 15,0 0-15,0 0 0,0 0 0,0 0 16,0 0-16,0 0 0,0 0 16,23 14-16,-23-14 0,29 0 15,-29 0-15,0 0 0,32-9 16,-32 9-16,0 0 0,38-24 15,-38 24-15,0 0 0,37-37 16,-37 37-16,32-37 0,-32 37 16,20-37-16,-20 37 0,0 0 15,9-37-15,-9 37 0,0 0 16,0 0-16,0 0 0,0 0 16,4-38-16,-4 38 0,0 0 15,-9-28-15,9 28 0,-28-4 16,28 4-16,-46 18 0,-2 15 15,48-33-15,0 0 0,-41 47 16,41-47-16,-33 46 0,33-46 16,-24 51-16,24-51 0,0 0 15,-9 42-15,9-42 0,0 38 16,0-38-16,5 32 0,-5-32 16,0 0-16,13 28 0,-13-28 15,0 0-15,28 23 0,-28-23 0,33 19 16,-33-19-16,0 0 0,43 9 15,-43-9-15,42 5 0,-42-5 16,46-5-16,-46 5 0,43-14 16,-43 14-16,0 0 0</inkml:trace>
  <inkml:trace contextRef="#ctx0" brushRef="#br0" timeOffset="181512.59">16843 9054 0,'0'0'15,"0"0"-15,0 0 0,0 0 16,0 0-16,0 0 0,0 0 16,0 0-16,0 0 0,0 0 15,0 0-15,0 0 0,-28-4 16,28 4-16,0 0 0,0 0 16,-24 9-16,24-9 0,-28 19 15,28-19-15,0 0 0,-33 37 16,33-37-16,0 0 0,-33 37 15,33-37-15,-23 42 0,23-42 16,0 0-16,-9 42 0,9-42 16,4 37-16,-4-37 0,10 33 15,-10-33-15,0 0 0,18 23 16,-18-23-16,33 14 0,-33-14 16,43 4-16,-43-4 0,42-4 15,-42 4-15,37-14 0,-37 14 16,0 0-16,43-23 0,-43 23 0,0 0 15,46-38-15,-46 38 0,0 0 16,0 0-16,0 0 0,0 0 16,47-42-16,-47 42 0,0 0 15,0 0-15,0 0 0,0 0 16,38-32-16,-38 32 0,0 0 16,0 0-16,0 0 0,13-19 15,-13 19-15,0 0 0,0 0 16,0 0-16,-18 47 0,-1-1 15,19-46-15,0 0 0,-19 51 16,19-51-16,0 0 0,0 0 16,-9 56-16,9-56 0,9 42 15,-9-42-15,19 29 0,-19-29 16,0 0-16,33 13 0,-33-13 16,0 0-16,37-5 0,-37 5 15,0 0-15,38-28 0,-38 28 16,42-41-16,-42 41 0,37-52 0,-37 52 15,28-46-15,-28 46 16,15-42-16,-15 42 0,0 0 0,0 0 16,0 0-16,9-37 15,-9 37-15,0 0 0,-4-33 0,4 33 16,-20-18-16,20 18 16,0 0-16,-28-5 0,28 5 0,0 0 15,-33 5-15,33-5 0,0 0 16,0 0-16,0 0 0,0 0 15</inkml:trace>
  <inkml:trace contextRef="#ctx0" brushRef="#br0" timeOffset="182254.31">17302 9124 0,'0'0'15,"0"0"-15,0 0 0,0 0 16,0 0-16,0 0 0,0 0 15,28 33-15,-28-33 0,18 33 16,-18-33-16,15 36 0,-15-36 16,4 38-16,-4-38 0,0 37 15,0-37-15,-4 32 0,4-32 16,0 0-16,-5 38 0,5-38 16,0 0-16,0 0 0,0 0 15,0 0-15,-10 28 0,10-28 16,0 0-16,0 0 0,0 0 15,-4 18-15,4-18 0,0 0 16,0 0-16,9-28 0,-9 28 16,10-37-16,-10 37 0,9-42 0,-9 42 15,19-42-15,-19 42 0,0 0 16,18-37-16,-18 37 0,0 0 16,19-32-16,-19 32 0,0 0 15,18-19-15,-18 19 0,0 0 16,0 0-16,29 0 0,-29 0 15,23 19-15,-23-19 0,0 0 16,0 0-16,19 32 0,-19-32 16,9 47-16,-9-47 0,0 0 15,5 51-15,-5-51 0,0 0 16,4 52-16,-4-52 0,0 0 16,0 0-16,0 0 0,0 36 15,0-36-15,0 0 0,0 0 16,0 0-16,0 23 0,0-23 0,0 0 15,0 0-15,0 0 0,6-32 16,-6 32-16,5-37 0,-5 37 16,0 0-16,13-47 0,-13 47 15,0 0-15,24-42 16,-24 42-16,0 0 0,28-37 0,-28 37 16,0 0-16,0 0 0,0 0 15,33-23-15,-33 23 0,0 0 16,0 0-16,32-9 0,-32 9 15,24 0-15,-24 0 0,0 0 16,23 18-16,-23-18 0,0 0 16,19 33-16,-19-33 0,0 0 15,14 37-15,-14-37 0,0 0 16,5 42-16,-5-42 0,0 0 16,0 0-16,0 0 0,4 42 15,-4-42-15,0 0 0,0 0 16,10 23-16,-10-23 0,0 0 15</inkml:trace>
  <inkml:trace contextRef="#ctx0" brushRef="#br0" timeOffset="182906.4">17901 9185 0,'0'0'0,"0"0"0,0 0 16,0 0-16,0 0 0,0 0 15,0 0-15,0 0 0,0 0 16,0 0-16,0 0 0,24 32 15,-24-32-15,13 33 0,-13-33 0,6 42 16,-6-42-16,0 0 16,-6 41-16,6-41 0,-9 48 0,9-48 15,0 0-15,0 0 0,-9 32 16,9-32-16,0 0 0,0 0 16,0 0-16,0 0 0,0 23 15,0-23-15,0 0 0,0 0 16,0 0-16,18-28 0,-18 28 15,15-42-15,-15 42 0,13-51 16,-13 51-16,15-42 0,-15 42 16,0 0-16,0 0 0,0 0 15,18-28-15,-18 28 0,0 0 16,0 0-16,0 0 0,28-14 16,-28 14-16,28 0 0,-28 0 15,24 19-15,-24-19 0,15 32 16,-15-32-16,4 47 0,-4-47 15,0 0-15,0 52 0,0-52 16,0 0-16,-10 36 0,10-36 16,0 0-16,0 0 0,0 0 15,0 0-15,-4 23 0,4-23 0,0 0 16,0 0-16,19-18 0,-19 18 16,0 0-16,18-47 0,-18 47 15,19-60-15,-19 60 0,24-42 16,-24 42-16,0 0 0,0 0 15,0 0-15,28-28 0,-28 28 16,0 0-16,0 0 0,0 0 16,0 0-16,28-14 0,-28 14 15,23 5-15,-23-5 0,0 0 16,0 0-16,19 28 0,-19-28 16,0 0-16,13 46 0,-13-46 15,6 61-15,-6-61 0,0 51 16,0-51-16,0 0 0,0 0 15,0 0-15,0 51 0,0-51 16</inkml:trace>
  <inkml:trace contextRef="#ctx0" brushRef="#br0" timeOffset="184370.65">18435 9357 0,'0'0'0,"0"0"0,0 0 0,0 0 16,0 0-16,0 0 0,0 0 15,0 0-15,0 0 0,0 0 16,0 0-16,0 0 0,0 0 15,42 9-15,-42-9 0,28-14 16,-28 14-16,0 0 0,38-13 16,-38 13-16,0 0 0,37-20 15,-37 20-15,0 0 0,0 0 16,38-27-16,-38 27 0,0 0 16,0 0-16,23-33 0,-23 33 15,0 0-15,10-33 0,-10 33 16,0 0-16,-15-23 0,15 23 15,-32-4-15,32 4 0,-42 14 16,42-14-16,-43 23 0,43-23 16,0 0-16,-37 37 0,37-37 15,0 0-15,-28 42 0,28-42 0,-14 51 16,14-51-16,0 0 16,0 0-16,-5 38 0,5-38 0,0 0 15,14 27-15,-14-27 16,28 15-16,-28-15 0,0 0 0,0 0 15,37 8-15,-37-8 0,0 0 16,48 0-16,-48 0 0,42-14 16,-42 14-16,37-23 0,-37 23 15,28-32-15,-28 32 0,24-46 16,-24 46-16,19-42 0,-19 42 16,0 0-16,0 0 0,0 0 15,9-38-15,-9 38 0,0 0 16,0 0-16,4-28 0,-4 28 15,0 0-15,0 0 0,0 0 16,9 14-16,-9-14 0,0 0 16,5 37-16,-5-37 0,0 0 15,0 57-15,0-57 0,-9 65 16,9-65-16,0 0 0,0 0 16,0 0-16,-5 55 0,5-55 15,0 0-15,0 0 0,0 0 16,0 0-16,0 37 0,0-37 0,0 0 15,0 0-15,0 0 0,0 0 16,0 0-16,24-37 0,-24 37 16,0 0-16,18-46 0,-18 46 15,0 0-15,19-56 0,-19 56 16,0 0-16,0 0 0,24-42 16,-24 42-16,0 0 0,0 0 15,0 0-15,0 0 0,18-33 16,-18 33-16,0 0 0,0 0 15,0 0-15,24-9 0,-24 9 16,0 0-16,23 14 0,-23-14 16,0 0-16,14 32 0,-14-32 15,0 0-15,14 52 0,-14-52 16,0 0-16,0 0 0,14 42 16,-14-42-16,0 0 0,0 0 15,19 33-15,-19-33 0,0 0 16</inkml:trace>
  <inkml:trace contextRef="#ctx0" brushRef="#br0" timeOffset="184860.34">19198 9371 0,'0'0'16,"0"0"-16,0 0 0,0 0 16,0 0-16,0 0 0,-5-24 0,5 24 15,0 0-15,-4-23 0,4 23 16,0 0-16,-9-27 0,9 27 15,0 0-15,0 0 0,-15-29 16,15 29-16,0 0 0,-22-13 16,22 13-16,0 0 0,-29 4 15,29-4-15,0 0 0,0 0 16,-28 28-16,28-28 0,0 0 16,-19 42-16,19-42 0,0 0 15,0 0-15,-4 56 0,4-56 16,0 0-16,9 41 0,-9-41 15,0 0-15,19 24 0,-19-24 16,32 4-16,-32-4 0,0 0 16,42-28-16,-42 28 0,43-51 15,-6-14-15,-37 65 0,24-65 16,-24 65-16,18-70 0,-18 70 16,15-79-16,-15 79 0,13-70 15,-13 70-15,0 0 0,0 0 16,9-60-16,-9 60 0,0 0 15,0 0-15,0 0 0,10-37 0,-10 37 16,0 0-16,0 0 16,-4 23-16,4-23 0,-19 51 0,19-51 15,-19 65-15,19-65 0,-14 70 16,14-70-16,-9 70 0,9-70 16,-6 60-16,6-60 0,0 56 15,0-56-15,0 0 0,6 57 16,-6-57-16,0 0 0</inkml:trace>
  <inkml:trace contextRef="#ctx0" brushRef="#br0" timeOffset="185296.21">19432 9389 0,'0'0'0,"0"0"0,0 0 16,0 0-16,20-8 0,-20 8 16,13-24-16,-13 24 0,0 0 15,0 0-15,9-28 0,-9 28 16,0 0-16,0-32 0,0 32 15,-13-33-15,13 33 0,0 0 16,0 0-16,-24-19 0,24 19 16,-33-5-16,33 5 0,0 0 15,-28 15-15,28-15 0,0 0 16,-28 27-16,28-27 0,-14 37 16,14-37-16,0 0 0,0 52 0,0-52 15,0 0-15,0 0 0,9 46 16,-9-46-16,0 0 0,0 0 15,29 33-15,-29-33 0,37 4 16,-37-4-16,37-23 0,-37 23 16,34-46-16,-2-10 0,-32 56 15,0 0-15,23-47 0,-23 47 16,0 0-16,0 0 0,0 0 16,15-32-16,-15 32 0,0 0 15,0 0-15,0 0 0,0 0 16,9 18-16,-5 29 0,-4-47 15,0 0-15,0 56 0,0-56 16,0 51-16,0-51 0,0 0 16,0 0-16,5 32 0,-5-32 15,0 0-15,0 0 0</inkml:trace>
  <inkml:trace contextRef="#ctx0" brushRef="#br0" timeOffset="185502.01">19742 9119 0,'0'0'0,"23"-31"16,-23 31-16,0 0 0,0 0 15,0 0-15,0 0 0,14-20 16,-14 20-16,0 0 0,19 20 16,-19-20-16,0 0 0,9 50 15,-9-50-15,-5 52 0,5-52 0,-4 55 16,4-55-16,-5 61 16,5-61-16,-4 65 0,4-65 0,-10 55 15,10-55-15,0 0 0,0 0 16,-5 47-16,5-47 0,0 0 15,0 33-15,0-33 0</inkml:trace>
  <inkml:trace contextRef="#ctx0" brushRef="#br0" timeOffset="185750.39">19709 9217 0,'0'0'0,"0"0"15,0 0-15,0 0 0,0 0 16,0 0-16,0 0 0,46 0 16,-46 0-16,0 0 0,38 0 15,-38 0-15,38 0 0,-38 0 16,41 0-16,-41 0 0,39 5 16,-39-5-16,37 4 0,-37-4 15,0 0-15,37 5 0,-37-5 16,0 0-16</inkml:trace>
  <inkml:trace contextRef="#ctx0" brushRef="#br0" timeOffset="185968">20172 9208 0,'0'0'0,"0"0"0,0 0 0,0 0 16,0 0-16,0 0 0,0 0 15,0 0-15,0 0 0,-9 42 16,9-42-16,0 0 0,0 0 15,-10 42-15,10-42 0,0 0 16,-4 60-16,4-60 0,0 61 16,0-61-16,0 0 0,0 46 15,0-46-15,0 0 0,4 19 16,-4-19-16,0 0 0,0 0 16</inkml:trace>
  <inkml:trace contextRef="#ctx0" brushRef="#br0" timeOffset="186122.68">20233 8975 0,'0'0'0,"0"0"16,0 0-16,0 0 0,0 0 15,0 0-15,0 0 0,0 0 16,0 0-16,0 0 0,5 24 0,-5-24 16,0 27-16,0-27 15,0 42-15,0-42 0,0 0 16</inkml:trace>
  <inkml:trace contextRef="#ctx0" brushRef="#br0" timeOffset="187040.4">20401 9217 0,'0'0'0,"0"0"0,0 0 15,0 0-15,0 28 0,0-28 16,6 33-16,-6-33 0,9 37 16,-9-37-16,0 0 0,0 0 15,14 32-15,-14-32 0,0 0 16,0 0-16,0 0 0,19 38 16,-19-38-16,0 0 0,23 19 15,-23-19-15,0 0 0,33-5 16,-33 5-16,24-24 0,-24 24 15,18-42-15,-18 42 0,0 0 0,14-46 16,-14 46-16,0 0 0,0 0 16,0 0-16,0 0 0,9-47 15,-9 47-15,0 0 0,0 0 16,0 0-16,0-37 0,0 37 16,-14-18-16,14 18 0,0 0 15,0 0-15,-23 0 0,23 0 16,-28 18-16,28-18 0,0 0 15,0 0-15,0 0 0,0 0 16,-37 23-16,37-23 0,0 0 16,0 0-16,0 0 0,0 0 15,-19 19-15,19-19 0,0 0 16,0 0-16,0 0 0,0 0 16,0 0-16,41-19 0,-41 19 15,0 0-15,39-23 0,-39 23 16,0 0-16,0 0 0,37-18 0,-37 18 15,0 0-15,0 0 16,0 0-16,33-14 0,-33 14 16,0 0-16,0 0 0,0 0 0,32 0 15,-32 0-15,29 14 16,-29-14-16,18 28 0,-18-28 0,0 0 16,0 0-16,0 0 0,5 37 15,-5-37-15,0 0 0,0 0 16,0 47-16,0-47 0,0 0 15,0 0-15,0 0 0,0 0 16,-5 36-16,5-36 0,0 0 16,0 0-16,0 0 0,0 0 15,0 0-15,0 0 0,10-36 16,-10 36-16,9-33 0,-9 33 16,0 0-16,19-38 0,-19 38 15,0 0-15,0 0 0,37-36 16,-37 36-16,37-33 0,-37 33 15,0 0-15,0 0 0,42-28 16,-42 28-16,0 0 0,43-19 16,-43 19-16,0 0 0,37-4 15,-37 4-15,28 18 0,-28-18 16,14 28-16,-14-28 0,15 38 16,-15-38-16,0 0 0,9 46 15,-9-46-15,4 46 0,-4-46 0,5 42 16,-5-42-16,0 47 15,0-47-15,0 33 0,5 3 0,-5-36 16,0 0-16,0 0 0</inkml:trace>
  <inkml:trace contextRef="#ctx0" brushRef="#br0" timeOffset="204295.76">5745 11054 0,'0'0'15,"0"0"-15,0 0 0,0 0 16,0 0-16,0 0 0,0 0 16,0 0-16,0 0 0,0 0 15,0 0-15,0 0 0,0 0 0,0 0 16,0 0-16,0 0 15,0 0-15,0 0 0,0 0 0,0 0 16,0 0-16,18 5 0,-18-5 16,0 0-16,24 0 0,-24 0 15,0 0-15,0 0 0,0 0 16,0 0-16,0 0 0,37 0 16,-37 0-16,0 0 0,33 0 15,-33 0-15,0 0 0,37 0 16,-37 0-16,38-9 0,-38 9 15,0 0-15,42-10 0,-42 10 16,0 0-16,46-4 0,-46 4 16,52 0-16,-52 0 0,52 0 15,0 0-15,-52 0 16,52 0-16,-52 0 0,51 4 0,-51-4 16,51 5-16,-51-5 0,56 9 15,-56-9-15,56 5 0,-56-5 16,52 9-16,-52-9 0,46 5 15,-46-5-15,52 9 0,-52-9 16,56 10-16,1 3 0,-57-13 16,56 14-16,-56-14 0,51 10 15,-51-10-15,52 9 0,-52-9 16,52 5-16,-52-5 0,50 4 16,-50-4-16,61 5 0,-61-5 15,61 0-15,-61 0 0,66 0 16,-66 0-16,61 0 0,-61 0 15,61-5-15,-61 5 0,60-4 16,-60 4-16,66 0 0,-66 0 16,75 0-16,-75 0 0,75 0 15,0 0-15,-9 0 0,-15-5 16,-51 5-16,56 0 0,-56 0 16,56 0-16,-56 0 0,66 0 15,-66 0-15,65-5 0,-65 5 16,71 0-16,-71 0 0,75 0 15,-75 0-15,75 0 0,-75 0 16,84-4-16,-84 4 0,84-5 16,-84 5-16,85-5 0,-85 5 15,83-4-15,-83 4 0,85-10 16,-85 10-16,70-4 0,-70 4 16,66-5-16,-66 5 0,0 0 0,61-4 15,-61 4-15,46-5 16,-46 5-16,0 0 0,42-5 0,-42 5 15,38 0-15,-38 0 0,0 0 16,0 0-16,38 0 0,-38 0 16,37 0-16,-37 0 0,0 0 15,0 0-15</inkml:trace>
  <inkml:trace contextRef="#ctx0" brushRef="#br0" timeOffset="204571.61">10521 10938 0,'0'0'0,"47"0"0,-47 0 15,41 5-15,-41-5 0,48 0 16,-48 0-16,0 0 0,52 0 16,-52 0-16,65-10 0,-65 10 15,61-9-15,-61 9 0,0 0 16,0 0-16,0 0 0</inkml:trace>
  <inkml:trace contextRef="#ctx0" brushRef="#br0" timeOffset="205403.72">11228 10929 0,'0'0'15,"0"0"-15,0 0 0,0 0 16,0 0-16,0 0 0,0 0 16,0 0-16,29 9 0,-29-9 15,0 0-15,37 9 0,-37-9 0,46 10 16,-46-10-16,0 0 0,52 14 15,-52-14-15,0 0 16,56 9-16,-56-9 0,57 14 16,-57-14-16,55 9 0,-55-9 15,57 9-15,-57-9 0,56 10 0,-56-10 16,52 5-16,-52-5 16,56 9-16,-56-9 0,51 9 15,-51-9-15,56 9 0,5-4 0,-61-5 16,61 5-16,-61-5 15,61 0-15,4 0 0,-65 0 0,61 0 16,0 4-16,-61-4 16,57 0-16,-57 0 0,56 5 0,5-5 15,0 0-15,-61 0 0,55 0 16,16 0-16,-71 0 0,70-5 16,-9-4-16,0 0 0,-5 9 15,1 0-15,-2 0 0,1 4 16,-56-4-16,57 0 0,8 0 15,6-4-15,-11-1 0,1-4 16,-5 4-16,-4 5 0,0 0 16,3 0-16,2 0 0,-1-4 15,-4-1-15,9 5 0,4 0 16,-4 0-16,-4 5 0,-7-5 16,11 0-16,5 4 0,0 1 15,-5-5-15,0-5 0,0 10 16,0 4-16,-61-9 0,60 5 15,11-1-15,8-4 0,-79 0 16,75 0-16,0 0 0,-4-4 16,-71 4-16,65-5 0,-65 5 15,61 0-15,-61 0 0,65-5 16,-65 5-16,66-4 0,-66 4 16,0 0-16,56-9 0,-56 9 15,0 0-15,0 0 0,42-5 16,-42 5-16,0 0 0,0 0 0,0 0 15,28 0-15,-28 0 16,0 0-16</inkml:trace>
  <inkml:trace contextRef="#ctx0" brushRef="#br0" timeOffset="-213972.66">2435 8603 0,'0'0'0,"0"0"0,0 0 16,0 0-16,0 0 0,8 28 16,-8-28-16,20 28 0,-20-28 15,28 37-15,-28-37 0,27 47 16,10 9-16,-37-56 0,34 56 15,-10-1-15,-1-4 0,-23-51 16,23 42-16,1 14 0,-24-56 16,22 65-16,12-4 0,-2-1 15,-32-60-15,28 52 0,10-2 16,-38-50-16,32 57 0,-32-57 0,28 46 16,-28-46-16,38 38 0,-38-38 15,0 0-15,42 27 0,-42-27 16,0 0-16,42 9 0,-5-23 15,-37 14-15,29-32 0,0-15 16,-2-9-16,-27 56 0,32-65 16,-32 65-16,39-79 0,2-23 15,1-1-15,-4 20 0,-6 8 16,-4 6-16,1 8 0,-1 1 16,-28 60-16,33-65 0,8-1 15,-41 66-15,43-60 0,-43 60 16,37-47-16,-37 47 0,37-37 15,-37 37-15,33-23 0,-33 23 16,0 0-16</inkml:trace>
  <inkml:trace contextRef="#ctx0" brushRef="#br0" timeOffset="-213184.94">2354 10729 0,'0'0'16,"0"0"-16,0 0 0,0 0 16,0 0-16,0 0 0,0 0 15,0 0-15,0 0 0,0 0 16,0 0-16,0 0 0,0 0 16,-18 14-16,18-14 0,0 0 15,-10 28-15,10-28 0,-5 41 0,5 20 16,0-61-16,0 70 0,5-1 15,-5-69-15,0 66 0,0 3 16,0-69-16,5 71 0,5-11 16,-2-5-16,-8-55 0,11 47 15,-11-47-15,13 46 0,-13-46 16,4 61-16,7-5 0,-11-56 16,17 46-16,-2 1 0,-15-47 15,15 46-15,-15-46 0,28 43 16,-28-43-16,0 0 0,36 27 15,-36-27-15,47 23 0,-47-23 0,0 0 16,47 23-16,-47-23 0,48 14 16,-48-14-16,46 10 0,-46-10 15,42-5-15,-42 5 0,37-14 16,6-9-16,-1-5 0,-42 28 16,46-33-16,1-13 0,0-5 15,5 0-15,-52 51 0,50-66 16,11-13-16,6-9 0,-1-5 15,-1 5-15,-8 9 0,-3 0 0,7-5 16,6 0-16,4-4 0,-1-1 16,-1 6-16,12-1 0,-12 0 15,1 0-15,-14 15 0,-56 69 16</inkml:trace>
  <inkml:trace contextRef="#ctx0" brushRef="#br0" timeOffset="-203316.91">3772 5994 0,'0'0'0,"0"0"15,0 0-15,0 0 0,0 0 16,0 0-16,0 0 0,0 0 16,0 0-16,0 0 0,0 0 0,0 0 15,0 0-15,0 0 0,0 0 16,15-19-16,-15 19 0,0 0 15,0 0-15,0 0 0,-37 6 16,37-6-16,0 0 0,0 0 16,-10 36-16,10-36 0,-4 42 15,4-42-15,-14 42 0,14-42 16,-20 37-16,20-37 0,0 0 16,-13 42-16,13-42 0,0 42 15,0-42-15,9 42 0,-9-42 16,0 0-16,28 32 0,-28-32 15,42 24-15,-42-24 0,0 0 16,67 9-16,2-9 0,-69 0 0,66-14 16,-66 14-16,51-33 15,-51 33-15,47-55 0,-47 55 0,38-61 16,-38 61-16,18-65 0,-18 65 16,5-60-16,-5 60 0,0 0 15,-17-52-15,17 52 0,-35-46 16,35 46-16,0 0 0,-41-23 15,41 23-15,0 0 0,0 0 16,-52-5-16,52 5 0,0 0 16,-47 5-16,47-5 0,-43 9 15,43-9-15,0 0 0,0 0 16,0 0-16,0 0 0,-36 10 16,36-10-16,0 0 0,0 0 15,0 0-15,0 0 0,-19 4 16,19-4-16,0 0 0,0 0 15,-19 14-15,19-14 0,0 0 0,0 0 16,0 0-16,0 0 16,0 0-16,15 14 0,-15-14 0,17 23 15,-17-23-15</inkml:trace>
  <inkml:trace contextRef="#ctx0" brushRef="#br0" timeOffset="-200528.04">2475 8808 0,'0'0'0,"0"0"0,28 9 16,-28-9-16,0 0 0,34 5 15,-34-5-15,56 4 0,4-17 16,-8-15-16,-52 28 0,42-28 0,2 0 16,2-5-16,1 5 0,-15-4 15,-13-5-15,5-15 16,-6 1-16,-4-5 0,-14 56 0,20-65 16,-3-9-16,-17 74 0,24-70 15,-20 0-15,-4 70 0,0-65 16,-13 1-16,13 64 0,-28-52 15,28 52-15,0 0 0,-24-47 16,24 47-16,0 0 0,-38-32 16,-18 14-16,-4 22 0,60-4 15,-57 28-15,-8 5 0,-1-1 16,10 14-16,9 6 0,0-1 16,1 0-16,4 0 0,13-4 15,1-5-15,28-42 0,-28 47 16,15-1-16,13-46 0,-6 46 0,6-46 15,0 51-15,0-51 0,19 61 16,-19-61-16,39 65 0,7-5 16,-46-60-16,52 47 0,3-5 15,6-5-15,-4-4 0,-57-33 16,51 13-16,-51-13 0,42 14 16,-42-14-16,0 0 15</inkml:trace>
  <inkml:trace contextRef="#ctx0" brushRef="#br0" timeOffset="-199789.57">2453 11594 0,'0'0'0,"0"0"0,0 0 16,0 0-16,0 0 0,33 18 0,-33-18 16,41 10-16,-41-10 0,52 9 15,13-4-15,-8-15 0,-57 10 16,56-18-16,-56 18 0,60-23 15,-60 23-15,67-33 0,-67 33 16,60-51-16,1-14 0,-61 65 16,57-56-16,-20-5 0,-37 61 15,0 0-15,23-65 0,-8 0 16,-15 65-16,4-60 0,-4 60 16,4-56-16,-4-9 0,0 65 0,-4-61 15,-4-8-15,8 69 0,-24-61 16,-14 15-16,-14-1 0,52 47 15,-46-42-15,-6 0 0,0 5 16,-8 9-16,3 10 0,57 18 16,-56-14-16,-4 9 0,60 5 15,-57 0-15,57 0 0,-64 5 16,64-5-16,-76 18 0,-3 10 16,79-28-16,-75 38 0,5 8 15,27 0-15,19 6 0,0-6 16,24-46-16,-19 43 0,19-43 0,-12 55 15,7 24-15,5-79 0,5 79 16,18 0-16,-23-79 0,37 84 16,4-10-16,16-9 0,5-18 15,-62-47-15,64 46 0,6-4 16,6-5-16,-6-18 0,-70-19 16,0 0-16</inkml:trace>
  <inkml:trace contextRef="#ctx0" brushRef="#br0" timeOffset="-182106.36">14600 13710 0,'0'0'0,"0"0"0,0 0 16,0 0-16,0 0 0,0 0 16,0 0-16,0 0 0,0 0 15,0 0-15,0 0 0,0 0 16,-14 23-16,14-23 0,0 0 15,0 0-15,0 0 0,0 0 16,-19 5-16,19-5 0,0 0 16,0 0-16,0 0 0,0 0 0,-24 5 15,24-5-15,0 0 0,0 0 16,0 0-16,0 0 0,-37 0 16,37 0-16,0 0 0,0 0 15,0 0-15,0 0 0,0 0 16,0 0-16,0 0 0,0 0 15,0 0-15,0 0 0,28-5 16,-28 5-16,28 0 0,-28 0 16,0 0-16,19 5 0,-19-5 15,0 0-15,28 0 0,-28 0 16,0 0-16,38 4 0,-38-4 16,42 0-16,-42 0 0,46 0 15,-46 0-15,0 0 0,0 0 16,52 0-16,-52 0 0,56 0 15,-56 0-15,57 5 0,-57-5 16,65 0-16,-65 0 0,52 5 16,-52-5-16,55 4 0,-55-4 15,57 0-15,-57 0 0,61 0 16,-61 0-16,60 5 0,-60-5 16,61 5-16,-61-5 0,57 4 0,-57-4 15,65 9-15,-65-9 0,70 5 16,1 0-16,-71-5 0,61 0 15,-61 0-15,65 4 0,-65-4 16,75 5-16,-75-5 0,75 0 16,-5 0-16,-9 0 0,-9 0 15,-52 0-15,46 0 0,-46 0 16,57 5-16,-57-5 0,70 0 16,-70 0-16,80 4 0,-80-4 15,84 5-15,-5 0 0,-79-5 16,76 0-16,-76 0 0,70 4 15,0-4-15,-5 5 0,-65-5 16,57 0-16,-6 0 0,0 0 16,1-5-16,-5 5 0,-47 0 15,47 5-15,5 0 0,-52-5 16,56 0-16,-56 0 0,61 0 16,4 0-16,-65 0 0,66 0 15,-5-5-15,-61 5 0,60 0 16,-60 0-16,57 5 0,-57-5 15,65 0-15,-65 0 0,75 0 16,-75 0-16,80-5 0,-80 5 16,74-5-16,-4 5 0,-70 0 15,67-4-15,-6-6 0,-61 10 16,60-9-16,-60 9 0,61-5 16,-61 5-16,61 0 0,-61 0 0,61-4 15,-61 4-15,66-5 0,4-13 16,-70 18-16,60-10 0,1 6 15,-61 4-15,57 0 0,-1-5 16,-56 5-16,51-5 0,-51 5 16,47-4-16,-47 4 0,47-5 15,-47 5-15,51-5 0,10 1 16,-61 4-16,66-5 0,-66 5 16,52-5-16,-52 5 0,46-4 15,1-6-15,-47 10 0,51-9 16,-51 9-16,52-5 0,-52 5 15,52-9-15,-52 9 0,51-5 16,-51 5-16,51 0 0,-51 0 16,57-4-16,-57 4 0,65 0 15,-65 0-15,0 0 0,66-5 16,-66 5-16,0 0 0,70-4 16,-70 4-16,71-5 0,3 0 15,-74 5-15,61 0 0,-61 0 16,52 0-16,-52 0 0,52-4 15,-52 4-15,50 0 0,-50 0 16,57-5-16,-57 5 0,56 0 16,1 0-16,-57 0 0,60 0 15,-60 0-15,56 0 0,-56 0 16,52 0-16,-52 0 0,52 0 0,-6-5 16,-46 5-16,47-4 15,-47 4-15,56-5 0,-5 0 0,-51 5 16,0 0-16,52 0 15,-52 0-15,61 0 0,-61 0 0,66-4 16,-66 4-16,56 0 0,-4 0 16,-52 0-16,51 0 0,-51 0 15,47-10-15,-47 10 0,51-4 16,-51 4-16,52-5 0,-1 5 16,-51 0-16,51 5 0,-51-5 15,48 0-15,-48 0 0,47 0 16,-47 0-16,51 0 0,-51 0 15,0 0-15,61-5 0,-61 5 16,60-5-16,-60 5 0,57-9 16,-57 9-16,0 0 0,56-9 15,-56 9-15,61-9 16,-61 9-16,61-10 0,-61 10 16,0 0-16,56-4 0,-56 4 0,51 0 15,-51 0-15,0 0 0,52-5 16,-52 5-16,0 0 15,46-9-15,-46 9 0,0 0 0,0 0 16,43-10-16,-43 10 16,0 0-16,0 0 0,0 0 15,42-4-15,-42 4 0,0 0 0,0 0 16,33 0-16,-33 0 16,0 0-16,0 0 0,0 0 15,0 0-15,28 0 0,-28 0 16,0 0-16,0 0 0,23 0 15,-23 0-15,0 0 0,0 0 16,0 0-16,0 0 0,0 0 16,0 0-16,0 0 0,38 0 15,-38 0-15,0 0 0,0 0 16,0 0-16,0 0 0,23 0 16,-23 0-16,0 0 0,0 0 15,0 0-15,0 0 0,0 0 16,0 0-16,0 0 0,0 0 15,0 0-15,38 0 0,-38 0 16,0 0-16,0 0 0,0 0 16,0 0-16,0 0 0,0 0 15,0 0-15,32 9 0,-32-9 16,0 0-16,0 0 0,0 0 16,0 0-16,24 14 0,-24-14 15,0 0-15,0 0 0,24 19 16,-24-19-16,18 27 15,-18-27-15,19 33 0,-19-33 16,0 0-16,0 0 0</inkml:trace>
  <inkml:trace contextRef="#ctx0" brushRef="#br0" timeOffset="-178851.05">20716 13682 0,'0'0'0,"0"0"0,0 0 16,0 0-16,0 0 0,0 0 15,0 0-15,0 0 0,0 0 16,0 0-16,0 0 0,0 0 15,0 0-15,0 0 0,0 0 16,0 0-16,0 0 0,0 0 16,0 0-16,0 0 0,0 0 15,0 0-15,0 0 0,0 0 16,0 0-16,0 0 0,-19 5 16,19-5-16,0 0 0,0 0 15,-19 4-15,19-4 0,0 0 16,0 0-16,0 0 0,0 0 15,-18 10-15,18-10 0,0 0 16,0 0-16,-20 9 0,20-9 16,0 0-16,0 0 0,0 0 15,0 0-15,-18 9 0,18-9 16,0 0-16,0 0 0,0 0 16,-19 14-16,19-14 0,-23 19 15,23-19-15,0 0 0,0 0 0,0 0 16,-19 23-16,19-23 15,0 0-15,0 0 0,-19 28 16,19-28-16,0 0 0,0 0 16,-19 23-16,19-23 0,0 0 15,0 0-15,-18 24 0,18-24 16,0 0-16,0 0 0,0 0 16,0 0-16,-24 18 0,24-18 15,0 0-15,0 0 0,0 0 16,0 0-16,-19 19 0,19-19 15,0 0-15,0 0 0,0 0 16,0 0-16,-18 14 0,18-14 16,0 0-16,0 0 0,0 0 15,0 0-15,24 0 0,-24 0 16,0 0-16,0 0 0,0 0 16,0 0-16,0 0 0,0 0 15,0 0-15,32 4 0,-32-4 16,0 0-16,29 0 0,-29 0 15,0 0-15,0 0 0,37 0 16,-37 0-16,0 0 0,46 0 16,-46 0-16,0 0 0,43-4 15,-43 4-15,0 0 0,0 0 16,46 4-16,-46-4 0,0 0 16,0 0-16,48 0 0,-48 0 15,0 0-15,0 0 0,0 0 16,0 0-16,37 0 0,-37 0 15,0 0-15,0 0 0,0 0 16,0 0-16,24 0 0,-24 0 16,0 0-16,0 0 15,0 0-15,-5-37 0,5 37 16,0 0-16,0 0 0,0 0 16,-6-18-16,6 18 0,-9-19 15,9 19-15,-13-28 0,13 28 16,-15-37-16,15 37 0,0 0 15,-18-33-15,18 33 0,0 0 16,0 0-16,0 0 0,-19-32 16,19 32-16,0 0 0,0 0 15,0 0-15,0 0 0,-19-19 16,19 19-16,0 0 0,0 0 16,0 0-16,10-23 0,-10 23 15,0 0-15,0 0 0,0 0 16,0 0-16,9-14 0,-9 14 15,0 0-15</inkml:trace>
  <inkml:trace contextRef="#ctx0" brushRef="#br0" timeOffset="-177900.38">21217 13650 0,'0'0'0,"0"0"0,0 0 15,0 0-15,0 0 0,0 0 16,0 0-16,0 0 0,0 0 16,0 0-16,0 0 0,0 0 15,0 0-15,0 0 0,-9 14 16,9-14-16,0 0 0,0 0 15,0 0-15,-15 13 0,15-13 16,0 0-16,0 0 0,-14 28 16,14-28-16,0 0 0,0 0 15,-19 33-15,19-33 0,0 0 16,-19 46-16,19-46 16,-18 38-16,18-38 0,0 0 15,-19 32-15,19-32 0,0 0 16,0 0-16,-14 28 0,14-28 15,0 0-15,0 0 0,0 0 16,0 0-16,-14 28 0,14-28 16,0 0-16,0 0 0,0 0 15,0 0-15,-14 23 0,14-23 16,0 0-16,0 0 0,0 0 16,9-28-16,-9 28 0,0 0 15,0 0-15,0 0 0,0 0 16,0 0-16,0 0 0,0 0 15,28 5-15,-28-5 0,0 0 16,33-5-16,-33 5 0,43-9 16,-43 9-16,0 0 0,42-9 15,-42 9-15,0 0 0,0 0 16,0 0-16,37-10 0,-37 10 16,0 0-16,0 0 0,0 0 15,0 0-15,28-9 0,-28 9 16,0 0-16,0 0 0,24-14 15,-24 14-15,0 0 0,0 0 16,-5-28-16,5 28 0,0 0 16,0 0-16,0 0 15,0 0-15,0 0 0,0 0 16,0 0-16,9-14 0,-9 14 16,-9-18-16,9 18 0,-19-37 15,19 37-15,0 0 0,-24-38 16,24 38-16,-22-32 0,22 32 15,-24-19-15,24 19 0,0 0 16,0 0-16,0 0 0,0 0 16,-19-9-16,19 9 0,0 0 15,0 0-15,0 0 0,0 0 16,0 0-16,0 0 0,-4 23 16,4-23-16,0 0 0,0 0 15,19 9-15,-19-9 0</inkml:trace>
  <inkml:trace contextRef="#ctx0" brushRef="#br0" timeOffset="-177091.65">21858 13636 0,'0'0'0,"0"0"0,0 0 0,0 0 15,0 0-15,0 0 16,0 0-16,0 0 0,0 0 16,-10 14-16,10-14 0,0 0 15,0 0-15,-22 9 0,22-9 16,0 0-16,-28 18 0,28-18 16,-24 28-16,24-28 0,0 0 15,-14 33-15,14-33 0,0 0 16,-19 37-16,19-37 0,0 0 15,-13 42-15,13-42 0,0 0 16,0 0-16,0 0 0,-15 37 16,15-37-16,0 0 0,0 0 15,0 0-15,-19 33 0,19-33 16,0 0-16,0 0 0,0 0 16,0 0-16,-18 18 0,18-18 15,0 0-15,0 0 0,0 0 16,0 0-16,0 0 0,0 0 15,0 0-15,0 0 0,0 0 16,18-4-16,-18 4 0,0 0 16,0 0-16,0 0 0,0 0 15,0 0-15,0 0 0,24-5 16,-24 5-16,0 0 0,0 0 16,32-5-16,-32 5 0,0 0 15,0 0-15,48-9 0,-48 9 16,0 0-16,0 0 0,46-9 15,-46 9-15,0 0 0,52-9 16,-52 9-16,0 0 0,0 0 16,0 0-16,0 0 15,41-10-15,-41 10 0,0 0 16,0 0-16,0 0 0,0 0 16,29-9-16,-29 9 0,0 0 15,0 0-15,0 0 0,-9-19 16,9 19-16,-33-28 0,33 28 15,-37-41-15,37 41 0,-39-52 16,39 52-16,-32-60 0,32 60 16</inkml:trace>
  <inkml:trace contextRef="#ctx0" brushRef="#br0" timeOffset="-167232.66">5060 13691 0,'0'0'0,"0"0"0,0 0 15,0 0-15,0 0 0,0 0 16,0 0-16,0 0 0,0 0 16,0 0-16,0 0 0,0 0 15,0 0-15,0 0 0,0 0 16,0 0-16,0 0 0,0 0 16,0 0-16,0 0 0,0 0 15,0 0-15,0 0 0,0 0 16,0 0-16,0 0 0,0 0 15,0 0-15,0 0 0,0 0 16,0 0-16,24 0 0,-24 0 16,0 0-16,33 5 0,-33-5 15,0 0-15,41 9 0,-41-9 16,39 14-16,-39-14 0,37 14 16,-37-14-16,37 10 0,-37-10 15,0 0-15,43 9 0,-43-9 0,43 5 16,-43-5-16,41 4 0,-41-4 15,0 0-15,47 0 0,-47 0 16,46 10-16,-46-10 0,52 18 16,-52-18-16,0 0 0,56 9 15,-56-9-15,61 10 0,-61-10 16,57 4-16,-57-4 0,62 10 16,-62-10-16,54 4 0,-54-4 15,52 0-15,-5 0 0,-47 0 16,42 0-16,-42 0 0,46 5 15,-46-5-15,52 5 0,5-1 16,-57-4-16,51 5 0,6 0 16,-57-5-16,50 4 0,-50-4 15,48 0-15,3 0 0,-51 0 16,51 0-16,1 5 0,-52-5 16,51 5-16,1-1 0,-52-4 0,52 5 15,-1-1-15,-51-4 0,51 5 16,-51-5-16,57 5 0,-57-5 15,65 4-15,1 1 0,-66-5 16,65 0-16,-65 0 0,66 5 16,-66-5-16,61 4 0,-1-4 15,1 5-15,-61-5 0,52 5 16,-52-5-16,61 4 0,0 1 16,-61-5-16,56 0 0,-56 0 15,57 5-15,-57-5 0,55 4 16,-55-4-16,0 0 0,66 5 15,4-5-15,-70 0 0,66 0 16,-66 0-16,65 0 0,-65 0 16,61 0-16,-4 5 0,-57-5 15,46 4-15,1-8 0,-47 4 16,46-5-16,-46 5 0,43 0 16,-43 0-16,47-5 0,-47 5 15,42-4-15,-42 4 0,0 0 16,38-10-16,-38 10 0,0 0 15,0 0-15,0 0 0,0 0 16,32-4-16,-32 4 0,0 0 16,0 0-16,0 0 0,0 0 15,24 0-15,-24 0 0,0 0 0,0 0 16,0 0-16,0 0 16,0 0-16,0 0 0,0 0 0,0 0 15,0 0-15,0 0 0,0 0 16,0 0-16,0-24 0,0 24 15,0 0-15,0 0 0,-15-14 16,15 14-16</inkml:trace>
  <inkml:trace contextRef="#ctx0" brushRef="#br1" timeOffset="-155742.47">3235 13729 0,'0'0'0,"0"0"16,0 0-16,0 0 0,0 0 16,0 0-16,0 0 15,0 0 1,0 0-16,0 0 15</inkml:trace>
  <inkml:trace contextRef="#ctx0" brushRef="#br1" timeOffset="-154015.55">2026 13622 0,'0'0'0,"0"0"16,0 0-16,0 0 0,0 0 16,0 0-16,0 0 0,0 0 15,0 0-15,0 0 0,0 0 16,0 0-16,0 0 0,0 0 16,0 0-16,0 0 0,0 0 15,0 0-15,0 0 0,0 0 16,0 0-16,0 0 0,0 0 15,-13-19-15,13 19 0,0 0 0,0 0 16,0 0-16,0 0 0,0 0 16,0 0-16,0 0 0,0 0 15,0 0-15,0 0 0,0 0 16,0 0-16,0 0 0,0 0 16,0 0-16,13 23 0,-13-23 15,0 0-15,29 33 0,-29-33 16,0 0-16,0 0 0,22 32 15,-22-32-15,24 33 0,-24-33 16,28 37-16,-28-37 0,0 0 16,34 47-16,-6-1 0,-1 1 15,-27-47-15,37 37 0,-3-4 16,-6 4-16,-4 9 0,-24-46 0,27 42 16,-27-42-16,33 51 0,-33-51 15,38 56-15,4 5 0,-42-61 16,42 60-16,-4-14 0,-38-46 15,36 42-15,-36-42 0,44 33 16,-12 4-16,-4 0 0,-28-37 16,34 33-16,-34-33 0,31 32 15,-31-32-15,0 0 0,33 24 0,-33-24 16,38 32-16,-38-32 0,0 0 16,32 33-16,-32-33 0,0 0 15,20 32-15,-20-32 0,0 0 16,0 0-16,8 24 0,-8-24 15,0 0-15,0 0 0,0 0 16,0 0-16,0 0 0,0 0 16,0 0-16,0 0 0,19-5 0,-19 5 15,0 0-15,0 0 0,0 0 16,0 0-16,0 0 0,0 0 16,0 0-16,0 0 0,0 0 15,0 0-15,9-19 0,-9 19 16,19-28-16,-19 28 0,0 0 15,0 0-15,20-37 0,-20 37 0,27-51 16,-3-14-16,-24 65 0,28-60 16,0-1-16,4 1 0,-2-1 15,-9 5-15,3 0 0,-5 1 16,14-1-16,9-14 0,-10 0 16,-3 5-16,3-5 0,5-9 15,2 0-15,-2 10 0,-13-6 16,4 10-16,5 5 0,-5 4 15,-28 56-15,27-61 0,-27 61 16,28-60-16,-28 60 0,33-65 16,-33 65-16,34-65 0,-34 65 0,19-61 15,-19 61-15,18-51 0,-18 51 16,0 0-16,13-47 0,-13 47 16,15-51-16,-15 51 0,0 0 15</inkml:trace>
  <inkml:trace contextRef="#ctx0" brushRef="#br1" timeOffset="-141508.29">2255 16891 0,'0'0'16,"15"52"-16,-15-52 0,0 0 16,0 0-16,9 46 0,-9-46 15,0 0-15,24 33 0,-24-33 16,0 0-16,38 18 0,-38-18 15,41 19-15,-41-19 0,0 0 0,42 14 16,-42-14-16,0 0 0,47 4 16,-47-4-16,0 0 0,52 0 15,-52 0-15,0 0 0,51-4 16,-51 4-16,0 0 0,51 0 16,-51 0-16,52 4 0,-52-4 15,0 0-15,52 5 0,-52-5 0,51 9 16,-4 19-16,-47-28 0,38 24 15,-38-24-15,37 18 0,-37-18 16,38 9-16,-38-9 0,43 5 16,-43-5-16,56-9 0,4-10 15,-60 19-15,0 0 0,0 0 16,0 0-16,66-18 0,-1-15 16,-65 33-16,65-33 0,-65 33 0,0 0 15,62-32-15,-62 32 0,0 0 16,60-56-16,-60 56 0,56-70 15,-14-4-15,-42 74 0,0 0 16,24-61-16,0-4 0,-11 5 16,-13 60-16,6-51 0,3 0 15,-5-1-15,-4 52 0,0-46 0,0-1 16,0 47-16,-4-51 0,4 51 16,-5-46-16,-5-5 0,-7-1 15,17 52-15,-16-46 0,16 46 16,-8-56-16,8 56 0,-11-56 15,11 56-15,0 0 0,-12-65 16,-3-5-16,15 70 0,-14-69 0,14 69 16,-14-52-16,14 52 0,-28-46 15,-4-1-15,32 47 0,-39-37 16,39 37-16,-37-37 0,37 37 16,-33-42-16,33 42 0,-33-37 15,-9 4-15,-5 5 0,47 28 16,-41-23-16,41 23 0,-44-18 15,44 18-15,-46-24 0,46 24 0,-56-23 16,56 23-16,-51-19 0,51 19 16,-51-9-16,3 9 0,48 0 15,-42 0-15,42 0 0,-42 0 16,42 0-16,-46 5 0,46-5 16,-52 4-16,52-4 0,0 0 0,0 0 15,-62 5-15,62-5 0,-64 14 16,64-14-16,-66 19 0,4 9 15,62-28-15,0 0 0,-56 32 16,56-32-16,-46 33 0,-2 9 16,48-42-16,-45 41 0,45-41 15,-47 52-15,47-52 0,-51 46 16,51-46-16,-39 47 0,2 8 0,37-55 16,0 0-16,-29 47 0,29-47 15,-22 46-15,-1 1 0,23-47 16,-24 46-16,24-46 0,0 0 15,0 0-15,-23 47 0,23-47 16,-24 51-16,24-51 0,0 0 16,-15 56-16,15-56 0,-23 56 15,23-56-15,-24 56 0,24-56 0,-4 51 16,8 0-16,-4 5 0,0-56 16,0 46-16,0-4 0,0-42 15,0 47-15,0-47 0,7 46 16,-3 5-16,-4 5 0,4-14 15,-4-42-15,20 23 0,-20-23 16,22 23-16,2 15 0,-24-38 0,0 0 16,28 41-16,-28-41 0,24 42 15,-7 10-15,-17-52 0,15 41 16,-15-41-16,19 38 0,-19-38 16,31 23-16,-31-23 0,0 0 15,44 14-15,-44-14 0,36 18 16,-36-18-16,0 0 0,24 28 15,0 5-15,-24-33 0,27 28 0,-27-28 16,28 9-16,-28-9 0,43 5 16,13 4-16,-56-9 0,62 9 15,-62-9-15,59 14 0,-59-14 16,0 0-16,86 10 0,-86-10 16,0 0-16,103 4 0,-103-4 15,103 0-15,-5-4 0,-98 4 16,79 0-16,-79 0 0,67-10 0,-67 10 15,56-28-15,-56 28 0,46-37 16,-46 37-16,48-37 0,-48 37 16,36-42-16,-36 42 0,0 0 15,24-46-15,-24 46 0,0 0 16,9-56-16,-9 56 0,0 0 16,-5-56-16,5 56 0,-8-65 0,8 65 15,4-51-15,-4 51 0,0 0 16,4-42-16,-4 42 0</inkml:trace>
  <inkml:trace contextRef="#ctx0" brushRef="#br1" timeOffset="-134215.79">12872 16422 0,'0'0'0,"0"0"16,0 0-16,0 0 0,0 0 15,0 0-15,0 0 0,0 0 16,0 0-16,0 0 0,0 0 16,0 0-16,0 0 0,0 0 15,0 0-15,0 0 0,0 0 16,0 0-16,0 0 0,0 0 16,37-14-16,-37 14 0,0 0 15,0 0-15,0 0 0,0 0 16,0 0-16,0 0 0,0 0 15,37 0-15,-37 0 0,0 0 16,28 4-16,-28-4 0,0 0 16,0 0-16,33 5 0,-33-5 15,0 0-15,47 5 0,-47-5 16,0 0-16,52 4 0,-52-4 16,47 5-16,-47-5 0,51 0 15,-51 0-15,57 5 16,-57-5-16,55 0 0,2 4 15,-57-4-15,51 0 0,-51 0 16,47 5-16,-47-5 0,56 4 16,-56-4-16,61 5 0,4 0 15,-65-5-15,61 4 0,0-4 16,-61 0-16,57 0 0,-57 0 16,60 0-16,-60 0 0,66 5 15,-1-5-15,-65 0 0,66 0 16,-66 0-16,75 5 0,-5-5 0,-4 4 15,-66-4-15,52 5 16,-1 4-16,-51-9 0,51 14 16,1-4-16,-52-10 0,56 9 15,-56-9-15,66 9 0,-66-9 0,70 10 16,1-6-16,-1-4 16,-70 0-16,61 0 0,-61 0 0,61 9 15,4 1-15,-65-10 0,65 9 16,-4 0-16,-61-9 15,48 10-15,-7-6 0,16-4 0,-57 0 16,51 5-16,5 0 0,0-5 16,-56 0-16,0 0 0,57 0 15,8 0-15,-65 0 0,66 0 16,-1 4-16,0-4 0,-65 0 16,0 0-16,61 0 0,-61 0 15,61 0-15,-61 0 0,66 0 16,-66 0-16,71 0 0,-71 0 15,70-4-15,0-1 0,-70 5 16,0 0-16,65-5 0,10 5 16,-75 0-16,66 0 0,-66 0 15,61 5-15,4-5 0,-65 0 16,0 0-16,76-5 0,-76 5 16,0 0-16,70 0 0,0 0 15,-5-4-15,-9 4 0,-56 0 16,0 0-16,57 4 0,-57-4 15,61 0-15,-61 0 0,70 0 16,0-4-16,-70 4 0,0 0 16,66 0-16,0 0 0,-66 0 15,0 0-15,65-5 0,5 10 16,-70-5-16,0 0 0,70 0 16,-9 0-16,0 0 0,-61 0 15,0 0-15,56-5 0,5 0 16,-61 5-16,61 0 0,-61 0 15,52-4-15,9-1 0,-61 5 16,56-5-16,-10 1 0,6-1 16,-52 5-16,46 0 0,-3-5 15,-43 5-15,56-4 0,-56 4 16,56-5-16,5 1 0,-5 4 16,-56 0-16,47 4 0,-47-4 15,42 0-15,10-4 0,-52 4 16,51 0-16,1-5 0,-52 5 15,56 0-15,-56 0 0,52 0 16,-52 0-16,55 0 0,-55 0 16,61 0-16,0-5 0,-4-4 15,-57 9-15,47-5 0,-47 5 16,42 0-16,-42 0 0,41-4 16,-41 4-16,0 0 0,43 0 15,-43 0-15,46-5 0,-46 5 16,48-9-16,-48 9 0,0 0 15,46-10-15,-46 10 0,0 0 16,0 0-16,47 0 0,-47 0 16,0 0-16,47 0 0,-47 0 15,0 0-15,0 0 0,0 0 16,0 0-16,38-4 0,-38 4 16,33 0-16,-33 0 0,0 0 15,22 0-15,-22 0 0,19-5 16,-19 5-16,0 0 0,0 0 15,24-5-15,-24 5 0,0 0 16,18-18-16,-18 18 16</inkml:trace>
  <inkml:trace contextRef="#ctx0" brushRef="#br1" timeOffset="-120762.24">4719 17622 0,'0'0'0,"0"0"16,0 0-16,0 0 0,0 0 15,0 0-15,0 0 0,0 0 0,0 0 16,0 0-16,0 0 0,0 0 16,0 0-16,0 0 0,0 0 15,0 0-15,0 0 0,0 0 16,0 0-16,0 0 0,0 0 15,0 0-15,0 0 0,0 0 16,0 0-16,0 0 0,0 0 0,0 0 16,0 0-16,0 0 0,0 0 15,0 0-15,0 0 0,0 0 16,0 0-16,0 0 0,0 0 16,0 0-16,0 0 0,42-5 15,-42 5-15,0 0 0,0 0 0,0 0 16,38 0-16,-38 0 0,0 0 15,41 0-15,3-5 0,-44 5 16,0 0-16,0 0 0,0 0 16,46 0-16,-46 0 0,0 0 15,47 0-15,-47 0 0,46 0 16,-46 0-16,0 0 0,42 0 16,-42 0-16,0 0 0,43 5 15,-43-5-15,47 0 0,-47 0 0,0 0 16,52 0-16,-52 0 0,55 0 15,-55 0-15,52-5 0,-52 5 16,51 5-16,5-5 0,-56 0 16,52 0-16,-52 0 0,46 5 15,6-1-15,-52-4 0,47 0 16,-47 0-16,47 5 0,-47-5 16,52 5-16,-52-5 0,46 0 15,-46 0-15,47 0 0,-47 0 16,51 0-16,-51 0 0,56 0 15,6-5-15,-62 5 0,51 0 16,-51 0-16,42 0 0,10 0 16,-52 0-16,0 0 0,52 0 15,3 0-15,-55 0 0,56 0 16,-56 0-16,61 0 16,-4-5-16,-57 5 0,52 0 15,-52 0-15,50-4 0,-50 4 16,57-10-16,-57 10 0,56-9 15,-56 9-15,61-9 0,-61 9 16,56-10-16,-56 10 0,51-9 16,-51 9-16,52-14 0,-52 14 15,52-14-15,-52 14 0,0 0 16,56-14-16,-56 14 0,66-9 16,-66 9-16,51-9 0,-51 9 15,47 0-15,-47 0 0,42 0 16,-42 0-16,0 0 15,38 0-15,-38 0 0,0 0 16,0 0-16,0 0 0,37 0 16,-37 0-16,0 0 0,0 0 15,0 0-15,33 14 0,-33-14 16,0 0-16,0 0 0,23 23 16,-23-23-16,0 0 0,0 0 15,14 14-15,-14-14 0,0 0 16</inkml:trace>
  <inkml:trace contextRef="#ctx0" brushRef="#br1" timeOffset="-100056.36">23506 11882 0,'0'0'15,"0"0"-15,15 9 0,-15-9 16,0 0-16,33 10 0,-33-10 16,46 4-16,-46-4 0,47 0 15,-47 0-15,57-4 0,-57 4 16,55-14-16,-55 14 0,56-23 15,-4-15-15,-52 38 0,46-41 16,-46 41-16,48-47 0,-1-13 16,-5 4-16,-42 56 0,33-51 15,-1-1-15,1 1 0,-33 51 16,24-46-16,-1-1 0,-23 47 16,18-46-16,-18 46 0,15-51 15,-6-1-15,-9 52 0,5-50 16,-5 50-16,0 0 0,4-47 15,-4 47-15,-13-56 0,13 56 0,-24-61 16,24 61-16,-33-60 16,33 60-16,-42-70 0,-9 5 0,3 5 15,48 60-15,-46-52 16,-1-3-16,47 55 0,-51-47 0,-1 1 16,0 9-16,6 9 0,46 28 15,-47-24-15,47 24 0,-61-23 16,61 23-16,-66-23 0,66 23 15,-79-19-15,-5 1 0,84 18 16,-76-10-16,76 10 0,-70 0 16,0 5-16,70-5 0,-65 9 15,65-9-15,-66 23 0,66-23 16,-65 28-16,65-28 0,-67 38 16,67-38-16,-60 51 0,60-51 15,-51 60-15,51-60 0,-43 75 16,6-6-16,13-8 0,6-10 15,3-4-15,11 8 0,4-8 16,-5 4-16,5 5 0,5 0 16,-1 5-16,6-11 0,-10-50 15,14 51-15,5 5 0,-19-56 16,23 56-16,10 9 0,0-9 16,-5-10-16,-28-46 0,33 42 15,-33-42-15,42 42 0,-42-42 16,46 43-16,-46-43 0,47 36 15,5 1-15,-52-37 0,0 0 16,47 33-16,-47-33 0,47 19 16,-47-19-16,42 9 0,-42-9 15,0 0-15,0 0 0,42 5 16,-42-5-16,0 0 0,0 0 16,42 0-16,-42 0 0,0 0 15,0 0-15,0 0 0,0 0 16,33-5-16,-33 5 0,0 0 15,0 0-15,0 0 0,0 0 0,24-5 16,-24 5-16,0 0 16,0 0-16,0 0 0,0 0 0,0 0 15,0 0-15,0 0 0,0 0 16,0 0-16,0 0 0,-10-14 16,10 14-16,0 0 0,0 0 15,0 0-15,0 0 0,0 0 16,0 0-16,0 0 0,0 0 15,0 0-15,0 0 0,0 0 16,0 0-16,0 0 0,0 0 16,0 0-16,0 0 0,0 0 15,0 0-15,0 0 0,0 0 16,0 0-16,0 0 0,0 0 16,0 0-16,0 0 0,0 0 15,0 0-15,0 0 0,0 0 16,0 0-16,0 0 0,0 0 15,0 0-15,0 0 0,0 0 16,0 0-16,0 0 0,0 0 16,0 0-16,0 0 0,0 0 15,0 0-15,0 0 0,0 0 16,10-28-16,-10 28 0</inkml:trace>
  <inkml:trace contextRef="#ctx0" brushRef="#br1" timeOffset="-98864.88">22954 11264 0,'0'0'16,"0"0"-16,0 0 0,0 0 15,0 0-15,0 0 0,0 0 16,0 0-16,0 0 0,0 0 16,0 0-16,0 0 0,0 0 15,0 0-15,0 0 0,0 0 16,0 0-16,0 0 0,0 0 16,0 0-16,-23-14 0,23 14 15,0 0-15,-24-19 0,24 19 16,0 0-16,-37-23 0,37 23 15,0 0-15,-38-23 0,38 23 16,-42-24-16,42 24 0,0 0 16,-42-28-16,42 28 0,-42-28 15,42 28-15,-47-32 0,47 32 16,-56-37-16,-1 0 0,57 37 16,-56-33-16,5 5 0,51 28 0,-52-37 15,1 4-15,0-4 0,51 37 16,-48-37-16,-3-4 15,-5 3-15,-5 5 0,9-4 0,5 0 16,1 0-16,-1 4 0,5 0 16,-6-8-16,2-1 0,-10-5 15,-1 10-15,1-5 0,5 5 16,-1 0-16,1-5 0,-5-9 16,-5 4-16,5 5 0,-5 1 15,-4-6-15,4 1 0,4-1 16,5 5-16,-4 0 0,1-4 15,-6 4-15,4 0 0,6-9 16,-6 4-16,-4 6 0,10-1 16,-14-5-16,9 1 0,-1-1 15,1 10-15,4 0 0,6 0 16,3-1-16,-3 1 0,-6-5 16,6 10-16,-2-1 0,48 33 15,-42-37-15,42 37 0,-47-47 16,47 47-16,-61-46 0,-4-5 15,65 51-15,-66-47 0,66 47 16,-51-37-16,51 37 0,-51-33 16,51 33-16,0 0 0,-48-32 15,48 32-15,0 0 0,-41-28 16,41 28-16,0 0 0,0 0 0,0 0 16,0 0-16,-33-19 15,33 19-15,0 0 0,0 0 0,0 0 16,0 0-16,-24-13 0,24 13 15,0 0-15,0 0 0,-13-10 16,13 10-16,0 0 0,0 0 16,0 0-16,0 0 0,13 23 15,-13-23-15,15 24 0,-15-24 16,4 32-16,-4-32 0,14 42 16,-14-42-16,15 47 0,-15-47 15,18 51-15,-18-51 0,19 56 16,-1-1-16,-18-55 0,24 56 15,-24-56-15,23 61 0,-23-61 16,24 65-16,-24-65 0,23 65 16,-23-65-16,23 60 0,-23-60 15,0 0-15,15 47 0,-15-47 16,0 0-16,0 0 0,0 0 16,0 0-16,4 28 0,-4-28 15,0 0-15,0 0 0,0 0 16,-4-28-16,-1-42 0,5 70 15</inkml:trace>
  <inkml:trace contextRef="#ctx0" brushRef="#br1" timeOffset="-98580.75">19507 8664 0,'0'0'16,"0"0"-16,0 0 0,0 0 0,0 0 15,0 0-15,-18-19 16,18 19-16,0 0 0,-5-23 15,5 23-15,0 0 0,14-19 0,-14 19 16,28-14-16,-28 14 0,37-14 16,-37 14-16,48-4 0,-48 4 15,50 4-15,-50-4 0,61 14 16,-61-14-16,0 0 0,57 10 16,-57-10-16,52 18 0,-52-18 15,51 14-15,-51-14 0,0 0 16,47 14-16,-47-14 0,47 9 15,-47-9-15,0 0 0,46 14 16,-46-14-16,0 0 0,0 0 16</inkml:trace>
  <inkml:trace contextRef="#ctx0" brushRef="#br1" timeOffset="-94928.39">22925 13254 0,'0'0'0,"0"0"0,-13 19 0,13-19 16,0 0-16,-24 14 0,24-14 15,0 0-15,-32 23 0,32-23 16,-33 37-16,33-37 0,-28 51 16,28-51-16,-19 61 15,19-61-15,-14 70 0,5-10 16,-1 1-16,10-61 0,0 55 16,5 1-16,0 5 0,-5-61 15,0 46-15,4-4 0,1 5 16,-5-47-16,9 46 0,-9-46 15,10 61-15,4-1 0,-14-60 16,19 60-16,9-4 0,0 5 16,-1-15-16,-3-4 0,-24-42 15,19 37-15,9 1 0,-28-38 16,37 41-16,11 1 0,-48-42 16,46 47-16,-4-5 0,-42-42 15,43 41-15,-2-3 0,2-6 16,-43-32-16,42 23 0,4-4 15,-46-19-15,48 14 0,-48-14 16,51 5-16,-51-5 0,61 0 16,-61 0-16,0 0 0,75-5 15,14-9-15,-89 14 0,74-19 16,-13-8-16,-61 27 0,57-33 16,-10 0-16,-1 1 0,-46 32 15,43-33-15,-6-4 0,1-9 16,-38 46-16,32-42 0,-32 42 15,33-51-15,-33 51 0,33-61 16,-1-9-16,-3 1 16,-29 69-16,23-61 0,-23 61 15,18-70-15,-18 70 0,15-83 16,-10-6-16,-5 89 0,0-83 16,0 4-16,-5 13 0,5 66 15,-5-60-15,-9-1 0,14 61 16,-18-55-16,18 55 0,-28-61 15,28 61-15,-38-60 0,0 9 16,1-1-16,37 52 0,-37-37 16,-5 0-16,42 37 0,-48-28 15,-3 0-15,0 5 0,51 23 16,-47-23-16,47 23 0,-51-24 16,-10 1-16,-6 5 0,17 4 15,50 14-15,-48-10 0,6 1 16,-5 0-16,47 9 0,-51-5 15,51 5-15,-52 0 0,52 0 16,-60 0-16,60 0 0,-66 5 16,-4 9-16,70-14 0,-61 14 15,61-14-15,-56 14 0,-1 0 16,57-14-16,-56 13 0,56-13 16,-56 24-16,56-24 0,-61 23 15,61-23-15,-46 28 0,-2 4 16,48-32-16,0 0 0,-42 33 15,42-33-15,0 0 0,-41 37 16,41-37-16,0 0 0,-39 37 16,39-37-16,0 0 0,-37 33 15,37-33-15,0 0 0,0 0 16,-28 28-16,28-28 0,0 0 16,0 0-16,0 0 0,-24 23 15,24-23-15,0 0 0,0 0 16,0 0-16,0 0 0,-13 19 15,13-19-15,0 0 0,0 0 16,0 0-16,0 0 0,0 0 16,28 14-16,-28-14 0,0 0 15</inkml:trace>
  <inkml:trace contextRef="#ctx0" brushRef="#br1" timeOffset="-93337.65">23057 13901 0,'0'0'16,"0"0"-16,0 0 0,0 0 15,0 0-15,0 0 0,0 0 16,0 0-16,0 0 0,0 0 15,0 0-15,0 0 0,0 0 16,0 0-16,0 0 0,0 0 16,0 0-16,0 0 0,0 0 15,0 0-15,0 0 0,0 0 16,18 9-16,-18-9 0,0 0 16,0 0-16,0 0 15,-18-5-15,18 5 0,0 0 16,0 0-16,0 0 0,-14 14 15,14-14-15,0 0 0,0 0 16,0 0-16,0 0 0,0 0 16,-18-4-16,18 4 0,-20-10 15,20 10-15,-28-18 0,28 18 16,0 0-16,-32-23 0,32 23 16,0 0-16,-48-28 0,48 28 15,-55-33-15,55 33 0,-47-32 16,47 32-16,-52-28 0,52 28 15,-51-33-15,51 33 0,-52-42 16,-4 5-16,-1 0 0,57 37 16,-46-37-16,46 37 0,-42-42 15,42 42-15,-52-42 0,-8-5 16,-1 5-16,9 5 0,10 0 16,5 5-16,0-1 0,37 33 15,-48-33-15,1-8 0,47 41 16,-55-47-16,-2-9 0,1 5 15,-1 0-15,57 51 0,-56-47 16,1 1-16,-2-5 0,10 4 16,-5-4-16,6 5 0,4 4 15,-1 0-15,2-5 0,-1 5 16,-6 1-16,7-6 0,-2 5 16,6 0-16,-1-4 0,-4 4 15,4-5-15,1 6 0,4 3 16,-4 2-16,-6-11 0,11 0 15,-1 1-15,0 4 0,33 42 16,-37-42-16,37 42 0,-42-51 16,-5-5-16,1-4 0,46 60 15,-43-47-15,43 47 0,-37-42 16,37 42-16,-42-46 0,42 46 16,-38-52-16,38 52 0,-38-46 15,38 46-15,-32-47 0,32 47 0,0 0 16,-29-32-16,29 32 15,-28-28-15,28 28 0,0 0 0,0 0 16,0 0-16,0 0 0,-33-19 16,33 19-16,0 0 0,0 0 15,0 0-15,0 0 0,-23-9 16,23 9-16,0 0 0,0 0 16,0 0-16,0 0 0,-23-5 15,23 5-15,0 0 0,0 0 16,0 0-16,0 0 0,0 0 15,0 0-15,0 0 0,0 0 16,0 0-16,0 0 0,14 10 16,-14-10-16,0 0 0,0 0 15,0 0-15,0 0 0,0 0 16,0 0-16,0 0 0,0 0 16,0 0-16,0 0 0,0 0 15,0 0-15,0 0 0,0 0 16,0 0-16,0 0 0,0-24 15,0 24-15,0 0 0,0 0 16,0 0-16,0 0 0,0 0 16,0 0-16,0 0 0,0 0 15,0 0-15,0 0 0,0 0 16,0 0-16,0 0 0,14 38 16,-14-38-16,0 0 0,0 0 15,9 46-15,-9-46 0,14 42 16,-14-42-16,24 61 0,-24-61 15,23 60-15,-23-60 0,29 70 16,-29-70-16,28 70 0,-28-70 16,0 0-16,32 65 0,-32-65 15,33 55-15,-33-55 0,28 47 0,-28-47 16,0 0-16,28 37 16,-28-37-16,0 0 0,0 0 0,0 0 15,19 28-15,-19-28 0,0 0 16,14 9-16,-14-9 0,9-28 15,-9-23-15,-9-14 0,5 1 16,-6-7-16,10 71 0</inkml:trace>
  <inkml:trace contextRef="#ctx0" brushRef="#br1" timeOffset="-92965.06">20336 11143 0,'0'0'0,"0"0"0,0 0 16,0 0-16,0 0 0,0 0 16,0 0-16,0 0 0,0 0 15,0 0-15,0 0 0,0 0 16,0 0-16,-18 4 0,18-4 0,13 10 16,-13-10-16,29 9 0,-29-9 15,37 10-15,-37-10 0,38 9 16,-38-9-16,37 0 0,-37 0 15,47 0-15,-47 0 0,37 4 16,-37-4-16,43 5 0,-43-5 16,0 0-16,46 4 0,-46-4 15,0 0-15,0 0 0,47 10 16,-47-10-16,0 0 0,0 0 16,0 0-16,0 0 0,47 10 15,-47-10-15,0 0 0,0 0 16,38 4-16,-38-4 0,0 0 15,0 0-15,18 4 0,-18-4 16</inkml:trace>
  <inkml:trace contextRef="#ctx0" brushRef="#br1" timeOffset="-84210.35">23961 17273 0,'0'0'15,"0"0"-15,0 0 0,0 0 16,0 0-16,47-5 0,-5-9 16,-42 14-16,0 0 0,46-23 15,-46 23-15,33-37 0,1-19 16,-34 56-16,27-51 0,-27 51 16,28-51-16,-4-5 0,-5 5 15,-19 51-15,22-52 0,2 1 16,-24 51-16,24-56 0,-1-9 15,-9-9-15,-14 74 0,15-65 16,-11 0-16,-4 0 0,0-1 16,0 66-16,0-60 0,0-5 15,-4 0-15,4 9 0,-5-5 16,-5 10-16,-4 5 0,14 46 16,-14-47-16,-4-4 0,18 51 15,-24-65-15,24 65 0,-28-65 16,-18-5-16,46 70 0,-48-60 15,48 60-15,-52-61 0,52 61 16,-61-56-16,61 56 16,-65-51-16,-5 14 0,9 4 0,61 33 15,-52-23-15,6 5 16,46 18-16,-47-10 0,-14 1 16,4 0-16,57 9 0,-59-10 0,2 6 15,1 4-15,56 0 0,-52 9 16,-4 0-16,56-9 0,-61 19 15,0 9-15,61-28 16,-66 28-16,1 4 0,65-32 16,-61 38-16,15-1 0,-2 5 15,48-42-15,-46 37 0,3 0 16,6 0-16,37-37 0,-28 42 16,4 5-16,2-1 0,-2 1 15,0-1-15,5 1 0,19-47 16,-13 51-16,3 14 0,0 5 15,10-5-15,0-14 0,-4-5 16,8-4-16,2 0 0,3 9 16,0-4-16,0-5 0,-9-42 15,19 51-15,9 9 0,-28-60 16,33 70-16,0-5 0,-5-4 16,0-6-16,-28-55 0,28 56 15,14-5-15,-5-9 0,-37-42 16,39 38-16,7 3 0,-46-41 15,43 42-15,-43-42 0,46 47 16,-46-47-16,0 0 0,61 46 16,-61-46-16,70 47 0,-70-47 15,75 42-15,-75-42 0,75 28 16,-75-28-16,70 9 0,-70-9 16,71 4-16,-71-4 0,61-4 15,-61 4-15,51-23 0,-51 23 16,42-33-16,-42 33 0,0 0 15,38-33-15,8 1 0,-46 32 16,38-37-16,-29-10 0,-9 47 16,-4-51-16,4 51 0</inkml:trace>
  <inkml:trace contextRef="#ctx0" brushRef="#br1" timeOffset="-82818.13">22771 16482 0,'0'0'16,"0"0"-16,0 0 0,0 0 15,0 0-15,0 0 0,0 0 16,0 0-16,10 14 0,-10-14 16,0 0-16,0 0 0,0 0 15,0 0-15,0 0 0,0 0 16,0 0-16,0 0 0,0 0 16,0 0-16,0 0 0,0 0 15,0 0-15,0 0 0,-15 9 16,15-9-16,0 0 0,-18-9 15,18 9-15,-32-23 0,32 23 16,-43-24-16,43 24 0,-47-18 16,-9-5-16,4-5 0,52 28 15,-46-33-15,-10 1 0,56 32 16,-61-33-16,-5 1 0,-5-1 16,16 0-16,-1-4 0,-5 0 15,0 9-15,4-9 0,-3-5 16,-6 0-16,1 0 15,-1-4-15,1-5 0,-6-1 0,1-3 16,0-6-16,-1 1 0,-4 4 16,1-9-16,3 4 15,6 10-15,-5-9 0,-6-1 16,2 5-16,4 1 0,-6-1 0,2 9 16,-2 1-16,2-1 15,4 1-15,-6-5 0,6 4 16,0 5-16,-5 5 0,5 0 15,9 0-15,-5-1 0,6 1 16,3 0-16,-4 14 0,5-5 16,5 0-16,-1 0 0,52 28 15,-47-33-15,-4 1 0,51 32 16,-47-37-16,47 37 0,0 0 16,-57-42-16,57 42 0,-55-37 15,55 37-15,-56-28 0,56 28 16,0 0-16,0 0 0,0 0 15,0 0-15,-43-24 0,43 24 16,0 0-16,0 0 0,0 0 16,0 0-16,-28-14 0,28 14 15,0 0-15,0 0 0,0 0 16,0 0-16,0 0 0,0 0 16,0 0-16,0 0 0,0 0 15,0 0-15,0 0 0,0 0 16,0 0-16,0 0 0,0 0 15,0 0-15,0 0 0,0 0 16,0 0-16,0 0 0,0 0 16,0 0-16,0 0 0,0 0 15,0 0-15,0 0 0,0 0 16,0 0-16,-14 14 16,14-14-16,0 0 0,0 0 0,0 0 15,0 0-15,0 0 0,0 0 16,0 0-16,0 0 15,0 0-15,0 0 0,0 0 0,0 0 16,0 0-16,0 0 0,0 0 16,0 0-16,0 0 0,0 0 15,0 0-15,0 0 0,-13-9 16,13 9-16,0 0 16,0 0-16,0 0 0,0 0 15,0 0-15,0 0 0,0 0 16,0 0-16,0 0 0,0 0 15,4 19-15,-4-19 0,18 23 16,-18-23-16,24 37 0,-24-37 16,37 47-16,-4 4 0,-33-51 15,0 0-15,33 51 0,-1 5 16,-32-56-16,34 46 0,-34-46 16,37 42-16,-37-42 0,0 0 15,0 0-15,0 0 0,0 0 16,33 33-16,-33-33 0,0 0 15,28 14-15,-28-14 0,0 0 16,0 0-16,0 0 0</inkml:trace>
  <inkml:trace contextRef="#ctx0" brushRef="#br1" timeOffset="-82598.5">19236 14180 0,'0'0'0,"0"0"0,0 0 15,0 0-15,0 0 0,0 0 16,0 0-16,0 0 0,0 0 16,14-14-16,-14 14 0,0 0 15,37-23-15,-37 23 0,52-24 16,-52 24-16,61-28 0,-61 28 16,61-23-16,-61 23 0,65-18 15,-65 18-15,61-24 0,0 15 16,-61 9-16,65-9 0,-65 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9:5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0 242 24575,'59'-2'0,"-1"-2"0,71-14 0,113-39 0,308-60 0,-446 99 0,0 5 0,142 0 0,-127 16 0,0 6 0,0 4 0,-1 6 0,131 38 0,-193-46 0,-38-8 0,30 8 0,-47-11 0,18 8 0,-18-8 0,-1 1 0,0-1 0,0 0 0,1 0 0,-1 1 0,0-1 0,0 0 0,0 0 0,1 1 0,-1-1 0,0 0 0,0 0 0,0 1 0,0-1 0,0 0 0,1 1 0,-1-1 0,0 0 0,0 1 0,0-1 0,0 0 0,0 0 0,0 1 0,0-1 0,0 0 0,0 1 0,0-1 0,0 0 0,-1 1 0,1-1 0,0 0 0,0 1 0,0-1 0,0 0 0,0 0 0,-1 1 0,1-1 0,0 0 0,0 0 0,0 1 0,-1-1 0,1 0 0,0 0 0,0 1 0,-1-1 0,1 0 0,0 0 0,0 0 0,-1 0 0,1 0 0,0 1 0,-1-1 0,-10 5 0,1 0 0,-1 0 0,0-1 0,0 0 0,-1-1 0,1 0 0,-1-1 0,-19 1 0,10 0 0,-192 21 0,103-14 0,0 5 0,-109 30 0,89-1 0,130-44 0,0 0 0,0 0 0,0 0 0,0 0 0,0 0 0,0 0 0,0 0 0,0 0 0,0 0 0,0 0 0,0 0 0,1 0 0,-1 0 0,0 0 0,0 0 0,0 0 0,0 0 0,0 0 0,0 0 0,0 1 0,0-1 0,0 0 0,0 0 0,0 0 0,0 0 0,0 0 0,0 0 0,0 0 0,0 0 0,0 0 0,0 0 0,0 0 0,0 1 0,0-1 0,0 0 0,0 0 0,0 0 0,0 0 0,0 0 0,0 0 0,0 0 0,0 0 0,0 0 0,0 0 0,0 1 0,0-1 0,0 0 0,0 0 0,0 0 0,0 0 0,0 0 0,0 0 0,0 0 0,0 0 0,0 0 0,0 0 0,-1 0 0,1 0 0,0 0 0,0 0 0,0 0 0,0 0 0,0 0 0,0 1 0,0-1 0,0 0 0,0 0 0,0 0 0,12 4 0,18 1 0,215 9 0,-140-11 0,809-15 0,-33-1 0,-25 21 0,-521-9 0,-38-1 0,173 2 0,-39 6 0,-369-8 0,91-15 0,61-23 0,59-9 0,-142 35 0,112-17 0,-105 1 0,-80 15 0,0 3 0,91-7 0,179 13 0,431 5 0,-630 6 0,227 5 0,-203-9 0,77-1 0,-65-3 0,147-7 0,38 10 0,-134 4 0,-102 4 0,-79-4 0,67-1 0,-131 1 0,-40 8 0,2 1 0,-80 6 0,-1-7 0,-240-10 0,-305-9 0,626 8 0,1 4 0,0 2 0,-68 16 0,153-16 0,14 0 0,239 12 0,-1-23 0,-216 2 0,252-27 0,-5-26 0,-123 20 0,-97 21 0,0 3 0,1 4 0,0 4 0,105 9 0,-4 16 0,-226-15 0,-373-4 0,-97-15 0,244 11 0,23 2 0,-166-1 0,162 2 0,-367-21 0,169-2 0,-69 9 0,175 34 0,144-5 0,-440 33 0,418-24 0,-283 71 0,-301 50 0,581-113 0,-458 32 0,503-53 0,-10-4 0,-1-9 0,-210-25 0,-40 3 0,142 13 0,6-15 0,-177-7 0,364 30 0,-196-30 0,13-5 0,82 12 0,65 14 0,91 9 0,-63-10 0,110 10 0,0 1 0,0 0 0,0-1 0,0 1 0,0-1 0,0 0 0,0 1 0,0-1 0,0 0 0,1 1 0,-1-1 0,0 0 0,0 0 0,1 0 0,-1 0 0,0 0 0,0-1 0,-9-10 0,11 13 0,1-1 0,-1 0 0,0 0 0,0 0 0,1 0 0,-1 0 0,0 0 0,1 0 0,-1 0 0,0-1 0,1 1 0,-1 0 0,2-2 0,18-1 0,24 8 0,83 5 0,370-35 0,-244 6 0,270 6 0,-236 9 0,240-14 0,-67 6 0,185-14 0,-469 11 0,285 12 0,167 21 0,-313-14 0,334 4 0,-199-13 0,33 0 0,-47 24 0,-129-4 0,16-24 0,-163 1 0,-86 6 0,118-7 0,-147 5 0,-1-3 0,53-13 0,-8-4 0,0 5 0,1 4 0,162-7 0,193-3 0,-354 16 0,339-28 0,-357 34 0,94 9 0,74 20 0,-233-24 0,154 26-591,-142-23-183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9:57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1112 24575,'0'0'0,"6"16"0,2 5 0,1-1 0,0 0 0,2 0 0,0-1 0,1 0 0,1-1 0,1-1 0,0 0 0,1-1 0,1 0 0,31 23 0,13-1 0,1-1 0,124 52 0,-88-52 0,134 34 0,-187-61 0,0-2 0,0-1 0,0-2 0,1-3 0,84-5 0,-102 0 0,0-1 0,-1-1 0,0-1 0,0-1 0,0-2 0,-1-1 0,0 0 0,-1-2 0,0-1 0,-1-1 0,22-17 0,-30 18 0,0 0 0,-2-1 0,0-1 0,0 0 0,-1-1 0,-1 0 0,-1-1 0,0 0 0,-2-1 0,0 0 0,0 0 0,7-30 0,-6 9 0,-2 0 0,-1 0 0,-2-1 0,-1 1 0,-4-47 0,-1 48 0,-1 0 0,-2 0 0,-2 0 0,-1 1 0,-2 0 0,-1 1 0,-32-69 0,16 54 0,-2 2 0,-2 0 0,-2 2 0,-2 1 0,-2 2 0,-45-41 0,49 55 0,-1 1 0,-1 2 0,-2 2 0,-1 1 0,0 2 0,-2 2 0,0 1 0,-61-19 0,52 24 0,0 2 0,-2 2 0,1 2 0,-1 2 0,0 3 0,0 2 0,-98 10 0,109-3 0,-1 2 0,1 2 0,0 1 0,1 2 0,0 2 0,1 1 0,1 3 0,1 0 0,0 3 0,-43 34 0,46-31 0,2 3 0,1 0 0,-49 61 0,67-74 0,2 0 0,0 1 0,1 0 0,0 0 0,2 1 0,0 0 0,0 1 0,2 0 0,0 0 0,1 0 0,-1 19 0,3-6 0,2-1 0,1 1 0,1-1 0,1 1 0,2-1 0,15 49 0,-7-39 0,2-1 0,2-1 0,1 0 0,30 45 0,3-12 0,2-2 0,4-2 0,2-3 0,72 60 0,-100-95 0,2-2 0,1 0 0,1-3 0,58 32 0,-87-54 0,17 10 0,0-2 0,0 0 0,1-2 0,29 7 0,-46-13 0,-1-1 0,0-1 0,1 1 0,-1-1 0,1 0 0,-1 0 0,1-1 0,-1 0 0,0 0 0,1-1 0,-1 1 0,0-1 0,0-1 0,0 1 0,0-1 0,0 0 0,-1 0 0,1-1 0,-1 0 0,0 0 0,7-7 0,12-16-1365,-5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2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1054 24575,'0'0'0,"0"0"0,0 0 0,0 0 0,0 0 0,0 0 0,0 0 0,2 3 0,-1-1 0,1 1 0,-1-1 0,1 1 0,0-1 0,0 0 0,3 3 0,1-7 0,0 0 0,0 0 0,0-1 0,0 1 0,-1-2 0,1 1 0,-1 0 0,0-1 0,0 0 0,0-1 0,0 1 0,-1-1 0,0 1 0,0-1 0,0-1 0,3-5 0,7-13 0,0-1 0,12-34 0,-20 44 0,240-570 0,-234 558 0,3-6 0,-2-1 0,-1 0 0,-2 0 0,9-47 0,-19 80 0,0-1 0,1 0 0,-1 0 0,0 0 0,0 0 0,0 1 0,0-1 0,-1 0 0,1 0 0,0 0 0,-1 1 0,1-1 0,-1 0 0,0 0 0,1 1 0,-1-1 0,-2-3 0,1 3 0,0 0 0,-1 1 0,1-1 0,-1 0 0,1 1 0,-1-1 0,0 1 0,0 0 0,-5-2 0,4 2 0,0 0 0,0 0 0,1 1 0,-1-1 0,0 1 0,0 0 0,0 0 0,0 1 0,0-1 0,0 1 0,1-1 0,-1 1 0,0 1 0,0-1 0,1 0 0,-1 1 0,1 0 0,-1 0 0,1 0 0,0 0 0,0 0 0,0 1 0,0-1 0,-3 4 0,-3 3 0,1 1 0,-1 0 0,2 1 0,-1-1 0,2 1 0,-7 13 0,1 4 0,1 1 0,2 0 0,1 1 0,1-1 0,1 1 0,2 1 0,1-1 0,1 41 0,4-7 0,3-1 0,3-1 0,16 65 0,-23-120 0,33 121 0,-29-114 0,1 0 0,0-1 0,0 0 0,1 0 0,1-1 0,18 23 0,-22-31 0,0 1 0,1-1 0,-1 0 0,1-1 0,0 1 0,0-1 0,1 0 0,-1 0 0,1-1 0,-1 1 0,1-1 0,0-1 0,0 1 0,-1-1 0,1 0 0,0 0 0,1-1 0,-1 1 0,0-1 0,6-1 0,-7 0 0,-1 0 0,0 0 0,0 0 0,0 0 0,0-1 0,0 0 0,0 0 0,-1 0 0,1 0 0,0 0 0,-1-1 0,0 1 0,1-1 0,-1 0 0,0 0 0,-1 0 0,1-1 0,0 1 0,-1-1 0,0 1 0,0-1 0,0 0 0,0 0 0,-1 0 0,1 0 0,-1 0 0,0 0 0,0 0 0,0-5 0,0-1 0,-1 0 0,0-1 0,-1 1 0,0 0 0,0 0 0,-1 0 0,0 0 0,-1 0 0,0 0 0,-7-13 0,-3-6 0,-36-53 0,38 67 0,1 0 0,-2 1 0,0 1 0,0 0 0,-2 0 0,1 1 0,-1 1 0,-1 1 0,-31-18 0,36 23 0,0 0 0,-1 1 0,1 1 0,-1-1 0,0 2 0,0-1 0,0 2 0,0-1 0,0 1 0,-1 1 0,1 0 0,0 1 0,0 0 0,0 1 0,0 0 0,-21 7 0,-28 18 0,36-14 0,24-13 0,0 0 0,0 0 0,0 0 0,0 0 0,0 0 0,-1 0 0,1 0 0,0 0 0,0 1 0,0-1 0,0 0 0,0 0 0,0 0 0,0 0 0,0 0 0,0 0 0,0 0 0,0 0 0,0 1 0,0-1 0,0 0 0,0 0 0,0 0 0,0 0 0,0 0 0,0 0 0,0 0 0,0 1 0,1-1 0,-1 0 0,0 0 0,0 0 0,0 0 0,0 0 0,0 0 0,0 0 0,0 0 0,0 0 0,0 0 0,0 0 0,0 1 0,1-1 0,-1 0 0,0 0 0,0 0 0,0 0 0,0 0 0,0 0 0,0 0 0,0 0 0,0 0 0,1 0 0,-1 0 0,0 0 0,0 0 0,0 0 0,0 0 0,0 0 0,0 0 0,0 0 0,1 0 0,-1 0 0,15 4 0,17 3 0,1-5 5,0-1-1,1-2 0,-1-1 1,45-8-1,132-38-78,-65 12-1239,-134 33-5513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3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22 131 24575,'-5'25'0,"-1"7"0,1 1 0,2-1 0,1 1 0,2-1 0,1 1 0,1-1 0,2 1 0,1-1 0,2 0 0,1-1 0,15 39 0,7-5 0,-30-65 0,-1-2 0,-3-6 0,0-1 0,0 1 0,1-1 0,0 0 0,0 0 0,1 0 0,0-1 0,1 1 0,-1-11 0,2-12 0,1 0 0,2 0 0,1 0 0,1 0 0,13-38 0,-12 52 0,0-1 0,2 2 0,0-1 0,1 1 0,1 1 0,0-1 0,1 2 0,1-1 0,26-25 0,-24 29 0,1 1 0,-1 0 0,2 1 0,-1 1 0,1 0 0,1 1 0,0 1 0,0 0 0,0 1 0,35-6 0,-30 8 0,1 2 0,-1 0 0,0 1 0,0 2 0,1 0 0,-1 1 0,0 1 0,34 10 0,-25 2 0,-29-14 0,0 0 0,0 0 0,-1 0 0,1 1 0,0-1 0,-1 1 0,1-1 0,-1 1 0,0-1 0,0 1 0,1 0 0,-1-1 0,0 1 0,0 2 0,-2-4 0,-1 0 0,0-1 0,0 1 0,1-1 0,-1 1 0,0-1 0,1 0 0,-1 1 0,-2-3 0,-5-2 0,-1 0 0,0 0 0,0 1 0,-18-5 0,23 8 0,0 0 0,0 0 0,0 1 0,0-1 0,0 1 0,0 0 0,0 1 0,0-1 0,0 1 0,0 0 0,0 0 0,-7 3 0,7-2 0,1 1 0,0 0 0,-1 0 0,1 0 0,0 0 0,1 1 0,-1 0 0,1 0 0,-1 0 0,1 0 0,0 0 0,1 0 0,-1 1 0,-3 8 0,1-1 0,1 0 0,0 1 0,0-1 0,-2 25 0,3-10 0,2 0 0,1-1 0,4 31 0,-2-47 0,1 0 0,1 0 0,0 0 0,0 0 0,1-1 0,0 1 0,0-1 0,1 0 0,9 10 0,-12-15 0,-1-2 0,0 0 0,0 0 0,0 0 0,0 0 0,0 0 0,1 0 0,-1-1 0,1 1 0,0-1 0,-1 0 0,1 0 0,0 0 0,0 0 0,-1 0 0,1 0 0,0-1 0,0 1 0,0-1 0,0 0 0,0 0 0,0 0 0,0 0 0,0-1 0,0 1 0,5-3 0,0 1 0,-1 0 0,1-1 0,-1 0 0,0 0 0,0-1 0,0 0 0,0 0 0,10-10 0,-4 2 0,-2-1 0,1 0 0,-2-1 0,0 0 0,0-1 0,-1 0 0,7-17 0,-1-3 0,-2 0 0,12-45 0,-25 78 0,6-19 0,-1 1 0,-1-1 0,-1 0 0,1-31 0,-29 88 0,18-20-97,1 1-1,0-1 1,1 1-1,1 0 1,0 1-1,1-1 1,1 0-1,1 1 1,1 0-1,0-1 1,1 1-1,1-1 0,7 32 1,-5-33-6729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3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0 24575,'-32'26'0,"1"2"0,1 0 0,1 2 0,-29 41 0,50-61 0,1 1 0,1 0 0,-1 1 0,2-1 0,0 1 0,0 0 0,1 0 0,-3 14 0,5-19 0,1 1 0,0-1 0,0 1 0,0-1 0,1 1 0,0 0 0,1-1 0,0 1 0,0-1 0,0 1 0,1-1 0,0 1 0,1-1 0,4 11 0,-3-13 0,0 0 0,0 0 0,0 0 0,0-1 0,1 0 0,0 0 0,0 0 0,0 0 0,0-1 0,0 0 0,1 0 0,0 0 0,-1-1 0,1 0 0,0 0 0,0 0 0,12 1 0,1-1 0,0 0 0,0-1 0,0-1 0,31-3 0,-29 1-80,0-1 0,0-1-1,-1-1 1,1-1 0,-1 0-1,-1-2 1,1 0 0,-1-1-1,-1-1 1,0-1 0,0 0 0,-1-2-1,0 0 1,-1 0 0,-1-2-1,14-16 1,-18 18-6746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3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24575,'-5'50'0,"1"-1"0,5 87 0,0-93 0,10 227 0,1 137 0,-12-391-111,0-15 173,1-2 26,1-22-277,-1 9-1026,0 0-5611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4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36 24575,'6'-1'0,"0"0"0,0-1 0,0 0 0,-1 0 0,1 0 0,8-5 0,-1 1 0,0 0 0,3 0 0,-16 7 0,-1 0 0,1 0 0,0 0 0,0 0 0,0 0 0,-1 0 0,1 0 0,0 0 0,-1 0 0,1 0 0,-1-1 0,1 1 0,-1 0 0,0 0 0,1 0 0,-1-1 0,0 1 0,1 0 0,-2 0 0,-26 32 0,-47 42 0,1-1 0,-57 79 0,131-152 0,1 1 0,0-1 0,0 0 0,-1 0 0,1 1 0,0-1 0,0 0 0,1 0 0,-1 0 0,0 0 0,0 0 0,0-1 0,1 1 0,-1 0 0,0 0 0,3 0 0,-3 0 0,8 4 0,0-1 0,0 0 0,1-1 0,-1 0 0,1 0 0,18 2 0,61 2 0,-69-6 0,0 0 0,378 7 0,-394-8-105,0 0 0,0 0 0,0-1 0,0 0 0,0 0 0,0 0 0,0 0 0,0 0 0,0-1 0,-1 0 0,1 0 0,6-4 0,-1-2-6721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4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24575,'4'25'0,"18"101"0,7 173 0,-2-7 0,-17-205 0,-5-35-682,14 58-1,-18-104-6143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5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1 841 24575,'0'0'0,"0"0"0,0 0 0,0 0 0,0 0 0,0 0 0,0 0 0,0 0 0,0 0 0,2 0 0,8-3 0,0 0 0,0 0 0,0-1 0,-1 0 0,1-1 0,-1 0 0,0-1 0,0 0 0,10-9 0,-7 4 0,0-1 0,-1 0 0,0-1 0,-1-1 0,9-16 0,9-17 0,39-97 0,4-55 0,4-7 0,-65 181 0,1 2 0,17-27 0,-65 106 0,3 3 0,3 0 0,-37 101 0,49-113 0,3 2 0,3 0 0,-16 99 0,26-121 0,2 1 0,0-1 0,2 1 0,1-1 0,1 0 0,1 0 0,2 0 0,1 0 0,11 29 0,-14-45 0,1 0 0,0 0 0,1-1 0,0 0 0,0 0 0,11 12 0,-12-16 0,0-1 0,1 0 0,0 0 0,1-1 0,-1 1 0,1-1 0,-1-1 0,1 1 0,0-1 0,14 4 0,-6-3 0,-1 0 0,0-1 0,23 2 0,-32-5 0,0 1 0,0-2 0,0 1 0,-1 0 0,1-1 0,0 0 0,0 0 0,0 0 0,-1-1 0,1 1 0,-1-1 0,1 0 0,-1-1 0,0 1 0,5-4 0,4-6-72,0-1 1,-1-1-1,-1 0 0,0 0 0,0-1 0,-1-1 0,-1 0 0,-1 0 1,-1-1-1,0 1 0,-1-2 0,0 1 0,-2-1 0,0 0 0,-1 0 1,-1 0-1,0 0 0,-2-33 0,-4 14-6754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6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68 203 24575,'0'0'0,"-8"4"0,1-1 0,-5 3 0,0 0 0,-16 11 0,28-16 0,0-1 0,0 0 0,0 1 0,0-1 0,1 1 0,-1-1 0,0 1 0,0-1 0,0 0 0,1 1 0,-1-1 0,0 0 0,0 1 0,1-1 0,-1 0 0,0 1 0,1-1 0,-1 0 0,0 1 0,1-1 0,-1 0 0,1 0 0,-1 0 0,0 1 0,1-1 0,-1 0 0,1 0 0,17 9 0,-2-4 0,0-1 0,1-1 0,0-1 0,31 2 0,74-8 0,-61 1 0,67 2 0,-58 1 0,138-16 0,-200 15 0,-1-1 0,0 1 0,0-2 0,0 1 0,0-1 0,0 0 0,0 0 0,-1-1 0,8-5 0,-12 7 0,0 1 0,0-1 0,-1 1 0,1-1 0,-1 0 0,1 0 0,-1 0 0,0 0 0,0 0 0,0 0 0,0 0 0,0 0 0,0 0 0,0 0 0,-1 0 0,1-1 0,-1 1 0,1 0 0,-1-1 0,0 1 0,0 0 0,0 0 0,0-1 0,-1 1 0,1 0 0,-1-1 0,1 1 0,-1 0 0,0 0 0,0 0 0,1 0 0,-4-4 0,3 4 0,0-1 0,-1 1 0,1 0 0,-1-1 0,0 1 0,1 0 0,-1 0 0,0 0 0,0 0 0,-1 1 0,1-1 0,0 0 0,-1 1 0,1 0 0,-1 0 0,1-1 0,-1 1 0,1 1 0,-1-1 0,0 0 0,1 1 0,-1-1 0,0 1 0,0 0 0,1 0 0,-1 0 0,0 0 0,0 0 0,0 1 0,1-1 0,-1 1 0,0 0 0,1 0 0,-1 0 0,1 0 0,-1 0 0,1 0 0,-1 1 0,1-1 0,0 1 0,0 0 0,0 0 0,0 0 0,0 0 0,0 0 0,0 0 0,1 0 0,-1 1 0,1-1 0,-1 0 0,1 1 0,0-1 0,0 1 0,0 0 0,0-1 0,1 1 0,-1 4 0,-1 15 0,0 0 0,2-1 0,1 1 0,1 0 0,1 0 0,10 39 0,47 125 0,-58-183 0,13 36 0,-8-24 0,-1 1 0,0 1 0,-1-1 0,0 1 0,-2 0 0,3 33 0,-6-45 0,0 0 0,-1 0 0,0 0 0,0 0 0,0 0 0,-4 8 0,-2-29 0,3-5 0,0 1 0,2-1 0,0 0 0,2 0 0,0 0 0,1 1 0,5-29 0,4-2 0,28-85 0,-29 112 0,2-1 0,0 2 0,1 0 0,2 0 0,0 1 0,32-38 0,-16 27 0,1 2 0,2 1 0,43-31 0,-72 57 0,0 1 0,1 0 0,-1 1 0,1-1 0,-1 1 0,1 0 0,0 0 0,-1 0 0,1 1 0,0 0 0,0 0 0,0 0 0,0 0 0,1 1 0,-1 0 0,0 0 0,7 1 0,-9 1 0,0-1 0,0 0 0,0 1 0,0 0 0,-1 0 0,1 0 0,-1 0 0,1 0 0,-1 0 0,0 0 0,0 1 0,3 4 0,5 4 0,133 137 0,-142-147 0,-1-1 0,0 0 0,0 0 0,0 0 0,0 0 0,0 0 0,0 1 0,0-1 0,0 0 0,0 0 0,0 0 0,0 0 0,1 0 0,-1 0 0,0 1 0,0-1 0,0 0 0,0 0 0,0 0 0,0 0 0,1 0 0,-1 0 0,0 0 0,0 0 0,0 0 0,0 0 0,1 0 0,-1 0 0,0 0 0,0 0 0,0 0 0,0 0 0,1 0 0,-1 0 0,0 0 0,0 0 0,0 0 0,0 0 0,0 0 0,1 0 0,-1 0 0,0 0 0,0 0 0,0 0 0,0 0 0,1 0 0,-3-11 0,-10-25 0,7 22 0,3 6 0,-1 0 0,0 0 0,0 1 0,0-1 0,-1 1 0,0 0 0,-1 0 0,0 0 0,0 1 0,-9-10 0,11 14 0,0 0 0,0 0 0,0 0 0,0 0 0,-1 0 0,1 0 0,-1 1 0,1 0 0,-1 0 0,1 0 0,-1 0 0,0 0 0,0 1 0,1-1 0,-1 1 0,0 0 0,0 0 0,1 1 0,-1-1 0,0 1 0,0 0 0,1 0 0,-1 0 0,-5 3 0,3-2 0,0 1 0,1-1 0,-1 2 0,1-1 0,0 0 0,0 1 0,0 0 0,0 0 0,1 1 0,0-1 0,0 1 0,0 0 0,-4 6 0,4-2 0,-1 0 0,1 0 0,1 0 0,-1 1 0,2-1 0,-1 1 0,-1 15 0,2 8 0,1 1 0,2 0 0,9 58 0,-10-86 0,3 21 0,1 0 0,2 1 0,0-2 0,1 1 0,2-1 0,21 44 0,-28-67 0,0 0 0,0 0 0,0 0 0,0 0 0,1-1 0,-1 1 0,1-1 0,0 1 0,0-1 0,0 0 0,0 0 0,0 0 0,0 0 0,1-1 0,-1 1 0,1-1 0,-1 0 0,1 0 0,-1 0 0,1-1 0,0 1 0,-1-1 0,1 0 0,0 0 0,-1 0 0,1 0 0,0-1 0,-1 0 0,7-1 0,-3 0 0,-1 0 0,0-1 0,1 1 0,-1-1 0,0 0 0,-1-1 0,1 0 0,-1 0 0,1 0 0,-1 0 0,-1-1 0,1 1 0,0-1 0,-1-1 0,7-10 0,1-10 0,0 0 0,-2 0 0,-1-1 0,8-45 0,11-117 0,-26 174 0,17-77 0,-28 104 0,-5 16 0,7-1-151,1 1-1,1 0 0,1-1 0,1 2 1,2-1-1,1 0 0,1 0 1,8 49-1,-6-63-6674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6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 24575,'-3'2'0,"0"0"0,1 0 0,-1 1 0,1-1 0,0 1 0,-4 5 0,-3 3 0,-15 13 0,2 1 0,-35 51 0,47-60 0,0 1 0,1 0 0,1 0 0,1 1 0,0 0 0,-5 27 0,10-39 0,1 1 0,0-1 0,1 1 0,0-1 0,0 1 0,0-1 0,1 1 0,0-1 0,0 1 0,0-1 0,1 1 0,0-1 0,0 0 0,1 0 0,0 0 0,0 0 0,0-1 0,6 8 0,-4-7 0,1 0 0,-1 0 0,1-1 0,0 0 0,1 0 0,0 0 0,-1-1 0,1 0 0,0-1 0,1 1 0,-1-1 0,1-1 0,0 1 0,12 1 0,-1-1 0,0 0 0,1-2 0,-1 0 0,1-1 0,-1-1 0,1-1 0,-1-1 0,0-1 0,0 0 0,0-1 0,0-1 0,-1-1 0,0-1 0,0 0 0,19-14 0,-28 16-85,0-1 0,-1 0-1,0-1 1,0 0 0,-1 0-1,0-1 1,0 0 0,-1 0-1,0 0 1,-1-1 0,0 0-1,0 0 1,-1 0 0,-1-1-1,4-15 1,-1 0-6741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24575,'0'0'0,"0"0"0,0 0 0,-6 278 0,2 135 0,7-314 0,-3-34 0,15 98 0,-14-154 0,1 0 0,0 0 0,1 0 0,0 0 0,0 0 0,1-1 0,0 1 0,8 11 0,-12-20 0,1 1 0,-1-1 0,1 1 0,-1-1 0,1 1 0,-1-1 0,1 0 0,-1 1 0,1-1 0,-1 0 0,1 1 0,-1-1 0,1 0 0,-1 0 0,1 0 0,0 1 0,-1-1 0,1 0 0,-1 0 0,1 0 0,0 0 0,-1 0 0,1 0 0,-1 0 0,1 0 0,0 0 0,-1 0 0,1-1 0,-1 1 0,1 0 0,0 0 0,-1-1 0,1 1 0,-1 0 0,1 0 0,-1-1 0,1 1 0,-1-1 0,1 1 0,-1 0 0,0-1 0,1 1 0,-1-1 0,1 1 0,-1-1 0,0 1 0,0-1 0,1 0 0,-1 0 0,19-32 0,-5-7 0,-1-1 0,12-64 0,-4 12 0,-9 47 0,2 2 0,2 0 0,1 0 0,3 2 0,26-43 0,-42 79 0,9-18 0,-13 24 0,0 0 0,0 0 0,0 0 0,0 0 0,0-1 0,0 1 0,0 0 0,0 0 0,0 0 0,0 0 0,0 0 0,0 0 0,0 0 0,0 0 0,0 0 0,0-1 0,0 1 0,0 0 0,0 0 0,0 0 0,0 0 0,0 0 0,-1 0 0,1 0 0,0 0 0,0 0 0,0 0 0,0 0 0,0 0 0,0-1 0,0 1 0,0 0 0,0 0 0,0 0 0,0 0 0,0 0 0,-1 0 0,1 0 0,0 0 0,0 0 0,0 0 0,0 0 0,0 0 0,0 0 0,0 0 0,0 0 0,0 0 0,-1 0 0,1 0 0,0 0 0,0 0 0,0 0 0,0 0 0,0 0 0,0 0 0,0 0 0,0 0 0,0 0 0,0 1 0,-1-1 0,1 0 0,0 0 0,0 0 0,-16 10 0,1 2 0,0 1 0,0 0 0,2 1 0,-1 0 0,2 1 0,0 0 0,1 1 0,0 1 0,1 0 0,1 0 0,1 1 0,-11 34 0,18-48 0,0 0 0,0-1 0,1 1 0,0 0 0,-1-1 0,1 1 0,1 0 0,-1-1 0,0 1 0,1 0 0,0-1 0,0 1 0,0-1 0,0 1 0,1-1 0,3 7 0,-2-6 0,1 1 0,-1-1 0,1 0 0,0 0 0,1 0 0,-1 0 0,1-1 0,-1 1 0,11 4 0,3 0 0,-1-1 0,1-1 0,1 0 0,-1-2 0,29 4 0,29 2 0,97 17 0,-161-24-119,-8-2 41,0 1 0,1-1 0,-1 0 0,1 0 1,-1-1-1,0 1 0,1-1 0,-1 0 0,1 0 0,-1 0 0,1-1 0,-1 0 1,1 0-1,-1 0 0,6-2 0,-4-1-6748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08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24575,'0'0'0,"0"0"0,15 0 0,1 1 0,-1 1 0,0 0 0,0 1 0,0 1 0,0 0 0,0 1 0,-1 0 0,0 1 0,16 9 0,0 3 0,0 1 0,51 43 0,-67-50 0,-1 1 0,0 0 0,-1 1 0,0 1 0,11 18 0,-17-24 0,-1 0 0,-1 0 0,0 0 0,0 1 0,-1-1 0,0 1 0,-1 0 0,0 0 0,0 0 0,-1 0 0,0 14 0,-3-2 0,0 0 0,-2-1 0,0 0 0,-1 0 0,-12 31 0,-4-3 0,-28 51 0,44-92 0,2 1 0,-1-1 0,1 1 0,0-1 0,1 1 0,0 0 0,1 0 0,0 0 0,0 1 0,1 11 0,1-18 0,0 0 0,0 0 0,0-1 0,1 1 0,-1-1 0,1 1 0,-1-1 0,1 1 0,0-1 0,0 0 0,0 0 0,0 0 0,1 0 0,-1 0 0,0-1 0,1 1 0,-1-1 0,1 1 0,0-1 0,-1 0 0,1 0 0,0 0 0,0 0 0,4 0 0,7 2 0,1 0 0,-1-1 0,25 0 0,145-7 0,-78 1 0,-47 1-95,-35 0-86,0 2-1,0 1 1,-1 0-1,1 2 1,0 1-1,36 9 1,-50-9-6645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12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53 298 24575,'0'0'0,"0"0"0,0 0 0,0 0 0,-29 7 0,28-7 0,0 1 0,-1-1 0,1 0 0,0 0 0,0 0 0,0 0 0,-1 0 0,1 0 0,0 0 0,0 0 0,-1 0 0,1 0 0,-2-1 0,3 1 0,0-1 0,-1 1 0,1 0 0,0 0 0,-1 0 0,1-1 0,0 1 0,0 0 0,-1 0 0,1-1 0,0 1 0,0 0 0,0-1 0,-1 1 0,1 0 0,0-1 0,0 1 0,0 0 0,0-1 0,0 1 0,0 0 0,-1-1 0,1 1 0,0 0 0,0-1 0,0 1 0,0 0 0,0-1 0,1-1 0,-1 1 0,1 0 0,0 0 0,-1 0 0,1 0 0,0 0 0,-1 0 0,1 0 0,0 0 0,0 0 0,0 0 0,0 0 0,0 1 0,0-1 0,0 0 0,0 1 0,0-1 0,0 1 0,0-1 0,1 1 0,-1-1 0,0 1 0,0 0 0,0-1 0,2 1 0,161-15 0,110-30 0,69-11 0,3 29 0,389-25 0,-665 46 0,75 3 0,-123 3 0,-22 0 0,0 0 0,0 0 0,0-1 0,0 1 0,-1 0 0,1 0 0,0 0 0,0 0 0,0 0 0,0 0 0,0-1 0,-1 1 0,1 0 0,0 0 0,0 0 0,0-1 0,0 1 0,0 0 0,0 0 0,0 0 0,0 0 0,0-1 0,0 1 0,0 0 0,0 0 0,0 0 0,0-1 0,0 1 0,0 0 0,0 0 0,0 0 0,0-1 0,0 1 0,0 0 0,0 0 0,0 0 0,0 0 0,0-1 0,1 1 0,-1 0 0,0 0 0,0 0 0,0 0 0,0-1 0,0 1 0,0 0 0,1 0 0,-1 0 0,0 0 0,0 0 0,0 0 0,1 0 0,-1 0 0,0-1 0,0 1 0,0 0 0,0 0 0,1 0 0,-1 0 0,0 0 0,0 0 0,0 0 0,1 0 0,-17-12 0,-49-22-1365,32 18-5461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31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1 245 24575,'16'16'0,"20"23"0,-1 1 0,32 50 0,-53-68 0,0 0 0,-2 2 0,0-1 0,-2 1 0,-1 1 0,9 34 0,-15-60 0,0 1 0,-1 0 0,1-1 0,0 0 0,0 1 0,0-1 0,4-3 0,-2 1 0,0 0 0,0-1 0,-1 1 0,0-1 0,1 0 0,-2-1 0,1 1 0,0-1 0,-1 0 0,0 1 0,0-1 0,4-9 0,2-9 0,11-40 0,-9 27 0,39-100 0,20-64 0,-62 166-12,-6 23-258,0 1-1,1 0 0,1 0 1,6-15-1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4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1789 1431 24575,'0'0'0,"0"0"0,0 0 0,0 0 0,0 0 0,0 0 0,19-3 0,3-2 0,0-1 0,-1-1 0,0-1 0,0 0 0,0-2 0,-1-1 0,33-22 0,119-107 0,-166 135 0,12-11 0,-1 0 0,16-19 0,-28 28 0,0 0 0,0-1 0,-1 1 0,0-1 0,0 0 0,0 0 0,-1-1 0,3-13 0,-2 4 0,0 0 0,-1 0 0,-1-1 0,-1 1 0,-1 0 0,0-1 0,-2 1 0,0 0 0,-1 0 0,0 0 0,-2 0 0,0 0 0,-12-27 0,-75-151 0,70 156 0,-1 1 0,-51-65 0,55 83 0,-1 0 0,-1 1 0,-1 1 0,0 1 0,-2 1 0,-28-16 0,14 13 0,0 2 0,-1 1 0,-63-17 0,5 6 0,-2 4 0,-1 5 0,-177-12 0,14 9 0,161 10 0,-144 3 0,233 9 0,0 0 0,0 2 0,1-1 0,-1 2 0,0-1 0,1 2 0,0 0 0,0 0 0,0 1 0,0 1 0,1 0 0,-1 0 0,2 2 0,-1-1 0,-16 16 0,-5 7 0,2 2 0,-48 64 0,64-76 0,1 1 0,0 1 0,2 0 0,1 1 0,0 0 0,-9 39 0,5 0 0,3 0 0,3 0 0,2 1 0,4 0 0,2 0 0,2 0 0,16 86 0,-10-113 0,1-1 0,2-1 0,2 0 0,1 0 0,34 59 0,-32-67 0,2 0 0,0-1 0,2-1 0,0-1 0,2 0 0,0-2 0,29 20 0,-24-22 0,2-2 0,1 0 0,0-3 0,57 21 0,133 23 0,-135-41 0,1-3 0,1-5 0,0-3 0,0-4 0,1-3 0,-1-5 0,116-22 0,-134 14 0,-2-3 0,72-28 0,-114 33 0,0-1 0,0-1 0,-2-2 0,42-33 0,-63 47-44,1 0 0,-1 0 0,1 0 0,-1 0 0,0 0 0,0-1 0,0 1 0,0-1 0,0 1 0,-1-1 0,1 0 0,-1 1 0,1-1 0,-1 0 0,0 0 0,0 0 0,0 0 0,-1 0-1,1 0 1,-1 0 0,0 0 0,0 0 0,0-1 0,0 1 0,0 0 0,-1 0 0,1 0 0,-1 0 0,0 0 0,-2-6 0,-4-7-6782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47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1 24575,'-37'13'0,"28"-10"0,0-1 0,1 1 0,-11 6 0,8-2 0,0 1 0,1 0 0,0 0 0,0 1 0,1 0 0,0 1 0,1 0 0,0 1 0,-10 18 0,-4 10 0,-24 63 0,1 10 0,-39 147 0,70-202 0,2 1 0,3 1 0,3 0 0,1 96 0,5-147 0,1 0 0,0 0 0,0 0 0,1 0 0,0 0 0,0 0 0,1 0 0,0 0 0,0-1 0,1 0 0,0 1 0,6 7 0,-7-12 0,-1 0 0,1 0 0,0 0 0,0 0 0,1-1 0,-1 1 0,0-1 0,1 0 0,-1 0 0,1 0 0,0-1 0,0 1 0,-1-1 0,1 0 0,0 0 0,0 0 0,0-1 0,0 1 0,1-1 0,-1 0 0,0 0 0,0 0 0,0-1 0,0 0 0,0 1 0,4-3 0,0 1 0,-1 0 0,0-1 0,1 0 0,-1 0 0,0-1 0,-1 0 0,1 0 0,-1-1 0,0 0 0,0 0 0,0 0 0,6-9 0,-4 5 0,-1-1 0,-1 0 0,0 0 0,0-1 0,-1 1 0,-1-1 0,6-18 0,-5 6 0,0 0 0,-2 0 0,0 0 0,-2-1 0,0 1 0,-2-1 0,-5-39 0,4 54 0,1 0 0,-2 1 0,1-1 0,-1 1 0,0 0 0,-1 0 0,0 0 0,0 1 0,-1-1 0,0 1 0,0 0 0,-1 0 0,0 1 0,-7-7 0,8 9 0,0 0 0,0 0 0,-1 1 0,0 0 0,1 0 0,-1 0 0,0 1 0,0-1 0,0 2 0,-1-1 0,1 1 0,0-1 0,-1 2 0,1-1 0,-1 1 0,1 0 0,-1 0 0,1 1 0,-10 2 0,9-2-124,1 1 0,0 0 0,-1 1 0,1-1 0,0 1 0,0 0-1,1 1 1,-1 0 0,1 0 0,-7 5 0,4-1-6702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47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24575,'0'0'0,"0"0"0,0 0 0,-2 8 0,-16 72 0,-3-1 0,-52 126 0,71-202 0,-30 90 0,29-84 0,1 1 0,0 0 0,0 0 0,1 0 0,1 0 0,0 0 0,2 17 0,-2-24 0,1 0 0,0-1 0,0 1 0,0 0 0,1-1 0,-1 1 0,0-1 0,1 1 0,0-1 0,-1 0 0,1 1 0,0-1 0,0 0 0,0 0 0,1-1 0,-1 1 0,0 0 0,1-1 0,-1 1 0,1-1 0,-1 0 0,1 0 0,0 0 0,-1 0 0,1 0 0,0-1 0,0 1 0,0-1 0,5 1 0,8-1 0,-1 0 0,1 0 0,0-2 0,15-2 0,-30 3 0,45-8 0,-1-3 0,46-18 0,36-11 0,-100 34-227,0-1-1,-1-2 1,-1-1-1,1-1 1,38-25-1,-53 29-6598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4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24575,'-21'20'0,"13"-11"0,1 1 0,-1 0 0,1 0 0,1 1 0,0-1 0,1 1 0,0 1 0,0-1 0,1 1 0,1-1 0,0 1 0,0 0 0,2 0 0,-2 16 0,2 19 0,1 0 0,9 63 0,-6-74 0,5 51 0,3 1 0,24 85 0,-33-167 0,0 0 0,0-1 0,0 1 0,1-1 0,3 6 0,-6-10 0,1 0 0,-1-1 0,1 1 0,-1 0 0,1 0 0,0 0 0,0 0 0,-1 0 0,1-1 0,0 1 0,0 0 0,0-1 0,0 1 0,0-1 0,0 1 0,0-1 0,0 1 0,0-1 0,0 0 0,0 1 0,0-1 0,0 0 0,0 0 0,0 0 0,0 0 0,0 0 0,0 0 0,0 0 0,0 0 0,0 0 0,1 0 0,-1-1 0,0 1 0,1-1 0,3-2-170,-1-1-1,0 1 0,1-1 1,-2 0-1,1 0 0,0-1 1,4-6-1,6-12-6655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48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24575,'12'1'0,"0"1"0,0 0 0,0 1 0,20 8 0,-6-3 0,98 33 0,-105-34 0,-1 1 0,-1 2 0,1-1 0,22 19 0,-36-25 0,0 1 0,-1 0 0,1 0 0,-1 0 0,0 0 0,0 1 0,-1-1 0,1 1 0,-1 0 0,0-1 0,-1 1 0,1 0 0,-1 0 0,0 0 0,0 0 0,0 1 0,-1-1 0,1 0 0,-1 0 0,-1 0 0,1 1 0,-3 8 0,0 3 0,-1 0 0,-1-1 0,0 1 0,-1-1 0,-13 23 0,2-11 0,-1-1 0,-1-1 0,-1-1 0,-2-1 0,-39 35 0,59-57 0,-1 1 0,1-1 0,0 0 0,0 1 0,0 0 0,0-1 0,-2 5 0,4-6 0,0-1 0,0 1 0,0 0 0,-1 0 0,1-1 0,0 1 0,0 0 0,0 0 0,0-1 0,0 1 0,0 0 0,0 0 0,1 0 0,-1-1 0,0 1 0,0 0 0,1-1 0,-1 1 0,0 0 0,1 0 0,-1-1 0,0 1 0,1-1 0,-1 1 0,1 0 0,0-1 0,-1 1 0,1-1 0,-1 1 0,1-1 0,0 1 0,-1-1 0,1 0 0,0 1 0,-1-1 0,2 1 0,5 1 0,1 1 0,-1-1 0,0 0 0,1-1 0,-1 0 0,1 0 0,-1 0 0,1-1 0,-1 0 0,1-1 0,-1 1 0,1-2 0,-1 1 0,1-1 0,10-4 0,3-1 0,-1-1 0,1-2 0,-2 0 0,23-15 0,33-31-1365,-46 31-5461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5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513 113 24575,'0'0'0,"0"0"0,0 0 0,20 4 0,26 3 0,0-2 0,60-2 0,-40-2 0,411 10 0,-603-19 0,-2 6 0,-295 2 0,410 0 0,-48 2 0,1 2 0,-72 14 0,146-12 0,10 0 0,39 2 0,1-2 0,99-6 0,-101-1 0,383-16 0,-218 6 0,-20-8 0,-261 14 0,34 4 0,-431-16 0,0 25 0,109-1 0,329-7 0,432 7 0,-76 0 0,-337-7 0,72 1 0,146-16 0,-229 15 0,0 0 0,-1 0 0,1-1 0,-1 1 0,-4-3 0,-8 1 0,-335-52 0,205 27 0,-157-8 0,192 30 0,-162 14 0,225-1 0,48-7 0,-1-1 0,1 1 0,-1 0 0,0 0 0,1 0 0,0 0 0,-1 0 0,1 0 0,0 1 0,-1-1 0,1 1 0,0-1 0,0 1 0,0 0 0,-2 3 0,4-4 0,0 0 0,0-1 0,0 1 0,0 0 0,0 0 0,0 0 0,0 0 0,0 0 0,0-1 0,0 1 0,0 0 0,1 0 0,-1 0 0,0-1 0,1 1 0,-1 0 0,1 0 0,-1-1 0,0 1 0,1 0 0,0-1 0,-1 1 0,1-1 0,-1 1 0,1 0 0,0-1 0,-1 0 0,1 1 0,0-1 0,0 1 0,-1-1 0,1 0 0,0 1 0,0-1 0,1 0 0,30 11 0,-32-11 0,52 10 0,0-2 0,76 2 0,-51-6 0,108 9 0,306-19 0,-452 2 0,3 0 0,-1 2 0,51 3 0,-333-33 0,-139-10 0,326 40 0,1 3 0,-1 1 0,1 3 0,0 3 0,-58 15 0,7-3 0,132 1 0,4-3-114,1-1 1,0-2-1,1-1 0,1-2 0,0-1 1,1-2-1,0-1 0,0-2 0,1-1 1,-1-2-1,50-2 0,-47-4-6712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58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24575,'1'2'0,"-1"-1"0,1 1 0,-1 0 0,1-1 0,0 1 0,-1 0 0,1-1 0,0 1 0,0-1 0,0 0 0,0 1 0,1-1 0,-1 0 0,0 1 0,3 1 0,24 15 0,-13-11 0,0-2 0,1 0 0,-1 0 0,1-2 0,31 4 0,86-3 0,-59-4 0,-38 1 0,33 0 0,0 4 0,97 17 0,-263-48 0,69 17 0,-1 1 0,0 1 0,0 2 0,-59-4 0,50 9 0,21-1 0,0 1 0,0 1 0,-22 3 0,38-3-42,-1-1-1,1 0 0,0 0 1,-1 1-1,1-1 0,0 1 1,0-1-1,0 1 0,-1-1 1,1 1-1,0 0 0,0 0 1,0-1-1,0 1 0,0 0 1,0 0-1,0 0 0,1 0 1,-1 0-1,0 0 0,0 0 1,1 1-1,-1-1 0,1 0 1,-1 0-1,1 0 0,-1 1 1,1-1-1,0 0 0,0 0 1,-1 3-1,2 3-6783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5:0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9012 293 24575,'-10'5'0,"1"0"0,-1-1 0,0 0 0,0-1 0,-1 0 0,-14 2 0,25-5 0,0 0 0,0 0 0,0 0 0,0 0 0,0 0 0,0 0 0,0 0 0,0 0 0,0 0 0,0 0 0,0 0 0,0 0 0,0 0 0,0 1 0,1-1 0,-1 0 0,0 0 0,0 0 0,0 0 0,0 0 0,0 0 0,0 0 0,0 0 0,0 0 0,0 0 0,0 0 0,0 0 0,0 0 0,0 0 0,0 0 0,0 0 0,0 0 0,0 0 0,0 0 0,0 0 0,0 0 0,0 1 0,0-1 0,0 0 0,0 0 0,0 0 0,0 0 0,0 0 0,0 0 0,0 0 0,0 0 0,0 0 0,0 0 0,0 0 0,0 0 0,9 3 0,13 0 0,332 11 0,-278-13 0,0-3 0,0-3 0,123-24 0,7-9 0,225-14 0,-232 33 0,229-53 0,-129 16 0,-165 32 0,-46 6 0,45-7 0,-140 24 0,5 0 0,0 0 0,0 1 0,0-1 0,-1 1 0,1-1 0,0 1 0,0 0 0,-1 0 0,1 0 0,0 1 0,0-1 0,-1 0 0,1 1 0,-2 0 0,-65 25 0,-98 25 0,-79 3 0,87-20 0,23-8 0,-258 16 0,-375-50 0,675 4 0,-71-9 0,-195-39 0,212 29 0,-169-4 0,-152 29 0,258-1 0,48-1 0,-436 4 0,47 31 0,485-28 0,-971 109 0,833-87 0,-135 12 0,303-39 0,-249 18 0,198-10 0,-109 27 0,42-3 0,-2-7 0,-167 8 0,12-19 0,-226 20 0,123-13 0,-2-25 0,288 1 0,-3-4 0,-224-36 0,-97-8 0,215 28 0,143 7 0,-113-32 0,-28-6 0,214 49-227,-1 1-1,0 0 1,1 2-1,-1 0 1,-29 5-1,42-3-6598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21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24575,'21'-1'0,"-15"-1"0,284-45 0,-55 5 0,-56 23 0,228 4 0,-171 13 0,202 5 0,-404-3 0,-17 0 0,0 1 0,0 0 0,23 6 0,-41-8 0,-1 1 0,1-1 0,0 1 0,-1-1 0,1 1 0,-1-1 0,1 0 0,0 0 0,0 1 0,-1-1 0,1 0 0,0 0 0,0 0 0,0-1 0,0 1 0,0 0 0,0 0 0,1 0 0,-1-1 0,-1-1 0,2 2 0,0 0 0,0 0 0,0 0 0,0 0 0,0 0 0,0 0 0,0 0 0,0 0 0,0 0 0,0 0 0,0 0 0,1 0 0,-1 0 0,0 0 0,1 0 0,-1 0 0,1 1 0,-1-1 0,1 0 0,-1 0 0,1 0 0,0 1 0,-1-1 0,1 0 0,0 1 0,0-1 0,0 0 0,-1 1 0,1-1 0,0 1 0,0-1 0,1 1 0,-49-11 0,-32 5 0,-95 6 0,66 2 0,88-1-682,-36 5-1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4:23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0,0 0 0,0 0 0,0 0 0,0 0 0,0 0 0,11 2 0,458 59 0,-299-38 0,125 19 0,-74-8 0,2-10 0,281-6 0,-135-10 0,-30-1 0,267-15 0,-61 0 0,320-53 0,-857 59-114,-1 1 1,1-2-1,0 1 0,-1-1 0,0 0 1,1-1-1,-1 0 0,-1 0 0,1 0 1,0-1-1,9-9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5:10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2290 1618 24575,'-3'1'0,"1"-1"0,-1 1 0,0 0 0,0 0 0,0 0 0,1 0 0,-4 2 0,0 0 0,6-3 0,0 1 0,-1-1 0,1 0 0,-1 0 0,1 0 0,-1 0 0,1 0 0,-1 0 0,1 0 0,0 1 0,-1-1 0,1 0 0,-1-1 0,1 1 0,-1 0 0,1 0 0,-1 0 0,1 0 0,0 0 0,-1 0 0,1 0 0,-1-1 0,1 1 0,0 0 0,-1 0 0,1-1 0,-1 1 0,1 0 0,0 0 0,-1-1 0,1 1 0,0 0 0,0-1 0,-1 1 0,1-1 0,-4-20 0,10-25 0,-6 45 0,54-209 0,-28 115 0,15-101 0,-32 123 0,0-143 0,-10 182 0,-1 1 0,-2 0 0,-2-1 0,-1 2 0,-1-1 0,-21-51 0,15 55 0,-1 0 0,-2 0 0,0 2 0,-2 0 0,-1 1 0,-1 1 0,-1 1 0,-2 1 0,-46-36 0,37 36 0,-2 0 0,0 3 0,-1 1 0,-1 1 0,-1 2 0,0 2 0,-55-13 0,48 18 0,1 1 0,-1 3 0,0 1 0,-66 4 0,38 5 0,-139 30 0,-90 43 0,261-64 0,1 2 0,1 1 0,1 2 0,0 2 0,-45 33 0,5 6 0,-135 134 0,175-150 0,3 3 0,2 1 0,2 1 0,-37 79 0,52-92 0,0 1 0,3 1 0,1 1 0,1-1 0,3 2 0,1-1 0,1 1 0,3 0 0,3 76 0,2-74 0,2 0 0,11 47 0,-10-68 0,1 0 0,1 0 0,1-1 0,1 0 0,22 37 0,-17-37 0,1 0 0,1-1 0,0 0 0,2-1 0,0-1 0,1-1 0,0-1 0,2 0 0,-1-1 0,2-2 0,0 0 0,0-1 0,1-2 0,0 0 0,1-1 0,0-1 0,0-2 0,1 0 0,-1-2 0,1 0 0,40-2 0,-4-1 0,-20 1 0,0-2 0,0-1 0,63-13 0,-32-9 90,-50 16-818,45-11 1,-59 17-6099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40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24575,'0'0'0,"0"0"0,0 0 0,0 0 0,0 0 0,0 0 0,0 0 0,24 3 0,100 7 0,197-10 0,-48-2 0,314 1 0,653-117-557,-360 58 557,38 91 0,-663 0 181,-161-15-56,2-5 1,132-2-1,-188-9-1490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41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0 445 24575,'86'-4'0,"11"4"0,106-14 0,94-26 0,-170 21 0,966-138-614,-828 107 921,-210 35-205,-2-2 1,91-41-1,-123 47-102,1 1 0,1 0 0,0 2 0,0 0 0,0 2 0,1 0 0,38-3 0,-15 7-1365,-39 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4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394 155 24575,'28'15'0,"-28"-16"0,1 1 0,-1 0 0,1 0 0,0 0 0,-1-1 0,1 1 0,-1 0 0,1-1 0,0 1 0,-1 0 0,1-1 0,-1 1 0,1-1 0,-1 1 0,0-1 0,1 1 0,-1-1 0,1 1 0,-1-1 0,0 1 0,0-1 0,1 0 0,-1 1 0,0-1 0,0 0 0,0 1 0,1-1 0,-1 1 0,0-1 0,0 0 0,0-1 0,3-23 0,-5 12 0,0 0 0,-2 0 0,1 0 0,-2 1 0,0 0 0,0-1 0,-10-14 0,14 26 0,0 0 0,-1 0 0,1 0 0,0 0 0,0 0 0,-1 0 0,1 0 0,-1 0 0,1 1 0,-1-1 0,1 1 0,-1-1 0,1 1 0,-1 0 0,1-1 0,-1 1 0,1 0 0,-1 0 0,0 0 0,1 0 0,-1 0 0,1 1 0,-1-1 0,0 0 0,1 1 0,-1-1 0,1 1 0,0 0 0,-1-1 0,1 1 0,-1 0 0,-1 1 0,-6 4 0,-1 0 0,1 0 0,-10 10 0,18-15 0,-16 15 0,0 1 0,0 1 0,2 1 0,1 1 0,0 0 0,1 0 0,-12 29 0,-58 160 0,75-186 0,-48 158 0,50-155 0,1 1 0,1-1 0,2 1 0,0 0 0,3 26 0,-1-46 0,1 0 0,1 0 0,-1 0 0,1 0 0,0 0 0,0-1 0,1 1 0,0-1 0,0 0 0,1 0 0,0 0 0,6 7 0,-4-5 0,1-1 0,1 0 0,-1-1 0,1 1 0,1-2 0,-1 1 0,18 8 0,-9-7 0,0 0 0,0-2 0,1 0 0,0-1 0,0 0 0,0-2 0,0 0 0,37-1 0,-25-3 0,0-2 0,1-1 0,-2-2 0,1 0 0,53-22 0,-62 19 0,0 0 0,0-2 0,-1 0 0,0-1 0,-1-1 0,-1 0 0,0-2 0,19-21 0,-34 33 0,0-1 0,0 1 0,-1-1 0,1 0 0,3-9 0,6-14 0,36-66-1365,-45 86-5461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24575,'3'3'0,"0"-1"0,0 0 0,0 0 0,1 0 0,-1 0 0,1 0 0,0-1 0,-1 0 0,1 0 0,0 0 0,6 1 0,43 2 0,-26-3 0,-1-1 0,1-2 0,-1 0 0,1-2 0,-1-1 0,0 0 0,-1-3 0,34-12 0,-52 17 0,0 0 0,-1-1 0,1 0 0,-1 0 0,0 0 0,0-1 0,0 1 0,9-12 0,-12 12 0,0 0 0,-1 0 0,0 0 0,0 0 0,0 0 0,0-1 0,-1 1 0,1-1 0,-1 1 0,0-1 0,-1 1 0,1-1 0,-1 0 0,0 0 0,0-7 0,-3-2 0,0 0 0,0 0 0,-1 0 0,-1 1 0,-1-1 0,0 1 0,0 0 0,-11-15 0,17 31 0,1 0 0,-1 0 0,0 0 0,0 0 0,0 0 0,-1 0 0,1 0 0,-2 4 0,1 2 0,-3 64 0,4 1 0,2-1 0,20 114 0,-15-162-1365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5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0,24 0 0,73 1 0,161 21 0,-166-3 0,-89-19-77,-1 1 0,1-1 0,0 0-1,0 0 1,0 0 0,0-1 0,-1 1 0,1 0-1,0-1 1,0 0 0,-1 0 0,1 0 0,0 0-1,3-2 1,-5 2-130,8-3-6619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24575,'6'22'0,"-2"12"0,-2 0 0,-4 62 0,-1-23 0,-5 126 0,0 27 0,1-99 0,6-123-111,-1-5 147,-2-11 151,-4-17-1664,4 11-5349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6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50 24575,'-26'-15'0,"19"10"0,-1 1 0,0 0 0,0 0 0,-1 0 0,1 1 0,-1 0 0,0 1 0,1 0 0,-1 1 0,0-1 0,0 2 0,0-1 0,0 1 0,0 1 0,0-1 0,0 1 0,-13 4 0,-1 1 0,1 2 0,-1 0 0,1 1 0,1 1 0,0 1 0,0 2 0,-30 22 0,22-12 0,1 2 0,1 1 0,1 1 0,-24 33 0,38-43 0,0 0 0,1 2 0,1-1 0,1 1 0,1 1 0,0-1 0,2 1 0,0 1 0,1-1 0,-3 36 0,6-31 0,1 0 0,2-1 0,0 1 0,1 0 0,2-1 0,1 0 0,0 0 0,17 43 0,-17-55 0,1 0 0,1-1 0,0 1 0,1-1 0,0-1 0,0 0 0,1 0 0,1 0 0,0-1 0,0-1 0,0 1 0,1-2 0,1 0 0,23 12 0,-1-4 0,0-2 0,1-1 0,0-2 0,43 8 0,-55-14 0,0 0 0,0-1 0,0-2 0,1 0 0,-1-2 0,0 0 0,0-2 0,0 0 0,30-9 0,-47 10-59,-1 0 0,0 0-1,0 0 1,0-1-1,0 0 1,0 0 0,0 0-1,-1-1 1,0 1 0,0-1-1,0 0 1,0 0 0,0-1-1,-1 1 1,0-1 0,0 0-1,0 0 1,0 0-1,-1 0 1,0 0 0,0 0-1,2-11 1,-1 1-6767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6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24575,'-1'0'0,"2"0"0,-2 0 0,2 0 0,-2 0 0,4 0 0,115-7 0,10-1 0,-106 6 0,-1-2 0,0 0 0,39-14 0,-51 14-273,0-1 0,-1 1 0,1-1 0,13-12 0,-6 5-6553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7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0,5 10 0,5 15 0,-2 0 0,0 0 0,-1 1 0,5 45 0,0 112 0,-5-44 0,-6-134-43,11 94 211,-9-87-380,0 0-1,0 0 0,1-1 0,1 1 0,0-1 0,7 12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7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0,19 4 0,74 7 0,180-2 0,-254-9 0,-9-1-78,1 0-1,0-1 1,15-3-1,-14 2-972,-4 1-5775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0:5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2 0,14 55 0,-2 2 0,6 96 0,-11 126 0,-5-126 0,-2-95-5,-1-33-448,2 0-1,4 34 1,-4-53-6373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1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8149 0 24575,'0'0'0,"0"0"0,0 0 0,0 0 0,0 0 0,0 0 0,0 0 0,0 0 0,0 0 0,-18 3 0,-51 6 0,-72 0 0,46-4 0,36-4 0,-88-10 0,-3-1 0,121 10 0,-659 15 0,-245 105 0,537-76 0,62-8 0,-274 23-859,408-43 973,-343 9-114,-1-26 0,342-1 0,-751-21 0,62-55 0,277 34-197,339 30 780,76 2-224,158 11-1724,21 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18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0 24575,'-2'2'0,"-1"-1"0,1 0 0,-1 0 0,0 0 0,0-1 0,0 1 0,1 0 0,-5-1 0,-3 2 0,-5 2 0,1 2 0,0-1 0,0 2 0,1 0 0,0 0 0,0 1 0,-18 16 0,-3 5 0,-38 41 0,53-49 0,1 1 0,0 1 0,2 1 0,-18 33 0,32-53 0,0 0 0,0 0 0,0 0 0,1 1 0,0-1 0,0 0 0,0 1 0,0-1 0,1 1 0,-1-1 0,1 1 0,0 0 0,1-1 0,-1 1 0,1-1 0,0 1 0,0-1 0,0 0 0,1 1 0,-1-1 0,1 0 0,0 0 0,0 0 0,1 0 0,3 5 0,0-2 0,-1-1 0,1 0 0,0-1 0,1 1 0,-1-1 0,1 0 0,0-1 0,1 1 0,-1-2 0,1 1 0,0-1 0,14 4 0,135 27 0,-32-8 0,-16-2 0,90 24 0,-184-44-284,-1 2-1,20 9 0,-29-13-226,7 4-6315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5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24575,'3'32'0,"58"592"0,-6-41 0,-19-418 0,-5-27 0,-31-134-50,-2-10 155,-5-15-987,6 18 344,-5-19-6288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5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1 171 24575,'0'0'0,"0"0"0,0 0 0,0 0 0,7-9 0,3-2 0,1 0 0,1 0 0,0 1 0,0 1 0,1 0 0,0 0 0,1 1 0,0 1 0,16-6 0,7-1 0,2 1 0,52-10 0,-61 18 0,0 1 0,0 1 0,1 2 0,-1 1 0,0 1 0,1 2 0,42 9 0,-70-12 0,0 1 0,0 0 0,0-1 0,0 1 0,0 1 0,0-1 0,-1 0 0,1 1 0,0-1 0,-1 1 0,1 0 0,-1 0 0,1 0 0,-1 0 0,0 0 0,0 0 0,0 1 0,0-1 0,-1 1 0,1 0 0,0-1 0,-1 1 0,0 0 0,0 0 0,0 0 0,0 0 0,0 0 0,-1 0 0,1 0 0,-1 0 0,0 0 0,1 0 0,-2 0 0,1 0 0,-1 4 0,0 6 0,-2 1 0,0-1 0,0 1 0,-1-1 0,-1 0 0,-10 19 0,-1-2 0,-1-1 0,-41 52 0,-52 44 0,42-50 0,51-51 0,8-13 0,16-28 0,2-2-1365,-1 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6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0 195 24575,'6'4'0,"-1"1"0,0 0 0,0 0 0,0 0 0,-1 1 0,0-1 0,0 1 0,0 0 0,0 0 0,-1 1 0,0-1 0,2 9 0,1 4 0,0 1 0,5 38 0,-6-4 0,-3 0 0,-5 63 0,3 60 0,0-173 0,0 0 0,1-1 0,-1 1 0,1 0 0,0 0 0,0-1 0,1 1 0,-1-1 0,1 1 0,0-1 0,0 1 0,0-1 0,0 0 0,0 0 0,1 0 0,-1 0 0,1-1 0,0 1 0,0-1 0,0 1 0,0-1 0,5 2 0,-4-2 0,0 0 0,1-1 0,-1 1 0,1-1 0,-1 0 0,1-1 0,0 1 0,-1-1 0,1 0 0,-1 0 0,1 0 0,0-1 0,-1 1 0,1-1 0,-1 0 0,1-1 0,-1 1 0,6-3 0,-2-1 0,0 1 0,0-1 0,0-1 0,-1 0 0,0 0 0,0 0 0,-1-1 0,0 0 0,0 0 0,6-10 0,6-10 0,21-47 0,-16 23 0,-2-1 0,-2-1 0,13-65 0,17-169 0,-29 175 0,-13 146 0,26 486 0,-25-269 0,-6-227 0,7 213 0,-20-1 0,8-210 0,-2 0 0,-1 0 0,0 0 0,-20 46 0,18-54 0,-1-1 0,-1 0 0,0-1 0,-1 0 0,-1-1 0,0 0 0,-20 18 0,22-23 0,-1-1 0,0 0 0,0-1 0,-1 0 0,0-1 0,0-1 0,-1 1 0,0-2 0,-15 5 0,19-8 0,0 0 0,0-1 0,0 0 0,1 0 0,-1-1 0,0-1 0,0 1 0,0-1 0,0-1 0,0 0 0,1 0 0,-1 0 0,1-1 0,-1-1 0,-7-4 0,-27-16-1365,9-1-5461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6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24575,'0'0'0,"0"0"0,13 10 0,-5-2 0,-1 0 0,-1 0 0,1 0 0,-1 1 0,-1 0 0,1 0 0,-2 1 0,1-1 0,4 16 0,-1 1 0,-1 1 0,5 43 0,-3 37 0,-6 131 0,-1-19 0,-1-198 0,0 27 0,2 0 0,2 0 0,2 0 0,14 48 0,-18-88 0,0 0 0,1 0 0,0-1 0,0 1 0,1-1 0,-1 0 0,2 0 0,-1-1 0,1 0 0,0 0 0,8 7 0,-11-11 0,-1 1 0,1-1 0,0-1 0,0 1 0,0 0 0,0-1 0,0 1 0,1-1 0,-1 0 0,0 0 0,1 0 0,-1 0 0,0-1 0,1 0 0,-1 1 0,1-1 0,-1 0 0,1-1 0,-1 1 0,0-1 0,1 1 0,-1-1 0,0 0 0,1 0 0,-1-1 0,0 1 0,0-1 0,0 1 0,0-1 0,3-2 0,-3 1 6,0 1 0,0-1 1,-1 0-1,1 0 0,-1-1 0,0 1 0,0 0 0,0-1 0,0 1 0,0-1 0,-1 0 0,0 0 1,1 1-1,-1-1 0,0-7 0,1-4-345,-1-1 1,-2-25-1,0 33-108,-2-37-6379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7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24575,'3'-1'0,"-1"0"0,1 0 0,0 0 0,-1 0 0,1 0 0,-1-1 0,3-1 0,6-3 0,33-11 0,1 3 0,58-11 0,98-8 0,-113 20 0,-7-1-682,119-34-1,-177 40-6143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7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24575,'-1'2'0,"0"1"0,1-1 0,-1 0 0,1 1 0,0 0 0,0-1 0,-1 1 0,2 4 0,-1 5 0,-25 166 0,-1 16 0,22-144 0,4 95 0,9-68 0,32 129 0,-26-143 0,-8-32 0,5 16 0,-3 1 0,5 69 0,-13-124 0,-1 0 0,2 1 0,-1-1 0,1 0 0,0 1 0,3-7 0,2-7 0,9-24 0,41-82 0,-25 60 0,-33 69 0,1-1 0,1 1 0,-1 0 0,0 0 0,1-1 0,-1 1 0,2 4 0,1 3 0,-1 4 0,2 8 0,0-1 0,14 38 0,-16-53 0,1-1 0,-1 0 0,1 0 0,-1 0 0,2 0 0,-1 0 0,0-1 0,1 0 0,0 1 0,0-1 0,0-1 0,1 1 0,-1-1 0,1 1 0,0-1 0,6 3 0,-5-4 0,0 0 0,1 0 0,-1-1 0,0 0 0,1 0 0,-1 0 0,1-1 0,-1 0 0,0 0 0,1-1 0,-1 0 0,1 0 0,-1 0 0,0-1 0,0 0 0,0 0 0,0-1 0,0 1 0,0-1 0,-1-1 0,1 1 0,5-6 0,4-3 0,0-1 0,-1 0 0,0-1 0,-1-1 0,-1 0 0,12-19 0,-19 24 0,0 0 0,-1 0 0,0 0 0,-1 0 0,0-1 0,0 0 0,-1 1 0,-1-1 0,0 0 0,0 0 0,-1 0 0,-1 0 0,1 1 0,-4-14 0,3 21 0,0 1 0,-1-1 0,1 0 0,-1 1 0,1-1 0,-1 1 0,0 0 0,0-1 0,0 1 0,0 0 0,0 0 0,0 0 0,-1 1 0,1-1 0,-1 0 0,1 1 0,-1 0 0,0-1 0,1 1 0,-5-1 0,-4-1 0,1 0 0,-1 0 0,0 1 0,-14-1 0,15 2-85,-1 0 0,1 1-1,0 0 1,-1 1 0,1 0-1,0 1 1,-1 0 0,1 0-1,0 1 1,0 0 0,1 1-1,-1 0 1,1 1 0,0 0-1,-16 11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51 24575,'-3'2'0,"1"-1"0,-1 1 0,0-1 0,0 0 0,0 0 0,0 0 0,-4 1 0,-9 3 0,-1 4 0,0 1 0,1 0 0,-16 13 0,30-21 0,0 0 0,0-1 0,0 1 0,1 0 0,-1 0 0,1 0 0,-1 0 0,1 1 0,0-1 0,0 0 0,0 1 0,0-1 0,-1 3 0,2-4 0,0 0 0,-1 0 0,1 0 0,0-1 0,0 1 0,0 0 0,0 0 0,0 0 0,0 0 0,0-1 0,0 1 0,1 0 0,-1 0 0,0 0 0,0-1 0,1 1 0,-1 0 0,1 0 0,-1-1 0,0 1 0,1 0 0,-1-1 0,1 1 0,0 0 0,-1-1 0,1 1 0,-1-1 0,1 1 0,0-1 0,0 1 0,-1-1 0,1 0 0,0 1 0,0-1 0,-1 0 0,1 1 0,0-1 0,0 0 0,1 0 0,5 1 0,0 0 0,0-1 0,1 0 0,-1 0 0,1 0 0,-1-1 0,11-3 0,54-18 0,-23 6 0,-38 13 0,18-5 0,55-9 0,-76 16 0,1 1 0,-1-1 0,0 1 0,1 1 0,-1 0 0,0 0 0,1 0 0,-1 1 0,0 0 0,0 1 0,12 5 0,-16-6 0,-1 1 0,0 0 0,1-1 0,-1 1 0,0 0 0,-1 1 0,1-1 0,0 0 0,-1 1 0,0-1 0,0 1 0,0 0 0,0 0 0,-1 0 0,1 0 0,-1 0 0,0 0 0,0 0 0,0 5 0,1 10 0,0 0 0,-3 35 0,1-43 0,-20 184 0,4-72 0,16-115 0,3-18 0,1-19 0,-6-17 0,2 0 0,2 0 0,1 0 0,18-80 0,14 3 0,-29 106 0,1 1 0,0 1 0,1-1 0,0 2 0,15-20 0,-20 30 0,1 0 0,-1 0 0,1 1 0,-1-1 0,1 1 0,0 0 0,0 0 0,0 0 0,9-4 0,-10 6 0,0 0 0,1 0 0,-1 1 0,0-1 0,0 1 0,0-1 0,1 1 0,-1 0 0,0 0 0,0 1 0,1-1 0,-1 1 0,0-1 0,0 1 0,6 2 0,-1 0 0,0 1 0,0 0 0,-1 1 0,1-1 0,-1 1 0,0 1 0,0-1 0,-1 1 0,7 8 0,-2 0 0,-1 0 0,0 0 0,13 30 0,-2-1 0,-3 1 0,-2 1 0,-2 0 0,-1 1 0,-3 1 0,6 60 0,-13-77-118,2 11-194,-1-1 1,-3 0-1,-3 45 0,1-71-6514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56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1307 24575,'0'0'0,"0"0"0,0 0 0,0 0 0,0 0 0,0 0 0,-18 0 0,17 0 0,-1 0 0,1 1 0,0-1 0,0 0 0,-1 0 0,1-1 0,0 1 0,0 0 0,0 0 0,-1-1 0,1 1 0,0 0 0,0-1 0,0 1 0,0-1 0,0 0 0,0 1 0,-1-1 0,2 0 0,-1 1 0,-2-3 0,3 2 0,-1-1 0,1 0 0,0 1 0,0-1 0,0 0 0,0 1 0,0-1 0,0 0 0,0 1 0,1-1 0,-1 1 0,0-1 0,1 0 0,0 1 0,-1-1 0,1 1 0,1-3 0,27-1 0,22-6 0,202-39 0,-187 41 0,126-2 0,-5 20 0,42 0 0,468 20 0,-544-11 0,47 3 0,-108-14 0,73 0 0,-138-7 0,-1-2 0,0-1 0,0-1 0,35-10 0,-53 11 0,26-6 0,-1-2 0,0-1 0,41-23 0,-65 30 0,0 0 0,-1-1 0,1 0 0,-1-1 0,-1 0 0,1 0 0,-1 0 0,0-1 0,-1 0 0,0-1 0,0 1 0,-1-1 0,0 0 0,-1-1 0,7-18 0,-5 3 0,-1 1 0,-1-1 0,-2 0 0,0 0 0,-2 0 0,0 0 0,-8-47 0,3 48 0,-1-1 0,-1 1 0,-2 0 0,0 1 0,-1 0 0,-1 1 0,-24-36 0,9 22 0,-2 2 0,-1 0 0,-52-45 0,65 64 0,-98-82 0,93 82 0,1 2 0,-2 0 0,0 1 0,-28-10 0,-222-84 0,242 95 0,-1 2 0,0 1 0,-40-6 0,-96-1 0,30 3 0,132 11 0,-339-31 0,287 30 0,0 3 0,1 3 0,-1 2 0,-58 13 0,-258 84 0,328-87 0,-62 24 0,90-32 0,1 0 0,0 1 0,1 1 0,-21 17 0,-127 127 0,150-138 0,0 0 0,1 1 0,1 1 0,0 0 0,1 0 0,1 1 0,1 0 0,1 0 0,-9 39 0,5-5 0,2 0 0,-3 87 0,10-84 0,2 0 0,3 0 0,2 0 0,2 0 0,21 77 0,-13-88 0,2-1 0,30 55 0,-43-92 0,0-1 0,1 0 0,0 0 0,0 0 0,1 0 0,-1-1 0,1 0 0,0 0 0,10 6 0,-6-5 0,1 0 0,-1-1 0,1 0 0,0-1 0,19 6 0,-2-5-455,1-2 0,38 1 0,-51-3-6371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15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 24575,'-131'0'0,"131"0"0,-1 0 0,1 1 0,-1-1 0,1 0 0,-1 1 0,1-1 0,-1 0 0,1 1 0,0-1 0,-1 1 0,1-1 0,0 1 0,-1-1 0,1 1 0,0-1 0,0 1 0,0-1 0,-1 1 0,1-1 0,0 1 0,0-1 0,0 1 0,0 0 0,0-1 0,0 1 0,0-1 0,0 1 0,0-1 0,0 1 0,0 0 0,1 0 0,2 19 0,0-10 0,0-1 0,1 0 0,0 0 0,1 0 0,0-1 0,11 15 0,43 45 0,-14-18 0,-43-49 0,153 209 0,-136-179 0,-7-10 0,1 0 0,0-1 0,28 30 0,-37-46 0,1 1 0,0-1 0,0 0 0,0 0 0,1 0 0,-1-1 0,1 0 0,0 0 0,-1-1 0,1 1 0,1-1 0,-1 0 0,0-1 0,0 0 0,1 0 0,-1 0 0,1 0 0,9-2 0,-3 0 0,-1-1 0,0-1 0,1 0 0,-1-1 0,-1 0 0,1 0 0,0-2 0,-1 1 0,0-2 0,12-8 0,11-11 0,52-51 0,-24 20 0,-35 34 0,1 2 0,1 0 0,60-31 0,-68 43 0,0 0 0,1 1 0,0 1 0,0 2 0,0 0 0,1 1 0,25-1 0,-37 3 0,0 2 0,1 0 0,-1 0 0,0 1 0,1 0 0,-1 1 0,0 0 0,0 1 0,0 0 0,15 8 0,77 44 0,-62-31 0,1-2 0,59 22 0,-86-39 0,0-1 0,1 0 0,-1-1 0,0-1 0,1 0 0,-1-1 0,1-1 0,0 0 0,-1-1 0,1-1 0,18-4 0,13-8 0,0-3 0,-1-2 0,76-42 0,-7 3 0,-112 56 0,226-93 0,-219 92 0,1 0 0,0 2 0,0-1 0,0 1 0,0 1 0,0 0 0,0 0 0,1 1 0,13 3 0,-2 1 0,-1 1 0,1 1 0,29 13 0,-29-8 0,0 0 0,0 2 0,-2 0 0,24 20 0,74 76 0,-23-19 0,-83-81 0,0 0 0,0 0 0,1-2 0,1 0 0,-1 0 0,1-1 0,0-1 0,26 7 0,-18-8 0,1-1 0,0 0 0,0-2 0,0-1 0,31-2 0,-7-4 0,0-2 0,0-3 0,-1-1 0,0-2 0,55-24 0,-26 2 0,74-46 0,-14 7 0,-117 66 0,0 0 0,1 1 0,0 1 0,35-6 0,81-1 0,-120 12 0,0 2 0,0 0 0,0 0 0,0 2 0,0 0 0,-1 1 0,1 0 0,-1 2 0,0-1 0,0 2 0,-1 0 0,18 12 0,10 10 0,-1 2 0,54 53 0,-41-34 0,-45-43 0,0 1 0,1-1 0,0 0 0,0-1 0,0 0 0,1-1 0,-1 0 0,19 5 0,-22-8 0,1-1 0,-1 1 0,0-2 0,1 1 0,-1-1 0,1 0 0,-1 0 0,0-1 0,1 0 0,-1-1 0,0 1 0,0-1 0,0-1 0,0 1 0,9-6 0,5-4 0,-1 0 0,0-2 0,-1 0 0,18-18 0,66-73 0,-92 92 0,13-12 0,0 1 0,2 1 0,30-21 0,-44 36 0,-1 1 0,1 0 0,1 0 0,-1 2 0,1-1 0,0 1 0,0 1 0,0 1 0,1 0 0,21-2 0,-26 5 0,0 0 0,0 1 0,0 0 0,0 1 0,0 0 0,0 1 0,-1-1 0,1 2 0,-1-1 0,1 1 0,-1 0 0,0 1 0,12 9 0,6 7 0,0 2 0,29 34 0,-30-31 0,31 40 0,9 11 0,-58-70 0,0 0 0,1-1 0,0 0 0,0-1 0,0 1 0,0-2 0,18 8 0,-15-8 0,0-2 0,1 1 0,-1-2 0,1 1 0,-1-2 0,1 1 0,-1-2 0,1 1 0,0-2 0,-1 1 0,0-2 0,17-4 0,5-5 0,0 0 0,55-31 0,9-15 0,17-8 0,-95 56 0,1 2 0,0 0 0,1 1 0,22-5 0,-35 11 0,-1 0 0,1 1 0,0 0 0,0 0 0,-1 0 0,1 1 0,0 1 0,-1-1 0,14 5 0,-41 22-1365,15-19-5461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25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1 354 24575,'24'-14'0,"-22"13"0,0 0 0,0 0 0,0 0 0,0 1 0,1-1 0,-1 1 0,0-1 0,1 1 0,-1 0 0,0 0 0,1 0 0,-1 0 0,0 0 0,1 0 0,-1 1 0,0-1 0,0 1 0,1-1 0,1 2 0,11 2 0,23 4 0,-15-1 0,1-2 0,0-1 0,0 0 0,0-2 0,0-1 0,41-3 0,7-12 0,0-4 0,96-37 0,40-11 0,399-84 0,-592 145 0,0-1 0,0 0 0,0-1 0,24-16 0,-42 21-195,-1-1 0,0 1 0,0 0 0,0 0 0,0 0 0,-6-2 0,-2 0-6631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35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0 24575,'-20'6'0,"3"-2"0,0-2 0,-1 0 0,-34 0 0,32 7 0,15-2 0,5-7 0,0 0 0,0 0 0,0 0 0,0 1 0,0-1 0,0 0 0,0 0 0,0 0 0,1 0 0,-1 0 0,0 1 0,0-1 0,0 0 0,0 0 0,1 0 0,-1 0 0,0 0 0,0 0 0,0 0 0,0 0 0,1 1 0,-1-1 0,0 0 0,0 0 0,0 0 0,0 0 0,1 0 0,-1 0 0,0 0 0,0 0 0,0 0 0,1 0 0,-1 0 0,0 0 0,0 0 0,0-1 0,1 1 0,-1 0 0,0 0 0,25-3 0,-19 2 0,1 0 0,0 1 0,-1 0 0,1 0 0,0 0 0,-1 1 0,12 2 0,22 5 0,0-2 0,72 2 0,-12-1 0,-92-6 0,0 0 0,-1 0 0,0 1 0,1 0 0,-1 0 0,0 1 0,0 0 0,0 1 0,-1-1 0,1 1 0,-1 0 0,6 6 0,-9-8 0,1 1 0,-2 1 0,1-1 0,0 0 0,-1 1 0,1-1 0,-1 1 0,0 0 0,0 0 0,0 0 0,-1 0 0,1 0 0,-1 0 0,0 0 0,0 0 0,-1 1 0,1-1 0,-1 0 0,0 1 0,0-1 0,-1 0 0,0 6 0,-4 13 0,-1 0 0,-1-1 0,-1 1 0,-1-2 0,-20 35 0,8-21 0,-1-2 0,-41 48 0,51-69 0,1-2 0,-2 1 0,0-2 0,0 0 0,-18 10 0,50-48 0,0 12 0,1 0 0,1 1 0,0 0 0,38-19 0,100-39 0,-131 62 0,3-2-1365,-16 7-5461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3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0,22 12 0,-2 1 0,0 0 0,25 23 0,-26-20 0,40 27 0,-58-43-44,0 1 0,0-1 0,0 0 0,0 0-1,0 1 1,0-1 0,0 0 0,0 0 0,0 0 0,1 0 0,-1 0-1,0 0 1,0 0 0,0-1 0,0 1 0,0 0 0,0-1 0,0 1-1,0-1 1,0 1 0,0-1 0,0 1 0,0-1 0,1 0-1,-1 0-216,9-5-6565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36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52 206 24575,'0'0'0,"0"0"0,0 0 0,0 0 0,-9 21 0,5-7 0,0 1 0,1 0 0,0 0 0,1 0 0,1 29 0,8 78 0,-6-113 0,1-1 0,-1 1 0,2 0 0,-1 0 0,1-1 0,0 1 0,1-1 0,0 0 0,0 0 0,1 0 0,0 0 0,0-1 0,1 0 0,12 12 0,-13-14 0,1-1 0,-1 0 0,1 0 0,0 0 0,0-1 0,0 0 0,1 0 0,-1-1 0,1 0 0,-1 0 0,1 0 0,0-1 0,0 0 0,0 0 0,0-1 0,0 0 0,0 0 0,0 0 0,13-4 0,-12 2 0,1 0 0,0-1 0,-1 0 0,1 0 0,-1-1 0,0 0 0,0-1 0,-1 0 0,1 0 0,-1 0 0,0-1 0,0 0 0,-1-1 0,0 1 0,0-1 0,6-9 0,-3 0 0,0 0 0,-1-1 0,-1 1 0,0-1 0,-1-1 0,-1 0 0,4-20 0,-5 8 0,-1-1 0,-1 1 0,-1-1 0,-2 1 0,-1 0 0,-7-33 0,8 55 0,-2 1 0,1 0 0,-1 0 0,0 0 0,0 0 0,-1 1 0,0-1 0,0 1 0,0 0 0,-1 0 0,0 1 0,0-1 0,0 1 0,-1 0 0,0 0 0,0 1 0,0 0 0,-1 0 0,1 0 0,-1 1 0,-11-4 0,7 2 0,-1 2 0,1-1 0,-1 1 0,0 1 0,0 0 0,0 0 0,0 1 0,0 1 0,0 0 0,0 1 0,0 0 0,-19 5 0,12 1-227,-1 1-1,2 0 1,-1 2-1,1 0 1,-27 21-1,39-26-6598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23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4065 5545 24575,'-3'1'0,"1"1"0,-1-1 0,1 1 0,-1-1 0,1 1 0,0 0 0,0 0 0,-2 3 0,-2 0 0,-1 0 0,1-1 0,-1 0 0,0 0 0,0-1 0,0 0 0,0 0 0,-1-1 0,-13 3 0,-65 5 0,71-9 0,-44 2 0,0-2 0,-76-10 0,-117-31 0,63 9 0,96 19 0,1-5 0,-94-30 0,-234-115 0,279 96 0,-140-91 0,-18-62 0,235 169 0,-66-59 0,-186-199 0,-69-164 0,291 331 0,-98-200 0,137 238 0,-19-41 0,-91-252 0,124 271 0,6-1 0,-28-193 0,44 167 0,6-1 0,8 0 0,14-167 0,1 221 0,3 0 0,6 2 0,3 0 0,5 1 0,69-164 0,-68 202 0,3 2 0,3 1 0,2 1 0,2 2 0,2 2 0,3 2 0,89-79 0,-105 105 0,2 0 0,1 2 0,0 1 0,2 2 0,0 1 0,1 1 0,0 2 0,1 1 0,0 2 0,1 1 0,0 2 0,1 1 0,-1 2 0,1 1 0,0 2 0,0 2 0,67 9 0,-67-5 0,1 2 0,-1 1 0,-1 1 0,60 26 0,-85-29-76,0 1 1,0 0-1,0 0 0,-1 1 0,-1 1 0,1 0 0,-1 0 0,0 0 1,-1 1-1,-1 0 0,1 0 0,-1 1 0,-1 0 0,0 0 1,-1 0-1,0 1 0,3 12 0,-5-14-6750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23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24575,'2'0'0,"0"-1"0,1 1 0,-1-1 0,0 0 0,1 0 0,-1 0 0,0 0 0,0 0 0,3-2 0,-3 2 0,1-1 0,0 0 0,0 1 0,-1 0 0,1 0 0,0 0 0,6-1 0,4 1 0,1 1 0,0 1 0,-1 0 0,1 1 0,12 4 0,70 21 0,-74-20 0,36 12 0,-1 3 0,-1 2 0,89 53 0,-170-63 0,-118 37 0,44-17 0,-89 34 0,183-66-124,1 0 0,-1 1 0,1-1 0,0 1 0,0-1 0,0 1-1,1 0 1,-1 1 0,1-1 0,-6 8 0,3-2-6702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32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3417 558 24575,'0'0'0,"0"0"0,0 0 0,0 0 0,0 0 0,0 0 0,0 0 0,0 0 0,-6-18 0,4 13 0,0 0 0,0 1 0,-1 0 0,0-1 0,0 1 0,0 0 0,0 0 0,-1 1 0,1-1 0,-1 1 0,-6-5 0,-8-4 0,-26-14 0,29 18 0,-50-29 0,-179-98 0,-14 22 0,156 79 0,-111-20 0,-110-5 0,286 55 0,-1 1 0,1 2 0,0 1 0,0 2 0,0 1 0,-67 16 0,37-2 0,1 4 0,-110 49 0,68-18 0,-183 120 0,212-115 0,2 3 0,4 4 0,2 3 0,-77 94 0,92-89 0,2 2 0,-83 155 0,79-110 0,-59 174 0,73-153 0,6 2 0,7 1 0,-20 211 0,34 418-649,28-520 649,71 395 0,-24-362 0,105 304 0,-88-377-160,8-2 1,10-5 0,8-4 0,129 190-1,43-10 106,20-15-60,-183-231 72,-48-60 399,3-3 1,3-4-1,106 83 1,109 53-112,-220-165-253,2-3 1,116 48-1,-121-61 7,1-3 0,1-2 0,0-3 0,2-3 0,-1-2 0,104 1 0,-92-13 0,0-4 0,86-18 0,139-53 0,-295 76 7,1-1 0,0-1-1,-1 1 1,0-1 0,1 0-1,-1 0 1,0-1-1,-1 1 1,1-1 0,-1 0-1,1 0 1,-1-1 0,0 1-1,-1-1 1,1 0 0,-1 0-1,4-9 1,-2 4-172,-2-1 0,1 0 0,-1 0 0,-1 0 0,0 0 0,0 0 0,-1-1 0,-1-11 0,-1-14-6661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32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24575,'-7'5'0,"-4"3"0,11-8 0,-1 0 0,1 1 0,0-1 0,0 0 0,0 0 0,0 1 0,0-1 0,0 0 0,0 1 0,0-1 0,0 0 0,0 0 0,0 1 0,0-1 0,0 0 0,0 1 0,0-1 0,0 0 0,1 0 0,-1 1 0,0-1 0,0 0 0,0 0 0,0 0 0,0 1 0,1-1 0,-1 0 0,0 0 0,0 0 0,0 1 0,1-1 0,-1 0 0,0 0 0,0 0 0,1 0 0,-1 1 0,0-1 0,0 0 0,1 0 0,-1 0 0,1 0 0,24 13 0,1-2 0,1 0 0,48 11 0,9 4 0,151 71 0,-190-77 0,-42-19 0,15 6 0,-1 1 0,-1 1 0,1 0 0,25 19 0,-39-25 0,0-1 0,0 1 0,0 0 0,0 0 0,-1 0 0,1 0 0,-1 0 0,0 1 0,0-1 0,0 1 0,0-1 0,-1 1 0,0 0 0,1-1 0,-1 1 0,0 0 0,-1 0 0,1 0 0,-1 0 0,0 0 0,0 0 0,0 0 0,0 0 0,-1 0 0,1 0 0,-1 0 0,0-1 0,-2 7 0,-4 4 0,1 0 0,-2-1 0,0 0 0,0 0 0,-1-1 0,-19 20 0,-73 61 0,71-66 0,-14 12-106,-8 8-523,-70 49-1,109-88-6196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39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24575,'-5'4'0,"-1"-1"0,1 0 0,-1 0 0,0 0 0,-10 2 0,14-4 0,1 0 0,-1 0 0,0 0 0,1 0 0,-1 0 0,1 0 0,-1 1 0,1-1 0,0 0 0,-1 1 0,1-1 0,0 1 0,0-1 0,-1 3 0,-14 27 0,13-24 0,2-4 0,1-1 0,-1 1 0,1 0 0,0-1 0,0 1 0,0 0 0,0-1 0,0 1 0,1 0 0,-1-1 0,1 1 0,-1 0 0,2 3 0,14 32 0,-16-38 0,5 12 0,1 0 0,0-1 0,0 0 0,1 0 0,1-1 0,12 14 0,-17-21 0,-1 0 0,1-1 0,0 0 0,1 0 0,-1 1 0,0-2 0,1 1 0,-1 0 0,1-1 0,-1 1 0,1-1 0,0 0 0,-1-1 0,1 1 0,0 0 0,0-1 0,0 0 0,-1 0 0,1 0 0,0-1 0,0 1 0,0-1 0,-1 0 0,1 0 0,5-2 0,-2 0 0,-1 0 0,0-1 0,0 0 0,0 0 0,0 0 0,-1-1 0,1 1 0,-1-2 0,0 1 0,-1 0 0,1-1 0,-1 0 0,0 0 0,-1 0 0,5-9 0,-6 7 0,0-1 0,0 1 0,-1-1 0,0 0 0,0 1 0,-1-1 0,0 0 0,-1 0 0,0 1 0,0-1 0,-5-15 0,6 23 0,-1-1 0,1 1 0,-1 0 0,0-1 0,1 1 0,-1 0 0,0-1 0,0 1 0,0 0 0,0 0 0,0 0 0,0 0 0,0 0 0,0 0 0,0 0 0,-1 0 0,1 0 0,0 0 0,-1 1 0,1-1 0,0 1 0,-1-1 0,1 1 0,-1-1 0,1 1 0,-1 0 0,1-1 0,-1 1 0,1 0 0,-1 0 0,1 0 0,-1 1 0,-2-1 0,1 1 0,0 0 0,0 0 0,0 0 0,0 0 0,1 1 0,-1-1 0,0 1 0,1 0 0,-1-1 0,1 1 0,-1 0 0,1 1 0,0-1 0,0 0 0,-3 4 0,-15 27 0,40-15 0,-19-17 0,-1-1 0,1 1 0,0 0 0,0-1 0,0 1 0,0 0 0,-1-1 0,1 1 0,0-1 0,0 1 0,0-1 0,0 0 0,0 0 0,0 1 0,0-1 0,0 0 0,1 0 0,-1 0 0,0 0 0,0 0 0,0 0 0,0 0 0,0 0 0,0 0 0,0-1 0,0 1 0,0 0 0,0-1 0,0 1 0,0-1 0,0 1 0,0-1 0,-1 1 0,1-1 0,0 0 0,0 1 0,0-1 0,0-1 0,3-2 0,-1 0 0,0 0 0,0 0 0,-1 0 0,1-1 0,3-9 0,-6 12 0,0 0 0,0-1 0,0 1 0,0-1 0,-1 1 0,1 0 0,-1-1 0,1 1 0,-1 0 0,0 0 0,0 0 0,0-1 0,-1-1 0,-1 4 0,1-1 0,-1 1 0,0 1 0,1-1 0,-1 0 0,1 1 0,-1-1 0,-3 2 0,4-1 0,0-1 0,0 0 0,1 1 0,-1-1 0,1 1 0,-1-1 0,0 1 0,1 0 0,0 0 0,-1 0 0,1 0 0,-1 0 0,1 0 0,0 0 0,0 0 0,-1 0 0,1 0 0,0 1 0,0-1 0,0 1 0,1-1 0,-1 1 0,0-1 0,0 1 0,0 2 0,0 2 0,0 1 0,0-1 0,0 1 0,1-1 0,1 8 0,-1-4 0,0-10 0,0 0 0,0 1 0,0-1 0,1 0 0,-1 0 0,0 0 0,0 0 0,0 0 0,0 0 0,0 0 0,0 1 0,0-1 0,0 0 0,0 0 0,0 0 0,0 0 0,0 0 0,0 0 0,0 0 0,0 1 0,0-1 0,0 0 0,-1 0 0,1 0 0,0 0 0,0 0 0,0 0 0,0 0 0,0 0 0,0 1 0,0-1 0,0 0 0,0 0 0,0 0 0,0 0 0,0 0 0,-1 0 0,1 0 0,0 0 0,0 0 0,0 0 0,0 0 0,0 0 0,0 0 0,0 0 0,-1 0 0,1 0 0,0 0 0,0 0 0,0 0 0,0 0 0,0 0 0,0 0 0,0 0 0,-1 0 0,1 0 0,0 0 0,0 0 0,-8-7 0,-5-16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4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21 24575,'0'0'0,"0"0"0,0 0 0,0 0 0,0 0 0,-12 13 0,2-4 0,6-1 0,0 0 0,1 0 0,0 0 0,0 0 0,1 0 0,0 1 0,0-1 0,1 1 0,0 13 0,1-21 0,0-1 0,0 1 0,0-1 0,0 1 0,0-1 0,0 1 0,0-1 0,0 0 0,1 1 0,-1-1 0,0 1 0,0-1 0,0 1 0,1-1 0,-1 0 0,0 1 0,1-1 0,-1 0 0,0 1 0,1-1 0,-1 0 0,0 1 0,1-1 0,-1 0 0,1 0 0,-1 1 0,0-1 0,1 0 0,-1 0 0,1 0 0,-1 0 0,1 0 0,-1 1 0,1-1 0,-1 0 0,0 0 0,1 0 0,0 0 0,17-4 0,-15 1 0,0 0 0,0 0 0,0-1 0,0 1 0,-1-1 0,1 1 0,-1-1 0,0 0 0,0 0 0,0 0 0,-1 0 0,1 0 0,-1 0 0,0-1 0,0-5 0,0 4 0,0 0 0,0-1 0,-1 1 0,1 0 0,-2-1 0,1 1 0,-1 0 0,0 0 0,-3-13 0,4 19 0,0 0 0,0-1 0,-1 1 0,1 0 0,0 0 0,0-1 0,0 1 0,0 0 0,-1 0 0,1-1 0,0 1 0,0 0 0,0 0 0,-1-1 0,1 1 0,0 0 0,-1 0 0,1 0 0,0 0 0,0-1 0,-1 1 0,1 0 0,0 0 0,-1 0 0,1 0 0,0 0 0,-1 0 0,1 0 0,0 0 0,0 0 0,-1 0 0,1 0 0,0 0 0,-1 0 0,1 0 0,0 0 0,-1 0 0,1 0 0,0 0 0,-1 1 0,1-1 0,0 0 0,0 0 0,-1 0 0,1 0 0,0 1 0,0-1 0,-1 0 0,1 0 0,0 1 0,0-1 0,0 0 0,-1 0 0,1 1 0,0-1 0,0 0 0,0 1 0,0-1 0,-17 26 0,9-12 0,27 4 0,-18-17 0,0 0 0,1 0 0,-1 0 0,0 0 0,1 0 0,-1 0 0,1-1 0,-1 1 0,1-1 0,-1 1 0,1-1 0,-1 1 0,1-1 0,-1 0 0,1 0 0,0 0 0,-1 0 0,1 0 0,-1 0 0,1 0 0,0 0 0,-1-1 0,1 1 0,-1 0 0,1-1 0,-1 0 0,1 1 0,-1-1 0,3-1 0,-5 2-1365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19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8507 133 24575,'-13'-19'0,"5"10"0,-1 0 0,0 1 0,0 0 0,-1 1 0,0 0 0,-1 0 0,1 1 0,-1 1 0,0-1 0,-1 2 0,1 0 0,-16-4 0,-7 0 0,-1 2 0,-1 1 0,-35-1 0,-522 6 0,197 5 0,-1096 44-1593,-1289 68 1398,1482-131 195,707-2-328,177 8 132,285 2 1352,-249-43 0,365 45-1429,0-1 0,0 0 0,0-1 0,-22-13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2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 1 24575,'-3'1'0,"0"0"0,-1 0 0,1 1 0,0 0 0,0-1 0,0 1 0,0 1 0,0-1 0,-4 5 0,1-2 0,-100 86 0,-27 19 0,81-75 0,-57 31 0,82-52 0,-1-2 0,-1 0 0,0-2 0,-36 8 0,52-15 0,1 0 0,-17 7 0,26-9 0,0 0 0,0 1 0,1-1 0,-1 1 0,0-1 0,1 1 0,-1 0 0,1 0 0,0 0 0,0 0 0,0 0 0,0 1 0,0-1 0,0 1 0,0-1 0,-1 4 0,3-4 0,-1 0 0,1-1 0,0 1 0,0 0 0,0-1 0,0 1 0,0-1 0,1 1 0,-1 0 0,0-1 0,1 1 0,-1-1 0,1 1 0,0-1 0,-1 1 0,1-1 0,0 1 0,0-1 0,0 0 0,0 1 0,0-1 0,0 0 0,2 2 0,33 27 0,-28-24 0,246 159 0,-46-33 0,-192-121 0,0-1 0,1 0 0,28 10 0,-47-22-1365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39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24575,'0'20'0,"0"112"0,5 439 0,42-4 0,-41-522-273,3 0 0,2 0 0,1-2 0,21 50 0,-30-88-6553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0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24575,'0'-23'0,"0"19"0,1 0 0,0 0 0,0 0 0,0 1 0,0-1 0,0 0 0,1 1 0,-1-1 0,1 1 0,0-1 0,0 1 0,0 0 0,1 0 0,-1 0 0,1 0 0,0 0 0,0 0 0,0 1 0,0 0 0,0-1 0,0 1 0,7-3 0,2-1 0,1 0 0,0 1 0,0 1 0,0 0 0,18-3 0,-6 3 0,1 1 0,0 2 0,0 1 0,0 0 0,0 2 0,0 1 0,0 1 0,49 15 0,-34-5 0,-1 2 0,-1 1 0,0 3 0,59 38 0,-92-54 0,1 1 0,-1-1 0,0 1 0,-1 1 0,1-1 0,-1 1 0,0 0 0,-1 0 0,1 0 0,-1 1 0,0 0 0,-1 0 0,1 0 0,3 13 0,-5-12 0,-1 1 0,0-1 0,0 1 0,-1 0 0,0-1 0,0 1 0,-1 0 0,0 0 0,0-1 0,-1 1 0,0-1 0,-7 15 0,0-4 10,0-1 0,-1-1 0,-2 0 0,1 0 0,-2-1 0,0 0 0,-1-1 0,-1-1 0,0-1 0,0 0 0,-24 15 0,-7 1-505,-2-1 0,-100 42 0,138-66-6331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0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41 24575,'0'0'0,"0"0"0,-3 14 0,1 21 0,1 0 0,2 0 0,9 63 0,-2-31 0,-6-45 0,1 19 0,18 80 0,-20-119 0,-1 0 0,1-1 0,0 1 0,-1 0 0,1-1 0,0 1 0,0-1 0,0 1 0,0-1 0,1 0 0,-1 1 0,0-1 0,1 0 0,-1 0 0,0 0 0,1 0 0,0 0 0,-1 0 0,1 0 0,-1 0 0,1-1 0,0 1 0,0-1 0,-1 1 0,1-1 0,0 0 0,3 1 0,-2-1 0,1 0 0,0 0 0,0-1 0,0 1 0,-1-1 0,1 0 0,0 0 0,-1 0 0,1 0 0,-1 0 0,1-1 0,3-2 0,2-3 0,0 0 0,-1-1 0,0 0 0,0 0 0,-1-1 0,0 0 0,0 0 0,-1-1 0,-1 0 0,1 0 0,-2 0 0,8-21 0,0-12 0,15-80 0,-27 120 0,9-54 0,-3 18 0,17-65 0,-16 85 0,-7 19 0,0 0 0,0 0 0,0 0 0,0 0 0,0 0 0,0 0 0,0-1 0,0 1 0,0 0 0,0 0 0,0 0 0,0 0 0,0 0 0,0 0 0,0 0 0,0 0 0,0 0 0,1-1 0,-1 1 0,0 0 0,0 0 0,0 0 0,0 0 0,0 0 0,0 0 0,0 0 0,0 0 0,0 0 0,0 0 0,0 0 0,0 0 0,0 0 0,0 0 0,0-1 0,1 1 0,-1 0 0,0 0 0,0 0 0,0 0 0,0 0 0,0 0 0,0 0 0,0 0 0,0 0 0,0 0 0,1 0 0,-1 0 0,0 0 0,0 0 0,0 0 0,0 0 0,0 0 0,0 0 0,0 0 0,0 0 0,0 1 0,0-1 0,1 0 0,-1 0 0,0 0 0,0 0 0,0 0 0,0 0 0,0 0 0,1 27 0,-1-10 0,0 30 0,-9 417 0,1-345 0,-43 220 0,45-314 0,-1-1 0,-1 0 0,-1-1 0,-2 0 0,0 0 0,-1-1 0,-27 37 0,28-45 0,0-1 0,-1 0 0,0-1 0,-1 0 0,-1-1 0,0 0 0,0-1 0,-1-1 0,0 0 0,-1-1 0,0-1 0,-18 6 0,26-10 0,1-1 0,-1-1 0,0 1 0,0-1 0,0 0 0,0-1 0,0 0 0,0 0 0,0-1 0,0 0 0,0-1 0,0 1 0,-13-6 0,16 5 0,-1-1 0,1 0 0,0 0 0,0 0 0,0-1 0,0 1 0,1-1 0,-1 0 0,1-1 0,0 1 0,0-1 0,1 0 0,-1 0 0,1 0 0,0 0 0,0-1 0,1 1 0,-4-10 0,-4-27-1365,5 6-5461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24575,'29'4'0,"-26"-3"0,0 0 0,0 0 0,0 0 0,0 1 0,0-1 0,0 1 0,0 0 0,0 0 0,0 0 0,-1 0 0,1 0 0,-1 1 0,0-1 0,4 6 0,-2-2 0,-1-1 0,0 2 0,0-1 0,0 0 0,-1 0 0,3 14 0,-1-1 0,-2 0 0,0 0 0,-2 1 0,-1 21 0,-6 24 0,-27 110 0,20-118 0,3 0 0,-7 95 0,18-150-12,1 119 146,0-105-382,1 1 0,1-1 0,0 0 0,1 0 1,7 19-1,-7-25-6578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1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24575,'0'0'0,"0"0"0,0 0 0,0 0 0,11 0 0,326-18 0,-239 7-682,146 0-1,-238 12-6143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2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0 24575,'0'0'0,"0"0"0,-13 21 0,3 2 0,1 0 0,1 0 0,-6 25 0,-12 79 0,13-57 0,-56 238 0,-44 235 0,100-442 0,17-130 0,41-242 0,-34 219 0,3 0 0,2 2 0,26-58 0,-40 102 0,1 1 0,0 0 0,0 0 0,0 0 0,1 0 0,-1 0 0,1 0 0,0 1 0,1 0 0,6-6 0,-8 8 0,0 1 0,1-1 0,-1 1 0,0 0 0,0-1 0,1 1 0,-1 1 0,1-1 0,-1 0 0,1 1 0,-1 0 0,1 0 0,-1 0 0,1 0 0,-1 0 0,1 1 0,-1 0 0,6 1 0,0 1 0,0 1 0,0 0 0,-1 0 0,0 1 0,1 0 0,-2 1 0,1-1 0,-1 2 0,0-1 0,0 1 0,0 0 0,-1 0 0,0 1 0,-1-1 0,0 2 0,0-1 0,7 17 0,-3-2 0,0 1 0,-1 0 0,-2 0 0,0 0 0,3 45 0,-7-23 0,-2 0 0,-9 60 0,0 56 0,26-189 0,71-207 0,-27 62 0,-60 168 0,9-16 0,-6 22 0,-2 14 0,13 137 0,-10-125 0,1 0 0,2 0 0,15 38 0,-21-61 0,1 0 0,-1 0 0,1 0 0,0-1 0,0 1 0,0-1 0,1 0 0,0 0 0,-1 0 0,2 0 0,-1 0 0,0-1 0,1 0 0,-1 0 0,1 0 0,0-1 0,0 1 0,0-1 0,0 0 0,0-1 0,1 1 0,-1-1 0,1 0 0,-1 0 0,1-1 0,-1 0 0,1 0 0,-1 0 0,1 0 0,-1-1 0,0 0 0,1 0 0,-1-1 0,0 1 0,1-1 0,-1 0 0,0-1 0,-1 1 0,1-1 0,0 0 0,-1 0 0,7-6 0,1-2 0,-1 0 0,0-1 0,-1 0 0,0-1 0,-1 0 0,0-1 0,-1 0 0,0 0 0,-2-1 0,7-17 0,-7 12 0,0 0 0,-1 0 0,-1-1 0,-1 0 0,-1 0 0,-1 0 0,-2-27 0,1 41 0,-1 0 0,0 1 0,0-1 0,-1 1 0,1 0 0,-2-1 0,1 1 0,-1 0 0,0 0 0,0 0 0,-6-8 0,6 10 0,0 1 0,0 0 0,0 0 0,0 1 0,0-1 0,-1 1 0,1-1 0,-1 1 0,0 0 0,1 1 0,-1-1 0,0 0 0,0 1 0,0 0 0,0 0 0,0 0 0,-1 1 0,1-1 0,-6 1 0,-3 1 0,0 1 0,0 0 0,0 1 0,0 0 0,0 1 0,1 1 0,-1 0 0,1 0 0,1 1 0,-1 1 0,1 0 0,0 1 0,0 0 0,-12 12 0,10-4-1365,1 0-5461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42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24575,'0'0'0,"10"10"0,2 4 0,-1 1 0,0 0 0,-1 0 0,0 1 0,-2 1 0,0-1 0,0 1 0,-2 1 0,9 34 0,-11-28 0,0 0 0,-2 1 0,-1 0 0,0-1 0,-2 1 0,-8 47 0,0 13 0,16-130 0,2-1 0,3 1 0,32-84 0,-33 104 0,1 0 0,1 1 0,1 1 0,2 1 0,0 0 0,1 1 0,1 0 0,25-22 0,-38 39 0,0 0 0,0 1 0,0-1 0,1 1 0,-1 0 0,1 0 0,0 0 0,0 1 0,0 0 0,0 0 0,0 1 0,8-2 0,-10 3 0,-1 0 0,1 0 0,0 0 0,0 0 0,0 1 0,0 0 0,0-1 0,0 2 0,0-1 0,-1 0 0,1 1 0,0-1 0,-1 1 0,1 0 0,-1 0 0,0 1 0,0-1 0,0 1 0,0-1 0,3 5 0,4 5 0,-1 1 0,-1 0 0,0 0 0,0 1 0,-2-1 0,0 2 0,0-1 0,-1 1 0,-1 0 0,3 20 0,1 20 0,1 85 0,-7-90 0,2 25-1365,-3-51-5461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5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24575,'0'0'0,"0"0"0,0 0 0,-25 17 0,15-8 0,7-7 0,0 0 0,0 1 0,0-1 0,0 1 0,1 0 0,-4 4 0,5-5 0,0-1 0,1 1 0,-1-1 0,1 1 0,-1-1 0,1 1 0,0-1 0,0 1 0,-1-1 0,1 1 0,0-1 0,0 1 0,1 0 0,-1-1 0,0 1 0,0-1 0,1 1 0,-1-1 0,1 1 0,0 1 0,27 61 0,-14-35 0,-1 2 0,-2 0 0,15 61 0,-18-63 0,-6-25 0,-1 1 0,0-1 0,0 1 0,0-1 0,0 1 0,0 6 0,-1 16-1365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1:59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0,8 4 0,2 1 0,-1 1 0,1 1 0,-2 0 0,1 0 0,-1 0 0,0 1 0,-1 0 0,1 1 0,-2-1 0,1 1 0,8 17 0,-2-5-1365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00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72 24575,'0'0'0,"0"0"0,0 0 0,0 0 0,-4 15 0,1-1 0,1 1 0,1-1 0,0 1 0,1-1 0,0 1 0,2 0 0,3 20 0,4 6 0,19 50 0,-24-79 0,2 1 0,-1-1 0,2-1 0,0 1 0,0-1 0,1 0 0,0-1 0,1 0 0,0 0 0,0 0 0,1-2 0,0 1 0,1-1 0,17 10 0,-23-16 0,0 0 0,1-1 0,-1 1 0,0-1 0,0 0 0,1-1 0,-1 1 0,0-1 0,1 0 0,-1-1 0,0 1 0,1-1 0,-1 0 0,0 0 0,0-1 0,1 1 0,-1-1 0,7-4 0,6-3 0,0-2 0,-1 0 0,23-19 0,-32 25 0,-1-1 0,0 0 0,-1 0 0,0-1 0,0 0 0,0 0 0,-1 0 0,0-1 0,0 1 0,-1-1 0,0-1 0,0 1 0,-1 0 0,0-1 0,0 0 0,-1 1 0,0-1 0,-1 0 0,0 0 0,0-12 0,-1 6 0,0 1 0,-2-1 0,1 1 0,-2 0 0,1 0 0,-2 0 0,0 0 0,-1 1 0,0-1 0,-1 1 0,0 1 0,-2-1 0,1 1 0,-1 0 0,-1 0 0,0 1 0,-15-14 0,20 22 0,0 0 0,0 0 0,0 0 0,-1 0 0,0 1 0,1-1 0,-1 1 0,0 0 0,0 1 0,0-1 0,-1 1 0,1 0 0,0 1 0,0-1 0,0 1 0,-1 0 0,1 0 0,0 0 0,0 1 0,-1 0 0,1 0 0,0 0 0,0 1 0,0 0 0,0 0 0,0 0 0,1 0 0,-1 1 0,1 0 0,-8 5 0,0 2-1365,3-1-5461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47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22:50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 24575,'-16'23'0,"12"-24"0,0 0 0,0 0 0,0 0 0,0 1 0,0-1 0,0 1 0,0 0 0,0 0 0,0 1 0,0-1 0,0 1 0,-6 1 0,3-1 0,0-1 0,0-1 0,0 1 0,0-1 0,0 0 0,-10-4 0,17 5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7:39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24575,'-7'-1'0,"-20"3"0,27-2 0,0 0 0,0 0 0,0 0 0,0 0 0,0 0 0,0 0 0,0 0 0,0 0 0,-1 1 0,1-1 0,0 0 0,0 0 0,0 0 0,0 0 0,0 0 0,0 0 0,0 0 0,0 0 0,0 0 0,0 0 0,0 0 0,0 1 0,0-1 0,0 0 0,0 0 0,0 0 0,0 0 0,0 0 0,0 0 0,0 0 0,0 0 0,0 0 0,0 1 0,0-1 0,0 0 0,0 0 0,0 0 0,1 0 0,-1 0 0,0 0 0,0 0 0,0 0 0,0 0 0,0 0 0,0 0 0,0 0 0,0 0 0,0 0 0,0 1 0,0-1 0,0 0 0,1 0 0,-1 0 0,0 0 0,0 0 0,0 0 0,0 0 0,0 0 0,0 0 0,0 0 0,0 0 0,0 0 0,1 0 0,17 7 0,105 26 0,-92-22 0,0-1 0,0-1 0,1-2 0,0-1 0,0-2 0,1-1 0,33-2 0,100-2 0,-139 4 0,0 0 0,0 2 0,-1 0 0,31 12 0,-38-10 0,-4-1 0,1-1 0,-1-1 0,25 4 0,-34-7 0,0-1 0,-1 0 0,1 0 0,0 0 0,-1-1 0,1 0 0,0 0 0,-1-1 0,1 1 0,-1-1 0,0 0 0,1-1 0,-1 1 0,5-4 0,35-24-1365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7:43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893 1216 24575,'0'0'0,"0"0"0,0 0 0,0 0 0,0 0 0,-12-15 0,6 8 0,0 0 0,0 0 0,0 1 0,-9-7 0,23 11 0,17 2 0,6-1 0,23-9 0,0-3 0,-1-1 0,76-33 0,-120 44 0,1 0 0,-1 1 0,1 1 0,-1-1 0,1 1 0,0 1 0,-1 0 0,1 1 0,-1-1 0,1 2 0,-1-1 0,1 2 0,9 2 0,-7 1 0,-1 0 0,0 1 0,0 0 0,-1 0 0,1 1 0,14 16 0,-17-16 0,0 0 0,0-1 0,1 0 0,0-1 0,0 1 0,0-2 0,1 1 0,0-1 0,0-1 0,16 6 0,2-6 0,0-1 0,0-2 0,29-1 0,52 3 0,200 14 0,-93-9 0,-122-2 0,40-9 0,-35-1 0,401 39 0,-445-30 0,0-3 0,64-5 0,-95 0 0,1-1 0,0-1 0,33-11 0,-10 1 0,-36 13 0,-1-1 0,0 0 0,0-1 0,-1-1 0,1 1 0,-1-2 0,0 1 0,17-14 0,-25 18 0,1 1 0,-1-1 0,0 1 0,0 0 0,1 0 0,-1 0 0,0 0 0,0 0 0,1 0 0,2 2 0,8-1 0,-12-1 0,1 1 0,0 0 0,0 0 0,-1 0 0,1 1 0,-1-1 0,1 0 0,-1 0 0,3 3 0,8 7 0,-6-8 0,-1-1 0,1 1 0,-1-1 0,1 0 0,0-1 0,0 0 0,0 0 0,0 0 0,10 0 0,7-1 0,29-5 0,6-1 0,-6 3 0,0-3 0,-1-1 0,81-24 0,-35 7 0,-62 18 0,0 1 0,0 2 0,1 1 0,-1 2 0,39 5 0,177 34 0,-172-24 0,-49-11 0,1-1 0,-1-1 0,1-2 0,36-4 0,122-25 0,-114 15 0,81-4 0,-93 17 0,-1 3 0,0 3 0,107 22 0,171 21 0,-250-37 0,292 12 0,-302-21 0,-1-4 0,0-3 0,0-4 0,-1-4 0,109-30 0,-137 28 0,-1-3 0,59-29 0,-85 35 0,0-1 0,-2-1 0,1-1 0,-2-1 0,0-1 0,27-30 0,-39 37 0,72-85 0,-71 82 0,-1-1 0,1 0 0,-2 0 0,0 0 0,9-28 0,-11 20 0,-1-1 0,-1 0 0,0 1 0,-2-1 0,-1 0 0,-1 0 0,0 0 0,-2 0 0,-1 1 0,-1-1 0,0 1 0,-2 0 0,-1 1 0,-12-26 0,16 38 0,-1 1 0,1 0 0,-1 1 0,-1-1 0,0 1 0,0 0 0,0 0 0,-1 1 0,0 0 0,-8-6 0,2 4 0,0 0 0,0 1 0,-1 0 0,0 1 0,-22-6 0,-8 2 0,0 1 0,-1 3 0,-46-2 0,-440 10 0,284 5 0,-31 1 0,-148 0 0,5 0 0,323-5 0,-352-7 0,-139 7 0,219 12 0,-20 1 0,85 3 0,-465-32 0,297-56 0,377 52 0,-224-45 0,-71-13 0,304 61 0,-193-28 0,-2 23 0,242 20 0,-1 1 0,-79 14 0,95-10 0,1 1 0,0 1 0,1 1 0,0 1 0,-43 25 0,53-27 0,0 1 0,1 0 0,0 1 0,1 0 0,0 1 0,-12 15 0,16-17 0,1 0 0,1 0 0,0 1 0,0 0 0,0 0 0,2 0 0,-1 0 0,1 1 0,-2 15 0,-5 36 0,2 0 0,4 1 0,4 104 0,7-57 0,16 137 0,-22-242 8,0 0 0,1-1 0,-1 1 0,1 0 0,0-1 0,0 0 0,1 1 0,-1-1 0,1 0 0,0 0 0,0 0 0,1-1 0,-1 1 0,5 3 0,-2-2-157,0-1 1,0 0-1,0-1 1,0 1-1,0-1 1,1 0-1,0-1 1,-1 0-1,9 2 1,-6-2-6678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7:45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1 489 24575,'0'0'0,"0"0"0,0 0 0,0 0 0,0 0 0,1 0 0,644 57 0,-520-53 0,247-23 0,107-26 0,226-29 0,-422 43 0,113-20 0,-117-7-213,203-36-266,28 6 889,-115 19-128,-352 66-282,-36 3 0,0 0 0,-1 0 0,1-1 0,0 0 0,0 0 0,-1-1 0,11-4 0,-9 3-1365,-1 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8:0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39 24575,'0'0'0,"0"0"0,0 0 0,0 0 0,0 0 0,0 0 0,0 0 0,0 0 0,0 0 0,0 0 0,0 0 0,0 0 0,0 0 0,0 0 0,-15 25 0,16-22 0,0-1 0,1 1 0,-1-1 0,1 0 0,0 0 0,-1 0 0,1 0 0,0 0 0,0 0 0,0 0 0,1 0 0,-1-1 0,4 3 0,-1-3 0,-1 1 0,1-1 0,-1 0 0,1 0 0,0 0 0,-1-1 0,8 0 0,66-4 0,-54 2 0,0 0 0,40 4 0,-51 0 0,0 0 0,1 0 0,-1 2 0,-1-1 0,1 2 0,0 0 0,-1 0 0,0 1 0,-1 1 0,1 0 0,-1 0 0,0 1 0,11 11 0,-4-2 0,-4-4 0,0 0 0,22 14 0,-30-23 0,0-1 0,0 0 0,0 0 0,0 0 0,1-1 0,-1 0 0,0 0 0,1-1 0,0 0 0,10 1 0,-2-3 0,1 0 0,-1 0 0,0-2 0,0 0 0,0-1 0,19-7 0,19-5 0,-46 14 0,0 0 0,0 1 0,0 0 0,0 0 0,0 1 0,1-1 0,-1 2 0,0-1 0,0 1 0,0 0 0,0 0 0,0 1 0,0 0 0,0 0 0,0 1 0,-1 0 0,1 0 0,-1 1 0,0-1 0,0 1 0,10 8 0,-10-6 0,1 0 0,1-1 0,-1 0 0,1 0 0,-1-1 0,1 0 0,1 0 0,-1-1 0,0 0 0,1 0 0,0-1 0,11 2 0,-5-4 0,0 0 0,0-1 0,0 0 0,-1-1 0,1-1 0,0 0 0,24-9 0,0-5 0,50-28 0,18-8 0,-94 48 0,1 1 0,0 0 0,0 0 0,0 2 0,27-2 0,73 5 0,-79 1 0,0-1 0,38-5 0,-28-4 0,-1-2 0,58-22 0,-15 5 0,-71 22 0,1 1 0,0 0 0,30-1 0,-37 5 0,0 0 0,0 1 0,0 1 0,0-1 0,0 1 0,0 1 0,16 6 0,12 7 0,0-2 0,79 17 0,-100-28 0,1-1 0,-1-1 0,1 0 0,-1-2 0,1 0 0,-1 0 0,1-2 0,-1 0 0,27-9 0,40-25 0,-64 27 0,1 0 0,0 2 0,40-11 0,-54 18 0,1 0 0,0 1 0,-1 0 0,1 0 0,-1 1 0,1 0 0,-1 0 0,0 0 0,1 1 0,9 4 0,9 5 0,36 21 0,-23-11 0,-31-17 0,1 0 0,0-1 0,-1 0 0,1 0 0,0-1 0,1 0 0,-1 0 0,0-1 0,0-1 0,11 1 0,-4-3 0,0 0 0,-1-2 0,1 1 0,-1-2 0,18-7 0,0 0 0,69-24 0,-90 32 0,-1 2 0,1 0 0,0 0 0,0 1 0,0 0 0,22 2 0,-27 1 0,0 0 0,0 0 0,0 1 0,0 0 0,0 0 0,-1 0 0,1 1 0,-1 0 0,0 0 0,0 1 0,7 7 0,-8-7 0,0-1 0,0 0 0,0 0 0,1 0 0,-1 0 0,1-1 0,0 0 0,0 0 0,0 0 0,1-1 0,-1 0 0,0 0 0,13 1 0,3-4 0,0-1 0,1 0 0,-2-2 0,1-1 0,25-8 0,-44 12 0,0 0 0,0 0 0,0 1 0,0-1 0,0 1 0,0 0 0,0 0 0,0 0 0,0 1 0,0-1 0,0 1 0,0-1 0,0 1 0,-1 0 0,1 0 0,0 1 0,4 1 0,1 3 0,-1 0 0,1 0 0,-2 0 0,10 10 0,21 19 0,-34-33 0,0 0 0,0 0 0,0 0 0,0 0 0,0-1 0,1 1 0,-1-1 0,1 0 0,-1 0 0,1 0 0,5 0 0,8-2 0,0 0 0,-1-1 0,0-1 0,1 0 0,-1-1 0,18-8 0,-15 6 0,0 0 0,0 1 0,0 1 0,32-2 0,116 12 0,-11 0 0,-126-6 0,0-2 0,0-2 0,36-7 0,33-19 0,-57 16 0,50-9 0,-78 20 0,0 1 0,0 1 0,0 1 0,0 0 0,0 0 0,0 1 0,26 6 0,-9 3 0,0 1 0,0 2 0,38 22 0,34 15 0,-91-46 0,-1-1 0,1 0 0,-1-1 0,1-1 0,0 0 0,0 0 0,0-1 0,0 0 0,0-1 0,-1-1 0,1 0 0,19-6 0,13-5 0,78-37 0,-119 48 0,51-23 0,-12 5 0,74-26 0,-106 44 0,0 0 0,0 0 0,0 1 0,0 0 0,0 0 0,0 2 0,19 1 0,-2 3 0,40 14 0,15 2 0,-62-18 0,1-1 0,-1 0 0,0-2 0,1-1 0,-1 0 0,34-7 0,120-40 0,-44 10 0,-109 33 0,-1 1 0,1 1 0,-1 1 0,1 0 0,0 2 0,0 0 0,0 1 0,-1 1 0,1 1 0,-1 1 0,1 1 0,-1 1 0,0 1 0,22 11 0,1 4 0,-12-5 0,55 21 0,-74-34 0,0 0 0,1-1 0,-1-1 0,0 0 0,1-1 0,-1 0 0,1-1 0,17-1 0,-13-1 0,-1 1 0,0 1 0,1 1 0,-1 0 0,23 5 0,-18-2-1365,-14-2-5461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8:15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0 0,0 0 0,0 0 0,19 18 0,-13-14 0,-1 0 0,1-1 0,0 0 0,0 0 0,0-1 0,0 1 0,10 1 0,6 3 0,344 108 0,-306-102 0,114 11 0,-81-14 0,267 16 0,-163-16 0,323-6 0,-252-8 0,-108 5 0,182-2 0,-3-25 0,125-12 0,41-6 0,-292 12 0,333-8 0,-61 29 0,-166 7-141,-230 4-1083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8:18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24575,'-3'0'0,"1"1"0,-1-1 0,0 0 0,0 1 0,0 0 0,1 0 0,-6 2 0,2-1 0,-13 5 0,0 0 0,1 1 0,0 1 0,0 1 0,1 1 0,0 0 0,1 1 0,0 1 0,1 0 0,-26 29 0,37-37 0,1 0 0,-1 0 0,1 0 0,0 0 0,0 1 0,0 0 0,1-1 0,0 1 0,0 0 0,0 0 0,1 0 0,0 0 0,0 0 0,1 0 0,-1 0 0,1 0 0,1 0 0,-1 1 0,1-1 0,0 0 0,0 0 0,1 0 0,0 0 0,0-1 0,0 1 0,1 0 0,4 7 0,1-3 0,0 0 0,1 0 0,0-1 0,1 0 0,0 0 0,0-1 0,1-1 0,0 1 0,0-2 0,1 0 0,-1 0 0,1-1 0,1 0 0,-1-1 0,1-1 0,0 0 0,-1 0 0,1-2 0,23 2 0,-7-4 0,0-1 0,-1-1 0,1-2 0,-1 0 0,1-2 0,-2-1 0,49-22 0,39-23 0,25-11 0,-110 52 0,1 2 0,53-12 0,-75 21 0,0-1 0,0 2 0,0-1 0,0 1 0,0 1 0,1-1 0,-1 1 0,0 1 0,0 0 0,9 3 0,-4 1 0,0 1 0,0 0 0,0 0 0,-1 1 0,15 13 0,1 1 0,0-1 0,57 30 0,-74-45 0,-1-2 0,0 0 0,1 0 0,0-1 0,0 0 0,0-1 0,0 0 0,1-1 0,-1-1 0,0 0 0,0 0 0,14-3 0,1-2 0,0-2 0,0-1 0,44-19 0,74-45 0,-9 4 0,-109 56 0,1 2 0,0 0 0,30-5 0,-40 12 0,-1 1 0,0 1 0,1 1 0,-1 0 0,1 1 0,-1 1 0,20 4 0,-13 0 0,0 1 0,-1 0 0,1 2 0,29 16 0,-21-6 0,-1 2 0,32 27 0,-32-23 0,47 28 0,-66-46 0,0-1 0,1 0 0,0 0 0,0-2 0,0 1 0,1-2 0,24 4 0,-9-5 0,0-1 0,0-2 0,31-4 0,88-19 0,5-1 0,-123 22 0,-1 1 0,1 2 0,37 4 0,-45-1 0,0 1 0,-1 2 0,0 0 0,0 1 0,29 14 0,92 59 0,-118-65 0,6 3 0,40 19 0,-58-32 0,-1-1 0,1 0 0,0 0 0,0-1 0,0-1 0,1 0 0,14 0 0,0-3 0,1-1 0,-1-1 0,0-1 0,0-2 0,33-11 0,129-57 0,-45 16 0,-113 47 0,1 1 0,0 2 0,55-7 0,-63 13 0,-1 2 0,1 0 0,-1 1 0,0 1 0,45 11 0,-22 1 0,-2 2 0,46 22 0,7 4 0,-78-35 0,0-1 0,1 0 0,-1-2 0,1 0 0,0-2 0,0 0 0,0-1 0,0-1 0,0-1 0,0 0 0,0-2 0,0 0 0,0-1 0,-1-2 0,27-10 0,14-10 0,103-63 0,-6 2 0,-130 74 0,1 1 0,0 1 0,58-12 0,-73 20 0,1 0 0,0 1 0,0 1 0,0 0 0,0 0 0,1 2 0,-1 0 0,0 0 0,18 6 0,9 4 0,126 33 0,-140-39 0,-1-1 0,1-2 0,0 0 0,38-3 0,-39-3 0,-1-1 0,0 0 0,33-13 0,-73-1 0,13 16-100,-5-4 320,6 16-1122,1-5 319,1 5-6243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8:43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24575,'0'0'0,"0"0"0,22-3 0,-21 3 0,1 0 0,-1-1 0,1 1 0,-1 0 0,1-1 0,-1 1 0,1 0 0,-1 0 0,1 0 0,-1 0 0,0 1 0,1-1 0,-1 0 0,1 1 0,-1-1 0,1 1 0,-1-1 0,0 1 0,1 0 0,-1-1 0,0 1 0,1 0 0,-1 0 0,0 0 0,0 0 0,0 0 0,0 0 0,0 0 0,0 0 0,0 1 0,-1-1 0,1 0 0,1 3 0,2 3 0,0 1 0,-1-1 0,0 1 0,-1-1 0,1 1 0,-1 0 0,-1 0 0,2 12 0,-3 4 0,-2 37 0,0-43 0,1 0 0,1 0 0,1 0 0,4 28 0,-4-44 0,0 0 0,0 1 0,0-1 0,0 0 0,1 0 0,-1 0 0,1 0 0,0 0 0,0 0 0,-1 0 0,1-1 0,0 1 0,4 2 0,32 17 0,-32-18 0,8 4 0,-1 0 0,2-1 0,-1-1 0,1 0 0,0-1 0,0-1 0,0 0 0,0-1 0,0-1 0,0 0 0,1-1 0,-1-1 0,0 0 0,1-1 0,-1-1 0,0 0 0,0-1 0,-1 0 0,1-2 0,-1 1 0,0-2 0,22-13 0,72-56 0,-70 48 0,0 2 0,70-36 0,-82 49 0,1 2 0,0 1 0,1 2 0,0 0 0,48-5 0,-62 11 0,0 1 0,0 1 0,0 1 0,0 0 0,0 1 0,0 0 0,-1 1 0,1 1 0,-1 0 0,1 0 0,-1 2 0,-1 0 0,22 12 0,27 25 0,-39-27 0,0 0 0,1-2 0,1 0 0,31 12 0,-35-19 0,0-1 0,0-1 0,0-1 0,1-1 0,-1-1 0,1 0 0,31-3 0,10-4 0,73-17 0,-125 20 0,23-4 0,-1 2 0,0 1 0,51 1 0,-67 3 0,1 1 0,-2 0 0,1 1 0,0 1 0,0 1 0,-1 0 0,0 1 0,0 0 0,15 10 0,37 28 0,18 10 0,-73-48 0,0-1 0,-1 0 0,2-1 0,-1 0 0,0-1 0,15 2 0,-7-3 0,0-1 0,0-1 0,0-1 0,1-1 0,-1 0 0,37-11 0,117-48 0,-123 40 0,99-25 0,-97 35 0,2 3 0,-1 1 0,60 2 0,-86 6 0,0 0 0,1 2 0,-1 1 0,-1 2 0,1 0 0,-1 2 0,49 21 0,2 10 0,50 22 0,-108-53 0,0-1 0,0-1 0,1-1 0,35 4 0,-15-6 0,0-3 0,-1-1 0,77-12 0,116-39 0,-230 52 0,36-10 0,200-42 0,-205 48 0,0 0 0,-1 2 0,1 2 0,0 1 0,41 7 0,-46-1 0,0 2 0,-1 0 0,0 2 0,-1 2 0,41 23 0,-26-13 0,54 21 0,-45-27 0,1-2 0,0-2 0,58 7 0,-27-11 0,112-3 0,-136-6 0,262 3 0,-258 2 0,0 2 0,-1 3 0,67 19 0,-109-23 0,5 2 0,0-1 0,1-1 0,0-1 0,0-1 0,33 0 0,-4-7 0,-1-3 0,1-2 0,92-26 0,-49 3 0,103-48 0,-152 57 0,1 3 0,65-15 0,-94 29 0,1 1 0,-1 0 0,1 2 0,0 1 0,0 1 0,0 0 0,0 2 0,28 5 0,-25 1 0,0 1 0,-1 1 0,1 1 0,-2 1 0,0 1 0,25 19 0,-24-16 0,0-1 0,1 0 0,1-2 0,0-1 0,39 12 0,-35-18 0,-1-1 0,1-2 0,-1 0 0,1-3 0,0 0 0,0-2 0,-1-1 0,47-10 0,22-13 0,111-42 0,-184 59 0,0 0-80,175-57 290,-167 58-509,0 1 0,1 2 0,-1 1 0,42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9:42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24575,'15'24'0,"-11"-19"0,1 0 0,0-1 0,0 1 0,0-1 0,0 0 0,1 0 0,0-1 0,0 0 0,0 0 0,0 0 0,8 2 0,12 4 0,41 9 0,-4-8 0,0-3 0,99-2 0,28 3 0,257 4 0,-327-12 0,457-37 0,-336-8 0,-61 8 0,414-18 0,-405 44 0,-165 9 0,45-2 0,113-22 0,-180 25 0,0-1 0,0 0 0,0 0 0,0 0 0,0 0 0,0 0 0,0 0 0,-1 0 0,1 0 0,-1-1 0,1 1 0,-1-1 0,0 1 0,0-1 0,0 1 0,1-5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19:45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24575,'0'0'0,"0"0"0,15 19 0,-12-14 0,1 0 0,0-1 0,0 0 0,0 1 0,0-1 0,1-1 0,0 1 0,-1-1 0,1 1 0,1-2 0,-1 1 0,0 0 0,1-1 0,-1 0 0,1 0 0,0-1 0,-1 0 0,1 0 0,0 0 0,8 0 0,86 6 0,26 1 0,-52-8 0,256 4 0,-52-9 0,-3-20 0,-266 24 0,75-12 0,92-26 0,33-6 0,378-26 0,-205 17 0,-114 11 0,-89 13 0,-111 17 0,1 2 0,104-3 0,-138 15 0,-24 0 0,1 0 0,0-1 0,-1 0 0,1-1 0,-1 0 0,1-1 0,12-4 0,-5-4 0,-20 6 0,-9 0 0,2 2-1365,0 1-5461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0:3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1 327 24575,'50'3'0,"-1"2"0,1 3 0,87 24 0,24 4 0,156 0 0,-94-13 0,354 30 0,-321-44 0,226 4 0,-433-13 0,1260-28 0,-1306 28 0,259-6 0,-230 7 0,-1 2 0,0 2 0,0 1 0,0 1 0,-1 1 0,42 18 0,-66-23 0,24 10 0,38 12 0,-58-22 0,0-1 0,1 1 0,-1-2 0,1 0 0,0 0 0,0-1 0,19-2 0,10-6 0,0-3 0,0-1 0,-1-2 0,37-18 0,-33 13 0,2 1 0,71-17 0,420-103 0,-226 62 0,0 1 0,-296 70 0,46-15 0,2 3 0,121-18 0,204-35 0,-382 69 0,186-30-1365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0:34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39 196 24575,'-1'0'0,"-1"0"0,1-1 0,0 1 0,-1 1 0,1-1 0,0 0 0,-1 0 0,1 0 0,0 1 0,-1-1 0,1 1 0,0-1 0,0 1 0,-2 0 0,2 0 0,0 0 0,0-1 0,0 1 0,-1-1 0,1 0 0,0 1 0,0-1 0,0 0 0,0 1 0,-1-1 0,1 0 0,0 0 0,-1 0 0,41 17 0,67 18 0,0 1 0,-31-5 0,56 20 0,-107-43 0,-1-2 0,1-1 0,47 4 0,-31-8 0,0-2 0,0-2 0,0-2 0,-1-1 0,0-2 0,0-2 0,38-14 0,254-124 0,-85 32 0,-203 99 0,0 2 0,1 2 0,0 2 0,1 1 0,0 3 0,1 2 0,0 1 0,-1 3 0,1 2 0,0 1 0,-1 3 0,56 12 0,-55-3 0,-1 3 0,0 1 0,64 37 0,28 12 0,-110-56 0,1-1 0,0-2 0,37 8 0,-20-10 0,1-2 0,0-2 0,-1-1 0,77-10 0,177-47 0,-106 17 0,-149 32 0,1 3 0,-1 2 0,0 1 0,1 3 0,63 9 0,214 61 0,-201-41 0,-56-17 0,-1-3 0,2-2 0,-1-4 0,1-2 0,92-9 0,-45-7 0,-2-5 0,141-40 0,-243 55 0,255-63 0,-197 52 0,134-8 0,60 26 0,-89 1 0,283 11 0,-244-11 0,-53-3 0,-72 9-1096,-83-10 827,9 1-6557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0:5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0 0,0 0 0,6 246 0,-6-245 0,0 1 0,0 0 0,0 0 0,0-1 0,1 1 0,-1 0 0,0-1 0,1 1 0,-1 0 0,1-1 0,0 1 0,-1 0 0,1-1 0,0 1 0,0-1 0,0 1 0,0-1 0,0 0 0,0 1 0,1-1 0,-1 0 0,0 0 0,3 1 0,-2 0 0,1-1 0,0 0 0,0 0 0,0 0 0,0-1 0,0 1 0,0-1 0,0 0 0,0 0 0,1 0 0,-1 0 0,4-1 0,6-1 0,1-1 0,-1-1 0,1 0 0,23-12 0,11-7 0,-26 11 0,1 0 0,0 2 0,1 1 0,0 1 0,38-8 0,-25 12 0,1 2 0,0 2 0,-1 1 0,1 1 0,-1 3 0,1 1 0,64 19 0,-68-16 0,-1-1 0,65 5 0,-78-12 0,0-1 0,0-1 0,0 0 0,0-2 0,0-1 0,26-7 0,42-19 0,-41 13 0,1 2 0,69-13 0,-102 26 0,0 0 0,1 1 0,-1 1 0,0 0 0,1 1 0,-1 0 0,0 2 0,1 0 0,-1 0 0,-1 2 0,1-1 0,15 9 0,2 5 0,42 30 0,-51-32 0,0 0 0,1-2 0,0-1 0,27 11 0,-31-17 0,1-1 0,0-1 0,0-1 0,0-1 0,0 0 0,0-2 0,1 0 0,-1-2 0,1 0 0,37-8 0,112-37 0,1-1 0,-152 43 0,0 2 0,1 0 0,-1 0 0,1 2 0,-1 1 0,1 0 0,-1 2 0,0 0 0,40 12 0,9 9 0,79 21 0,-120-38 0,1-1 0,0-2 0,40 1 0,-38-6 0,1-1 0,-1-1 0,46-11 0,88-33 0,-106 28 0,1 3 0,79-12 0,-111 25 0,0 2 0,0 1 0,39 4 0,80 23 0,-41-4-1365,-88-21-5461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0:51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24575,'0'0'0,"0"0"0,0 0 0,0 0 0,18-3 0,70-19 0,-65 15 0,-1 1 0,1 1 0,40-3 0,-46 7 0,0 0 0,0 2 0,0 0 0,-1 1 0,1 1 0,0 0 0,-1 1 0,0 1 0,0 0 0,0 1 0,-1 1 0,0 1 0,0 0 0,-1 1 0,18 14 0,26 30 0,-35-30 0,2-1 0,1 0 0,38 23 0,-55-40 0,0 0 0,0-1 0,0 1 0,1-2 0,0 0 0,0 0 0,0-1 0,0 0 0,0 0 0,0-1 0,1-1 0,-1 0 0,0 0 0,0-1 0,13-2 0,1-3 0,-1 0 0,-1-2 0,33-15 0,64-40 0,10-5 0,-105 58 0,0 0 0,1 2 0,-1 0 0,2 2 0,35-5 0,-46 10 0,0 0 0,0 1 0,0 1 0,0 0 0,0 1 0,0 1 0,0 0 0,-1 1 0,0 1 0,26 12 0,-7 1 0,0 2 0,39 33 0,-38-28 0,56 33 0,-79-53 0,0 0 0,0 0 0,1-1 0,0-1 0,0 0 0,0 0 0,0-1 0,0-1 0,0 0 0,0-1 0,1 0 0,-1 0 0,0-2 0,0 1 0,21-7 0,6-5 0,1-2 0,-2-1 0,47-28 0,16-7 0,-72 38 0,0 2 0,1 0 0,1 2 0,0 2 0,35-5 0,-45 10 0,1 1 0,0 1 0,-1 0 0,1 2 0,-1 1 0,0 0 0,1 2 0,29 10 0,-6 1 0,1-3 0,0-1 0,74 8 0,-90-18 0,1 0 0,1-3 0,-2 0 0,1-2 0,0-1 0,44-13 0,92-40 0,-122 39 0,0 2 0,1 2 0,1 2 0,59-8 0,-50 17 0,-1 3 0,0 2 0,67 10 0,-86-5-249,45 15 0,-64-17-618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1:00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67 24575,'0'0'0,"0"0"0,-6 8 0,-1 0 0,0 0 0,0-1 0,0 0 0,-1 0 0,0-1 0,0 1 0,0-2 0,-17 9 0,25-14 0,-1 0 0,1 0 0,0 1 0,-1-1 0,1 0 0,0 0 0,0 0 0,-1 0 0,1 1 0,0-1 0,0 0 0,0 0 0,-1 1 0,1-1 0,0 0 0,0 0 0,0 1 0,0-1 0,-1 0 0,1 0 0,0 1 0,0-1 0,0 0 0,0 1 0,0-1 0,0 0 0,0 1 0,0-1 0,0 0 0,0 1 0,0-1 0,0 0 0,0 0 0,0 1 0,9 12 0,18 8 0,-25-20 0,183 120 0,-178-117 0,1-1 0,-1 1 0,1-1 0,-1-1 0,1 0 0,0 0 0,0 0 0,0-1 0,0 0 0,1 0 0,-1-1 0,0-1 0,0 1 0,0-1 0,10-2 0,13-5 0,0 0 0,44-19 0,-63 22 0,68-28 0,-33 12 0,1 3 0,67-16 0,357-87 0,-428 107 0,0 2 0,1 2 0,57-5 0,-75 13 0,-1 2 0,1 0 0,-1 2 0,1 1 0,-1 1 0,0 1 0,27 8 0,53 28 0,-63-23 0,50 13 0,-77-26 0,0-2 0,0 0 0,0-1 0,0-1 0,1-1 0,-1 0 0,18-2 0,34-11 0,94-29 0,-97 22 0,105-16 0,-147 33 0,0 1 0,0 1 0,1 2 0,-1 0 0,0 1 0,0 1 0,0 1 0,34 11 0,113 57 0,-61-24 0,-89-41 0,1 0 0,0-2 0,0 0 0,0-2 0,0 0 0,1-1 0,-1-1 0,1-1 0,-1-1 0,1-1 0,-1-1 0,0-1 0,0-1 0,31-11 0,13-6 0,93-29 0,-130 43 0,0 3 0,0 0 0,53-1 0,-30 9 0,0 2 0,-1 2 0,61 18 0,38 6 0,-119-27 0,1-1 0,-1-1 0,32-3 0,-3-6 0,0-3 0,98-29 0,27-5 0,-155 39 0,0 1 0,0 2 0,1 1 0,41 4 0,102 28 0,-38-4 0,84-6 0,-164-20 38,-32-2-1441,-14 1-5423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1:2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68 24575,'0'0'0,"0"0"0,0 0 0,0 0 0,0 0 0,0 0 0,-3 18 0,3-15 0,0 1 0,-1-1 0,1 0 0,1 0 0,-1 0 0,0 0 0,1 0 0,-1 0 0,1 0 0,0 0 0,0 0 0,0 0 0,1 0 0,-1 0 0,1-1 0,-1 1 0,1 0 0,0-1 0,0 1 0,0-1 0,0 0 0,4 3 0,-4-4 0,0 1 0,0-1 0,0 0 0,0 0 0,0 0 0,0 0 0,0-1 0,1 1 0,-1 0 0,0-1 0,1 0 0,-1 1 0,5-1 0,31-3 0,-34 3 0,130-22 0,-83 12 0,79-5 0,46 14 0,64-4 0,-226 2 0,0 1 0,0-2 0,-1 0 0,1 0 0,17-10 0,14-4 0,-5 4 0,0 2 0,1 1 0,0 2 0,46-3 0,-72 11 0,-1 0 0,0 1 0,0 1 0,1 1 0,-1 0 0,0 0 0,0 1 0,-1 1 0,1 1 0,-1 0 0,0 0 0,0 1 0,0 1 0,-1 0 0,0 1 0,11 9 0,2 5 0,-10-8 0,1-1 0,0 0 0,30 16 0,-40-26 0,0 0 0,0 0 0,1-1 0,0 0 0,-1 0 0,1-1 0,0 0 0,0 0 0,0 0 0,-1-1 0,1 0 0,0-1 0,0 1 0,13-4 0,12-6 0,-1 0 0,33-17 0,-43 17 0,-1 0 0,1 2 0,1 1 0,-1 1 0,1 0 0,0 2 0,26-2 0,-19 7 0,0 1 0,-1 2 0,1 1 0,-1 2 0,39 13 0,-26-7 0,66 10 0,-72-19 0,0-2 0,0-1 0,1-2 0,-1-2 0,42-8 0,-8 2 0,0 3 0,0 4 0,83 6 0,-110-2 0,49-5 0,-74 2 0,1-2 0,-1 0 0,0-1 0,0 0 0,26-12 0,-22 7-455,0 1 0,24-6 0,-30 10-6371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1:31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0,10 18 0,-6-11 0,0 0 0,1-1 0,0 1 0,0-1 0,1-1 0,-1 1 0,1-1 0,0 0 0,1 0 0,0-1 0,-1 1 0,11 3 0,11 5 0,55 17 0,-46-18 0,106 44 0,40 13 0,-155-61 0,1-1 0,-1-1 0,1-2 0,53 2 0,44-8 0,44 0 0,384 0 0,-320-1 0,-93 6 0,0 6 0,247 48 0,-262-38 0,200 4 0,-238-19 0,80-2-85,-114-2-1195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1:3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24575,'0'0'0,"0"0"0,-8 15 0,1-5 0,1 0 0,-2 0 0,1-1 0,-1-1 0,0 1 0,-17 13 0,3-7 0,-45 26 0,94-40 0,-14 0 0,57-5 0,0-3 0,89-22 0,-122 22 0,62-12 0,163-11 0,354 57 0,-324-6 0,69 20 0,-302-29-1365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1:44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1 309 24575,'0'0'0,"0"0"0,0 0 0,0 0 0,0 0 0,0 0 0,0 0 0,0 0 0,0 0 0,0 0 0,15-3 0,492-128 0,-113 24 0,-305 88 0,0 3 0,137-4 0,129 18 0,165-8 0,274 11 0,-406 10 0,205-22 0,-423 11 0,207 25 0,-349-23 0,313 35 0,-97-9 0,-135-14 0,-1 6 0,190 59 0,-264-69 0,25 7 0,-55-16 0,0 1 0,0 0 0,-1 0 0,1 0 0,-1 0 0,1 1 0,-1-1 0,1 1 0,-1 0 0,0 0 0,3 4 0,-4-2-3,1 0 0,-1 0-1,0 0 1,-1 1 0,1-1 0,0 7-1,2 4-1338,-1-3-5484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49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0,0 0 0,6 5 0,2 2 0,0 0 0,-1-1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1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24575,'10'17'0,"-5"-2"0,0 0 0,-1 1 0,0 0 0,2 25 0,0 70 0,-5-80 0,-2 227 0,-2-105 0,3-150 0,0 1 0,0 0 0,1 0 0,0 0 0,-1-1 0,1 1 0,1 0 0,-1-1 0,0 1 0,1-1 0,0 0 0,0 1 0,0-1 0,4 4 0,-5-5 0,0-1 0,0 0 0,0 0 0,0 0 0,1-1 0,-1 1 0,0 0 0,1 0 0,-1-1 0,1 1 0,-1-1 0,1 1 0,-1-1 0,1 1 0,-1-1 0,1 0 0,0 0 0,-1 0 0,1 0 0,-1 0 0,1 0 0,-1-1 0,1 1 0,-1 0 0,1-1 0,-1 1 0,1-1 0,-1 1 0,1-1 0,-1 0 0,1 0 0,-1 0 0,0 1 0,0-1 0,1 0 0,1-3 0,5-4 0,1-1 0,-1 0 0,0 0 0,-1-1 0,0 0 0,-1-1 0,0 1 0,6-17 0,31-96 0,-35 93 0,14-49 0,-9 33 0,18-49 0,-30 94 0,-1 0 0,0 0 0,1 0 0,-1 0 0,1 0 0,-1 0 0,1 0 0,-1 0 0,1 0 0,0 0 0,0 0 0,-1 0 0,1 0 0,0 0 0,0 1 0,0-1 0,0 0 0,2 0 0,-3 1 0,1 0 0,-1 0 0,1 0 0,0 0 0,-1 0 0,1 0 0,-1 1 0,1-1 0,-1 0 0,1 0 0,0 1 0,-1-1 0,1 0 0,-1 1 0,1-1 0,-1 0 0,0 1 0,1-1 0,-1 1 0,1-1 0,-1 0 0,0 1 0,1-1 0,-1 2 0,3 3 0,0 1 0,0-1 0,-1 1 0,0 0 0,1 8 0,8 44 0,3 65 0,-12-84 0,2 1 0,2-1 0,2 0 0,21 63 0,-26-93 0,0 0 0,1 0 0,1 0 0,0-1 0,11 16 0,-15-22 0,1-1 0,0 1 0,-1-1 0,1 1 0,0-1 0,0 0 0,0 1 0,0-1 0,0 0 0,0 0 0,0-1 0,0 1 0,1 0 0,-1-1 0,0 1 0,0-1 0,1 0 0,-1 0 0,0 0 0,0 0 0,1 0 0,-1 0 0,0-1 0,0 1 0,1-1 0,-1 1 0,0-1 0,0 0 0,4-2 0,-1 0 0,1 0 0,-1 0 0,0-1 0,-1 0 0,1 0 0,-1 0 0,0-1 0,0 1 0,0-1 0,0 0 0,-1 0 0,5-8 0,2-9 0,15-41 0,-17 43 0,22-60 0,36-153 0,-65 230-52,-1-1-1,1 1 1,-1-1-1,0 1 1,1-1-1,-2 1 1,1 0-1,0-1 1,-1 1-1,1-1 1,-1 1-1,0 0 1,0-1-1,-1 1 1,1 0-1,-1 0 1,1 0-1,-1 0 1,0 0-1,0 0 0,0 0 1,-1 1-1,1-1 1,0 1-1,-5-3 1,-4-4-6774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1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24575,'29'14'0,"19"2"0,1-2 0,0-2 0,0-2 0,96 6 0,-30-13 0,119-11 0,-208 6 0,54-5 0,-74 5 0,1 1 0,0-1 0,0 0 0,-1 0 0,1-1 0,-1 1 0,0-2 0,11-6 0,-15 9 0,-1 0 0,1-1 0,-1 1 0,1 0 0,-1-1 0,0 1 0,0-1 0,0 1 0,0-1 0,0 0 0,0 1 0,0-1 0,0 0 0,-1 0 0,1 1 0,-1-1 0,1 0 0,-1 0 0,0-4 0,0 3 0,0 0 0,-1 0 0,0 0 0,1 0 0,-1 0 0,0 0 0,0 0 0,-1 0 0,1 0 0,-1 0 0,-1-2 0,-3-2 0,1 0 0,-1 0 0,0 1 0,0 0 0,-1 0 0,0 0 0,-12-7 0,5 6 0,-1 0 0,0 1 0,0 1 0,-1 0 0,-21-3 0,-19-6 0,24 1-1365,19 7-5461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1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24575,'5'23'0,"-1"17"-273,-3 1 0,-1-1 0,-1 1 0,-12 61 0,10-79-6553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2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24575,'19'-5'0,"31"-2"0,82-1 0,-1 0 0,-69 4-1365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2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24575,'0'0'0,"0"0"0,0 0 0,2 0 0,37 6 0,1-1 0,0-3 0,-1-1 0,52-6 0,-32-2 0,0-3 0,71-21 0,-115 26-136,0-1-1,0 0 1,-1-1-1,1-1 1,-2 0-1,1-1 1,-1 0-1,0-1 0,15-16 1,-2 1-6690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24575,'0'0'0,"0"0"0,22 7 0,-20-6 0,0 0 0,0 0 0,-1 0 0,1 0 0,0 0 0,-1 0 0,1 0 0,-1 1 0,0-1 0,1 1 0,-1-1 0,0 1 0,0-1 0,0 1 0,0 0 0,0-1 0,0 1 0,-1 0 0,1 0 0,0 0 0,-1-1 0,1 1 0,-1 0 0,0 0 0,0 0 0,0 2 0,1 7 0,-2-1 0,1 1 0,-4 16 0,2-17 0,-8 76 0,1 163 0,9-247 0,0 0 0,0 0 0,0 1 0,0-1 0,1 0 0,-1 0 0,1 0 0,-1 1 0,1-1 0,0 0 0,0 0 0,0 0 0,0 0 0,0-1 0,1 1 0,-1 0 0,0 0 0,1-1 0,-1 1 0,1-1 0,0 1 0,0-1 0,-1 1 0,1-1 0,0 0 0,4 2 0,-3-3 0,-1 1 0,1-1 0,-1 1 0,1-1 0,0 0 0,-1 0 0,1 0 0,0 0 0,-1-1 0,1 1 0,-1-1 0,1 1 0,0-1 0,-1 0 0,0 0 0,1 0 0,-1-1 0,0 1 0,1 0 0,-1-1 0,0 1 0,3-4 0,2-3 0,0 0 0,0 0 0,-1 0 0,-1-1 0,1 0 0,-2 0 0,1 0 0,4-13 0,23-86 0,-29 94 0,18-79 0,7-27 0,-28 118 0,0 1 0,0-1 0,1 1 0,-1-1 0,1 1 0,-1-1 0,1 1 0,0 0 0,-1-1 0,1 1 0,0 0 0,0-1 0,0 1 0,0 0 0,0 0 0,0 0 0,0 0 0,1 0 0,-1 0 0,0 0 0,0 1 0,1-1 0,-1 0 0,1 1 0,-1-1 0,1 0 0,-1 1 0,1 0 0,1-1 0,-1 1 0,0 1 0,0-1 0,0 1 0,0-1 0,0 1 0,0 0 0,0 0 0,0 0 0,-1 0 0,1 0 0,0 0 0,-1 1 0,1-1 0,0 0 0,-1 1 0,0-1 0,1 1 0,-1 0 0,0-1 0,1 3 0,5 8 0,-1 0 0,0 0 0,-1 0 0,-1 1 0,0 0 0,-1 0 0,0 0 0,1 15 0,1 112 0,-5-85 0,1-23 0,-2-17 0,1 1 0,0-1 0,2 1 0,0 0 0,0-1 0,2 0 0,5 19 0,-8-33 0,-1 0 0,1 0 0,-1 0 0,1 0 0,-1 0 0,1 0 0,-1 0 0,1 0 0,0-1 0,0 1 0,-1 0 0,1 0 0,0-1 0,0 1 0,0 0 0,0-1 0,0 1 0,0-1 0,0 1 0,0-1 0,0 0 0,0 1 0,1-1 0,0 0 0,0 0 0,0 0 0,0 0 0,-1 0 0,1-1 0,0 1 0,0-1 0,0 1 0,-1-1 0,1 0 0,0 0 0,2-1 0,3-3 0,-1 0 0,1-1 0,-1 0 0,11-12 0,-5 2 0,0-2 0,-1 1 0,-1-1 0,0-1 0,-1 0 0,9-32 0,-9 22 0,-2 0 0,-2 0 0,0 0 0,0-35 0,-5 55-124,0 0 0,-1 1 0,0-1 0,-1 0 0,0 1 0,0-1-1,-1 1 1,0-1 0,0 1 0,-7-11 0,-1-1-6702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24575,'20'-1'0,"1"1"0,31 3 0,0 1 0,18-3 0,25 2 0,116-13 0,-207 10 0,3-1 0,-1 1 0,1-1 0,0 0 0,0-1 0,-1 1 0,1-1 0,-1 0 0,0-1 0,1 0 0,-1 0 0,10-7 0,-15 8 0,0 1 0,0 0 0,-1-1 0,1 1 0,0-1 0,-1 0 0,1 1 0,-1-1 0,0 1 0,1-1 0,-1 0 0,0 1 0,0-1 0,0 0 0,0 1 0,0-1 0,-1 1 0,1-1 0,0 0 0,-1 1 0,1-1 0,-1 1 0,0-1 0,1 1 0,-1-1 0,0 1 0,0 0 0,0-1 0,-2-1 0,-2-5 0,-1 1 0,0-1 0,-13-11 0,3 5 0,0 1 0,-24-16 0,36 27 0,0-1 0,0 1 0,1 0 0,-1 0 0,0 0 0,-1 1 0,1-1 0,0 1 0,0 0 0,-1 0 0,1 1 0,0-1 0,-1 1 0,1 0 0,0 0 0,-1 1 0,1-1 0,-6 2 0,6 0-1365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3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24575,'50'-3'0,"73"-12"0,-95 9-682,34-12-1,-48 14-6143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4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24575,'0'0'0,"0"0"0,0 0 0,19-3 0,48-6 0,328-46 0,-391 54 0,20-3 0,28-1 0,-46 5 0,0 0 0,1 0 0,-1 0 0,0 1 0,0 0 0,1 1 0,-1-1 0,0 1 0,11 5 0,-15-6 0,-1 0 0,1 0 0,-1 0 0,1 0 0,-1 0 0,0 0 0,1 1 0,-1-1 0,0 1 0,0-1 0,0 1 0,0-1 0,0 1 0,0-1 0,0 1 0,-1 0 0,1 0 0,0 2 0,0 0 0,-1 0 0,0 0 0,0 0 0,0-1 0,0 1 0,-1 0 0,1 0 0,-3 6 0,-2 5 0,-1 0 0,0-1 0,-12 20 0,13-26 0,-31 50 0,-3-1 0,-61 68 0,86-109 0,12-13 0,-1 0 0,1-1 0,-1 1 0,0 0 0,0-1 0,0 0 0,0 0 0,0 0 0,0 0 0,-1 0 0,1 0 0,-6 1 0,7-3 0,-1 1 0,1-1 0,-1 0 0,1 0 0,-1 0 0,1 0 0,-1-1 0,1 1 0,-1 0 0,1-1 0,-1 0 0,1 0 0,-1 0 0,1 0 0,0 0 0,0 0 0,-1 0 0,1-1 0,-3-2 0,-3-3 0,1 0 0,1 0 0,-1 0 0,1-1 0,0 0 0,1 0 0,0-1 0,0 1 0,-3-10 0,-5-16 0,-10-40 0,3 6 0,11 43-1365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24575,'0'9'-106,"0"0"-51,0 0 0,0 0-1,1 0 1,0 0-1,0 0 1,1 0-1,4 12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4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24575,'3'20'0,"-1"0"0,-1 0 0,-1 1 0,0-1 0,-2 0 0,-1 1 0,0-1 0,-12 36 0,-7 10 0,-37 75 0,55-131 0,-9 17 0,9-21 0,0 1 0,1-1 0,0 1 0,0 0 0,0 0 0,1 0 0,0 0 0,1 1 0,0-1 0,-1 15 0,2-20 0,1 0 0,-1-1 0,1 1 0,-1-1 0,1 1 0,0-1 0,0 1 0,-1-1 0,1 1 0,0-1 0,0 1 0,1-1 0,-1 0 0,0 0 0,0 0 0,1 1 0,-1-1 0,0 0 0,1-1 0,-1 1 0,1 0 0,-1 0 0,1-1 0,0 1 0,-1-1 0,1 1 0,0-1 0,-1 0 0,1 1 0,3-1 0,6 0 0,0 1 0,0-2 0,18-1 0,-21 1 0,132-23 0,32-3 0,-167 26-105,-1 1 0,1-1 0,-1 0 0,1 0 0,-1-1 0,1 1 0,-1-1 0,0 0 0,0 0 0,0 0 0,0 0 0,4-5 0,4-2-6721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5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99 24575,'-8'30'0,"-16"125"0,0 1 0,-10-47 0,15-53 0,24-135 0,5-2 0,3 0 0,47-152 0,-57 224 0,1 1 0,0-1 0,1 0 0,-1 1 0,2 0 0,-1 0 0,1 0 0,1 1 0,-1 0 0,1 0 0,0 1 0,1-1 0,9-5 0,-14 10 0,1 0 0,0-1 0,0 2 0,1-1 0,-1 0 0,0 1 0,1 0 0,-1 0 0,1 0 0,-1 0 0,1 1 0,-1 0 0,1 0 0,-1 0 0,1 0 0,-1 1 0,1 0 0,-1-1 0,0 2 0,1-1 0,-1 1 0,0-1 0,0 1 0,0 0 0,0 1 0,0-1 0,0 1 0,0-1 0,5 7 0,-4-4 0,0 0 0,0 1 0,0 0 0,-1 0 0,0 0 0,0 0 0,0 1 0,-1 0 0,0-1 0,0 1 0,-1 0 0,0 1 0,0-1 0,-1 0 0,0 1 0,0-1 0,-1 0 0,0 1 0,-1 13 0,-1-9 0,0-1 0,0 1 0,-1-1 0,-1 1 0,0-1 0,-1 0 0,0 0 0,0-1 0,-1 1 0,-1-1 0,-12 15 0,4-9 0,0-1 0,-1-1 0,0 0 0,-1-1 0,-21 12 0,-96 45 0,81-44 0,52-26 0,0 1 0,0-1 0,0 0 0,0 1 0,0-1 0,0 1 0,0-1 0,0 1 0,0 0 0,1-1 0,-1 1 0,0 0 0,0-1 0,1 1 0,-1 0 0,0 0 0,1 0 0,-1 0 0,1 0 0,-1 0 0,1 0 0,0 0 0,-1 1 0,1-1 0,1 0 0,-1 0 0,0-1 0,1 1 0,-1 0 0,1 0 0,-1-1 0,1 1 0,-1 0 0,1 0 0,0-1 0,-1 1 0,1-1 0,0 1 0,0 0 0,-1-1 0,1 1 0,0-1 0,0 0 0,1 1 0,8 3 0,0 0 0,0-1 0,13 2 0,-21-5 0,229 39 0,-9-2 0,-207-33-227,0-1-1,-1 2 1,0 0-1,0 1 1,18 10-1,-20-9-6598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4:56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57 24575,'5'-1'0,"0"-1"0,0 1 0,0-1 0,0 0 0,0 0 0,0 0 0,-1-1 0,1 1 0,-1-1 0,0 0 0,7-6 0,-12 10 0,-1-1 0,1 1 0,0 0 0,-1-1 0,1 1 0,0-1 0,-1 1 0,1-1 0,-1 1 0,1-1 0,-2 0 0,1 0 0,0 0 0,0 1 0,1-1 0,-1 0 0,0 1 0,1-1 0,-1 1 0,0 0 0,1 0 0,-1-1 0,-2 3 0,-27 29 0,15-15 0,-1 0 0,-1-1 0,-37 26 0,45-36 0,-1 0 0,2 1 0,-1 0 0,1 1 0,0 0 0,0 1 0,-7 9 0,16-18 0,0 1 0,0 0 0,0-1 0,0 1 0,0-1 0,-1 1 0,1 0 0,0-1 0,0 1 0,1-1 0,-1 1 0,0 0 0,0-1 0,0 1 0,0-1 0,0 1 0,1-1 0,-1 1 0,0 0 0,0-1 0,1 1 0,-1-1 0,0 1 0,1-1 0,-1 0 0,1 1 0,-1-1 0,1 1 0,-1-1 0,1 0 0,0 1 0,16 11 0,-2-6 0,1 0 0,0-1 0,0-1 0,1-1 0,-1 0 0,28 1 0,2 1 0,-32-3 0,-1-1 0,1 0 0,0-1 0,-1 0 0,1-1 0,-1 0 0,1-2 0,-1 1 0,16-6 0,-28 7 0,1 0 0,0 0 0,-1 0 0,1 0 0,-1-1 0,1 1 0,-1 0 0,0-1 0,1 1 0,-1-1 0,0 1 0,0-1 0,0 0 0,0 1 0,0-1 0,-1 0 0,1 0 0,0 0 0,-1 0 0,0 0 0,1 1 0,-1-1 0,0 0 0,0 0 0,0 0 0,0 0 0,0 0 0,0 0 0,-1 0 0,0-2 0,-1-6 0,0 0 0,-1 0 0,-1 0 0,-4-12 0,2 9-105,-1-1 0,0 1 0,-1 1 0,0-1 0,-1 1 0,0 1 0,-1 0 0,0 0 0,-1 1 0,0 0 0,0 0 0,-23-13 0,19 16-6721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0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24575,'0'0'0,"0"0"0,-7 24 0,2 15 0,3 0 0,0 0 0,7 61 0,-4-84 0,9 74 0,33 134 0,-7-44 0,2 8 0,123 353 0,-85-261 0,-43-144 0,-6-51 0,76 161 0,-65-162 0,320 614 0,-302-597 0,139 226 0,85 38 0,-168-224 0,-70-90 0,93 85 0,62 30 0,-134-114 0,29 19 0,2-4 0,196 104 0,-147-98 0,236 82 0,-269-118 0,-5 0 0,149 32 0,155-18 0,3-31 0,-297-19 0,1-6 0,-1-5 0,205-44 0,182-96 0,-382 106 0,-2-6 0,135-78 0,-105 41 0,156-124 0,16-64 0,-24-26 0,-223 217 0,-3-3 0,93-155 0,83-210 0,-60 20 0,-33-13 0,-104 297 0,167-621 0,-145 496 0,35-182 0,-102 432 0,3-14 0,-2-1 0,-1 0 0,-3-72 0,-2 85-60,1 28-1245,0 2-5521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0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1749 77 24575,'0'0'0,"0"0"0,0 0 0,0 0 0,0 0 0,0 0 0,0 0 0,0 0 0,-15 12 0,11-6 0,1 0 0,0 0 0,1 0 0,-1 0 0,1 0 0,0 1 0,1-1 0,0 1 0,0-1 0,0 1 0,1-1 0,0 1 0,1 13 0,-1-19 0,0 0 0,0 0 0,1 0 0,-1 0 0,0 0 0,0 0 0,1 0 0,-1 0 0,1 0 0,-1 0 0,1-1 0,-1 1 0,1 0 0,0 0 0,-1 0 0,1-1 0,0 1 0,-1 0 0,1 0 0,0-1 0,1 1 0,-1 0 0,0-1 0,0 0 0,0 0 0,0 0 0,0 0 0,0 0 0,-1 0 0,1 0 0,0 0 0,0-1 0,0 1 0,0 0 0,0-1 0,0 1 0,-1 0 0,1-1 0,0 1 0,0-1 0,0 0 0,3-1 0,-1-1 0,0 0 0,0 0 0,-1 0 0,1 0 0,0 0 0,-1 0 0,0-1 0,3-4 0,-3 4 0,0 0 0,0 0 0,-1 0 0,1 0 0,-1-1 0,0 1 0,0 0 0,-1-1 0,1 1 0,-1 0 0,0-1 0,0 1 0,0 0 0,-1-1 0,1 1 0,-1 0 0,0-1 0,-1 1 0,1 0 0,-1 0 0,1 0 0,-6-7 0,7 10 0,-1 1 0,1-1 0,0 0 0,-1 1 0,1-1 0,-1 1 0,1-1 0,-1 1 0,0 0 0,1-1 0,-1 1 0,1-1 0,-1 1 0,0 0 0,1 0 0,-1-1 0,0 1 0,0 0 0,1 0 0,-1 0 0,0 0 0,1 0 0,-1 0 0,0 0 0,1 0 0,-1 0 0,0 0 0,0 0 0,1 0 0,-1 1 0,0-1 0,1 0 0,-1 0 0,0 1 0,1-1 0,-1 0 0,1 1 0,-1-1 0,0 1 0,1-1 0,-1 1 0,1-1 0,-1 2 0,-22 25 0,21-24 0,2-4 0,0 0 0,0-1 0,0 1 0,0 0 0,0-1 0,0 1 0,0 0 0,0-1 0,-1 1 0,1 0 0,0 0 0,-1-2 0,-2-11 0,3 7 0,1 4 0,-1 1 0,0-1 0,0 1 0,0-1 0,0 1 0,0-1 0,0 1 0,-1-1 0,1 1 0,-1-1 0,0 1 0,1-1 0,-1 1 0,-1 0 0,1-1 0,0 1 0,0 0 0,-1 0 0,1 0 0,-1 0 0,-2-3 0,3 5 0,-1 0 0,1-1 0,-1 1 0,1 0 0,0-1 0,-1 1 0,1 0 0,-1 0 0,1 0 0,-1 0 0,1 1 0,0-1 0,-1 0 0,1 1 0,-1-1 0,1 0 0,-3 2 0,-22 10 0,15-3 0,12-3 0,1-5 0,0-1 0,0 1 0,0-1 0,0 1 0,0-1 0,-1 0 0,1 0 0,0 1 0,0-2 0,0 1 0,2 0 0,2-1 0,0 1 0,0 0 0,1 1 0,-1-1 0,0 1 0,0 0 0,8 3 0,10-3 0,-23-1 0,-5 1 0,-7 1 0,9-1 0,1-1 0,0 0 0,-1 0 0,1-1 0,-1 1 0,1 0 0,0 0 0,-1-1 0,1 1 0,0-1 0,0 1 0,-1-1 0,1 1 0,0-1 0,0 0 0,0 0 0,0 1 0,0-1 0,0 0 0,-1-1 0,1 1 0,0 0 0,1 0 0,-1 1 0,0-1 0,0 0 0,0 0 0,1 1 0,-1-1 0,0 1 0,0-1 0,0 1 0,0-1 0,0 1 0,0 0 0,0-1 0,0 1 0,0 0 0,-1 0 0,1 0 0,0-1 0,0 1 0,0 1 0,0-1 0,0 0 0,0 0 0,0 0 0,0 0 0,0 1 0,0-1 0,0 0 0,0 1 0,0-1 0,-2 2 0,0 2 0,0 0 0,0 0 0,0 0 0,0 0 0,1 1 0,-1-1 0,1 1 0,1-1 0,-1 1 0,0 0 0,0 8 0,-10 21 0,0-12 0,-2-2 0,0 0 0,-1 0 0,0-2 0,-21 19 0,-28 35 0,-95 167 0,56-78 0,-68 109 0,-9 14 0,-100 159 0,142-219 0,50-86 0,-82 138 0,110-176 0,-37 69 0,97-169 0,0 0 0,0 0 0,0 0 0,0 0 0,0 0 0,0 0 0,0-1 0,0 1 0,0 0 0,0 0 0,0 0 0,0 0 0,0 0 0,0 0 0,0 0 0,0 0 0,-1 0 0,1 0 0,0 0 0,0-1 0,0 1 0,0 0 0,0 0 0,0 0 0,0 0 0,0 0 0,0 0 0,0 0 0,0 0 0,0 0 0,-1 0 0,1 0 0,0 0 0,0 0 0,0 0 0,0 0 0,0 0 0,0 0 0,0 0 0,0 0 0,0 0 0,0 0 0,-1 0 0,1 0 0,0 0 0,0 0 0,0 0 0,0 0 0,0 0 0,0 0 0,0-18 0,3-27 0,2 12-1365,-4 18-5461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03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24575,'-8'20'0,"2"-6"0,0-1 0,-1 0 0,-11 16 0,10-17 0,0 0 0,1 1 0,-9 22 0,4 5 0,1 0 0,-6 54 0,17-93 0,0 1 0,0-1 0,1 0 0,-1 0 0,0 0 0,1 0 0,-1 0 0,0 0 0,1 0 0,-1 0 0,1 0 0,-1 0 0,1-1 0,0 1 0,0 0 0,-1 0 0,1 0 0,0-1 0,0 1 0,0 0 0,-1-1 0,1 1 0,0-1 0,0 1 0,0-1 0,0 1 0,0-1 0,0 0 0,0 1 0,1-1 0,-1 0 0,0 0 0,0 0 0,1 0 0,4 1 0,1 0 0,-1 0 0,1-1 0,7-1 0,-3 0-227,1-1-1,-1-1 1,1 0-1,-1 0 1,18-8-1,-12 2-6598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0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5010 888 24575,'20'15'0,"-15"-11"0,-5-4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0,-18 21 0,4-18 0,-25 5 0,-415 11 0,398-21 0,-326-11 0,3-26 0,-159-49 0,300 49 0,-284-59 0,285 25 0,-17-3 0,-374-107 0,470 132 0,-111-44 0,18 5 0,178 66 0,-171-49 0,227 69 0,0 0 0,0 2 0,-1 0 0,1 1 0,-1 0 0,1 2 0,0 0 0,-22 4 0,19 5 0,20-9 0,-1 0 0,0 0 0,0-1 0,0 1 0,0-1 0,0 1 0,0-1 0,0 1 0,0-1 0,0 0 0,0 1 0,-1-1 0,1 0 0,0 0 0,0 0 0,0 0 0,0 0 0,0 0 0,0 0 0,-1 0 0,1 0 0,0 0 0,-1-1 0,-1 0 0,-1 1 0,1 0 0,-1 0 0,1 0 0,-1 0 0,1 1 0,-1 0 0,1-1 0,0 1 0,-1 0 0,-3 2 0,-6 1 0,23-28-150,-9 19-1065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08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0 24575,'-3'1'0,"0"1"0,1-1 0,-1 1 0,0-1 0,1 1 0,-1 0 0,-1 2 0,-2 0 0,-49 31 0,-80 36 0,148-61 0,9 0 3,-1-2-1,1 0 0,24 5 1,-1 0-1378,-23-6-5451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11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63 24575,'-4'-19'0,"3"10"0,14 16 0,-9-6 0,0 0 0,-1 0 0,1 0 0,0-1 0,1 1 0,-1-1 0,0 0 0,0 0 0,0-1 0,0 1 0,5-2 0,2 1 0,54-5 0,456-24 0,163 24 0,-181 29 0,-212-5 0,-172-12 0,469 35 0,-99 5 0,-295-31 0,50 8 0,340 19 0,-86-23 0,-275-12 0,217 13 0,-326-8 0,-117-14 0,0 1 0,1 0 0,0 0 0,0-1 0,0 1 0,0-1 0,0 1 0,0-1 0,0 0 0,1 0 0,-1 0 0,-2-3 0,8-11 0,0 1 0,1-1 0,13-27 0,-10 27 0,-2 0 0,10-34 0,-17 48 0,1 0 0,-1 0 0,1 0 0,-1 1 0,0-1 0,0 0 0,0 0 0,0 0 0,0 1 0,0-1 0,0 0 0,-1 1 0,-1-2 0,-7-6 0,10 9 0,0 0 0,0 0 0,0 0 0,0 0 0,0 0 0,0 0 0,0 0 0,0 0 0,0 0 0,0 0 0,0 1 0,0-1 0,0 0 0,0 0 0,0 0 0,0 0 0,0 0 0,0 0 0,0 0 0,0 0 0,0 0 0,0 1 0,0-1 0,0 0 0,0 0 0,0 0 0,0 0 0,0 0 0,0 0 0,0 0 0,0 0 0,0 0 0,0 0 0,0 0 0,0 0 0,0 1 0,0-1 0,0 0 0,-1 0 0,1 0 0,0 0 0,0 0 0,0 0 0,0 0 0,0 0 0,0 0 0,0 0 0,0 0 0,0 0 0,0 0 0,-1 0 0,1 0 0,0 0 0,0 0 0,0 0 0,0 0 0,0 0 0,0 0 0,7 17 0,2-1 0,0 0 0,1 0 0,22 27 0,-11-14 0,-6-10 0,-9-12 0,0 1 0,-1-1 0,5 10 0,-10-16 0,1 0 0,-1-1 0,0 1 0,0 0 0,0-1 0,0 1 0,0 0 0,-1-1 0,1 1 0,0 0 0,0-1 0,0 1 0,0-1 0,-1 1 0,1 0 0,0-1 0,-1 1 0,1-1 0,0 1 0,-1-1 0,1 1 0,-1-1 0,1 1 0,-1-1 0,1 1 0,-1-1 0,1 0 0,-1 1 0,1-1 0,-1 0 0,0 0 0,1 1 0,-1-1 0,1 0 0,-2 0 0,-24 9 0,-9-3 0,-45 2 0,2-1 0,-9 6-1365,56-8-5461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19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24575,'0'0'0,"8"5"0,2 0 0,-1 0 0,-1 0 0,-3-2 0,-1-1 0,5 3 0,2 1 0,-2-1-8191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0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 24575,'-38'0'0,"36"2"0,0 0 0,0 1 0,1 0 0,-1-1 0,0 1 0,1 0 0,0 0 0,-2 4 0,2-4 0,-5 15 0,0 1 0,2-1 0,0 2 0,1-1 0,0 0 0,2 1 0,2 37 0,-1-51-136,-1 0-1,1 0 1,-1 0-1,0 0 1,-1 0-1,1 0 1,-1-1-1,0 1 0,-5 8 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1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24575,'3'20'0,"-3"-14"0,-2 0 0,1-1 0,-1 1 0,-3 10 0,2-11 0,1 0 0,1 0 0,-1 0 0,1 0 0,0 1 0,0-1 0,0 6 0,1-6 0,0 0 0,1 0 0,-1 0 0,1 0 0,0 0 0,1 0 0,-1-1 0,1 1 0,0 0 0,0-1 0,0 1 0,1-1 0,-1 0 0,7 7 0,-8-10 0,0 0 0,1 0 0,-1 0 0,0-1 0,1 1 0,-1-1 0,0 1 0,1-1 0,-1 0 0,1 1 0,-1-1 0,1 0 0,-1 0 0,1 0 0,-1 0 0,1 0 0,-1 0 0,1-1 0,-1 1 0,1 0 0,1-2 0,30-10 0,4-8-1365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1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 24575,'-9'30'0,"1"-16"0,-4 6 0,2 0 0,0 1 0,1 0 0,1 1 0,0 0 0,-3 23 0,5-20 120,5-25-173,1 1 0,0 0 0,-1 0 0,1-1 0,0 1 0,-1 0 0,1-1 0,-1 1 0,1 0 0,-1-1 0,1 1 0,-1-1 0,0 1-1,1-1 1,-1 1 0,0-1 0,1 0 0,-1 1 0,0-1 0,1 0 0,-1 1 0,0-1 0,0 0 0,0 0 0,1 0 0,-1 1 0,-1-1 0,-4-1-6773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1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0 24575,'-1'33'0,"-2"1"0,-2-1 0,0 0 0,-13 40 0,18-71 0,1 0 0,0 0 0,0-1 0,0 1 0,1 0 0,-1-1 0,0 1 0,1-1 0,-1 1 0,1-1 0,-1 0 0,1 1 0,-1-1 0,1 0 0,3 1 0,-2-1-59,0-1 0,1 0-1,-1 0 1,0 0-1,0-1 1,0 1 0,0-1-1,1 0 1,-1 0 0,0 0-1,0 0 1,-1 0 0,1-1-1,0 1 1,0-1 0,0 0-1,-1 0 1,1 0-1,-1 0 1,0 0 0,0 0-1,3-4 1,4-3-6767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2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0 24575,'-12'27'0,"5"-15"0,-1 0 0,-1-1 0,-12 13 0,-9 13 0,29-36 0,0 1 0,0-1 0,0 0 0,0 1 0,1-1 0,-1 1 0,0-1 0,1 1 0,-1-1 0,1 1 0,0-1 0,-1 1 0,1 0 0,0-1 0,0 1 0,0 0 0,0-1 0,0 1 0,0-1 0,1 1 0,-1 0 0,0-1 0,1 1 0,-1-1 0,1 1 0,0-1 0,-1 1 0,1-1 0,0 1 0,0-1 0,0 0 0,0 1 0,0-1 0,2 1 0,1 2 0,-1-2 0,1 1 0,0 0 0,0-1 0,0 0 0,0 0 0,1 0 0,-1 0 0,0-1 0,7 2 0,-7-2-97,-1 0-1,1 0 1,0-1-1,0 0 1,-1 1-1,1-1 1,0-1-1,0 1 1,0-1-1,-1 1 1,1-1-1,0 0 0,6-3 1,-1 0-6729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2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0 24575,'0'4'0,"0"0"0,-1-1 0,0 1 0,0-1 0,0 1 0,0-1 0,0 1 0,-1-1 0,0 0 0,1 1 0,-1-1 0,0 0 0,-1 0 0,1 0 0,-3 2 0,-7 7 0,0-1 0,-16 11 0,-9 9 0,-29 29 0,63-57 0,0 1 0,0 1 0,0-1 0,1 0 0,-4 9 0,6-12 0,1 0 0,-1 1 0,1-1 0,0 0 0,0 0 0,0 0 0,-1 1 0,1-1 0,1 0 0,-1 0 0,0 0 0,0-1 0,0 1 0,0 0 0,1 0 0,-1 0 0,0-1 0,1 1 0,-1-1 0,0 1 0,3 0 0,0-2-76,0 0 1,0 0-1,0 0 0,0-1 0,0 1 0,-1-1 0,1 0 0,0 0 1,-1 0-1,0-1 0,1 1 0,-1-1 0,0 0 0,0 0 1,-1 0-1,1 0 0,4-7 0,-2 1-6750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2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1 24575,'-19'44'0,"7"-18"0,2 0 0,1 0 0,-10 42 0,19-67 0,0-1 0,-1 1 0,1 0 0,0 0 0,0-1 0,0 1 0,0 0 0,-1 0 0,1-1 0,0 1 0,0 0 0,1 0 0,-1-1 0,0 1 0,0 0 0,0 0 0,0-1 0,1 1 0,-1 0 0,0-1 0,1 1 0,-1 0 0,0-1 0,1 1 0,-1 0 0,1-1 0,-1 1 0,1-1 0,-1 1 0,1-1 0,0 1 0,-1-1 0,1 1 0,-1-1 0,1 0 0,0 1 0,0-1 0,-1 0 0,1 0 0,0 1 0,-1-1 0,1 0 0,0 0 0,0 0 0,-1 0 0,1 0 0,0 0 0,0 0 0,-1 0 0,1 0 0,0 0 0,0-1 0,-1 1 0,1 0 0,0 0 0,1-1 0,0 0 0,1 0 0,-1 0 0,1 0 0,-1 0 0,0 0 0,1 0 0,-1 0 0,0-1 0,0 1 0,0-1 0,0 0 0,4-3 0,-4 2 0,-1-1 0,1 1 0,-1 0 0,0 0 0,0 0 0,0-1 0,0 1 0,0-1 0,-1-4 0,-29 28 0,-94 73 0,115-87 0,1 0 0,-1 1 0,1 0 0,0 1 0,1-1 0,-9 14 0,15-21 3,0 0 0,-1 1 0,1-1 0,0 1 0,0-1-1,-1 1 1,1-1 0,0 0 0,0 1 0,0-1 0,0 1-1,0-1 1,0 1 0,0-1 0,0 1 0,0 0 0,0-1 0,0 1-1,0-1 1,0 1 0,0-1 0,0 0 0,0 1 0,1-1 0,-1 1-1,0-1 1,0 1 0,1-1 0,-1 1 0,0-1 0,0 0 0,1 1-1,-1-1 1,0 1 0,1-1 0,-1 0 0,1 0 0,-1 1-1,1-1 1,-1 0 0,1 1 0,0-1-109,0 1 0,1-1 0,-1 1 0,1-1 0,-1 0 0,0 1-1,1-1 1,-1 0 0,1 0 0,-1 0 0,0 0 0,1 0 0,1-1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3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675 0 24575,'-18'26'0,"-16"36"0,24-40 0,-2-1 0,0 0 0,-1-1 0,-1 0 0,-1-1 0,-23 23 0,20-23 0,18-19 0,0 0 0,0 0 0,0 0 0,0 0 0,0 0 0,0 1 0,0-1 0,-1 0 0,1 0 0,0 0 0,0 0 0,0 0 0,0 0 0,0 0 0,0 0 0,0 1 0,0-1 0,0 0 0,0 0 0,0 0 0,0 0 0,0 0 0,0 0 0,0 0 0,0 0 0,0 1 0,0-1 0,1 0 0,-1 0 0,0 0 0,0 0 0,0 0 0,0 0 0,0 0 0,0 0 0,0 0 0,0 0 0,0 1 0,0-1 0,0 0 0,0 0 0,1 0 0,-1 0 0,0 0 0,0 0 0,0 0 0,0 0 0,0 0 0,0 0 0,0 0 0,13-2 0,-8 1 0,0-1 0,0 1 0,0-1 0,0 0 0,-1 0 0,1-1 0,-1 0 0,1 1 0,4-6 0,-26 44 0,-10 5 0,-64 74 0,34-48 0,54-62 0,-7 8 0,13-11 0,8-6 0,-6 2 0,0-1 0,0 0 0,0-1 0,0 1 0,0-1 0,0 0 0,-1 0 0,0 0 0,0-1 0,0 1 0,0-1 0,-1 0 0,0 0 0,3-6 0,-26 18 0,7 1 0,-1 0 0,1 1 0,1 0 0,0 1 0,-20 20 0,-49 67 0,32-37 0,35-42 0,14-15 0,11-9 0,60-50 0,-58 45 0,-8 4 0,-14 8 0,-14 7 0,-88 79 0,58-44 0,41-34 0,-27 24 0,36-30 0,1 0 0,-1 0 0,1 0 0,-1 0 0,1 0 0,0 0 0,0 1 0,0 0 0,1-1 0,-2 5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5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1186 0 24575,'-16'23'0,"1"-8"0,-1-1 0,0 0 0,-32 19 0,29-21 0,1 0 0,1 1 0,-21 22 0,42-35 0,-1 1 0,1 0 0,-1-1 0,1 0 0,-1 0 0,1 0 0,-1 0 0,0-1 0,6 0 0,0-4 0,0 0 0,-1-1 0,1 0 0,12-11 0,-31 24 0,-1 0 0,0 0 0,-14 6 0,9-6 0,-29 20 0,-69 74 0,19-17 0,-25 24 0,130-122 0,-1 0 0,0-1 0,11-30 0,-20 45 0,1 0 0,-1 0 0,0 0 0,0 0 0,0 0 0,0-1 0,0 1 0,0 0 0,0 0 0,0 0 0,0 0 0,0 0 0,0 0 0,0-1 0,0 1 0,0 0 0,0 0 0,0 0 0,0 0 0,0 0 0,0-1 0,0 1 0,0 0 0,0 0 0,0 0 0,-1 0 0,1 0 0,0 0 0,0 0 0,0-1 0,0 1 0,0 0 0,0 0 0,0 0 0,0 0 0,0 0 0,-1 0 0,1 0 0,0 0 0,0 0 0,0 0 0,0 0 0,0 0 0,-1-1 0,-8 2 0,-9 5 0,-2 7 0,0 1 0,0 1 0,-18 20 0,-11 7 0,9-14 0,-50 25 0,58-34 0,55-36 0,41-41 0,-23 19 0,-44 42 0,0-1 0,0 0 0,-1 0 0,1 0 0,-1-1 0,-4 3 0,-9 3 0,-141 88 0,137-80 0,0 1 0,2 1 0,0 0 0,0 2 0,-17 23 0,-13 31 0,90-106 0,-25 17 0,-2-2 0,22-30 0,-36 48 0,0 0 0,0-1 0,0 1 0,0 0 0,0 0 0,0 0 0,1 0 0,-1-1 0,0 1 0,0 0 0,0 0 0,0 0 0,0-1 0,0 1 0,0 0 0,0 0 0,0 0 0,0-1 0,0 1 0,0 0 0,0 0 0,0 0 0,-1-1 0,1 1 0,0 0 0,0 0 0,0 0 0,0 0 0,0-1 0,0 1 0,0 0 0,0 0 0,-1 0 0,1 0 0,0 0 0,0 0 0,0-1 0,0 1 0,-1 0 0,1 0 0,0 0 0,-13-4 0,-12 5 0,19 1 0,0 1 0,0-1 0,0 2 0,1-1 0,-1 1 0,1-1 0,-8 9 0,-35 37 0,18-16 0,11-14-1365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5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 1 24575,'0'0'0,"0"0"0,-23 17 0,-44 24 0,36-24 0,-30 23 0,-33 18 0,116-73 0,0-1 0,-1-1 0,34-34 0,-117 94 0,-39 36 0,100-79 4,1 1-1,0-1 1,-1 0-1,1 0 1,-1 1-1,1-1 1,0 0-1,-1 1 1,1-1-1,0 0 1,-1 1 0,1-1-1,0 1 1,0-1-1,0 0 1,-1 1-1,1-1 1,0 1-1,0-1 1,0 1-1,0-1 1,0 1-1,0-1 1,0 1-1,0-1 1,0 0-1,0 1 1,0-1-1,0 1 1,0-1-1,0 1 1,0-1-1,1 2 1,-1-1-118,1 0 0,0-1-1,0 1 1,0 0 0,0 0 0,0 0-1,0 0 1,0-1 0,0 1 0,0 0-1,0-1 1,2 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6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283 0 24575,'-2'2'0,"0"0"0,0-1 0,-1 1 0,1-1 0,-1 1 0,1-1 0,-5 1 0,4 0 0,-29 14 0,2 2 0,0 1 0,-35 29 0,57-41 0,9-5 0,12-5 0,-1 0 0,-6 1 0,0-1 0,0 0 0,-1 0 0,1-1 0,-1 0 0,0 0 0,0 0 0,0 0 0,-1-1 0,7-7 0,-1 1 0,-10 11 0,1 0 0,-1-1 0,1 1 0,-1 0 0,1-1 0,-1 1 0,0 0 0,1-1 0,-1 1 0,0-1 0,0 1 0,1-1 0,-1 1 0,0-1 0,0 1 0,1-1 0,-1 1 0,0-1 0,0 1 0,0-1 0,0 1 0,0-1 0,0 1 0,0-1 0,0 1 0,0-1 0,0 1 0,0-1 0,0 1 0,0-1 0,0 0 0,-1 1 0,1-1 0,-1 0 0,0 1 0,1 0 0,-1-1 0,0 1 0,0 0 0,1-1 0,-1 1 0,0 0 0,0 0 0,0 0 0,1 0 0,-1 0 0,0 0 0,0 0 0,0 0 0,0 0 0,1 0 0,-1 0 0,0 0 0,0 1 0,0-1 0,1 0 0,-2 1 0,-20 9-93,1 1 0,0 1-1,1 1 1,0 1 0,-32 29-1,32-26-711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6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0 24575,'0'0'0,"0"0"0,0 0 0,0 0 0,0 0 0,-12 10 0,2-2 0,1 1 0,0 0 0,1 0 0,-1 1 0,2 0 0,0 1 0,0-1 0,1 1 0,0 1 0,1-1 0,0 1 0,1 0 0,-5 19 0,9-30 0,0 0 0,0-1 0,0 1 0,0 0 0,-1 0 0,1 0 0,0-1 0,0 1 0,1 0 0,-1 0 0,0 0 0,0-1 0,0 1 0,0 0 0,1 0 0,-1-1 0,0 1 0,1 0 0,-1 0 0,1-1 0,-1 1 0,0 0 0,1-1 0,0 1 0,0 0 0,1 0 0,-1 0 0,1 0 0,-1 0 0,1-1 0,0 1 0,-1-1 0,1 1 0,0-1 0,0 0 0,-1 0 0,3 1 0,5-2 0,0 1 0,0-1 0,12-3 0,-20 4 0,6-2-1365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6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0 24575,'-11'4'0,"0"0"0,0 0 0,1 1 0,-1 0 0,-14 10 0,-49 40 0,18-12 0,52-40 0,1 0 0,-1 1 0,1 0 0,-1 0 0,1 0 0,-4 8 0,11-10-1365,1 1-5461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7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0 24575,'0'0'0,"0"0"0,0 0 0,0 0 0,-15 15 0,-112 98 0,100-92 0,23-19 0,0 0 0,0 1 0,0 0 0,1 0 0,-1 0 0,1 0 0,-4 4 0,39-4 0,-28-3 0,0-1 0,0 0 0,0 0 0,0 0 0,0 0 0,0-1 0,0 1 0,0-1 0,0 0 0,-1 0 0,1-1 0,-1 1 0,0-1 0,1 0 0,-1 1 0,0-1 0,-1-1 0,1 1 0,-1 0 0,1-1 0,-1 1 0,0-1 0,3-7 0,-4 8 0,1-1 0,-1 1 0,0-1 0,0 1 0,0-1 0,0 0 0,-1 0 0,0 1 0,0-1 0,0 0 0,0 0 0,0 1 0,-1-1 0,1 0 0,-1 1 0,0-1 0,0 0 0,-1 1 0,1-1 0,-1 1 0,1 0 0,-1-1 0,0 1 0,0 0 0,-1 0 0,-4-5 0,6 8 0,0-1 0,1 0 0,-1 1 0,0-1 0,0 0 0,0 1 0,0-1 0,-1 1 0,1 0 0,0-1 0,0 1 0,0 0 0,0 0 0,0-1 0,0 1 0,-1 0 0,1 0 0,0 0 0,0 0 0,0 1 0,-2-1 0,0 1 0,0 0 0,0 0 0,1 1 0,-1-1 0,0 1 0,1-1 0,-1 1 0,-2 2 0,-2 3 0,0 0 0,0 0 0,0 1 0,-6 11 0,9-14-85,-4 7 157,1 0 0,-9 20 0,15-29-143,0-1-1,0 1 1,0-1 0,0 1 0,0-1 0,1 1-1,-1-1 1,1 1 0,0 0 0,0-1-1,0 1 1,0 0 0,0-1 0,1 1-1,-1 0 1,1-1 0,-1 1 0,1-1-1,0 1 1,2 4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8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 24575,'-5'3'0,"0"-1"0,1 1 0,0 1 0,0-1 0,-6 7 0,9-10 0,-9 10 0,0 0 0,0 1 0,1 0 0,0 1 0,-11 21 0,26-43 0,-3 4 0,-14 10 0,5-1 0,9-2 0,18-3 0,5-1 0,-25 3 0,0-1 0,1 1 0,-1 0 0,0 0 0,1-1 0,-1 1 0,0 0 0,1-1 0,-1 0 0,0 1 0,0-1 0,0 0 0,0 1 0,1-1 0,-1 0 0,0 0 0,0 0 0,-1 0 0,1 0 0,1-2 0,-1 3 0,-1 0 0,0-1 0,0 1 0,0 0 0,0 0 0,0 0 0,0 0 0,0-1 0,1 1 0,-1 0 0,0 0 0,0 0 0,0-1 0,0 1 0,0 0 0,0 0 0,0 0 0,0-1 0,0 1 0,0 0 0,0 0 0,0-1 0,0 1 0,0 0 0,-1 0 0,1 0 0,0 0 0,0-1 0,0 1 0,0 0 0,0 0 0,0 0 0,0-1 0,0 1 0,-1 0 0,1 0 0,0 0 0,-15 3 0,11-1 0,0 0 0,0 1 0,1 0 0,-1-1 0,1 1 0,0 1 0,0-1 0,0 0 0,0 1 0,-2 3 0,4-5 0,3-4-3,0 1 0,1 0 0,-1-1 0,0 1-1,1 0 1,-1 0 0,1 1 0,3-2 0,2 0-1334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29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24575,'-2'21'0,"-15"322"0,15-234 0,-2 178 0,-6 170 0,-4 964-1571,15-830 1222,28 1294 349,-17-1579 0,40 755 0,-16-696-482,10 248 2484,-44-549-1812,0 55 20,-6-96 132,3-22-403,1-1 0,0 1 0,-1 0 0,1-1 0,0 1 0,-1-1 0,1 1 0,-1 0 0,1-1 0,-1 1 0,1-1 0,-1 1 0,0-1 0,1 0 0,-1 1 0,0-1 0,1 0 0,-1 1 0,0-1 1,1 0-1,-1 1 0,0-1 0,1 0 0,-1 0 0,0 0 0,0 0 0,-1 0 0,-6-1-6765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30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24575,'18'7'0,"8"0"0,0-3 0,1 0 0,44 1 0,-17-2 0,1804 77-733,5-76-1801,-1456-6 1589,673-11 1092,123 0-2205,1454 57 1676,-2456-39 340,1005 46-398,-846-21 331,414 23 121,46-30 2778,-707-20-2411,-8 2 1395,44-1 367,-148-4-3506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30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0 24575,'20'8'0,"-11"-4"0,150 51 0,12 5 0,-169-60 0,0 1 0,0 0 0,0 0 0,-1 0 0,1 0 0,0 0 0,0 0 0,0 0 0,-1 0 0,1 1 0,-1-1 0,1 1 0,-1-1 0,1 1 0,-1 0 0,0-1 0,0 1 0,0 0 0,0 0 0,0 0 0,0 0 0,0 2 0,-1-2 0,0 1 0,0-1 0,0 1 0,-1-1 0,1 1 0,-1-1 0,1 0 0,-1 1 0,0-1 0,0 0 0,0 0 0,0 0 0,0 1 0,-1-1 0,-2 3 0,-5 5 0,0-1 0,0 1 0,-1-2 0,-1 0 0,-15 11 0,-10 1 0,0-1 0,-56 21 0,-83 18 0,144-48-1365,24-8-5461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31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0 24575,'0'0'0,"0"0"0,0 0 0,0 11 0,-1 29 0,-2 0 0,-14 67 0,-29 75 0,44-176 0,1-4 0,1-1 0,-1 1 0,1 0 0,0 0 0,-1 0 0,1-1 0,0 1 0,0 0 0,0 0 0,0 0 0,0 0 0,1-1 0,-1 1 0,0 0 0,1 0 0,-1-1 0,1 1 0,0 0 0,0-1 0,0 1 0,0 0 0,1 1 0,-1-2 0,1 0 0,-1-1 0,0 1 0,0-1 0,1 1 0,-1-1 0,0 1 0,1-1 0,-1 0 0,0 0 0,1 0 0,-1 0 0,0 0 0,1 0 0,-1 0 0,1 0 0,-1 0 0,0-1 0,1 1 0,-1 0 0,0-1 0,0 1 0,1-1 0,-1 0 0,0 1 0,0-1 0,0 0 0,0 0 0,1 0 0,0-1 0,10-8 0,0-2 0,-1 1 0,0-1 0,-1-1 0,0 0 0,-1-1 0,8-14 0,-9 13 0,1 0 0,1 1 0,0 1 0,0 0 0,2 0 0,-1 1 0,15-11 0,-25 22 0,1 0 0,0-1 0,0 1 0,-1 0 0,1 0 0,0 0 0,0 0 0,0 1 0,0-1 0,0 1 0,0-1 0,0 1 0,0 0 0,0-1 0,0 1 0,1 0 0,-1 0 0,0 1 0,0-1 0,0 0 0,0 1 0,0-1 0,0 1 0,0 0 0,0-1 0,0 1 0,0 0 0,-1 0 0,1 0 0,0 1 0,2 1 0,0 1 0,0 0 0,0 0 0,-1 1 0,0-1 0,0 1 0,0 0 0,0 0 0,-1 0 0,0 0 0,3 9 0,0 10 0,0 1 0,1 42 0,-5-44 0,1 0 0,1-1 0,9 34 0,-11-54 0,0 0 0,-1 0 0,1 0 0,0 0 0,0 0 0,0 0 0,0 0 0,0 0 0,1 0 0,-1 0 0,1-1 0,-1 1 0,1 0 0,-1-1 0,1 0 0,0 1 0,2 1 0,-2-3 0,0 1 0,0-1 0,0 1 0,0-1 0,0 0 0,0 1 0,0-1 0,-1 0 0,1-1 0,0 1 0,0 0 0,0 0 0,0-1 0,0 1 0,0-1 0,2 0 0,4-4 0,0 1 0,0-1 0,-1 0 0,1 0 0,-1-1 0,-1 0 0,9-9 0,17-21 38,-2-2-1,47-76 1,38-93-1289,-109 195 1024,5-8-6599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32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 24575,'-7'19'0,"0"-4"0,-6 37 9,2 0-1,2 1 1,-4 82-1,14 163-163,2-116-1089,-3-173-5582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32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24575,'5'14'0,"1"0"0,-2 1 0,0-1 0,-1 1 0,0 0 0,0 15 0,-1-12 0,1-1 0,0 0 0,1-1 0,7 21 0,-10-35 0,0 1 0,0-1 0,0 0 0,0 1 0,1-1 0,-1 0 0,1 0 0,-1 0 0,1 0 0,0 0 0,0 0 0,0 0 0,0-1 0,0 1 0,0-1 0,0 0 0,1 1 0,-1-1 0,0 0 0,1 0 0,-1 0 0,1-1 0,-1 1 0,1-1 0,-1 1 0,1-1 0,0 0 0,-1 0 0,1 0 0,4-1 0,-2 0 0,-1 0 0,0 0 0,0 0 0,0-1 0,0 0 0,0 0 0,-1 0 0,1 0 0,0-1 0,-1 1 0,0-1 0,1 0 0,-1 0 0,0 0 0,-1 0 0,1-1 0,4-6 0,-3 1 0,0 0 0,0 0 0,-1 0 0,0-1 0,0 1 0,-1-1 0,0 1 0,-1-1 0,0 0 0,-1 0 0,0 1 0,0-1 0,-4-18 0,3 23 7,-1 1 0,0 0-1,0-1 1,0 1 0,0 0-1,-1 0 1,0 1-1,0-1 1,0 0 0,0 1-1,0 0 1,-1-1 0,1 1-1,-1 1 1,0-1 0,0 0-1,-4-1 1,6 3-47,0 0 0,0 0 0,0 0-1,0 0 1,0 0 0,0 0 0,0 1 0,-1-1 0,1 1 0,0 0 0,0 0-1,-1 0 1,1 0 0,0 0 0,0 0 0,-1 0 0,1 1 0,0-1-1,0 1 1,0 0 0,0-1 0,0 1 0,0 0 0,0 0 0,0 0-1,0 1 1,0-1 0,0 0 0,1 1 0,-1-1 0,0 1 0,1 0 0,-1-1-1,1 1 1,0 0 0,-2 3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33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24575,'0'0'0,"1"0"0,-1 0 0,0 1 0,1-1 0,-1 0 0,0 1 0,1-1 0,-1 1 0,0-1 0,1 1 0,-1-1 0,0 0 0,0 1 0,0-1 0,1 1 0,-1-1 0,0 1 0,0-1 0,0 1 0,0-1 0,0 1 0,0-1 0,0 1 0,0-1 0,0 1 0,0-1 0,0 1 0,0-1 0,-1 2 0,-2 16 0,-3-7 0,-1 0 0,0-1 0,-1 1 0,0-1 0,0-1 0,-1 0 0,-12 10 0,19-17 0,1-1 0,-1 0 0,1 0 0,0 1 0,-1-1 0,1 1 0,0-1 0,0 1 0,0-1 0,0 1 0,0-1 0,1 1 0,-1 0 0,0 0 0,1-1 0,-1 1 0,1 0 0,0 0 0,-1 0 0,1-1 0,0 1 0,0 0 0,0 0 0,0 0 0,1 0 0,-1-1 0,1 1 0,-1 0 0,1 2 0,1-1 0,0 0 0,0 0 0,0-1 0,0 1 0,0 0 0,0-1 0,1 0 0,-1 1 0,1-1 0,-1 0 0,1 0 0,0 0 0,6 2 0,19 7 0,-20-8 0,0 0 0,0 0 0,-1 0 0,1 1 0,9 7 0,-15-10 0,-1 0 0,0 0 0,1 1 0,-1-1 0,0 0 0,0 1 0,0-1 0,0 1 0,0-1 0,-1 1 0,1-1 0,0 1 0,-1-1 0,1 1 0,-1 0 0,1-1 0,-1 1 0,0 0 0,0 0 0,0-1 0,0 1 0,0 0 0,0-1 0,0 1 0,-1 0 0,1 0 0,0-1 0,-1 1 0,0 0 0,1-1 0,-2 3 0,-2 2 0,1 0 0,-1-1 0,-1 1 0,1-1 0,-1 0 0,0 0 0,0 0 0,-1-1 0,1 1 0,-1-1 0,0-1 0,0 1 0,-10 3 0,16-6 0,0-1 0,-1 0 0,1 0 0,0 0 0,0 0 0,-1 1 0,1-1 0,0 0 0,0 0 0,-1 0 0,1 0 0,0 0 0,-1 0 0,1 0 0,0 1 0,0-1 0,-1 0 0,1 0 0,0 0 0,-1 0 0,1 0 0,0-1 0,0 1 0,-1 0 0,1 0 0,0 0 0,-1 0 0,1 0 0,0 0 0,0 0 0,-1 0 0,1-1 0,0 1 0,0 0 0,-1 0 0,1-12 0,13-17 0,-2 12 0,2 0 0,1 1 0,0 1 0,0 0 0,2 0 0,31-22 0,115-60 0,-87 44 0,-110 75 0,-37 25 0,62-40 0,2 0 0,-1 1 0,1-1 0,0 2 0,-9 12 0,14-17 0,1 0 0,-1 0 0,1 1 0,0-1 0,0 0 0,0 1 0,1-1 0,0 1 0,-1 6 0,1-9 0,1 0 0,0 0 0,0 0 0,1 0 0,-1-1 0,0 1 0,0 0 0,1 0 0,-1 0 0,1 0 0,0-1 0,-1 1 0,1 0 0,0-1 0,0 1 0,0-1 0,0 1 0,1-1 0,-1 1 0,0-1 0,0 0 0,1 1 0,-1-1 0,1 0 0,-1 0 0,3 1 0,6 3 0,1-1 0,-1 0 0,1-1 0,0 0 0,0-1 0,17 2 0,27 6 0,-54-10 0,0 1 0,1-1 0,-1 0 0,0 1 0,1-1 0,-1 1 0,0-1 0,1 1 0,-1 0 0,0 0 0,0-1 0,0 1 0,0 0 0,0 0 0,0 0 0,0 0 0,0 0 0,0 0 0,0 1 0,0 0 0,-1-1 0,1 0 0,-1 0 0,0 0 0,0 1 0,0-1 0,0 0 0,0 0 0,0 0 0,-1 0 0,1 0 0,0 0 0,0 1 0,-1-1 0,1 0 0,-1 0 0,1 0 0,-1 0 0,0 0 0,0 1 0,-3 2 0,0 1 0,0-1 0,0 1 0,-1-1 0,0 0 0,1-1 0,-10 6 0,7-6-341,0 0 0,0 0-1,-13 3 1,8-3-6485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35:33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0 326 24575,'0'0'0,"0"0"0,0 0 0,0 0 0,2-9 0,6-19 0,1 0 0,1 0 0,1 1 0,1 0 0,2 1 0,1 1 0,0 0 0,38-43 0,-50 64 0,0 1 0,0 0 0,1-1 0,-1 1 0,1 1 0,0-1 0,0 0 0,0 1 0,0 0 0,5-2 0,-8 4 0,1-1 0,0 1 0,0 0 0,-1 0 0,1-1 0,0 1 0,0 1 0,-1-1 0,1 0 0,0 0 0,-1 1 0,1-1 0,0 1 0,-1-1 0,1 1 0,0 0 0,-1 0 0,1-1 0,-1 1 0,1 0 0,-1 0 0,0 1 0,1-1 0,-1 0 0,0 0 0,0 1 0,0-1 0,0 1 0,1 1 0,7 13 0,0 1 0,-1 0 0,-1 0 0,-1 1 0,6 26 0,0-2 0,33 97-1365,-36-111-5461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2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431 615 24575,'0'0'0,"0"0"0,0 0 0,0 0 0,0 0 0,0 0 0,0 0 0,0 0 0,0 0 0,-2 0 0,-27-3 0,1 1 0,-1 1 0,-30 4 0,48-2 0,0 1 0,1 1 0,-1-1 0,1 1 0,-1 1 0,1 0 0,0 1 0,1 0 0,-1 0 0,1 1 0,-12 10 0,9-5 0,1 0 0,1 0 0,0 2 0,1-1 0,0 1 0,1 0 0,0 1 0,1 0 0,1 0 0,0 1 0,-5 20 0,-3 20 0,-11 99 0,25-151 0,-3 23 0,2-1 0,0 1 0,2-1 0,1 1 0,6 30 0,-7-52 0,0 0 0,0 1 0,0-1 0,1-1 0,-1 1 0,1 0 0,0 0 0,0-1 0,0 1 0,1-1 0,-1 1 0,1-1 0,0 0 0,0 0 0,0 0 0,0-1 0,1 1 0,-1-1 0,1 0 0,-1 0 0,1 0 0,0 0 0,0 0 0,0-1 0,0 0 0,0 0 0,0 0 0,0 0 0,0-1 0,1 1 0,-1-1 0,0 0 0,0-1 0,0 1 0,0-1 0,1 1 0,-1-1 0,0 0 0,5-3 0,7-4 0,0 0 0,-1-1 0,-1-1 0,1 0 0,-2-1 0,1-1 0,-2 0 0,1 0 0,-2-1 0,0-1 0,11-17 0,6-14 0,-2-1 0,29-70 0,26-119 0,-21-4 0,-30 77 0,-29 149 0,0 1 0,-1-18 0,1-11 0,24-121 0,-13 100 0,-12 67 0,0 0 0,1 0 0,-1 0 0,1 0 0,2 5 0,1 14 0,4 69 0,-7 141 0,-3-120 0,-7 175 0,2-78 0,8-194 0,0 0 0,2 0 0,0-1 0,1 1 0,0-1 0,2 1 0,10 22 0,-16-39 4,0 1 1,1 0-1,-1-1 0,0 1 0,1 0 0,-1-1 0,0 1 0,1-1 0,-1 1 1,1 0-1,-1-1 0,1 1 0,-1-1 0,1 1 0,0-1 0,-1 0 0,1 1 1,0-1-1,-1 0 0,1 1 0,0-1 0,-1 0 0,1 0 0,0 1 0,0-1 1,-1 0-1,1 0 0,1 0 0,19-8-1489,-12 3-5341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3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232 262 24575,'0'0'0,"0"0"0,0 0 0,17-17 0,-14 10 0,-1 0 0,1-1 0,-1 1 0,-1 0 0,1-1 0,-1 1 0,0-1 0,-1 1 0,0-9 0,-8-69 0,8 84 0,-1-5 0,0 0 0,0 1 0,0-1 0,-1 1 0,0 0 0,0 0 0,0-1 0,-1 1 0,-4-6 0,6 9 0,0 1 0,0 0 0,-1-1 0,1 1 0,0 0 0,-1 0 0,1 0 0,-1 0 0,1 0 0,-1 0 0,0 0 0,1 1 0,-1-1 0,0 1 0,0-1 0,1 1 0,-1-1 0,0 1 0,0 0 0,0 0 0,1 0 0,-1 0 0,0 0 0,0 1 0,0-1 0,1 0 0,-1 1 0,0-1 0,0 1 0,1 0 0,-1-1 0,0 1 0,-1 2 0,-5 2 0,0 0 0,0 1 0,1 0 0,-1 1 0,2 0 0,-1 0 0,1 0 0,0 1 0,0 0 0,1 0 0,0 0 0,-5 13 0,-6 16 0,-18 60 0,25-66 0,1 0 0,1 0 0,2 1 0,1 0 0,2 0 0,1 0 0,1-1 0,2 1 0,1 0 0,2 0 0,15 54 0,-19-81 0,0 0 0,1 0 0,0 0 0,0 0 0,0-1 0,1 1 0,0 0 0,0-1 0,0 0 0,0 0 0,0 0 0,1 0 0,0 0 0,0-1 0,0 0 0,5 4 0,-6-6 0,1 1 0,0-1 0,0 0 0,-1 0 0,1 0 0,0 0 0,0-1 0,0 0 0,0 1 0,0-1 0,0-1 0,0 1 0,0-1 0,-1 1 0,1-1 0,0 0 0,0 0 0,0-1 0,-1 1 0,1-1 0,4-3 0,0 0 0,-1 0 0,0 0 0,0-1 0,-1 0 0,0 0 0,0-1 0,0 0 0,-1 0 0,0 0 0,6-11 0,3-9 0,17-47 0,-7-1 0,25-126 0,-27 98 0,-25 123 0,2 1 0,0-1 0,2 0 0,0 1 0,6 31 0,1 22 0,-7-46 0,-1-3 0,2 0 0,0 0 0,10 40 0,-11-64 0,-1 0 0,0 0 0,0 0 0,1 0 0,-1 0 0,0 0 0,1 0 0,-1 0 0,1 0 0,0 0 0,-1 0 0,1 0 0,0 0 0,-1-1 0,1 1 0,0 0 0,0 0 0,0-1 0,1 2 0,-1-2 0,-1 0 0,1 0 0,0 0 0,-1 0 0,1 0 0,0 0 0,-1-1 0,1 1 0,-1 0 0,1 0 0,0 0 0,-1-1 0,1 1 0,-1 0 0,1-1 0,0 1 0,-1-1 0,1 1 0,-1 0 0,1-1 0,-1 1 0,1-2 0,4-4 0,-1 1 0,-1-1 0,1-1 0,3-8 0,12-31-534,14-53 1,-31 93 235,12-42-6528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24575,'2'1'0,"0"0"0,0 1 0,0-1 0,0 1 0,0 0 0,0 0 0,-1-1 0,1 1 0,-1 0 0,0 1 0,1-1 0,-1 0 0,0 0 0,0 0 0,0 1 0,-1-1 0,1 0 0,0 1 0,-1-1 0,1 4 0,0 5 0,-1 0 0,-1 23 0,1-29 0,-7 108 0,-6 158 0,12-205 0,-1-6 0,3 1 0,2-1 0,17 86 0,-18-135 0,2 0 0,-1 0 0,1 0 0,1 0 0,0-1 0,1 0 0,11 16 0,-17-25 2,0-1 0,0 0 0,1 1 0,-1-1 0,0 0 0,0 0 0,1 1 0,-1-1-1,0 0 1,1 1 0,-1-1 0,0 0 0,1 0 0,-1 0 0,0 1 0,1-1 0,-1 0 0,1 0 0,-1 0-1,0 0 1,1 0 0,-1 0 0,1 0 0,-1 0 0,0 0 0,1 0 0,-1 0 0,1 0 0,-1 0 0,1 0 0,-1 0-1,0 0 1,1 0 0,-1-1 0,0 1 0,1 0 0,-1 0 0,1-1 0,12-13-1022,-12 12 600,9-12-6406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4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24575,'0'0'0,"0"0"0,0 0 0,0 0 0,10 1 0,49 4 0,0-2 0,80-8 0,-8 0 0,-99 6-111,-1-1-307,0 0 0,44-8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4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216 323 24575,'6'-20'0,"-5"5"0,-1 0 0,0 0 0,-1 0 0,-1 1 0,0-1 0,-5-17 0,-32-87 0,37 113 0,0 0 0,-1 1 0,0 0 0,0 0 0,-1-1 0,1 2 0,-1-1 0,-4-4 0,7 8 0,0 0 0,0 0 0,0 0 0,-1 0 0,1 0 0,0 1 0,0-1 0,0 0 0,-1 1 0,1-1 0,0 1 0,-1-1 0,1 1 0,0 0 0,-1-1 0,1 1 0,0 0 0,-1 0 0,1 0 0,-1 0 0,1 0 0,0 0 0,-1 1 0,1-1 0,-1 0 0,1 1 0,0-1 0,0 1 0,-1-1 0,1 1 0,0 0 0,0-1 0,0 1 0,-1 0 0,1 0 0,0 0 0,0 0 0,0 0 0,0 0 0,1 0 0,-2 2 0,-9 12 0,2 0 0,-1 0 0,2 1 0,0 1 0,1-1 0,1 1 0,1 0 0,0 0 0,-4 26 0,5-9 0,0-1 0,3 1 0,0 0 0,6 40 0,-1-40 0,10 38 0,-11-59 0,0-1 0,1 0 0,1 0 0,0 0 0,1 0 0,11 15 0,-16-25 0,0 0 0,1 0 0,0 0 0,-1 0 0,1 0 0,0-1 0,0 1 0,0-1 0,0 1 0,0-1 0,0 0 0,0 0 0,1 0 0,-1 0 0,0 0 0,1-1 0,-1 1 0,0-1 0,1 1 0,3-1 0,-2 0 0,0-1 0,1 1 0,-1-1 0,0 0 0,0 0 0,0-1 0,0 1 0,0-1 0,0 0 0,7-4 0,0-2 0,0-1 0,0 0 0,-1 0 0,0-1 0,0 0 0,11-18 0,4-11 0,-2-1 0,-2-1 0,-2-1 0,14-44 0,-21 45 0,-12 41 0,0-1 0,-1 1 0,1 0 0,0 0 0,-1-1 0,1 1 0,0 0 0,-1 0 0,1 0 0,0-1 0,-1 1 0,1 0 0,0 0 0,-1 0 0,1 0 0,0 0 0,-1 0 0,1 0 0,-1 0 0,1 0 0,0 0 0,-1 0 0,1 0 0,-1 0 0,1 0 0,0 0 0,-1 0 0,1 0 0,0 1 0,-1-1 0,1 0 0,0 0 0,-1 0 0,1 1 0,0-1 0,0 0 0,-1 0 0,1 1 0,-1-1 0,0 1 0,0-1 0,0 1 0,0-1 0,0 1 0,0 0 0,1-1 0,-1 1 0,0 0 0,0-1 0,0 1 0,1 0 0,-1 0 0,0 0 0,1 0 0,-1 0 0,1 0 0,-1 0 0,1 0 0,-1 0 0,1 2 0,0 71 0,1-48 0,-3 34 0,2-55 0,0 0 0,0 0 0,1-1 0,-1 1 0,1 0 0,0-1 0,2 6 0,-2-5 0,-1-4-28,1-1-1,-1 1 1,0-1-1,0 0 1,0 1 0,0-1-1,0 1 1,0-1-1,1 0 1,-1 1-1,0-1 1,0 0-1,1 1 1,-1-1 0,0 0-1,1 1 1,-1-1-1,0 0 1,0 1-1,1-1 1,-1 0-1,1 0 1,-1 0 0,0 1-1,1-1 1,-1 0-1,1 0 1,-1 0-1,0 0 1,1 0-1,-1 0 1,1 0 0,-1 0-1,0 0 1,1 0-1,-1 0 1,1 0-1,-1 0 1,1 0-1,-1 0 1,0 0 0,1 0-1,-1-1 1,1 1-1,-1 0 1,0 0-1,1-1 1,14-5-6798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 24575,'0'0'0,"0"0"0,0 0 0,21 16 0,-21-13 0,0-1 0,0 0 0,0 1 0,-1-1 0,1 0 0,-1 0 0,1 0 0,-1 1 0,0-1 0,0 0 0,0 0 0,0 0 0,0 0 0,-1 0 0,1 0 0,0-1 0,-3 3 0,-30 29 0,26-25 0,8-8 0,-72 71 0,65-63 0,1 0 0,0 0 0,0 1 0,1 0 0,0 0 0,1 0 0,-6 18 0,9-23 0,0 0 0,0 0 0,1 1 0,0-1 0,0 0 0,0 0 0,0 1 0,1-1 0,-1 0 0,1 0 0,0 0 0,1 0 0,-1 0 0,1 0 0,-1 0 0,1 0 0,0 0 0,1-1 0,-1 1 0,1-1 0,-1 0 0,1 1 0,0-1 0,0-1 0,5 4 0,8 7 0,1-1 0,1 0 0,35 16 0,-29-15 0,-10-6 0,1 1 0,-1 1 0,-1 0 0,0 1 0,13 13 0,-23-21 0,-1 0 0,0 0 0,0 1 0,0-1 0,0 1 0,0 0 0,-1-1 0,1 1 0,-1 0 0,1 0 0,-1 0 0,0 0 0,0 0 0,-1 0 0,1 0 0,-1 0 0,1 0 0,-1 0 0,0 1 0,0-1 0,0 0 0,-1 0 0,1 0 0,-1 0 0,1 0 0,-1 0 0,0 0 0,0 0 0,-1 0 0,1 0 0,-1 0 0,1-1 0,-3 4 0,-6 7 0,-1-1 0,0-1 0,-1 0 0,0 0 0,-1-1 0,0 0 0,-1-2 0,0 1 0,0-2 0,0 1 0,-1-2 0,0 0 0,-1-1 0,1-1 0,-30 5 0,41-8 0,1-1 0,-1 1 0,0-1 0,0 0 0,1 0 0,-1-1 0,0 1 0,0-1 0,1 1 0,-1-1 0,1-1 0,-1 1 0,1 0 0,-1-1 0,1 1 0,0-1 0,0 0 0,-1 0 0,1-1 0,1 1 0,-1-1 0,0 1 0,1-1 0,-1 0 0,1 0 0,0 0 0,0 0 0,0 0 0,0 0 0,0-1 0,1 1 0,0-1 0,0 1 0,0-1 0,-1-5 0,0-1 0,1-1 0,0 0 0,1 1 0,0-1 0,1 0 0,0 1 0,1-1 0,0 0 0,0 1 0,1 0 0,6-14 0,8-12-682,31-48-1,-24 47-6143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6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1 501 24575,'0'0'0,"20"16"0,-12-10 0,1-1 0,0 1 0,1-2 0,-1 1 0,1-1 0,0-1 0,0 0 0,0 0 0,0-1 0,0-1 0,1 1 0,-1-1 0,1-1 0,-1 0 0,1-1 0,-1 0 0,0 0 0,1-1 0,10-4 0,1 1 0,0-1 0,-1-2 0,30-13 0,-42 17 0,-1-1 0,1 0 0,-1-1 0,0 1 0,-1-2 0,1 1 0,-1-1 0,0 0 0,-1-1 0,9-12 0,-13 17 0,0 0 0,-1-1 0,1 0 0,-1 1 0,0-1 0,0 0 0,0 1 0,-1-1 0,1 0 0,-1 0 0,0 0 0,0 0 0,0 1 0,0-1 0,-1 0 0,0 0 0,1 0 0,-1 1 0,-2-6 0,1 5 0,0-1 0,0 1 0,-1 0 0,1 0 0,-1 0 0,0 0 0,0 0 0,0 0 0,-1 1 0,1-1 0,-1 1 0,0 0 0,0 0 0,-6-3 0,2 2 0,-1 0 0,0 0 0,0 1 0,0 0 0,0 0 0,-1 1 0,1 0 0,-1 1 0,1 0 0,-1 1 0,0 0 0,1 0 0,-1 1 0,1 0 0,-1 1 0,1 0 0,0 0 0,-1 1 0,1 0 0,0 1 0,1 0 0,-1 1 0,1-1 0,0 2 0,-11 8 0,6-2 0,0 2 0,2-1 0,-1 2 0,2-1 0,0 2 0,1-1 0,0 1 0,2 1 0,0-1 0,0 1 0,2 0 0,-4 20 0,1 1 0,2 0 0,2 0 0,1 0 0,5 66 0,-1-84 0,0-1 0,2 0 0,1 0 0,8 28 0,-9-39 0,-1-1 0,2-1 0,-1 1 0,1 0 0,0-1 0,0 0 0,1 0 0,-1 0 0,2 0 0,-1-1 0,0 0 0,1 0 0,0 0 0,12 7 0,-3-5 0,0 0 0,0-1 0,0 0 0,1-1 0,0-1 0,0 0 0,0-2 0,0 1 0,1-2 0,-1 0 0,0-1 0,1-1 0,-1-1 0,0 0 0,0-1 0,0 0 0,0-1 0,0-1 0,-1-1 0,0 0 0,0-1 0,0-1 0,17-12 0,-14 6 0,-1 0 0,0-2 0,-1 0 0,-1 0 0,-1-1 0,20-31 0,-19 22 0,-1-1 0,-1 0 0,-1-1 0,10-36 0,-3-20 0,-3 0 0,8-131 0,-12 89 0,-6 92 0,14-49 0,-8 37 0,-8 39 0,-1 10 0,1 15 0,-7 41 0,-3-1 0,-22 92 0,16-92 0,1 1 0,-3 96 0,16-105 0,1 1 0,14 65 0,-13-104 0,0 0 0,0 0 0,2-1 0,-1 0 0,1 0 0,1 0 0,0-1 0,0 0 0,1 0 0,0 0 0,1-1 0,0-1 0,11 8 0,-15-12 0,0 0 0,0 0 0,1 0 0,-1-1 0,1 0 0,0-1 0,0 1 0,0-1 0,0 0 0,1 0 0,-1-1 0,0 0 0,1 0 0,-1 0 0,7-1 0,-7-1 0,0 0 0,-1 0 0,0 0 0,1-1 0,-1 0 0,0 0 0,1 0 0,-1 0 0,0-1 0,-1 0 0,1 0 0,0 0 0,-1-1 0,0 0 0,0 1 0,0-2 0,5-6 0,-1 1 12,-1 0 0,-1-1 0,0 0 0,0 0 0,-1 0 0,-1-1 0,0 0 0,0 0 0,3-19 0,-4 7-383,-1 0-1,-1 0 1,-4-46 0,0 42-6455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2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24575,'0'0'0,"0"0"0,0 0 0,0 0 0,0 0 0,12 0 0,265-20 0,-31 0 0,-240 20-151,0 1-1,0-1 0,-1 1 0,1 0 1,0 1-1,-1-1 0,1 1 1,8 4-1,-4-1-6674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38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464 94 24575,'0'0'0,"0"0"0,0 0 0,0 0 0,0 0 0,0 0 0,0 3 0,0 0 0,-1-1 0,0 1 0,0-1 0,1 1 0,-1-1 0,-1 1 0,1-1 0,0 0 0,-1 1 0,1-1 0,-1 0 0,1 0 0,-4 2 0,4-3 0,1 0 0,-1 0 0,1-1 0,-1 1 0,1-1 0,-1 1 0,0-1 0,0 1 0,1-1 0,-1 1 0,0-1 0,0 1 0,1-1 0,-1 0 0,0 1 0,0-1 0,0 0 0,0 0 0,1 0 0,-1 0 0,0 0 0,0 0 0,0 0 0,0 0 0,0 0 0,1 0 0,-1 0 0,0 0 0,0-1 0,0 1 0,0 0 0,1-1 0,-1 1 0,0-1 0,0 1 0,1-1 0,-1 1 0,0-1 0,1 1 0,-1-1 0,0 1 0,1-1 0,-1 0 0,0 0 0,-3-7 0,0 0 0,0 0 0,-4-13 0,7 16 0,0 0 0,-1 1 0,0-1 0,0 0 0,0 1 0,0 0 0,-1 0 0,0-1 0,0 1 0,0 1 0,0-1 0,-1 0 0,1 1 0,-1 0 0,-6-5 0,6 6 0,-1-1 0,1 1 0,-1 0 0,0 1 0,0-1 0,0 1 0,0 0 0,0 0 0,0 0 0,0 1 0,0 0 0,0 0 0,0 0 0,-6 1 0,3 1 0,0 0 0,0 0 0,0 1 0,1 0 0,-1 0 0,1 1 0,0 0 0,-8 6 0,0 2 0,0 0 0,0 1 0,1 1 0,1 0 0,0 1 0,-17 29 0,19-28 0,2 0 0,0 1 0,1 1 0,0-1 0,-8 32 0,14-40 0,1-1 0,-1 1 0,2 0 0,-1-1 0,1 1 0,0 0 0,1-1 0,0 1 0,0-1 0,1 1 0,0-1 0,1 1 0,-1-1 0,8 14 0,-7-17 0,0 0 0,0 0 0,0 0 0,0 0 0,1-1 0,0 0 0,0 0 0,0 0 0,0 0 0,1 0 0,-1-1 0,1 0 0,0 0 0,8 4 0,-8-6 0,0 0 0,-1 0 0,1 0 0,0 0 0,0-1 0,0 1 0,0-1 0,0 0 0,0-1 0,0 0 0,0 1 0,0-1 0,0-1 0,0 1 0,0-1 0,-1 0 0,5-2 0,5-4 0,-2 1 0,1-2 0,-1 1 0,0-2 0,-1 0 0,0 0 0,0-1 0,-1 0 0,-1-1 0,0 0 0,10-18 0,3-10 0,-1-1 0,21-64 0,-25 66 0,-16 38 0,-1-1 0,1 1 0,0-1 0,0 1 0,0-1 0,0 1 0,0 0 0,0 0 0,0-1 0,0 1 0,1 0 0,-1 0 0,0 0 0,1 0 0,-1 0 0,1 1 0,-1-1 0,1 0 0,-1 1 0,1-1 0,0 1 0,2-1 0,-4 1 0,1 0 0,-1 0 0,1 1 0,-1-1 0,1 0 0,-1 0 0,1 1 0,-1-1 0,1 1 0,-1-1 0,1 0 0,-1 1 0,0-1 0,1 1 0,-1-1 0,0 1 0,1-1 0,-1 1 0,0-1 0,1 1 0,-1-1 0,0 1 0,0-1 0,0 2 0,4 17 0,-3-14 0,12 131 0,-10-84 0,3-2 0,17 75 0,-18-106 0,-1-1 0,-1 1 0,-1 0 0,0 0 0,-2-1 0,0 1 0,-5 37 0,3-46 0,0-1 0,0 1 0,-1-1 0,0 1 0,0-1 0,-1 0 0,-1-1 0,1 1 0,-2-1 0,1 1 0,-1-2 0,0 1 0,0-1 0,-1 0 0,0 0 0,-15 11 0,8-9 0,0-2 0,0 1 0,-1-2 0,0 0 0,0-1 0,0 0 0,-1-1 0,0-1 0,0 0 0,0-1 0,-29-1 0,34-1 0,0-1 0,1 0 0,-1-1 0,1 0 0,-1 0 0,1-2 0,0 1 0,0-1 0,0 0 0,1-1 0,0 0 0,-1-1 0,2 0 0,-1 0 0,1-1 0,0 0 0,0 0 0,-10-14 0,13 13 8,0 0-1,0 0 1,1 0-1,1-1 1,0 0-1,0 1 1,0-1-1,1 0 1,0 0-1,1 0 1,0-1-1,1 1 1,0 0-1,0 0 1,2-14-1,3-7-378,1-1-1,2 1 1,12-34 0,-4 23-6455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24575,'1'7'0,"-1"0"0,2 0 0,-1 0 0,4 9 0,2 11 0,20 200 0,-2-14 0,-25-213 0,0 0 0,0 0 0,0 1 0,0-1 0,0 0 0,0 0 0,0 0 0,0 0 0,0 0 0,0 0 0,0 0 0,0 1 0,0-1 0,0 0 0,0 0 0,0 0 0,0 0 0,0 0 0,0 0 0,0 1 0,0-1 0,0 0 0,0 0 0,0 0 0,0 0 0,0 0 0,0 0 0,0 0 0,0 0 0,0 1 0,0-1 0,0 0 0,0 0 0,-1 0 0,1 0 0,0 0 0,0 0 0,0 0 0,0 0 0,0 0 0,0 0 0,0 0 0,0 0 0,-1 0 0,1 0 0,0 0 0,0 0 0,0 0 0,0 0 0,0 0 0,0 0 0,-1 0 0,1 0 0,0 0 0,0 0 0,0 0 0,0 0 0,0 0 0,0 0 0,0 0 0,-1 0 0,1 0 0,0 0 0,0 0 0,0 0 0,0 0 0,0 0 0,0 0 0,-13-11 0,10 8 0,0 0 0,0-1 0,0 0 0,0 1 0,1-1 0,-3-5 0,1-9 0,2 0 0,0-1 0,0 1 0,2 0 0,0-1 0,1 1 0,6-26 0,-3 25 0,0 1 0,2 0 0,0 0 0,11-21 0,-14 34 0,0-1 0,1 1 0,0 0 0,-1 0 0,2 0 0,-1 1 0,1-1 0,-1 1 0,11-7 0,5-1 0,25-14 0,-33 20 0,13-4 0,-1 0 0,2 2 0,-1 1 0,37-6 0,-14 3 0,-43 9 0,4-1 0,1 0 0,0 1 0,16-1 0,-23 2 0,-1 0 0,1 0 0,-1 0 0,1 0 0,-1 1 0,1-1 0,-1 1 0,0 0 0,1 0 0,-1 0 0,0 0 0,0 0 0,0 1 0,0-1 0,0 0 0,0 1 0,0 0 0,0-1 0,0 1 0,2 3 0,-4-4 0,1 1 0,-1-1 0,1 0 0,-1 1 0,1-1 0,-1 0 0,0 1 0,0-1 0,0 1 0,0-1 0,0 0 0,0 1 0,0-1 0,0 1 0,-1-1 0,1 0 0,0 1 0,-1-1 0,1 0 0,-1 1 0,-1 1 0,-19 31 0,15-25 0,-11 16 0,2 1 0,0 0 0,-11 33 0,21-46 0,0 0 0,1 1 0,1-1 0,0 1 0,1 0 0,0 0 0,2 0 0,-1 0 0,3 15 0,-2-25 0,1 0 0,-1-1 0,1 1 0,0-1 0,1 1 0,-1-1 0,1 1 0,-1-1 0,1 0 0,0 0 0,0 1 0,0-2 0,1 1 0,-1 0 0,1 0 0,-1-1 0,1 1 0,0-1 0,0 0 0,0 0 0,0 0 0,1 0 0,-1 0 0,5 1 0,-3-2 0,0 1 0,-1-1 0,1-1 0,0 1 0,0 0 0,0-1 0,0 0 0,0 0 0,0-1 0,-1 0 0,1 1 0,0-1 0,0-1 0,-1 1 0,1-1 0,0 0 0,7-4 0,2-3 0,-1-1 0,0 0 0,0-1 0,-1-1 0,-1 0 0,0-1 0,19-26 0,-19 22 0,-1-1 0,0-1 0,-1 0 0,-1 0 0,11-38 0,-18 49 0,0 1 0,0-1 0,-1 1 0,0-1 0,0 1 0,-1-1 0,0 0 0,0 1 0,-1 0 0,0-1 0,-5-11 0,5 15 0,1 1 0,-1-1 0,0 1 0,-1-1 0,1 1 0,0 0 0,-1 0 0,0 0 0,0 0 0,-3-3 0,4 5 0,-1-1 0,1 1 0,0 0 0,0 0 0,0 0 0,-1 0 0,1 0 0,0 1 0,-1-1 0,1 1 0,-1 0 0,1-1 0,-1 1 0,1 0 0,-1 0 0,1 1 0,-4 0 0,0 0 0,2 1 0,-1 0 0,0 0 0,0 0 0,1 0 0,-1 1 0,1-1 0,-1 1 0,1 1 0,0-1 0,0 0 0,1 1 0,-1 0 0,1 0 0,-5 7 0,6-8 0,1-1 0,-1 1 0,1 0 0,-1 0 0,1 0 0,0-1 0,0 1 0,0 1 0,1-1 0,-1 0 0,1 0 0,-1 0 0,1 0 0,0 0 0,0 0 0,1 1 0,-1-1 0,1 0 0,-1 0 0,1 0 0,0 0 0,0 0 0,1 0 0,-1 0 0,0-1 0,4 5 0,-4-5 0,1-1 0,0 1 0,-1-1 0,1 0 0,0 1 0,0-1 0,0 0 0,0 0 0,0-1 0,0 1 0,0 0 0,1-1 0,-1 1 0,0-1 0,0 1 0,0-1 0,1 0 0,-1 0 0,0 0 0,0 0 0,1-1 0,-1 1 0,0-1 0,0 1 0,4-2 0,4-1 0,0-1 0,0 0 0,18-11 0,6-8 0,15-9 0,-46 30 0,1 0 0,-1 0 0,1 1 0,0 0 0,-1-1 0,1 1 0,0 0 0,0 1 0,0-1 0,0 1 0,4 0 0,-6 0 0,-1 1 0,1-1 0,0 1 0,-1-1 0,1 1 0,-1 0 0,1 0 0,-1 0 0,1 0 0,-1 0 0,0 0 0,1 0 0,-1 0 0,0 1 0,0-1 0,0 1 0,0-1 0,0 0 0,0 1 0,0 0 0,-1-1 0,1 1 0,0-1 0,-1 1 0,0 0 0,1-1 0,-1 1 0,0 0 0,0 0 0,0 3 0,1 8 0,0 1 0,-4 25 0,2-30 0,-8 67 0,4-42 0,1 1 0,2 41 0,2-72 0,1 1 0,-1-1 0,1 1 0,0-1 0,1 1 0,-1-1 0,1 0 0,0 0 0,0 0 0,4 7 0,-5-10 0,0 0 0,0 0 0,0 0 0,0 0 0,0 0 0,0 0 0,0 0 0,0 0 0,0 0 0,0-1 0,0 1 0,1-1 0,-1 1 0,0-1 0,1 1 0,-1-1 0,0 0 0,1 1 0,-1-1 0,0 0 0,1 0 0,-1 0 0,0 0 0,1 0 0,-1 0 0,0-1 0,1 1 0,-1 0 0,0-1 0,1 1 0,-1-1 0,0 1 0,0-1 0,0 0 0,1 1 0,-1-1 0,0 0 0,0 0 0,0 0 0,1-1 0,10-10 0,0 1 0,-2-2 0,1 1 0,-2-1 0,14-24 0,34-77 0,-38 65 0,-2 0 0,20-102 0,-37 150 0,-2 24 0,0 1 0,1-1 0,3 27 0,-1 0 0,-1 85 0,12-171 0,6-46 0,-13 55 0,0 1 0,2 0 0,1 0 0,1 0 0,18-36 0,-26 60 0,0 0 0,0 0 0,0 1 0,0-1 0,0 1 0,0-1 0,0 1 0,0-1 0,1 1 0,-1-1 0,1 1 0,-1 0 0,1 0 0,-1 0 0,1 0 0,0 0 0,0 0 0,-1 0 0,1 1 0,0-1 0,0 1 0,0-1 0,0 1 0,0-1 0,0 1 0,-1 0 0,1 0 0,0 0 0,0 0 0,0 1 0,0-1 0,0 0 0,0 1 0,0-1 0,0 1 0,-1 0 0,1 0 0,2 1 0,1 1 0,0 0 0,-1 1 0,1-1 0,-1 1 0,0 0 0,0 1 0,0-1 0,0 1 0,-1-1 0,0 1 0,4 7 0,-1 3 0,-1 0 0,0 0 0,-1 0 0,0 1 0,-1 0 0,-1-1 0,-1 1 0,-1 32 0,-4 8 0,-13 64 0,14-106 0,16-65 0,2 0 0,2 1 0,2 0 0,46-81 0,-61 123 0,1 0 0,1 0 0,11-13 0,-16 20 0,0 0 0,1 0 0,-1 0 0,0 0 0,1 0 0,-1 0 0,0 0 0,1 0 0,-1 1 0,1-1 0,-1 0 0,1 1 0,1-1 0,-2 1 0,0 0 0,0 0 0,0 0 0,0 1 0,0-1 0,0 0 0,0 0 0,0 1 0,0-1 0,0 0 0,-1 1 0,1-1 0,0 1 0,0-1 0,0 1 0,-1 0 0,1-1 0,0 1 0,-1 0 0,1-1 0,-1 1 0,1 0 0,0 0 0,0 1 0,3 6 0,0-1 0,-1 1 0,0 1 0,0-1 0,-1 0 0,3 16 0,3 56 0,-6-41 0,1-19-682,8 39-1,-8-49-6143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1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228 837 24575,'-2'-7'0,"-1"-11"0,-1 0 0,-1 0 0,-11-25 0,15 39 0,-1 0 0,0 0 0,-1 0 0,1 0 0,-1 1 0,1-1 0,-1 1 0,0-1 0,0 1 0,-1 0 0,1 0 0,-1 1 0,1-1 0,-1 1 0,0 0 0,0-1 0,0 2 0,0-1 0,0 0 0,-5 0 0,6 1 0,1 1 0,-1 0 0,1 0 0,-1 0 0,0 0 0,1 0 0,-1 0 0,1 1 0,-1-1 0,1 1 0,-1-1 0,1 1 0,-1 0 0,1 0 0,0 0 0,-5 3 0,3 0 0,0-1 0,0 0 0,1 1 0,-1 0 0,1 0 0,-1 0 0,-4 9 0,1 0 0,1 0 0,0 1 0,1-1 0,1 1 0,-3 15 0,3-7 0,1 0 0,1 0 0,0 0 0,2 0 0,1 1 0,4 21 0,-3-28 0,1-1 0,1 0 0,0 0 0,1 0 0,1 0 0,0-1 0,1 0 0,0 0 0,13 16 0,-17-25 0,1 0 0,0-1 0,1 1 0,-1-1 0,1 0 0,-1-1 0,9 6 0,-11-8 0,0 0 0,0 0 0,0 0 0,0 0 0,0-1 0,1 1 0,-1-1 0,0 1 0,1-1 0,-1 0 0,0 1 0,0-1 0,1-1 0,-1 1 0,0 0 0,1 0 0,-1-1 0,0 1 0,0-1 0,1 0 0,-1 0 0,3-1 0,1-2 0,0-1 0,0 0 0,0 0 0,-1 0 0,0 0 0,0-1 0,0 0 0,-1 0 0,7-12 0,2-7 0,13-33 0,-5-1 0,28-122 0,-5-70 0,-17 87 0,-7 60 0,61-183 0,-99 373 0,-10 23 0,-136 587 0,149-622 0,-19 114 0,26-137 0,1 87 0,7-122 24,0-1 0,2 1 0,0-1 0,4 19 0,-5-31-81,0 0 0,0 0 0,0 0 0,0 1-1,1-1 1,-1 0 0,1-1 0,0 1 0,0 0 0,0 0 0,0-1 0,0 1-1,0-1 1,1 0 0,-1 0 0,1 0 0,0 0 0,0 0 0,-1 0 0,1-1 0,0 1-1,1-1 1,-1 0 0,0 0 0,6 1 0,8 0-6769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2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24575,'-31'52'0,"2"1"0,2 2 0,3 1 0,2 1 0,-20 82 0,34-108 0,2 0 0,1 1 0,1 0 0,2 0 0,1 0 0,4 38 0,-2-58 0,1 0 0,1 0 0,0 0 0,1 0 0,0 0 0,1-1 0,0 0 0,9 15 0,-9-19 0,-1-1 0,2 1 0,-1-1 0,1 0 0,0 0 0,1-1 0,-1 0 0,1 0 0,0 0 0,0-1 0,0 0 0,1-1 0,12 5 0,-9-5 0,1 0 0,-1-1 0,0 0 0,1-1 0,-1-1 0,1 0 0,-1 0 0,1-1 0,-1 0 0,1-1 0,-1-1 0,0 1 0,16-7 0,-21 6 0,0 1 0,1-1 0,-1 0 0,0 0 0,-1-1 0,1 0 0,-1 0 0,1 0 0,-1-1 0,-1 1 0,1-1 0,-1-1 0,1 1 0,-1 0 0,-1-1 0,1 0 0,-1 0 0,0 0 0,-1 0 0,1 0 0,-1-1 0,0 1 0,-1-1 0,2-9 0,-3 2-195,-1 1 0,0-1 0,-1 0 0,0 0 0,-1 1 0,-9-26 0,3 14-6631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3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31 389 24575,'-1'1'0,"-1"0"0,0-1 0,1 1 0,-1 0 0,0 1 0,1-1 0,-1 0 0,1 0 0,0 1 0,-2 1 0,-10 7 0,25-6 0,0-1 0,0 0 0,1 0 0,-1-1 0,20 0 0,67-4 0,-32-1 0,120 13 0,-179-10 0,0-1 0,0 0 0,0 0 0,0-1 0,0 0 0,0 0 0,-1-1 0,1 0 0,-1 0 0,0-1 0,0 1 0,10-8 0,-17 11 0,1 0 0,-1 0 0,0 0 0,0 0 0,1 0 0,-1 0 0,0 1 0,1-1 0,-1 0 0,0 0 0,0 0 0,1 1 0,-1-1 0,0 0 0,0 0 0,0 0 0,1 1 0,-1-1 0,0 0 0,0 1 0,0-1 0,0 0 0,1 0 0,-1 1 0,0-1 0,0 0 0,0 1 0,0-1 0,0 0 0,0 1 0,0-1 0,0 1 0,5 18 0,-4-11 0,102 266 0,-103-269 0,-6-13 0,-5-15 0,8 13 0,2 0 0,-1-1 0,1 1 0,1-1 0,-1 1 0,2-1 0,0 1 0,2-15 0,26-83 0,-28 103 0,5-15 0,0 1 0,1 1 0,1-1 0,1 1 0,0 1 0,1 0 0,20-26 0,-26 40 0,0-1 0,0 1 0,1 0 0,-1 0 0,1 1 0,-1-1 0,10-3 0,2-1 0,-2 23 0,10 6 0,0-86 0,3 74 0,-24-9 0,-1 0 0,0 1 0,0 0 0,0-1 0,0 1 0,0 0 0,0 0 0,-1 0 0,1 0 0,-1 0 0,1 0 0,-1 0 0,2 3 0,12 33 0,-13-24 0,0 0 0,-1 1 0,-1-1 0,0 1 0,-1-1 0,-1 1 0,0-1 0,-5 20 0,3-15 0,0 1 0,2 0 0,-1 31 0,4-40 0,0 0 0,0 0 0,2 0 0,-1 0 0,1 0 0,1-1 0,4 11 0,-7-19 0,1 0 0,-1 0 0,0-1 0,1 1 0,0-1 0,-1 1 0,1-1 0,0 1 0,0-1 0,0 0 0,0 0 0,0 0 0,0 0 0,0 0 0,0 0 0,0-1 0,0 1 0,0-1 0,4 1 0,0 0 0,1 0 0,0-1 0,0 0 0,0 0 0,8-1 0,-10 0 0,1-1 0,-1 1 0,1-1 0,-1 0 0,0 0 0,0 0 0,0-1 0,0 0 0,-1 0 0,1 0 0,6-6 0,-4 2 0,0 0 0,-1-1 0,0 1 0,0-1 0,-1 0 0,5-11 0,-1-1 0,0 0 0,-2-1 0,0-1 0,-1 1 0,2-25 0,-1-38 0,-21 131 0,9-9 0,1 0 0,1 0 0,3 1 0,1-1 0,10 66 0,-9-92 0,2 0 0,-1 0 0,1 0 0,7 12 0,-10-21 0,1 1 0,0 0 0,0 0 0,1-1 0,-1 1 0,1-1 0,0 0 0,0 0 0,0 0 0,0 0 0,0 0 0,1-1 0,-1 1 0,1-1 0,5 3 0,-7-5 0,0 0 0,0 1 0,0-1 0,0 0 0,0 0 0,0 0 0,0 0 0,0-1 0,0 1 0,0-1 0,0 1 0,0-1 0,0 0 0,0 1 0,0-1 0,0 0 0,0 0 0,0 0 0,-1-1 0,1 1 0,0 0 0,-1-1 0,1 1 0,1-3 0,2-2 0,0 0 0,-1 0 0,0 0 0,0-1 0,0 1 0,3-8 0,6-21 0,-1-1 0,12-62 0,3-80 0,-16 99 0,-7 49 0,18-100 0,-17 109 0,0 0 0,2 0 0,18-38 0,-22 55 0,0-1 0,0 1 0,1 1 0,-1-1 0,1 0 0,0 1 0,8-6 0,-3 2 0,-8 7 0,-1 0 0,1-1 0,-1 1 0,1 0 0,-1 0 0,1 0 0,-1 0 0,1 0 0,-1 0 0,1 0 0,-1 0 0,1 0 0,-1 0 0,0 0 0,1 0 0,-1 1 0,1-1 0,-1 0 0,1 0 0,-1 0 0,1 1 0,-1-1 0,0 0 0,1 1 0,-1-1 0,0 0 0,1 1 0,-1-1 0,0 0 0,1 1 0,-1-1 0,0 1 0,0-1 0,1 0 0,-1 1 0,0-1 0,0 1 0,0-1 0,0 1 0,1-1 0,-1 1 0,0-1 0,0 1 0,6 22 0,-5-2 0,-2 0 0,0 1 0,-1-2 0,-1 1 0,-10 34 0,5-17 0,-15 66 0,-15 81 0,30-137 0,-2 90 0,10-135 0,0-1 0,0 1 0,1-1 0,-1 1 0,1-1 0,-1 1 0,1-1 0,0 0 0,0 1 0,0-1 0,0 0 0,2 4 0,-2-6 0,-1 0 0,0 1 0,1-1 0,-1 0 0,0 1 0,1-1 0,-1 0 0,0 0 0,1 1 0,-1-1 0,1 0 0,-1 0 0,0 0 0,1 1 0,-1-1 0,1 0 0,-1 0 0,1 0 0,-1 0 0,0 0 0,1 0 0,-1 0 0,1 0 0,-1 0 0,1 0 0,1-1 0,-1 0 0,0 1 0,0-1 0,0 0 0,0 1 0,-1-1 0,1 0 0,0 0 0,0 0 0,0 0 0,-1 0 0,1 0 0,0 0 0,0-2 0,1-1 10,0-2 0,0 1-1,0 0 1,-1 0 0,1-1 0,-1 1-1,-1 0 1,1-1 0,-1-10-1,-7-51-987,5 58 494,-5-31-6342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4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0 449 24575,'0'0'0,"0"0"0,0 0 0,21 15 0,-7-7 0,1-1 0,1 0 0,-1-1 0,1-1 0,0-1 0,0 0 0,25 2 0,121 2 0,-134-8 0,16 1 0,-10 1 0,-1-2 0,1-1 0,54-10 0,-83 10 0,0-1 0,0 0 0,-1 0 0,1 0 0,0 0 0,-1-1 0,1 1 0,-1-1 0,0 0 0,0-1 0,0 1 0,0-1 0,0 0 0,-1 0 0,0 0 0,0 0 0,0 0 0,0-1 0,-1 0 0,1 1 0,-1-1 0,-1 0 0,3-8 0,1-8 0,-1-1 0,-1 0 0,0 0 0,-2-26 0,0 30 0,0-11 0,11-209 0,-34 388 0,-26 264 0,43-332 0,-18 87 0,22-161 0,0 0 0,0 1 0,0-1 0,1 0 0,1 0 0,-1 1 0,1-1 0,3 10 0,6-92 0,-3 23 0,25-90 0,-26 121 0,1 0 0,1 0 0,0 1 0,2 0 0,0 0 0,2 1 0,14-18 0,-24 33 0,0 1 0,1-1 0,-1 1 0,1 0 0,-1 0 0,1 0 0,0 0 0,0 1 0,-1-1 0,1 1 0,1-1 0,-1 1 0,0 0 0,0 0 0,0 1 0,0-1 0,1 0 0,-1 1 0,0 0 0,1 0 0,-1 0 0,0 0 0,5 2 0,-4-1 0,1 0 0,-1 0 0,0 1 0,0 0 0,0 0 0,0 0 0,0 0 0,0 1 0,0-1 0,-1 1 0,1 0 0,-1 0 0,0 1 0,0-1 0,0 0 0,4 7 0,3 8 0,-1 1 0,0 0 0,-2 0 0,0 1 0,-1 0 0,6 33 0,7 133 0,-12-96 0,2-7-43,7 114-1279,-16-186-5504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6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24575,'0'0'0,"0"0"0,0 0 0,0 0 0,1 11 0,2 27 0,-2-1 0,-1 1 0,-9 55 0,-28 112 0,-1 0 0,35-180 0,-10 107 0,12-111 0,1-1 0,1 1 0,1-1 0,5 27 0,-5-43 0,-1-1 0,1 1 0,0 0 0,0-1 0,0 0 0,0 1 0,0-1 0,1 0 0,-1 0 0,1 0 0,0 0 0,0-1 0,0 1 0,1-1 0,5 4 0,0-1 0,1 0 0,-1-1 0,1 0 0,16 5 0,-15-7 0,1 0 0,-1 0 0,1-1 0,-1-1 0,1 0 0,-1 0 0,1-1 0,-1-1 0,1 0 0,-1 0 0,0-1 0,0 0 0,0-1 0,14-7 0,-18 7 0,-1 1 0,0-1 0,0 0 0,0 0 0,-1 0 0,1-1 0,-1 0 0,0 0 0,0-1 0,-1 1 0,1-1 0,-1 0 0,-1 0 0,1 0 0,-1-1 0,0 1 0,-1-1 0,1 0 0,-1 0 0,-1 0 0,1 0 0,-1 0 0,0 0 0,-1-9 0,0 4-195,-2 0 0,0 0 0,0 1 0,-1-1 0,-1 0 0,-6-15 0,1 8-6631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7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 24575,'26'-1'0,"72"-10"0,110-27 0,-53 7 0,236-25-1365,-371 54-5461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7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24575,'0'22'0,"4"26"0,1 0 0,2 0 0,27 90 0,-17-74 0,11 82 0,-14-61 0,-8-182 0,-5 51 0,3 0 0,1 1 0,3-1 0,1 1 0,22-62 0,-30 105 0,43-106 0,-39 98 0,0 0 0,1 0 0,0 1 0,1 0 0,0 0 0,0 0 0,1 1 0,10-9 0,-16 16 0,-1 0 0,1 0 0,-1 1 0,1-1 0,-1 0 0,1 0 0,0 1 0,0-1 0,-1 1 0,1-1 0,0 1 0,0 0 0,-1 0 0,1 0 0,0 0 0,0 0 0,0 0 0,-1 0 0,1 0 0,0 1 0,0-1 0,-1 1 0,1-1 0,0 1 0,-1 0 0,3 1 0,0 0 0,-1 1 0,1-1 0,-1 1 0,1 0 0,-1 0 0,0 1 0,0-1 0,-1 1 0,5 5 0,-2-3 101,-2-14-1567,-3-1-5360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2:48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24575,'8'-2'0,"9"-1"0,-17 4 0,1-1 0,0 1 0,-1-1 0,1 1 0,-1-1 0,1 1 0,-1-1 0,0 1 0,1-1 0,-1 1 0,1 0 0,-1-1 0,0 1 0,0 0 0,1-1 0,-1 1 0,0 0 0,0-1 0,0 1 0,0 0 0,0-1 0,0 1 0,0 0 0,0 0 0,0 0 0,1 53 0,-8 70 0,2-70 0,3 69 0,2-119 0,1 27 0,2-1 0,12 56 0,-15-85 0,0 0 0,0 0 0,1 0 0,-1 1 0,0-1 0,1 0 0,-1 0 0,1 0 0,0 0 0,-1 0 0,1 0 0,0 0 0,-1 0 0,1 0 0,0 0 0,0-1 0,0 1 0,0 0 0,0 0 0,0-1 0,0 1 0,0-1 0,0 1 0,0-1 0,0 1 0,0-1 0,0 0 0,1 1 0,-1-1 0,0 0 0,0 0 0,0 0 0,1 0 0,-1 0 0,0 0 0,0 0 0,0 0 0,0 0 0,1-1 0,-1 1 0,2-1 0,1-1 0,0 0 0,0 0 0,1-1 0,-1 1 0,-1-1 0,1 0 0,0 0 0,-1 0 0,4-5 0,4-7 0,0 0 0,-1-1 0,-1 0 0,-1 0 0,0-1 0,-1 0 0,5-21 0,25-126 0,-36 161 0,2-14 0,18-114 0,-32 168 0,7 8 0,-1-5 0,1 47 0,5-74 0,0 1 0,0-1 0,1 0 0,1 1 0,0-1 0,1 0 0,8 18 0,20 34 0,-32-64 0,0-1 0,0 0 0,0 0 0,1 1 0,-1-1 0,0 0 0,0 0 0,0 0 0,0 1 0,1-1 0,-1 0 0,0 0 0,0 0 0,0 1 0,1-1 0,-1 0 0,0 0 0,0 0 0,1 0 0,-1 0 0,0 0 0,1 0 0,-1 1 0,0-1 0,0 0 0,1 0 0,-1 0 0,0 0 0,0 0 0,1 0 0,-1 0 0,0 0 0,1-1 0,-1 1 0,0 0 0,1 0 0,9-10 0,6-20 0,-14 26 0,1-1 0,0 0 0,0 0 0,1 0 0,-1 1 0,1-1 0,0 1 0,1 0 0,-1 0 0,1 0 0,-1 1 0,1 0 0,0 0 0,11-5 0,4 0 0,0 1 0,32-7 0,-11 4 0,1-4 0,-2-1 0,0-2 0,51-29 0,-80 38 0,0 0 0,0-2 0,-1 1 0,0-1 0,-1-1 0,0 1 0,14-23 0,-14 21 0,-8 10 0,1-1 0,0 1 0,-1-1 0,1 1 0,-1-1 0,0 0 0,0 1 0,0-1 0,0 0 0,0 0 0,0 0 0,-1 0 0,0 0 0,1 1 0,-1-1 0,0 0 0,-1 0 0,1 0 0,-1-4 0,0 3 0,-1 1 0,1 0 0,-1-1 0,0 1 0,0 0 0,0 0 0,0 0 0,-1 0 0,1 0 0,-1 1 0,0-1 0,0 1 0,-4-3 0,-3-1 0,1 0 0,-1 1 0,0 1 0,-1 0 0,1 0 0,-1 1 0,1 0 0,-1 1 0,-15-2 0,14 4 0,0 0 0,0 0 0,0 1 0,0 1 0,0 0 0,-17 5 0,22-4 0,-1-1 0,1 1 0,0 1 0,0-1 0,1 1 0,-1 1 0,1-1 0,0 1 0,0 0 0,0 0 0,-7 9 0,1 3 0,1 0 0,1 1 0,0 0 0,1 1 0,1 0 0,0 0 0,2 1 0,0 0 0,-3 26 0,4-16 0,2 0 0,1-1 0,2 1 0,0 0 0,10 57 0,-8-75 0,1-1 0,0 1 0,1 0 0,0-1 0,1 0 0,0 0 0,1 0 0,0-1 0,0 0 0,1 0 0,1 0 0,0-1 0,9 9 0,-6-9 0,0-1 0,0 0 0,1 0 0,0-1 0,1 0 0,-1-1 0,1-1 0,1 0 0,-1-1 0,1 0 0,15 2 0,-5-3-227,1 0-1,0-2 1,0-1-1,0-1 1,45-8-1,-47 5-6598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3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4449 24562,'0'-4449'0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0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24575,'0'0'0,"0"0"0,0 0 0,0 0 0,0 0 0,0 0 0,0 0 0,0 0 0,84 8 0,239-1 0,51-18 0,78 5 0,-147 5 0,316 2 0,-385 1 0,498 15 0,-280-4 0,182 6 0,-316-2 0,26 2 0,662 1 0,-728-10 0,369-1 0,-141-6 0,108 1 0,-50-1 0,485-4 0,-554 2 0,15-1 0,105 4 0,-583-3 0,1 1 0,1 0 0,-1-2 0,61-7 0,-94 7 7,0 0-1,1-1 0,-1 1 0,1-1 1,-1 0-1,0 0 0,1 0 1,-1 0-1,0 0 0,0 0 0,0-1 1,0 1-1,0-1 0,0 0 1,0 1-1,0-1 0,-1 0 1,3-3-1,-2 2-120,-1-1-1,1 1 1,-1-1 0,0 1 0,-1-1-1,1 1 1,0-1 0,-1 0 0,0 1 0,0-1-1,0 1 1,-1-5 0,-2-21-6712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0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0,26 16 0,105 47 0,-88-45 0,0 2 0,-1 2 0,64 45 0,-99-62 0,-1 1 0,1-1 0,-1 1 0,0 0 0,10 14 0,-15-18 0,0-1 0,0 1 0,0 0 0,-1-1 0,1 1 0,0 0 0,-1-1 0,0 1 0,1 0 0,-1 0 0,0 0 0,0-1 0,0 1 0,0 0 0,0 0 0,0 0 0,-1-1 0,1 1 0,-1 0 0,1 0 0,-1-1 0,0 1 0,1 0 0,-1-1 0,0 1 0,0-1 0,0 1 0,0-1 0,0 0 0,-1 1 0,1-1 0,0 0 0,-1 0 0,-2 2 0,-9 7 0,-1 0 0,0-2 0,-1 1 0,1-2 0,-2 0 0,1-1 0,-19 5 0,-4-1 0,-74 10 0,100-19-1365,1 0-5461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05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24575,'79'-41'0,"45"-21"0,-106 55 0,1 0 0,1 1 0,-1 1 0,37-5 0,-37 8 0,0 1 0,-1 1 0,1 1 0,-1 0 0,1 1 0,-1 1 0,34 10 0,-40-8 0,1 0 0,-1 1 0,-1 0 0,1 1 0,-1 0 0,0 0 0,-1 1 0,1 1 0,-2 0 0,1 0 0,15 21 0,-9-9 0,-1 1 0,-2 0 0,0 1 0,-1 0 0,-1 1 0,-1 0 0,-1 1 0,-1 0 0,-1 0 0,-2 1 0,4 34 0,-3 21-1365,-5-73-5461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05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1 24575,'-20'13'0,"-11"10"0,1 1 0,1 1 0,2 1 0,-43 52 0,30-25 0,3 1 0,-31 60 0,-81 165-1365,109-204-5461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08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7764 24575,'8'-47'0,"-2"-1"0,-2 0 0,-3-57 0,2-41 0,24-427 0,-16 269 0,4-383 0,-13 589 0,-16-297 0,-1 63 0,20-1029 0,24 10 0,-22 990 0,24-594 0,-20 803 0,8-207 0,-20 29 0,0 308 0,-1-1 0,-1 1 0,-6-23 0,-14 69 0,14-5 0,-59 112 0,58-113 0,0-1 0,0 0 0,1 1 0,1 0 0,0 0 0,-9 38 0,17-55 0,-1 1 0,1-1 0,0 1 0,0 0 0,0-1 0,0 1 0,0 0 0,0-1 0,0 1 0,0 0 0,1-1 0,0 3 0,-1-4 0,0 0 0,1 0 0,-1 1 0,0-1 0,0 0 0,1 0 0,-1 0 0,0 0 0,0 1 0,1-1 0,-1 0 0,0 0 0,1 0 0,-1 0 0,0 0 0,0 0 0,1 0 0,-1 0 0,0 0 0,1 0 0,-1 0 0,0 0 0,1 0 0,-1 0 0,0 0 0,1 0 0,-1 0 0,0 0 0,0-1 0,1 1 0,-1 0 0,0 0 0,1 0 0,-1 0 0,0-1 0,0 1 0,6-5 0,0 1 0,-1-1 0,0 0 0,5-7 0,5-7 0,0 0 0,-2-2 0,16-28 0,24-70 0,-46 101 0,-5 15 0,-1-1 0,1 0 0,0 1 0,0-1 0,0 1 0,1 0 0,4-6 0,-6 9 0,-1-1 0,1 0 0,0 1 0,0-1 0,0 1 0,0-1 0,0 1 0,0-1 0,0 1 0,0 0 0,0-1 0,0 1 0,0 0 0,0 0 0,0 0 0,0 0 0,0 0 0,0 0 0,0 0 0,0 0 0,0 0 0,0 0 0,0 1 0,0-1 0,0 0 0,0 1 0,0-1 0,0 1 0,0-1 0,0 1 0,0-1 0,0 1 0,-1 0 0,1-1 0,1 3 0,3 2 0,0 0 0,-1 1 0,0 0 0,0-1 0,0 1 0,-1 1 0,6 12 0,15 54 0,-15-42 0,22 49 0,42 81 0,3 7 0,-72-159-124,-1 1 0,0-1 0,0 1 0,-1 0 0,0 0 0,-1 0-1,0 0 1,-1 1 0,0-1 0,-1 12 0,-3-2-6702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1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2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24575,'0'0'0,"0"0"0,0 0 0,0 0 0,0 0 0,0 0 0,0 0 0,0 0 0,5 19 0,-6-12 0,0 0 0,0 0 0,-1 0 0,1 0 0,-2 0 0,1-1 0,-1 1 0,-3 6 0,-8 19 0,6-6 0,-30 105 0,32-107 0,1 0 0,2 0 0,-2 36 0,10-43-1365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2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24575,'0'0'0,"0"0"0,0 0 0,0 0 0,0 0 0,0 14 0,-1 246 0,0-243 0,1-4 0,0 0 0,-1-1 0,0 1 0,-1 0 0,0-1 0,-1 0 0,-8 21 0,10-28-91,4-7 267,9-11-937,-11 11 72,6-5-6137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3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24575,'0'0'0,"0"0"0,0 0 0,0 0 0,14 15 0,-12-9 0,0 0 0,0-1 0,-1 1 0,1 0 0,-1 0 0,-1 0 0,1 10 0,-3 46 0,1-45 0,-2 32 0,0 9 0,-19 103 0,14-117-1365,7-33-5461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4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24575,'0'0'0,"0"0"0,0 0 0,0 0 0,0 0 0,0 0 0,12-2 0,21-6 0,1 2 0,-1 2 0,47-1 0,-58 5 0,1 1 0,0 2 0,0 0 0,-1 1 0,42 13 0,-59-15 0,0-1 0,-1 2 0,0-1 0,1 0 0,-1 1 0,0 0 0,0 0 0,0 0 0,-1 0 0,1 1 0,-1-1 0,0 1 0,0 0 0,0 0 0,0 0 0,-1 1 0,1-1 0,-1 0 0,0 1 0,-1 0 0,1-1 0,-1 1 0,0 0 0,0 0 0,0 0 0,-1 0 0,0 0 0,0 0 0,0-1 0,0 1 0,-1 0 0,0 0 0,0 0 0,0 0 0,-1-1 0,-2 6 0,-4 10 0,-1 0 0,-1 0 0,-1-2 0,-1 1 0,-1-1 0,-28 31 0,2-10 0,-71 56 0,110-95 0,-5 4 0,-1 0 0,1 1 0,1 0 0,-7 7 0,11-12 0,-1 1 0,1-1 0,-1 1 0,1-1 0,0 1 0,-1-1 0,1 1 0,0 0 0,-1-1 0,1 1 0,0 0 0,0-1 0,0 1 0,0-1 0,0 1 0,0 0 0,0 0 0,0-1 0,0 1 0,0 0 0,0-1 0,0 1 0,0 0 0,0-1 0,1 1 0,-1-1 0,0 1 0,0 0 0,1-1 0,-1 1 0,0-1 0,1 1 0,-1-1 0,1 1 0,-1-1 0,1 1 0,-1-1 0,1 1 0,-1-1 0,1 1 0,-1-1 0,1 0 0,0 0 0,-1 1 0,1-1 0,-1 0 0,1 0 0,0 1 0,-1-1 0,1 0 0,0 0 0,-1 0 0,1 0 0,1 0 0,16 2 0,1 0 0,-1-1 0,1-1 0,-1-1 0,0-1 0,36-7 0,-30 5 0,13-3 0,41-15 0,-49 13 0,1 1 0,47-6 0,-66 13-1365,-3 0-5461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24575,'0'0'0,"0"0"0,0 0 0,0 0 0,0 0 0,0 0 0,14 0 0,94-2 0,90 3 0,-156 1 0,24 4 0,-65-6-38,-1 0 0,1 0 0,0 0 0,0 0 0,-1 0 0,1-1 0,0 1 0,-1 0-1,1 0 1,0 0 0,-1-1 0,1 1 0,0 0 0,-1-1 0,1 1 0,1-1 0,-1 0-680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7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24575,'0'0'0,"0"0"0,0 0 0,0 0 0,-25 20 0,18-10 0,0 1 0,0-1 0,1 1 0,1 0 0,0 0 0,0 1 0,-3 13 0,-1 8 0,-6 47 0,7-17-341,4 0 0,2 1-1,8 83 1,-4-125-6485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8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24575,'6'26'0,"7"105"0,-10-83 0,9 52 0,-10-93 0,-1-1 0,1 0 0,0 0 0,1 1 0,0-1 0,0-1 0,0 1 0,0 0 0,1-1 0,0 0 0,0 0 0,0 0 0,1 0 0,0 0 0,0-1 0,0 0 0,6 4 0,-6-6 0,-1 0 0,0 0 0,1 0 0,-1 0 0,1-1 0,0 0 0,-1 0 0,1 0 0,0 0 0,0-1 0,0 0 0,-1 0 0,1 0 0,0-1 0,0 1 0,0-1 0,-1 0 0,1-1 0,0 1 0,-1-1 0,1 0 0,-1 0 0,0 0 0,5-4 0,2-2 0,-1 0 0,0-1 0,0 0 0,-1-1 0,-1 0 0,1 0 0,-2-1 0,1 0 0,-2-1 0,1 1 0,5-18 0,-2 5 0,-1 0 0,-2-1 0,-1-1 0,7-49 0,-12 64 0,-1 1 0,1 0 0,-2 0 0,0-1 0,0 1 0,0 0 0,-2 0 0,-4-15 0,5 19 0,-1 0 0,0 0 0,0 0 0,-1 1 0,1-1 0,-1 1 0,0 0 0,-1 0 0,1 0 0,-1 0 0,0 1 0,0 0 0,-1 0 0,-6-4 0,6 5-50,0-1-1,-1 1 1,1 0-1,-1 0 0,1 1 1,-1 0-1,0 0 1,0 1-1,0 0 1,0 0-1,0 0 0,0 1 1,0 0-1,0 0 1,-1 1-1,1 0 1,0 0-1,1 1 0,-1 0 1,0 0-1,0 1 1,1-1-1,-1 2 1,1-1-1,0 1 1,-7 4-1,0 2-6775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8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24575,'3'0'0,"-1"-1"0,1 1 0,0-1 0,-1 0 0,1 0 0,-1 0 0,5-2 0,2-1 0,27-7 0,-1 3 0,68-9 0,74 7 0,-73 5 0,-79 1 120,-25 4-125,0 0 0,0 0 0,0 0-1,0 0 1,0 0 0,1 0 0,-1-1 0,0 1 0,0 0-1,0 0 1,0 0 0,0 0 0,0 0 0,0 0 0,0-1 0,1 1-1,-1 0 1,0 0 0,0 0 0,0 0 0,0-1 0,0 1-1,0 0 1,0 0 0,0 0 0,0 0 0,0 0 0,0-1 0,0 1-1,0 0 1,0 0 0,0 0 0,0 0 0,0-1 0,0 1-1,0 0 1,-1 0 0,1 0 0,-11-10-1279,-1 3-5542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9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0,3 1 0,35 2 0,139 17 0,-140-14 0,1 1 0,59 22 0,-91-27 0,0 1 0,-1-1 0,0 1 0,1 0 0,-1 1 0,0-1 0,0 1 0,-1 0 0,1 0 0,-1 1 0,0-1 0,0 1 0,0 0 0,-1 0 0,0 0 0,5 11 0,-5-9 0,-1-1 0,0 1 0,0 0 0,-1 0 0,0 1 0,0-1 0,-1 0 0,0 0 0,0 0 0,0 1 0,-1-1 0,0 0 0,-1 0 0,-2 7 0,-4 10 0,-2-1 0,-1 0 0,0 0 0,-2-1 0,0-1 0,-2 0 0,0-1 0,-1-1 0,-1 0 0,-1-1 0,-1-1 0,0 0 0,-1-2 0,-25 15 0,43-29 0,0 0 0,0 1 0,0-1 0,0 1 0,0 0 0,0 0 0,0 0 0,0 0 0,1 0 0,-1 0 0,1 0 0,0 0 0,-1 1 0,1-1 0,0 0 0,0 1 0,-1 4 0,2-6 0,0 0 0,0 1 0,0-1 0,0 1 0,0-1 0,0 0 0,1 1 0,-1-1 0,0 1 0,1-1 0,-1 0 0,1 1 0,0-1 0,-1 0 0,1 0 0,0 0 0,-1 1 0,1-1 0,0 0 0,0 0 0,0 0 0,0 0 0,0 0 0,0 0 0,1-1 0,-1 1 0,0 0 0,0-1 0,1 1 0,-1 0 0,0-1 0,1 0 0,2 1 0,7 2 0,1-1 0,0 0 0,1-1 0,-1 0 0,0-1 0,22-2 0,2-3 0,36-10 0,-36 7 0,0-2 0,-1-1 0,0-2 0,39-21 0,-65 29-195,0-1 0,0 0 0,0-1 0,-1 0 0,0-1 0,9-10 0,-1-2-6631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9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52 24575,'-31'36'0,"-32"51"0,52-69 0,1 0 0,1 0 0,0 1 0,2 0 0,-8 28 0,14-45 0,0 1 0,1-1 0,-1 1 0,1-1 0,0 1 0,0-1 0,0 1 0,0-1 0,0 1 0,1-1 0,-1 1 0,1-1 0,-1 0 0,1 1 0,0-1 0,0 0 0,0 1 0,0-1 0,0 0 0,1 0 0,-1 0 0,1 0 0,-1 0 0,1 0 0,0-1 0,0 1 0,0 0 0,0-1 0,0 1 0,0-1 0,0 0 0,0 0 0,1 0 0,-1 0 0,5 1 0,1 1 0,1-1 0,-1-1 0,1 1 0,0-1 0,-1-1 0,1 0 0,0 0 0,0 0 0,9-3 0,-4 0 0,-1-1 0,1 0 0,-1-1 0,0-1 0,-1 0 0,1-1 0,-1 0 0,-1 0 0,1-2 0,-1 1 0,-1-2 0,1 1 0,-2-1 0,1-1 0,-1 0 0,-1 0 0,0 0 0,-1-1 0,0-1 0,0 1 0,7-24 0,-13 32 5,0-1 0,0 1 0,0-1-1,0 0 1,-1 1 0,0-1 0,0 0 0,0 1-1,0-1 1,-1 0 0,0 1 0,0-1 0,0 1-1,0-1 1,-1 1 0,0-1 0,0 1-1,0 0 1,0 0 0,-1 0 0,0 0 0,0 1-1,0-1 1,-4-3 0,-4-3-217,-1 1 0,-1 0 0,1 0-1,-1 2 1,-1 0 0,-16-7 0,21 10-6614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2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24575,'86'-11'0,"16"-3"0,136-1 0,-210 16 0,-16 0 0,1-1 0,23-2 0,-70-11 0,8 6-1365,2-1-5461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21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33 24575,'-24'-14'0,"24"14"0,0 0 0,-1 0 0,1 0 0,0 0 0,0 0 0,0 0 0,0 0 0,0 0 0,-1 0 0,1 0 0,0 0 0,0 0 0,0 0 0,0 0 0,-1-1 0,1 1 0,0 0 0,0 0 0,0 0 0,0 0 0,0 0 0,0-1 0,0 1 0,0 0 0,0 0 0,-1 0 0,1 0 0,0 0 0,0-1 0,0 1 0,0 0 0,0 0 0,0 0 0,0 0 0,0-1 0,0 1 0,0 0 0,0 0 0,0 0 0,0-1 0,0 1 0,0 0 0,1 0 0,-1 0 0,0 0 0,0 0 0,0-1 0,0 1 0,0 0 0,0 0 0,0 0 0,13-5 0,17 0 0,32 2 0,0 3 0,0 3 0,0 2 0,92 21 0,-151-26 0,-1 1 0,0-1 0,0 1 0,0-1 0,0 1 0,0 0 0,0 0 0,0 0 0,0 0 0,0 0 0,0 1 0,-1-1 0,1 1 0,0-1 0,-1 1 0,1-1 0,-1 1 0,0 0 0,1 0 0,-1 0 0,1 2 0,-1-1 0,-1-1 0,1 1 0,-1 0 0,0 0 0,0 0 0,0-1 0,0 1 0,0 0 0,0 0 0,-1-1 0,0 1 0,1 0 0,-1 0 0,0-1 0,0 1 0,-3 4 0,-9 17 0,-1-1 0,-2-1 0,0 0 0,-33 35 0,-89 70 0,87-81 0,48-44 0,0 0 0,1 1 0,-1-1 0,1 1 0,0 0 0,-1 0 0,1 0 0,1 0 0,-1 0 0,-2 6 0,3-7 0,1-1 0,0 1 0,0-1 0,0 0 0,0 1 0,0-1 0,0 1 0,1-1 0,-1 0 0,0 1 0,1-1 0,-1 0 0,1 1 0,-1-1 0,1 0 0,-1 0 0,1 1 0,0-1 0,0 0 0,0 0 0,0 0 0,0 0 0,0 0 0,0 0 0,0 0 0,0 0 0,0-1 0,2 2 0,7 4 0,1 0 0,0 0 0,0-1 0,0-1 0,21 6 0,64 9 0,-60-13 0,0 0 0,-18-4 0,0 1 0,0 1 0,0 1 0,0 0 0,-1 1 0,33 16 0,-48-20 0,0 0 0,0-1 0,0 1 0,0 0 0,0 0 0,0 0 0,-1 0 0,1 1 0,-1-1 0,1 0 0,-1 1 0,0-1 0,0 0 0,0 1 0,0 0 0,0-1 0,0 1 0,-1 0 0,0-1 0,1 1 0,-1 0 0,0-1 0,0 1 0,0 0 0,-1-1 0,1 1 0,-1 0 0,0-1 0,0 4 0,-3 6 0,-1 0 0,0 0 0,0-1 0,-14 21 0,4-8 0,-2-2 0,-1 0 0,-1-1 0,0-1 0,-35 28 0,38-35 0,-1-1 0,0-1 0,-1 0 0,1-1 0,-2-1 0,0-1 0,0-1 0,-30 8 0,47-14 0,0-1 0,0 1 0,1-1 0,-1 0 0,0 1 0,0-1 0,1 0 0,-1 0 0,0 0 0,0 0 0,0 0 0,1-1 0,-1 1 0,0 0 0,0-1 0,1 0 0,-1 1 0,0-1 0,1 0 0,-1 0 0,0 0 0,1 0 0,0 0 0,-1 0 0,1 0 0,-1 0 0,1-1 0,-1-1 0,1 1 0,0-1 0,0 0 0,1 0 0,-1 1 0,1-1 0,0 0 0,0 0 0,0 0 0,0 1 0,0-1 0,1 0 0,-1 0 0,1 1 0,0-1 0,0 0 0,0 1 0,0-1 0,3-4 0,11-21 0,1 0 0,1 2 0,27-32 0,72-73 0,-77 89 0,116-119 0,-126 134 0,2 1 0,1 2 0,51-30 0,-82 54 0,0 0 0,-1-1 0,1 1 0,-1 0 0,1 0 0,0-1 0,-1 1 0,1 0 0,-1 0 0,1 0 0,0 0 0,-1 0 0,1 0 0,0 0 0,-1 0 0,1 0 0,-1 1 0,1-1 0,0 0 0,-1 0 0,1 0 0,-1 1 0,1-1 0,-1 0 0,1 1 0,-1-1 0,1 0 0,-1 1 0,1-1 0,-1 1 0,1-1 0,-1 1 0,1-1 0,-1 1 0,0-1 0,1 1 0,-1-1 0,0 1 0,0-1 0,0 1 0,1 0 0,-1-1 0,0 1 0,0-1 0,0 1 0,0 0 0,0 0 0,5 38 0,-4-34 0,-2 80 0,0-62 0,1 0 0,0-1 0,2 1 0,8 43 0,-9-63 0,0 1 0,0 0 0,1-1 0,-1 1 0,1-1 0,0 1 0,0-1 0,1 0 0,-1 0 0,1 0 0,-1 0 0,1 0 0,0-1 0,0 1 0,0-1 0,5 3 0,-3-2 0,0-1 0,1 0 0,-1 0 0,1 0 0,0 0 0,0-1 0,-1 0 0,1-1 0,0 1 0,6-1 0,-1 0 0,-1-1 0,0 0 0,0-1 0,0 0 0,0-1 0,0 0 0,0 0 0,-1-1 0,1 0 0,-1-1 0,0 0 0,11-8 0,-5-1 0,0 0 0,-1-1 0,-1 0 0,22-33 0,-12 11 0,21-49 0,-41 80 0,0 0 0,-1 0 0,0 0 0,0 0 0,0-1 0,-1 1 0,0-1 0,0 1 0,-1-1 0,0 1 0,0-1 0,-1 1 0,1-1 0,-1 1 0,-4-12 0,5 17 3,-1 0 0,1-1 0,-1 1 0,0 0 0,1 0 1,-1 0-1,0 0 0,0 0 0,0 0 0,0 0 0,0 0 0,0 1 0,0-1 0,0 0 0,0 0 0,0 1 0,0-1 0,0 1 0,-1-1 0,1 1 0,0 0 0,0-1 0,-1 1 0,1 0 0,0 0 0,-1 0 1,1 0-1,0 0 0,-1 0 0,-1 0 0,-4 2-295,1-1 0,-1 1 0,1 0 0,-10 5 0,-15 7-6534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2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24575,'0'0'0,"0"0"0,-1 3 0,0 0 0,0 0 0,0 0 0,-1-1 0,1 1 0,-1 0 0,0-1 0,-2 3 0,-2 3 0,3-5 0,1 0 0,0-1 0,-1 1 0,0-1 0,1 0 0,-1 1 0,0-2 0,0 1 0,0 0 0,0 0 0,-4 0 0,3 0 0,0 0 0,0 0 0,1 0 0,-1 0 0,1 0 0,0 1 0,-6 4 0,4 0 0,1 0 0,0 1 0,0-1 0,0 1 0,1-1 0,1 1 0,-1 0 0,1 0 0,0 0 0,1 0 0,0 1 0,0-1 0,1 13 0,0-6 0,1 0 0,1 0 0,0-1 0,1 1 0,1 0 0,9 23 0,-12-35 0,1 0 0,0-1 0,-1 1 0,1 0 0,0-1 0,1 0 0,-1 1 0,0-1 0,1 0 0,-1 0 0,1 0 0,0 0 0,-1-1 0,1 1 0,0-1 0,0 1 0,0-1 0,0 0 0,0 0 0,1-1 0,-1 1 0,0-1 0,0 1 0,1-1 0,5 0 0,0-1 0,0 1 0,0-1 0,0-1 0,0 0 0,0 0 0,-1 0 0,17-8 0,-14 4 0,0 0 0,0-1 0,0 0 0,-1-1 0,-1 0 0,1-1 0,-1 0 0,-1 0 0,1-1 0,-2 0 0,9-14 0,-5 4 0,-1 1 0,-1-2 0,-1 1 0,0-1 0,6-35 0,-13 54 0,0 0 0,-1 0 0,0 0 0,0 0 0,0 0 0,1 0 0,-2-1 0,1 1 0,0 0 0,0 0 0,-1 0 0,1 0 0,-1 0 0,1 0 0,-1 1 0,0-1 0,0 0 0,0 0 0,0 0 0,0 1 0,-2-3 0,1 2 0,-1 0 0,0 0 0,0 0 0,1 0 0,-1 0 0,0 1 0,-1-1 0,1 1 0,0 0 0,0 0 0,-6-1 0,-5-1 0,0 2 0,0 0 0,0 1 0,-29 2 0,7 3-1365,30-4-5461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2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24575,'0'0'0,"0"0"0,0 0 0,0 0 0,0 0 0,0 0 0,0 0 0,-19 19 0,9-10 0,5-6 0,1 1 0,0 0 0,0 0 0,1 0 0,-1 0 0,1 1 0,-6 8 0,7-7 0,-1 0 0,1 0 0,0 1 0,1-1 0,-1 0 0,1 1 0,1-1 0,-1 1 0,1-1 0,0 1 0,0-1 0,1 1 0,0-1 0,0 1 0,1-1 0,2 7 0,-3-9 0,1 0 0,-1-1 0,1 1 0,1 0 0,-1-1 0,0 1 0,1-1 0,-1 0 0,1 0 0,0 0 0,0 0 0,0 0 0,1-1 0,-1 1 0,1-1 0,-1 0 0,1 0 0,0 0 0,0-1 0,0 1 0,0-1 0,0 0 0,0 0 0,0 0 0,0-1 0,4 1 0,8-1 0,0 0 0,0-1 0,-1-1 0,29-7 0,-35 7 0,-1 0 0,0-1 0,0 0 0,-1 0 0,1-1 0,-1 0 0,0-1 0,0 1 0,0-1 0,12-12 0,-17 15 0,0 0 0,0-1 0,0 1 0,-1-1 0,1 1 0,-1-1 0,0 0 0,1 1 0,-1-1 0,0 0 0,-1 0 0,1 0 0,0 0 0,-1 0 0,0 1 0,1-1 0,-1 0 0,0 0 0,-1 0 0,1 0 0,0 0 0,-1 0 0,0 0 0,0 0 0,0 0 0,0 1 0,0-1 0,0 0 0,-3-3 0,0 1 0,1 0 0,-1 1 0,0-1 0,0 1 0,0 0 0,0 1 0,-1-1 0,1 1 0,-1-1 0,0 1 0,0 1 0,0-1 0,-1 1 0,-6-2 0,6 2-105,0 1 0,1 0 0,-1 0 0,0 1 0,0-1 0,0 1 0,1 1 0,-1-1 0,0 1 0,0 0 0,1 0 0,-11 4 0,6-1-6721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2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1 24575,'0'0'0,"0"0"0,-15 19 0,-32 30 0,25-27 0,-36 45 0,42-45 0,1 0 0,1 1 0,1 1 0,-13 33 0,23-49 0,1 0 0,0 0 0,0 0 0,1 0 0,0 0 0,0 1 0,1-1 0,0 10 0,1-13 0,0 0 0,0 0 0,0-1 0,1 1 0,0 0 0,0 0 0,0-1 0,0 1 0,0-1 0,1 0 0,0 0 0,0 0 0,0 0 0,7 5 0,-6-5 0,0-1 0,0 0 0,0 0 0,1 0 0,0 0 0,-1-1 0,1 0 0,0 0 0,0 0 0,0-1 0,0 0 0,8 1 0,-4-1 0,-1 0 0,1-1 0,0-1 0,0 0 0,-1 0 0,1 0 0,9-4 0,-6 2 0,-1-1 0,0-1 0,0 0 0,0 0 0,-1-1 0,0 0 0,0-1 0,0 0 0,-1-1 0,0 0 0,10-11 0,-14 12 0,0 1 0,-1-1 0,0 0 0,0 0 0,0 0 0,-1 0 0,4-14 0,-6 17 0,0-1 0,0 1 0,-1 0 0,1 0 0,-1 0 0,0-1 0,-1 1 0,1 0 0,-1 0 0,1 0 0,-1-1 0,0 1 0,-1 0 0,1 0 0,-1 0 0,-3-6 0,-6-5-151,0 1-1,-1 0 0,0 0 0,-1 2 1,0 0-1,-1 0 0,0 1 1,-19-10-1,13 9-6674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37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6564 24575,'0'0'0,"0"23"0,0-21 0,0-1 0,0 1 0,0 0 0,0-1 0,0 1 0,-1 0 0,1-1 0,0 1 0,-1-1 0,1 1 0,-1-1 0,0 1 0,1-1 0,-1 1 0,0-1 0,0 1 0,0-1 0,0 0 0,0 0 0,0 1 0,-1-1 0,1 0 0,0 0 0,-3 2 0,-1-1 0,0-1 0,0 1 0,0-1 0,0 0 0,0 0 0,-9 0 0,12-1 0,2 0 0,-1 0 0,1-1 0,0 1 0,-1 0 0,1 0 0,0 0 0,0-1 0,-1 1 0,1 0 0,0 0 0,0-1 0,-1 1 0,1 0 0,0-1 0,0 1 0,0 0 0,-1 0 0,1-1 0,0 1 0,0 0 0,0-1 0,0 1 0,0-1 0,0 1 0,0 0 0,0-1 0,0 1 0,0 0 0,0-1 0,0 1 0,0-1 0,2-12 0,5 5 0,1-1 0,0 1 0,0 0 0,19-13 0,2-2 0,78-76 0,94-83 0,-139 131 0,95-60 0,15 8 0,90-57 0,223-123 0,-198 117 0,-83 43 0,-87 59 0,224-130 0,121-45 0,-235 129 0,464-250 0,-313 165 0,205-100 0,-85 45 0,-196 95 0,60-30 0,102-50 0,-162 79 0,6-2 0,45-17 0,328-155 0,-466 233 0,269-128 0,154-75 0,44-22 0,270-107 0,-544 234 0,-64 27 0,-261 132 0,387-187 0,-361 164 32,71-42-1429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3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24575,'-4'28'0,"2"38"0,4 0 0,11 82 0,-5-73 0,-6-53 0,-1-4 0,1 0 0,1 0 0,0 0 0,1 0 0,8 19 0,-12-35 0,1 0 0,0 0 0,0 0 0,0 0 0,0 0 0,0 0 0,0 0 0,1 0 0,-1 0 0,1-1 0,-1 1 0,1 0 0,0-1 0,0 1 0,0-1 0,-1 0 0,1 0 0,0 0 0,1 0 0,-1 0 0,0 0 0,0 0 0,0-1 0,0 1 0,1-1 0,-1 1 0,0-1 0,1 0 0,-1 0 0,0 0 0,0 0 0,3-1 0,1 0 0,-1-1 0,1 0 0,-1 0 0,0-1 0,0 1 0,0-1 0,0 0 0,0-1 0,-1 1 0,1-1 0,-1 0 0,5-5 0,6-8 0,-1-1 0,-1-1 0,0-1 0,-1 0 0,14-34 0,-9 13 0,21-84 0,-34 100 0,-1-1 0,-1 1 0,-1-32 0,-1 38 0,3 85 0,3 0 0,18 84 0,-20-129 0,16 77 0,12 71 0,-30-148 0,0 0 0,-2 0 0,-1-1 0,0 1 0,-1 0 0,-6 23 0,4-32 0,0 0 0,-1 0 0,0-1 0,-1 1 0,0-1 0,-1-1 0,0 1 0,0-1 0,-2 0 0,1-1 0,-1 0 0,0 0 0,-1-1 0,0 0 0,-19 11 0,14-10 0,1-1 0,-1-1 0,-1-1 0,1 0 0,-1-1 0,0 0 0,0-2 0,-1 0 0,1 0 0,-1-2 0,-25 0 0,28-2 0,0 0 0,0-1 0,1 0 0,-1-1 0,-18-7 0,27 8 0,0 0 0,1 0 0,-1-1 0,1 1 0,0-1 0,-1 0 0,1 0 0,0 0 0,1-1 0,-1 0 0,1 1 0,0-1 0,-1 0 0,2-1 0,-1 1 0,0-1 0,-3-7 0,-1-14-1365,3 3-5461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39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24575,'0'0'0,"14"-1"0,1 0 0,20-6 0,-5 1 0,90-15 0,-60 9 0,0 2 0,0 3 0,77 1 0,-133 7-1365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4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0 592 24575,'38'-3'0,"0"-2"0,71-20 0,68-35 0,-62 19 0,-91 32 0,0-1 0,-1-1 0,44-28 0,56-54 0,-11-12 0,-30 24 0,-77 77 0,-1-1 0,0 1 0,0-1 0,0 0 0,0 0 0,-1-1 0,0 1 0,0-1 0,0 0 0,3-9 0,-6 13 0,1 1 0,-1 0 0,0-1 0,0 1 0,0-1 0,0 1 0,0-1 0,0 1 0,0-1 0,0 1 0,0 0 0,-1-1 0,1 1 0,-1-1 0,1 1 0,-1 0 0,1-1 0,-1 1 0,-1-2 0,0 2 0,1-1 0,-1 1 0,0 0 0,0 0 0,1 0 0,-1 0 0,0 0 0,0 0 0,0 0 0,0 1 0,0-1 0,0 1 0,-1-1 0,1 1 0,0 0 0,0 0 0,-3 0 0,-4 1 0,1 0 0,-1 0 0,1 1 0,-1 0 0,1 0 0,0 1 0,0 0 0,0 1 0,0-1 0,1 2 0,-1-1 0,-8 8 0,-1 1 0,0 1 0,1 1 0,-23 27 0,27-27 0,0 0 0,1 1 0,1 0 0,0 0 0,1 1 0,1 1 0,1-1 0,1 1 0,0 0 0,1 1 0,1-1 0,1 1 0,-2 21 0,5-31 0,0 0 0,1 0 0,0 0 0,0 0 0,1 0 0,0-1 0,1 1 0,-1 0 0,2-1 0,-1 0 0,1 0 0,1 0 0,-1 0 0,9 10 0,-10-14 0,0 0 0,1 0 0,-1-1 0,1 1 0,0-1 0,0 0 0,0 0 0,0-1 0,1 1 0,-1-1 0,1 0 0,0 0 0,-1 0 0,1-1 0,0 1 0,0-1 0,0 0 0,0-1 0,0 1 0,0-1 0,0 0 0,0-1 0,0 1 0,0-1 0,0 0 0,8-2 0,-2-2 0,1 0 0,-2 0 0,1-1 0,-1-1 0,0 0 0,0 0 0,0-1 0,-1 0 0,-1-1 0,1 1 0,-1-2 0,-1 1 0,0-1 0,12-22 0,-2 0 0,-2-1 0,-1-1 0,17-60 0,-10-15 0,-8 141 0,16 99 0,-22-90 0,2 0 0,21 59 0,-26-89 0,28 62 0,-29-65 0,1-1 0,1 0 0,0 0 0,0 0 0,0 0 0,12 10 0,-17-16-50,1-1-1,0 1 1,-1-1-1,1 1 0,-1-1 1,1 1-1,0-1 1,-1 0-1,1 1 1,0-1-1,-1 0 0,1 0 1,0 0-1,0 0 1,-1 1-1,1-1 1,0 0-1,-1 0 0,1 0 1,0 0-1,0-1 1,-1 1-1,1 0 1,0 0-1,0 0 1,1-1-1,4-4-6775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40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24575,'46'7'0,"-12"-2"0,-13-2 0,-1 1 0,1 1 0,0 1 0,-1 0 0,0 2 0,-1 0 0,24 14 0,-21-10 0,-1 1 0,-1 2 0,-1 0 0,0 0 0,0 2 0,15 19 0,-21-19 0,0 0 0,-2 2 0,0-1 0,-1 1 0,0 1 0,-2 0 0,9 31 0,-10-26 0,-1 0 0,-1 1 0,-2-1 0,0 1 0,-3 52 0,-1-72 0,1-16 0,0-23 0,17-206 0,-9 174 0,27-109 0,-21 134 0,-11 33 0,0 0 0,-1 0 0,1 0 0,-1 0 0,-1 0 0,0-1 0,0 1 0,0-13 0,-1 20 0,0 0 0,0-1 0,0 1 0,0 0 0,0 0 0,0-1 0,0 1 0,0 0 0,0 0 0,-1-1 0,1 1 0,0 0 0,0 0 0,0-1 0,0 1 0,-1 0 0,1 0 0,0 0 0,0 0 0,0-1 0,-1 1 0,1 0 0,0 0 0,0 0 0,-1 0 0,1 0 0,0-1 0,0 1 0,-1 0 0,1 0 0,0 0 0,0 0 0,-1 0 0,1 0 0,0 0 0,-1 0 0,1 0 0,0 0 0,0 0 0,-1 0 0,1 0 0,0 1 0,0-1 0,-1 0 0,1 0 0,0 0 0,0 0 0,-1 0 0,1 0 0,0 1 0,0-1 0,-1 0 0,1 0 0,0 0 0,0 1 0,0-1 0,-1 0 0,-16 15 0,-23 32 0,2 2 0,-55 91 0,84-125 0,-8 12 40,1 1 0,-14 37 0,25-52-205,0-1 0,2 1 0,-1 0 0,2 0 0,0 0 0,0 0 0,1 0 0,1 14 0,2-9-6661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4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24575,'18'0'0,"278"-8"0,-289 8-114,0 0 1,0 0-1,0-1 0,0 0 0,0 0 1,0-1-1,0 0 0,-1 0 0,1 0 1,0-1-1,6-4 0,0-2-6712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41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24575,'0'0'0,"-3"19"0,-8 235 0,8-102 0,-4-37 0,0 171 0,7-283 0,6 42 0,-6-44 0,0 1 0,1-1 0,-1 0 0,1 0 0,-1 1 0,1-1 0,0 0 0,-1 0 0,1 0 0,0 0 0,0 0 0,1 2 0,-1-3 0,-1 0 0,1 1 0,0-1 0,-1 0 0,1 0 0,-1 1 0,1-1 0,0 0 0,-1 0 0,1 0 0,-1 0 0,1 0 0,0 0 0,-1 0 0,1 0 0,0 0 0,-1 0 0,1-1 0,-1 1 0,1 0 0,0 0 0,-1 0 0,1-1 0,-1 1 0,1 0 0,-1-1 0,2 0 0,2-2 0,1-1 0,-1 0 0,0-1 0,0 1 0,0-1 0,0 0 0,-1 0 0,0 0 0,0 0 0,4-8 0,3-11 0,7-27 0,-11 32 0,16-56-1365,-4 10-5461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41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24575,'4'-1'0,"-1"0"0,1 0 0,0 0 0,-1-1 0,1 0 0,-1 1 0,7-6 0,3-1 0,22-14 0,-34 21 0,-1 1 0,0 0 0,0 0 0,0 0 0,0 0 0,0 0 0,1 0 0,-1 0 0,0-1 0,0 1 0,0 0 0,1 0 0,-1 0 0,0 0 0,0 0 0,0 0 0,1 0 0,-1 0 0,0 0 0,0 0 0,0 0 0,1 0 0,-1 0 0,0 0 0,0 0 0,0 0 0,1 0 0,-1 0 0,0 1 0,0-1 0,0 0 0,0 0 0,1 0 0,-1 0 0,0 0 0,0 0 0,0 1 0,0-1 0,1 0 0,-1 0 0,0 0 0,0 0 0,0 1 0,0-1 0,0 0 0,0 0 0,5 15 0,1 17 0,-1 0 0,2 55 0,-10 69 0,1-104 0,-19 270 0,1 16 0,19-332 0,2 0 0,-1 0 0,0 0 0,1 0 0,0-1 0,1 1 0,-1 0 0,1-1 0,0 1 0,5 8 0,0-34 0,6-69 0,-7 44 0,11-46 0,-9 60 0,1 0 0,1 0 0,2 0 0,1 2 0,20-36 0,-29 60 0,-1 0 0,0 1 0,1-1 0,0 1 0,0 0 0,0 0 0,1 0 0,0 0 0,-1 1 0,1 0 0,0 0 0,0 0 0,1 1 0,-1-1 0,10-1 0,-7 2 0,0 1 0,0 0 0,0 1 0,1-1 0,-1 2 0,0-1 0,0 1 0,0 1 0,0-1 0,9 4 0,5 3 0,0 1 0,0 2 0,-1 0 0,0 1 0,-1 1 0,32 26 0,-40-28 0,0 1 0,-1 0 0,-1 0 0,0 1 0,-1 0 0,0 0 0,-1 1 0,0 1 0,-1-1 0,-1 1 0,0 0 0,5 26 0,-9-30 0,0-1 0,-1 1 0,0 0 0,0 0 0,-2 0 0,1-1 0,-1 1 0,-5 18 0,4-21 0,-1 0 0,0-1 0,0 1 0,0-1 0,-1 1 0,-1-1 0,1 0 0,-1-1 0,0 1 0,-1-1 0,1 0 0,-10 7 0,6-6 0,-2 0 0,1 0 0,-1-1 0,0 0 0,0-1 0,-23 7 0,9-5 0,0-1 0,-33 3 0,49-8-72,0-1 1,0 0-1,-1 0 0,1-1 0,0 0 0,0 0 0,0-1 0,0-1 1,1 1-1,-1-1 0,1-1 0,-1 1 0,1-2 0,0 1 0,0-1 1,1 0-1,-1-1 0,-11-11 0,-2-7-6754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53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 24575,'0'0'0,"-2"0"0,-11 4 0,2-1 0,0 0 0,-1 1 0,-11 5 0,19-6 0,0-1 0,0 1 0,0 0 0,0 0 0,0 0 0,1 1 0,-1-1 0,1 1 0,0 0 0,0 0 0,-2 4 0,-130 191 0,156-188 0,-9-7 0,0-1 0,0-1 0,1 0 0,-1 0 0,0-2 0,24 0 0,77-14 0,-86 10 0,-1 0 0,1 0 0,36-9 0,-56 11 0,0-1 0,1 0 0,-1 0 0,0 0 0,-1-1 0,1 0 0,0 0 0,-1 0 0,8-8 0,-13 10 0,0 0 0,0 0 0,0 0 0,0 0 0,0 0 0,0 0 0,0 0 0,-1 0 0,1-1 0,-1 1 0,0 0 0,1 0 0,-1-1 0,0 1 0,0 0 0,-1 0 0,1-1 0,0 1 0,-1 0 0,1 0 0,-1 0 0,0 0 0,-1-3 0,-2-6 0,-1-1 0,-11-17 0,5 10-455,-1 2 0,-20-24 0,24 32-6371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55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 24575,'0'0'0,"0"0"0,0 0 0,0 0 0,0 0 0,0 0 0,0 0 0,-10 17 0,-98 131 0,39-56 0,68-91 0,0 0 0,0 1 0,0-1 0,0 0 0,0 1 0,0-1 0,1 1 0,-1-1 0,0 1 0,1 0 0,-1-1 0,1 1 0,0 0 0,-1-1 0,1 1 0,0 0 0,0-1 0,0 1 0,0 0 0,1 0 0,-1-1 0,0 1 0,1 0 0,-1-1 0,1 1 0,-1-1 0,1 1 0,0-1 0,0 1 0,-1-1 0,1 1 0,0-1 0,0 1 0,1-1 0,-1 0 0,0 0 0,2 2 0,2 0 0,0 0 0,0 0 0,0-1 0,0 1 0,0-1 0,0 0 0,1 0 0,-1-1 0,1 0 0,7 1 0,14 0 0,-1-2 0,1 0 0,0-2 0,-1-1 0,0-1 0,0-1 0,0-2 0,0 0 0,-1-2 0,42-20 0,-60 26 0,-1-1 0,0 0 0,1 0 0,-1 0 0,-1-1 0,1 0 0,-1 0 0,7-7 0,-11 10 0,0 0 0,0 0 0,0 0 0,0 0 0,0 0 0,0 0 0,0 0 0,-1 0 0,1-1 0,-1 1 0,0 0 0,0 0 0,1-1 0,-1 1 0,-1 0 0,1 0 0,0-1 0,-1 1 0,1 0 0,-1 0 0,1 0 0,-1-1 0,0 1 0,0 0 0,0 0 0,0 0 0,0 0 0,-1 0 0,1 1 0,-2-3 0,-10-10-195,0 0 0,-1 1 0,0 1 0,-1 0 0,0 1 0,-31-17 0,27 17-6631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4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24575,'0'0'0,"0"0"0,0 0 0,0 0 0,0 0 0,-4 14 0,-5 42 0,-3 57 0,-3 29 0,4-117-99,7-17-1167,0 0-5560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5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0 24575,'0'0'0,"0"0"0,0 0 0,0 0 0,-5 10 0,-12 19 0,2-5 0,1 0 0,1 1 0,-15 44 0,27-64 0,-1 1 0,1-1 0,0 1 0,1-1 0,-1 1 0,1 0 0,0-1 0,0 1 0,1 0 0,0-1 0,0 1 0,0-1 0,1 1 0,-1-1 0,1 0 0,1 0 0,-1 1 0,1-1 0,6 8 0,-2-4 0,1 0 0,0-1 0,0-1 0,1 1 0,0-1 0,0-1 0,1 0 0,0 0 0,11 5 0,52 21 0,-43-20 0,-1 1 0,44 27 0,-69-37 0,0 0 0,0 0 0,0 0 0,0 0 0,0 1 0,-1 0 0,0 0 0,0 0 0,0 0 0,0 0 0,0 0 0,-1 1 0,0-1 0,0 1 0,0 0 0,1 6 0,-2-5 0,-1 1 0,1-1 0,-1 1 0,0-1 0,-1 0 0,1 1 0,-1-1 0,-1 1 0,1-1 0,-1 0 0,-3 8 0,-3 2 0,-1 1 0,0-2 0,-1 1 0,-1-1 0,0-1 0,-1 0 0,-25 23 0,23-25 0,0-1 0,-1 0 0,1-1 0,-2-1 0,0-1 0,0 0 0,0-1 0,-1 0 0,-31 7 0,34-12 0,0 1 0,-1-2 0,1 0 0,0 0 0,-1-2 0,1 1 0,-1-2 0,1 0 0,0-1 0,0 0 0,0-1 0,-21-9 0,-10-10-1365,9 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3:1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24575,'261'12'0,"-140"-9"0,-59-2-1365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0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24575,'0'0'0,"0"0"0,0 0 0,0 0 0,0 0 0,1 9 0,21 101 0,-13-77 0,6 68 0,-12-77 0,9 40 0,8-96 0,-11 1 0,-2 0 0,-1 0 0,-1-1 0,1-50 0,3-19 0,-9 101 0,0 0 0,0 0 0,0-1 0,0 1 0,0 0 0,0 0 0,0 0 0,0 0 0,0 0 0,0 0 0,0 0 0,0 0 0,0 0 0,0-1 0,0 1 0,0 0 0,-1 0 0,1 0 0,0 0 0,0 0 0,0 0 0,0 0 0,0 0 0,0 0 0,0 0 0,0 0 0,0-1 0,0 1 0,0 0 0,0 0 0,0 0 0,-1 0 0,1 0 0,0 0 0,0 0 0,0 0 0,0 0 0,0 0 0,0 0 0,0 0 0,0 0 0,0 0 0,-1 0 0,1 0 0,0 0 0,0 0 0,0 0 0,0 0 0,0 0 0,0 0 0,0 0 0,0 0 0,0 0 0,-1 0 0,1 0 0,0 0 0,0 0 0,0 0 0,0 0 0,0 1 0,-10 5 0,-8 13 0,18-13 0,-1-1 0,1 1 0,0 0 0,1 0 0,-1 0 0,3 8 0,-1 2 0,9 74-1365,-10-78-5461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0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24575,'0'0'0,"0"0"0,0 0 0,0 0 0,0 0 0,0 0 0,0 0 0,0 0 0,0 0 0,0 0 0,0 0 0,33 1 0,-1 2 0,1 1 0,-1 2 0,0 1 0,33 12 0,-53-15 0,-1 0 0,0 1 0,0 1 0,-1 0 0,0 0 0,0 1 0,0 0 0,-1 1 0,0 0 0,0 0 0,-1 1 0,0 0 0,-1 1 0,0 0 0,7 12 0,-5-4 0,0 1 0,-1 0 0,-2 1 0,0 0 0,0 0 0,-2 0 0,-1 0 0,2 24 0,-5-13 0,0-31 0,3-21 0,30-128 0,-20 103 0,-3 0 0,-2 0 0,5-93 0,-13 138 0,0 1 0,0 0 0,0 0 0,0 0 0,0-1 0,0 1 0,0 0 0,0 0 0,-1 0 0,1-1 0,0 1 0,0 0 0,0 0 0,0 0 0,0-1 0,0 1 0,-1 0 0,1 0 0,0 0 0,0 0 0,0 0 0,-1 0 0,1-1 0,0 1 0,0 0 0,0 0 0,-1 0 0,1 0 0,0 0 0,0 0 0,0 0 0,-1 0 0,1 0 0,0 0 0,0 0 0,-1 0 0,1 0 0,0 0 0,0 0 0,-1 0 0,-14 4 0,-12 10 0,10-3 6,0 1 0,1 1 0,0 1 0,1 1 0,0 0 0,-18 24 0,-67 112-217,47-68-985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1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55 24575,'-2'0'0,"0"1"0,-1-1 0,1 1 0,0 0 0,0 0 0,-1 0 0,1 0 0,0 0 0,0 0 0,0 1 0,0-1 0,0 0 0,-3 4 0,-20 24 0,23-27 0,-7 9 0,1 0 0,0 1 0,-10 21 0,16-28 0,-1 0 0,1 0 0,0 1 0,1-1 0,-1 1 0,1-1 0,1 1 0,-1 0 0,1-1 0,-1 1 0,2 10 0,0-14 0,-1-1 0,0 0 0,0 0 0,1 0 0,-1 0 0,1 0 0,-1 0 0,1 0 0,-1 0 0,1 0 0,0 0 0,-1 0 0,1 0 0,0 0 0,0-1 0,0 1 0,0 0 0,0 0 0,0-1 0,0 1 0,0-1 0,0 1 0,0-1 0,0 1 0,0-1 0,0 0 0,0 1 0,0-1 0,0 0 0,1 0 0,-1 0 0,0 0 0,0 0 0,0 0 0,0 0 0,0 0 0,1 0 0,-1-1 0,0 1 0,0 0 0,0-1 0,2 0 0,4-2 0,0 1 0,-1-2 0,1 1 0,-1-1 0,10-6 0,2-4 0,-1-1 0,25-27 0,-35 34 0,0 0 0,0-1 0,-1 0 0,-1 0 0,1-1 0,-1 1 0,6-19 0,-10 25-41,-1 0 0,0 1-1,1-1 1,-1 0-1,0 0 1,0 0 0,0 0-1,-1 0 1,1 1 0,-1-1-1,1 0 1,-1 0-1,0 0 1,0 1 0,0-1-1,-1 1 1,1-1 0,-1 1-1,1-1 1,-1 1-1,0 0 1,0 0 0,0 0-1,0 0 1,0 0 0,0 0-1,-1 0 1,1 1-1,-1-1 1,1 1 0,-1 0-1,-3-2 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3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24575,'0'0'0,"0"0"0,0 0 0,0 0 0,0 0 0,0 0 0,-14 0 0,-6 0 0,-9 3 0,0 0 0,4 1 0,-6 0 0,2-1 0,-8 2 0,3-2-8191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2940 50 24575,'0'0'0,"0"0"0,-12 2 0,-95 20 0,-37 10 0,143-31 0,-87 22 0,77-21 0,0 0 0,1-2 0,-1 1 0,0-1 0,1-1 0,-16-2 0,-66-12 0,-165-5 0,100 10 0,134 7 0,0-2 0,1 0 0,0-1 0,-41-17 0,49 16 0,7 3 0,-1 0 0,-1 1 0,1 0 0,0 0 0,-1 1 0,-13-2 0,-42 1 0,0 4 0,-104 14 0,14-1 0,140-14 0,1-1 0,0 0 0,0-1 0,1-1 0,-1 0 0,-17-7 0,14 5 0,0 0 0,-1 1 0,-20-3 0,11 7 0,0 1 0,1 1 0,-1 1 0,1 2 0,-28 7 0,-65 10 0,-17-13 0,112-10 0,1 0 0,0-2 0,-1 0 0,-23-8 0,20 4 0,-1 2 0,0 1 0,0 1 0,-47 0 0,16 6 0,-69 13 0,84-10-682,-58 1-1,71-7-6143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4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24575,'0'0'0,"-6"3"0,-1 0 0,0 1 0,2-2 0,-8 2 0,-2-1 0,3-1 0,2-1 0,-9 3 0,-1 0 0,-12 1 0,0-1 0,5 0-8191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 24575,'0'0'0,"-8"1"0,-3 1 0,-8 3 0,-2 2 0,-7 2 0,0-1 0,6-2 0,6-1-8191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5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21 24575,'0'0'0,"0"0"0,0 0 0,0 0 0,-6-1 0,-3-1 0,0 0 0,-6 0 0,0-1 0,-8-1 0,1 1 0,4 0 0,-6 2 0,1 2 0,-7 1 0,1 1 0,6 0 0,6-1-8191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5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24575,'0'0'0,"0"0"0,0 0 0,0 0 0,-11 2 0,-3 2 0,0-1 0,3 0 0,-8-1 0,0-1 0,3 0 0,4-1 0,5 0-8191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5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24575,'-2'1'0,"1"0"0,-1-1 0,1 1 0,-1 0 0,1 0 0,-1 0 0,1-1 0,-1 2 0,1-1 0,-2 2 0,-10 7 0,-18 4-682,-51 16-1,68-26-6143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7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98 24575,'1'0'0,"0"0"0,1 0 0,-1-1 0,0 1 0,0 0 0,1-1 0,-1 1 0,0-1 0,0 0 0,0 1 0,0-1 0,0 0 0,1 0 0,-1 0 0,-1 1 0,1-1 0,0 0 0,0 0 0,0 0 0,0-1 0,-1 1 0,1 0 0,0 0 0,-1 0 0,1-2 0,0-1 0,0 1 0,0-1 0,-1 0 0,0 1 0,1-1 0,-1 0 0,-1 1 0,0-6 0,-6-23 0,4 25 0,3 11 0,11 71 0,-10-62 0,0-1 0,1 1 0,0 0 0,0-1 0,2 1 0,-1-1 0,2 0 0,0 0 0,7 13 0,-11-24 0,0 1 0,0-1 0,0 0 0,0 1 0,0-1 0,0 0 0,0 0 0,1 0 0,-1 0 0,0 0 0,1 0 0,-1 0 0,1-1 0,-1 1 0,1-1 0,-1 1 0,1-1 0,0 1 0,-1-1 0,3 1 0,-2-1 0,1-1 0,0 1 0,0 0 0,-1-1 0,1 0 0,-1 1 0,1-1 0,0 0 0,-1 0 0,0-1 0,4-1 0,3-3 0,0-1 0,0-1 0,0 1 0,10-14 0,-11 13 0,-2-1 0,1 1 0,-1-1 0,-1-1 0,1 1 0,-1-1 0,-1 0 0,0 0 0,-1-1 0,0 1 0,0-1 0,-1 1 0,0-1 0,-1 0 0,0-13 0,1 84 0,4-1 0,1 1 0,4-1 0,30 100 0,-37-148 0,-1-1 0,-1 1 0,0 0 0,0 0 0,-1-1 0,0 1 0,-2 22 0,0-30 0,1 1 0,-1-1 0,0 0 0,0 1 0,0-1 0,-1 0 0,1 0 0,-1 0 0,1 0 0,-1 0 0,0 0 0,0-1 0,0 1 0,-1-1 0,1 1 0,-1-1 0,1 0 0,-1 0 0,0 0 0,0 0 0,0 0 0,0-1 0,0 1 0,0-1 0,0 0 0,0 0 0,-1 0 0,-5 1 0,-3-1 0,0 0 0,0 0 0,1-1 0,-1 0 0,0-1 0,0-1 0,0 0 0,1 0 0,-1-1 0,1-1 0,0 0 0,0 0 0,0-1 0,1-1 0,-1 1 0,1-2 0,0 0 0,1 0 0,0 0 0,0-1 0,-9-11 0,16 17 0,0-1 0,0 1 0,0 0 0,0-1 0,1 1 0,-1-1 0,1 0 0,0 0 0,0 1 0,0-1 0,0 0 0,0 0 0,0 0 0,1 0 0,-1 0 0,1 0 0,0 0 0,0 0 0,0 0 0,1 0 0,-1 0 0,1 0 0,-1 0 0,1 0 0,0 0 0,0 0 0,0 1 0,1-1 0,-1 0 0,1 1 0,-1-1 0,1 1 0,0-1 0,0 1 0,0 0 0,0 0 0,3-2 0,11-8 20,1 1 0,1 1 0,0 1 0,0 1 0,29-10 0,101-19-1505,-129 33-5341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17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24575,'0'0'0,"0"0"0,0 0 0,0 0 0,0 0 0,7 25 0,-5-22 0,0 1 0,0-1 0,0 0 0,0 0 0,0 0 0,0 0 0,1 0 0,0 0 0,0-1 0,-1 1 0,1-1 0,0 0 0,1 0 0,-1 0 0,0 0 0,1-1 0,-1 1 0,1-1 0,-1 0 0,6 1 0,-7-1 0,1-1 0,0 0 0,0 1 0,0-1 0,0-1 0,0 1 0,-1 0 0,1-1 0,0 1 0,0-1 0,0 0 0,-1 0 0,1 0 0,-1 0 0,1-1 0,-1 1 0,1-1 0,-1 1 0,0-1 0,1 0 0,-1 0 0,0 0 0,0 0 0,0 0 0,-1 0 0,1-1 0,1-2 0,-1 1 0,0 0 0,0 1 0,-1-1 0,1 0 0,-1 0 0,0 0 0,0 0 0,0 0 0,-1 0 0,1 0 0,-1 0 0,-1-6 0,1 9 0,0-1 0,0 1 0,-1-1 0,1 1 0,-1 0 0,1-1 0,-1 1 0,0-1 0,0 1 0,1 0 0,-1 0 0,0-1 0,0 1 0,0 0 0,0 0 0,0 0 0,-1 0 0,1 0 0,0 0 0,0 0 0,-1 1 0,1-1 0,0 0 0,-1 1 0,1-1 0,-1 1 0,1-1 0,-1 1 0,1 0 0,-1 0 0,1-1 0,-1 1 0,1 0 0,-1 0 0,-1 1 0,-21 2-1365,3 3-5461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25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24575,'6'-1'0,"-1"0"0,0 0 0,1 0 0,-1-1 0,0 0 0,0 0 0,0 0 0,6-5 0,7-2 0,130-61 0,157-68 0,-285 131 0,-1 1 0,1 0 0,23-3 0,-41 9 7,-1 0 0,1 0 0,-1-1 0,1 1 0,-1 0 1,1-1-1,-1 1 0,1-1 0,-1 0 0,1 1 0,-1-1 0,0 0 0,1 0 0,-1 0 0,0 0 0,2-2 0,-3 2-48,1 1-1,-1-1 1,0 0 0,0 1 0,0-1-1,-1 0 1,1 1 0,0-1 0,0 0-1,0 1 1,0-1 0,-1 0 0,1 1-1,0-1 1,0 1 0,-1-1 0,1 0-1,-1 1 1,1-1 0,0 1 0,-1-1-1,1 1 1,-1-1 0,1 1 0,-1 0-1,1-1 1,-1 1 0,0-1 0,1 1-1,-1 0 1,0 0 0,1-1 0,-1 1-1,1 0 1,-2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26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24575,'0'0'0,"0"0"0,0 0 0,0 0 0,10-2 0,187-35 0,-95 15 0,-71 14 0,-21 5 0,0 0 0,0 1 0,12-1 0,-22 3-49,1 0 1,-1 0-1,1 0 0,-1 0 0,1 0 1,-1 1-1,1-1 0,-1 0 0,1 0 1,-1 0-1,1 0 0,-1 1 0,0-1 1,1 0-1,-1 0 0,1 1 0,-1-1 1,0 0-1,1 1 0,-1-1 0,0 1 1,1-1-1,-1 0 0,0 1 0,0-1 0,0 1 1,1-1-1,0 6-6777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28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24575,'3'15'0,"27"285"0,-15-100 0,-8-149 0,25 97 0,-27-128 0,11 32 0,-14-48 0,-1 0 0,1-1 0,0 1 0,0 0 0,0-1 0,1 1 0,-1-1 0,1 0 0,5 6 0,-7-9 0,0 1 0,-1-1 0,1 1 0,-1-1 0,1 0 0,0 1 0,-1-1 0,1 0 0,0 1 0,0-1 0,-1 0 0,1 0 0,0 0 0,-1 0 0,1 0 0,0 0 0,0 0 0,-1 0 0,1 0 0,0 0 0,-1 0 0,1 0 0,0-1 0,0 1 0,-1 0 0,1 0 0,0-1 0,-1 1 0,1-1 0,-1 1 0,1 0 0,0-1 0,-1 1 0,1-1 0,0 0 0,2-3 0,-1 1 0,0 0 0,0-1 0,0 1 0,3-8 0,8-26 0,-2 0 0,-1-2 0,-3 1 0,5-56 0,-5 37 0,11-64 0,17-156 0,-34 261 0,-1 8 0,1 1 0,0-1 0,3-13 0,-4 21 0,0-1 0,0 1 0,0 0 0,0-1 0,1 1 0,-1 0 0,0-1 0,0 1 0,1 0 0,-1 0 0,0 0 0,0-1 0,1 1 0,-1 0 0,0 0 0,0 0 0,1-1 0,-1 1 0,0 0 0,1 0 0,-1 0 0,0 0 0,1 0 0,-1 0 0,0 0 0,1 0 0,-1 0 0,0 0 0,1 0 0,-1 0 0,0 0 0,1 0 0,-1 0 0,0 0 0,1 0 0,-1 0 0,0 0 0,1 1 0,-1-1 0,0 0 0,1 0 0,-1 0 0,0 1 0,0-1 0,1 0 0,-1 0 0,0 1 0,0-1 0,0 0 0,1 0 0,-1 1 0,14 15 0,-13-15 0,9 14 0,0 1 0,-1 0 0,-1 0 0,10 27 0,18 75 0,-9-24 0,24 38 0,-43-116 0,0 0 0,2-1 0,-1 0 0,1-1 0,1 0 0,15 14 0,-23-24 0,2-1 0,-1 0 0,0 0 0,1 0 0,-1 0 0,1-1 0,0 0 0,0 0 0,0 0 0,0-1 0,0 1 0,0-1 0,1 0 0,-1-1 0,0 1 0,0-1 0,1 0 0,-1 0 0,0-1 0,1 0 0,-1 1 0,0-2 0,0 1 0,0-1 0,0 0 0,0 0 0,0 0 0,0 0 0,-1-1 0,1 0 0,-1 0 0,0 0 0,0-1 0,0 1 0,0-1 0,-1 0 0,1 0 0,-1-1 0,3-5 0,3-5 0,-1-1 0,0-1 0,-2 1 0,0-1 0,0 0 0,-2-1 0,3-21 0,8-128 0,-14 135 0,2-25 0,1 8 0,-2 0 0,-2-1 0,-9-62 0,8 105-118,-5-15 370,6 22-290,-1-1-1,1 1 1,0 0-1,-1-1 1,1 1-1,-1 0 1,1-1-1,-1 1 1,1 0 0,-1 0-1,1-1 1,0 1-1,-1 0 1,1 0-1,-1 0 1,0 0 0,1 0-1,-1 0 1,1 0-1,-1 0 1,1 0-1,-1 0 1,1 0 0,-1 0-1,1 0 1,-1 0-1,1 1 1,-1-1-1,1 0 1,0 0-1,-1 0 1,1 1 0,-1-1-1,1 0 1,-1 1-1,1-1 1,0 0-1,-1 1 1,-8 5-6788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29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24575,'26'1'0,"0"2"0,1 0 0,-1 1 0,34 12 0,97 41 0,-117-38 0,0 2 0,-2 2 0,0 1 0,-2 2 0,0 1 0,-2 2 0,-2 1 0,0 2 0,-2 1 0,-2 2 0,-1 0 0,28 49 0,-46-67 0,-1 0 0,0 0 0,-1 1 0,-1 0 0,6 29 0,-10-33 0,0 1 0,0-1 0,-1 0 0,-1 0 0,-1 1 0,0-1 0,0 0 0,-5 15 0,6-28-31,0 1-1,0-1 0,0 0 0,-1 1 0,1-1 1,-1 0-1,1 1 0,-1-1 0,1 0 1,-1 0-1,0 1 0,1-1 0,-1 0 1,0 0-1,0 0 0,0 0 0,0 0 1,0 0-1,0 0 0,0-1 0,0 1 1,-1 0-1,1 0 0,0-1 0,0 1 1,-1-1-1,1 1 0,0-1 0,-1 0 1,1 1-1,0-1 0,-1 0 0,1 0 1,-1 0-1,1 0 0,0 0 0,-1 0 1,1 0-1,0-1 0,-1 1 0,1 0 1,-3-2-1,-4-1-6794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2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0 24575,'-5'1'0,"0"0"0,0 0 0,1 0 0,-1 0 0,0 1 0,1 0 0,-1 0 0,-7 5 0,2-2 0,-8 4 0,0 1 0,1 1 0,0 1 0,1 0 0,0 1 0,1 1 0,-17 19 0,13-11 0,2 1 0,0 1 0,1 0 0,-19 45 0,18-29 0,1 0 0,3 1 0,1 1 0,3 0 0,1 1 0,-5 82 0,13-117 0,0 1 0,0-1 0,1 1 0,0 0 0,1-1 0,4 17 0,-5-23 0,0-1 0,-1 1 0,1-1 0,0 1 0,0-1 0,0 1 0,0-1 0,0 1 0,1-1 0,-1 0 0,0 0 0,1 1 0,-1-1 0,0 0 0,1 0 0,2 1 0,-2-2 0,0 1 0,0-1 0,0 0 0,0 0 0,0 1 0,0-1 0,0-1 0,0 1 0,0 0 0,0 0 0,0-1 0,0 1 0,0-1 0,0 0 0,0 0 0,-1 1 0,1-1 0,2-2 0,5-3-273,0 0 0,-1-1 0,0 0 0,9-9 0,4-7-6553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2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24575,'-1'189'0,"4"216"0,16-220-1365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5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0 24575,'-16'8'0,"12"-5"0,0 0 0,1 0 0,-1 1 0,1 0 0,-1 0 0,1 0 0,1 0 0,-1 0 0,0 1 0,1-1 0,0 1 0,0-1 0,1 1 0,-3 9 0,0 8 0,0 0 0,0 26 0,1-10 0,-3 13 0,2-23 0,0 1 0,2 0 0,2-1 0,0 1 0,6 40 0,-5-65 0,4 14 0,-1-20 0,2-10 0,14-50-1365,-18 55-5461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5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24575,'2'0'0,"0"0"0,-1 1 0,1-1 0,0 0 0,0 1 0,0-1 0,-1 1 0,1 0 0,0 0 0,-1 0 0,1 0 0,0 0 0,-1 0 0,1 0 0,-1 0 0,0 0 0,1 1 0,-1-1 0,2 3 0,-1 1 0,0 0 0,0-1 0,0 1 0,-1 0 0,2 10 0,-1-7 0,6 47 0,3 60 0,-2-11 0,24 82 0,-33-185-23,0 0 1,0-1-1,0 1 0,0-1 0,0 1 1,0 0-1,0-1 0,-1 1 0,1-1 1,0 1-1,0 0 0,0-1 0,-1 1 1,1-1-1,0 1 0,-1-1 0,1 1 1,0-1-1,-1 1 0,1-1 0,-1 1 1,1-1-1,-1 0 0,1 1 0,-1-1 1,1 1-1,-1-1 0,1 0 0,-1 0 1,1 1-1,-1-1 0,0 0 0,1 0 1,-1 0-1,0 0 0,1 0 0,-1 0 1,1 0-1,-1 0 0,0 0 0,1 0 1,-1 0-1,1 0 0,-1 0 0,0 0 1,1 0-1,-1-1 0,1 1 0,-1 0 0,0 0 1,1-1-1,-1 1 0,1 0 0,-1-1 1,1 1-1,-1-1 0,1 1 0,0-1 1,-1 0-1,-5-6-6803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02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2296 38 24575,'28'0'0,"-27"1"0,0-1 0,0 0 0,0 0 0,0 0 0,0-1 0,0 1 0,-1 0 0,1 0 0,0 0 0,0-1 0,0 1 0,0 0 0,0-1 0,0 1 0,-1-1 0,1 1 0,0-1 0,0 1 0,-1-1 0,1 0 0,0 1 0,-1-1 0,2-1 0,4-21 0,-6 19 0,-3 2 0,-5 6 0,-18 13 0,-4 2 0,16-10 0,-1 1 0,1 0 0,1 1 0,-20 21 0,16-15 0,-29 21 0,-14 4 0,18-14 0,-74 66 0,97-75 0,-25 25 0,-99 75 0,77-74 0,-209 159 0,240-176 0,-61 38 0,56-41 0,-50 43 0,34-20 0,0 3 0,-2-3 0,-79 50 0,122-88 0,2 1 0,0 0 0,0 1 0,1 0 0,0 1 0,-16 24 0,-18 19 0,-133 137 0,96-101 0,-185 157 0,254-238 0,-33 16 0,-8 7 0,55-34-2,0 0 0,0 0 0,0 0 0,0 0 0,0 0 0,0 0 1,0 0-1,0 0 0,0 0 0,0 0 0,0 0 0,0 0 0,0 0 0,0 0 0,0 0 0,0 0 0,0 0 0,0 0 0,0 0 0,0 0 0,0 0 0,0 0 0,0 0 0,0 0 0,0 1 0,0-1 0,0 0 0,0 0 0,0 0 0,0 0 0,0 0 1,0 0-1,0 0 0,0 0 0,0 0 0,0 0 0,0 0 0,0 0 0,0 0 0,0 0 0,9-2 202,13-6-1685,-14 4-5341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03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24575,'16'8'0,"0"0"0,-1 1 0,0 0 0,0 2 0,-1-1 0,0 2 0,20 21 0,-18-11 0,-1 0 0,-1 0 0,14 31 0,11 17 0,87 97 0,-64-89 0,-12-20 0,1-2 0,3-3 0,2-2 0,92 63 0,-29-17 0,-8-6 0,-43-36 0,80 84 0,43 37 0,16 13 0,-183-166 0,66 69 0,-38-37 0,3-2 0,80 60 0,-81-66 0,-39-33 0,32 23 0,-39-31 0,-3-2 0,1 0 0,0 0 0,0-1 0,0 1 0,0-1 0,0-1 0,1 1 0,0-1 0,-1 0 0,1 0 0,7 0 0,21 9-1365,-29-9-5461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12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0,0 0 0,0 0 0,10 15 0,36 31 0,-31-32 0,0 0 0,12 17 0,15 20 0,3-2 0,1-2 0,61 48 0,-84-76 0,141 131 0,59 55 0,5 6 0,86 100 0,-144-149 0,43 33 0,-110-103 0,238 181 0,-322-260 0,2-1 0,0-1 0,0 0 0,1-2 0,0 0 0,42 10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13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1843 24575,'11'-10'0,"117"-100"0,159-176 0,-91 73 0,252-213 0,-237 254 0,28-26 0,-105 82 0,149-135 0,-273 242 0,0 1 0,1 0 0,0 0 0,1 1 0,-1 0 0,20-7 0,-61 17-1365,24-2-5461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14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24575,'0'0'0,"0"0"0,1 16 0,16 213 0,6 51 0,-22-264 0,11 67 0,-10-73 0,0 0 0,1-1 0,0 0 0,1 0 0,0 0 0,9 14 0,-9-17 0,1 2 0,0 0 0,1-1 0,0 1 0,13 11 0,-17-17 0,0-1 0,0 1 0,0-1 0,0 0 0,0 1 0,1-1 0,-1 0 0,0 0 0,1-1 0,-1 1 0,1 0 0,-1-1 0,1 0 0,-1 1 0,1-1 0,-1 0 0,1 0 0,-1-1 0,1 1 0,-1 0 0,1-1 0,-1 0 0,0 1 0,4-2 0,-1-1 0,1-1 0,0 1 0,-1-1 0,0 0 0,1 0 0,-1 0 0,-1-1 0,1 0 0,-1 0 0,0 0 0,0 0 0,0-1 0,-1 0 0,4-8 0,4-12 0,0 0 0,6-30 0,-10 33 0,30-113 0,-5-1 0,25-267 0,-57 398 0,0 0 0,1 0 0,0 0 0,4-11 0,-5 17 0,0 0 0,0 0 0,0 0 0,0 0 0,0-1 0,0 1 0,0 0 0,0 0 0,0 0 0,1 0 0,-1 0 0,0-1 0,0 1 0,0 0 0,0 0 0,0 0 0,0 0 0,0 0 0,1 0 0,-1 0 0,0 0 0,0-1 0,0 1 0,0 0 0,1 0 0,-1 0 0,0 0 0,0 0 0,0 0 0,0 0 0,1 0 0,-1 0 0,0 0 0,0 0 0,0 0 0,0 0 0,1 0 0,-1 0 0,0 0 0,0 0 0,0 0 0,0 0 0,0 1 0,1-1 0,-1 0 0,0 0 0,0 0 0,0 0 0,0 0 0,0 0 0,0 0 0,1 1 0,8 19 0,8 42 0,15 114 0,3 9 0,-29-159 0,2 0 0,1-1 0,1-1 0,1 1 0,14 22 0,-20-39 0,0-1 0,1 1 0,-1-1 0,1 0 0,1 0 0,12 11 0,-17-17 0,-1 0 0,1 0 0,0 0 0,-1 0 0,1 0 0,0 0 0,0-1 0,0 1 0,-1 0 0,1-1 0,0 0 0,0 1 0,0-1 0,0 0 0,0 0 0,0 0 0,0 0 0,0 0 0,0 0 0,0-1 0,0 1 0,0-1 0,-1 1 0,1-1 0,0 0 0,0 0 0,0 0 0,-1 0 0,1 0 0,0 0 0,-1 0 0,1-1 0,-1 1 0,0 0 0,1-1 0,-1 1 0,0-1 0,2-3 0,8-12 0,0-1 0,-1 0 0,-1-1 0,-1 0 0,0-1 0,6-27 0,21-126 0,-34 165 0,15-154 0,1-3 0,-15 156-1365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15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0,2 0 0,89 15 0,18 4 0,-99-17 0,0 1 0,0 0 0,18 9 0,-27-11 0,1 0 0,-1-1 0,1 1 0,-1 0 0,1 0 0,-1 0 0,0 0 0,1 0 0,-1 0 0,0 0 0,0 1 0,0-1 0,0 0 0,0 1 0,0-1 0,0 1 0,0-1 0,-1 1 0,1-1 0,-1 1 0,1 0 0,-1-1 0,1 1 0,-1 0 0,0-1 0,0 1 0,0 0 0,0-1 0,0 1 0,0 0 0,-1 3 0,-1 0 0,0 0 0,-1 0 0,1 0 0,-1-1 0,0 1 0,0-1 0,-1 1 0,1-1 0,-1 0 0,-9 7 0,-4 2 0,-29 17 0,11-8 0,35-22 0,0 0 0,0 0 0,0 0 0,0 0 0,-1 0 0,1 0 0,0 0 0,0 1 0,0-1 0,0 0 0,0 0 0,-1 0 0,1 0 0,0 0 0,0 0 0,0 1 0,0-1 0,0 0 0,0 0 0,0 0 0,0 0 0,0 1 0,0-1 0,0 0 0,0 0 0,0 0 0,0 1 0,0-1 0,0 0 0,0 0 0,0 0 0,0 0 0,0 1 0,0-1 0,0 0 0,0 0 0,0 0 0,0 0 0,0 1 0,8 4 0,10-1 0,7-4 0,0-2 0,-1 0 0,1-2 0,-1-1 0,46-15 0,11-2 0,-75 21-72,1 0 1,-1-1-1,1 0 0,-1 0 0,0 0 0,1-1 0,-1 0 0,0 0 1,-1 0-1,1-1 0,-1 0 0,1 0 0,-1-1 0,-1 1 0,1-1 1,0 0-1,-1-1 0,6-8 0,-2-3-6754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1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24575,'0'0'0,"0"0"0,0 0 0,0 0 0,-4 9 0,-6 20 0,0 0 0,2 0 0,2 1 0,0 0 0,-1 39 0,4 158 0,4-137 0,-1-78 0,1 1 0,5 21 0,-22-43-1365,8 3-5461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17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0 142 24575,'16'444'0,"-7"-363"0,3-1 0,4 0 0,37 112 0,-48-177 0,-3-5 0,1 0 0,0-1 0,1 0 0,0 0 0,1 0 0,0 0 0,0 0 0,13 14 0,-17-22 0,1 1 0,-1-1 0,1 0 0,-1 0 0,1 0 0,0 0 0,-1 0 0,1 0 0,0 0 0,0 0 0,0-1 0,-1 1 0,1-1 0,0 0 0,0 1 0,0-1 0,0 0 0,0 0 0,0 0 0,3-1 0,-2 0 0,-1 0 0,1 0 0,-1 0 0,1 0 0,-1-1 0,0 1 0,0-1 0,0 0 0,0 1 0,0-1 0,0 0 0,0 0 0,2-4 0,4-7 0,-1 0 0,0-1 0,0 0 0,5-19 0,-10 28 0,22-67 0,27-148 0,-9-84 0,-30 205 0,-8 71 0,6-45 0,-9 65 0,1 0 0,0 1 0,0-1 0,1 1 0,0 0 0,8-13 0,-11 20 0,0 0 0,0-1 0,0 1 0,0 0 0,1 0 0,-1-1 0,0 1 0,0 0 0,0-1 0,1 1 0,-1 0 0,0 0 0,0 0 0,1-1 0,-1 1 0,0 0 0,1 0 0,-1 0 0,0 0 0,1-1 0,-1 1 0,0 0 0,1 0 0,-1 0 0,0 0 0,1 0 0,-1 0 0,0 0 0,1 0 0,-1 0 0,0 0 0,1 0 0,-1 0 0,1 0 0,6 11 0,2 22 0,-9-32 0,15 95 0,3 135 0,5 43 0,-17-234 0,3 0 0,0-1 0,3 0 0,29 68 0,-40-105 0,1 0 0,-1 0 0,0 1 0,0-1 0,1 0 0,-1 0 0,1 0 0,-1-1 0,1 1 0,0 0 0,0-1 0,0 1 0,0-1 0,4 3 0,-5-4 0,1 1 0,-1-1 0,1 0 0,-1 0 0,0 0 0,1 0 0,-1 0 0,1 0 0,-1 0 0,0 0 0,1-1 0,-1 1 0,0 0 0,1-1 0,-1 1 0,0-1 0,1 0 0,-1 1 0,0-1 0,0 0 0,0 0 0,0 0 0,0 0 0,0 1 0,0-2 0,0 1 0,1-1 0,6-8 0,-1-1 0,0 0 0,-1 0 0,0 0 0,-1 0 0,0-1 0,0 0 0,2-14 0,18-103 0,-23 117 0,29-267 0,-20 153 0,30-136 0,-32 219 0,5-80 0,-14 154-1365,0-10-5461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18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24575,'71'17'0,"32"9"0,-88-21 0,0 1 0,-1 0 0,1 1 0,22 15 0,-34-20 0,0 0 0,0 0 0,-1 0 0,1 1 0,-1-1 0,1 1 0,-1-1 0,0 1 0,0 0 0,0 0 0,0 0 0,-1 0 0,1 0 0,-1 0 0,1 1 0,-1-1 0,-1 0 0,1 1 0,1 4 0,-3-3 0,1 1 0,0-1 0,-1 0 0,0 0 0,0 0 0,-1-1 0,1 1 0,-1 0 0,0 0 0,0-1 0,-1 1 0,-5 6 0,1 0 0,-1-1 0,-1-1 0,1 0 0,-2 0 0,-19 15 0,-59 32 0,25-18 0,52-27 0,11-11 0,0 0 0,0 0 0,0 1 0,-1-1 0,1 0 0,0 0 0,0 1 0,0-1 0,0 0 0,0 0 0,0 0 0,0 1 0,0-1 0,0 0 0,0 0 0,0 1 0,0-1 0,0 0 0,0 0 0,1 1 0,-1-1 0,0 0 0,0 0 0,0 0 0,0 1 0,0-1 0,0 0 0,0 0 0,1 0 0,-1 0 0,0 1 0,0-1 0,2 1 0,0 0 0,0-1 0,0 1 0,0 0 0,0-1 0,0 0 0,0 1 0,0-1 0,0 0 0,0 0 0,3 0 0,36-4 0,-1-1 0,77-21 0,-60 12 0,-23 6 0,1-1 0,61-27 0,-80 28 0,0 0 0,-1-1 0,1-1 0,-2-1 0,0 0 0,0-1 0,17-18 0,-25 22 0,0 1 0,0-1 0,-1 0 0,0 0 0,-1-1 0,1 1 0,-2-1 0,1 0 0,-1 0 0,-1-1 0,1 1 0,-2 0 0,1-1 0,-1-12 0,-1 16 0,0-1 0,0 0 0,-1 0 0,0 1 0,0-1 0,-1 1 0,0-1 0,0 1 0,-1 0 0,1-1 0,-2 1 0,1 0 0,0 1 0,-1-1 0,0 1 0,0 0 0,-1-1 0,0 2 0,1-1 0,-11-7 0,13 12 0,0-1 0,0 0 0,-1 0 0,1 1 0,0-1 0,0 1 0,-1 0 0,-2 0 0,-6-2 0,22-6 0,-4 6 0,0 0 0,0 0 0,0 1 0,1 0 0,-1 0 0,0 0 0,0 1 0,1 0 0,-1 1 0,0-1 0,10 3 0,5 2 0,0 1 0,29 12 0,-43-15 0,-1 0 0,0 1 0,0 0 0,0 0 0,0 1 0,-1-1 0,1 2 0,-1-1 0,-1 1 0,1-1 0,-1 1 0,0 1 0,0-1 0,-1 1 0,5 8 0,-6-9 0,-1 1 0,1-1 0,-1 1 0,0 0 0,-1 0 0,0 0 0,0 0 0,0 0 0,-1 0 0,0 0 0,-1 0 0,1-1 0,-1 1 0,0 0 0,-1 0 0,0 0 0,-4 10 0,1-6 0,0-1 0,-1 0 0,-1 0 0,1 0 0,-1-1 0,-1 0 0,0 0 0,-10 8 0,-10 7 0,-39 25 0,44-33 0,20-14 0,0 0 0,0 1 0,0-1 0,0 1 0,0 0 0,1 0 0,-1 0 0,-2 5 0,5-7 0,1-1 0,-1 0 0,1 1 0,-1-1 0,0 0 0,1 1 0,-1-1 0,1 0 0,-1 1 0,1-1 0,-1 0 0,1 0 0,-1 0 0,1 0 0,0 0 0,-1 1 0,1-1 0,-1 0 0,1 0 0,-1 0 0,1 0 0,-1-1 0,1 1 0,-1 0 0,1 0 0,0 0 0,61-6 0,-1-1 0,84-23 0,-37 7 0,16-3-1365,-106 21-5461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20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1 359 24575,'0'0'0,"0"0"0,0 0 0,0 0 0,0 0 0,61 7 0,-1-8 0,163 4 0,-110 6 0,306 13 0,-360-22 0,353-3 0,-6-25 0,-220 4 0,385-39 0,-191 21 0,1-1 0,-56 12 0,68-2 0,115-10 0,89-2 0,65 25 0,143-3 0,418 34 0,-181 74 0,161-9 0,-380-33 0,691-2 0,-1062-43 0,661-18 0,-113-18 0,-451 19 0,-198 10 0,-3 26 0,-340-16-1365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29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47 24575,'0'0'0,"0"0"0,0 0 0,0 0 0,0 0 0,0 0 0,0 0 0,0 0 0,0 0 0,-16 7 0,-26 6 0,33-11 0,0 0 0,0 1 0,0 0 0,1 1 0,-12 6 0,16-6 0,1-1 0,0 1 0,1 0 0,-1 0 0,1 0 0,0 1 0,0-1 0,0 1 0,0-1 0,1 1 0,-1-1 0,1 6 0,-3 4 0,-38 94 0,27-71 0,8-10 0,6-27 0,1 0 0,0 1 0,0-1 0,0 1 0,0-1 0,0 0 0,0 1 0,0-1 0,-1 0 0,1 1 0,0-1 0,0 1 0,1-1 0,-1 0 0,0 1 0,0-1 0,0 1 0,0-1 0,0 0 0,0 1 0,0-1 0,1 0 0,-1 1 0,0-1 0,0 0 0,0 1 0,1-1 0,-1 0 0,0 0 0,0 1 0,1-1 0,-1 0 0,0 0 0,1 1 0,-1-1 0,0 0 0,1 0 0,-1 0 0,0 0 0,1 1 0,-1-1 0,1 0 0,-1 0 0,0 0 0,1 0 0,172-38 0,-155 35 0,-13 2 0,-1 0 0,1 0 0,0 0 0,-1 0 0,0-1 0,1 1 0,-1-1 0,0 0 0,0-1 0,5-2 0,-7 2 0,0 1 0,0 0 0,-1-1 0,0 1 0,1-1 0,-1 1 0,0-1 0,0 1 0,0-1 0,0 0 0,-1 0 0,1 1 0,-1-1 0,0 0 0,1 0 0,-1 0 0,-1 1 0,1-1 0,0 0 0,-1 0 0,1 0 0,-2-3 0,-3-10 0,0 1 0,-13-26 0,10 24 0,2 3 0,0 0 0,-2 1 0,-11-18 0,15 25 0,-1 2 0,1-1 0,-1 0 0,0 1 0,0 0 0,0 0 0,0 0 0,-1 1 0,1 0 0,-10-4 0,2 1 0,-3-2 0,14 10 0,7 7 0,12 14-1365,-9-13-5461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3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61 24575,'0'0'0,"23"16"0,-36-25 0,1 0 0,-1-1 0,2 1 0,0-2 0,-12-12 0,23 22 0,0 1 0,0 0 0,-1-1 0,1 1 0,0 0 0,-1-1 0,1 1 0,0 0 0,-1 0 0,1-1 0,-1 1 0,1 0 0,0 0 0,-1 0 0,1-1 0,-1 1 0,1 0 0,-1 0 0,1 0 0,-1 0 0,1 0 0,0 0 0,-1 0 0,1 0 0,-1 0 0,1 0 0,-1 0 0,1 0 0,-1 0 0,1 1 0,0-1 0,-1 0 0,-14 14 0,12-10 0,0 1 0,0-1 0,1 1 0,-1 0 0,-2 8 0,2-2 0,0-1 0,-1 1 0,0-1 0,-1 0 0,0 0 0,0-1 0,-14 17 0,-4 2 0,-30 27 0,-15 17 0,35-33 0,53-16 0,37-22 0,-23-2 0,50 7 0,-80-5 0,1 0 0,-1-1 0,0 0 0,1 0 0,-1 0 0,1 0 0,-1-1 0,0 1 0,1-1 0,-1 0 0,0-1 0,0 1 0,6-4 0,-7 4 0,-1-1 0,1 0 0,-1 0 0,1-1 0,-1 1 0,0 0 0,0-1 0,0 1 0,0-1 0,-1 0 0,1 1 0,-1-1 0,0 0 0,1 0 0,-1 0 0,-1 0 0,1 0 0,0 0 0,0-4 0,1-9 0,0 1 0,-1-1 0,-1 0 0,-1-18 0,0 26 0,0 1 0,-1-1 0,0 1 0,-1 0 0,1-1 0,-1 1 0,-1 0 0,1 1 0,-1-1 0,-8-10 0,7 11-124,0 0 0,0 0 0,-1 0 0,1 1 0,-2 0 0,1 0-1,0 0 1,-1 1 0,0 0 0,-13-6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3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24575,'0'0'0,"0"0"0,0 0 0,0 0 0,0 0 0,9-4 0,0 0 0,-6 3 0,0 0 0,0 0 0,0 0 0,0 0 0,-1-1 0,1 1 0,-1-1 0,1 0 0,-1 0 0,0 0 0,1 0 0,-1 0 0,0 0 0,0 0 0,-1-1 0,1 1 0,0-1 0,2-4 0,-11 25 0,6-14 0,-1 0 0,1 0 0,0 0 0,0 0 0,-1 7 0,-1 87 0,4-58 0,-9 60 0,7-87-8,0 1 1,2 17-1,-1-10-1334,0-10-5484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3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1083 24575,'23'5'0,"-14"-4"0,0 0 0,0 0 0,0-1 0,0-1 0,0 1 0,0-1 0,0-1 0,0 1 0,0-2 0,0 1 0,-1-1 0,1-1 0,7-3 0,3-3 0,-1-1 0,0-1 0,-1 0 0,23-21 0,-34 27 0,1-1 0,-2 0 0,1 0 0,-1-1 0,0 0 0,7-15 0,19-53 0,-21 48 0,-1 5 0,-1 0 0,-1 0 0,-1-1 0,-1 0 0,-1 0 0,-1 0 0,-2 0 0,0-1 0,-4-35 0,-5-2 0,-4 0 0,-1 1 0,-24-59 0,24 84 0,-22-37 0,27 57 0,-1 1 0,-1 1 0,0 0 0,-22-24 0,28 35 0,1-1 0,-1 1 0,0 1 0,0-1 0,0 0 0,0 1 0,0 0 0,-1 0 0,1 0 0,-1 0 0,1 1 0,-1 0 0,0 0 0,1 0 0,-9 0 0,6 1 0,0 1 0,0-1 0,0 2 0,0-1 0,0 1 0,0 0 0,0 0 0,1 1 0,-11 5 0,-1 3 0,1 1 0,0 0 0,1 1 0,0 1 0,1 0 0,-17 22 0,19-19 0,0 2 0,0-1 0,2 2 0,1-1 0,0 2 0,1-1 0,1 1 0,1 1 0,1-1 0,-5 35 0,5-6 0,3 1 0,1-1 0,8 80 0,-4-101 0,2-1 0,1 0 0,1 0 0,1-1 0,12 31 0,-14-47 0,1 0 0,0 0 0,0-1 0,1 1 0,0-1 0,11 11 0,-13-15 0,1-1 0,1 1 0,-1-1 0,1-1 0,-1 1 0,1-1 0,1 0 0,-1-1 0,0 0 0,12 4 0,-10-6 0,0 1 0,0-1 0,0-1 0,0 0 0,-1 0 0,1 0 0,0-1 0,0-1 0,0 1 0,-1-2 0,1 1 0,-1-1 0,14-6 0,-3-1 0,0 0 0,0-1 0,-1-1 0,23-20 0,-30 23 0,0 0 0,0-2 0,-1 1 0,0-1 0,-1 0 0,0-1 0,-1 0 0,0-1 0,-1 0 0,0 0 0,-1 0 0,-1-1 0,6-20 0,1-22-1365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0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24575,'8'2'0,"0"0"0,0 0 0,0 1 0,0 0 0,0 0 0,-1 1 0,0 0 0,10 7 0,47 31 0,-30-18 0,2-2 0,38 18 0,-54-31 0,5 2 0,0 0 0,-1 2 0,35 24 0,-58-36-3,1 0 0,-1 0-1,0 0 1,1 0-1,-1 0 1,0 1 0,0-1-1,0 0 1,0 0 0,0 1-1,0-1 1,-1 1 0,1-1-1,0 1 1,-1-1 0,1 1-1,-1-1 1,1 1 0,-1-1-1,0 1 1,0 0 0,0-1-1,0 3 1,0-2 16,-1 0 1,0 0-1,0 0 0,1 0 1,-2 0-1,1 0 0,0 0 1,0 0-1,-1 0 0,1 0 1,-1-1-1,1 1 0,-1 0 1,-2 1-1,-5 4-310,-1-1 0,0 0 0,0-1 0,-22 9 0,1-3-6529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24575,'224'95'0,"-115"-51"0,-100-40 0,76 36 0,-77-36 0,0 1 0,-1 0 0,1 0 0,-1 1 0,0 0 0,-1 0 0,0 1 0,7 9 0,-44-8-1365,22-5-5461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210 197 24575,'0'0'0,"0"0"0,0 0 0,-15-6 0,-30-17 0,37 17 0,-1 1 0,0 1 0,0-1 0,0 1 0,0 1 0,-1 0 0,-12-3 0,19 6 0,1 0 0,0 0 0,0 0 0,0 0 0,0 0 0,0 0 0,0 1 0,0-1 0,0 1 0,0-1 0,0 1 0,0 0 0,0 0 0,0-1 0,0 2 0,0-1 0,1 0 0,-1 0 0,-2 3 0,1-1 0,1-1 0,0 1 0,1 0 0,-1 0 0,0 0 0,1 0 0,0 1 0,-1-1 0,1 0 0,-1 7 0,1 4 0,-1 1 0,2-1 0,0 0 0,3 21 0,11 58 0,28 98 0,-14-68 0,-14-60 0,8 43 0,42 120 0,-63-222 0,0-1 0,1 0 0,-1 0 0,1 0 0,0 0 0,0 0 0,0 0 0,1 0 0,-1 0 0,1-1 0,-1 1 0,1-1 0,0 0 0,0 0 0,0 0 0,0 0 0,5 2 0,-5-3 0,-1-1 0,1 1 0,0 0 0,-1-1 0,1 1 0,0-1 0,0 0 0,-1 0 0,1 0 0,0-1 0,0 1 0,-1 0 0,1-1 0,0 0 0,-1 0 0,1 0 0,0 0 0,-1 0 0,1 0 0,-1 0 0,0-1 0,1 0 0,1-1 0,5-5 0,-1-1 0,0 1 0,0-2 0,-1 1 0,0-1 0,7-14 0,28-69 0,-37 83 0,113-331 0,-19 47 0,-91 277 0,18-31 0,-9 20 0,-17 27 0,0 1 0,0-1 0,1 1 0,-1-1 0,0 1 0,0-1 0,1 1 0,-1-1 0,0 1 0,1-1 0,-1 1 0,1-1 0,-1 1 0,1-1 0,-1 1 0,1 0 0,-1-1 0,1 1 0,-1 0 0,1 0 0,-1-1 0,1 1 0,-1 0 0,1 0 0,0 0 0,-1 0 0,1 0 0,0 0 0,0 0 0,0 0 0,-1 1 0,1-1 0,0 1 0,0-1 0,-1 1 0,1 0 0,0-1 0,-1 1 0,1 0 0,-1-1 0,1 1 0,-1 0 0,1 0 0,-1-1 0,1 2 0,2 5 0,-1-1 0,0 1 0,0-1 0,1 10 0,2 33 0,-2-1 0,-4 50 0,0 16 0,1-101 0,13 183 0,-10-169 0,2-1 0,1 0 0,1 0 0,1-1 0,17 36 0,-18-48 0,0 0 0,1 0 0,0-1 0,1 0 0,16 16 0,-21-24 0,1 0 0,0 0 0,0-1 0,0 1 0,0-1 0,0 0 0,8 3 0,-10-5 0,0 0 0,0 0 0,0-1 0,1 1 0,-1-1 0,0 1 0,0-1 0,1 0 0,-1 0 0,0-1 0,0 1 0,0-1 0,1 1 0,4-3 0,-5 2 0,1-1 0,-1 0 0,0 0 0,0 0 0,0-1 0,0 1 0,0-1 0,0 0 0,-1 1 0,1-1 0,-1 0 0,0 0 0,0-1 0,0 1 0,1-4 0,4-8 0,-1-1 0,5-18 0,-10 30 0,15-56 0,13-106 0,-7-70 0,-5 41 0,10-65 0,-27 256 0,0 0 0,0 1 0,0-1 0,-1 0 0,1 1 0,-1-1 0,0 0 0,-2-5 0,3 8 0,0 0 0,0 1 0,-1-1 0,1 1 0,0-1 0,-1 0 0,1 1 0,-1-1 0,1 1 0,-1-1 0,1 1 0,-1-1 0,1 1 0,-1-1 0,1 1 0,-1-1 0,0 1 0,1 0 0,-1-1 0,0 1 0,1 0 0,-1 0 0,0-1 0,1 1 0,-1 0 0,0 0 0,1 0 0,-1 0 0,0 0 0,0 0 0,1 0 0,-1 0 0,0 0 0,1 0 0,-1 0 0,0 1 0,1-1 0,-1 0 0,0 0 0,1 1 0,-1-1 0,0 1 0,1-1 0,-1 0 0,1 1 0,-1-1 0,1 1 0,-1-1 0,0 2 0,-3 2 9,-1 0 1,1 1-1,0 0 0,0 0 0,1 0 1,-1 0-1,1 1 0,0-1 0,1 1 0,-1 0 1,1 0-1,-1 6 0,-2 8-504,1 1 0,-2 26 0,4-20-6331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3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24575,'0'20'0,"3"150"0,-9 212 0,5-373 0,0 1 0,-1-1 0,0 1 0,-1-1 0,0 1 0,0-1 0,-1 0 0,-7 12 0,10-23-75,0-9 262,2-13-1664,0 11-5349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24575,'7'3'0,"1"-1"0,0 0 0,0 0 0,0-1 0,0 0 0,0-1 0,13 0 0,24 3 0,170 41 0,-210-43 0,0 0 0,0 1 0,0 0 0,0 0 0,0 0 0,-1 0 0,1 1 0,-1 0 0,1 0 0,-1 0 0,0 0 0,0 1 0,-1-1 0,1 1 0,-1 0 0,5 7 0,-7-8 0,1 0 0,-1 0 0,0 1 0,0-1 0,0 0 0,0 1 0,0-1 0,-1 1 0,0-1 0,0 1 0,0-1 0,0 1 0,0-1 0,-1 0 0,1 1 0,-1-1 0,0 1 0,0-1 0,0 0 0,-1 0 0,1 0 0,-1 1 0,1-1 0,-1-1 0,-4 6 0,-3 3 0,-1-1 0,-1 1 0,0-2 0,0 1 0,-1-2 0,0 1 0,0-2 0,-1 0 0,0 0 0,0-1 0,-1-1 0,-16 5 0,29-10 0,1 0 0,0 0 0,0 1 0,0-1 0,-1 0 0,1 0 0,0 0 0,0 0 0,0 0 0,-1 0 0,1 0 0,0 0 0,0 0 0,-1 0 0,1 0 0,0 0 0,0 0 0,0 0 0,-1 0 0,1 0 0,0 0 0,0 0 0,-1 0 0,1 0 0,0 0 0,0 0 0,0-1 0,-1 1 0,1 0 0,0 0 0,0 0 0,0 0 0,0 0 0,-1-1 0,8-3 0,137-1 0,-117 3-118,-4-1-90,0 2 0,0 0 0,1 1 0,-1 1 1,40 8-1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4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24575,'0'0'0,"0"0"0,13 3 0,10 5 0,0 0 0,-1 2 0,0 0 0,0 2 0,32 23 0,91 84 0,-95-73 0,-2 2 0,43 56 0,-70-77 0,-2 1 0,0 1 0,-2 1 0,-1 0 0,22 63 0,-33-79 0,-2 1 0,1-1 0,-2 1 0,2 28 0,-4-35 0,0-1 0,-1 1 0,1-1 0,-2 1 0,1-1 0,-1 0 0,0 0 0,0 1 0,-1-1 0,0-1 0,-6 11 0,5-16-46,3-8 149,0-14-1167,1 20 706,1-20-6468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4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620 0 24575,'0'0'0,"0"0"0,0 0 0,0 0 0,-9 6 0,-17 10 0,2 1 0,0 1 0,-28 29 0,-57 69 0,52-48 0,2 1 0,4 4 0,3 1 0,4 2 0,-45 103 0,81-155 0,0 0 0,-8 42 0,34-79 0,88-85-1365,-88 82-5461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4:35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24575,'-1'10'0,"0"0"0,-1 0 0,0 0 0,-1 0 0,-5 14 0,-4 12 0,2 10 0,1 1 0,3 0 0,-1 49 0,10 142 0,2-64 0,1-64 0,-6-110 3,0 0-1,0 1 0,0-1 1,0 0-1,0 1 0,0-1 1,1 1-1,-1-1 0,0 0 1,0 1-1,-1-1 0,1 0 1,0 1-1,0-1 0,0 0 1,0 1-1,0-1 1,0 0-1,0 1 0,-1-1 1,1 0-1,0 1 0,0-1 1,0 0-1,-1 1 0,1-1 1,0 0-1,0 0 0,-1 0 1,1 1-1,0-1 0,-1 0 1,1 0-1,0 0 0,0 1 1,-1-1-1,1 0 0,0 0 1,-1 0-1,-15-7-1461,4-1-5367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34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24575,'0'0'0,"0"0"0,0 0 0,0 0 0,0 0 0,0 0 0,19-3 0,33-11 0,-40 11 0,1-1 0,-1 1 0,19-1 0,73 2 0,-90 3 0,0 0 0,-1 1 0,0 0 0,1 1 0,20 8 0,-30-9 0,0-1 0,0 1 0,-1 1 0,1-1 0,-1 0 0,1 1 0,-1 0 0,0 0 0,0 0 0,0 0 0,0 0 0,-1 1 0,1-1 0,-1 1 0,0 0 0,0 0 0,0-1 0,-1 1 0,1 0 0,-1 1 0,0-1 0,0 0 0,0 0 0,-1 0 0,1 1 0,-1-1 0,0 0 0,-1 7 0,-1 3 0,0 0 0,-1 0 0,0 0 0,-1-1 0,-1 1 0,0-1 0,-9 15 0,8-17 0,-1 0 0,-1-1 0,0 0 0,0 0 0,-1-1 0,0 0 0,-1 0 0,0-1 0,0-1 0,-1 1 0,0-2 0,0 1 0,-23 8 0,37-16 0,5-3 0,0 1 0,1 0 0,-1 0 0,1 1 0,14-2 0,5 2 39,-1-1-1,51-12 0,1-1-1518,-67 15-5346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35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577 990 24575,'20'-9'0,"25"-12"0,-2 0 0,0-3 0,41-31 0,-70 45 0,-1-1 0,0 0 0,-1-1 0,0-1 0,-1 0 0,-1 0 0,0-1 0,0 0 0,-1-1 0,-1 0 0,-1-1 0,9-24 0,-8 12 0,-1-2 0,-1 1 0,-1-1 0,-2 0 0,-1 0 0,-2 0 0,0 0 0,-2 0 0,-2 0 0,-10-45 0,9 58 0,0 0 0,-2 1 0,0 0 0,0 0 0,-2 0 0,0 1 0,0 1 0,-17-20 0,16 23 0,-1 1 0,0 0 0,0 1 0,0 0 0,-1 1 0,-1 0 0,1 1 0,-1 0 0,-1 1 0,1 1 0,-18-6 0,-4 3 0,0 0 0,-1 3 0,1 1 0,-1 1 0,0 2 0,0 2 0,0 1 0,-61 11 0,84-9 0,1 0 0,-1 1 0,1 0 0,0 0 0,0 2 0,0-1 0,1 2 0,0-1 0,1 2 0,-1-1 0,2 1 0,-1 1 0,1 0 0,1 0 0,-12 18 0,-5 11 0,3 2 0,1 0 0,-17 47 0,27-60 0,0 1 0,-10 46 0,19-62 0,0 1 0,1-1 0,0 1 0,1 0 0,1-1 0,0 1 0,1-1 0,4 17 0,-3-16 0,1-1 0,1 1 0,0-1 0,1 0 0,0 0 0,1 0 0,0-1 0,1 0 0,1-1 0,0 0 0,0 0 0,1-1 0,0 0 0,1-1 0,0 0 0,1 0 0,0-1 0,0-1 0,1 0 0,-1-1 0,24 8 0,-13-7 0,-1-1 0,1-1 0,0-2 0,1 0 0,-1-1 0,39-3 0,137-26 0,-188 26 0,-4-1 0,1 0 0,0 1 0,0 0 0,0 1 0,0 0 0,0 0 0,0 1 0,12 2 0,-21-3 2,1 0 0,0 0-1,0 0 1,0 0 0,0 0-1,0-1 1,0 1 0,0 0-1,0 0 1,-1 0-1,1 0 1,0 0 0,0 0-1,0 0 1,0 0 0,0-1-1,0 1 1,0 0 0,0 0-1,0 0 1,0 0 0,0 0-1,0 0 1,0-1 0,0 1-1,0 0 1,0 0 0,0 0-1,0 0 1,0 0 0,0 0-1,0-1 1,0 1 0,0 0-1,0 0 1,0 0 0,0 0-1,0 0 1,0 0 0,1 0-1,-1 0 1,0-1-1,0 1 1,0 0 0,0 0-1,0 0 1,0 0 0,0 0-1,0 0 1,1 0 0,-1 0-1,0 0 1,0 0 0,0 0-1,0 0 1,0 0 0,0 0-1,0 0 1,1 0 0,-1 0-1,0 0 1,0 0 0,0 0-1,0 0 1,0 0 0,0 0-1,1 0 1,-8-10-1258,7 9 1034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57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673 263 24575,'0'0'0,"0"0"0,0 0 0,0 0 0,-2 1 0,-40 44 0,2 2 0,3 2 0,1 1 0,3 2 0,-42 85 0,-225 380 0,194-345 0,105-171 0,1-1 0,0 0 0,0 1 0,0-1 0,0 1 0,0-1 0,-1 0 0,1 1 0,0-1 0,0 1 0,0-1 0,0 0 0,0 1 0,0-1 0,0 1 0,0-1 0,0 0 0,1 1 0,-1-1 0,0 1 0,0-1 0,0 0 0,0 1 0,0-1 0,1 0 0,-1 1 0,0-1 0,0 0 0,1 1 0,-1-1 0,0 0 0,1 1 0,-1-1 0,0 0 0,1 0 0,-1 1 0,0-1 0,1 0 0,-1 0 0,0 0 0,1 0 0,-1 1 0,1-1 0,-1 0 0,0 0 0,1 0 0,0 0 0,20 2 0,2-6 0,-1-2 0,-1 0 0,1-1 0,-1-1 0,20-11 0,10-3 0,-8 4 0,245-93 0,-228 92 0,1 3 0,123-17 0,-59 19 0,0-5 0,133-39 0,-248 55 0,0 0 0,0-1 0,-1 0 0,1 0 0,-1-1 0,0 0 0,13-10 0,-19 12 0,1 0 0,-1-1 0,0 1 0,0-1 0,-1 1 0,1-1 0,-1 0 0,1 0 0,-1 0 0,0 0 0,-1 0 0,1 0 0,-1-1 0,0 1 0,0 0 0,0-1 0,0 1 0,-1-1 0,0 0 0,0-6 0,-3-13 0,-1 1 0,-1 0 0,-1 1 0,-17-43 0,-48-85 0,70 146 0,-45-86 0,-3 2 0,-102-135 0,140 209 17,-1 0 0,-1 0 1,0 2-1,-1 0 0,-1 0 0,-26-16 0,30 22-152,0 1 0,0 0 0,-1 1 0,0 0 0,0 0 0,0 1 0,0 1 0,0 0 0,-1 1 0,-18 0 0,16 2-6691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5:58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803 149 24575,'-3'1'0,"0"0"0,1 0 0,-1 0 0,0 0 0,1 1 0,-1-1 0,1 1 0,0 0 0,-3 2 0,-5 3 0,-39 27 0,2 3 0,1 2 0,2 2 0,-48 57 0,-137 204 0,132-173 0,-46 72 0,140-198 0,1 0 0,0 1 0,0-1 0,1 1 0,-1-1 0,1 1 0,0 0 0,0 0 0,-1 6 0,2-9 0,0 1 0,0-1 0,1 0 0,-1 1 0,1-1 0,-1 1 0,1-1 0,-1 0 0,1 0 0,0 1 0,0-1 0,-1 0 0,1 0 0,0 0 0,0 0 0,0 0 0,0 0 0,0 0 0,1 0 0,-1 0 0,0 0 0,0-1 0,1 1 0,-1 0 0,0-1 0,1 1 0,-1-1 0,0 0 0,3 1 0,19 4 0,0-1 0,0-1 0,0-1 0,0-1 0,0-1 0,34-4 0,-3 1 0,472-51 0,-432 41 0,157-3 0,-243 16 0,0 1 0,1-1 0,-1 0 0,1-1 0,-1 0 0,0 0 0,1-1 0,-1 0 0,0-1 0,8-3 0,-15 5 0,0 0 0,0 0 0,0 0 0,0 0 0,0 0 0,0 0 0,0 0 0,0 0 0,-1-1 0,1 1 0,0 0 0,-1-1 0,1 1 0,-1 0 0,1-1 0,-1 1 0,0-1 0,0 1 0,1 0 0,-1-1 0,0 1 0,0-1 0,0 1 0,-1-1 0,1-2 0,-2-5 0,0 0 0,-1 0 0,-3-9 0,6 18 0,-212-439 0,165 349 0,9 16 0,-40-73 0,59 115 0,-2 0 0,-32-38 0,46 63-195,0-1 0,0 1 0,-1 0 0,0 1 0,0 0 0,-11-6 0,-14-5-6631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6:29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06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931 928 24575,'3'0'0,"0"-1"0,0 0 0,0 1 0,0-1 0,0 0 0,0-1 0,3-1 0,-3 2 0,14-8 0,-1 0 0,0-1 0,-1-1 0,27-23 0,49-58 0,-84 84 0,-1-1 0,-1 1 0,0-1 0,0 0 0,0 0 0,-1-1 0,0 1 0,-1-1 0,0 0 0,-1 0 0,0 0 0,0 0 0,-1-1 0,-1-14 0,0 2 0,-1 1 0,-2 0 0,0 0 0,-1 0 0,-12-35 0,7 32 0,-2 1 0,-1 0 0,-1 0 0,0 1 0,-19-22 0,3 8 0,-1 1 0,-38-34 0,54 58 0,-1 0 0,1 1 0,-2 1 0,0 0 0,0 1 0,0 1 0,-1 0 0,-24-7 0,17 8 0,0 2 0,-1 0 0,1 1 0,-1 2 0,-43 1 0,31 3 0,-1 2 0,1 2 0,0 2 0,0 1 0,1 1 0,0 2 0,1 2 0,-42 23 0,54-25 0,1 2 0,0 0 0,0 2 0,-28 27 0,41-34 0,0 1 0,0 0 0,1 0 0,0 1 0,1 0 0,0 0 0,0 1 0,2 0 0,-1 0 0,2 1 0,-4 13 0,1 8 0,2 1 0,2-1 0,2 65 0,5-37 0,14 79 0,-10-101 0,1 0 0,18 48 0,-22-76 0,0 1 0,0-1 0,1 0 0,1-1 0,0 0 0,1 0 0,0 0 0,0-1 0,1 0 0,18 15 0,-17-19 0,0 0 0,1 0 0,0-1 0,-1-1 0,1 0 0,1 0 0,-1-1 0,1-1 0,-1 0 0,21 1 0,11-2 0,63-5 0,-103 3 0,45-4-273,-1-2 0,-1-3 0,1-1 0,61-25 0,-81 26-6553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0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754 921 24575,'22'-9'0,"-15"5"0,0 0 0,0-1 0,0 0 0,0 0 0,-1 0 0,0-1 0,0 0 0,-1 0 0,1 0 0,-1-1 0,0 0 0,-1 0 0,4-8 0,6-13 0,20-58 0,-23 53 0,-1-1 0,-2 0 0,-1 0 0,-2 0 0,2-59 0,-7 68 0,-2 0 0,0 0 0,-2 0 0,-1 0 0,0 0 0,-2 1 0,-1 0 0,-18-37 0,19 46 0,-1 1 0,0 0 0,-1 1 0,0 0 0,-1 0 0,-17-16 0,19 22 0,-1 0 0,1 1 0,-1 0 0,0 1 0,0 0 0,-1 0 0,0 0 0,0 2 0,0-1 0,0 1 0,-12-2 0,-13-1 0,-1 1 0,0 1 0,0 3 0,0 1 0,-1 1 0,-45 8 0,63-6 0,1 1 0,-1 1 0,1 1 0,0 0 0,1 2 0,0 0 0,0 0 0,1 2 0,0 0 0,0 1 0,1 0 0,1 1 0,-25 27 0,24-19 0,1 1 0,0 0 0,2 1 0,0 0 0,2 1 0,1 0 0,0 1 0,2 0 0,0 0 0,-3 30 0,0 26 0,-1 141 0,16 1 0,-2-190 0,1 1 0,1-1 0,2 0 0,19 51 0,-23-74 0,1-1 0,0 1 0,1-1 0,0 0 0,0-1 0,1 1 0,0-1 0,0 0 0,0 0 0,14 10 0,-14-13 0,1 0 0,-1 0 0,0-1 0,1 0 0,0 0 0,0 0 0,0-1 0,0 0 0,0 0 0,0-1 0,0 0 0,1 0 0,-1-1 0,11-1 0,3-1 0,0-1 0,-1-1 0,1-1 0,-1 0 0,0-2 0,-1-1 0,0 0 0,0-1 0,25-17 0,-6 0 0,-2-2 0,-2-1 0,42-44 0,-41 36-1365,-26 28-5461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0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1094 1292 24575,'7'-1'0,"-1"0"0,1 0 0,-1 0 0,1-1 0,-1 0 0,0 0 0,1 0 0,-1-1 0,0 0 0,8-6 0,0 0 0,-1-1 0,25-23 0,-26 19 0,0 0 0,-1-1 0,0 0 0,-2 0 0,1-2 0,-2 1 0,0-1 0,-1 0 0,-1 0 0,-1-1 0,0 0 0,3-22 0,-2-3 0,-3 1 0,-1-1 0,-1 1 0,-7-51 0,-3 20 0,-20-80 0,25 140 0,-1 0 0,0 0 0,-1 0 0,0 0 0,-1 1 0,0 0 0,-1 1 0,-1 0 0,0 0 0,0 0 0,-13-10 0,-15-11 0,-76-50 0,47 36 0,-2 4 0,-131-60 0,176 94 0,0 1 0,-1 2 0,1 0 0,-1 2 0,0 0 0,0 2 0,0 0 0,0 2 0,0 1 0,0 0 0,-27 8 0,37-6 0,0 1 0,1 0 0,0 1 0,0 0 0,0 1 0,1 1 0,-1 0 0,2 0 0,-20 20 0,2 0 0,2 2 0,-30 41 0,36-41 0,1 1 0,2 1 0,1 1 0,1 0 0,2 1 0,1 1 0,2 0 0,1 0 0,2 1 0,1 0 0,2 1 0,0 47 0,7 170 0,2-202 0,3 1 0,23 95 0,-24-130 0,0 1 0,1-1 0,1 0 0,1 0 0,0-1 0,2-1 0,-1 1 0,2-2 0,19 21 0,-22-26 0,2-1 0,-1 0 0,1-1 0,1 0 0,0 0 0,0-2 0,0 1 0,1-1 0,-1-1 0,2-1 0,-1 0 0,0 0 0,1-1 0,15 1 0,-15-3 0,-1 0 0,1-1 0,-1-1 0,0 0 0,0-1 0,1-1 0,-1 0 0,0 0 0,-1-1 0,17-8 0,-11 3 0,-1-1 0,-1 0 0,1-1 0,-2-1 0,1-1 0,16-18 0,3-9 0,-2-1 0,-1-2 0,-3-2 0,30-58 0,9-31-1365,-48 90-5461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2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24575,'-2'3'0,"1"0"0,-1 1 0,0-1 0,0 0 0,0 0 0,0-1 0,-1 1 0,1 0 0,-1-1 0,-3 3 0,2-1 0,-23 25 0,12-13 0,-26 22 0,18-16 0,15-13 0,8-9 0,0 0 0,0 0 0,0 0 0,0 0 0,0 0 0,0 0 0,1 0 0,-1 0 0,0 0 0,0 0 0,0 0 0,0 0 0,0 0 0,0 0 0,0 0 0,0 0 0,0 0 0,0 0 0,0 0 0,1 0 0,-1 0 0,0 0 0,0 0 0,0 0 0,0 0 0,0 0 0,0 0 0,0 0 0,0 0 0,0 0 0,0 0 0,0 1 0,0-1 0,0 0 0,0 0 0,0 0 0,0 0 0,1 0 0,-1 0 0,0 0 0,0 0 0,0 0 0,0 0 0,0 0 0,0 0 0,0 1 0,0-1 0,0 0 0,0 0 0,0 0 0,0 0 0,0 0 0,0 0 0,0 0 0,0 0 0,0 0 0,0 0 0,-1 0 0,1 1 0,0-1 0,0 0 0,0 0 0,0 0 0,0 0 0,0 0 0,8-1 0,-1 0 0,1 0 0,-1 1 0,1 0 0,-1 1 0,1 0 0,-1 0 0,15 4 0,5 1 0,334 53 0,-33-27 0,-105-14 0,159 2 0,-211-15 0,175-2 0,-173-3 0,-99 0 0,421 0 0,1-24 0,278-19 0,-729 41 0,427 6 0,-326 1 0,-113-5 0,286 4 0,-7-28 0,-119 3 0,291 6 0,-171 7 0,-312 8 3,0 0 0,0 0 0,0 0 0,0 0 0,0 0 0,0 0 0,0 0 0,0 0 0,0 0 0,0 0 0,0-1 0,0 1 0,0 0 0,0-1 0,0 1 0,0-1 0,0 1 0,-1-1 0,1 1 0,0-1 0,0 0 0,-1 1 0,1-1 0,0 0 0,-1 1 0,1-1 0,0 0 0,-1 0 0,1 0 0,-1 0 0,0 0 0,1 0 0,-1 0 0,0 0 0,1 1 0,-1-1 0,0 0 0,0 0 0,0-2 0,0-1-168,-1 0 0,1 0 0,-1 1 0,0-1 0,0 0 0,-1 1 0,1-1 0,-4-6 0,-5-6-6661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2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 24575,'-23'16'0,"22"-14"0,0 1 0,0-1 0,0 1 0,1-1 0,-1 1 0,1-1 0,0 1 0,0 0 0,0-1 0,0 1 0,0-1 0,1 4 0,9 35 0,-5-21 0,9 67 0,3 126 0,-16-198 0,-4 85 0,2-83 0,1-70 0,1 0 0,3 0 0,3 1 0,22-91 0,-24 130 0,1 0 0,0 1 0,0-1 0,1 2 0,1-1 0,0 1 0,0 0 0,1 1 0,1 0 0,0 0 0,0 1 0,1 0 0,0 1 0,0 0 0,1 1 0,16-8 0,-22 13 0,0-1 0,1 1 0,-1 0 0,1 0 0,-1 1 0,1 0 0,0 0 0,-1 1 0,1 0 0,0 0 0,-1 0 0,1 1 0,0 0 0,12 4 0,-14-4 0,-1 1 0,1 1 0,-1-1 0,1 0 0,-1 1 0,0 0 0,0 0 0,-1 1 0,1-1 0,-1 1 0,1-1 0,-1 1 0,0 0 0,0 0 0,-1 1 0,1-1 0,-1 0 0,0 1 0,0 0 0,-1-1 0,2 7 0,6 28 0,-2 0 0,-2 1 0,0 46 0,-13 122 0,-10-89-1365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9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24575,'-3'19'0,"-2"34"0,2 1 0,3-1 0,2 0 0,11 67 0,22 293 0,-37-1 0,-19-63 0,14-286 0,-4-1 0,-2-1 0,-33 92 0,44-149-46,0 1 0,-1-1-1,1 0 1,-1 0 0,0-1-1,-6 7 1,3-4-995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24575,'7'169'0,"40"222"0,2 13 0,-42-285 0,21 232 0,-23-311 0,1 9 0,0 53 0,-7-86 0,1 0 0,-2-1 0,0 1 0,-1-1 0,-1 0 0,0 1 0,-10 23 0,14-39 0,0 0 0,0 1 0,0-1 0,0 1 0,-1-1 0,1 1 0,0-1 0,0 1 0,0-1 0,-1 0 0,1 1 0,0-1 0,-1 1 0,1-1 0,0 0 0,-1 1 0,1-1 0,0 0 0,-1 1 0,1-1 0,-1 0 0,1 0 0,0 0 0,-1 1 0,1-1 0,-1 0 0,1 0 0,-1 0 0,1 0 0,-1 0 0,1 0 0,-1 0 0,1 0 0,-1 0 0,1 0 0,-1 0 0,1 0 0,0 0 0,-1 0 0,1 0 0,-1 0 0,1 0 0,-1-1 0,1 1 0,-1 0 0,1 0 0,0-1 0,-1 1 0,1 0 0,-1-1 0,1 1 0,-18-24 0,17 22 0,-18-32-1365,3 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1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24575,'0'0'0,"0"0"0,0 0 0,24 17 0,-13 15 0,-2 0 0,8 58 0,-5-29 0,1 25 0,4 156 0,-6-50 0,-9-182 0,-1-1 0,2 0 0,-1 1 0,1-1 0,0 0 0,1-1 0,0 1 0,1-1 0,0 0 0,7 11 0,-10-17 0,-1 0 0,1 0 0,0 1 0,0-1 0,0 0 0,0-1 0,0 1 0,0 0 0,0-1 0,1 1 0,-1-1 0,1 0 0,-1 1 0,1-1 0,-1 0 0,1-1 0,0 1 0,-1 0 0,1-1 0,0 0 0,0 1 0,-1-1 0,1 0 0,0 0 0,0-1 0,-1 1 0,1-1 0,0 1 0,-1-1 0,1 0 0,0 0 0,-1 0 0,1 0 0,-1 0 0,1-1 0,-1 1 0,0-1 0,0 0 0,3-2 0,7-7 0,-1 0 0,1-2 0,-2 1 0,0-1 0,-1-1 0,0 0 0,10-21 0,0-7 0,21-65 0,74-309 0,-110 398 0,-1-1 0,0 0 0,-2 0 0,0-25 0,-15 64 0,4 6 0,0-1 0,1 1 0,2 1 0,0 0 0,2 0 0,-3 45 0,10 170 0,2-129 0,-3-34 0,-2 197 0,0-260 0,-1-1 0,0 1 0,-1-1 0,-1 0 0,-1 0 0,0-1 0,-1 1 0,0-1 0,-1 0 0,-11 17 0,5-13 0,-1-1 0,-1 0 0,0-1 0,-1 0 0,0-1 0,-31 20 0,28-22 0,1-1 0,-2 0 0,0-2 0,0 0 0,0-2 0,-30 9 0,43-15 0,-1-1 0,1 0 0,-1 0 0,1 0 0,-1-1 0,1-1 0,-1 1 0,1-1 0,-13-3 0,15 2 0,-1 0 0,1 0 0,0 0 0,0-1 0,0 0 0,0 0 0,1 0 0,-1-1 0,1 1 0,0-1 0,0 0 0,0-1 0,0 1 0,-3-6 0,2 0-114,0 0 1,0 0-1,1 0 0,0-1 0,1 1 1,0-1-1,1 0 0,0 0 0,1 0 1,0 0-1,2-19 0,-1 4-6712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2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24575,'0'0'0,"0"0"0,0 0 0,0 0 0,0 0 0,0 0 0,0 0 0,0 0 0,0 0 0,11 25 0,-10-17 0,-2-1 0,1 1 0,-1 0 0,0-1 0,0 1 0,-5 13 0,-20 45 0,8-20 0,8-17 0,0 1 0,-4 31 0,11-45 0,2-1 0,0 1 0,0 0 0,1-1 0,1 1 0,3 16 0,-2-24 0,-1-1 0,1 1 0,0-1 0,1 1 0,0-1 0,0 0 0,0 0 0,8 10 0,-9-13 0,1-2 0,-1 1 0,1 0 0,0 0 0,0-1 0,0 0 0,0 1 0,1-1 0,-1 0 0,0-1 0,1 1 0,-1-1 0,1 1 0,0-1 0,-1 0 0,1 0 0,0-1 0,0 1 0,4-1 0,-4 0 0,1-1 0,-1 0 0,0 1 0,0-2 0,0 1 0,0 0 0,0-1 0,0 0 0,0 0 0,0 0 0,-1 0 0,1-1 0,-1 0 0,6-4 0,2-4 0,0 0 0,15-21 0,-21 25 11,0 0 0,-1-1 0,0 1 0,0-1 0,-1 0 0,0 0-1,0-1 1,-1 1 0,0 0 0,0-10 0,0-1-382,-1 1-1,-1-1 1,-5-30 0,3 33-6455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24575,'0'0'0,"0"0"0,0 0 0,0 0 0,0 0 0,0 0 0,3 3 0,0-1 0,0 1 0,1-1 0,-1 0 0,1 0 0,3 1 0,31-1 0,50-3 0,-25-1 0,-42 0 0,0-1 0,-1 0 0,0-2 0,40-14 0,-16 5 0,-15 6 0,-31 22 0,0-1 0,1 0 0,1 1 0,0-1 0,4 25 0,19 68 0,-14-70 0,7 53 0,-16-88 0,1 0 0,-1 0 0,0 0 0,0 0 0,0 0 0,0 0 0,0 0 0,-1 0 0,1 0 0,0 0 0,0-1 0,-1 1 0,1 0 0,0 0 0,-1 0 0,1 0 0,-2 1 0,-2-3 0,-1-9 0,1-11 0,1 0 0,0 0 0,2 1 0,0-1 0,1 0 0,2 0 0,4-27 0,-4 35 0,1 0 0,1 0 0,0 0 0,1 0 0,1 1 0,-1 0 0,2 0 0,0 0 0,0 1 0,1 0 0,0 1 0,1-1 0,1 2 0,-1-1 0,1 1 0,14-9 0,-15 12 0,1 0 0,0 1 0,0 0 0,0 1 0,1 0 0,-1 0 0,22-3 0,-32 30 0,0 6 0,1 1 0,10 56 0,-7-70 0,0-1 0,1 0 0,1 0 0,0 0 0,1-1 0,1 0 0,12 18 0,-19-31 0,-1 0 0,1 0 0,0 1 0,0-1 0,0 0 0,0 0 0,1 0 0,-1 0 0,0 0 0,0-1 0,0 1 0,1 0 0,-1 0 0,1-1 0,-1 1 0,0-1 0,1 1 0,-1-1 0,1 0 0,-1 0 0,1 0 0,-1 1 0,1-1 0,-1 0 0,1-1 0,-1 1 0,1 0 0,-1 0 0,0-1 0,1 1 0,-1-1 0,1 1 0,-1-1 0,0 1 0,1-1 0,1-1 0,1-1 0,1-1 0,-1 1 0,0 0 0,-1-1 0,1 0 0,-1 0 0,0 0 0,0 0 0,5-8 0,4-14 0,0-1 0,-1 0 0,-2 0 0,-1-1 0,-1 0 0,6-57 0,-8 189 0,-19 143 0,14-243 0,0 1 0,1 0 0,-1 0 0,1-1 0,1 1 0,-1-1 0,1 1 0,-1-1 0,1 1 0,0-1 0,1 0 0,-1 0 0,1 0 0,0 0 0,0-1 0,0 1 0,0-1 0,0 1 0,6 2 0,-8-5 0,0-1 0,0 1 0,0-1 0,0 1 0,1-1 0,-1 0 0,0 0 0,0 1 0,1-1 0,-1 0 0,0 0 0,0 0 0,1-1 0,-1 1 0,0 0 0,0 0 0,1-1 0,-1 1 0,0 0 0,0-1 0,2 0 0,-1-1 0,1 0 0,0 0 0,-1 0 0,0 0 0,1 0 0,-1-1 0,0 1 0,2-4 0,2-4 0,0 0 0,-1 0 0,7-20 0,-4 3 0,5-30 0,-2 4 0,-10 52 0,0-1 0,-1 1 0,1 0 0,0 0 0,0 0 0,0 0 0,0 0 0,0 0 0,0 0 0,0 0 0,0 1 0,0-1 0,0 0 0,1 0 0,-1 1 0,0-1 0,3 0 0,25-8 0,-22 8 0,39-11 0,-28 9 0,-1-2 0,1 0 0,-1-1 0,16-8 0,-27 11 0,-1 0 0,0-1 0,0 1 0,0-1 0,0 0 0,0-1 0,-1 1 0,0-1 0,0 0 0,0 0 0,-1 0 0,0 0 0,0-1 0,0 1 0,4-12 0,-6 14 0,0 0 0,0 0 0,0 0 0,0 0 0,-1 0 0,1-1 0,-1 1 0,0 0 0,0 0 0,0-1 0,0 1 0,-1 0 0,1 0 0,-1 0 0,0-1 0,-2-3 0,2 5 0,-1 0 0,1 0 0,-1 0 0,0 0 0,1 0 0,-1 0 0,0 0 0,0 1 0,-1-1 0,1 1 0,0 0 0,0 0 0,-1-1 0,1 1 0,-1 1 0,1-1 0,-1 0 0,1 1 0,-1-1 0,1 1 0,-5 0 0,1 0 0,0 0 0,0 0 0,0 1 0,0 0 0,0 1 0,0-1 0,0 1 0,0 1 0,0-1 0,1 1 0,0-1 0,-1 2 0,1-1 0,0 0 0,0 1 0,1 0 0,-1 0 0,-4 7 0,-4 3 0,1 0 0,0 1 0,1 1 0,-14 27 0,21-36 0,0 1 0,1 0 0,0 0 0,0 0 0,1 0 0,-1 0 0,2 1 0,0-1 0,0 1 0,0-1 0,1 1 0,0 0 0,1-1 0,0 1 0,0-1 0,1 1 0,0-1 0,0 0 0,5 12 0,-5-17 0,0 0 0,0-1 0,0 1 0,0-1 0,0 1 0,0-1 0,1 0 0,-1 0 0,1 0 0,-1 0 0,1-1 0,0 1 0,0-1 0,0 1 0,0-1 0,0 0 0,5 1 0,7 2 0,-1-2 0,25 2 0,-21-3 0,19 3 0,45 3 0,-73-7 0,0 0 0,0-1 0,0 0 0,0 0 0,0-1 0,14-5 0,-20 6-92,1-1 1,-1 0-1,0 1 0,0-1 0,-1-1 1,1 1-1,0 0 0,-1-1 0,1 1 0,-1-1 1,4-6-1,-5 8-172,9-13-6562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4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24575,'199'6'-50,"50"-1"196,-193-7-633,0-2 0,75-15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5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92 24575,'0'0'0,"0"0"0,0 0 0,3 24 0,-1 3 0,-1-1 0,-2 27 0,0 21 0,9 8 0,2-1 0,4-1 0,4 0 0,44 124 0,-53-176 0,-6-14 0,1 0 0,1-1 0,1 1 0,11 21 0,-16-32 0,1-1 0,-1 0 0,1 0 0,-1 0 0,1 0 0,-1 0 0,1-1 0,0 1 0,0-1 0,0 1 0,0-1 0,0 1 0,0-1 0,1 0 0,-1 0 0,0 0 0,1 0 0,-1-1 0,0 1 0,1 0 0,-1-1 0,1 0 0,-1 0 0,1 0 0,-1 0 0,1 0 0,-1 0 0,1 0 0,-1-1 0,0 1 0,1-1 0,-1 0 0,5-2 0,-1 0 0,-1 0 0,1 0 0,-1-1 0,0 0 0,0 0 0,0-1 0,-1 1 0,1-1 0,-1 0 0,0 0 0,0-1 0,-1 1 0,0-1 0,5-11 0,2-6 0,-2-1 0,8-36 0,4-32 0,12-160 0,-19-101 0,-14 339 0,0 1 0,-1-1 0,-5-17 0,4 21 0,6 84 0,27 163 0,19 197 0,-45-370 0,-3 0 0,-2 0 0,-17 105 0,13-147 0,0-1 0,-1 0 0,-1 0 0,-1-1 0,-1 0 0,-1 0 0,0-1 0,-2-1 0,0 1 0,-1-2 0,-1 0 0,0-1 0,-1 0 0,-1-1 0,-34 25 0,8-10 0,-2-1 0,0-3 0,-96 41 0,132-64 0,0-1 0,0 0 0,0 0 0,0-1 0,0 0 0,-1-1 0,-10 0 0,14 0 0,1 0 0,-1-1 0,1 0 0,0 1 0,-1-1 0,1-1 0,0 1 0,0-1 0,0 1 0,0-1 0,0 0 0,0-1 0,0 1 0,-6-6 0,8 6 0,1 0 0,-1-1 0,1 1 0,0 0 0,0-1 0,0 1 0,0-1 0,0 1 0,0-1 0,1 0 0,-1 1 0,1-1 0,0 0 0,0 1 0,0-1 0,0 0 0,0 1 0,1-5 0,1-4 0,1 0 0,7-20 0,-8 27 0,9-22-195,1 0 0,1 0 0,2 1 0,0 1 0,2 1 0,25-28 0,-11 15-6631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7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33 24575,'-7'30'0,"3"-10"0,0 0 0,2 0 0,0 1 0,2 0 0,1 23 0,18 105 0,-16-127 0,16 97 0,14 99 0,-21-140 0,-12-139 0,-8-23 0,-22-89 0,-33-84 0,49 191 0,14 65 0,0 0 0,0 0 0,0 0 0,0-1 0,1 1 0,-1 0 0,0 0 0,1 0 0,-1 0 0,1 0 0,-1 0 0,1 0 0,0 0 0,-1 0 0,1 0 0,0 0 0,0 0 0,0 0 0,0 0 0,-1 1 0,3-2 0,0 0 0,0-1 0,0 1 0,0 0 0,0 1 0,0-1 0,6-1 0,-2 1 0,0 1 0,1 0 0,-1 0 0,1 1 0,-1 0 0,1 1 0,-1-1 0,1 1 0,7 3 0,13 3 0,28 12 0,-19-6 0,-19-7 0,-1-1 0,0 1 0,0 0 0,-1 1 0,0 1 0,18 12 0,-30-18 0,-1 0 0,0 0 0,-1 1 0,1-1 0,0 1 0,-1 0 0,1 0 0,-1 0 0,0 0 0,0 0 0,0 0 0,0 1 0,-1-1 0,1 1 0,-1-1 0,0 1 0,0-1 0,0 1 0,-1 0 0,1 0 0,-1-1 0,0 1 0,0 0 0,0 0 0,-1-1 0,1 1 0,-1 0 0,0-1 0,0 1 0,0 0 0,-3 5 0,1-2 0,-1 0 0,-1-1 0,1 1 0,-1-1 0,0 0 0,0 0 0,-1 0 0,0-1 0,0 0 0,-8 6 0,-3 0 0,-1 0 0,-33 15 0,-86 26 0,137-51 0,0-1 0,-1 0 0,1 0 0,0 0 0,0 0 0,0 0 0,-1 0 0,1 0 0,0 0 0,0 0 0,-1 0 0,1 0 0,0 0 0,0 0 0,-1 0 0,1 0 0,0 0 0,0 0 0,0-1 0,-1 1 0,1 0 0,0 0 0,0 0 0,0 0 0,-1 0 0,1 0 0,0-1 0,0 1 0,0 0 0,0 0 0,-1 0 0,1-1 0,0 1 0,0 0 0,0 0 0,0 0 0,0-1 0,0 1 0,-1-1 0,-1-14 0,5-14 0,2 5 0,1 0 0,2 1 0,0 0 0,17-31 0,52-83 0,-68 123 0,-1 1 0,1 0 0,1 0 0,0 0 0,1 2 0,1-1 0,20-16 0,-24 23 0,-1-1 0,1 1 0,0 1 0,1-1 0,-1 1 0,1 1 0,-1 0 0,1 0 0,0 0 0,0 1 0,1 1 0,15-2 0,-21 4 0,1-1 0,0 1 0,-1 0 0,1 0 0,0 1 0,-1-1 0,1 1 0,-1 0 0,0 0 0,0 1 0,0-1 0,0 1 0,0 0 0,0 0 0,0 0 0,-1 0 0,4 6 0,7 7 0,-2 1 0,19 32 0,-11-15 0,-10-20 0,-1 1 0,-1-1 0,-1 2 0,7 19 0,-11-26 0,0 0 0,-2 0 0,1 0 0,-1 0 0,0 1 0,-1-1 0,0 0 0,0 1 0,-3 9 0,1-11 0,0 0 0,0 0 0,-1 0 0,0 0 0,-7 12 0,10-20 0,0 0 0,0 0 0,0 0 0,0 0 0,0 1 0,0-1 0,0 0 0,0 0 0,-1 0 0,1 0 0,0 0 0,0 0 0,0 0 0,0 0 0,0 1 0,0-1 0,0 0 0,0 0 0,0 0 0,-1 0 0,1 0 0,0 0 0,0 0 0,0 0 0,0 0 0,0 0 0,0 0 0,0 0 0,-1 0 0,1 0 0,0 0 0,0 0 0,0 0 0,0 0 0,0 0 0,0 0 0,-1 0 0,1 0 0,0 0 0,0 0 0,0 0 0,0 0 0,0 0 0,0 0 0,0 0 0,0 0 0,-1-1 0,1 1 0,0 0 0,0 0 0,0 0 0,0 0 0,0 0 0,0 0 0,0 0 0,0 0 0,0 0 0,0-1 0,0 1 0,0 0 0,0 0 0,-6-13 0,0-16 0,5 25 0,1 0 0,1-1 0,-1 1 0,1 0 0,-1-1 0,1 1 0,0 0 0,1 0 0,-1 0 0,1 0 0,0 0 0,0 0 0,0 0 0,5-6 0,2-2 0,1-1 0,19-18 0,-20 24 0,0-1 0,1 1 0,0 1 0,0 0 0,1 0 0,-1 1 0,1 1 0,0 0 0,1 0 0,-1 1 0,24-3 0,8 1 0,82 1 0,-101 4 0,-47 2 0,0 1 0,-24 7 0,55 14 0,-6-22 0,0-1 0,1 0 0,-1 0 0,0 0 0,1 0 0,-1 0 0,0-1 0,1 1 0,-1-1 0,1 1 0,-1-1 0,1 0 0,-1 0 0,1 0 0,-1 0 0,1-1 0,-1 1 0,1-1 0,3-1 0,2 0 0,0 0 0,0-1 0,-1 0 0,14-7 0,-14 5 0,0 0 0,0 0 0,-1-1 0,0 0 0,0 0 0,-1 0 0,0-1 0,0 1 0,0-1 0,-1-1 0,0 1 0,6-15 0,-33 8 0,21 13 0,0 0 0,0 1 0,0-1 0,0 1 0,0 0 0,-1 0 0,1-1 0,0 1 0,0 1 0,0-1 0,0 0 0,0 0 0,0 1 0,0-1 0,0 1 0,0 0 0,0 0 0,0-1 0,0 1 0,0 0 0,0 1 0,1-1 0,-1 0 0,-2 3 0,-2 1 0,0 0 0,1 0 0,-1 1 0,1-1 0,-6 11 0,8-12 0,0 1 0,1-1 0,-1 1 0,1 0 0,1 0 0,-1 0 0,0 0 0,1 0 0,0 0 0,0 0 0,1 0 0,0 0 0,0 1 0,1 8 0,-1-11 0,1-1 0,0 1 0,0-1 0,0 0 0,0 0 0,0 1 0,1-1 0,-1 0 0,1 0 0,0 0 0,-1 0 0,1-1 0,2 3 0,27 20 0,-26-21 0,1 1 0,0-1 0,0 0 0,0 0 0,1-1 0,-1 0 0,1 0 0,-1-1 0,1 1 0,0-1 0,-1-1 0,1 1 0,0-1 0,-1 0 0,1-1 0,0 0 0,-1 0 0,9-2 0,4-3 0,0-1 0,0-1 0,-1 0 0,30-20 0,-45 26 4,0 0 0,0 0-1,0-1 1,0 1 0,-1-1-1,1 0 1,-1 0 0,0 0-1,0 0 1,0 0 0,2-4-1,14-41-235,-10 24-945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3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56 398 24575,'19'0'0,"-13"0"0,0 0 0,0-1 0,-1 1 0,1-1 0,0 0 0,-1-1 0,1 1 0,-1-1 0,1-1 0,-1 1 0,0-1 0,0 1 0,0-1 0,0-1 0,0 1 0,8-9 0,-28-9 0,12 16 0,0 1 0,-1 0 0,1 0 0,-1 0 0,1 0 0,-1 0 0,0 1 0,0 0 0,-1 0 0,1 0 0,-1 0 0,0 1 0,1 0 0,-1 0 0,0 0 0,0 0 0,0 1 0,-1 0 0,1 0 0,0 0 0,0 1 0,-7-1 0,10 2 0,0-1 0,0 0 0,0 0 0,0 1 0,-1-1 0,1 1 0,0-1 0,0 1 0,0 0 0,0 0 0,0 0 0,1 0 0,-1 0 0,0 0 0,0 1 0,-2 1 0,3 0 0,-1-1 0,0 1 0,1-1 0,0 1 0,0 0 0,0 0 0,0-1 0,0 1 0,0 0 0,1 0 0,-1 4 0,-1 22 0,1 0 0,1 0 0,2-1 0,1 1 0,1-1 0,2 1 0,1-1 0,15 42 0,-21-68 0,0 0 0,0 0 0,0 0 0,1 0 0,-1 0 0,0 0 0,1 0 0,-1 0 0,1 0 0,0-1 0,-1 1 0,1-1 0,0 1 0,0-1 0,0 0 0,0 0 0,0 0 0,0 0 0,1 0 0,-1 0 0,0 0 0,0-1 0,1 1 0,-1-1 0,0 0 0,1 0 0,-1 0 0,0 0 0,1 0 0,-1 0 0,1 0 0,-1-1 0,0 1 0,3-2 0,3 0 0,-1 0 0,0-1 0,-1 0 0,1 0 0,0 0 0,-1-1 0,0 0 0,1 0 0,9-10 0,-8 5 0,-1-1 0,0 1 0,0-1 0,-1-1 0,-1 1 0,1-1 0,-2 0 0,1 0 0,-2 0 0,0-1 0,0 1 0,2-18 0,-1-16 0,-2-86 0,-3 103 0,-4-221 0,5 249 0,0-1 0,0 1 0,0-1 0,0 1 0,0 0 0,0-1 0,0 1 0,0-1 0,-1 1 0,1-1 0,0 1 0,0 0 0,0-1 0,-1 1 0,1 0 0,0-1 0,0 1 0,-1-1 0,1 1 0,0 0 0,-1 0 0,1-1 0,0 1 0,-1 0 0,1 0 0,-1-1 0,1 1 0,0 0 0,-1 0 0,1 0 0,-1 0 0,1 0 0,-1-1 0,1 1 0,0 0 0,-1 0 0,1 0 0,-1 0 0,1 0 0,-1 0 0,1 1 0,-1-1 0,1 0 0,0 0 0,-1 0 0,1 0 0,-1 0 0,1 1 0,0-1 0,-1 0 0,1 0 0,-1 1 0,1-1 0,-2 1 0,1 0 0,0-1 0,0 1 0,0 0 0,0-1 0,-1 1 0,1 0 0,0 0 0,1 0 0,-1 0 0,0 0 0,0 0 0,0 1 0,1-1 0,-1 0 0,0 0 0,1 0 0,-1 1 0,0 1 0,0 59 0,9 83 0,-3-89 0,2 39-104,10 260-1157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5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25 171 24575,'0'0'0,"0"0"0,0 0 0,0 0 0,0 0 0,0 0 0,-25 13 0,26-12 0,-1-1 0,0 1 0,1 0 0,-1 0 0,1-1 0,-1 1 0,1 0 0,-1 0 0,1-1 0,-1 1 0,1-1 0,-1 1 0,1 0 0,0-1 0,0 1 0,-1-1 0,1 0 0,0 1 0,0-1 0,-1 1 0,1-1 0,0 0 0,0 0 0,0 0 0,1 1 0,23 6 0,86 16 0,2-6 0,166 4 0,231-26 0,-344 0 0,455 4 0,-487 1 0,0-5 0,217-37 0,-181 6 0,-215 21 0,-415-78 0,367 76 0,-23-3 0,-1 5 0,-1 5 0,-183 8 0,137 17 0,1 7 0,-167 46 0,262-51-1365,57-15-5461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1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24575,'0'0'0,"-2"10"0,-20 152 0,-15 83 0,29-186 0,-2 108 0,6-116-25,2-36-198,1 0-1,0 1 1,1-1 0,1 0-1,3 20 1,-2-29-6603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 24575,'0'0'0,"-4"20"0,1-3 0,-5 26 0,-2 62 0,9-92 0,2 0 0,-1 0 0,2 0 0,-1 0 0,2-1 0,0 1 0,0 0 0,1-1 0,8 16 0,-10-24 0,0-1 0,0 1 0,0-1 0,1 0 0,-1 0 0,1 0 0,0 0 0,0 0 0,0 0 0,0-1 0,0 0 0,1 1 0,-1-1 0,1 0 0,-1-1 0,1 1 0,0-1 0,0 0 0,0 1 0,0-2 0,0 1 0,0 0 0,0-1 0,0 0 0,0 0 0,0 0 0,0 0 0,0-1 0,8-1 0,-3 0 0,-1-1 0,1 0 0,-1 0 0,0 0 0,0-1 0,0-1 0,0 1 0,0-1 0,-1 0 0,0-1 0,0 0 0,9-10 0,-4-1 0,0-1 0,-1 0 0,-1 0 0,0-1 0,-2 0 0,0-1 0,-1 0 0,-1 0 0,-1-1 0,-1 1 0,-1-1 0,1-38 0,-4 57 0,0 0 0,0 0 0,0 0 0,0 1 0,0-1 0,0 0 0,-1 0 0,1 0 0,-1 1 0,0-1 0,1 0 0,-1 0 0,0 1 0,0-1 0,0 1 0,0-1 0,0 1 0,0-1 0,0 1 0,-1-1 0,1 1 0,-2-1 0,0 0 0,0 1 0,0 0 0,1 0 0,-1 0 0,0 0 0,0 0 0,0 1 0,0-1 0,-1 1 0,1 0 0,0 0 0,-4 0 0,-5 1 0,-1 1 0,1 1 0,0 0 0,-1 1 0,-15 7 0,13-5-227,0 2-1,0 0 1,1 1-1,0 0 1,-21 20-1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2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24575,'-3'1'0,"0"0"0,0 0 0,0 0 0,0 1 0,0-1 0,0 1 0,0-1 0,-4 5 0,-2 0 0,-5 2 0,1 1 0,1 0 0,-1 1 0,1 1 0,1 0 0,0 0 0,1 1 0,0 1 0,-9 14 0,17-25 0,1 1 0,0 0 0,0-1 0,0 1 0,0 0 0,0-1 0,0 1 0,1 0 0,-1 0 0,1 0 0,0 0 0,0-1 0,0 1 0,0 0 0,0 0 0,2 5 0,-1-3 0,1-1 0,0 1 0,0-1 0,0 0 0,1 0 0,-1 0 0,1 0 0,0 0 0,5 5 0,1-1 0,0 0 0,0-1 0,1 0 0,0 0 0,0-1 0,0 0 0,19 6 0,28 4 0,-42-13 0,0 1 0,-1 1 0,0 0 0,21 9 0,-34-13 0,0 0 0,1-1 0,-1 1 0,1 0 0,-1 0 0,0 0 0,0 0 0,1 0 0,-1 0 0,0 0 0,0 0 0,0 1 0,0-1 0,0 0 0,-1 1 0,1-1 0,0 1 0,-1-1 0,1 0 0,-1 1 0,1 0 0,-1-1 0,0 1 0,1-1 0,-1 1 0,0-1 0,0 1 0,0 0 0,0-1 0,0 1 0,-1-1 0,0 4 0,0-2 0,-1 1 0,0-1 0,0 0 0,0 0 0,-1 0 0,1 0 0,-1 0 0,1 0 0,-1-1 0,0 0 0,0 1 0,0-1 0,-6 3 0,1-1 15,1-1 0,0 0 0,-1 0 0,1-1 0,-1 0 0,0 0 0,-13 1 0,17-3-114,-1 1 0,1-1 0,-1-1 0,1 1 0,-1 0 0,1-1 0,-1 0 0,1 0 0,-1 0 0,1-1 0,0 0 0,0 1 0,0-1 0,-7-5 0,4 1-6727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3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 24575,'0'0'0,"0"0"0,0 0 0,24 0 0,-24-1 0,1 1 0,-1 0 0,0 0 0,1 0 0,-1 0 0,0 0 0,1 0 0,-1 0 0,1 0 0,-1 0 0,1 0 0,-1 0 0,0 0 0,1 0 0,-1 0 0,1 0 0,-1 0 0,0 0 0,1 0 0,-1 0 0,0 1 0,1-1 0,-1 0 0,1 0 0,-1 0 0,0 1 0,1-1 0,-1 0 0,0 0 0,0 1 0,1-1 0,-1 0 0,0 1 0,0-1 0,1 0 0,-1 1 0,0-1 0,0 1 0,-10 12 0,2-4 0,-38 41 0,32-36 0,1 0 0,0 1 0,1 0 0,-13 22 0,23-34 0,1 0 0,-1 0 0,1 0 0,-1 0 0,1 1 0,0-1 0,1 0 0,-1 1 0,1-1 0,-1 1 0,1-1 0,0 1 0,0-1 0,1 1 0,-1-1 0,1 1 0,1 6 0,0-6 0,0 1 0,1 0 0,0-1 0,-1 0 0,1 1 0,1-1 0,-1 0 0,1-1 0,-1 1 0,9 5 0,5 3 0,0-2 0,1 0 0,1-1 0,37 13 0,-20-10 0,-18-7 0,-1 1 0,1 1 0,-1 0 0,27 17 0,-57-6 0,10-14 0,-1-1 0,0 1 0,0-1 0,0 0 0,0 0 0,0 0 0,-1 0 0,1-1 0,-10 4 0,-49 15 0,35-13 0,-9 4-1365,5-2-5461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5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75 771 24575,'0'0'0,"-4"15"0,-24 85 0,15-58 0,-11 62 0,24-104 0,0 0 0,0 0 0,0 0 0,0 0 0,0 0 0,0 0 0,0 0 0,0 0 0,0 0 0,0 0 0,0 0 0,0 0 0,0 0 0,0 0 0,-1 0 0,1 0 0,0 0 0,0 0 0,0 0 0,0 0 0,0 0 0,0 0 0,0 0 0,0 0 0,0 0 0,0 0 0,0 0 0,0 0 0,0 0 0,0 1 0,0-1 0,-1 0 0,1 0 0,0 0 0,0 0 0,0 0 0,0 0 0,0 0 0,0 0 0,0 0 0,0 0 0,0 0 0,0 0 0,0 0 0,0 0 0,-3-12 0,3 7 0,-1 1 0,1-1 0,0 1 0,0-1 0,1 1 0,0-6 0,153-504 0,-145 483 0,43-123 0,-44 136 0,0 1 0,1 0 0,1 1 0,0 0 0,1 0 0,18-19 0,-23 29 0,-1 1 0,0 0 0,1 1 0,0-1 0,0 1 0,1 1 0,-1-1 0,12-4 0,-15 7 0,0 0 0,0 0 0,0 1 0,0-1 0,1 1 0,-1-1 0,0 1 0,0 0 0,1 1 0,-1-1 0,0 0 0,0 1 0,0 0 0,1 0 0,-1 0 0,0 0 0,0 0 0,0 0 0,0 1 0,-1 0 0,1-1 0,3 4 0,5 6 0,0 0 0,0 0 0,-1 2 0,-1-1 0,0 1 0,-1 0 0,0 1 0,-1 0 0,-1 0 0,0 1 0,4 15 0,4 18 0,-3 1 0,6 61 0,-2 31 0,5 45 0,-18-177 0,-2-3 0,1 1 0,-1-1 0,2 0 0,-1 0 0,1 0 0,0 0 0,0 0 0,0 0 0,6 8 0,-8-14 0,0 1 0,1-1 0,-1 0 0,0 1 0,1-1 0,-1 0 0,0 0 0,1 1 0,-1-1 0,0 0 0,1 0 0,-1 0 0,1 1 0,-1-1 0,0 0 0,1 0 0,-1 0 0,1 0 0,-1 0 0,0 0 0,1 0 0,-1 0 0,1 0 0,-1 0 0,0 0 0,1 0 0,-1 0 0,1 0 0,-1 0 0,0-1 0,1 1 0,-1 0 0,1 0 0,-1 0 0,0-1 0,1 1 0,-1 0 0,0 0 0,1-1 0,9-17 0,1-26 0,-1-1 0,-3 0 0,3-60 0,-9 87 0,12-184 0,10-100 0,-21 287 0,1 0 0,6-21 0,-8 32 0,0-1 0,1 1 0,0 0 0,0-1 0,0 1 0,1 0 0,-1 0 0,1 0 0,0 1 0,0-1 0,5-4 0,-7 7 0,0 1 0,-1-1 0,1 1 0,0-1 0,0 1 0,-1 0 0,1-1 0,0 1 0,0 0 0,-1 0 0,1 0 0,0 0 0,0-1 0,-1 1 0,1 0 0,0 0 0,0 0 0,0 0 0,-1 1 0,1-1 0,0 0 0,0 0 0,0 0 0,-1 1 0,2 0 0,0 0 0,0 0 0,-1 0 0,1 1 0,-1-1 0,1 0 0,-1 1 0,1 0 0,-1-1 0,2 4 0,2 4 0,-1 1 0,1-1 0,2 11 0,-6-17 0,21 74 0,23 156 0,-5-12 0,-32-192 0,1 10 0,7 48 0,-13-108-1365,-2 9-5461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5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31 24575,'0'0'0,"0"0"0,0 0 0,0 0 0,6-28 0,-7 28 0,-1-1 0,0 1 0,1-1 0,-1 1 0,0 0 0,1 0 0,-1 0 0,0 0 0,1 0 0,-1 0 0,0 0 0,1 1 0,-1-1 0,1 1 0,-1-1 0,0 1 0,-1 0 0,-29 15 0,16-4 0,1-1 0,0 2 0,0 0 0,1 1 0,1 0 0,1 1 0,0 1 0,1 0 0,0 0 0,2 1 0,0 0 0,0 1 0,2 0 0,0 0 0,-4 21 0,10-34 0,0 0 0,0-1 0,1 1 0,-1 0 0,1 0 0,0 0 0,1 0 0,-1-1 0,1 1 0,0 0 0,0-1 0,0 1 0,1 0 0,0-1 0,0 1 0,0-1 0,0 0 0,1 0 0,-1 0 0,1 0 0,0 0 0,0 0 0,6 4 0,3 2 0,0-1 0,1-1 0,-1 0 0,2-1 0,-1 0 0,18 6 0,206 104 0,-235-116 0,0 1 0,0 0 0,-1-1 0,1 1 0,0 0 0,0 0 0,-1 0 0,1 0 0,-1 0 0,0 0 0,1 0 0,-1 0 0,0 1 0,0-1 0,-1 0 0,1 1 0,0-1 0,-1 1 0,0-1 0,1 1 0,-1-1 0,0 1 0,0-1 0,0 1 0,-1-1 0,0 3 0,-1 8 0,0-1 0,-1 0 0,-8 20 0,8-25 0,-4 10 0,-1 0 0,-1 0 0,0-1 0,-1 0 0,-1-1 0,0 0 0,-1-1 0,-1 0 0,0-1 0,-1 0 0,0-1 0,-19 12 0,4-5 0,-1-2 0,-1-1 0,0-1 0,-1-2 0,-56 16 0,86-29-47,1 0 0,-1 1 0,1-1 0,-1 0 0,1 0 0,-1 0 0,1 0 0,-1 0 0,0 0-1,1 0 1,-1 0 0,1-1 0,-1 1 0,1-1 0,0 1 0,-1-1 0,1 1 0,-1-1 0,1 0 0,0 0 0,0 0 0,-1 0-1,1 0 1,0 0 0,0 0 0,0 0 0,0 0 0,-1-2 0,-3-4-6779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6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24575,'3'0'0,"0"1"0,0-1 0,-1 1 0,1-1 0,0 0 0,0 0 0,0-1 0,3 0 0,3 1 0,129 2 0,106-2 0,-164-7-1365,-64 6-5461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6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24575,'0'0'0,"14"-7"0,19-7 0,1 1 0,1 2 0,0 1 0,59-8 0,-93 18 0,211-51 0,-164 35 0,-34 10 0,-13 6-30,0-1 0,-1 1-1,1-1 1,0 1 0,-1-1 0,1 1-1,-1-1 1,1 0 0,0 1-1,-1-1 1,0 0 0,1 0 0,-1 1-1,1-1 1,-1 0 0,0 0-1,0 0 1,1 1 0,-1-1 0,0 0-1,0-1 1,1 0-669,1-7-6127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2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24575,'0'0'0,"0"0"0,0 0 0,0 0 0,0 0 0,0 10 0,9 141 0,-1 39 0,-18-86 0,-36 166 0,1-16 0,43-239 0,0 1 0,2-1 0,0 0 0,2 20 0,-1-29 0,0 0 0,0-1 0,1 1 0,0 0 0,0-1 0,0 1 0,1-1 0,0 0 0,0 0 0,0 0 0,0 0 0,1 0 0,6 6 0,-5-8 0,0 0 0,-1-1 0,1 0 0,0 0 0,1 0 0,-1-1 0,0 1 0,0-1 0,1 0 0,-1-1 0,9 1 0,3 0 0,50 7 0,1-4 0,-1-2 0,72-8 0,-139 6 0,14-1 0,-1 0 0,19 1 0,-46 25 0,4-16-1365,0-2-5461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8:5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24575,'0'0'0,"0"0"0,0 0 0,0 0 0,0 0 0,0 0 0,0 0 0,0 0 0,0 0 0,-3 9 0,-9 34 0,2-12 0,2 0 0,0 0 0,2 1 0,-3 62 0,10-18 0,3-80 53,2-8-1471,-1 0-5408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8:54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378 765 24575,'0'0'0,"0"0"0,0 0 0,0 0 0,0 0 0,0 0 0,0 9 0,0-4 0,0 1 0,0-1 0,0 0 0,1 0 0,1 6 0,-2-9 0,1-1 0,0 1 0,-1-1 0,1 0 0,0 1 0,0-1 0,-1 0 0,1 1 0,0-1 0,0 0 0,0 0 0,1 0 0,-1 0 0,0 0 0,0 0 0,1 0 0,-1 0 0,0-1 0,1 1 0,-1-1 0,3 2 0,2-1 0,-1 1 0,1-1 0,-1 0 0,1-1 0,-1 1 0,1-1 0,-1 0 0,1 0 0,0-1 0,-1 0 0,1 0 0,-1 0 0,9-4 0,-6 2 0,-1-1 0,1 0 0,-1 0 0,0-1 0,-1 0 0,1 0 0,-1-1 0,8-9 0,-1-1 0,0-1 0,-2 0 0,0-1 0,0-1 0,-2 0 0,11-31 0,-14 32 0,-2 0 0,0-1 0,-1 1 0,0-1 0,-2 0 0,0 0 0,-1 0 0,-1 0 0,-1 0 0,-1 0 0,-8-32 0,2 21 0,-1 0 0,-2 2 0,0-1 0,-2 2 0,-1-1 0,-27-34 0,35 51 0,-1 0 0,-1 1 0,0 0 0,-1 0 0,0 1 0,0 1 0,-1 0 0,0 0 0,0 1 0,-1 0 0,0 1 0,0 0 0,0 1 0,-1 1 0,0 0 0,0 0 0,-22-2 0,25 5 0,1 1 0,-1 0 0,0 1 0,1 0 0,-1 1 0,1 0 0,0 0 0,-1 1 0,1 0 0,0 0 0,0 1 0,1 1 0,-15 8 0,14-6 0,0 0 0,0 0 0,1 1 0,-1 0 0,2 1 0,-1 0 0,1 0 0,1 1 0,0-1 0,0 1 0,-5 12 0,-7 22 0,3 1 0,1 1 0,-9 56 0,17-66 0,2 0 0,1 0 0,2 1 0,6 64 0,-3-87 0,0-1 0,1 0 0,1 0 0,0 0 0,0 0 0,1-1 0,1 0 0,0 0 0,1 0 0,0-1 0,1 0 0,0 0 0,1-1 0,0 0 0,0 0 0,1-1 0,14 10 0,-15-13 0,0 0 0,1-1 0,-1 0 0,1 0 0,0-1 0,0-1 0,0 0 0,1 0 0,-1-1 0,1 0 0,0-1 0,-1 0 0,1-1 0,0 0 0,16-2 0,-7-1 0,-1-2 0,1 0 0,-1-1 0,-1 0 0,1-2 0,-1 0 0,24-16 0,-15 10 66,31-13 0,3-1-1563,-48 22-5329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8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497 834 24575,'0'0'0,"15"23"0,-17-4 0,2-18 0,0 0 0,0-1 0,0 1 0,-1 0 0,1 0 0,0 0 0,0 0 0,0-1 0,0 1 0,0 0 0,1 0 0,-1 0 0,0 0 0,0-1 0,0 1 0,1 0 0,-1 0 0,0-1 0,1 1 0,-1 0 0,1 0 0,-1-1 0,1 1 0,-1 0 0,1-1 0,0 1 0,-1-1 0,1 1 0,0-1 0,-1 1 0,1-1 0,0 1 0,0 0 0,6 3 0,-6-2 0,0-1 0,0 0 0,0 0 0,1 0 0,-1 0 0,0 0 0,1-1 0,-1 1 0,1 0 0,-1-1 0,1 1 0,-1-1 0,1 1 0,0-1 0,-1 0 0,1 1 0,-1-1 0,1 0 0,0 0 0,-1 0 0,1 0 0,-1-1 0,4 0 0,13-3 0,0-1 0,-1-2 0,0 1 0,0-2 0,-1 0 0,20-14 0,-26 15 0,-1 0 0,0-1 0,0 0 0,-1-1 0,0 1 0,0-2 0,-1 1 0,-1-1 0,1 0 0,8-20 0,99-215 0,-108 231 0,-1 1 0,0-1 0,-1 0 0,-1 0 0,0-1 0,1-21 0,-3 27 0,-1-1 0,-1 1 0,0-1 0,0 1 0,-1 0 0,0-1 0,0 1 0,-1 0 0,-1 0 0,1 1 0,-7-11 0,0 2 0,-1 1 0,0 1 0,-1 0 0,-1 0 0,-1 1 0,0 1 0,0 0 0,-19-12 0,1 2 0,-53-27 0,71 43 0,0 1 0,0 1 0,0 0 0,-1 1 0,1 0 0,-1 2 0,-17-2 0,4 2 0,1 2 0,-1 1 0,1 1 0,-1 1 0,-40 11 0,50-9 0,0 1 0,1 0 0,0 2 0,0 0 0,1 0 0,0 2 0,1 0 0,-1 1 0,-17 17 0,21-16 0,1 1 0,0 1 0,1 0 0,1 0 0,0 1 0,1 0 0,-8 20 0,4-4 0,1 1 0,-12 59 0,17-53 0,1 2 0,2-1 0,2 0 0,2 1 0,1-1 0,2 0 0,2 0 0,1 0 0,15 43 0,-18-70 0,1 0 0,0-1 0,0 1 0,1-1 0,1 0 0,0-1 0,0 0 0,1 0 0,0 0 0,1-1 0,0 0 0,14 10 0,-11-11 0,1 0 0,-1-1 0,1-1 0,1 0 0,-1 0 0,1-2 0,0 0 0,0 0 0,0-1 0,25 2 0,-10-3 0,1-2 0,0 0 0,0-2 0,-1-2 0,1 0 0,-1-2 0,0-1 0,0-1 0,-1-2 0,53-25 0,41-17 0,-119 51-91,-1-1 0,1 1 0,-1 0 0,0-1 0,0 1 0,0-1 0,0 1 0,0-1 0,0 0 0,0 0 0,0 0 0,-1 0 0,1 0 0,2-5 0,1-4-6735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21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24575,'0'1'0,"1"1"0,-1-1 0,1 0 0,-1 1 0,1-1 0,0 0 0,0 0 0,-1 0 0,1 1 0,0-1 0,0 0 0,0 0 0,2 1 0,9 13 0,-12-12 0,1 0 0,0 0 0,0-1 0,0 1 0,0 0 0,0 0 0,1-1 0,-1 1 0,1-1 0,0 0 0,-1 1 0,1-1 0,0 0 0,0 0 0,1 0 0,-1 0 0,0 0 0,1-1 0,-1 1 0,1-1 0,-1 1 0,1-1 0,4 1 0,58 16 0,1-2 0,125 12 0,227-19 0,-259-11 0,19-4 0,-144 3 0,-1-2 0,1-1 0,39-14 0,238-90 0,-311 110-38,1 0 0,0-1 0,-1 1 1,1 0-1,0 0 0,-1 0 0,1 0 0,0 0 0,-1 0 0,1 0 0,0 0 0,-1 0 0,1 0 0,0 1 0,-1-1 0,1 0 1,-1 0-1,1 1 0,0-1 0,-1 0 0,1 1 0,-1-1 0,1 0 0,-1 1 0,1-1 0,-1 1 0,1-1 0,-1 1 0,1-1 1,-1 1-1,0-1 0,1 1 0,-1-1 0,0 1 0,1 1 0,4 6-6788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26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1 261 24575,'17'-25'0,"-5"11"0,-1 1 0,1 0 0,1 1 0,1 0 0,14-9 0,77-44 0,9-6 0,-98 56-1365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2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0 382 24575,'2'-1'0,"0"0"0,0 0 0,0 0 0,-1 0 0,1 0 0,0-1 0,-1 1 0,1-1 0,1-1 0,4-3 0,182-171 0,-170 158 0,150-133 0,-169 151 2,0 1 1,0 0-1,0 0 0,1-1 0,-1 1 0,0 0 1,0 0-1,0-1 0,0 1 0,0 0 0,0 0 1,0-1-1,0 1 0,0 0 0,0 0 1,0-1-1,0 1 0,0 0 0,0 0 0,0-1 1,-1 1-1,1 0 0,0 0 0,0-1 0,0 1 1,0 0-1,0 0 0,-1 0 0,1-1 0,0 1 1,0 0-1,0 0 0,0 0 0,-1 0 0,1-1 1,0 1-1,0 0 0,-1 0 0,1 0 0,0 0 1,0 0-1,0 0 0,-1 0 0,1 0 0,0 0 1,-1 0-1,1 0 0,0 0 0,0 0 0,-1 0 1,1 0-1,0 0 0,-18-4-1381,18 4 1276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26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24575,'1'6'0,"0"-1"0,0 1 0,0-1 0,4 11 0,2 9 0,41 180 49,-21-103-756,12 108 0,-37-195-6119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27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24575,'25'-3'0,"0"0"0,0-2 0,0-1 0,-1-1 0,0-1 0,26-12 0,-16 3 0,-1-2 0,55-40 0,16-14-1365,-92 65-5461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28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1 367 24575,'43'-40'0,"64"-43"0,13-12 0,-79 56 0,-21 19 0,1 1 0,43-30 0,-57 46 6,-1 0 0,1 0 0,0 1 0,0 0 0,0 1 0,10-1 0,9-3-1413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28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24575,'6'27'0,"22"94"0,56 149 0,-70-228-455,-2 0 0,8 62 0,-19-97-6371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121 144 24575,'23'3'0,"47"6"0,0-4 0,1-3 0,127-13 0,206-54 0,-305 46 0,-64 14 0,1 2 0,-1 1 0,70 5 0,106 26 0,-192-25 0,-4-2 0,-33-10 0,13 6 0,0 0 0,-1 0 0,1 1 0,0 0 0,0 0 0,-1 0 0,1 0 0,0 1 0,-1 0 0,1 0 0,-9 1 0,-106 11 0,-155-5 0,165-13 0,-136-27 0,139 16 0,-152-5 0,209 21 0,13 0 0,0 1 0,-71 10 0,123-12 0,0 2 0,0-1 0,0 2 0,16 2 0,-1-1 0,705 19 0,-595-29 0,-184-9 0,13 9 0,-1 2 0,0 1 0,0 2 0,-34 0 0,-131 11 0,149-5 0,-261 28 0,110-9 0,134-16-1365,52-4-5461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9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24575,'7'-7'0,"9"-4"0,0 0 0,0 1 0,1 1 0,0 1 0,1 0 0,18-5 0,116-26 0,-87 25 0,-55 12-91,-1 1 0,1 1 0,0-1 0,0 2 0,0-1 0,0 1 0,-1 1 0,1 0 0,0 0 0,-1 1 0,0 0 0,1 1 0,-1 0 0,14 8 0,-11-5-6735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9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24575,'23'0'0,"25"-3"0,0-1 0,0-2 0,81-23 0,-96 24-1365,-23 4-5461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1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24575,'-4'0'0,"0"1"0,0 0 0,0 0 0,0 0 0,0 0 0,0 0 0,1 1 0,-1 0 0,1 0 0,-1 0 0,1 0 0,-1 0 0,1 1 0,0 0 0,0-1 0,1 1 0,-1 0 0,-4 6 0,0 2 0,0 0 0,0 0 0,1 0 0,-8 20 0,-2 17 0,2 1 0,2 0 0,3 1 0,-5 57 0,2 207 0,11-271 0,3 242 0,2-224 0,2-1 0,23 98 0,-27-148-72,0 0 1,1 0-1,1 0 0,0-1 0,0 1 0,0-1 0,2 0 0,-1 0 1,1-1-1,0 1 0,0-1 0,1-1 0,1 1 0,-1-1 0,1 0 1,0-1-1,0 0 0,13 7 0,-12-8-6754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24575,'-10'27'0,"-47"218"0,21 7 0,10-61 0,17-135 0,2 0 0,2 63 0,5-113-195,1-1 0,0 1 0,0 0 0,0-1 0,1 1 0,2 5 0,2 3-6631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2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24575,'0'14'0,"-11"148"0,5-103 0,2 75 0,5-125 0,0 1 0,0-1 0,1 0 0,0 1 0,1-1 0,0 0 0,0 0 0,7 12 0,-9-19 0,1 1 0,-1-1 0,1 1 0,-1-1 0,1 0 0,0 0 0,0 0 0,0 0 0,0 0 0,0 0 0,0 0 0,1-1 0,-1 1 0,1-1 0,-1 1 0,1-1 0,-1 0 0,1 0 0,0 0 0,-1-1 0,1 1 0,0-1 0,0 1 0,0-1 0,-1 0 0,1 0 0,0 0 0,0-1 0,0 1 0,-1-1 0,1 1 0,3-2 0,5-2 0,-1-1 0,0 0 0,-1-1 0,0 0 0,1-1 0,-2 1 0,1-2 0,-1 1 0,0-1 0,-1 0 0,0-1 0,0 0 0,6-12 0,2-3 0,-2 0 0,-1-1 0,-1 0 0,9-31 0,-16 45 0,-1 0 0,-1 1 0,1-2 0,-2 1 0,0 0 0,0 0 0,-1-14 0,0 22 0,-1 0 0,1 0 0,-1-1 0,0 1 0,0 0 0,0 0 0,0 0 0,0 0 0,-1 0 0,1 1 0,-1-1 0,0 0 0,0 1 0,0-1 0,0 1 0,0 0 0,0-1 0,-1 1 0,1 0 0,-1 1 0,0-1 0,1 0 0,-1 1 0,0-1 0,0 1 0,0 0 0,0 0 0,0 0 0,-4-1 0,-1 1 11,0 0 0,1 1-1,-1 0 1,0 0 0,0 1-1,1-1 1,-1 2 0,0-1-1,-9 4 1,-8 3-747,-31 16 0,6 0-6090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5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24575,'121'5'0,"-1"-5"0,216-27 0,-320 24 23,0-1-1,25-10 1,-6 2-1456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0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78 24575,'-3'1'0,"1"0"0,-1 0 0,1 0 0,-1-1 0,0 1 0,1-1 0,-1 0 0,-4 0 0,-1 1 0,-47 6 0,26-4 0,-1 1 0,-51 15 0,109-11 0,8-8 0,0-1 0,0-2 0,0-1 0,65-16 0,8-1 0,-32 12 0,101 3 0,55-5 0,-129-3 0,271-21 0,-34 42 0,-42 1 0,-259-8 0,285 4 0,2 26 0,232 53 0,-385-52 0,138 15 0,178-29 0,-158-9 0,-19-3 0,-235-8 0,0-3 0,80-18 0,101-39-29,-163 37-1307,-88 24-5490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07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11 0,11 140 0,-2-61 0,2 340 0,-24 0 0,11-226-356,2-164-653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08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24575,'0'0'0,"0"0"0,0 0 0,0 0 0,10-5 0,28-10 0,1 2 0,0 2 0,1 1 0,0 2 0,0 2 0,1 1 0,-1 2 0,68 5 0,-36 1 0,185 5 0,-191-10 0,123-18 0,-193 22-1365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7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0 24575,'0'0'0,"0"0"0,0 0 0,0 0 0,-15 10 0,0-1 0,5-4 0,1 1 0,0-1 0,0 2 0,0 0 0,1 0 0,0 0 0,0 1 0,1 0 0,-11 15 0,-5 19 0,-19 46 0,9-19 0,32-66-21,-45 101 165,41-92-357,1 1 1,1 0-1,0 0 1,1 0-1,1 0 1,-1 21-1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7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0 24575,'0'0'0,"0"0"0,0 0 0,0 0 0,0 0 0,0 0 0,-16 11 0,-14 6 0,2 2 0,0 2 0,-29 27 0,19-13 0,16-16 0,-37 42 0,52-50-273,0 1 0,1-1 0,0 1 0,-8 24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24575,'0'0'0,"0"0"0,0 0 0,0 0 0,-1 27 0,-22 326 0,23-337 0,2 1 0,0-1 0,0 0 0,2 0 0,0 0 0,10 22 0,-13-33 0,1 0 0,0-1 0,0 1 0,0-1 0,1 0 0,-1 0 0,1 0 0,0 0 0,0 0 0,1-1 0,-1 1 0,1-1 0,0 0 0,-1 0 0,1 0 0,1-1 0,-1 1 0,0-1 0,1 0 0,-1 0 0,1-1 0,-1 1 0,1-1 0,0 0 0,-1 0 0,1-1 0,0 1 0,0-1 0,0 0 0,0 0 0,0-1 0,8-1 0,2-3 0,0-1 0,-1 0 0,0-1 0,0 0-1,17-12 1,61-53 43,-12 9-1450,-64 52-5419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0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188 188 24575,'0'0'0,"0"0"0,0 0 0,0 0 0,-5 0 0,0 0 0,0 0 0,-1 1 0,1-1 0,0 1 0,0 1 0,0-1 0,0 1 0,1 0 0,-1 0 0,0 0 0,1 1 0,-1-1 0,1 1 0,-8 7 0,6-4 0,0 2 0,0-1 0,1 1 0,0-1 0,0 1 0,0 1 0,-5 15 0,1 1 0,1 1 0,1-1 0,1 1 0,-4 47 0,4 108 0,5-109 0,-7 42 0,8-106 0,1 1 0,0-1 0,0 0 0,4 10 0,-3-17 0,0-1 0,0 1 0,1-1 0,-1 0 0,0 0 0,1 0 0,-1 0 0,0 0 0,0 0 0,1-1 0,2 0 0,20-8 0,-2-1 0,1-2 0,-1 0 0,29-21 0,-36 22 0,22-12 0,-2-2 0,-1-2 0,-1-1 0,54-57 0,-83 79 0,0-1 0,0 0 0,0-1 0,-1 1 0,-1-1 0,1 0 0,-1 0 0,0 0 0,-1 0 0,0 0 0,1-12 0,-2 8 0,0-1 0,-1 0 0,-1 0 0,0 0 0,-1 0 0,-6-22 0,-2 4 0,-1 0 0,-2 1 0,-2 1 0,0 0 0,-21-28 0,-86-103-356,97 129-653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3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 24575,'-25'9'0,"17"-6"0,-1-1 0,0 0 0,-18 2 0,20-4 0,-1 1 0,0 0 0,0 1 0,1 0 0,-13 4 0,17-4 0,1-1 0,0 0 0,-1 1 0,1 0 0,0-1 0,0 1 0,0 0 0,0 0 0,0 0 0,1 1 0,-1-1 0,1 0 0,-1 1 0,1-1 0,0 1 0,0-1 0,0 1 0,0-1 0,0 1 0,0 4 0,0 0 0,0 1 0,0-1 0,1 1 0,0-1 0,1 0 0,0 1 0,0-1 0,0 0 0,1 1 0,0-1 0,4 9 0,4 6 0,1 0 0,16 22 0,-10-16 0,-14-23 0,1 0 0,0 1 0,1-1 0,-1 0 0,1-1 0,0 1 0,0-1 0,0 0 0,1 0 0,0-1 0,-1 0 0,1 0 0,0 0 0,1-1 0,-1 1 0,0-1 0,1-1 0,-1 1 0,1-1 0,-1-1 0,10 1 0,-9-1 0,0 0 0,0 0 0,1-1 0,-1 0 0,0-1 0,0 1 0,0-1 0,0-1 0,-1 1 0,1-1 0,-1-1 0,1 1 0,-1-1 0,0 0 0,0 0 0,-1-1 0,1 1 0,-1-1 0,6-8 0,-6 8 0,-4 4 0,0 0 0,-1 0 0,1 1 0,0-1 0,0 0 0,-1 0 0,1 0 0,0 0 0,-1 0 0,1 0 0,-1 0 0,1 0 0,-1 0 0,0 0 0,1 0 0,-1 0 0,0 0 0,0 0 0,0-1 0,0 1 0,1 0 0,-2 0 0,1 0 0,0 0 0,0 0 0,0 0 0,0-1 0,-1 0 0,0 0 0,-3-5 0,1-1 0,-1 1 0,-1 0 0,1 1 0,-1-1 0,0 1 0,-1 0 0,1 0 0,-1 1 0,-11-9 0,4 5 0,-1 1 0,0 0 0,0 1 0,0 0 0,-1 1 0,0 1 0,-28-7 0,41 12 6,0 0 0,0 0 0,0 0 0,0 0 0,0 0 0,0 0 0,0 1 0,0-1 0,0 0 0,1 1 0,-1 0 0,0-1 0,0 1 0,0 0 0,1 0 0,-1 0 0,0 0 0,1 0 0,-2 2 0,-1 1-218,1-1 0,0 0 0,0 1-1,1 0 1,-1 0 0,-3 7 0,3-5-6614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 24575,'0'0'0,"-14"6"0,10-5 0,0 0 0,1 0 0,0 1 0,-1 0 0,1-1 0,0 1 0,0 0 0,0 1 0,0-1 0,0 0 0,0 1 0,1 0 0,-1 0 0,1 0 0,-1 0 0,1 0 0,0 0 0,1 0 0,-1 1 0,0-1 0,1 1 0,0-1 0,0 1 0,0-1 0,0 1 0,1 0 0,-1-1 0,1 1 0,0 7 0,-15 210 0,-1 27 0,15-186 0,3-1 0,10 62 0,-2-62 0,-9-60 0,-1-1 0,1 0 0,0 0 0,-1 0 0,1 0 0,-1 0 0,1 0 0,0 0 0,-1 0 0,1 0 0,-1 0 0,1-1 0,0 1 0,-1 0 0,1 0 0,-1 0 0,1-1 0,0 1 0,-1 0 0,1-1 0,-1 1 0,1-1 0,5-5 0,-1-1 0,0 0 0,0 0 0,-1 0 0,0 0 0,0-1 0,0 0 0,-1 0 0,3-10 0,1-1 0,75-253 0,-61 190 0,4 1 0,40-92 0,-62 167 0,-1-1 0,1 1 0,0 0 0,1 0 0,-1 0 0,1 0 0,1 0 0,7-8 0,-12 14 0,1 0 0,-1 0 0,1-1 0,-1 1 0,0 0 0,1 0 0,-1 0 0,1-1 0,-1 1 0,1 0 0,-1 0 0,1 0 0,-1 0 0,1 0 0,-1 0 0,1 0 0,-1 0 0,1 0 0,-1 0 0,1 1 0,-1-1 0,1 0 0,-1 0 0,0 0 0,1 0 0,-1 1 0,1-1 0,-1 0 0,0 1 0,1-1 0,-1 0 0,1 0 0,-1 1 0,0-1 0,0 1 0,1-1 0,-1 0 0,0 1 0,1-1 0,-1 1 0,0-1 0,0 1 0,10 24 0,-2 11 0,-2 1 0,-2 0 0,-1 73 0,-1-45 0,0 1 0,14 194 0,-15-252 0,0 0 0,1 0 0,-1-1 0,2 1 0,-1-1 0,1 1 0,5 9 0,-7-15 0,0 0 0,1 0 0,-1 0 0,1-1 0,-1 1 0,1 0 0,0-1 0,-1 1 0,1-1 0,0 1 0,0-1 0,0 0 0,0 0 0,0 0 0,1 0 0,-1 0 0,0 0 0,0-1 0,1 1 0,-1-1 0,0 1 0,1-1 0,-1 0 0,0 0 0,1 0 0,-1 0 0,0-1 0,5 0 0,1-2 0,0 1 0,0-2 0,0 1 0,0-1 0,0 0 0,-1-1 0,0 0 0,0 0 0,0-1 0,-1 1 0,1-1 0,-1-1 0,-1 1 0,1-1 0,-1 0 0,0-1 0,4-8 0,6-12 0,-2-1 0,0-1 0,10-38 0,79-339 0,-101 403-195,0 0 0,-1 0 0,0-1 0,0 1 0,0 0 0,0-6 0,-2 1-6631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8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24575,'5'0'0,"0"1"0,0 1 0,0-1 0,0 1 0,0 0 0,0 0 0,0 0 0,5 4 0,36 25 0,-40-26 0,1 2 0,1 0 0,-1 0 0,-1 1 0,0 0 0,0 0 0,0 1 0,-1 0 0,0 0 0,-1 0 0,0 1 0,0-1 0,-1 1 0,-1 0 0,1 0 0,0 15 0,-2-20 0,-1 0 0,0 0 0,0 0 0,-1 0 0,1 0 0,-1 0 0,0 0 0,-1 0 0,1-1 0,-1 1 0,0 0 0,-3 4 0,1-3 0,0 0 0,-1 0 0,0-1 0,0 0 0,-1 0 0,1 0 0,-10 6 0,10-7 0,0-1 0,0 1 0,1 1 0,-1-1 0,1 1 0,0-1 0,1 1 0,-1 0 0,-5 11 0,11-14 0,-1 0 0,1-1 0,-1 1 0,1-1 0,0 1 0,-1-1 0,1 0 0,0 1 0,3 0 0,-3-1 0,5 4 12,1-1 0,1 0 0,-1-1 0,1 0 0,-1 0 0,1-1 0,0 0 0,0 0 0,9-1 0,15 1-755,35-2 1,-61-1-6084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24575,'0'0'0,"0"0"0,31 8 0,-10-1 0,45 3 0,-36-7 0,38 10 0,-60-11 0,1 0 0,-1 1 0,0 0 0,0 1 0,-1 0 0,1 0 0,-1 0 0,0 1 0,8 7 0,-12-10 0,-1 1 0,1-1 0,-1 1 0,1 0 0,-1 0 0,0 0 0,0 1 0,0-1 0,0 0 0,-1 1 0,0-1 0,1 1 0,-1-1 0,-1 1 0,1 0 0,0 5 0,-1-4 0,0 1 0,-1-1 0,1 0 0,-1 1 0,-1-1 0,1 0 0,-1 1 0,0-1 0,0 0 0,-3 5 0,-5 7 0,-1-1 0,-1 0 0,0-1 0,-28 27 0,17-19 0,-2-1 0,0-1 0,-1-2 0,-1 0 0,-29 15 0,22-11 0,34-23 0,0 0 0,0 0 0,0 1 0,0-1 0,0 0 0,0 0 0,-1 0 0,1 0 0,0 0 0,0 0 0,0 0 0,0 0 0,0 1 0,0-1 0,0 0 0,0 0 0,0 0 0,0 0 0,0 0 0,0 1 0,0-1 0,0 0 0,0 0 0,0 0 0,0 0 0,0 0 0,0 1 0,0-1 0,0 0 0,0 0 0,0 0 0,0 0 0,0 0 0,0 0 0,0 1 0,0-1 0,0 0 0,0 0 0,0 0 0,0 0 0,1 0 0,-1 0 0,0 0 0,0 1 0,0-1 0,0 0 0,0 0 0,0 0 0,0 0 0,1 0 0,-1 0 0,0 0 0,0 0 0,0 0 0,0 0 0,1 0 0,13 4 0,16-2 0,30-8 0,-1-3 0,98-26 0,-91 18 0,-56 15 0,20-5 0,-22 3 0,-12 0 0,2 3-65,0 0 0,0 0 0,0 0 0,0-1 0,0 1 0,1-1 0,-1 1 0,0-1 0,1 0 0,-1 0 0,1 1 0,0-1 0,0 0 0,0 0 0,0 0 0,0-1 0,0 1 0,0 0 0,0 0 0,0-4 0,-1-3-6761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9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24575,'12'18'0,"6"17"0,-11-17 0,-2-10 0,0-1 0,0-1 0,1 1 0,-1-1 0,1 1 0,12 8 0,11 12 0,-18-13 0,0 1 0,0 1 0,-1-1 0,-1 2 0,9 22 0,27 90 0,-42-120 0,7 26 0,-1 0 0,-2 1 0,-1 0 0,-2 1 0,-1 45 0,-5-31 0,-2-1 0,-3 1 0,-14 56 0,-58 148 0,-21-9 0,46-117 0,-33 75 0,87-204 0,0 0 0,0 0 0,0 0 0,0 1 0,0-1 0,0 0 0,0 0 0,0 0 0,0 0 0,0 0 0,0 0 0,0 1 0,0-1 0,0 0 0,0 0 0,-1 0 0,1 0 0,0 0 0,0 0 0,0 0 0,0 1 0,0-1 0,0 0 0,0 0 0,0 0 0,0 0 0,-1 0 0,1 0 0,0 0 0,0 0 0,0 0 0,0 0 0,0 0 0,0 0 0,-1 0 0,1 0 0,0 0 0,0 0 0,0 0 0,0 0 0,0 0 0,0 0 0,-1 0 0,1 0 0,0 0 0,0 0 0,0 0 0,0 0 0,0 0 0,-4-8 0,4 6 0,-1-1 0,1 1 0,0 0 0,0 0 0,0 0 0,0-1 0,0 1 0,1-4 0,5-7-1365,1 0-5461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0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24575,'41'-4'0,"0"1"0,0 3 0,0 1 0,1 2 0,-1 1 0,45 12 0,-78-14 0,0 0 0,-1 1 0,1 0 0,-1 0 0,1 0 0,-1 1 0,0 0 0,0 0 0,-1 1 0,1 0 0,7 7 0,-11-7 0,1-1 0,-1 0 0,0 1 0,0-1 0,-1 1 0,1 0 0,-1 0 0,0 0 0,0 0 0,-1 1 0,1-1 0,-1 0 0,-1 1 0,1-1 0,-1 1 0,1-1 0,-2 10 0,-1-2 0,0 0 0,-1 0 0,0 0 0,-1-1 0,-1 0 0,0 0 0,0 0 0,-1 0 0,-1-1 0,-11 16 0,-10 8 0,-56 55 0,11-14 0,71-74 0,0 1 0,0-1 0,0 1 0,0 0 0,0 0 0,1 0 0,-1 0 0,0 3 0,2-5 0,0-1 0,-1 1 0,1 0 0,0-1 0,0 1 0,0 0 0,0-1 0,1 1 0,-1-1 0,0 1 0,0 0 0,0-1 0,0 1 0,1 0 0,-1-1 0,0 1 0,1-1 0,-1 1 0,0-1 0,1 1 0,-1-1 0,0 1 0,1-1 0,-1 1 0,1-1 0,-1 1 0,1-1 0,-1 0 0,1 1 0,0-1 0,-1 0 0,1 0 0,-1 1 0,1-1 0,0 0 0,-1 0 0,1 0 0,0 0 0,-1 0 0,1 0 0,-1 0 0,1 0 0,0 0 0,0 0 0,14 0 0,0-1 0,0 0 0,0-1 0,0-1 0,18-5 0,2 0 0,39-8-35,94-18-1295,-138 29-5496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31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24575,'0'0'0,"0"0"0,0 0 0,0 0 0,0 0 0,0 0 0,0 0 0,0 0 0,0 0 0,2 0 0,24-12 0,-1-1 0,0 0 0,-1-2 0,0-1 0,29-27 0,-30 25 0,0 0 0,1 1 0,1 1 0,0 1 0,36-14 0,-24 16-1365,-21 8-5461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31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1 395 24575,'6'-3'0,"0"1"0,0 1 0,0-1 0,0 1 0,9-1 0,27-7 0,-12-3 0,-1-1 0,0-2 0,-1-1 0,0-2 0,25-20 0,119-118 0,-67 57-1365,-97 91-5461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32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24575,'2'1'0,"0"0"0,0 0 0,0 1 0,0-1 0,0 0 0,0 1 0,0-1 0,-1 1 0,1 0 0,0 0 0,-1-1 0,0 1 0,1 0 0,0 2 0,2 2 0,25 32 0,-3 1 0,-1 1 0,-2 1 0,23 55 0,-46-95 0,50 126 0,-43-103 0,-1 0 0,0 0 0,2 42 0,-1 12 20,3 60-1405,-10-126-5441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39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1024 1619 24575,'0'0'0,"0"0"0,21 5 0,66 10 0,35 7 0,-79-11 0,114 25 0,-129-31 0,1-2 0,-1-1 0,47-2 0,-51-2 0,1-1 0,37-9 0,-49 8 0,-1 0 0,0-1 0,0 0 0,0-1 0,-1 0 0,20-14 0,3-8 0,-2-2 0,0-1 0,-2-1 0,-1-1 0,45-71 0,-43 58 0,-3 0 0,40-91 0,-59 113 0,0-1 0,-2 0 0,-1-1 0,-1 0 0,-1 0 0,-1 0 0,-1 0 0,-2-28 0,-3 18 0,-1 0 0,-2 1 0,-1-1 0,-2 1 0,-1 1 0,-2 0 0,-1 0 0,-2 1 0,-1 1 0,-2 1 0,-1 0 0,-1 1 0,-2 1 0,0 1 0,-50-46 0,-63-43 0,112 99 0,-1 2 0,-1 0 0,-1 2 0,-30-13 0,-16-2 0,-1 3 0,-1 3 0,-85-14 0,121 31 0,0 2 0,0 1 0,0 2 0,0 2 0,-1 1 0,1 2 0,1 1 0,-51 15 0,34-3 0,-86 41 0,-44 37 0,162-83 0,-17 11 0,2 2 0,0 1 0,1 2 0,2 1 0,1 2 0,2 1 0,0 2 0,-42 62 0,50-57 0,1 1 0,2 1 0,2 0 0,-23 81 0,33-90 0,1 0 0,1 0 0,2 1 0,0 35 0,4-7 0,11 80 0,-6-93 0,3 1 0,2-1 0,23 68 0,-26-98 0,0-1 0,1 0 0,0-1 0,2 0 0,0 0 0,1-1 0,0 0 0,1 0 0,1-2 0,0 0 0,1 0 0,20 14 0,-5-10 0,0 0 0,2-2 0,-1-2 0,2 0 0,0-2 0,0-2 0,56 10 0,-7-8 0,1-4 0,83-2 0,-53-11 0,0-4 0,155-35 0,-197 26-1365,-51 13-5461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3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24575,'113'-10'0,"-49"2"0,19-3 0,94 1 0,-176 10-22,52 4 167,-51-4-213,0 0 1,0 1-1,0-1 0,0 1 1,0-1-1,0 1 0,0 0 1,0 0-1,0 0 0,0 0 1,0 0-1,-1 0 1,1 0-1,0 1 0,-1-1 1,1 0-1,-1 1 0,0-1 1,1 1-1,-1 0 1,2 2-1,-2 4-6758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24575,'11'1'0,"0"-2"0,0 1 0,0-1 0,21-5 0,-8 1 0,407-80 0,-398 78 0,1 2 0,0 1 0,64 1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24575,'-4'1'0,"0"1"0,1 0 0,-1 0 0,1 0 0,-1 0 0,1 0 0,0 1 0,-1 0 0,1-1 0,1 1 0,-4 5 0,0-2 0,-8 9 0,0 2 0,2-1 0,0 2 0,1 0 0,1 0 0,0 1 0,1 0 0,2 0 0,0 1 0,-7 30 0,2 11 0,2 2 0,-1 75 0,7 83 0,6-185 0,1 0 0,2 1 0,19 69 0,-20-96-105,-1 0 0,1-1 0,1 1 0,-1-1 0,2 0 0,-1 0 0,1-1 0,1 1 0,-1-2 0,2 1 0,-1-1 0,9 8 0,-5-7-6721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6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44 504 24575,'0'0'0,"20"-11"0,3-5 0,-2-1 0,0-1 0,0-1 0,-2 0 0,0-2 0,-2 0 0,0-1 0,-1-1 0,-2-1 0,0 0 0,13-33 0,-20 42 0,-2 0 0,1 0 0,-2-1 0,5-30 0,-8 42 0,0 0 0,-1 0 0,0 0 0,0 0 0,0 0 0,0 0 0,0 0 0,-1 0 0,0 0 0,0 1 0,0-1 0,0 0 0,-1 0 0,1 1 0,-1-1 0,0 1 0,0-1 0,0 1 0,-1 0 0,1 0 0,-1 0 0,0 0 0,0 0 0,0 1 0,-3-3 0,2 3 0,0 0 0,0 1 0,0 0 0,-1-1 0,1 1 0,0 1 0,-1-1 0,1 1 0,0 0 0,-1 0 0,1 0 0,-1 0 0,1 1 0,0-1 0,-1 1 0,1 1 0,0-1 0,-5 2 0,-5 3 0,0 0 0,1 1 0,-24 16 0,23-13 0,0 1 0,1 1 0,1 0 0,0 1 0,0 0 0,-14 23 0,23-33 0,1 0 0,0 1 0,0-1 0,0 1 0,1 0 0,-1 0 0,1-1 0,0 1 0,0 0 0,0 0 0,0 0 0,1 0 0,0 0 0,0 0 0,0 0 0,0 0 0,0 0 0,1 0 0,0 0 0,2 7 0,-1-7 0,0 1 0,1 0 0,-1-1 0,1 0 0,0 0 0,1 0 0,-1 0 0,1 0 0,-1-1 0,1 1 0,0-1 0,0 0 0,1 0 0,-1 0 0,8 2 0,15 8 0,-2-2 0,-1 2 0,45 29 0,-62-36 0,0 0 0,0 0 0,0 0 0,-1 1 0,0 0 0,0 1 0,-1-1 0,0 1 0,0 0 0,-1 0 0,0 0 0,5 18 0,-4-5 0,-1 0 0,-1 1 0,-1 0 0,0-1 0,-2 1 0,-1 0 0,-6 40 0,-1-19 0,-2 0 0,-1-1 0,-18 42 0,-19 32 0,12-32 0,-28 99 0,63-179-60,3-5 177,2-8-854,-3 7 52,4-7-6141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6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24575,'0'0'0,"0"0"0,0 0 0,2 1 0,145 12 0,0-7 0,193-15 0,52-9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7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24575,'0'0'0,"0"0"0,0 0 0,0 0 0,-2 11 0,-14 103 0,-34 339 0,42-96 0,8-329 0,7 51 0,-6-71 0,1 0 0,0 0 0,0 0 0,1-1 0,0 1 0,0 0 0,1-1 0,0 0 0,0 0 0,9 11 0,-12-17 0,0 0 0,-1 0 0,1 0 0,0 0 0,0-1 0,0 1 0,0 0 0,0-1 0,0 1 0,0 0 0,0-1 0,0 1 0,1-1 0,-1 1 0,0-1 0,0 0 0,0 0 0,1 1 0,-1-1 0,0 0 0,0 0 0,0 0 0,1 0 0,-1 0 0,0-1 0,0 1 0,1 0 0,-1-1 0,0 1 0,0 0 0,0-1 0,0 1 0,0-1 0,0 0 0,0 1 0,0-1 0,0 0 0,0 0 0,0 0 0,1 0 0,3-4 0,-1-1 0,0 1 0,0-1 0,0 1 0,-1-1 0,5-9 0,23-62 0,-4-1 0,24-111 0,-12 41 0,112-283 0,-123 365 0,-28 66 0,0 0 0,0-1 0,0 1 0,0 0 0,0 0 0,0-1 0,0 1 0,0 0 0,0-1 0,1 1 0,-1 0 0,0 0 0,0-1 0,0 1 0,0 0 0,0 0 0,1-1 0,-1 1 0,0 0 0,0 0 0,1 0 0,-1 0 0,0-1 0,0 1 0,1 0 0,-1 0 0,0 0 0,0 0 0,1 0 0,-1 0 0,0 0 0,1-1 0,-1 1 0,0 0 0,0 0 0,1 0 0,-1 0 0,0 0 0,1 0 0,-1 0 0,0 1 0,0-1 0,1 0 0,-1 0 0,0 0 0,0 0 0,1 0 0,-1 1 0,6 18 0,-4 17 0,-1 0 0,-9 66 0,1-30 0,3 0 0,-10 461 0,16-513 0,0 0 0,1-1 0,1 1 0,10 26 0,-11-37 0,1 1 0,0-2 0,0 1 0,1 0 0,0-1 0,0 0 0,1 0 0,0-1 0,1 1 0,13 11 0,-17-17 0,0 0 0,1 0 0,-1 0 0,0 0 0,1-1 0,-1 1 0,1-1 0,-1 0 0,1 0 0,0 0 0,-1-1 0,1 1 0,0-1 0,-1 0 0,1 0 0,0 0 0,0 0 0,-1-1 0,1 0 0,0 1 0,-1-1 0,1-1 0,-1 1 0,1 0 0,-1-1 0,0 0 0,1 0 0,-1 0 0,4-3 0,4-4 0,-1 1 0,-1-1 0,1-1 0,-2 0 0,1 0 0,-1-1 0,9-16 0,-1-3 0,-1-1 0,17-51 0,12-69 0,-36 122 0,124-517 0,-127 529-170,-2 0-1,0-1 0,-1 0 1,-1 1-1,0-1 0,-2 0 1,-2-23-1,1 34-6655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7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24575,'28'3'0,"128"22"0,-153-25 0,0 1 0,0 0 0,0 0 0,0 0 0,0 0 0,0 1 0,0-1 0,0 1 0,0-1 0,0 1 0,-1 0 0,1 0 0,-1 1 0,1-1 0,-1 0 0,0 1 0,0 0 0,0-1 0,-1 1 0,1 0 0,0 0 0,-1 0 0,0 0 0,0 0 0,0 0 0,0 0 0,0 0 0,0 0 0,-1 1 0,0-1 0,0 0 0,0 1 0,0-1 0,0 0 0,0 0 0,-1 1 0,0-1 0,-1 5 0,-5 6 0,-1 0 0,-1 0 0,0-1 0,-1 0 0,0-1 0,0 0 0,-19 15 0,29-26 0,0-1 0,0 1 0,0 0 0,-1-1 0,1 1 0,0-1 0,0 1 0,0 0 0,0-1 0,0 1 0,0 0 0,1-1 0,-1 1 0,0-1 0,0 1 0,0 0 0,0-1 0,1 1 0,-1-1 0,0 1 0,1-1 0,-1 1 0,0-1 0,1 1 0,-1-1 0,1 1 0,-1-1 0,1 0 0,-1 1 0,1-1 0,-1 1 0,1-1 0,-1 0 0,1 0 0,0 1 0,21 12 0,-12-9 12,-1-1 0,1 0 0,0-1 0,0 0 0,0-1 0,0 0 0,0-1 0,0 0 0,18-2 0,-14 1-224,-1-2 0,1 0 0,-1-1-1,0 0 1,1 0 0,17-11 0,-13 5-6614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8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24575,'30'15'0,"16"-4"0,-31-9 0,0 2 0,1 0 0,-2 0 0,1 2 0,26 13 0,-39-18 0,0 0 0,-1 1 0,1-1 0,0 1 0,-1-1 0,0 1 0,1-1 0,-1 1 0,0 0 0,0 0 0,0 0 0,0 0 0,0 0 0,-1 0 0,1 0 0,0 0 0,-1 0 0,0 0 0,1 0 0,-1 0 0,0 0 0,0 1 0,0-1 0,0 0 0,-1 0 0,1 0 0,0 0 0,-2 3 0,-1 7 0,-1-1 0,-1 0 0,-10 19 0,12-24 0,-2 3 0,0 0 0,0 0 0,-1-1 0,0 0 0,-1 0 0,0 0 0,-11 9 0,9-10 0,-29 26 0,35-30 0,1-1 0,-1 1 0,1 0 0,-1 0 0,1 1 0,0-1 0,0 0 0,0 1 0,-1 6 0,2-9 0,1 0 0,0 0 0,1 0 0,-1 0 0,0 0 0,0 0 0,0 0 0,1 0 0,-1 0 0,0 0 0,1 0 0,-1 0 0,1 0 0,-1 0 0,1 0 0,0 0 0,-1 0 0,1 0 0,0 0 0,0-1 0,-1 1 0,1 0 0,0 0 0,0-1 0,0 1 0,0-1 0,0 1 0,0-1 0,0 1 0,0-1 0,0 0 0,0 1 0,0-1 0,0 0 0,2 0 0,42 8 0,-41-8 0,16 1 0,0-1 0,-1-1 0,1 0 0,27-7 0,76-23 0,-117 30 0,11-4-341,-1-1 0,0 0-1,30-17 1,-33 14-6485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8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24575,'9'23'0,"12"43"0,-4 1 0,14 93 0,-20-59 0,-4 162 0,-6-134 0,-3-39 0,-21 150 0,22-236 10,0 0 0,1 0 0,-1-1 0,0 1 0,-1 0 0,1-1 0,-1 1 0,0 0 0,0-1 0,0 0 0,-3 5 0,4-7-81,-1 1 1,0-1-1,1 1 0,-1-1 0,0 0 1,0 0-1,0 0 0,0 0 1,0 0-1,0 0 0,0 0 0,0-1 1,0 1-1,0-1 0,0 1 1,0-1-1,-1 0 0,1 0 0,0 0 1,-4-1-1,-8-1-6755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9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24575,'5'0'0,"0"0"0,0 1 0,0-1 0,0 1 0,0 1 0,0-1 0,5 3 0,3 0 0,8 2 0,4 0 0,0 1 0,-1 1 0,0 1 0,0 1 0,33 20 0,-51-25 0,0 1 0,-1 0 0,1 0 0,-1 1 0,-1-1 0,1 1 0,-1 0 0,-1 0 0,1 1 0,-1-1 0,0 1 0,-1-1 0,0 1 0,0 0 0,0 0 0,-1 0 0,-1 0 0,1 0 0,-2 11 0,0-9 0,-2 0 0,1 0 0,-1 0 0,-1 0 0,0-1 0,0 1 0,-1-1 0,0 0 0,-1 0 0,0-1 0,0 1 0,0-1 0,-1-1 0,-13 11 0,5-5 0,-1 0 0,-1-1 0,0-1 0,0-1 0,-1 0 0,-30 10 0,33-11 0,15-8 0,0-1 0,0 0 0,1 0 0,-1 1 0,0-1 0,0 0 0,0 0 0,0 0 0,0 1 0,0-1 0,0 0 0,0 0 0,1 1 0,-1-1 0,0 0 0,0 0 0,0 0 0,1 0 0,-1 1 0,0-1 0,0 0 0,0 0 0,1 0 0,-1 0 0,0 0 0,0 0 0,1 1 0,-1-1 0,0 0 0,0 0 0,0 0 0,1 0 0,-1 0 0,1 0 0,32 2 0,11-7 0,72-18 0,-39 6 0,16 4-1365,-79 12-5461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4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1 393 24575,'0'0'0,"0"0"0,0 0 0,0 0 0,0 0 0,0 0 0,0 0 0,0 0 0,0 0 0,18-13 0,-14 11 0,0 0 0,0-1 0,0 1 0,1 0 0,-1 1 0,0-1 0,1 1 0,-1 0 0,8-1 0,-1 1 0,1 1 0,-1 1 0,12 2 0,102 6 0,196-10 0,-209-3 0,292-13 0,-196 7 0,173-2 0,289-31 0,-498 24 0,264 6 0,197 9 0,-50-1 0,-311 19 0,-4 0 0,468-11 0,-407-4 0,439-11 0,-145 0 0,-247-11 0,87 1 0,-256 28 0,609 11 0,-329-6 0,-287-5 0,253 14 0,296 2 0,189 3 0,-482-16 0,-404-9 0,-15 7 0,-36-7 0,0-1 0,-1 1 0,1 0 0,0-1 0,-1 1 0,1-1 0,-1 1 0,1-1 0,-1 1 0,1-1 0,-1 1 0,1-1 0,-1 1 0,1-1 0,-1 0 0,0 1 0,1-1 0,-1 1 0,0-1 0,0 0 0,1 0 0,-1 1 0,0-2 0,6-19 0,-5 20 0,3-20 0,-1 0 0,-1-1 0,-1 1 0,-2-31 0,1 34 0,0 11 0,-1 0 0,0 0 0,0 0 0,-1 0 0,0 0 0,0 1 0,-1-1 0,1 1 0,-1-1 0,-1 1 0,1 0 0,-1 0 0,0 1 0,-1-1 0,1 1 0,-1 0 0,0 0 0,0 0 0,-1 1 0,1-1 0,-12-5 0,12 9 0,0 0 0,0 1 0,0-1 0,1 1 0,-1 0 0,0 1 0,0-1 0,0 1 0,0 0 0,0 0 0,-6 3 0,-2-1 0,17-4 0,-1 1 0,0 1 0,0-1 0,0 0 0,0 1 0,0-1 0,0 1 0,0 0 0,0 0 0,-1 0 0,1 1 0,0-1 0,3 3 0,43 30 0,-33-23 0,24 15 0,2-2 0,72 30 0,-22-12 0,-76-33 0,0 0 0,17 13 0,-27-18 0,0 0 0,-1 1 0,0 0 0,0 0 0,0 0 0,-1 1 0,0-1 0,7 13 0,-10-16 0,0 0 0,-1 0 0,1 0 0,-1 0 0,0 0 0,1 0 0,-1 0 0,0 0 0,0 1 0,0-1 0,-1 0 0,1 0 0,0 0 0,-1 0 0,1 0 0,-1 0 0,0 0 0,0 0 0,0 0 0,0 0 0,0 0 0,0-1 0,0 1 0,-1 0 0,-1 1 0,-5 5 0,0 0 0,0 0 0,-15 9 0,19-14 0,-80 54-227,-2-3-1,-2-4 1,-3-5-1,-1-3 1,-171 52-1,229-84-6598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5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17 108 24575,'-3'22'0,"-2"14"0,2 73 0,2-40 0,0-40 0,-2 51 0,3 0 0,11 84 0,-10-154 0,1 0 0,0 0 0,1 0 0,0-1 0,1 1 0,5 10 0,-9-19 0,1 1 0,0 0 0,0-1 0,0 1 0,0-1 0,0 1 0,0-1 0,1 1 0,-1-1 0,0 0 0,1 0 0,-1 1 0,1-1 0,-1 0 0,1 0 0,-1-1 0,1 1 0,0 0 0,-1-1 0,1 1 0,0 0 0,0-1 0,0 0 0,0 1 0,-1-1 0,1 0 0,0 0 0,0 0 0,0 0 0,0-1 0,-1 1 0,1 0 0,0-1 0,0 1 0,-1-1 0,1 0 0,0 0 0,0 1 0,-1-1 0,2-1 0,1-1 0,0 0 0,0-1 0,0 1 0,0-1 0,-1 1 0,0-1 0,0 0 0,0 0 0,0-1 0,-1 1 0,1 0 0,1-7 0,4-9 0,8-33 0,-11 34 0,53-237 0,-2 7 0,-55 244 0,6-22 0,-2 20 0,0 15 0,-1 12 0,-1 1 0,-1 0 0,-1 0 0,-1 0 0,-3 22 0,2-1 0,0 43 0,4 0 0,3 0 0,30 139 0,-34-214 0,0 0 0,1 0 0,1-1 0,-1 1 0,1-1 0,1 1 0,0-1 0,0-1 0,1 1 0,9 10 0,-14-18 0,0 0 0,0 0 0,0 0 0,0-1 0,0 1 0,0 0 0,0-1 0,0 1 0,0-1 0,1 0 0,-1 1 0,0-1 0,0 0 0,0 1 0,1-1 0,-1 0 0,0 0 0,0 0 0,1 0 0,-1 0 0,0-1 0,0 1 0,2-1 0,0 0 0,-1 0 0,1 0 0,-1-1 0,0 1 0,1-1 0,-1 0 0,0 0 0,0 0 0,0 0 0,2-2 0,4-7 0,0 0 0,-1-1 0,7-16 0,-2 2 0,-2-1 0,13-52 0,5-59 0,-20 90 0,10-47 0,3-10 0,9-139 0,-29 196 0,-1 42 0,-1 31 0,1-14-1365,0-2-5461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6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 24575,'0'0'0,"0"0"0,0 0 0,0 0 0,31 2 0,56 10 0,-43-5 0,-40-7 0,-1 1 0,0 0 0,1-1 0,-1 1 0,0 0 0,0 0 0,0 1 0,0-1 0,0 1 0,0 0 0,0-1 0,0 1 0,-1 0 0,1 1 0,-1-1 0,1 0 0,-1 1 0,0-1 0,0 1 0,0 0 0,0 0 0,-1 0 0,3 5 0,-3-3 0,0-1 0,0 0 0,0 1 0,-1-1 0,1 1 0,-1-1 0,0 1 0,-1-1 0,1 1 0,-1-1 0,0 1 0,0-1 0,0 0 0,-1 1 0,1-1 0,-1 0 0,-4 6 0,-3 5 0,-2 0 0,0 0 0,-1-1 0,0-1 0,-1 0 0,0 0 0,-24 15 0,-1-1 0,-75 37 0,181-70 0,258-25 0,-323 31-80,0-1 0,-1 1-1,1 0 1,0 0 0,0-1-1,-1 0 1,1 1 0,0-1-1,-1 0 1,1-1 0,-1 1 0,0 0-1,1-1 1,-1 1 0,0-1-1,4-2 1,0-4-6746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6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24575,'13'11'0,"1"-1"0,1 0 0,0 0 0,0-2 0,29 13 0,-24-12 0,-1 0 0,0 2 0,22 16 0,-37-24 0,-1 0 0,1 0 0,-1 1 0,0-1 0,0 1 0,-1 0 0,1 0 0,-1 0 0,0 0 0,0 0 0,0 1 0,0-1 0,-1 0 0,0 1 0,0 0 0,0-1 0,0 1 0,-1-1 0,0 1 0,0 0 0,0 0 0,-1-1 0,1 1 0,-1 0 0,0-1 0,0 1 0,-2 4 0,-2 3 0,1 0 0,-2-1 0,1 1 0,-2-1 0,1 0 0,-2 0 0,1-1 0,-19 19 0,-2-4 0,-2-2 0,-1-1 0,0-1 0,-44 21 0,38-17 0,37-25 0,0 1 0,1 0 0,-1-1 0,0 1 0,1-1 0,-1 1 0,0-1 0,1 1 0,-1-1 0,1 1 0,-1-1 0,1 1 0,0-1 0,-1 1 0,1-1 0,-1 0 0,1 1 0,0-1 0,-1 0 0,1 0 0,-1 1 0,1-1 0,0 0 0,-1 0 0,1 0 0,1 0 0,26 9 0,-2-5 0,1-1 0,-1-1 0,1-1 0,33-4 0,108-18 0,-125 13-1365,-37 7-5461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8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423 7185 24575,'-6'19'0,"5"-9"0,4-13 0,-2-1 0,1-1 0,-1 1 0,1 0 0,-1-1 0,0 1 0,-1-1 0,1 1 0,-1-1 0,0 1 0,0-1 0,-1 1 0,1-1 0,-1 1 0,-2-7 0,3 6 0,-11-91 0,4-1 0,7-119 0,2 89 0,-9-1067 0,-21 545 0,-13 267 0,5 76 0,-5-481 0,6 275 0,2 38 0,31 417 0,-25-352 0,-6 0 0,32 328 0,-41-879 0,41 850 0,2 83 0,-1 0 0,-1 0 0,-9-52 0,9 52 0,1 23 0,0 0 0,0 0 0,0 0 0,0 0 0,-1 0 0,0 0 0,0 0 0,-2-5 0,-5-5 0,9 26 0,0-7 0,0 0 0,0-1 0,-1 1 0,1 0 0,-1 6 0,-3-2 0,0 0 0,0-1 0,-1 1 0,-4 7 0,-10 26 0,-3 33 0,24-81 0,-1 0 0,1 0 0,1 0 0,-1 1 0,6-7 0,7-13 0,0-6 0,-5 9 0,26-40 0,-33 57 0,0 0 0,0 0 0,0 0 0,1 0 0,0 1 0,0 0 0,0 0 0,0 0 0,0 1 0,1 0 0,0 0 0,8-3 0,-11 5 0,1 0 0,-1 1 0,1-1 0,0 1 0,-1 0 0,1 0 0,-1 0 0,1 1 0,-1-1 0,1 1 0,-1 0 0,0 0 0,1 0 0,-1 0 0,0 1 0,0-1 0,1 1 0,-1 0 0,-1 0 0,1 0 0,0 0 0,0 1 0,-1-1 0,1 1 0,-1-1 0,4 7 0,4 4 0,-1 1 0,0 0 0,-1 1 0,8 21 0,6 21-455,-2 0 0,21 109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9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0 24575,'0'0'0,"-3"10"0,-29 117 0,5 1 0,6 1 0,-9 223 0,-19 228 0,44-547-682,-1 65-1,6-92-6143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9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73 24575,'-2'2'0,"-1"0"0,1 1 0,1-1 0,-1 1 0,0 0 0,1 0 0,-1 0 0,0 3 0,-1 3 0,2-1 0,-1 0 0,1 0 0,1 1 0,0-1 0,0 1 0,0-1 0,1 0 0,0 1 0,1-1 0,0 0 0,0 0 0,1 0 0,-1 0 0,2 0 0,6 11 0,-7-13 0,0-1 0,1 0 0,0 0 0,0 0 0,0 0 0,0-1 0,1 1 0,-1-1 0,1 0 0,0-1 0,1 1 0,-1-1 0,1 0 0,-1 0 0,1-1 0,0 1 0,0-1 0,0-1 0,0 1 0,0-1 0,0 0 0,9 0 0,-11-1 0,-1 0 0,1-1 0,0 1 0,-1-1 0,1 0 0,-1 0 0,1 0 0,-1 0 0,0-1 0,1 1 0,-1-1 0,0 0 0,0 0 0,0 0 0,3-3 0,-2 1 0,0 0 0,-1-1 0,1 1 0,-1-1 0,0 0 0,0 0 0,-1 0 0,5-10 0,-3-1 0,0 1 0,-1-2 0,0 1 0,-1 0 0,-1-29 0,-1 37 0,0 0 0,-1 1 0,0-1 0,0 0 0,-1 1 0,0-1 0,0 1 0,-1 0 0,-6-13 0,8 17 0,-1 0 0,0 1 0,0-1 0,-1 0 0,1 1 0,-1-1 0,1 1 0,-1 0 0,0-1 0,0 1 0,0 1 0,0-1 0,0 0 0,0 1 0,0-1 0,-1 1 0,1 0 0,0 0 0,-1 1 0,1-1 0,-1 1 0,-6-1 0,7 1 0,-1 1 0,1-1 0,-1 1 0,1 0 0,-1 0 0,1 0 0,-1 0 0,1 1 0,0-1 0,0 1 0,0 0 0,0 0 0,0 0 0,0 0 0,0 0 0,1 1 0,-1-1 0,1 1 0,0 0 0,-1 0 0,1 0 0,1 0 0,-1 0 0,-2 4 0,1 0 0,1-1 0,-1 0 0,1 1 0,0 0 0,1 0 0,0 0 0,0-1 0,0 1 0,1 0 0,0 0 0,1 12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10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0 24575,'-11'1'0,"-1"0"0,1 1 0,0 0 0,-1 1 0,1 0 0,0 1 0,1 0 0,-19 10 0,3 0 0,0 2 0,-26 22 0,44-32 0,1 1 0,-1 0 0,1 1 0,1-1 0,-1 1 0,1 1 0,1-1 0,0 1 0,-6 12 0,9-17 0,1-1 0,-1 0 0,1 1 0,0-1 0,0 1 0,1-1 0,-1 1 0,1-1 0,-1 1 0,1-1 0,0 1 0,1 0 0,-1-1 0,1 1 0,-1-1 0,1 1 0,0-1 0,0 1 0,1-1 0,-1 0 0,1 1 0,-1-1 0,1 0 0,0 0 0,0 0 0,1-1 0,-1 1 0,0 0 0,4 2 0,0 0 0,1 0 0,0-1 0,0 0 0,0 0 0,0 0 0,0-1 0,1 0 0,11 2 0,2-1 0,39 3 0,-36-5 0,33 6 0,-50-6 0,0-1 0,-1 1 0,0 1 0,1-1 0,-1 1 0,6 4 0,-10-6 0,-1-1 0,1 1 0,-1 0 0,0 0 0,0 1 0,1-1 0,-1 0 0,0 0 0,0 0 0,0 1 0,0-1 0,0 1 0,-1-1 0,1 1 0,0-1 0,-1 1 0,1-1 0,-1 1 0,1 0 0,-1-1 0,0 1 0,0-1 0,0 1 0,0 0 0,0-1 0,0 1 0,0 0 0,0-1 0,-1 1 0,1 0 0,-1 1 0,-3 5 0,1-1 0,-1 0 0,0-1 0,-1 1 0,0-1 0,0 0 0,0 0 0,-1 0 0,-7 6 0,-10 6 0,-28 18 0,28-20-227,-1-1-1,-1-1 1,-1-1-1,0-2 1,-42 14-1,60-23-6598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10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1 24575,'0'0'0,"0"0"0,0 0 0,0 0 0,-1 2 0,0 0 0,0 0 0,0 0 0,0 0 0,0 0 0,0 0 0,0 0 0,-1 0 0,1 0 0,-3 2 0,0 0 0,-42 47 0,-2-3 0,-65 51 0,109-97 0,1 1 0,-1 1 0,1-1 0,0 0 0,0 1 0,0 0 0,0 0 0,1 0 0,0 0 0,-1 0 0,1 0 0,-2 7 0,4-9 0,0 1 0,0-1 0,0 0 0,0 1 0,0-1 0,0 0 0,0 1 0,1-1 0,-1 0 0,1 0 0,0 1 0,-1-1 0,1 0 0,0 0 0,0 0 0,1 0 0,-1 0 0,0 0 0,1 0 0,-1 0 0,1-1 0,-1 1 0,1 0 0,0-1 0,0 0 0,3 2 0,3 3 0,0-1 0,1 0 0,0-1 0,0 0 0,0 0 0,0-1 0,18 4 0,6-1 0,34 0 0,-35-3 0,38 7 0,-66-9 0,7 1 0,-1 1 0,1 0 0,-1 0 0,19 10 0,-28-12 0,1-1 0,0 1 0,-1 0 0,1 0 0,-1 0 0,0 0 0,1 1 0,-1-1 0,0 0 0,1 1 0,-1-1 0,0 1 0,0-1 0,0 1 0,-1-1 0,1 1 0,0-1 0,0 1 0,-1 0 0,1 0 0,-1-1 0,0 1 0,1 0 0,-1 0 0,0 0 0,0-1 0,0 1 0,0 0 0,0 0 0,-1 0 0,1-1 0,0 1 0,-1 0 0,0 0 0,1-1 0,-1 1 0,-1 2 0,-3 4 0,-1 1 0,1-1 0,-1-1 0,-1 1 0,1-1 0,-1 0 0,-1-1 0,1 1 0,-1-1 0,0-1 0,-1 0 0,1 0 0,-1 0 0,-12 4 0,-2-1 0,0-1 0,-1 0 0,0-2 0,-39 4 0,44-7-1365,5-1-5461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17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1 814 24575,'0'0'0,"0"0"0,0 0 0,0 0 0,0 0 0,0 0 0,0 0 0,0 0 0,0 0 0,0 0 0,0 0 0,0 3 0,2 23 0,2 0 0,1 1 0,1-2 0,17 48 0,-5-26 0,5 10 0,48 89 0,22 3 0,-12-10 0,61 114 0,40 61 0,-112-197 0,205 329 0,-96-185 0,46 46 0,197 211 0,-185-267 0,-93-112 0,-26-26 0,146 169 0,-233-248 0,1-2 0,1-1 0,43 30 0,118 71 0,-169-115 0,-21-15 0,152 94 0,-121-76 0,2-3 0,56 20 0,77 23 0,47 15 0,27-22 0,-49-13 0,-135-27 0,0-2 0,63 3 0,126-4 0,-125-7 0,-25 0 0,0-5 0,0-4 0,142-26 0,-80-11 0,-56 13 0,202-66 0,-119 34 0,399-166 0,-491 187 0,1-6 0,144-94 0,-57 31 0,-81 46 0,117-93 0,-152 106 0,0 1 0,300-239 0,-319 246 0,26-22 0,110-122 0,-24 13 0,29-37 0,105-167 0,-95 85 0,-108 144 0,85-186 0,-40 55 0,10-25 0,4-10 0,71-176 0,-89 133 0,-123 329-195,-1-1 0,-1 0 0,-2 0 0,0-1 0,-3 0 0,1-48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06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931 928 24575,'3'0'0,"0"-1"0,0 0 0,0 1 0,0-1 0,0 0 0,0-1 0,3-1 0,-3 2 0,14-8 0,-1 0 0,0-1 0,-1-1 0,27-23 0,49-58 0,-84 84 0,-1-1 0,-1 1 0,0-1 0,0 0 0,0 0 0,-1-1 0,0 1 0,-1-1 0,0 0 0,-1 0 0,0 0 0,0 0 0,-1-1 0,-1-14 0,0 2 0,-1 1 0,-2 0 0,0 0 0,-1 0 0,-12-35 0,7 32 0,-2 1 0,-1 0 0,-1 0 0,0 1 0,-19-22 0,3 8 0,-1 1 0,-38-34 0,54 58 0,-1 0 0,1 1 0,-2 1 0,0 0 0,0 1 0,0 1 0,-1 0 0,-24-7 0,17 8 0,0 2 0,-1 0 0,1 1 0,-1 2 0,-43 1 0,31 3 0,-1 2 0,1 2 0,0 2 0,0 1 0,1 1 0,0 2 0,1 2 0,-42 23 0,54-25 0,1 2 0,0 0 0,0 2 0,-28 27 0,41-34 0,0 1 0,0 0 0,1 0 0,0 1 0,1 0 0,0 0 0,0 1 0,2 0 0,-1 0 0,2 1 0,-4 13 0,1 8 0,2 1 0,2-1 0,2 65 0,5-37 0,14 79 0,-10-101 0,1 0 0,18 48 0,-22-76 0,0 1 0,0-1 0,1 0 0,1-1 0,0 0 0,1 0 0,0 0 0,0-1 0,1 0 0,18 15 0,-17-19 0,0 0 0,1 0 0,0-1 0,-1-1 0,1 0 0,1 0 0,-1-1 0,1-1 0,-1 0 0,21 1 0,11-2 0,63-5 0,-103 3 0,45-4-273,-1-2 0,-1-3 0,1-1 0,61-25 0,-81 26-6553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0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754 921 24575,'22'-9'0,"-15"5"0,0 0 0,0-1 0,0 0 0,0 0 0,-1 0 0,0-1 0,0 0 0,-1 0 0,1 0 0,-1-1 0,0 0 0,-1 0 0,4-8 0,6-13 0,20-58 0,-23 53 0,-1-1 0,-2 0 0,-1 0 0,-2 0 0,2-59 0,-7 68 0,-2 0 0,0 0 0,-2 0 0,-1 0 0,0 0 0,-2 1 0,-1 0 0,-18-37 0,19 46 0,-1 1 0,0 0 0,-1 1 0,0 0 0,-1 0 0,-17-16 0,19 22 0,-1 0 0,1 1 0,-1 0 0,0 1 0,0 0 0,-1 0 0,0 0 0,0 2 0,0-1 0,0 1 0,-12-2 0,-13-1 0,-1 1 0,0 1 0,0 3 0,0 1 0,-1 1 0,-45 8 0,63-6 0,1 1 0,-1 1 0,1 1 0,0 0 0,1 2 0,0 0 0,0 0 0,1 2 0,0 0 0,0 1 0,1 0 0,1 1 0,-25 27 0,24-19 0,1 1 0,0 0 0,2 1 0,0 0 0,2 1 0,1 0 0,0 1 0,2 0 0,0 0 0,-3 30 0,0 26 0,-1 141 0,16 1 0,-2-190 0,1 1 0,1-1 0,2 0 0,19 51 0,-23-74 0,1-1 0,0 1 0,1-1 0,0 0 0,0-1 0,1 1 0,0-1 0,0 0 0,0 0 0,14 10 0,-14-13 0,1 0 0,-1 0 0,0-1 0,1 0 0,0 0 0,0 0 0,0-1 0,0 0 0,0 0 0,0-1 0,0 0 0,1 0 0,-1-1 0,11-1 0,3-1 0,0-1 0,-1-1 0,1-1 0,-1 0 0,0-2 0,-1-1 0,0 0 0,0-1 0,25-17 0,-6 0 0,-2-2 0,-2-1 0,42-44 0,-41 36-1365,-26 28-5461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7:0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1094 1292 24575,'7'-1'0,"-1"0"0,1 0 0,-1 0 0,1-1 0,-1 0 0,0 0 0,1 0 0,-1-1 0,0 0 0,8-6 0,0 0 0,-1-1 0,25-23 0,-26 19 0,0 0 0,-1-1 0,0 0 0,-2 0 0,1-2 0,-2 1 0,0-1 0,-1 0 0,-1 0 0,-1-1 0,0 0 0,3-22 0,-2-3 0,-3 1 0,-1-1 0,-1 1 0,-7-51 0,-3 20 0,-20-80 0,25 140 0,-1 0 0,0 0 0,-1 0 0,0 0 0,-1 1 0,0 0 0,-1 1 0,-1 0 0,0 0 0,0 0 0,-13-10 0,-15-11 0,-76-50 0,47 36 0,-2 4 0,-131-60 0,176 94 0,0 1 0,-1 2 0,1 0 0,-1 2 0,0 0 0,0 2 0,0 0 0,0 2 0,0 1 0,0 0 0,-27 8 0,37-6 0,0 1 0,1 0 0,0 1 0,0 0 0,0 1 0,1 1 0,-1 0 0,2 0 0,-20 20 0,2 0 0,2 2 0,-30 41 0,36-41 0,1 1 0,2 1 0,1 1 0,1 0 0,2 1 0,1 1 0,2 0 0,1 0 0,2 1 0,1 0 0,2 1 0,0 47 0,7 170 0,2-202 0,3 1 0,23 95 0,-24-130 0,0 1 0,1-1 0,1 0 0,1 0 0,0-1 0,2-1 0,-1 1 0,2-2 0,19 21 0,-22-26 0,2-1 0,-1 0 0,1-1 0,1 0 0,0 0 0,0-2 0,0 1 0,1-1 0,-1-1 0,2-1 0,-1 0 0,0 0 0,1-1 0,15 1 0,-15-3 0,-1 0 0,1-1 0,-1-1 0,0 0 0,0-1 0,1-1 0,-1 0 0,0 0 0,-1-1 0,17-8 0,-11 3 0,-1-1 0,-1 0 0,1-1 0,-2-1 0,1-1 0,16-18 0,3-9 0,-2-1 0,-1-2 0,-3-2 0,30-58 0,9-31-1365,-48 90-5461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1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24575,'0'0'0,"-2"10"0,-20 152 0,-15 83 0,29-186 0,-2 108 0,6-116-25,2-36-198,1 0-1,0 1 1,1-1 0,1 0-1,3 20 1,-2-29-6603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 24575,'0'0'0,"-4"20"0,1-3 0,-5 26 0,-2 62 0,9-92 0,2 0 0,-1 0 0,2 0 0,-1 0 0,2-1 0,0 1 0,0 0 0,1-1 0,8 16 0,-10-24 0,0-1 0,0 1 0,0-1 0,1 0 0,-1 0 0,1 0 0,0 0 0,0 0 0,0 0 0,0-1 0,0 0 0,1 1 0,-1-1 0,1 0 0,-1-1 0,1 1 0,0-1 0,0 0 0,0 1 0,0-2 0,0 1 0,0 0 0,0-1 0,0 0 0,0 0 0,0 0 0,0 0 0,0-1 0,8-1 0,-3 0 0,-1-1 0,1 0 0,-1 0 0,0 0 0,0-1 0,0-1 0,0 1 0,0-1 0,-1 0 0,0-1 0,0 0 0,9-10 0,-4-1 0,0-1 0,-1 0 0,-1 0 0,0-1 0,-2 0 0,0-1 0,-1 0 0,-1 0 0,-1-1 0,-1 1 0,-1-1 0,1-38 0,-4 57 0,0 0 0,0 0 0,0 0 0,0 1 0,0-1 0,0 0 0,-1 0 0,1 0 0,-1 1 0,0-1 0,1 0 0,-1 0 0,0 1 0,0-1 0,0 1 0,0-1 0,0 1 0,0-1 0,0 1 0,-1-1 0,1 1 0,-2-1 0,0 0 0,0 1 0,0 0 0,1 0 0,-1 0 0,0 0 0,0 0 0,0 1 0,0-1 0,-1 1 0,1 0 0,0 0 0,-4 0 0,-5 1 0,-1 1 0,1 1 0,0 0 0,-1 1 0,-15 7 0,13-5-227,0 2-1,0 0 1,1 1-1,0 0 1,-21 20-1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2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24575,'-3'1'0,"0"0"0,0 0 0,0 0 0,0 1 0,0-1 0,0 1 0,0-1 0,-4 5 0,-2 0 0,-5 2 0,1 1 0,1 0 0,-1 1 0,1 1 0,1 0 0,0 0 0,1 1 0,0 1 0,-9 14 0,17-25 0,1 1 0,0 0 0,0-1 0,0 1 0,0 0 0,0-1 0,0 1 0,1 0 0,-1 0 0,1 0 0,0 0 0,0-1 0,0 1 0,0 0 0,0 0 0,2 5 0,-1-3 0,1-1 0,0 1 0,0-1 0,0 0 0,1 0 0,-1 0 0,1 0 0,0 0 0,5 5 0,1-1 0,0 0 0,0-1 0,1 0 0,0 0 0,0-1 0,0 0 0,19 6 0,28 4 0,-42-13 0,0 1 0,-1 1 0,0 0 0,21 9 0,-34-13 0,0 0 0,1-1 0,-1 1 0,1 0 0,-1 0 0,0 0 0,0 0 0,1 0 0,-1 0 0,0 0 0,0 0 0,0 1 0,0-1 0,0 0 0,-1 1 0,1-1 0,0 1 0,-1-1 0,1 0 0,-1 1 0,1 0 0,-1-1 0,0 1 0,1-1 0,-1 1 0,0-1 0,0 1 0,0 0 0,0-1 0,0 1 0,-1-1 0,0 4 0,0-2 0,-1 1 0,0-1 0,0 0 0,0 0 0,-1 0 0,1 0 0,-1 0 0,1 0 0,-1-1 0,0 0 0,0 1 0,0-1 0,-6 3 0,1-1 15,1-1 0,0 0 0,-1 0 0,1-1 0,-1 0 0,0 0 0,-13 1 0,17-3-114,-1 1 0,1-1 0,-1-1 0,1 1 0,-1 0 0,1-1 0,-1 0 0,1 0 0,-1 0 0,1-1 0,0 0 0,0 1 0,0-1 0,-7-5 0,4 1-6727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03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 24575,'0'0'0,"0"0"0,0 0 0,24 0 0,-24-1 0,1 1 0,-1 0 0,0 0 0,1 0 0,-1 0 0,0 0 0,1 0 0,-1 0 0,1 0 0,-1 0 0,1 0 0,-1 0 0,0 0 0,1 0 0,-1 0 0,1 0 0,-1 0 0,0 0 0,1 0 0,-1 0 0,0 1 0,1-1 0,-1 0 0,1 0 0,-1 0 0,0 1 0,1-1 0,-1 0 0,0 0 0,0 1 0,1-1 0,-1 0 0,0 1 0,0-1 0,1 0 0,-1 1 0,0-1 0,0 1 0,-10 12 0,2-4 0,-38 41 0,32-36 0,1 0 0,0 1 0,1 0 0,-13 22 0,23-34 0,1 0 0,-1 0 0,1 0 0,-1 0 0,1 1 0,0-1 0,1 0 0,-1 1 0,1-1 0,-1 1 0,1-1 0,0 1 0,0-1 0,1 1 0,-1-1 0,1 1 0,1 6 0,0-6 0,0 1 0,1 0 0,0-1 0,-1 0 0,1 1 0,1-1 0,-1 0 0,1-1 0,-1 1 0,9 5 0,5 3 0,0-2 0,1 0 0,1-1 0,37 13 0,-20-10 0,-18-7 0,-1 1 0,1 1 0,-1 0 0,27 17 0,-57-6 0,10-14 0,-1-1 0,0 1 0,0-1 0,0 0 0,0 0 0,0 0 0,-1 0 0,1-1 0,-10 4 0,-49 15 0,35-13 0,-9 4-1365,5-2-5461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9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24575,'7'-7'0,"9"-4"0,0 0 0,0 1 0,1 1 0,0 1 0,1 0 0,18-5 0,116-26 0,-87 25 0,-55 12-91,-1 1 0,1 1 0,0-1 0,0 2 0,0-1 0,0 1 0,-1 1 0,1 0 0,0 0 0,-1 1 0,0 0 0,1 1 0,-1 0 0,14 8 0,-11-5-6735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49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24575,'23'0'0,"25"-3"0,0-1 0,0-2 0,81-23 0,-96 24-1365,-23 4-5461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1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24575,'-4'0'0,"0"1"0,0 0 0,0 0 0,0 0 0,0 0 0,0 0 0,1 1 0,-1 0 0,1 0 0,-1 0 0,1 0 0,-1 0 0,1 1 0,0 0 0,0-1 0,1 1 0,-1 0 0,-4 6 0,0 2 0,0 0 0,0 0 0,1 0 0,-8 20 0,-2 17 0,2 1 0,2 0 0,3 1 0,-5 57 0,2 207 0,11-271 0,3 242 0,2-224 0,2-1 0,23 98 0,-27-148-72,0 0 1,1 0-1,1 0 0,0-1 0,0 1 0,0-1 0,2 0 0,-1 0 1,1-1-1,0 1 0,0-1 0,1-1 0,1 1 0,-1-1 0,1 0 1,0-1-1,0 0 0,13 7 0,-12-8-6754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24575,'-10'27'0,"-47"218"0,21 7 0,10-61 0,17-135 0,2 0 0,2 63 0,5-113-195,1-1 0,0 1 0,0 0 0,0-1 0,1 1 0,2 5 0,2 3-6631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2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24575,'0'14'0,"-11"148"0,5-103 0,2 75 0,5-125 0,0 1 0,0-1 0,1 0 0,0 1 0,1-1 0,0 0 0,0 0 0,7 12 0,-9-19 0,1 1 0,-1-1 0,1 1 0,-1-1 0,1 0 0,0 0 0,0 0 0,0 0 0,0 0 0,0 0 0,0 0 0,1-1 0,-1 1 0,1-1 0,-1 1 0,1-1 0,-1 0 0,1 0 0,0 0 0,-1-1 0,1 1 0,0-1 0,0 1 0,0-1 0,-1 0 0,1 0 0,0 0 0,0-1 0,0 1 0,-1-1 0,1 1 0,3-2 0,5-2 0,-1-1 0,0 0 0,-1-1 0,0 0 0,1-1 0,-2 1 0,1-2 0,-1 1 0,0-1 0,-1 0 0,0-1 0,0 0 0,6-12 0,2-3 0,-2 0 0,-1-1 0,-1 0 0,9-31 0,-16 45 0,-1 0 0,-1 1 0,1-2 0,-2 1 0,0 0 0,0 0 0,-1-14 0,0 22 0,-1 0 0,1 0 0,-1-1 0,0 1 0,0 0 0,0 0 0,0 0 0,0 0 0,-1 0 0,1 1 0,-1-1 0,0 0 0,0 1 0,0-1 0,0 1 0,0 0 0,0-1 0,-1 1 0,1 0 0,-1 1 0,0-1 0,1 0 0,-1 1 0,0-1 0,0 1 0,0 0 0,0 0 0,0 0 0,-4-1 0,-1 1 11,0 0 0,1 1-1,-1 0 1,0 0 0,0 1-1,1-1 1,-1 2 0,0-1-1,-9 4 1,-8 3-747,-31 16 0,6 0-6090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49:55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24575,'121'5'0,"-1"-5"0,216-27 0,-320 24 23,0-1-1,25-10 1,-6 2-1456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07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11 0,11 140 0,-2-61 0,2 340 0,-24 0 0,11-226-356,2-164-653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08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24575,'0'0'0,"0"0"0,0 0 0,0 0 0,10-5 0,28-10 0,1 2 0,0 2 0,1 1 0,0 2 0,0 2 0,1 1 0,-1 2 0,68 5 0,-36 1 0,185 5 0,-191-10 0,123-18 0,-193 22-1365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 24575,'0'0'0,"-14"6"0,10-5 0,0 0 0,1 0 0,0 1 0,-1 0 0,1-1 0,0 1 0,0 0 0,0 1 0,0-1 0,0 0 0,0 1 0,1 0 0,-1 0 0,1 0 0,-1 0 0,1 0 0,0 0 0,1 0 0,-1 1 0,0-1 0,1 1 0,0-1 0,0 1 0,0-1 0,0 1 0,1 0 0,-1-1 0,1 1 0,0 7 0,-15 210 0,-1 27 0,15-186 0,3-1 0,10 62 0,-2-62 0,-9-60 0,-1-1 0,1 0 0,0 0 0,-1 0 0,1 0 0,-1 0 0,1 0 0,0 0 0,-1 0 0,1 0 0,-1 0 0,1-1 0,0 1 0,-1 0 0,1 0 0,-1 0 0,1-1 0,0 1 0,-1 0 0,1-1 0,-1 1 0,1-1 0,5-5 0,-1-1 0,0 0 0,0 0 0,-1 0 0,0 0 0,0-1 0,0 0 0,-1 0 0,3-10 0,1-1 0,75-253 0,-61 190 0,4 1 0,40-92 0,-62 167 0,-1-1 0,1 1 0,0 0 0,1 0 0,-1 0 0,1 0 0,1 0 0,7-8 0,-12 14 0,1 0 0,-1 0 0,1-1 0,-1 1 0,0 0 0,1 0 0,-1 0 0,1-1 0,-1 1 0,1 0 0,-1 0 0,1 0 0,-1 0 0,1 0 0,-1 0 0,1 0 0,-1 0 0,1 0 0,-1 0 0,1 1 0,-1-1 0,1 0 0,-1 0 0,0 0 0,1 0 0,-1 1 0,1-1 0,-1 0 0,0 1 0,1-1 0,-1 0 0,1 0 0,-1 1 0,0-1 0,0 1 0,1-1 0,-1 0 0,0 1 0,1-1 0,-1 1 0,0-1 0,0 1 0,10 24 0,-2 11 0,-2 1 0,-2 0 0,-1 73 0,-1-45 0,0 1 0,14 194 0,-15-252 0,0 0 0,1 0 0,-1-1 0,2 1 0,-1-1 0,1 1 0,5 9 0,-7-15 0,0 0 0,1 0 0,-1 0 0,1-1 0,-1 1 0,1 0 0,0-1 0,-1 1 0,1-1 0,0 1 0,0-1 0,0 0 0,0 0 0,0 0 0,1 0 0,-1 0 0,0 0 0,0-1 0,1 1 0,-1-1 0,0 1 0,1-1 0,-1 0 0,0 0 0,1 0 0,-1 0 0,0-1 0,5 0 0,1-2 0,0 1 0,0-2 0,0 1 0,0-1 0,0 0 0,-1-1 0,0 0 0,0 0 0,0-1 0,-1 1 0,1-1 0,-1-1 0,-1 1 0,1-1 0,-1 0 0,0-1 0,4-8 0,6-12 0,-2-1 0,0-1 0,10-38 0,79-339 0,-101 403-195,0 0 0,-1 0 0,0-1 0,0 1 0,0 0 0,0-6 0,-2 1-6631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8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24575,'5'0'0,"0"1"0,0 1 0,0-1 0,0 1 0,0 0 0,0 0 0,0 0 0,5 4 0,36 25 0,-40-26 0,1 2 0,1 0 0,-1 0 0,-1 1 0,0 0 0,0 0 0,0 1 0,-1 0 0,0 0 0,-1 0 0,0 1 0,0-1 0,-1 1 0,-1 0 0,1 0 0,0 15 0,-2-20 0,-1 0 0,0 0 0,0 0 0,-1 0 0,1 0 0,-1 0 0,0 0 0,-1 0 0,1-1 0,-1 1 0,0 0 0,-3 4 0,1-3 0,0 0 0,-1 0 0,0-1 0,0 0 0,-1 0 0,1 0 0,-10 6 0,10-7 0,0-1 0,0 1 0,1 1 0,-1-1 0,1 1 0,0-1 0,1 1 0,-1 0 0,-5 11 0,11-14 0,-1 0 0,1-1 0,-1 1 0,1-1 0,0 1 0,-1-1 0,1 0 0,0 1 0,3 0 0,-3-1 0,5 4 12,1-1 0,1 0 0,-1-1 0,1 0 0,-1 0 0,1-1 0,0 0 0,0 0 0,9-1 0,15 1-755,35-2 1,-61-1-6084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24575,'0'0'0,"0"0"0,31 8 0,-10-1 0,45 3 0,-36-7 0,38 10 0,-60-11 0,1 0 0,-1 1 0,0 0 0,0 1 0,-1 0 0,1 0 0,-1 0 0,0 1 0,8 7 0,-12-10 0,-1 1 0,1-1 0,-1 1 0,1 0 0,-1 0 0,0 0 0,0 1 0,0-1 0,0 0 0,-1 1 0,0-1 0,1 1 0,-1-1 0,-1 1 0,1 0 0,0 5 0,-1-4 0,0 1 0,-1-1 0,1 0 0,-1 1 0,-1-1 0,1 0 0,-1 1 0,0-1 0,0 0 0,-3 5 0,-5 7 0,-1-1 0,-1 0 0,0-1 0,-28 27 0,17-19 0,-2-1 0,0-1 0,-1-2 0,-1 0 0,-29 15 0,22-11 0,34-23 0,0 0 0,0 0 0,0 1 0,0-1 0,0 0 0,0 0 0,-1 0 0,1 0 0,0 0 0,0 0 0,0 0 0,0 0 0,0 1 0,0-1 0,0 0 0,0 0 0,0 0 0,0 0 0,0 0 0,0 1 0,0-1 0,0 0 0,0 0 0,0 0 0,0 0 0,0 0 0,0 1 0,0-1 0,0 0 0,0 0 0,0 0 0,0 0 0,0 0 0,0 0 0,0 1 0,0-1 0,0 0 0,0 0 0,0 0 0,0 0 0,1 0 0,-1 0 0,0 0 0,0 1 0,0-1 0,0 0 0,0 0 0,0 0 0,0 0 0,1 0 0,-1 0 0,0 0 0,0 0 0,0 0 0,0 0 0,1 0 0,13 4 0,16-2 0,30-8 0,-1-3 0,98-26 0,-91 18 0,-56 15 0,20-5 0,-22 3 0,-12 0 0,2 3-65,0 0 0,0 0 0,0 0 0,0-1 0,0 1 0,1-1 0,-1 1 0,0-1 0,1 0 0,-1 0 0,1 1 0,0-1 0,0 0 0,0 0 0,0 0 0,0-1 0,0 1 0,0 0 0,0 0 0,0-4 0,-1-3-6761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19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24575,'12'18'0,"6"17"0,-11-17 0,-2-10 0,0-1 0,0-1 0,1 1 0,-1-1 0,1 1 0,12 8 0,11 12 0,-18-13 0,0 1 0,0 1 0,-1-1 0,-1 2 0,9 22 0,27 90 0,-42-120 0,7 26 0,-1 0 0,-2 1 0,-1 0 0,-2 1 0,-1 45 0,-5-31 0,-2-1 0,-3 1 0,-14 56 0,-58 148 0,-21-9 0,46-117 0,-33 75 0,87-204 0,0 0 0,0 0 0,0 0 0,0 1 0,0-1 0,0 0 0,0 0 0,0 0 0,0 0 0,0 0 0,0 0 0,0 1 0,0-1 0,0 0 0,0 0 0,-1 0 0,1 0 0,0 0 0,0 0 0,0 0 0,0 1 0,0-1 0,0 0 0,0 0 0,0 0 0,0 0 0,-1 0 0,1 0 0,0 0 0,0 0 0,0 0 0,0 0 0,0 0 0,0 0 0,-1 0 0,1 0 0,0 0 0,0 0 0,0 0 0,0 0 0,0 0 0,0 0 0,-1 0 0,1 0 0,0 0 0,0 0 0,0 0 0,0 0 0,0 0 0,-4-8 0,4 6 0,-1-1 0,1 1 0,0 0 0,0 0 0,0 0 0,0-1 0,0 1 0,1-4 0,5-7-1365,1 0-5461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0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24575,'41'-4'0,"0"1"0,0 3 0,0 1 0,1 2 0,-1 1 0,45 12 0,-78-14 0,0 0 0,-1 1 0,1 0 0,-1 0 0,1 0 0,-1 1 0,0 0 0,0 0 0,-1 1 0,1 0 0,7 7 0,-11-7 0,1-1 0,-1 0 0,0 1 0,0-1 0,-1 1 0,1 0 0,-1 0 0,0 0 0,0 0 0,-1 1 0,1-1 0,-1 0 0,-1 1 0,1-1 0,-1 1 0,1-1 0,-2 10 0,-1-2 0,0 0 0,-1 0 0,0 0 0,-1-1 0,-1 0 0,0 0 0,0 0 0,-1 0 0,-1-1 0,-11 16 0,-10 8 0,-56 55 0,11-14 0,71-74 0,0 1 0,0-1 0,0 1 0,0 0 0,0 0 0,1 0 0,-1 0 0,0 3 0,2-5 0,0-1 0,-1 1 0,1 0 0,0-1 0,0 1 0,0 0 0,0-1 0,1 1 0,-1-1 0,0 1 0,0 0 0,0-1 0,0 1 0,1 0 0,-1-1 0,0 1 0,1-1 0,-1 1 0,0-1 0,1 1 0,-1-1 0,0 1 0,1-1 0,-1 1 0,1-1 0,-1 1 0,1-1 0,-1 0 0,1 1 0,0-1 0,-1 0 0,1 0 0,-1 1 0,1-1 0,0 0 0,-1 0 0,1 0 0,0 0 0,-1 0 0,1 0 0,-1 0 0,1 0 0,0 0 0,0 0 0,14 0 0,0-1 0,0 0 0,0-1 0,0-1 0,18-5 0,2 0 0,39-8-35,94-18-1295,-138 29-5496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3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24575,'113'-10'0,"-49"2"0,19-3 0,94 1 0,-176 10-22,52 4 167,-51-4-213,0 0 1,0 1-1,0-1 0,0 1 1,0-1-1,0 1 0,0 0 1,0 0-1,0 0 0,0 0 1,0 0-1,-1 0 1,1 0-1,0 1 0,-1-1 1,1 0-1,-1 1 0,0-1 1,1 1-1,-1 0 1,2 2-1,-2 4-6758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24575,'11'1'0,"0"-2"0,0 1 0,0-1 0,21-5 0,-8 1 0,407-80 0,-398 78 0,1 2 0,0 1 0,64 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24575,'-4'1'0,"0"1"0,1 0 0,-1 0 0,1 0 0,-1 0 0,1 0 0,0 1 0,-1 0 0,1-1 0,1 1 0,-4 5 0,0-2 0,-8 9 0,0 2 0,2-1 0,0 2 0,1 0 0,1 0 0,0 1 0,1 0 0,2 0 0,0 1 0,-7 30 0,2 11 0,2 2 0,-1 75 0,7 83 0,6-185 0,1 0 0,2 1 0,19 69 0,-20-96-105,-1 0 0,1-1 0,1 1 0,-1-1 0,2 0 0,-1 0 0,1-1 0,1 1 0,-1-2 0,2 1 0,-1-1 0,9 8 0,-5-7-6721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6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44 504 24575,'0'0'0,"20"-11"0,3-5 0,-2-1 0,0-1 0,0-1 0,-2 0 0,0-2 0,-2 0 0,0-1 0,-1-1 0,-2-1 0,0 0 0,13-33 0,-20 42 0,-2 0 0,1 0 0,-2-1 0,5-30 0,-8 42 0,0 0 0,-1 0 0,0 0 0,0 0 0,0 0 0,0 0 0,0 0 0,-1 0 0,0 0 0,0 1 0,0-1 0,0 0 0,-1 0 0,1 1 0,-1-1 0,0 1 0,0-1 0,0 1 0,-1 0 0,1 0 0,-1 0 0,0 0 0,0 0 0,0 1 0,-3-3 0,2 3 0,0 0 0,0 1 0,0 0 0,-1-1 0,1 1 0,0 1 0,-1-1 0,1 1 0,0 0 0,-1 0 0,1 0 0,-1 0 0,1 1 0,0-1 0,-1 1 0,1 1 0,0-1 0,-5 2 0,-5 3 0,0 0 0,1 1 0,-24 16 0,23-13 0,0 1 0,1 1 0,1 0 0,0 1 0,0 0 0,-14 23 0,23-33 0,1 0 0,0 1 0,0-1 0,0 1 0,1 0 0,-1 0 0,1-1 0,0 1 0,0 0 0,0 0 0,0 0 0,1 0 0,0 0 0,0 0 0,0 0 0,0 0 0,0 0 0,1 0 0,0 0 0,2 7 0,-1-7 0,0 1 0,1 0 0,-1-1 0,1 0 0,0 0 0,1 0 0,-1 0 0,1 0 0,-1-1 0,1 1 0,0-1 0,0 0 0,1 0 0,-1 0 0,8 2 0,15 8 0,-2-2 0,-1 2 0,45 29 0,-62-36 0,0 0 0,0 0 0,0 0 0,-1 1 0,0 0 0,0 1 0,-1-1 0,0 1 0,0 0 0,-1 0 0,0 0 0,5 18 0,-4-5 0,-1 0 0,-1 1 0,-1 0 0,0-1 0,-2 1 0,-1 0 0,-6 40 0,-1-19 0,-2 0 0,-1-1 0,-18 42 0,-19 32 0,12-32 0,-28 99 0,63-179-60,3-5 177,2-8-854,-3 7 52,4-7-6141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6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24575,'0'0'0,"0"0"0,0 0 0,2 1 0,145 12 0,0-7 0,193-15 0,52-9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7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24575,'0'0'0,"0"0"0,0 0 0,0 0 0,-2 11 0,-14 103 0,-34 339 0,42-96 0,8-329 0,7 51 0,-6-71 0,1 0 0,0 0 0,0 0 0,1-1 0,0 1 0,0 0 0,1-1 0,0 0 0,0 0 0,9 11 0,-12-17 0,0 0 0,-1 0 0,1 0 0,0 0 0,0-1 0,0 1 0,0 0 0,0-1 0,0 1 0,0 0 0,0-1 0,0 1 0,1-1 0,-1 1 0,0-1 0,0 0 0,0 0 0,1 1 0,-1-1 0,0 0 0,0 0 0,0 0 0,1 0 0,-1 0 0,0-1 0,0 1 0,1 0 0,-1-1 0,0 1 0,0 0 0,0-1 0,0 1 0,0-1 0,0 0 0,0 1 0,0-1 0,0 0 0,0 0 0,0 0 0,1 0 0,3-4 0,-1-1 0,0 1 0,0-1 0,0 1 0,-1-1 0,5-9 0,23-62 0,-4-1 0,24-111 0,-12 41 0,112-283 0,-123 365 0,-28 66 0,0 0 0,0-1 0,0 1 0,0 0 0,0 0 0,0-1 0,0 1 0,0 0 0,0-1 0,1 1 0,-1 0 0,0 0 0,0-1 0,0 1 0,0 0 0,0 0 0,1-1 0,-1 1 0,0 0 0,0 0 0,1 0 0,-1 0 0,0-1 0,0 1 0,1 0 0,-1 0 0,0 0 0,0 0 0,1 0 0,-1 0 0,0 0 0,1-1 0,-1 1 0,0 0 0,0 0 0,1 0 0,-1 0 0,0 0 0,1 0 0,-1 0 0,0 1 0,0-1 0,1 0 0,-1 0 0,0 0 0,0 0 0,1 0 0,-1 1 0,6 18 0,-4 17 0,-1 0 0,-9 66 0,1-30 0,3 0 0,-10 461 0,16-513 0,0 0 0,1-1 0,1 1 0,10 26 0,-11-37 0,1 1 0,0-2 0,0 1 0,1 0 0,0-1 0,0 0 0,1 0 0,0-1 0,1 1 0,13 11 0,-17-17 0,0 0 0,1 0 0,-1 0 0,0 0 0,1-1 0,-1 1 0,1-1 0,-1 0 0,1 0 0,0 0 0,-1-1 0,1 1 0,0-1 0,-1 0 0,1 0 0,0 0 0,0 0 0,-1-1 0,1 0 0,0 1 0,-1-1 0,1-1 0,-1 1 0,1 0 0,-1-1 0,0 0 0,1 0 0,-1 0 0,4-3 0,4-4 0,-1 1 0,-1-1 0,1-1 0,-2 0 0,1 0 0,-1-1 0,9-16 0,-1-3 0,-1-1 0,17-51 0,12-69 0,-36 122 0,124-517 0,-127 529-170,-2 0-1,0-1 0,-1 0 1,-1 1-1,0-1 0,-2 0 1,-2-23-1,1 34-6655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7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24575,'28'3'0,"128"22"0,-153-25 0,0 1 0,0 0 0,0 0 0,0 0 0,0 0 0,0 1 0,0-1 0,0 1 0,0-1 0,0 1 0,-1 0 0,1 0 0,-1 1 0,1-1 0,-1 0 0,0 1 0,0 0 0,0-1 0,-1 1 0,1 0 0,0 0 0,-1 0 0,0 0 0,0 0 0,0 0 0,0 0 0,0 0 0,0 0 0,-1 1 0,0-1 0,0 0 0,0 1 0,0-1 0,0 0 0,0 0 0,-1 1 0,0-1 0,-1 5 0,-5 6 0,-1 0 0,-1 0 0,0-1 0,-1 0 0,0-1 0,0 0 0,-19 15 0,29-26 0,0-1 0,0 1 0,0 0 0,-1-1 0,1 1 0,0-1 0,0 1 0,0 0 0,0-1 0,0 1 0,0 0 0,1-1 0,-1 1 0,0-1 0,0 1 0,0 0 0,0-1 0,1 1 0,-1-1 0,0 1 0,1-1 0,-1 1 0,0-1 0,1 1 0,-1-1 0,1 1 0,-1-1 0,1 0 0,-1 1 0,1-1 0,-1 1 0,1-1 0,-1 0 0,1 0 0,0 1 0,21 12 0,-12-9 12,-1-1 0,1 0 0,0-1 0,0 0 0,0-1 0,0 0 0,0-1 0,0 0 0,18-2 0,-14 1-224,-1-2 0,1 0 0,-1-1-1,0 0 1,1 0 0,17-11 0,-13 5-6614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8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24575,'30'15'0,"16"-4"0,-31-9 0,0 2 0,1 0 0,-2 0 0,1 2 0,26 13 0,-39-18 0,0 0 0,-1 1 0,1-1 0,0 1 0,-1-1 0,0 1 0,1-1 0,-1 1 0,0 0 0,0 0 0,0 0 0,0 0 0,0 0 0,-1 0 0,1 0 0,0 0 0,-1 0 0,0 0 0,1 0 0,-1 0 0,0 0 0,0 1 0,0-1 0,0 0 0,-1 0 0,1 0 0,0 0 0,-2 3 0,-1 7 0,-1-1 0,-1 0 0,-10 19 0,12-24 0,-2 3 0,0 0 0,0 0 0,-1-1 0,0 0 0,-1 0 0,0 0 0,-11 9 0,9-10 0,-29 26 0,35-30 0,1-1 0,-1 1 0,1 0 0,-1 0 0,1 1 0,0-1 0,0 0 0,0 1 0,-1 6 0,2-9 0,1 0 0,0 0 0,1 0 0,-1 0 0,0 0 0,0 0 0,0 0 0,1 0 0,-1 0 0,0 0 0,1 0 0,-1 0 0,1 0 0,-1 0 0,1 0 0,0 0 0,-1 0 0,1 0 0,0 0 0,0-1 0,-1 1 0,1 0 0,0 0 0,0-1 0,0 1 0,0-1 0,0 1 0,0-1 0,0 1 0,0-1 0,0 0 0,0 1 0,0-1 0,0 0 0,2 0 0,42 8 0,-41-8 0,16 1 0,0-1 0,-1-1 0,1 0 0,27-7 0,76-23 0,-117 30 0,11-4-341,-1-1 0,0 0-1,30-17 1,-33 14-6485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8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24575,'9'23'0,"12"43"0,-4 1 0,14 93 0,-20-59 0,-4 162 0,-6-134 0,-3-39 0,-21 150 0,22-236 10,0 0 0,1 0 0,-1-1 0,0 1 0,-1 0 0,1-1 0,-1 1 0,0 0 0,0-1 0,0 0 0,-3 5 0,4-7-81,-1 1 1,0-1-1,1 1 0,-1-1 0,0 0 1,0 0-1,0 0 0,0 0 1,0 0-1,0 0 0,0 0 0,0-1 1,0 1-1,0-1 0,0 1 1,0-1-1,-1 0 0,1 0 0,0 0 1,-4-1-1,-8-1-6755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0:29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24575,'5'0'0,"0"0"0,0 1 0,0-1 0,0 1 0,0 1 0,0-1 0,5 3 0,3 0 0,8 2 0,4 0 0,0 1 0,-1 1 0,0 1 0,0 1 0,33 20 0,-51-25 0,0 1 0,-1 0 0,1 0 0,-1 1 0,-1-1 0,1 1 0,-1 0 0,-1 0 0,1 1 0,-1-1 0,0 1 0,-1-1 0,0 1 0,0 0 0,0 0 0,-1 0 0,-1 0 0,1 0 0,-2 11 0,0-9 0,-2 0 0,1 0 0,-1 0 0,-1 0 0,0-1 0,0 1 0,-1-1 0,0 0 0,-1 0 0,0-1 0,0 1 0,0-1 0,-1-1 0,-13 11 0,5-5 0,-1 0 0,-1-1 0,0-1 0,0-1 0,-1 0 0,-30 10 0,33-11 0,15-8 0,0-1 0,0 0 0,1 0 0,-1 1 0,0-1 0,0 0 0,0 0 0,0 0 0,0 1 0,0-1 0,0 0 0,0 0 0,1 1 0,-1-1 0,0 0 0,0 0 0,0 0 0,1 0 0,-1 1 0,0-1 0,0 0 0,0 0 0,1 0 0,-1 0 0,0 0 0,0 0 0,1 1 0,-1-1 0,0 0 0,0 0 0,0 0 0,1 0 0,-1 0 0,1 0 0,32 2 0,11-7 0,72-18 0,-39 6 0,16 4-1365,-79 12-5461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4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1 393 24575,'0'0'0,"0"0"0,0 0 0,0 0 0,0 0 0,0 0 0,0 0 0,0 0 0,0 0 0,18-13 0,-14 11 0,0 0 0,0-1 0,0 1 0,1 0 0,-1 1 0,0-1 0,1 1 0,-1 0 0,8-1 0,-1 1 0,1 1 0,-1 1 0,12 2 0,102 6 0,196-10 0,-209-3 0,292-13 0,-196 7 0,173-2 0,289-31 0,-498 24 0,264 6 0,197 9 0,-50-1 0,-311 19 0,-4 0 0,468-11 0,-407-4 0,439-11 0,-145 0 0,-247-11 0,87 1 0,-256 28 0,609 11 0,-329-6 0,-287-5 0,253 14 0,296 2 0,189 3 0,-482-16 0,-404-9 0,-15 7 0,-36-7 0,0-1 0,-1 1 0,1 0 0,0-1 0,-1 1 0,1-1 0,-1 1 0,1-1 0,-1 1 0,1-1 0,-1 1 0,1-1 0,-1 1 0,1-1 0,-1 0 0,0 1 0,1-1 0,-1 1 0,0-1 0,0 0 0,1 0 0,-1 1 0,0-2 0,6-19 0,-5 20 0,3-20 0,-1 0 0,-1-1 0,-1 1 0,-2-31 0,1 34 0,0 11 0,-1 0 0,0 0 0,0 0 0,-1 0 0,0 0 0,0 1 0,-1-1 0,1 1 0,-1-1 0,-1 1 0,1 0 0,-1 0 0,0 1 0,-1-1 0,1 1 0,-1 0 0,0 0 0,0 0 0,-1 1 0,1-1 0,-12-5 0,12 9 0,0 0 0,0 1 0,0-1 0,1 1 0,-1 0 0,0 1 0,0-1 0,0 1 0,0 0 0,0 0 0,-6 3 0,-2-1 0,17-4 0,-1 1 0,0 1 0,0-1 0,0 0 0,0 1 0,0-1 0,0 1 0,0 0 0,0 0 0,-1 0 0,1 1 0,0-1 0,3 3 0,43 30 0,-33-23 0,24 15 0,2-2 0,72 30 0,-22-12 0,-76-33 0,0 0 0,17 13 0,-27-18 0,0 0 0,-1 1 0,0 0 0,0 0 0,0 0 0,-1 1 0,0-1 0,7 13 0,-10-16 0,0 0 0,-1 0 0,1 0 0,-1 0 0,0 0 0,1 0 0,-1 0 0,0 0 0,0 1 0,0-1 0,-1 0 0,1 0 0,0 0 0,-1 0 0,1 0 0,-1 0 0,0 0 0,0 0 0,0 0 0,0 0 0,0 0 0,0-1 0,0 1 0,-1 0 0,-1 1 0,-5 5 0,0 0 0,0 0 0,-15 9 0,19-14 0,-80 54-227,-2-3-1,-2-4 1,-3-5-1,-1-3 1,-171 52-1,229-84-6598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5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17 108 24575,'-3'22'0,"-2"14"0,2 73 0,2-40 0,0-40 0,-2 51 0,3 0 0,11 84 0,-10-154 0,1 0 0,0 0 0,1 0 0,0-1 0,1 1 0,5 10 0,-9-19 0,1 1 0,0 0 0,0-1 0,0 1 0,0-1 0,0 1 0,0-1 0,1 1 0,-1-1 0,0 0 0,1 0 0,-1 1 0,1-1 0,-1 0 0,1 0 0,-1-1 0,1 1 0,0 0 0,-1-1 0,1 1 0,0 0 0,0-1 0,0 0 0,0 1 0,-1-1 0,1 0 0,0 0 0,0 0 0,0 0 0,0-1 0,-1 1 0,1 0 0,0-1 0,0 1 0,-1-1 0,1 0 0,0 0 0,0 1 0,-1-1 0,2-1 0,1-1 0,0 0 0,0-1 0,0 1 0,0-1 0,-1 1 0,0-1 0,0 0 0,0 0 0,0-1 0,-1 1 0,1 0 0,1-7 0,4-9 0,8-33 0,-11 34 0,53-237 0,-2 7 0,-55 244 0,6-22 0,-2 20 0,0 15 0,-1 12 0,-1 1 0,-1 0 0,-1 0 0,-1 0 0,-3 22 0,2-1 0,0 43 0,4 0 0,3 0 0,30 139 0,-34-214 0,0 0 0,1 0 0,1-1 0,-1 1 0,1-1 0,1 1 0,0-1 0,0-1 0,1 1 0,9 10 0,-14-18 0,0 0 0,0 0 0,0 0 0,0-1 0,0 1 0,0 0 0,0-1 0,0 1 0,0-1 0,1 0 0,-1 1 0,0-1 0,0 0 0,0 1 0,1-1 0,-1 0 0,0 0 0,0 0 0,1 0 0,-1 0 0,0-1 0,0 1 0,2-1 0,0 0 0,-1 0 0,1 0 0,-1-1 0,0 1 0,1-1 0,-1 0 0,0 0 0,0 0 0,0 0 0,2-2 0,4-7 0,0 0 0,-1-1 0,7-16 0,-2 2 0,-2-1 0,13-52 0,5-59 0,-20 90 0,10-47 0,3-10 0,9-139 0,-29 196 0,-1 42 0,-1 31 0,1-14-1365,0-2-5461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6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 24575,'0'0'0,"0"0"0,0 0 0,0 0 0,31 2 0,56 10 0,-43-5 0,-40-7 0,-1 1 0,0 0 0,1-1 0,-1 1 0,0 0 0,0 0 0,0 1 0,0-1 0,0 1 0,0 0 0,0-1 0,0 1 0,-1 0 0,1 1 0,-1-1 0,1 0 0,-1 1 0,0-1 0,0 1 0,0 0 0,0 0 0,-1 0 0,3 5 0,-3-3 0,0-1 0,0 0 0,0 1 0,-1-1 0,1 1 0,-1-1 0,0 1 0,-1-1 0,1 1 0,-1-1 0,0 1 0,0-1 0,0 0 0,-1 1 0,1-1 0,-1 0 0,-4 6 0,-3 5 0,-2 0 0,0 0 0,-1-1 0,0-1 0,-1 0 0,0 0 0,-24 15 0,-1-1 0,-75 37 0,181-70 0,258-25 0,-323 31-80,0-1 0,-1 1-1,1 0 1,0 0 0,0-1-1,-1 0 1,1 1 0,0-1-1,-1 0 1,1-1 0,-1 1 0,0 0-1,1-1 1,-1 1 0,0-1-1,4-2 1,0-4-6746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6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24575,'13'11'0,"1"-1"0,1 0 0,0 0 0,0-2 0,29 13 0,-24-12 0,-1 0 0,0 2 0,22 16 0,-37-24 0,-1 0 0,1 0 0,-1 1 0,0-1 0,0 1 0,-1 0 0,1 0 0,-1 0 0,0 0 0,0 0 0,0 1 0,0-1 0,-1 0 0,0 1 0,0 0 0,0-1 0,0 1 0,-1-1 0,0 1 0,0 0 0,0 0 0,-1-1 0,1 1 0,-1 0 0,0-1 0,0 1 0,-2 4 0,-2 3 0,1 0 0,-2-1 0,1 1 0,-2-1 0,1 0 0,-2 0 0,1-1 0,-19 19 0,-2-4 0,-2-2 0,-1-1 0,0-1 0,-44 21 0,38-17 0,37-25 0,0 1 0,1 0 0,-1-1 0,0 1 0,1-1 0,-1 1 0,0-1 0,1 1 0,-1-1 0,1 1 0,-1-1 0,1 1 0,0-1 0,-1 1 0,1-1 0,-1 0 0,1 1 0,0-1 0,-1 0 0,1 0 0,-1 1 0,1-1 0,0 0 0,-1 0 0,1 0 0,1 0 0,26 9 0,-2-5 0,1-1 0,-1-1 0,1-1 0,33-4 0,108-18 0,-125 13-1365,-37 7-5461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8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423 7185 24575,'-6'19'0,"5"-9"0,4-13 0,-2-1 0,1-1 0,-1 1 0,1 0 0,-1-1 0,0 1 0,-1-1 0,1 1 0,-1-1 0,0 1 0,0-1 0,-1 1 0,1-1 0,-1 1 0,-2-7 0,3 6 0,-11-91 0,4-1 0,7-119 0,2 89 0,-9-1067 0,-21 545 0,-13 267 0,5 76 0,-5-481 0,6 275 0,2 38 0,31 417 0,-25-352 0,-6 0 0,32 328 0,-41-879 0,41 850 0,2 83 0,-1 0 0,-1 0 0,-9-52 0,9 52 0,1 23 0,0 0 0,0 0 0,0 0 0,0 0 0,-1 0 0,0 0 0,0 0 0,-2-5 0,-5-5 0,9 26 0,0-7 0,0 0 0,0-1 0,-1 1 0,1 0 0,-1 6 0,-3-2 0,0 0 0,0-1 0,-1 1 0,-4 7 0,-10 26 0,-3 33 0,24-81 0,-1 0 0,1 0 0,1 0 0,-1 1 0,6-7 0,7-13 0,0-6 0,-5 9 0,26-40 0,-33 57 0,0 0 0,0 0 0,0 0 0,1 0 0,0 1 0,0 0 0,0 0 0,0 0 0,0 1 0,1 0 0,0 0 0,8-3 0,-11 5 0,1 0 0,-1 1 0,1-1 0,0 1 0,-1 0 0,1 0 0,-1 0 0,1 1 0,-1-1 0,1 1 0,-1 0 0,0 0 0,1 0 0,-1 0 0,0 1 0,0-1 0,1 1 0,-1 0 0,-1 0 0,1 0 0,0 0 0,0 1 0,-1-1 0,1 1 0,-1-1 0,4 7 0,4 4 0,-1 1 0,0 0 0,-1 1 0,8 21 0,6 21-455,-2 0 0,21 109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9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0 24575,'0'0'0,"-3"10"0,-29 117 0,5 1 0,6 1 0,-9 223 0,-19 228 0,44-547-682,-1 65-1,6-92-6143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09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73 24575,'-2'2'0,"-1"0"0,1 1 0,1-1 0,-1 1 0,0 0 0,1 0 0,-1 0 0,0 3 0,-1 3 0,2-1 0,-1 0 0,1 0 0,1 1 0,0-1 0,0 1 0,0-1 0,1 0 0,0 1 0,1-1 0,0 0 0,0 0 0,1 0 0,-1 0 0,2 0 0,6 11 0,-7-13 0,0-1 0,1 0 0,0 0 0,0 0 0,0 0 0,0-1 0,1 1 0,-1-1 0,1 0 0,0-1 0,1 1 0,-1-1 0,1 0 0,-1 0 0,1-1 0,0 1 0,0-1 0,0-1 0,0 1 0,0-1 0,0 0 0,9 0 0,-11-1 0,-1 0 0,1-1 0,0 1 0,-1-1 0,1 0 0,-1 0 0,1 0 0,-1 0 0,0-1 0,1 1 0,-1-1 0,0 0 0,0 0 0,0 0 0,3-3 0,-2 1 0,0 0 0,-1-1 0,1 1 0,-1-1 0,0 0 0,0 0 0,-1 0 0,5-10 0,-3-1 0,0 1 0,-1-2 0,0 1 0,-1 0 0,-1-29 0,-1 37 0,0 0 0,-1 1 0,0-1 0,0 0 0,-1 1 0,0-1 0,0 1 0,-1 0 0,-6-13 0,8 17 0,-1 0 0,0 1 0,0-1 0,-1 0 0,1 1 0,-1-1 0,1 1 0,-1 0 0,0-1 0,0 1 0,0 1 0,0-1 0,0 0 0,0 1 0,0-1 0,-1 1 0,1 0 0,0 0 0,-1 1 0,1-1 0,-1 1 0,-6-1 0,7 1 0,-1 1 0,1-1 0,-1 1 0,1 0 0,-1 0 0,1 0 0,-1 0 0,1 1 0,0-1 0,0 1 0,0 0 0,0 0 0,0 0 0,0 0 0,0 0 0,1 1 0,-1-1 0,1 1 0,0 0 0,-1 0 0,1 0 0,1 0 0,-1 0 0,-2 4 0,1 0 0,1-1 0,-1 0 0,1 1 0,0 0 0,1 0 0,0 0 0,0-1 0,0 1 0,1 0 0,0 0 0,1 12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10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0 24575,'-11'1'0,"-1"0"0,1 1 0,0 0 0,-1 1 0,1 0 0,0 1 0,1 0 0,-19 10 0,3 0 0,0 2 0,-26 22 0,44-32 0,1 1 0,-1 0 0,1 1 0,1-1 0,-1 1 0,1 1 0,1-1 0,0 1 0,-6 12 0,9-17 0,1-1 0,-1 0 0,1 1 0,0-1 0,0 1 0,1-1 0,-1 1 0,1-1 0,-1 1 0,1-1 0,0 1 0,1 0 0,-1-1 0,1 1 0,-1-1 0,1 1 0,0-1 0,0 1 0,1-1 0,-1 0 0,1 1 0,-1-1 0,1 0 0,0 0 0,0 0 0,1-1 0,-1 1 0,0 0 0,4 2 0,0 0 0,1 0 0,0-1 0,0 0 0,0 0 0,0 0 0,0-1 0,1 0 0,11 2 0,2-1 0,39 3 0,-36-5 0,33 6 0,-50-6 0,0-1 0,-1 1 0,0 1 0,1-1 0,-1 1 0,6 4 0,-10-6 0,-1-1 0,1 1 0,-1 0 0,0 0 0,0 1 0,1-1 0,-1 0 0,0 0 0,0 0 0,0 1 0,0-1 0,0 1 0,-1-1 0,1 1 0,0-1 0,-1 1 0,1-1 0,-1 1 0,1 0 0,-1-1 0,0 1 0,0-1 0,0 1 0,0 0 0,0-1 0,0 1 0,0 0 0,0-1 0,-1 1 0,1 0 0,-1 1 0,-3 5 0,1-1 0,-1 0 0,0-1 0,-1 1 0,0-1 0,0 0 0,0 0 0,-1 0 0,-7 6 0,-10 6 0,-28 18 0,28-20-227,-1-1-1,-1-1 1,-1-1-1,0-2 1,-42 14-1,60-23-6598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10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1 24575,'0'0'0,"0"0"0,0 0 0,0 0 0,-1 2 0,0 0 0,0 0 0,0 0 0,0 0 0,0 0 0,0 0 0,0 0 0,-1 0 0,1 0 0,-3 2 0,0 0 0,-42 47 0,-2-3 0,-65 51 0,109-97 0,1 1 0,-1 1 0,1-1 0,0 0 0,0 1 0,0 0 0,0 0 0,1 0 0,0 0 0,-1 0 0,1 0 0,-2 7 0,4-9 0,0 1 0,0-1 0,0 0 0,0 1 0,0-1 0,0 0 0,0 1 0,1-1 0,-1 0 0,1 0 0,0 1 0,-1-1 0,1 0 0,0 0 0,0 0 0,1 0 0,-1 0 0,0 0 0,1 0 0,-1 0 0,1-1 0,-1 1 0,1 0 0,0-1 0,0 0 0,3 2 0,3 3 0,0-1 0,1 0 0,0-1 0,0 0 0,0 0 0,0-1 0,18 4 0,6-1 0,34 0 0,-35-3 0,38 7 0,-66-9 0,7 1 0,-1 1 0,1 0 0,-1 0 0,19 10 0,-28-12 0,1-1 0,0 1 0,-1 0 0,1 0 0,-1 0 0,0 0 0,1 1 0,-1-1 0,0 0 0,1 1 0,-1-1 0,0 1 0,0-1 0,0 1 0,-1-1 0,1 1 0,0-1 0,0 1 0,-1 0 0,1 0 0,-1-1 0,0 1 0,1 0 0,-1 0 0,0 0 0,0-1 0,0 1 0,0 0 0,0 0 0,-1 0 0,1-1 0,0 1 0,-1 0 0,0 0 0,1-1 0,-1 1 0,-1 2 0,-3 4 0,-1 1 0,1-1 0,-1-1 0,-1 1 0,1-1 0,-1 0 0,-1-1 0,1 1 0,-1-1 0,0-1 0,-1 0 0,1 0 0,-1 0 0,-12 4 0,-2-1 0,0-1 0,-1 0 0,0-2 0,-39 4 0,44-7-1365,5-1-5461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1:17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1 814 24575,'0'0'0,"0"0"0,0 0 0,0 0 0,0 0 0,0 0 0,0 0 0,0 0 0,0 0 0,0 0 0,0 0 0,0 3 0,2 23 0,2 0 0,1 1 0,1-2 0,17 48 0,-5-26 0,5 10 0,48 89 0,22 3 0,-12-10 0,61 114 0,40 61 0,-112-197 0,205 329 0,-96-185 0,46 46 0,197 211 0,-185-267 0,-93-112 0,-26-26 0,146 169 0,-233-248 0,1-2 0,1-1 0,43 30 0,118 71 0,-169-115 0,-21-15 0,152 94 0,-121-76 0,2-3 0,56 20 0,77 23 0,47 15 0,27-22 0,-49-13 0,-135-27 0,0-2 0,63 3 0,126-4 0,-125-7 0,-25 0 0,0-5 0,0-4 0,142-26 0,-80-11 0,-56 13 0,202-66 0,-119 34 0,399-166 0,-491 187 0,1-6 0,144-94 0,-57 31 0,-81 46 0,117-93 0,-152 106 0,0 1 0,300-239 0,-319 246 0,26-22 0,110-122 0,-24 13 0,29-37 0,105-167 0,-95 85 0,-108 144 0,85-186 0,-40 55 0,10-25 0,4-10 0,71-176 0,-89 133 0,-123 329-195,-1-1 0,-1 0 0,-2 0 0,0-1 0,-3 0 0,1-48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2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24575,'0'0'0,"0"10"0,0 2 0,0 0 0,0 9 0,0 2 0,-1 12 0,0 1 0,-3 7 0,-1-4 0,1-8-8191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2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24575,'0'0'0,"0"0"0,0 15 0,-2 25-51,-2 0-1,-17 69 1,10-57-1160,6-26-5615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6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63 24575,'0'0'0,"0"0"0,0 0 0,0 0 0,0 0 0,-16 4 0,-6 2 0,1 1 0,0 1 0,1 1 0,0 1 0,-35 22 0,10 0 0,-48 46 0,83-68 0,0 1 0,1 1 0,0 0 0,0 0 0,-6 15 0,14-25 0,0 0 0,0 0 0,1 0 0,-1-1 0,1 1 0,-1 0 0,1 0 0,0 0 0,0 0 0,0 0 0,0 0 0,0 0 0,0 0 0,0 0 0,1 0 0,-1 0 0,1 0 0,0 0 0,-1 0 0,1 0 0,0-1 0,0 1 0,0 0 0,0-1 0,0 1 0,1-1 0,-1 1 0,3 2 0,0 0 0,1 1 0,0-1 0,0 0 0,0-1 0,0 1 0,1-1 0,-1 0 0,8 2 0,15 5 0,1-2 0,1-1 0,-1-1 0,1-2 0,0-1 0,40 0 0,-20-5 0,0-3 0,0-1 0,50-14 0,-86 16 0,0-1 0,-1-1 0,0 0 0,19-12 0,-1 1 0,-30 16 0,0 0 0,1 0 0,-1 0 0,0 0 0,0 0 0,0-1 0,0 1 0,0 0 0,-1-1 0,1 1 0,0-1 0,-1 1 0,1-1 0,-1 1 0,1-1 0,-1 0 0,0 1 0,1-1 0,-1 1 0,0-1 0,0 0 0,0 1 0,-1-1 0,1 1 0,-1-4 0,0 0 0,0 0 0,0 0 0,0 0 0,-1 0 0,0 0 0,0 1 0,-3-7 0,-11-10 0,-1 1 0,-1 1 0,-39-34 0,11 12 0,12 7 0,-33-44 0,64 75-124,1 1 0,0 0 0,-1-1 0,0 1 0,1 0 0,-1 0-1,0 1 1,0-1 0,0 1 0,-6-3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09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2159 1593 24575,'0'0'0,"6"-2"0,0 1 0,0-1 0,0-1 0,0 1 0,0-1 0,-1 0 0,1 0 0,-1-1 0,1 0 0,8-8 0,-7 6 0,6-4 0,-1-1 0,0-1 0,-1 0 0,-1-1 0,0 0 0,0-1 0,-1 0 0,-1 0 0,-1-1 0,0 0 0,0 0 0,-2-1 0,0 1 0,3-17 0,-1-8 0,-1-1 0,-3 1 0,-1-1 0,-4-61 0,-8-15 0,-34-172 0,37 259 0,0 0 0,-2 1 0,-2 0 0,0 1 0,-2 0 0,-1 1 0,-1 0 0,-1 1 0,-1 1 0,-2 0 0,0 2 0,-2 0 0,0 1 0,-41-31 0,21 24 0,-1 2 0,-2 1 0,0 2 0,-2 3 0,0 1 0,-1 3 0,-62-15 0,59 20 0,-1 3 0,0 2 0,0 2 0,0 3 0,0 2 0,0 2 0,0 2 0,0 2 0,0 3 0,1 2 0,1 2 0,0 2 0,0 2 0,-77 40 0,60-22 0,2 3 0,2 2 0,1 3 0,3 2 0,1 3 0,-77 85 0,96-87 0,1 3 0,3 0 0,1 3 0,3 0 0,-34 85 0,47-93 0,1 1 0,3 0 0,2 1 0,1 0 0,3 1 0,2 0 0,1 73 0,5-102 0,0-1 0,1 1 0,1-1 0,1 1 0,1-1 0,0 0 0,15 32 0,-13-35 0,1-1 0,0-1 0,1 1 0,1-1 0,0-1 0,0 0 0,1 0 0,0-1 0,21 14 0,-4-7 0,1 0 0,0-2 0,1-1 0,1-2 0,0-1 0,50 11 0,-13-9 0,0-2 0,76 1 0,-35-8 0,-1-5 0,1-5 0,0-4 0,190-44 0,-196 28 0,-1-4 0,103-47 0,-170 64 0,-25 10 0,-1 0 0,1-1 0,-1 0 0,0 0 0,0-1 0,14-11 0,-22 15-57,0-1 0,0 1 0,0-1-1,0 1 1,0-1 0,0 0 0,-1 1 0,1-1-1,0 0 1,-1 0 0,1 0 0,-1 1 0,0-1-1,0 0 1,0 0 0,0 0 0,0 0 0,0 0-1,0 0 1,0 1 0,-1-1 0,0-3 0,1 5 7,-3-16-6776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22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 24575,'0'0'0,"0"0"0,19 18 0,-16-15 0,-1 0 0,0 0 0,0 0 0,0 1 0,0-1 0,-1 0 0,1 1 0,-1 0 0,0-1 0,0 1 0,1 5 0,2 45 0,-2 43 0,0 115 0,-4-167 0,-2 0 0,-16 73 0,9-67 0,11-51 0,0 0 0,0 0 0,0 0 0,0 0 0,0 0 0,0 0 0,0 0 0,0 0 0,0 0 0,0 0 0,0 0 0,0 0 0,0 0 0,0 0 0,0 0 0,1 0 0,-1 0 0,0 0 0,0 1 0,0-1 0,0 0 0,0 0 0,0 0 0,0 0 0,0 0 0,0 0 0,0 0 0,0 0 0,0 0 0,0 0 0,0 0 0,0 0 0,0 0 0,0 0 0,0 0 0,0 0 0,4-9 0,6-17 0,47-281 0,1-1 0,-55 297 0,0-1 0,1 1 0,1 0 0,-1 0 0,14-20 0,-17 28 0,1 0 0,0 1 0,0-1 0,0 1 0,0-1 0,0 1 0,1 0 0,-1 0 0,1 0 0,-1 0 0,1 1 0,0-1 0,-1 1 0,1-1 0,0 1 0,0 0 0,0 0 0,0 1 0,0-1 0,0 0 0,1 1 0,-1 0 0,0 0 0,0 0 0,0 0 0,0 0 0,4 1 0,2 2 0,-1-1 0,1 1 0,-1 0 0,0 1 0,0 0 0,-1 1 0,1-1 0,-1 1 0,10 9 0,-6-4 0,-2 0 0,1 1 0,-1 0 0,-1 0 0,10 17 0,-1 6 0,-1 0 0,-2 1 0,16 59 0,-17-42 0,-3 1 0,8 99 0,-13 107 0,-5-255 0,-6-63-1365,3 32-5461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23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21 288 24575,'0'0'0,"15"22"0,-11-18 0,1 0 0,-1 0 0,1-1 0,0 0 0,0 0 0,0 0 0,0 0 0,1-1 0,-1 0 0,1 0 0,-1-1 0,1 1 0,0-1 0,0 0 0,-1-1 0,1 1 0,0-1 0,0 0 0,8-2 0,2 1 0,-1-2 0,1 0 0,0 0 0,-1-2 0,0 0 0,16-7 0,-12 3 0,-1-1 0,-1 0 0,0-2 0,0 0 0,-1-1 0,0 0 0,-1-1 0,-1-1 0,-1-1 0,0 0 0,20-32 0,-30 42 0,0 0 0,0 0 0,-1 0 0,0 0 0,0 0 0,-1-1 0,1 1 0,-1-1 0,0-8 0,-1 13 0,0-1 0,-1 1 0,1 0 0,-1-1 0,1 1 0,-1 0 0,0-1 0,1 1 0,-1 0 0,0 0 0,0 0 0,-1 0 0,1 0 0,0 0 0,-1 0 0,1 0 0,-1 1 0,0-1 0,0 0 0,1 1 0,-1 0 0,0-1 0,0 1 0,0 0 0,0 0 0,-1 0 0,1 0 0,0 0 0,-3 0 0,0 0 0,0 0 0,0 1 0,0-1 0,0 1 0,0 0 0,0 1 0,0-1 0,0 1 0,1 0 0,-1 0 0,0 0 0,0 1 0,1 0 0,-6 2 0,-9 6 0,-35 23 0,45-27 0,-25 17 0,1 2 0,1 1 0,1 1 0,2 1 0,1 2 0,-48 65 0,71-88 0,1 1 0,0-1 0,0 1 0,0 0 0,1 0 0,0 0 0,1 1 0,0-1 0,0 1 0,1-1 0,-1 12 0,2-14 0,0 0 0,1-1 0,0 1 0,0 0 0,0-1 0,1 1 0,0-1 0,0 1 0,0-1 0,1 0 0,0 0 0,0 0 0,0 0 0,0-1 0,1 1 0,0-1 0,6 6 0,2 0 0,2 0 0,-1 0 0,1-1 0,1-1 0,-1 0 0,1-1 0,1-1 0,-1-1 0,1 0 0,0 0 0,23 2 0,-7-3 0,-1-1 0,1-2 0,-1-1 0,64-8 0,-81 6 0,1-1 0,-1 0 0,0-1 0,25-11 0,-34 13 0,1-1 0,-1 0 0,1-1 0,-1 1 0,0-1 0,-1 0 0,1 0 0,-1-1 0,1 1 0,-1-1 0,-1 0 0,1 0 0,4-9 0,-3 3 0,0-1 0,-1 0 0,0 0 0,-1 0 0,0 0 0,-1-1 0,1-19 0,-3-2 0,-5-48 0,1 46 0,2-49 0,3 78 0,0 0 0,0-1 0,0 1 0,1 0 0,1 0 0,-1 0 0,1 0 0,0 0 0,0 1 0,1-1 0,0 1 0,0 0 0,1 0 0,-1 0 0,10-8 0,-4 35 0,-7-1 0,0 0 0,-2 0 0,0 1 0,-1-1 0,-3 22 0,0 8 0,1-3 0,0 6 0,7 96 0,-5-146 0,1-1 0,-1 0 0,0 0 0,1 1 0,-1-1 0,1 0 0,0 0 0,0 0 0,0 0 0,0 0 0,0 0 0,0 0 0,1 0 0,-1-1 0,1 1 0,-1 0 0,1-1 0,-1 1 0,1-1 0,0 1 0,0-1 0,0 0 0,0 0 0,0 0 0,0 0 0,0 0 0,0-1 0,0 1 0,0 0 0,1-1 0,-1 0 0,0 1 0,0-1 0,0 0 0,1 0 0,-1 0 0,0 0 0,0-1 0,1 1 0,-1-1 0,0 1 0,0-1 0,0 0 0,0 0 0,0 0 0,0 0 0,0 0 0,0 0 0,0-1 0,0 1 0,-1-1 0,3-1 0,7-8 0,-1 0 0,-1-1 0,0 0 0,0 0 0,11-23 0,30-74 0,-38 80 0,0 2 0,4-8 0,-2-1 0,18-67 0,-53 287 0,9-118 0,-7 54 0,18-106 0,0-1 0,1 1 0,1-1 0,0 0 0,1 1 0,5 20 0,-6-30 0,0 0 0,1-1 0,-1 1 0,1-1 0,0 1 0,0-1 0,0 0 0,1 0 0,-1 0 0,1 0 0,0 0 0,0-1 0,-1 1 0,2-1 0,3 3 0,-2-2 0,0-1 0,1 1 0,-1-1 0,1 0 0,-1-1 0,1 1 0,0-1 0,0-1 0,8 1 0,-4 0 0,0-2 0,1 0 0,-1 0 0,0-1 0,0 0 0,0 0 0,0-2 0,-1 1 0,1-1 0,-1 0 0,13-9 0,-5 0 0,0-1 0,-1 0 0,-1-1 0,-1-1 0,0-1 0,-1 0 0,0 0 0,-2-2 0,13-24 0,8-27 0,29-89 0,-52 136 0,-1 1 0,-4 15 0,-1-1 0,0 1 0,-1-1 0,1 0 0,-2 0 0,1 0 0,-1 0 0,0 0 0,0 0 0,-2-13 0,1 20 0,0 0 0,0 0 0,0 0 0,-1 0 0,1 0 0,0 0 0,-1 0 0,1 0 0,-1 0 0,1 0 0,-1 0 0,0 0 0,1 0 0,-1 1 0,0-1 0,0 0 0,1 0 0,-1 1 0,0-1 0,0 1 0,0-1 0,0 1 0,0-1 0,0 1 0,0-1 0,0 1 0,0 0 0,0-1 0,0 1 0,0 0 0,0 0 0,0 0 0,0 0 0,0 0 0,0 0 0,0 0 0,0 0 0,0 0 0,0 1 0,0-1 0,0 0 0,0 1 0,0-1 0,0 1 0,0-1 0,0 1 0,0-1 0,-1 2 0,-4 2 0,-1 0 0,1 0 0,0 0 0,0 1 0,-7 8 0,-1 4-1365,2-3-5461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23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20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0 279 24575,'0'0'0,"0"0"0,18-12 0,-2 3 0,0 1 0,1 0 0,1 1 0,22-5 0,77-14 0,-106 24 0,339-43 0,-174 26 0,21-7 0,181-18 0,573-3 0,-935 47-273,1-1 0,-1-1 0,0-1 0,17-4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51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84 24575,'6'28'0,"-4"-24"0,-1 0 0,1-1 0,-1 1 0,1 0 0,0-1 0,1 1 0,-1-1 0,1 1 0,-1-1 0,1 0 0,0 0 0,0 0 0,0-1 0,1 1 0,-1-1 0,1 0 0,-1 0 0,1 0 0,0 0 0,0 0 0,0-1 0,0 0 0,0 0 0,7 1 0,11 2 0,0-2 0,0 0 0,33-2 0,-35-1 0,304-4 0,304 3 0,-500 8 0,-43-1 0,139-9 0,-173 3 0,-120-3 0,-467 7 0,350-7 0,-19-1 0,156 1 0,-1-2 0,-52-13 0,65 7 0,28 9 0,0 0 0,-1 0 0,0 0 0,1 1 0,-14-1 0,23 3 0,0 0 0,0 0 0,1 1 0,-1-1 0,0 0 0,0 0 0,0 0 0,0 0 0,0 0 0,0 0 0,0 0 0,0 0 0,0 0 0,1 0 0,-1 1 0,0-1 0,0 0 0,0 0 0,0 0 0,0 0 0,0 0 0,0 0 0,0 1 0,0-1 0,0 0 0,0 0 0,0 0 0,0 0 0,0 0 0,0 1 0,0-1 0,0 0 0,0 0 0,0 0 0,0 0 0,0 0 0,0 0 0,0 1 0,0-1 0,0 0 0,-1 0 0,1 0 0,0 0 0,0 0 0,0 0 0,0 0 0,0 0 0,0 1 0,0-1 0,0 0 0,0 0 0,-1 0 0,1 0 0,0 0 0,0 0 0,0 0 0,0 0 0,0 0 0,0 0 0,-1 0 0,1 0 0,0 0 0,0 0 0,0 0 0,0 0 0,11 7 0,117 10 0,-41-6 0,142 26 0,346 38 0,-540-72 0,-1-2 0,0-2 0,0-1 0,1-1 0,39-10 0,-80 14 0,1-1 0,-1 0 0,1-1 0,-11-1 0,-12-1 0,-573-52 0,311 8 0,-124-25 0,390 70 0,-47 2 0,65 0 0,31-1 0,0 0 0,1 1 0,32 6 0,33 0 0,-89-7 7,0 0-1,-1 0 0,1 0 0,-1 0 1,1 0-1,-1 0 0,0 0 1,1 0-1,-1 0 0,0-1 1,0 1-1,0-1 0,0 1 0,0-1 1,0 1-1,0-1 0,0 1 1,0-3-1,1 1-171,0-1 0,-1 1 0,1-1 0,-1 0 0,0 0 0,0 1 0,-1-1 0,2-7 0,-4-7-6661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53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65 24575,'0'0'0,"-13"9"0,-87 53 0,70-39 0,49-5 0,-15-15 0,0 0 0,0 0 0,0-1 0,1 1 0,-1-1 0,1 0 0,-1-1 0,1 1 0,0-1 0,5 1 0,51 5 0,-49-6 0,278 3 0,-162-6 0,291-22 0,-325 16 0,-35 5 0,0 4 0,85 11 0,-102-12 0,-125-13 0,-469-88 0,477 87 0,-145-9 0,79 12 0,116 7 0,-31-8 0,11 1 0,40 11 0,8 3 0,11 3 0,330 35 0,-212-23 0,112 27 0,-142-24 0,112 6 0,-86-14 0,-162-9 0,10 0 0,-39-3 0,-1-3 0,1-2 0,-83-17 0,-177-56 0,157 33 0,-1 12-1365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02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15 118 24575,'0'4'0,"-1"0"0,0 0 0,0 0 0,0 0 0,-1 0 0,-1 4 0,-3 6 0,7-12 0,0 0 0,0 0 0,0-1 0,1 1 0,-1 0 0,0 0 0,1-1 0,-1 1 0,1-1 0,-1 1 0,1-1 0,2 2 0,0 0 0,-1 0 0,1-1 0,0 1 0,0-1 0,1 0 0,-1 0 0,0 0 0,1-1 0,-1 0 0,1 0 0,-1 0 0,1 0 0,6 0 0,58-1 0,-60-1 0,176-18 0,39-1 0,-146 20 0,-20 0 0,1-1 0,67-12 0,-125 13 0,1 0 0,0 0 0,-1-1 0,1 1 0,0-1 0,-1 1 0,1-1 0,0 0 0,-1 0 0,1 0 0,-1 0 0,1 0 0,1-2 0,-2 3 0,-1 0 0,0 0 0,0-1 0,0 1 0,0 0 0,0 0 0,0-1 0,0 1 0,0 0 0,0 0 0,0-1 0,0 1 0,0 0 0,0 0 0,0-1 0,0 1 0,0 0 0,0 0 0,0-1 0,0 1 0,0 0 0,0 0 0,0-1 0,0 1 0,0 0 0,-1 0 0,1-1 0,0 1 0,0 0 0,-1 0 0,-13-9 0,-38-7 0,-1 2 0,0 2 0,-81-7 0,29 9 0,-103-16 0,144 14 0,-1 2 0,-102-2 0,198 31 0,1-6 0,0-2 0,1-1 0,0-1 0,45 5 0,139 5 0,-125-13 0,134 18 0,-221-22 0,1 0 0,0 0 0,-1 0 0,1 1 0,-1 0 0,1 0 0,5 5 0,-17 15 0,4-21-38,1-1 0,0 1 0,0 0 0,-1-1 0,1 1 0,-1 0 0,1-1 0,-1 0 0,0 1 0,0-1 0,1 0 0,-1 0 0,0 0 0,0 0-1,0 0 1,0-1 0,-4 2 0,2-1-642,-5 3-6146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06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24575,'0'0'0,"0"0"0,0 0 0,0 0 0,0 0 0,7 8 0,4 7 0,-1 1 0,0 0 0,-1 1 0,-1 0 0,-1 0 0,0 0 0,-1 1 0,-1 0 0,4 29 0,-3-7 0,-2 0 0,-2 1 0,-4 54 0,-1-61 0,-1-1 0,-16 54 0,-27 62 0,29-97 0,8-79 0,7 0 0,0-1 0,2 0 0,1 0 0,1 0 0,6-34 0,36-135 0,-32 157 0,2 0 0,19-37 0,-23 58 0,1 0 0,1 0 0,0 2 0,2-1 0,23-25 0,-34 41 0,0 0 0,0 1 0,0-1 0,0 0 0,0 1 0,0 0 0,0-1 0,0 1 0,1 0 0,-1 0 0,1 0 0,-1 0 0,0 1 0,1-1 0,0 1 0,-1-1 0,1 1 0,-1 0 0,5 0 0,-3 1 0,1 0 0,-1 0 0,0 1 0,0-1 0,0 1 0,0 0 0,0 0 0,0 0 0,-1 0 0,7 6 0,0 1 0,0 0 0,-1 1 0,0 0 0,-1 1 0,0 0 0,10 19 0,-6-4 15,-1 0 0,-1 0 0,-1 1 0,-1 0 0,-2 1 0,-1-1 0,2 31 0,-4-11-386,-2-1-1,-3 0 1,-11 71 0,12-111-6455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0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0 497 24575,'30'5'0,"-1"-4"0,0 0 0,0-3 0,0 0 0,-1-1 0,1-2 0,39-12 0,-43 10 0,0-1 0,-1-2 0,0 0 0,0-1 0,-1-1 0,-1-1 0,0-2 0,25-21 0,-40 29 0,0 0 0,-1-1 0,0 0 0,0-1 0,-1 1 0,0-1 0,0 0 0,-1 0 0,0 0 0,-1-1 0,0 0 0,-1 1 0,3-17 0,-4 14 0,0 0 0,0 0 0,-1 0 0,-1 0 0,0 0 0,-1 0 0,0 0 0,-1 0 0,0 0 0,-1 1 0,-5-12 0,8 19 0,-1 0 0,0 1 0,0-1 0,-1 0 0,1 1 0,-1 0 0,0-1 0,0 1 0,0 0 0,0 1 0,-1-1 0,1 0 0,-1 1 0,1 0 0,-1 0 0,0 0 0,0 0 0,0 0 0,0 1 0,0 0 0,0 0 0,-1 0 0,1 0 0,0 1 0,0 0 0,-1 0 0,1 0 0,0 0 0,-1 0 0,1 1 0,-4 1 0,-2 0 0,1 1 0,0 0 0,0 1 0,1 0 0,-1 0 0,1 0 0,0 1 0,0 1 0,0-1 0,1 1 0,0 1 0,0-1 0,-8 11 0,5-2 0,0 0 0,1 0 0,1 1 0,0 0 0,1 1 0,1 0 0,1 0 0,0 0 0,-3 23 0,4-13 0,2 0 0,0 1 0,2-1 0,1 0 0,6 40 0,-6-57 0,1 0 0,1 0 0,-1 0 0,1 0 0,1-1 0,0 1 0,0-1 0,1 0 0,0 0 0,1 0 0,0-1 0,0 0 0,1 0 0,0 0 0,0-1 0,1 0 0,-1-1 0,2 0 0,-1 0 0,1 0 0,0-1 0,0 0 0,11 3 0,-6-2 0,1 0 0,0-1 0,1-1 0,-1-1 0,1 0 0,19 1 0,-27-4 0,-1 0 0,1 0 0,0-1 0,-1 0 0,1-1 0,-1 0 0,1 0 0,-1 0 0,0-1 0,0 0 0,0 0 0,0-1 0,-1 0 0,12-8 0,-9 4 12,-1-1 0,1 1 0,-1-1 0,-1-1 0,1 1 0,-2-1 0,1 0 0,-2-1 0,9-18 0,-7 8-309,-1 1 0,0-1 0,-1 0 0,2-32 0,-4 13-6529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07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 24575,'0'23'0,"-5"162"0,0 26 0,7-148 0,12 83 0,-14-144 0,0-1 0,0 1 0,0 0 0,0 0 0,1 0 0,-1-1 0,1 1 0,0 0 0,-1-1 0,1 1 0,0 0 0,0-1 0,0 1 0,0-1 0,0 1 0,0-1 0,0 0 0,1 1 0,-1-1 0,0 0 0,1 0 0,-1 0 0,1 0 0,0 0 0,-1 0 0,1 0 0,0-1 0,-1 1 0,1-1 0,0 1 0,3 0 0,-3-2 0,1 1 0,-1 0 0,1-1 0,-1 0 0,0 1 0,1-1 0,-1 0 0,0 0 0,0-1 0,1 1 0,-1 0 0,0-1 0,0 1 0,0-1 0,-1 0 0,1 1 0,0-1 0,-1 0 0,1 0 0,-1 0 0,1 0 0,-1-1 0,1-2 0,8-15 0,-2-1 0,0 0 0,7-35 0,8-70 0,5-24 0,-21 124 0,1 1 0,1 0 0,18-37 0,-26 61 0,0-1 0,0 1 0,0-1 0,0 1 0,0 0 0,0-1 0,0 1 0,0 0 0,1 0 0,-1-1 0,0 1 0,1 0 0,-1 0 0,1 1 0,-1-1 0,1 0 0,-1 0 0,1 1 0,0-1 0,-1 1 0,3-1 0,-2 1 0,-1 1 0,1-1 0,-1 0 0,1 1 0,-1-1 0,0 1 0,1-1 0,-1 1 0,1 0 0,-1 0 0,0 0 0,0-1 0,1 1 0,-1 0 0,0 0 0,0 1 0,0-1 0,0 0 0,0 0 0,0 0 0,-1 1 0,1-1 0,0 0 0,-1 1 0,2 2 0,10 29 0,0 1 0,12 66 0,-14-55 0,16 47 0,-17-65 0,2 0 0,21 37 0,-29-58 0,1 0 0,-1 0 0,1 0 0,1-1 0,-1 0 0,1 0 0,0 0 0,0 0 0,0-1 0,1 0 0,0 0 0,-1 0 0,1-1 0,1 0 0,-1 0 0,10 2 0,-12-4 0,1 0 0,-1-1 0,1 0 0,-1 0 0,1 0 0,-1-1 0,1 1 0,-1-1 0,1 0 0,-1-1 0,1 1 0,-1-1 0,0 1 0,0-1 0,0-1 0,0 1 0,0-1 0,0 1 0,-1-1 0,1 0 0,-1 0 0,4-5 0,3-3 0,-1 0 0,-1-1 0,0 1 0,-1-2 0,0 1 0,6-16 0,4-20 0,-3 0 0,-1-2 0,-2 0 0,-3 0 0,3-75 0,-11 117-151,-1-1-1,0 1 0,0 0 0,-1 0 1,0-1-1,0 1 0,-1 0 1,-7-14-1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57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6016 0 24575,'0'4'0,"0"1"0,0-1 0,0 0 0,0 0 0,0 0 0,-1 0 0,0 0 0,0 0 0,0 0 0,0 0 0,-1-1 0,1 1 0,-1 0 0,0-1 0,0 1 0,0-1 0,-1 0 0,1 1 0,-1-1 0,0 0 0,0-1 0,0 1 0,0 0 0,0-1 0,-1 0 0,1 1 0,-7 2 0,-103 51 0,-77 42 0,121-54 0,3 4 0,-71 64 0,55-42 0,-40 31 0,-222 174 0,63-96 0,103-71 0,-192 100 0,225-131 0,-362 182 0,110-58 0,-2-7 0,-178 81 0,243-107 0,76-36 0,-44 26 0,191-98 0,-44 20 0,-84 46 0,127-69 0,-4 2 0,96-46 0,0 1 0,1 1 0,-29 30 0,29-26 0,0-1 0,-2 0 0,-25 15 0,31-23 0,0 0 0,0 1 0,-19 19 0,31-27 14,0 0-1,0 0 0,-1 0 0,1-1 1,-1 1-1,1-1 0,-1 0 1,-5 2-1,8-3-48,0-1 1,0 0-1,0 0 1,1 0-1,-1 0 1,0 0-1,0 0 1,0 0-1,0 0 1,0 0-1,1 0 1,-1 0-1,0 0 0,0-1 1,0 1-1,0 0 1,1-1-1,-1 1 1,0 0-1,0-1 1,1 1-1,-1-1 1,0 1-1,1-1 1,-1 0-1,0 1 1,1-1-1,-1 0 0,1 1 1,-1-1-1,1 0 1,0 0-1,-1 1 1,1-1-1,0 0 1,-1 0-1,1 0 1,0 1-1,0-1 1,0 0-1,-1 0 0,1-2 1,-1-5-6792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58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480 1 24575,'-1'0'0,"2"0"0,-2 0 0,0 11 0,-2 6 0,-1 0 0,-1-1 0,0 1 0,-1-1 0,-1 0 0,0 0 0,-2-1 0,-10 16 0,-15 17 0,-42 45 0,9-12 0,-21 49 0,52-75 0,-42 50 0,46-73 0,31-31 0,1-1 0,0 1 0,0-1 0,0 1 0,0-1 0,0 1 0,0 0 0,0-1 0,0 1 0,0-1 0,0 1 0,0-1 0,0 1 0,0-1 0,1 1 0,-1-1 0,0 1 0,0-1 0,1 1 0,-1-1 0,0 1 0,0-1 0,1 1 0,-1-1 0,1 1 0,-1-1 0,0 0 0,1 1 0,0-1 0,12 13 0,-5-8 0,0 0 0,1-1 0,0 0 0,0 0 0,0-1 0,0 0 0,1 0 0,-1-1 0,12 1 0,89 4 0,-93-7 0,62-5 0,-57 2 0,-1 2 0,37 1 0,-57 1-45,0-1-1,0 0 1,0 0-1,1 0 1,-1 1-1,0-1 1,0 0-1,0 1 1,0-1-1,0 1 1,0-1-1,0 1 1,0 0-1,0-1 1,0 1-1,0 0 1,-1 0-1,1 0 1,0-1-1,0 1 1,-1 0-1,1 0 1,-1 0-1,1 0 0,-1 0 1,1 0-1,-1 1 1,1-1-1,-1 1 1,2 8-6781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28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24575,'0'0'0,"0"0"0,0 0 0,0 0 0,0 0 0,0 10 0,35 612 0,-2-354 0,-33-267 0,0 1 0,0 0 0,1-1 0,-1 1 0,0 0 0,1-1 0,0 1 0,-1-1 0,1 1 0,0-1 0,0 1 0,-1-1 0,1 1 0,0-1 0,1 0 0,-1 0 0,0 1 0,0-1 0,0 0 0,1 0 0,2 1 0,-3-1 0,1-1 0,-1 0 0,0 0 0,1 0 0,-1 0 0,1 0 0,-1 0 0,0 0 0,1 0 0,-1-1 0,1 1 0,-1-1 0,0 1 0,1-1 0,-1 1 0,0-1 0,0 0 0,0 1 0,1-1 0,-1 0 0,0 0 0,0 0 0,0 0 0,0 0 0,0 0 0,0 0 0,0-2 0,5-5 0,-1 1 0,-1-1 0,1 0 0,-1-1 0,-1 1 0,0-1 0,4-11 0,11-67 0,-17 77 0,12-92 0,-4 0 0,-6-139 0,-3 240 0,0-1 0,-1 1 0,1 0 0,0 0 0,0 0 0,0-1 0,0 1 0,0 0 0,1 0 0,-1 0 0,0 0 0,1-1 0,-1 1 0,0 0 0,1 0 0,-1 0 0,1 0 0,0 0 0,-1 0 0,1 0 0,1-2 0,-1 3 0,0 0 0,0 0 0,0 0 0,0 0 0,0 0 0,-1 0 0,1 0 0,0 1 0,0-1 0,0 0 0,0 0 0,-1 1 0,1-1 0,0 0 0,0 1 0,-1-1 0,1 1 0,0-1 0,0 1 0,-1-1 0,1 1 0,0 0 0,6 6 0,-1 0 0,1 0 0,-2 0 0,7 10 0,35 67 0,43 104 0,-55-108 0,81 134 0,-108-202 0,1 0 0,1 0 0,20 18 0,-25-25 0,0 0 0,1-1 0,0 0 0,-1-1 0,1 1 0,1-1 0,-1 0 0,0 0 0,1-1 0,9 3 0,-14-5 0,-1 0 0,1 0 0,0 0 0,0 0 0,0 0 0,0 0 0,0 0 0,0-1 0,-1 1 0,1-1 0,0 1 0,0-1 0,-1 0 0,1 1 0,0-1 0,-1 0 0,3-2 0,-1 1 0,0-1 0,0 0 0,-1 0 0,1 0 0,-1 0 0,0 0 0,1-1 0,0-3 0,4-7 0,-2-1 0,0 0 0,4-20 0,-8 32 0,8-39 0,-3 0 0,3-54 0,-7-91 0,-2 91 0,10-288 0,-9 332 0,4-52 0,-4 100-59,0 6 174,1 6-842,-1-6 33,0 6-6132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29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0,3 27 0,9 476 0,-16-466 0,3-21 0,4-37 0,47-312-1365,-43 292-5461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29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24575,'25'10'0,"-19"-7"0,14 3 0,0-1 0,0-1 0,1-1 0,-1-1 0,1 0 0,0-2 0,25-2 0,30 2 0,-7 6 0,-62-5 0,0 1 0,-1 0 0,1 0 0,-1 0 0,1 1 0,-1-1 0,0 2 0,7 4 0,-11-7 0,0 1 0,0-1 0,-1 1 0,1-1 0,0 1 0,-1 0 0,0 0 0,1-1 0,-1 1 0,0 0 0,0 0 0,0 0 0,0 1 0,0-1 0,-1 0 0,1 0 0,-1 0 0,1 4 0,-1-2 0,0 0 0,-1-1 0,1 1 0,-1 0 0,0 0 0,0-1 0,0 1 0,0 0 0,-1-1 0,-1 5 0,-6 5 0,1 1 0,-2-1 0,0-1 0,-13 13 0,21-22 0,-16 16 0,-39 31 0,88-45 0,2-4 0,0-1 0,34-5 0,-20 1 0,152-18-1365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29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24575,'2'26'0,"7"47"0,1 9 0,-1 108-1365,-8-170-5461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0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24575,'4'13'0,"0"0"0,-1-1 0,-1 1 0,0 0 0,-1 0 0,0 0 0,-2 17 0,6 202 0,-3-172 0,3 0-1365,-4-48-5461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0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24575,'0'0'0,"0"9"0,1-1 0,0 0 0,4 12 0,2 21 0,-5 58 92,0 20-1549,0-100-5369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0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24575,'0'0'0,"-9"88"0,2 206-1365,7-281-5461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24575,'0'0'0,"2"8"0,6 21 0,-3-1 0,0 1 0,-2 0 0,-1 1 0,-2 39 0,4 53 0,1-19 88,2 26-1541,-5-114-5373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1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24575,'12'31'0,"-10"-12"0,-1-1 0,0 1 0,-1 0 0,-4 20 0,1 27 0,3 105-1365,0-157-5461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38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384 84 24575,'0'0'0,"0"0"0,0 0 0,0 0 0,0 0 0,-4-25 0,3 22 0,0 0 0,0 0 0,0 0 0,0 0 0,0 0 0,-1 1 0,0-1 0,1 1 0,-1-1 0,0 1 0,0-1 0,0 1 0,-1 0 0,1 0 0,0 0 0,-1 0 0,-3-2 0,1 2 0,1 0 0,-1 1 0,0-1 0,0 1 0,0 0 0,0 0 0,0 0 0,0 1 0,-10 0 0,2 1 0,0 1 0,0 0 0,0 1 0,0 0 0,1 1 0,-1 0 0,-19 11 0,17-6 0,0 1 0,1 0 0,0 1 0,0 1 0,1 0 0,1 1 0,0 1 0,1-1 0,-15 26 0,23-36 0,1 1 0,0 0 0,0 0 0,1-1 0,-1 1 0,1 1 0,0-1 0,0 0 0,0 0 0,0 0 0,1 1 0,0-1 0,-1 0 0,2 1 0,-1-1 0,0 0 0,1 0 0,0 1 0,0-1 0,0 0 0,1 0 0,-1 0 0,1 0 0,0 0 0,0-1 0,0 1 0,1 0 0,-1-1 0,1 0 0,0 1 0,6 4 0,3 2 0,0 0 0,1-1 0,0 0 0,0-1 0,1 0 0,0-1 0,25 8 0,51 9 0,-71-21 0,-1 1 0,0 0 0,0 2 0,-1 0 0,1 1 0,31 19 0,-47-25 0,0 0 0,0 1 0,0-1 0,-1 0 0,1 1 0,0 0 0,-1-1 0,1 1 0,-1 0 0,0 0 0,0 0 0,1 0 0,-1 0 0,0 0 0,-1 0 0,1 1 0,0-1 0,-1 0 0,1 0 0,0 3 0,-2-2 0,1 0 0,0 0 0,-1 0 0,0 0 0,0 0 0,0 0 0,0 0 0,0 0 0,0-1 0,-1 1 0,1-1 0,-1 1 0,-3 3 0,-3 3 0,0 0 0,-1-1 0,0 0 0,-1-1 0,0 0 0,-14 8 0,12-9 0,1-1 0,-1 0 0,0-1 0,0 0 0,-21 4 0,25-7 0,1 0 0,-1 0 0,1-1 0,-1 0 0,1 0 0,-1-1 0,1 0 0,0-1 0,-1 1 0,-11-5 0,17 5 0,-1-1 0,1 1 0,0-1 0,-1 1 0,1-1 0,0 0 0,0 0 0,0 0 0,0 0 0,0 0 0,1 0 0,-1-1 0,1 1 0,-1 0 0,1-1 0,0 0 0,0 1 0,0-1 0,0 1 0,0-1 0,1 0 0,-1 0 0,1 0 0,0 1 0,0-4 0,0-7 0,0 0 0,2-1 0,5-24 0,-5 30 0,26-104-1365,-15 73-5461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39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24575,'0'0'0,"0"0"0,0 0 0,0 0 0,1 1 0,1-1 0,-1 0 0,1 0 0,-1 1 0,0-1 0,1 0 0,-1 1 0,0-1 0,1 1 0,-1 0 0,0 0 0,0-1 0,0 1 0,0 0 0,1 0 0,-1 0 0,0 0 0,-1 0 0,1 0 0,0 0 0,0 1 0,0-1 0,-1 0 0,1 0 0,0 1 0,-1-1 0,1 0 0,-1 1 0,0-1 0,1 0 0,-1 1 0,0 1 0,1 5 0,0 0 0,-1 0 0,0 0 0,-1 12 0,-36 201 0,-1 18 0,25 132 0,16-387 0,0 0 0,7-23 0,-3 13 0,2-9 0,2 1 0,0 0 0,3 1 0,1 0 0,1 1 0,2 1 0,38-52 0,-50 76 0,1 1 0,0 0 0,13-10 0,16-13 0,-45 90 0,3-30 0,-15 83 0,20-101 0,0 0 0,1-1 0,1 1 0,0 0 0,0-1 0,6 25 0,-6-35 0,0 1 0,0-1 0,0 1 0,1-1 0,-1 0 0,1 0 0,-1 1 0,1-1 0,0 0 0,-1 0 0,1-1 0,0 1 0,0 0 0,0 0 0,1-1 0,-1 0 0,0 1 0,1-1 0,-1 0 0,1 0 0,-1 0 0,1 0 0,-1-1 0,1 1 0,-1-1 0,1 1 0,0-1 0,-1 0 0,1 0 0,4-1 0,2 0 0,-1 0 0,0 0 0,0-1 0,0 0 0,0-1 0,-1 0 0,1 0 0,13-8 0,-10 3 0,0 0 0,0 0 0,-1-1 0,-1 0 0,1-1 0,-2 0 0,1 0 0,-1-1 0,-1 0 0,0-1 0,-1 0 0,0 0 0,0 0 0,-2 0 0,1-1 0,-2 0 0,5-23 0,-8 33 0,0 1 0,0 0 0,1-1 0,-1 1 0,-1 0 0,1-1 0,0 1 0,0 0 0,-1 0 0,0-1 0,1 1 0,-1 0 0,0 0 0,0 0 0,0 0 0,0 0 0,0 0 0,-1 0 0,1 0 0,-1 0 0,1 1 0,-1-1 0,0 0 0,1 1 0,-1 0 0,0-1 0,0 1 0,0 0 0,0 0 0,0 0 0,-4-1 0,3 1 0,0 0 0,0 1 0,0 0 0,0-1 0,0 1 0,0 0 0,0 1 0,0-1 0,0 0 0,0 1 0,0 0 0,0-1 0,0 1 0,0 1 0,0-1 0,1 0 0,-1 1 0,0-1 0,1 1 0,-1 0 0,1 0 0,0 0 0,-4 3 0,-13 20-1365,13-16-5461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39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 24575,'0'0'0,"0"0"0,9 10 0,-7-5 0,1 0 0,-2 0 0,1-1 0,-1 1 0,1 0 0,-1 0 0,-1 1 0,1-1 0,-1 0 0,0 0 0,0 5 0,-9 63 0,5-47 0,-49 300 0,-2 14 0,27 3 0,28-280 0,-15-228-1365,11 119-5461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39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24575,'6'-1'0,"-1"0"0,1 0 0,-1-1 0,10-3 0,-10 3 0,1 0 0,-1 0 0,1 1 0,-1 0 0,11-1 0,-6 2 0,-1 1 0,1 0 0,-1 0 0,0 1 0,0 1 0,0 0 0,0 0 0,0 0 0,9 6 0,0 1 0,1 1 0,32 26 0,-46-32 0,1 0 0,-1 0 0,1 1 0,-2-1 0,1 1 0,-1 0 0,0 1 0,0-1 0,0 1 0,-1 0 0,0 0 0,0 0 0,-1 0 0,0 0 0,0 1 0,-1-1 0,0 1 0,0 10 0,-1-8 0,-1 0 0,0 0 0,0 0 0,-1 0 0,-1 0 0,0 0 0,0-1 0,0 1 0,-2-1 0,1 0 0,-1 0 0,0 0 0,-7 8 0,-2 0 0,-1 0 0,0 0 0,-2-2 0,1 0 0,-2 0 0,0-2 0,-1 0 0,0-1 0,-36 15 0,11-16 0,32-9 0,26-35-1365,-5 14-5461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40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74 219 24575,'18'8'0,"-7"-1"0,8-1 0,1-1 0,0 0 0,-1-1 0,1-2 0,1 0 0,-1-1 0,38-3 0,-49 1 0,0-1 0,0 0 0,0 0 0,0-1 0,-1 0 0,1-1 0,-1 0 0,9-5 0,-14 7 0,-1 0 0,1-1 0,-1 1 0,0 0 0,1-1 0,-1 1 0,0-1 0,-1 1 0,1-1 0,0 0 0,-1 0 0,3-6 0,10-39 0,-12 39 0,-1 4 0,0 0 0,0 0 0,0 1 0,-1-1 0,1-1 0,-1 1 0,0 0 0,-1 0 0,1 0 0,-1 0 0,0 1 0,0-1 0,-1 0 0,0 0 0,1 0 0,-2 1 0,-1-5 0,1 6 0,0-1 0,1 1 0,-1 0 0,0 1 0,-1-1 0,1 0 0,0 1 0,-1 0 0,0 0 0,1 0 0,-1 0 0,0 0 0,0 1 0,0 0 0,0 0 0,0 0 0,0 0 0,0 1 0,0-1 0,0 1 0,-5 0 0,-4 1 0,1 0 0,-1 1 0,1 1 0,0 0 0,0 0 0,0 1 0,0 1 0,1 0 0,0 1 0,0 0 0,0 0 0,1 1 0,-1 0 0,2 1 0,-1 1 0,-10 11 0,4-3 0,1 1 0,1 0 0,1 1 0,0 1 0,1 0 0,1 0 0,-15 42 0,23-50 0,-1 0 0,2 0 0,-1 0 0,2 0 0,0 0 0,0 0 0,1 1 0,1-1 0,0 0 0,0 0 0,1 0 0,1 0 0,0 0 0,7 18 0,-5-20 0,-1-1 0,1 0 0,0 0 0,1 0 0,0-1 0,0 0 0,1 0 0,0 0 0,1-1 0,-1 0 0,1-1 0,1 1 0,-1-2 0,1 1 0,0-1 0,0 0 0,16 5 0,-10-6 0,0 0 0,1-1 0,-1 0 0,1-2 0,-1 0 0,1 0 0,0-1 0,19-4 0,-3-1 0,-1-1 0,62-21 0,-85 24-151,-1 0-1,0 0 0,0-1 0,0 0 1,0 0-1,-1-1 0,0 0 1,10-9-1,-8 5-6674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42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24575,'0'0'0,"0"0"0,0 0 0,0 0 0,0 0 0,0 0 0,2 0 0,63-4 0,121-21 0,-25 0 0,-149 24 0,1 1 0,-1-1 0,1 2 0,-1 0 0,1 0 0,17 5 0,-54-30-1365,7 11-5461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42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24575,'0'0'0,"0"0"0,0 0 0,-1 2 0,-1 0 0,1 1 0,0-1 0,0 0 0,0 1 0,0-1 0,1 1 0,-1-1 0,0 4 0,1-6 0,-3 26 0,0 0 0,2 0 0,4 49 0,0-10 0,-10 303 0,0-35 0,1-267-1365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1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24575,'-22'443'0,"19"-376"-1365,3-55-5461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2:31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24575,'0'14'0,"-8"161"0,0 0 0,11-121 0,11 63 0,-5-44 0,-3-18 0,-3 100 0,-22 112 0,20-174 0,15 106 0,-14-173 0,4 50-341,-5 0 0,-2-1-1,-16 108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58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24575,'0'0'0,"0"0"0,0 0 0,0 0 0,0 0 0,-19 13 0,-11 7-1365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58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24575,'0'0'0,"3"7"0,0 2 0,0-1 0,0-1 0,-1-2 0,-1-2 0,0 5 0,-1 2 0,0-2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58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 24575,'-8'14'0,"0"1"0,1 0 0,0 0 0,-7 29 0,0-4 0,7-22-1365,4-12-5461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59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0,0 0 0,1 5 0,0 0 0,-1 0 0,2 0 0,-1-1 0,0 1 0,4 7 0,-2-7 0,-1 1 0,0 0 0,0 0 0,1 8 0,-2 14 35,-2 29 0,1-15-1470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00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24575,'-5'25'0,"-1"-6"0,0-2 0,1 0 0,1 0 0,0 1 0,2-1 0,0 1 0,0 0 0,2 19 0,3-8-1365,-2-21-5461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00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24575,'0'28'0,"-2"9"-138,-12 67 0,9-73-951,4-22-5737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03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1584 698 24575,'0'0'0,"0"0"0,23 0 0,-11 2 0,-1-1 0,1 2 0,0 0 0,-1 0 0,0 1 0,0 0 0,0 1 0,14 9 0,-24-14 0,-10 23 0,9-22 0,-1-1 0,1 1 0,0 0 0,0-1 0,0 1 0,0-1 0,0 1 0,-1-1 0,1 0 0,0 1 0,0-1 0,-1 1 0,1-1 0,0 1 0,-1-1 0,1 0 0,-1 1 0,1-1 0,0 0 0,-1 1 0,1-1 0,-1 0 0,1 0 0,-1 1 0,1-1 0,-1 0 0,1 0 0,-1 0 0,1 0 0,-1 0 0,1 1 0,-1-1 0,1 0 0,-1 0 0,0-1 0,-17-11 0,15 9 0,0 2 0,1-1 0,-1 2 0,0-1 0,1 0 0,-1 0 0,0 1 0,0-1 0,0 1 0,1 0 0,-1 0 0,0 0 0,-3 1 0,-16-2 0,-12-7 0,1-3 0,-55-23 0,-18-7 0,-51-24 0,54 20 0,-68-32 0,108 46 0,-1 3 0,-71-20 0,97 35 0,-70-33 0,85 34 0,0-2 0,-27-22 0,27 20 0,-48-28 0,6 5 0,55 31 0,-1 1 0,0 0 0,0 1 0,-1 0 0,0 1 0,0 0 0,0 1 0,-20-4 0,25 7 0,1-1 0,-1 0 0,0 0 0,1-1 0,0 0 0,-1 0 0,1 0 0,-8-6 0,-14-8 0,24 15 0,-1 0 0,1-1 0,0 0 0,-1 0 0,2 0 0,-1-1 0,0 1 0,0-1 0,1 0 0,-4-5 0,64 39 0,-47-23 0,0-1 0,1-1 0,-1 0 0,1 0 0,1-1 0,17 4 0,-11-3 0,33 14 0,-7 5 0,-2 1 0,40 31 0,-24-19 0,62 31 0,-35-21 0,-31-15 0,-32-17 0,2-1 0,-1-1 0,50 18 0,244 97 0,-146-53 0,10-19 0,-22-8 0,-101-27-1365,-44-17-5461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04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24575,'0'0'0,"20"10"0,122 37 0,-98-35 0,75 32 0,-36 0 0,31 13 0,-38-24 0,74 45 0,-81-42 0,136 47 0,-145-61 0,84 28 0,-101-36 0,68 25 0,-107-37 0,17 8 0,-19-7 0,-15-3 0,-13-6-1365,14 3-5461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06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24575,'0'0'0,"0"0"0,0 0 0,0 0 0,0 0 0,0 0 0,0 0 0,2-1 0,49-5 0,91-25 0,46-29 0,-95 28 0,115-22 0,-156 47 0,-39 6 0,0 0 0,-1-1 0,1 0 0,-1-1 0,21-8 0,-42 14 28,0 0 0,0-1 0,-18 3 1,-5 1-1507,26-4-5348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24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88 330 24575,'-26'166'0,"5"-49"0,1 28 0,6 1 0,8 197 0,6-332 0,0 1 0,1 0 0,0 1 0,5 17 0,-6-28 0,1 0 0,0 1 0,0-1 0,-1 1 0,1-1 0,1 0 0,-1 0 0,0 0 0,1 1 0,-1-1 0,1 0 0,-1-1 0,1 1 0,0 0 0,0 0 0,0-1 0,0 1 0,0-1 0,0 0 0,0 1 0,0-1 0,1 0 0,2 1 0,-3-2 0,1 0 0,-1 0 0,1 0 0,-1 0 0,1-1 0,-1 1 0,0 0 0,1-1 0,-1 0 0,0 1 0,1-1 0,-1 0 0,0 0 0,0-1 0,0 1 0,0 0 0,0-1 0,0 1 0,0-1 0,3-3 0,4-4 0,-1-1 0,12-17 0,-19 25 0,24-38 0,-1-2 0,-2-1 0,-2-1 0,18-57 0,43-190 0,-72 256 0,100-427 0,-82 358 0,-55 548 0,29-336 0,6-1 0,22 122 0,-22-195 0,1-2 0,13 38 0,-15-56 0,0 1 0,1-1 0,1-1 0,0 1 0,0-1 0,20 21 0,-26-31 0,1 0 0,1 0 0,-1-1 0,0 1 0,1-1 0,-1 0 0,1 0 0,0 0 0,0 0 0,0-1 0,0 0 0,0 0 0,0 0 0,0 0 0,0 0 0,0-1 0,0 0 0,0 0 0,0 0 0,1 0 0,-1-1 0,0 1 0,0-1 0,0 0 0,0-1 0,5-1 0,3-2 0,0-1 0,0 0 0,-1-1 0,0 0 0,0-1 0,0 0 0,10-12 0,5-7 0,-1-2 0,-1 0 0,-2-2 0,-1 0 0,-1-2 0,21-48 0,-5-3 0,37-132 0,-52 138 0,16-106 0,-31 135 0,-2-1 0,-2 1 0,-7-71 0,4 110 0,0 0 0,-1 0 0,0 0 0,-1 0 0,0 0 0,-1 1 0,0 0 0,-9-17 0,11 23 0,0 0 0,0 0 0,-1 0 0,1 1 0,-1-1 0,1 0 0,-1 1 0,0 0 0,0 0 0,0 0 0,0 0 0,0 0 0,-1 1 0,1-1 0,0 1 0,-1 0 0,1 0 0,-1 0 0,0 0 0,1 1 0,-1-1 0,1 1 0,-1 0 0,0 0 0,1 0 0,-1 1 0,-4 0 0,4 0 0,-1 1 0,1-1 0,0 1 0,0 0 0,0 0 0,0 0 0,0 0 0,0 1 0,1 0 0,-1-1 0,1 1 0,-4 4 0,1 0 0,1 0 0,0 0 0,0 1 0,0-1 0,-5 14 0,2 0 0,0 1 0,2-1 0,-7 43 0,7-23-682,0 51-1,6-70-6143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25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24575,'22'18'0,"2"-2"0,0-1 0,1-1 0,36 14 0,-34-17 0,0 1 0,47 32 0,-70-41 0,0 0 0,-1 0 0,1 0 0,-1 0 0,0 1 0,0-1 0,0 1 0,0 0 0,-1 0 0,1 0 0,2 8 0,-4-9 0,0 0 0,0 0 0,-1-1 0,0 1 0,1 0 0,-1 0 0,0 0 0,-1 0 0,1 0 0,0 0 0,-1 0 0,0-1 0,1 1 0,-1 0 0,0 0 0,-1-1 0,1 1 0,0 0 0,-4 4 0,-7 8 0,0-1 0,-1 0 0,-1 0 0,0-2 0,-17 12 0,-34 33 0,65-57 0,-1 1 0,0-1 0,1 1 0,-1-1 0,1 1 0,-1-1 0,1 1 0,-1 0 0,1-1 0,0 1 0,-1 0 0,1-1 0,0 1 0,-1 0 0,1-1 0,0 1 0,0 0 0,0 0 0,-1-1 0,1 1 0,0 0 0,0 0 0,0-1 0,0 1 0,0 0 0,1 0 0,-1-1 0,0 1 0,0 0 0,1 1 0,0-1 0,0 0 0,1 1 0,-1-1 0,0 0 0,1 0 0,-1 0 0,1 0 0,-1 0 0,1 0 0,-1-1 0,1 1 0,3 0 0,7 2 0,0 0 0,23 1 0,-33-3 0,22 1 0,-1-2 0,1 0 0,-1-1 0,1-1 0,-1-1 0,28-7 0,-41 7 0,1-1 0,0 1 0,-1-2 0,0 1 0,0-1 0,0-1 0,-1 0 0,0 0 0,0-1 0,0 0 0,-1-1 0,0 0 0,-1 0 0,0-1 0,7-9 0,-5 1 0,0 0 0,-1-1 0,-1 0 0,0 0 0,-1-1 0,-2 0 0,0 0 0,-1 0 0,0 0 0,-1-31 0,-2 48 0,0 1 0,0-1 0,0 0 0,0 1 0,0-1 0,0 0 0,1 1 0,-1-1 0,1 1 0,-1-1 0,1 1 0,-1-1 0,1 1 0,0-1 0,0 1 0,2-3 0,-2 3 0,1 0 0,-1 1 0,1-1 0,0 0 0,0 1 0,-1-1 0,1 1 0,0 0 0,0-1 0,-1 1 0,1 0 0,0 0 0,0 0 0,2 1 0,4-1 0,0 1 0,0 1 0,0-1 0,0 1 0,0 0 0,-1 1 0,1 0 0,-1 0 0,1 1 0,-1 0 0,0 0 0,0 1 0,-1 0 0,1 0 0,-1 0 0,0 1 0,-1 0 0,1 0 0,-1 0 0,0 1 0,5 9 0,-8-11 0,0 1 0,-1 0 0,1-1 0,-1 1 0,0 0 0,-1 0 0,1 0 0,-1-1 0,0 1 0,-1 0 0,1 0 0,-1 0 0,0 0 0,-1-1 0,-3 11 0,1-4 0,-2 1 0,1-1 0,-2 0 0,1-1 0,-2 1 0,-8 9 0,-76 74 0,92-94 0,-1 0 0,1-1 0,0 1 0,-1 0 0,1 0 0,0-1 0,-1 1 0,1 0 0,0 0 0,0-1 0,0 1 0,0 0 0,0 0 0,0-1 0,0 1 0,0 0 0,0 0 0,0 0 0,0-1 0,0 1 0,1 0 0,-1 0 0,0-1 0,1 1 0,-1 0 0,0-1 0,1 1 0,-1 0 0,1-1 0,-1 1 0,1 0 0,-1-1 0,1 1 0,-1-1 0,1 1 0,0-1 0,-1 0 0,2 1 0,1 2 0,0-1 0,0-1 0,0 1 0,0 0 0,0-1 0,0 1 0,6 1 0,1-2 0,0 0 0,1 0 0,-1-1 0,1 0 0,-1-1 0,1 0 0,9-2 0,75-23 0,-55 14 0,-33 10-114,-1 0 1,0-1-1,1 0 0,-1 0 0,0 0 1,-1-1-1,1 0 0,-1 0 0,1-1 1,-1 1-1,7-10 0,0 0-6712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26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24575,'20'-1'0,"416"-43"0,-425 42 0,-2 0 0,0 1 0,1-1 0,0 2 0,-1-1 0,1 1 0,17 2 0,-27-2-1,0 0 0,1 0-1,-1 0 1,0 0 0,0 0-1,1 0 1,-1 1 0,0-1-1,0 0 1,1 0 0,-1 0-1,0 0 1,0 0 0,0 0 0,1 0-1,-1 1 1,0-1 0,0 0-1,0 0 1,1 0 0,-1 0-1,0 1 1,0-1 0,0 0-1,0 0 1,0 0 0,0 1-1,1-1 1,-1 0 0,0 0-1,0 1 1,0-1 0,0 0 0,0 0-1,0 1 1,0-1 0,0 0-1,-7 10 126,-13 5-1563,-2-5-5387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26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24575,'0'0'0,"0"0"0,30 3 0,31-1 0,-1-4 0,1-2 0,79-15 0,-6 0 0,-96 18 120,-36 1-188,-1 0 1,1 0-1,0 0 1,-1 0-1,1 0 1,-1 1-1,1-1 1,-1 1-1,0-1 1,1 1-1,-1-1 1,1 1-1,-1 0 1,0-1-1,1 1 1,-1 0-1,0 0 1,0 0-1,0 0 1,0 0-1,1 2 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32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331 0 24575,'0'0'0,"0"0"0,0 0 0,0 0 0,0 0 0,-8 5 0,-24 10 0,9-6 0,1 2 0,1 1 0,0 0 0,-33 27 0,37-24 0,2 0 0,-1 1 0,2 1 0,-21 31 0,28-36 0,0 1 0,0 0 0,1 0 0,1 0 0,0 1 0,0-1 0,2 1 0,-3 20 0,5-30 0,1 0 0,-1 1 0,1-1 0,0 0 0,1 0 0,-1 0 0,1 0 0,0 0 0,0 0 0,0 0 0,0 0 0,1 0 0,0 0 0,0 0 0,0-1 0,0 1 0,0-1 0,1 1 0,-1-1 0,1 0 0,0 0 0,0 0 0,0-1 0,0 1 0,1-1 0,-1 1 0,1-1 0,-1 0 0,1-1 0,5 3 0,0-1 0,0-1 0,0 1 0,0-2 0,1 1 0,-1-1 0,1 0 0,-1-1 0,1-1 0,-1 1 0,0-1 0,1-1 0,14-3 0,-9 0 0,0 0 0,0-1 0,0-1 0,-1 0 0,0-1 0,-1-1 0,1 0 0,-2-1 0,1 0 0,-1-1 0,19-22 0,-24 25 0,-1-1 0,-1 1 0,1-1 0,-1 0 0,-1 0 0,0-1 0,0 1 0,-1-1 0,0 0 0,-1 0 0,0 0 0,0 0 0,-1 0 0,0 0 0,-1 0 0,-1-1 0,1 1 0,-1 0 0,-5-18 0,5 25 0,-1 0 0,1 0 0,-1 0 0,0 0 0,0 1 0,0-1 0,0 1 0,0-1 0,0 1 0,-1 0 0,1-1 0,-1 1 0,0 1 0,0-1 0,0 0 0,0 1 0,-3-2 0,0 0 0,-1 1 0,1-1 0,0 1 0,0 1 0,-1-1 0,1 1 0,-12 0 0,15 1-62,0 0 0,0 0 0,0 0 0,0 0 0,0 1 0,0 0 0,0-1 0,1 1 0,-1 0 0,0 0 0,0 1 0,1-1-1,-1 1 1,0-1 0,1 1 0,0 0 0,-1 0 0,1 0 0,0 0 0,0 0 0,-2 3 0,-1 2-6764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33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214 726 24575,'6'-28'0,"-4"18"0,0-1 0,0 1 0,-1-1 0,-1-15 0,0 22 0,0-1 0,-1 1 0,1 0 0,-1 0 0,0 0 0,-1 0 0,1 0 0,-1 0 0,0 0 0,0 1 0,0-1 0,0 0 0,0 1 0,-4-4 0,5 6 0,0 0 0,-1 0 0,1 0 0,0 0 0,0 0 0,-1 0 0,1 0 0,0 0 0,-1 1 0,1-1 0,-1 1 0,1-1 0,-1 1 0,1-1 0,-1 1 0,1 0 0,-1 0 0,0 0 0,1 0 0,-3 0 0,0 1 0,0 0 0,1 0 0,0 0 0,-1 0 0,1 1 0,0-1 0,-1 1 0,-4 4 0,-1 1 0,0 0 0,0 1 0,1 1 0,-12 14 0,10-8 0,0 1 0,1 0 0,1 1 0,0 0 0,1 0 0,1 1 0,0 0 0,2 0 0,0 0 0,1 1 0,-1 35 0,4-45 0,0 0 0,1-1 0,0 1 0,1 0 0,0-1 0,0 1 0,1-1 0,0 1 0,0-1 0,1 0 0,0-1 0,0 1 0,1 0 0,0-1 0,0 0 0,1 0 0,0-1 0,0 0 0,8 6 0,-10-9 0,0-1 0,1 0 0,-1-1 0,1 1 0,-1-1 0,1 0 0,0 0 0,-1 0 0,1-1 0,0 0 0,0 0 0,0 0 0,-1 0 0,1-1 0,0 0 0,-1 0 0,1 0 0,6-2 0,0-1 0,-1 0 0,1-1 0,-1 0 0,0 0 0,0-1 0,16-13 0,-10 4 0,-2 0 0,0-1 0,0 0 0,-2-1 0,0-1 0,-1 0 0,13-28 0,1-12 0,22-73 0,36-181 0,-5 17 0,-77 291 0,0 4 0,-1-1 0,0 0 0,1 0 0,-1 1 0,1-1 0,-1 0 0,0 0 0,0 0 0,1 0 0,-1 1 0,0-1 0,0 0 0,0 0 0,0 0 0,0 0 0,0 0 0,0 1 0,0-1 0,-1 0 0,1 0 0,0 0 0,0 0 0,-1 1 0,1-1 0,0 0 0,-1 0 0,1 0 0,-1 1 0,1-1 0,-1 0 0,1 1 0,-1-1 0,0 1 0,1-1 0,-1 0 0,-1 0 0,2 1 0,-1 0 0,0 0 0,0 1 0,1-1 0,-1 0 0,0 0 0,0 0 0,1 1 0,-1-1 0,0 0 0,1 1 0,-1-1 0,1 0 0,-1 1 0,0-1 0,1 1 0,-1-1 0,1 1 0,-1-1 0,1 1 0,-1 0 0,1-1 0,-1 1 0,1-1 0,0 1 0,-1 0 0,1-1 0,0 1 0,0 0 0,0 0 0,-1-1 0,1 1 0,0 1 0,-10 35 0,9-31 0,-85 305 0,3-18 0,67-222 0,3 0 0,-4 89 0,17-100 0,2 1 0,3-1 0,13 66 0,-9-96 0,-4-21 0,-5-20 0,-3-8-1365,0-1-5461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34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1 24575,'0'0'0,"0"0"0,0 0 0,0 0 0,0 0 0,0 0 0,0 2 0,-29 112 0,-48 122 0,4-19 0,56-157 0,-15 101 0,27-103 0,3 73 0,2-57 0,0-76-1365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35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78 24575,'-8'-5'0,"8"5"0,-1-1 0,1 1 0,0-1 0,0 1 0,-1 0 0,1-1 0,0 1 0,-1 0 0,1-1 0,0 1 0,-1 0 0,1 0 0,-1-1 0,1 1 0,-1 0 0,1 0 0,0 0 0,-1 0 0,1 0 0,-1-1 0,1 1 0,-1 0 0,1 0 0,-1 0 0,1 0 0,-1 0 0,1 0 0,0 0 0,-1 0 0,1 1 0,-1-1 0,1 0 0,-1 0 0,1 0 0,-1 0 0,1 1 0,0-1 0,-1 0 0,1 0 0,0 1 0,-1 0 0,-3 4 0,0 0 0,1 0 0,0 1 0,0-1 0,1 1 0,0 0 0,0 0 0,0 0 0,0 0 0,1 0 0,-1 7 0,-2 8 0,-15 49 0,-47 212 0,56-225 0,3-1 0,2 1 0,3 63 0,2-111 0,1 0 0,0-1 0,1 1 0,0 0 0,1 0 0,4 11 0,-6-17 0,1 1 0,0-1 0,-1 0 0,1 1 0,0-1 0,1 0 0,-1 0 0,1-1 0,-1 1 0,1 0 0,0-1 0,0 1 0,0-1 0,0 0 0,0 0 0,0 0 0,5 1 0,-6-3 0,0 1 0,0-1 0,0 0 0,0 0 0,0 0 0,1 0 0,-1 0 0,0 0 0,0-1 0,0 1 0,0-1 0,0 1 0,0-1 0,0 0 0,0 0 0,0 0 0,0 0 0,0 0 0,-1 0 0,1-1 0,0 1 0,-1-1 0,1 1 0,-1-1 0,2-2 0,5-5 0,-1 0 0,-1-1 0,8-14 0,14-38 0,-2 0 0,-3-2 0,15-69 0,-4 15 0,-25 89 0,54-160 0,-44 139 0,45-83 0,-63 131 0,0 0 0,0 1 0,0-1 0,0 1 0,0-1 0,0 1 0,0-1 0,0 1 0,1 0 0,-1 0 0,3-2 0,-3 3 0,-1 0 0,0 0 0,1-1 0,-1 1 0,0 0 0,1 0 0,-1 0 0,0 0 0,1 0 0,-1 0 0,0 1 0,1-1 0,-1 0 0,1 0 0,-1 0 0,0 0 0,1 0 0,-1 0 0,0 1 0,0-1 0,1 0 0,-1 0 0,0 0 0,1 1 0,-1-1 0,0 0 0,0 0 0,1 1 0,-1-1 0,0 0 0,0 1 0,0-1 0,0 0 0,1 1 0,1 5 0,0 0 0,-1 0 0,0 0 0,1 0 0,-2 0 0,1 8 0,-7 233 0,-1-10 0,8-204 0,2-1 0,1 0 0,2 0 0,1 0 0,13 37 0,-19-65 0,1 0 0,-1 0 0,1-1 0,0 1 0,0 0 0,0-1 0,0 1 0,1-1 0,-1 0 0,1 0 0,0 0 0,0 0 0,0 0 0,0-1 0,0 1 0,7 3 0,-6-5 0,-1 0 0,0-1 0,1 1 0,-1-1 0,1 1 0,-1-1 0,1 0 0,-1 0 0,0-1 0,1 1 0,-1-1 0,1 0 0,-1 0 0,0 0 0,0 0 0,1 0 0,-1-1 0,0 1 0,0-1 0,4-3 0,3-2 0,0-1 0,0 0 0,-1-1 0,0 0 0,-1 0 0,0-1 0,10-15 0,43-82 0,-53 92 0,22-44 0,29-81 0,-48 108 0,-1-1 0,-2 1 0,-1-2 0,3-50 0,-9 79-105,-1-1 0,0 0 0,0 0 0,0 0 0,-1 1 0,1-1 0,-2 0 0,1 1 0,0-1 0,-1 0 0,0 1 0,-4-7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35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24575,'129'26'0,"-124"-26"0,0 1 0,0 0 0,-1 1 0,1-1 0,0 1 0,-1 0 0,1 0 0,-1 0 0,1 1 0,4 3 0,-7-4 0,0 0 0,0-1 0,-1 1 0,1 0 0,0 0 0,-1 0 0,1 1 0,-1-1 0,0 0 0,0 0 0,0 1 0,0-1 0,0 1 0,-1-1 0,1 1 0,-1-1 0,1 1 0,-1-1 0,0 1 0,0-1 0,0 1 0,-1 2 0,-1 6 0,0 0 0,-1-1 0,0 0 0,-1 1 0,0-1 0,-7 10 0,-2 5 0,-22 27 0,-37 28 0,72-80 0,0 1 0,-1-1 0,1 0 0,0 1 0,-1-1 0,1 0 0,0 1 0,0-1 0,0 1 0,-1-1 0,1 0 0,0 1 0,0-1 0,0 1 0,0-1 0,0 1 0,0-1 0,0 1 0,0-1 0,0 0 0,0 1 0,0-1 0,0 1 0,0-1 0,0 1 0,0-1 0,0 0 0,1 1 0,-1-1 0,0 1 0,0-1 0,0 0 0,1 1 0,-1-1 0,0 0 0,1 1 0,1 0 0,-1 0 0,1 0 0,0 0 0,-1 0 0,1-1 0,0 1 0,0-1 0,-1 1 0,4-1 0,42 2 0,13-10 0,79-22 0,-85 18 0,-45 9-124,1-1 0,-1 0 0,0 0 0,0-1 0,0-1 0,0 1-1,-1-1 1,0 0 0,0-1 0,10-12 0,-6 7-6702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36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24575,'0'0'0,"0"0"0,20 0 0,30-1 0,0 2 0,98 16 0,-145-16 0,1 0 0,-1 0 0,1 0 0,-1 0 0,1 1 0,-1-1 0,0 1 0,0 0 0,1 0 0,-2 0 0,1 0 0,0 1 0,0-1 0,-1 1 0,1 0 0,-1 0 0,0 0 0,0 0 0,0 0 0,0 0 0,0 0 0,-1 1 0,1-1 0,-1 1 0,0-1 0,0 1 0,-1-1 0,1 5 0,0-1 0,-1 1 0,0-1 0,0 1 0,-1-1 0,0 1 0,0-1 0,-1 0 0,0 1 0,0-1 0,-1 0 0,0 0 0,-7 12 0,-7 5 0,-38 42 0,-2 3 0,56-68 0,0 1 0,0-1 0,0 1 0,0-1 0,0 1 0,0-1 0,1 1 0,-1-1 0,1 1 0,-1 0 0,1 0 0,0-1 0,0 1 0,-1 0 0,1-1 0,0 1 0,0 0 0,1 0 0,-1-1 0,0 1 0,1 2 0,0-1 0,1-1 0,-1 0 0,1 1 0,-1-1 0,1 0 0,0 0 0,-1 1 0,1-1 0,0-1 0,1 1 0,-1 0 0,3 2 0,2 0 0,0-1 0,0 1 0,0-1 0,0 0 0,1-1 0,-1 0 0,1 0 0,-1 0 0,11 0 0,9-3-195,1-1 0,0-1 0,-1-1 0,1-2 0,-1 0 0,29-12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38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78 24575,'8'4'0,"0"0"0,0-1 0,0 0 0,0 0 0,1-1 0,-1 0 0,1 0 0,-1-1 0,12 0 0,80-4 0,-84 2 0,133-12 0,262-59 0,-343 58-1365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43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149 131 24575,'7'-1'0,"0"0"0,0 0 0,0 0 0,0-1 0,0 0 0,0 0 0,-1-1 0,1 0 0,-1 0 0,0-1 0,0 1 0,0-1 0,0-1 0,-1 1 0,0-1 0,0 0 0,0 0 0,0 0 0,5-9 0,-10 13 0,1 0 0,-1 0 0,1 0 0,0 0 0,-1 0 0,0 0 0,1 0 0,-1 0 0,0-1 0,0 1 0,0 0 0,1 0 0,-1 0 0,0 0 0,0-1 0,-1 1 0,1 0 0,0 0 0,0 0 0,-1 0 0,1-1 0,0 1 0,-1 0 0,1 0 0,-1 0 0,0 0 0,1 0 0,-1 0 0,0 0 0,1 0 0,-1 1 0,0-1 0,0 0 0,0 0 0,0 1 0,0-1 0,0 0 0,0 1 0,-2-2 0,-1 0 0,-1-1 0,0 1 0,0 0 0,1 1 0,-1-1 0,0 1 0,-1 0 0,-4-1 0,0 2 0,0 0 0,0 0 0,1 1 0,-1 1 0,1-1 0,-1 2 0,1-1 0,0 1 0,-1 0 0,2 1 0,-1 0 0,-12 8 0,14-8 0,1 1 0,0-1 0,0 1 0,1 1 0,-1-1 0,1 1 0,1 0 0,-1 0 0,1 0 0,0 0 0,0 1 0,0 0 0,1 0 0,0 0 0,1 0 0,-3 11 0,5-14 0,-1 1 0,1-1 0,1 0 0,-1 0 0,1 0 0,-1 0 0,1 0 0,0 0 0,1 0 0,-1 0 0,1 0 0,0 0 0,-1-1 0,2 1 0,-1 0 0,0-1 0,1 0 0,0 0 0,5 6 0,6 5 0,1-1 0,28 19 0,-36-27 0,45 29 0,2-3 0,58 25 0,69 39 0,-176-92 0,0 0 0,0 1 0,-1-1 0,0 1 0,1 0 0,-1 1 0,-1-1 0,5 6 0,-8-9 0,1 0 0,-1 0 0,1 0 0,-1 0 0,1 0 0,-1 0 0,0 0 0,1 0 0,-1 0 0,0 0 0,0 0 0,0 1 0,0-1 0,0 0 0,0 0 0,0 0 0,0 0 0,-1 0 0,1 2 0,-1-2 0,0 0 0,0 1 0,0-1 0,0 0 0,0 0 0,-1 1 0,1-1 0,0 0 0,-1 0 0,1-1 0,0 1 0,-1 0 0,1 0 0,-1-1 0,1 1 0,-1-1 0,-2 1 0,-13 4 0,0-1 0,-1-1 0,0-1 0,0-1 0,-18 0 0,-3-3 0,-46-7 0,73 6-136,1 0-1,0 0 1,0-1-1,0 0 1,0-1-1,1 0 1,0-1-1,0 0 0,-17-15 1,12 10-6690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43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24575,'1'3'0,"0"-1"0,0 1 0,1-1 0,-1 1 0,-1-1 0,1 1 0,0 0 0,-1 0 0,1 4 0,-1-7 0,9 72 0,1 119 0,-22 76 0,-22 8 0,18-169 0,4 1 0,2 112 0,10-214 0,1 1 0,-1 0 0,1 0 0,0 0 0,1-1 0,-1 1 0,4 6 0,-5-11 0,0-1 0,1 1 0,-1 0 0,1 0 0,-1 0 0,1 0 0,0 0 0,-1 0 0,1-1 0,0 1 0,0 0 0,-1-1 0,1 1 0,0 0 0,0-1 0,0 1 0,0-1 0,0 1 0,0-1 0,0 0 0,0 1 0,0-1 0,0 0 0,0 0 0,0 0 0,0 0 0,0 0 0,0 0 0,0 0 0,0 0 0,0 0 0,0 0 0,0 0 0,0-1 0,0 1 0,0 0 0,0-1 0,0 1 0,0-1 0,0 1 0,0-1 0,0 1 0,-1-1 0,2-1 0,6-4 0,-1 0 0,0-1 0,0 0 0,0 0 0,-1 0 0,0-1 0,7-13 0,32-66 0,-31 59 0,11-23 0,41-80 0,-52 106 0,2 2 0,0 0 0,22-24 0,-34 42 0,1 0 0,0 0 0,1 0 0,-1 0 0,1 1 0,0 0 0,0 0 0,7-3 0,-17 29 0,-30 67 0,22-60 0,1 0 0,-10 38 0,19-59 0,1 1 0,0 0 0,0 0 0,0 0 0,1 0 0,0 0 0,1 0 0,0-1 0,1 1 0,0 0 0,0 0 0,4 10 0,-5-16 0,0 0 0,1 0 0,-1 0 0,0-1 0,1 1 0,0 0 0,-1-1 0,1 1 0,0-1 0,1 0 0,-1 1 0,0-1 0,0 0 0,1 0 0,-1-1 0,1 1 0,0-1 0,0 1 0,-1-1 0,1 0 0,0 0 0,0 0 0,0 0 0,0 0 0,0-1 0,0 1 0,0-1 0,0 0 0,1 0 0,-1 0 0,0 0 0,0-1 0,0 1 0,0-1 0,0 0 0,0 0 0,5-2 0,4-2 0,0-1 0,-1-1 0,1 0 0,-1 0 0,0-1 0,-1 0 0,16-16 0,-14 9 0,0 0 0,-1 0 0,0-1 0,-1-1 0,-1 0 0,-1 0 0,0-1 0,-2 1 0,1-2 0,-2 1 0,-1-1 0,0 0 0,-1 0 0,-1 0 0,-1-25 0,-2 38 0,0-1 0,0 1 0,-1-1 0,1 1 0,-1 0 0,-1-1 0,1 1 0,-1 0 0,0 1 0,-1-1 0,1 0 0,-1 1 0,-7-8 0,9 11 0,0 0 0,0 0 0,0 0 0,0 1 0,0-1 0,0 0 0,-1 1 0,1-1 0,0 1 0,-1 0 0,0 0 0,1 0 0,-1 0 0,0 0 0,1 1 0,-1-1 0,0 1 0,0 0 0,1-1 0,-1 1 0,0 1 0,0-1 0,1 0 0,-1 1 0,0-1 0,0 1 0,1 0 0,-1 0 0,1 0 0,-1 0 0,1 0 0,-1 1 0,-2 1 0,0 1-97,-1 0-1,1 1 1,0 0-1,0 0 1,0 0-1,1 0 1,-1 1-1,1 0 1,1 0-1,-1 0 1,1 0-1,0 1 0,-2 7 1,0 3-6729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44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 1 24575,'0'0'0,"0"0"0,0 0 0,4 9 0,-1 1 0,0-1 0,-1 1 0,0-1 0,0 1 0,-1 0 0,-1-1 0,0 14 0,-9 69 0,9-89 0,-142 659 0,111-537 0,-19 66 0,-48 224 0,92-385 0,1 1 0,-3 32 0,8-54 0,0 0 0,0-1 0,0 1 0,1 0 0,1 0 0,0-1 0,0 1 0,5 12 0,-7-21 0,0 0 0,0 1 0,1-1 0,-1 0 0,0 0 0,0 1 0,1-1 0,-1 0 0,0 0 0,1 0 0,-1 1 0,0-1 0,1 0 0,-1 0 0,0 0 0,1 0 0,-1 0 0,0 0 0,1 0 0,-1 1 0,1-1 0,-1 0 0,0 0 0,1-1 0,-1 1 0,0 0 0,1 0 0,-1 0 0,0 0 0,1 0 0,-1 0 0,1 0 0,-1 0 0,0-1 0,1 1 0,13-10 0,-11 6 6,1 0-1,-2 0 1,1 0-1,0-1 0,-1 1 1,0-1-1,0 0 1,2-8-1,8-43-421,-8 34-582,5-29-5828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44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0 24575,'0'0'0,"0"0"0,0 0 0,11 0 0,2 1 0,0 1 0,-1 0 0,0 1 0,0 0 0,0 1 0,0 0 0,0 1 0,-1 0 0,1 1 0,-1 0 0,11 9 0,17 13 0,52 49 0,-75-62 0,0 0 0,-1 1 0,-1 1 0,0 0 0,-1 1 0,17 33 0,-26-44 0,0 1 0,-1 1 0,0-1 0,0 0 0,-1 1 0,0 0 0,-1-1 0,0 1 0,0 0 0,-1 0 0,0-1 0,0 1 0,-1 0 0,-1 0 0,1-1 0,-1 1 0,0-1 0,-1 1 0,-6 12 0,-2-2 0,0-1 0,-1-1 0,-1 0 0,-1-1 0,0 0 0,-1-1 0,0-1 0,-2 0 0,1-1 0,-2-1 0,0 0 0,-25 12 0,6-6 0,-1-2 0,0-2 0,-1-1 0,0-2 0,-61 10 0,95-21 0,-11 3 0,0-1 0,-18-1 0,30-1 0,0 0 0,1 0 0,-1 0 0,0-1 0,1 0 0,-1 0 0,1 0 0,0 0 0,-1 0 0,1-1 0,0 1 0,-1-1 0,1 0 0,0 0 0,-2-3 0,4 4 5,0 0-1,0 0 1,0 0-1,0 0 0,0-1 1,1 1-1,-1 0 1,1-1-1,-1 1 1,1 0-1,-1-1 0,1 1 1,0-1-1,-1 1 1,1 0-1,0-1 1,0 1-1,0-1 0,0 1 1,1-1-1,-1 1 1,0-1-1,1 1 1,-1 0-1,1-1 1,0-1-1,2-4-301,0 1 0,1 0 0,0 1 0,5-8 0,3-1-6529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4:4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125 473 24575,'17'6'0,"-3"-4"0,1 0 0,-1-2 0,0 1 0,1-2 0,-1 0 0,1-1 0,19-5 0,99-34 0,-104 31 0,-1-2 0,-1-1 0,45-28 0,-56 30 0,1-2 0,-2 0 0,0-1 0,0 0 0,-1-2 0,17-24 0,-23 30 0,0-1 0,-1 0 0,-1-1 0,0 0 0,-1 0 0,6-15 0,-11 24 0,1-1 0,0 1 0,-1 0 0,0-1 0,1 1 0,-1-1 0,-1 1 0,1 0 0,0-1 0,-1 1 0,0 0 0,0 0 0,0-1 0,0 1 0,0 0 0,-1 0 0,1 0 0,-1 0 0,0 0 0,0 0 0,0 1 0,0-1 0,0 1 0,-1-1 0,1 1 0,-1 0 0,1 0 0,-1 0 0,-5-3 0,-7-2 0,0-1 0,0 2 0,0 0 0,-1 1 0,0 0 0,0 2 0,0 0 0,-1 0 0,1 1 0,-1 2 0,1-1 0,-1 2 0,1 0 0,-32 7 0,25-3 0,1 0 0,0 2 0,0 0 0,1 2 0,0 0 0,1 2 0,0 0 0,0 1 0,1 1 0,-24 21 0,25-16 0,1 1 0,0 0 0,2 1 0,0 1 0,1 0 0,2 1 0,-19 42 0,24-46 0,0-1 0,1 1 0,2 0 0,0 1 0,0-1 0,2 1 0,0 0 0,1-1 0,2 1 0,-1 0 0,5 21 0,-3-30 0,0 0 0,1 0 0,0-1 0,1 1 0,0-1 0,1 0 0,0 0 0,0 0 0,1-1 0,0 1 0,0-2 0,13 14 0,-9-13 0,1 0 0,-1 0 0,1-2 0,0 1 0,0-1 0,1-1 0,0 0 0,0-1 0,13 4 0,8-2 0,-1-1 0,1-1 0,0-2 0,0-2 0,0 0 0,65-11 0,21-15 0,-53 10 0,-52 11 118,-14 4-161,1 1-1,-1 0 0,0-1 1,0 1-1,0-1 1,1 1-1,-1 0 0,0-1 1,0 1-1,0-1 0,0 1 1,0-1-1,0 1 1,0 0-1,0-1 0,0 1 1,0-1-1,0 1 0,0 0 1,0-1-1,0 1 1,0-1-1,0 1 0,-1-1 1,1 1-1,0 0 0,0-1 1,-1 1-1,1 0 0,0-1 1,0 1-1,-1 0 1,1-1-1,-7-7-6782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4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24575,'0'25'0,"1"17"-341,1 0 0,1-1-1,11 44 1,-12-76-6485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5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24575,'0'0'0,"0"0"0,1 1 0,-1-1 0,0 1 0,0 0 0,0-1 0,1 1 0,-1 0 0,0-1 0,1 1 0,-1 0 0,1-1 0,-1 1 0,0-1 0,1 1 0,0 0 0,-1-1 0,1 1 0,0 0 0,0 0 0,0-1 0,0 1 0,-1 0 0,1 0 0,0 0 0,-1 0 0,1 0 0,-1 0 0,1 0 0,-1 0 0,1 0 0,-1 0 0,1 1 0,1 20 0,-2 0 0,0 0 0,-1 0 0,-5 31 0,5-43-170,0 0-1,0 0 0,1 0 1,1 0-1,0 0 0,0 0 1,5 17-1,-4-20-6655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5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24575,'0'0'0,"0"0"0,3 10 0,2 17 0,-1 0 0,-1 0 0,-1 0 0,-2 0 0,-4 47 0,0 21 0,4-84-1365,0-3-5461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5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1 24575,'0'21'0,"-2"1"0,0 0 0,-2 0 0,0-1 0,-9 26 0,5-19 0,-6 47 0,13-74-1365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5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0 24575,'0'0'0,"0"7"0,0 2 0,0-1 0,0-1 0,0-2 0,-1 7 0,-1 2 0,-3 9 0,0 0 0,1-3 0,1-5 0,-1 8 0,1 0 0,0-4 0,2-5-8191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8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71 24575,'0'0'0,"0"0"0,0 0 0,0 0 0,0 0 0,0 0 0,0 0 0,0 0 0,0 0 0,0 0 0,0 0 0,0 0 0,0 0 0,0 0 0,0 0 0,-28-15 0,26 14 0,0 0 0,1-1 0,-1 0 0,1 1 0,-1-1 0,1 0 0,0 0 0,0 1 0,-2-5 0,2 4 0,0 0 0,0 0 0,0 1 0,0-1 0,0 0 0,-1 0 0,1 1 0,-1-1 0,1 1 0,-1-1 0,1 1 0,-3-2 0,-3 1 0,-1-1 0,1 1 0,-1 0 0,0 1 0,1 0 0,-1 0 0,-14 1 0,22 0 0,-1 0 0,0 0 0,0 0 0,0 0 0,1 0 0,-1 0 0,0 0 0,0 1 0,1-1 0,-1 0 0,0 1 0,1-1 0,-1 0 0,0 1 0,1-1 0,-1 1 0,1-1 0,-1 1 0,0-1 0,1 1 0,-1-1 0,1 1 0,0 0 0,-1-1 0,1 1 0,-1 0 0,1-1 0,0 1 0,0 0 0,-1 0 0,1-1 0,0 1 0,0 0 0,0 0 0,0-1 0,0 1 0,0 0 0,0 0 0,0 1 0,7 30 0,-7-29 0,1-1 0,-1-1 0,1 1 0,-1 0 0,1-1 0,0 1 0,0-1 0,-1 1 0,1-1 0,0 0 0,0 1 0,0-1 0,1 0 0,-1 1 0,0-1 0,0 0 0,1 0 0,-1 0 0,1 0 0,-1 0 0,1-1 0,-1 1 0,1 0 0,-1-1 0,1 1 0,-1-1 0,1 1 0,0-1 0,0 0 0,-1 0 0,1 0 0,0 0 0,-1 0 0,1 0 0,3-1 0,26-23 0,-15 12 0,-27 21 0,-7 2 0,0 0 0,18-11 0,0 0 0,-1 0 0,1 0 0,0 0 0,0 0 0,0 0 0,-1 0 0,1 1 0,0-1 0,0 0 0,0 0 0,-1 0 0,1 0 0,0 0 0,0 0 0,0 1 0,0-1 0,-1 0 0,1 0 0,0 0 0,0 0 0,0 1 0,0-1 0,0 0 0,0 0 0,-1 0 0,1 1 0,0-1 0,0 0 0,0 0 0,0 0 0,0 1 0,0-1 0,0 0 0,0 0 0,0 1 0,0-1 0,0 0 0,0 0 0,0 0 0,0 1 0,1-1 0,10 5 0,-1 1 0,-27-7 0,7 0 0,-6-1 0,16 2 0,0 0 0,0-1 0,0 1 0,0 0 0,0 0 0,0 0 0,0 0 0,0 0 0,0 0 0,0 0 0,0 0 0,1 0 0,-1-1 0,0 1 0,0 0 0,0 0 0,0 0 0,0 0 0,0 0 0,0 0 0,0 0 0,0 0 0,0-1 0,0 1 0,0 0 0,0 0 0,0 0 0,0 0 0,0 0 0,0 0 0,0 0 0,0-1 0,0 1 0,-1 0 0,1 0 0,0 0 0,0 0 0,0 0 0,0 0 0,0 0 0,0 0 0,0 0 0,0-1 0,0 1 0,0 0 0,0 0 0,-1 0 0,1 0 0,0 0 0,0 0 0,0 0 0,0 0 0,0 0 0,0 0 0,0 0 0,-1 0 0,1 0 0,0 0 0,0 0 0,0 0 0,0 0 0,0 0 0,0 0 0,0 0 0,-1 0 0,9-4 0,0-2 0,-8 5 0,0 1 0,0 0 0,0-1 0,0 1 0,-1 0 0,1 0 0,0-1 0,0 1 0,0 0 0,0 0 0,0-1 0,-1 1 0,1 0 0,0 0 0,0-1 0,0 1 0,-1 0 0,1 0 0,0 0 0,0-1 0,-1 1 0,1 0 0,0 0 0,0 0 0,-1 0 0,1 0 0,0 0 0,0-1 0,-1 1 0,1 0 0,0 0 0,-1 0 0,-43-19-1365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3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24575,'-23'0'0,"22"1"0,0 0 0,0 0 0,0 0 0,0 0 0,1 0 0,-1 0 0,0 0 0,0 0 0,1 0 0,-1 0 0,1 0 0,-1 2 0,1-2 0,-1-1 0,1 1 0,0-1 0,-1 1 0,1-1 0,0 1 0,0 0 0,0-1 0,0 1 0,0 0 0,0-1 0,0 1 0,0-1 0,0 1 0,0 0 0,0-1 0,0 1 0,0-1 0,0 1 0,0 0 0,1-1 0,-1 1 0,0-1 0,0 1 0,1-1 0,0 2 0,0 1-23,1 0 0,-1 0 0,1 0 0,-1 1 0,0-1 0,0 0 0,-1 1 0,2 5 0,-1-1-1135,1-1-5668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3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24575,'0'0'0,"0"0"0,0 0 0,0 0 0,0 0 0,0 0 0,-6 29 0,4-28-43,0 0 0,0 0 0,0 0 0,0 0 0,0 0-1,0 0 1,0 0 0,0-1 0,0 1 0,0-1 0,-1 1 0,1-1-1,0 0 1,-3 0 0,2 0-675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14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24575,'10'18'0,"-7"-11"0,0 0 0,0 0 0,-1 0 0,1 0 0,-1 0 0,-1 0 0,0 1 0,0-1 0,0 1 0,-1-1 0,0 1 0,0-1 0,-1 0 0,0 1 0,0-1 0,-1 1 0,-4 11 0,4-13 0,-2 7 0,0 0 0,1 0 0,1 0 0,0 1 0,0-1 0,2 1 0,0 15 0,2-21 0,0-1 0,1 1 0,0-1 0,0 0 0,5 7 0,3 10 0,-1-2 0,-7-17 0,0-1 0,-1 1 0,0 0 0,0 0 0,0 0 0,-1 0 0,0 1 0,0-1 0,0 0 0,0 1 0,-1-1 0,0 0 0,0 1 0,-1-1 0,-1 10 0,-3 35 0,1-4 0,2-29-112,1-8-44,0-1-1,-1 0 0,0 0 1,0 0-1,-1 0 0,1 0 1,-8 12-1,4-12-6669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22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242 110 24575,'0'0'0,"0"0"0,0 0 0,0 0 0,0 0 0,0 0 0,0 0 0,0 0 0,0 0 0,-22-6 0,16 4 0,0 0 0,0 0 0,0-1 0,0 0 0,0 0 0,1 0 0,-1-1 0,1 0 0,-9-8 0,-8-7 0,20 18 0,0-1 0,0 1 0,0 0 0,0 0 0,0 0 0,0 0 0,0 0 0,0 1 0,0-1 0,0 0 0,-1 1 0,1 0 0,0 0 0,0-1 0,-1 1 0,1 1 0,0-1 0,0 0 0,-4 1 0,2 0 0,-1 1 0,0 0 0,0 0 0,1 0 0,-1 1 0,1-1 0,-8 7 0,8-6 0,1 0 0,0 0 0,-1 0 0,1 1 0,0-1 0,0 1 0,1 0 0,-1 0 0,1 0 0,0 0 0,0 1 0,0-1 0,-1 7 0,2-8 0,1-1 0,-1 1 0,1-1 0,0 0 0,0 1 0,0-1 0,0 1 0,0-1 0,1 1 0,-1-1 0,1 1 0,0-1 0,-1 0 0,1 1 0,0-1 0,0 0 0,1 1 0,-1-1 0,0 0 0,1 0 0,-1 0 0,1-1 0,0 1 0,0 0 0,-1 0 0,4 1 0,-3-2 0,0-1 0,0 1 0,0 0 0,0-1 0,1 1 0,-1-1 0,0 0 0,0 0 0,1 0 0,-1 0 0,0 0 0,0 0 0,1 0 0,-1-1 0,0 1 0,3-2 0,1 0 0,1 0 0,-1 0 0,0-1 0,11-6 0,-16 9 0,1-1 0,-1 0 0,0 0 0,1 0 0,-1 1 0,0-1 0,0 0 0,0-1 0,0 1 0,0 0 0,0 0 0,0 0 0,0-1 0,0 1 0,-1 0 0,1-1 0,0 1 0,-1 0 0,1-1 0,-1 1 0,0-1 0,1 1 0,-1-1 0,0 1 0,0-1 0,0 0 0,0 1 0,0-1 0,0 1 0,0-1 0,-1 1 0,1-1 0,-1 1 0,1-1 0,-1 1 0,1 0 0,-1-1 0,0 1 0,-1-2 0,-4-8 0,-5-5 0,10 15 0,0 1 0,1 0 0,-1 0 0,0 0 0,0 0 0,0 0 0,1 0 0,-1 0 0,0 0 0,0 0 0,0 0 0,1 0 0,-1 0 0,0 1 0,0-1 0,1 0 0,-1 0 0,0 1 0,0-1 0,1 1 0,-1-1 0,0 1 0,0 0 0,-7 4 0,-3 3 0,11-8 0,1 0 0,-1 1 0,0-1 0,0 1 0,0-1 0,1 0 0,-1 1 0,0-1 0,0 0 0,1 0 0,-1 1 0,0-1 0,1 0 0,-1 0 0,0 1 0,1-1 0,-1 0 0,1 0 0,-1 0 0,0 1 0,1-1 0,-1 0 0,1 0 0,-1 0 0,0 0 0,1 0 0,-1 0 0,1 0 0,-1 0 0,1 0 0,-1 0 0,1 0 0,3 1 0,0-1 0,1 1 0,-1 0 0,0-1 0,1 0 0,-1 0 0,0-1 0,1 1 0,-1-1 0,0 0 0,0 0 0,7-3 0,-8-17 0,-2 12 0,0 0 0,-1 1 0,0-1 0,0 0 0,-1 0 0,-2-9 0,3 17 0,0 1 0,-1-1 0,1 1 0,0-1 0,0 1 0,-1-1 0,1 1 0,0-1 0,-1 1 0,1-1 0,-1 1 0,1-1 0,0 1 0,-1 0 0,1-1 0,-1 1 0,1 0 0,-1 0 0,1-1 0,-1 1 0,0 0 0,1 0 0,-1 0 0,1 0 0,-1-1 0,1 1 0,-1 0 0,0 0 0,1 0 0,-1 0 0,1 0 0,-1 0 0,1 1 0,-1-1 0,0 0 0,1 0 0,-1 0 0,1 1 0,-1-1 0,1 0 0,-1 0 0,1 1 0,-1-1 0,0 1 0,-22 15 0,13-1 0,9-15 0,1 1 0,-1-1 0,1 1 0,0-1 0,-1 1 0,1 0 0,0-1 0,-1 1 0,1 0 0,0-1 0,0 1 0,0-1 0,0 1 0,-1 0 0,1 0 0,0-1 0,0 1 0,0 0 0,0-1 0,0 1 0,1 1 0,1-4-1365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2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1273 24575,'17'25'0,"-4"-23"0,-11-1 0,-1-1 0,0 0 0,1 1 0,-1-1 0,1 0 0,-1 0 0,1 0 0,-1 0 0,1 0 0,-1 0 0,1 0 0,-1 0 0,1-1 0,-1 1 0,0-1 0,1 1 0,-1-1 0,1 1 0,-1-1 0,0 0 0,0 0 0,1 1 0,-1-1 0,0 0 0,0 0 0,0 0 0,1-2 0,6-6 0,0-1 0,-1 0 0,0-1 0,-1 1 0,0-1 0,-1 0 0,8-23 0,-8 19 0,1 0 0,1 1 0,1 0 0,9-16 0,27-25 0,-21 25 0,0 0 0,30-54 0,-25 21 0,-21 45 0,1 0 0,1 0 0,0 1 0,1 0 0,18-22 0,-24 33 0,1 0 0,-2 0 0,1-1 0,3-7 0,6-12 0,94-124 0,-76 114 0,39-36 0,12-12 0,-57 51 25,-2-1 1,-1 0-1,20-45 0,16-25-1491,-49 90-5360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26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920 1451 24575,'0'0'0,"10"-13"0,11-9 0,49-39 0,-50 45 0,0-1 0,-2 0 0,0-1 0,18-23 0,-12 2 0,37-74 0,-43 75 0,1 2 0,44-62 0,266-300 0,-249 293 0,-48 61 0,46-49 0,-60 71 0,-1 0 0,-1-1 0,-1-1 0,19-41 0,-2 6 0,-28 53 0,1 0 0,0 1 0,0 0 0,0 0 0,1 0 0,10-7 0,12-11 0,-36 31 0,-9 8 0,0 2 0,1 0 0,1 0 0,-23 39 0,24-31 0,-1-1 0,0-1 0,-22 26 0,-62 63 0,45-54 0,31-33 0,-105 131 0,79-95 0,-82 86 0,84-101 0,3 3 0,-73 106 0,91-114 0,-2 0 0,-58 65 0,55-70 0,-47 72 0,4-4 0,34-49 0,-47 84 0,65-106 0,-27 32 0,28-39 0,2 0 0,-24 44 0,-44 117 0,65-145 0,0 1 0,-1-2 0,-40 55 0,40-72 0,18-20 0,0 0 0,0 1 0,0 0 0,-8 13 0,-25 65 0,28-60 0,-1 0 0,-1-1 0,0 0 0,-28 37 0,27-44 0,-19 35 0,-6 8 0,13-22 0,20-28 0,0-1 0,-1 0 0,0 0 0,0-1 0,-1 1 0,-9 7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36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3:37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52 24575,'-1'-3'0,"0"1"0,1 0 0,-1 0 0,0 0 0,0 0 0,-1 0 0,1 0 0,-2-2 0,-2-3 0,-10-15 0,15 22 0,0 0 0,0-1 0,0 1 0,0 0 0,0 0 0,0 0 0,0 0 0,-1 0 0,1 0 0,0 0 0,0 0 0,0 0 0,0 0 0,0 0 0,0-1 0,0 1 0,0 0 0,0 0 0,0 0 0,0 0 0,0 0 0,-1 0 0,1 0 0,0 0 0,0 0 0,0 0 0,0 0 0,0 0 0,0 0 0,0 0 0,0 0 0,0 0 0,0 0 0,-1 0 0,1 0 0,0 0 0,0 0 0,0 0 0,0 0 0,0 0 0,0 0 0,0 0 0,0 0 0,0 0 0,0 0 0,-1 0 0,1 1 0,0-1 0,0 0 0,0 0 0,0 0 0,0 0 0,0 0 0,0 0 0,0 0 0,0 0 0,0 0 0,0 0 0,0 0 0,0 0 0,0 1 0,3 14 0,-3-14 0,0 1 0,0-1 0,0 0 0,0 1 0,0-1 0,0 0 0,0 0 0,-1 1 0,1-1 0,0 0 0,-1 0 0,1 0 0,-1 1 0,1-1 0,-1 0 0,0 0 0,1 0 0,-1 0 0,0 0 0,-1 1 0,-23 22 0,9-9 0,-2 9 0,2 1 0,1 1 0,1 0 0,-12 34 0,-15 26 0,-27 47 0,67-133 0,1 1 0,-1-1 0,1 1 0,-1-1 0,0 1 0,1-1 0,-1 0 0,1 1 0,-1-1 0,0 0 0,1 1 0,-1-1 0,0 0 0,0 0 0,1 0 0,-1 0 0,0 0 0,1 0 0,-1 0 0,0 0 0,0 0 0,0 0 0,0 0 0,1 0 0,0 0 0,-1 0 0,1 0 0,-1 0 0,1 0 0,0 0 0,-1 0 0,1 0 0,0-1 0,-1 1 0,1 0 0,0 0 0,-1 0 0,1 0 0,0-1 0,-1 1 0,1 0 0,0 0 0,0-1 0,-1 1 0,1 0 0,0-1 0,0 1 0,0 0 0,-1-1 0,1 1 0,0 0 0,0-1 0,0 1 0,0 0 0,0-1 0,0 1 0,-1-1 0,1 1 0,0 0 0,0-1 0,0 1 0,0 0 0,0-1 0,1 1 0,-1-1 0,0 1 0,30-55 0,-17 16 0,2 2 0,2 0 0,24-40 0,-32 63 0,1 1 0,0-1 0,0 2 0,1-1 0,1 2 0,0-1 0,1 2 0,0-1 0,0 2 0,26-14 0,26-14 0,-84 53 0,-25 17 0,-18 15 0,37-24-341,1 0 0,1 2-1,-39 57 1,56-72-6485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32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85 24575,'0'0'0,"0"0"0,0 0 0,0 0 0,0 0 0,0 0 0,0 0 0,0 0 0,0 0 0,0 0 0,11 9 0,-10-9 0,-1 0 0,1 0 0,0 0 0,-1 1 0,1-1 0,-1 0 0,1 1 0,0-1 0,-1 0 0,1 1 0,-1-1 0,1 1 0,-1-1 0,1 1 0,-1-1 0,1 1 0,-1-1 0,1 2 0,-2 1 0,-3 22 0,4-25 0,0 0 0,0 0 0,0 0 0,0 0 0,0 0 0,0-1 0,0 1 0,0 0 0,0 0 0,0 0 0,0 0 0,0 0 0,0 0 0,0 0 0,0 0 0,0 0 0,0 0 0,0 0 0,0 0 0,0 0 0,-1 0 0,1 0 0,0 0 0,0 0 0,0 0 0,0 0 0,0 0 0,0 0 0,0 0 0,0 0 0,0 0 0,0 0 0,0 0 0,0 0 0,0 0 0,0 0 0,0 0 0,0 0 0,-1-16 0,1 14 0,-1-1 0,1 0 0,-1 1 0,0-1 0,1 1 0,-1 0 0,0-1 0,-1 1 0,1 0 0,0-1 0,-1 1 0,1 0 0,-1 0 0,0 0 0,1 0 0,-1 1 0,0-1 0,0 0 0,0 1 0,0-1 0,-1 1 0,1 0 0,-3-2 0,6 2 0,0 0 0,0 0 0,0 0 0,0 0 0,1 0 0,-1 0 0,0 0 0,1 0 0,-1 0 0,0 1 0,1-1 0,-1 0 0,3 0 0,7-4 0,57-40 0,-72 51 0,0-1 0,0 1 0,1 0 0,0 0 0,0 0 0,1 0 0,-4 12 0,6-12 0,-1 0 0,1 0 0,1 0 0,-1 0 0,1 0 0,0 0 0,0 0 0,4 9 0,1 12 0,7-30-1365,-7 1-5461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33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0 24575,'0'0'0,"0"0"0,0 0 0,0 2 0,-4 22 0,0-1 0,-2 0 0,-13 38 0,-37 68 0,12-29 0,-187 481 0,227-571 0,-11 24 0,2 1 0,2 0 0,1 1 0,-6 42 0,15-75 0,1 0 0,0 0 0,0 0 0,0 0 0,0 0 0,1 0 0,-1 0 0,1 0 0,0 0 0,0 0 0,0 0 0,0 0 0,0 0 0,0-1 0,1 1 0,0 0 0,-1-1 0,4 4 0,-1-3 0,-1 1 0,1-1 0,0-1 0,0 1 0,0-1 0,1 1 0,-1-1 0,1 0 0,-1-1 0,8 3 0,6-1 0,-1 0 0,1-1 0,0-1 0,0 0 0,18-3 0,111-13 0,173-42 0,-315 56 0,83-23 0,-43 11 0,-45 13-1,0 0-1,1 0 1,-1 0 0,0 0-1,0 0 1,0 0-1,0 0 1,0 0-1,0 0 1,1 0-1,-1 0 1,0-1 0,0 1-1,0 0 1,0 0-1,0 0 1,0 0-1,0 0 1,0 0 0,1 0-1,-1 0 1,0 0-1,0 0 1,0-1-1,0 1 1,0 0 0,0 0-1,0 0 1,0 0-1,0 0 1,0 0-1,0 0 1,0-1-1,0 1 1,0 0 0,0 0-1,0 0 1,0 0-1,0 0 1,0 0-1,0-1 1,0 1 0,0 0-1,0 0 1,0 0-1,0 0 1,0 0-1,0 0 1,0 0-1,0-1 1,0 1 0,0 0-1,0 0 1,-1 0-1,1 0 1,-9-8 201,-14-4-1685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34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285 133 24575,'-4'14'0,"-117"502"0,33 7 0,21-116 0,65-393 0,0 1 0,2-1 0,-1 0 0,3 20 0,3-59 0,0 8 0,47-459 0,-39 315 0,-4 50 0,24-218 0,-21 254 0,3 1 0,33-99 0,-46 168 0,7-23 0,1 1 0,1 1 0,1-1 0,17-23 0,-26 44 0,1 0 0,1 0 0,-1 1 0,1 0 0,0 0 0,0 0 0,0 0 0,0 1 0,1 0 0,0 0 0,0 0 0,0 1 0,0 0 0,1 0 0,-1 1 0,1-1 0,0 1 0,0 1 0,-1-1 0,1 1 0,0 1 0,10-1 0,-2 2 0,1 1 0,-1 0 0,0 1 0,0 1 0,0 0 0,-1 1 0,0 0 0,21 12 0,-17-7 0,0 1 0,-1 1 0,-1 1 0,1 1 0,23 25 0,-19-14 0,-1 1 0,-1 0 0,-1 2 0,-1 0 0,-2 1 0,-1 0 0,20 61 0,-28-71 0,-1 1 0,-1 0 0,-1 0 0,0 0 0,-2 0 0,0 1 0,-1-1 0,-2 0 0,0 1 0,0-1 0,-2 0 0,-1 0 0,0-1 0,-2 1 0,0-1 0,-1 0 0,-1-1 0,0 0 0,-2-1 0,0 0 0,-1 0 0,0-1 0,-24 23 0,22-25 0,-1 0 0,-1-1 0,1-1 0,-2 0 0,0-1 0,0-1 0,-1-1 0,0 0 0,0-1 0,-1-1 0,0-1 0,-1-1 0,1-1 0,-1 0 0,0-1 0,0-1 0,0-1 0,0-1 0,0-1 0,0-1 0,-30-6 0,31 5 0,1-1 0,35 6 0,202 35 0,0 9 0,274 96 0,-482-138 0,1 0 0,-1 1 0,18 10 0,-26-13 0,-1-1 0,0 1 0,0 0 0,0 0 0,0-1 0,-1 1 0,1 0 0,0 1 0,-1-1 0,2 3 0,-2-4 0,-1 0 0,1 1 0,-1-1 0,0 1 0,1-1 0,-1 0 0,0 1 0,0-1 0,0 0 0,0 1 0,0-1 0,0 1 0,-1-1 0,1 0 0,0 1 0,-1-1 0,1 0 0,-1 1 0,1-1 0,-2 2 0,-10 14-1365,-3-2-5461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36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1 117 24575,'8'3'0,"1"-1"0,-1 1 0,1-1 0,0-1 0,-1 0 0,18 0 0,-11 0 0,281-5 0,-212 0 0,304-24 0,-84 5 0,-12 5 0,242-12 0,-357 30 0,-209-7 0,13 3 0,-61-4 0,0 4 0,-100 6 0,68 1 0,-178 2 0,-629 0 0,762-13 0,-33 1 0,343 18 0,612 3 0,-490-11 0,-129-3 0,261 15 0,-400-12 0,-14 0 0,-19 1 0,-889 100 0,744-79 0,-100 10 0,248-35 0,1-2 0,-44-7 0,35 5 0,68 0-1365,-17 3-5461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46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155 109 24575,'0'0'0,"0"0"0,0 0 0,0 0 0,0 0 0,-14-9 0,11 9 0,0 0 0,1 0 0,-1 0 0,0 0 0,1 1 0,-1-1 0,0 1 0,1 0 0,-1 0 0,1 0 0,-1 0 0,1 0 0,0 0 0,-1 1 0,1-1 0,0 1 0,0-1 0,0 1 0,0 0 0,0 0 0,0 0 0,0 0 0,-1 3 0,-7 8 0,2 0 0,-13 23 0,14-22 0,0 1 0,1 0 0,1 0 0,0 1 0,1 0 0,1-1 0,1 1 0,0 1 0,0 16 0,2-27 0,0 0 0,0 1 0,1-1 0,0 0 0,0 0 0,0 0 0,1 0 0,0-1 0,0 1 0,0 0 0,1-1 0,0 1 0,0-1 0,0 0 0,1 0 0,0 0 0,0-1 0,0 1 0,0-1 0,1 0 0,0 0 0,0 0 0,0-1 0,0 0 0,0 0 0,1 0 0,6 2 0,-7-3 0,0 0 0,1-1 0,-1 0 0,1 0 0,-1 0 0,1-1 0,-1 1 0,1-1 0,-1-1 0,1 1 0,-1-1 0,1 0 0,-1 0 0,1-1 0,-1 1 0,7-4 0,-5 2 0,0-1 0,-1 0 0,1-1 0,-1 0 0,0 0 0,0 0 0,0 0 0,-1-1 0,0 0 0,9-13 0,-1-2 0,0 0 0,-2-2 0,0 1 0,-1-1 0,-2-1 0,0 1 0,7-42 0,-14 58 0,0-1 0,0 0 0,-1 0 0,0 0 0,-1-1 0,1 2 0,-2-1 0,1 0 0,-1 0 0,0 0 0,-1 1 0,0-1 0,0 1 0,0-1 0,-1 1 0,0 1 0,-1-1 0,1 0 0,-1 1 0,0 0 0,-1 0 0,0 1 0,-8-7 0,-29-18-1365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46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24575,'2'0'0,"1"1"0,-1 0 0,1 0 0,-1 0 0,0 0 0,1 0 0,3 4 0,3 0 0,-8-3 0,0 0 0,-1 1 0,1-1 0,-1 0 0,1 0 0,-1 1 0,1-1 0,-1 4 0,0-2 0,1 6 0,5 23 0,-6-32 0,1 0 0,-1 0 0,0 0 0,0 0 0,1 0 0,-1 0 0,1 0 0,-1 0 0,1-1 0,-1 1 0,1 0 0,0 0 0,-1 0 0,1-1 0,0 1 0,-1 0 0,1-1 0,0 1 0,0-1 0,0 1 0,0-1 0,0 1 0,-1-1 0,1 0 0,2 1 0,-2-2 0,1 1 0,-1-1 0,0 0 0,1 0 0,-1 0 0,0 0 0,0 0 0,0-1 0,1 1 0,-1 0 0,0 0 0,-1-1 0,1 1 0,0-1 0,0 1 0,-1-1 0,1 1 0,0-1 0,-1-1 0,2 0 0,6-18-1365,0 2-5461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47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24 24575,'3'8'0,"0"1"0,0 0 0,-1 1 0,0-1 0,0 0 0,-1 1 0,-1-1 0,0 16 0,-2-9 0,0 0 0,-1 0 0,-1-1 0,-7 19 0,5-18 0,1 1 0,1 0 0,0 0 0,2 0 0,-2 34 0,4-46 0,0 1 0,1-1 0,0 1 0,0-1 0,0 1 0,1-1 0,-1 0 0,1 0 0,0 0 0,4 6 0,-4-8 0,0 0 0,1 0 0,-1 0 0,1-1 0,0 1 0,0 0 0,0-1 0,0 0 0,0 0 0,0 0 0,1 0 0,-1 0 0,1-1 0,-1 1 0,1-1 0,4 1 0,0-1 0,0 0 0,0 0 0,1-1 0,-1 0 0,0 0 0,0-1 0,0 0 0,0 0 0,0-1 0,10-3 0,2-2 0,-1-1 0,34-18 0,-48 23 0,1-1 0,-1 1 0,0-1 0,0-1 0,0 1 0,0-1 0,-1 1 0,0-1 0,0-1 0,0 1 0,0-1 0,-1 1 0,0-1 0,0 0 0,-1 0 0,0 0 0,0 0 0,0-1 0,-1 1 0,2-9 0,-3 6 0,1-1 0,-1 1 0,-1 0 0,0-1 0,0 1 0,-1 0 0,0 0 0,0 0 0,-1 0 0,-1 0 0,1 0 0,-1 1 0,-8-12 0,4 7 0,-2 1 0,1 0 0,-1 0 0,-1 1 0,0 0 0,-1 1 0,0 1 0,-1-1 0,0 2 0,-24-13 0,28 16-273,-1 1 0,0-1 0,0 1 0,-11-2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47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0 24575,'-26'16'0,"18"-9"0,0 0 0,0 1 0,0 0 0,1 1 0,0 0 0,1 0 0,0 0 0,0 1 0,1 0 0,0 0 0,-4 13 0,7-15 0,-1 0 0,1 0 0,0-1 0,1 1 0,-1 0 0,2 1 0,-1-1 0,1 0 0,0 0 0,1 0 0,0 0 0,0 0 0,1 0 0,0 0 0,1-1 0,3 10 0,-3-11 0,0 0 0,1 0 0,0-1 0,0 0 0,0 0 0,0 0 0,1 0 0,0 0 0,0-1 0,0 0 0,1 0 0,-1 0 0,1-1 0,0 0 0,0 0 0,0-1 0,0 1 0,1-1 0,-1 0 0,0-1 0,1 0 0,0 0 0,8 0 0,-4-1 0,0-1 0,0 0 0,0 0 0,0-1 0,-1-1 0,1 0 0,-1 0 0,1-1 0,-1 0 0,0-1 0,-1 0 0,1-1 0,11-9 0,-18 12 0,0 1 0,0-1 0,-1-1 0,1 1 0,-1 0 0,1 0 0,-1-1 0,0 0 0,-1 1 0,1-1 0,0 0 0,-1 0 0,0 0 0,0 0 0,0 0 0,-1 0 0,1 0 0,-1 0 0,0 0 0,-1-7 0,0-3 0,-1 1 0,-1-1 0,0 0 0,-8-20 0,8 24 0,-1 0 0,-1 1 0,0 0 0,0 0 0,-1 0 0,0 0 0,-1 1 0,1 0 0,-2 1 0,1-1 0,-10-6 0,12 12 16,-1-1 0,0 1 0,0 1 0,0-1 0,-10-1 0,9 2-424,9 1-645,11 0-5773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48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1 24575,'0'0'0,"0"0"0,-7 11 0,-15 24 0,-34 60 0,49-82 0,1 0 0,0 0 0,2 1 0,-1 0 0,-2 20 0,6-31 0,0 1 0,1-1 0,0 1 0,0-1 0,0 1 0,0-1 0,0 1 0,1 0 0,-1-1 0,1 0 0,0 1 0,0-1 0,1 1 0,-1-1 0,1 0 0,-1 0 0,1 0 0,0 0 0,0 0 0,1 0 0,-1 0 0,0-1 0,1 1 0,0-1 0,-1 0 0,1 0 0,0 0 0,0 0 0,0 0 0,1 0 0,-1-1 0,0 0 0,1 0 0,-1 0 0,0 0 0,6 1 0,-1-1 0,1 1 0,-1-1 0,1 0 0,0-1 0,-1 0 0,1-1 0,0 0 0,-1 0 0,1-1 0,-1 0 0,1 0 0,-1-1 0,0 0 0,0 0 0,0-1 0,-1 0 0,1-1 0,-1 1 0,0-1 0,0-1 0,0 1 0,-1-1 0,0-1 0,0 1 0,-1-1 0,0 0 0,0 0 0,6-11 0,-7 9 0,1 0 0,-2 0 0,1-1 0,-1 1 0,-1-1 0,1 0 0,-2 0 0,1 0 0,-2 0 0,1 0 0,-1 0 0,-1 0 0,1 0 0,-2 0 0,0 0 0,0 0 0,0 0 0,-1 1 0,-5-12 0,6 19-29,0 0 0,1 0 0,-1 0 0,0 0 0,0 0 0,0 0 0,0 0 0,0 1 0,0-1 0,-1 1 0,1-1 0,-1 1 0,1 0 0,-1 0 0,1 0-1,-1 0 1,1 1 0,-1-1 0,0 1 0,1-1 0,-1 1 0,0 0 0,0 0 0,1 0 0,-1 0 0,0 1 0,1-1 0,-1 1 0,0 0 0,1 0 0,-1 0 0,1 0 0,-1 0 0,1 0 0,-1 1 0,1-1-1,0 1 1,0-1 0,0 1 0,0 0 0,0 0 0,0 0 0,0 0 0,1 0 0,-1 1 0,-1 3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48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24575,'3'2'0,"-1"0"0,1 1 0,-1-1 0,1 1 0,-1-1 0,0 1 0,0 0 0,0 0 0,2 3 0,0 3 0,-1 0 0,1-1 0,-2 1 0,1 0 0,-1 0 0,-1 1 0,1 12 0,-1 68 0,-2-67 0,-5 81 0,-25 126 0,13-110 0,9-28 0,4 134 0,6-196 0,-5-9-1365,2-14-5461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08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24575,'0'4'0,"1"-1"0,0 1 0,0-1 0,0 0 0,0 1 0,3 4 0,3 7 0,7 42 0,-2 1 0,5 70 0,-2 118 0,-13-186 0,0-9 0,11 162 0,-8-174 0,1-1 0,2 0 0,18 53 0,3-26 0,-29-65 0,1 0 0,-1 1 0,0-1 0,0 0 0,0 0 0,1 1 0,-1-1 0,0 0 0,0 0 0,1 1 0,-1-1 0,0 0 0,0 0 0,1 0 0,-1 0 0,0 1 0,1-1 0,-1 0 0,0 0 0,1 0 0,-1 0 0,0 0 0,1 0 0,-1 0 0,0 0 0,1 0 0,-1 0 0,0 0 0,1 0 0,-1 0 0,0 0 0,1 0 0,-1 0 0,1-1 0,14-9 0,10-20 0,-12 8 0,-1-1 0,-1 0 0,-1-1 0,11-40 0,18-106 0,-16 57 0,91-413 0,-105 487 0,-4 16 0,1-1 0,10-23 0,-6 113 0,15 141 0,52 293 0,-67-449 0,4-1 0,1 0 0,2 0 0,41 78 0,-54-122 0,-1 0 0,0 0 0,1-1 0,0 1 0,1-1 0,-1 0 0,1-1 0,10 9 0,-13-12 0,0 0 0,0 0 0,0 0 0,-1 0 0,1-1 0,0 1 0,0-1 0,0 1 0,0-1 0,0 0 0,0 0 0,0 0 0,0 0 0,0 0 0,0 0 0,0 0 0,0-1 0,0 1 0,0-1 0,0 1 0,0-1 0,0 0 0,0 0 0,0 0 0,-1 0 0,1 0 0,0 0 0,-1 0 0,1-1 0,-1 1 0,1-1 0,-1 1 0,2-3 0,4-5 0,0 0 0,0-1 0,-1 0 0,-1 0 0,0 0 0,0 0 0,-1-1 0,4-15 0,17-96 0,-23 110 0,24-257 0,-6 42 0,-13 179 0,2 1 0,25-78 0,-31 117-58,-2 0 0,1-1 0,-1 1 0,0 0 0,0-10 0,-1 7-959,1-5-5809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0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0,5 7 0,-1-1 0,0 0 0,-1-1 0,0 2 0,0-1 0,0 0 0,-1 0 0,0 1 0,0 0 0,1 8 0,0 12 0,1 27 0,-3-28 0,0 103 0,-1-74 0,8 82 0,-7-132 0,0 1 0,0 0 0,1 0 0,3 7 0,-5-12 0,0-1 0,0 1 0,0-1 0,1 1 0,-1-1 0,0 1 0,1 0 0,-1-1 0,0 1 0,1-1 0,-1 1 0,1-1 0,-1 0 0,0 1 0,1-1 0,-1 1 0,1-1 0,0 0 0,-1 1 0,1-1 0,-1 0 0,1 0 0,-1 1 0,1-1 0,0 0 0,-1 0 0,1 0 0,-1 0 0,1 0 0,0 0 0,-1 0 0,1 0 0,0 0 0,-1 0 0,1 0 0,-1 0 0,1 0 0,0-1 0,-1 1 0,1 0 0,-1 0 0,1-1 0,-1 1 0,1 0 0,0-1 0,-1 1 0,0-1 0,1 1 0,-1 0 0,1-1 0,-1 1 0,1-2 0,5-4 0,-1 0 0,0 0 0,0-1 0,-1 0 0,0 0 0,5-11 0,17-51 0,-19 47 0,4-9 0,28-70 0,-34 91 0,0 0 0,1 0 0,0 0 0,1 0 0,0 1 0,1 0 0,8-7 0,-14 14 0,1 0 0,-1 1 0,1 0 0,-1-1 0,1 1 0,0 0 0,-1 0 0,1 1 0,0-1 0,0 1 0,0-1 0,0 1 0,-1 0 0,1 0 0,0 0 0,0 0 0,4 1 0,7 2 0,-1 0 0,17 6 0,-25-7 0,19 5 0,-1 2 0,0 1 0,-1 1 0,0 0 0,30 23 0,-49-32 0,0 0 0,-1 0 0,1 0 0,-1 1 0,1-1 0,-1 1 0,0 0 0,0-1 0,0 1 0,-1 0 0,1 0 0,-1 0 0,0 1 0,1-1 0,-1 0 0,-1 0 0,2 4 0,-2-2 0,0 0 0,0 0 0,-1-1 0,1 1 0,-1 0 0,0-1 0,0 1 0,-1-1 0,1 1 0,-1-1 0,0 0 0,-3 5 0,-2 5 0,-1-1 0,-1 0 0,-18 22 0,47-23 0,-8-11 0,1 0 0,-1 0 0,0-1 0,0-1 0,0 0 0,0 0 0,19-6 0,-2 2 0,-24 4 0,0 1 0,0-1 0,0-1 0,-1 1 0,1-1 0,-1 0 0,1 0 0,-1 0 0,0 0 0,1-1 0,3-3 0,-6 4 0,1-1 0,-1 0 0,1 0 0,-1 0 0,0 0 0,0 0 0,0 0 0,-1-1 0,1 1 0,-1-1 0,0 1 0,0-1 0,0 1 0,0-1 0,0-4 0,0-13-1365,0-1-5461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2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0,2 0 0,544 22 0,-543-22 11,-1 0 0,1 1 0,0 0 0,-1-1 0,1 1 0,0 0-1,-1 0 1,1 1 0,-1-1 0,4 3 0,-5-3-56,0-1 0,-1 1 0,1-1 0,-1 1 0,1 0 0,0-1 0,-1 1 0,1 0 0,-1 0 0,0-1 0,1 1 0,-1 0 0,0 0 0,1 0 0,-1 0 0,0 0 0,0-1 0,0 1 0,1 0 0,-1 0 0,0 0 0,0 0 0,-1 0 0,1 0 0,0 0 0,0-1 0,0 1 0,0 0 0,-1 0 0,1 0 0,-1 0 0,0 1 0,-4 7-6781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2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24575,'-2'1'0,"0"0"0,0 0 0,0 1 0,0-1 0,0 0 0,1 1 0,-1 0 0,0-1 0,1 1 0,-3 3 0,4-5 0,0 1 0,0-1 0,-1 0 0,1 1 0,0-1 0,0 1 0,0-1 0,0 0 0,0 1 0,0-1 0,0 0 0,0 1 0,0-1 0,0 1 0,0-1 0,0 0 0,0 1 0,0-1 0,0 1 0,0-1 0,0 0 0,0 1 0,1-1 0,-1 1 0,1-1 0,-1 1 0,1 0 0,0-1 0,-1 1 0,1-1 0,0 1 0,0-1 0,0 0 0,-1 1 0,1-1 0,0 0 0,0 0 0,0 1 0,0-1 0,1 0 0,65 5 0,1-2 0,100-10 0,-102 3-88,141-4-1189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3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27 24575,'-32'-13'0,"25"11"0,0 0 0,0 1 0,0 0 0,0 0 0,-1 1 0,1 0 0,0 0 0,0 0 0,0 1 0,0 0 0,-1 1 0,2 0 0,-1 0 0,0 0 0,0 1 0,1 0 0,-1 0 0,1 1 0,0 0 0,0 0 0,0 0 0,0 1 0,1-1 0,0 2 0,0-1 0,0 0 0,-5 9 0,-1 1 0,1 1 0,1 0 0,0 0 0,1 1 0,1 0 0,0 0 0,1 1 0,1 0 0,1 0 0,1 0 0,0 1 0,1-1 0,1 1 0,1-1 0,1 1 0,0-1 0,1 1 0,1-1 0,1 0 0,8 23 0,-10-35 0,1-1 0,0 1 0,0-1 0,0 0 0,1 0 0,0 0 0,0 0 0,0-1 0,0 1 0,1-1 0,0 0 0,5 3 0,4 2 0,0-1 0,0-1 0,19 7 0,-28-12 0,0-1 0,1 0 0,-1 0 0,0 0 0,0-1 0,1 1 0,-1-1 0,1-1 0,-1 1 0,0-1 0,0 0 0,1 0 0,9-3 0,-1-2 0,0 0 0,0 0 0,21-15 0,-23 13 0,0-2 0,0 1 0,-1-2 0,0 1 0,-1-1 0,0-1 0,0 0 0,-2-1 0,1 1 0,-2-1 0,8-16 0,-6 7 0,-1-1 0,0 0 0,-2 0 0,0 0 0,-2-1 0,2-30 0,-5 45 0,-1 0 0,-1 0 0,0 1 0,0-1 0,-1 0 0,1 1 0,-2-1 0,0 1 0,0 0 0,0-1 0,-1 2 0,0-1 0,0 0 0,-1 1 0,0 0 0,-1 0 0,1 0 0,-1 1 0,-1-1 0,1 2 0,-1-1 0,0 1 0,-14-9 0,18 13 6,0 0-1,0 0 1,0 0-1,-1 0 0,1 0 1,0 1-1,-1 0 1,1-1-1,0 1 1,-1 0-1,1 1 1,0-1-1,-1 0 0,1 1 1,0 0-1,-1 0 1,1 0-1,0 0 1,0 0-1,0 1 1,-3 2-1,0-1-140,1 1 0,0 0 0,0 0 0,0 1 0,1-1 0,0 1 0,0 0 0,0 0 0,0 1 0,-3 6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4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0 24575,'0'0'0,"0"0"0,-4 17 0,-122 513 0,106-434 0,-25 135 0,37-173 0,3 0 0,1 60 0,5-73 0,19-78 0,-3 3 0,15-26 0,1 2 0,58-70 0,-2 36 0,-48 50 0,-38 36 0,-1-2 0,1 1 0,-1 0 0,0 0 0,0-1 0,0 1 0,-1-1 0,1 1 0,-1-1 0,0 0 0,0 0 0,0 1 0,0-1 0,0 0 0,-1 0 0,0 0 0,0 0 0,0 0 0,0 0 0,-1 0 0,0 0 0,-1-4 0,-2-7 0,0 1 0,-2-1 0,1 2 0,-11-18 0,16 31 0,0 0 0,-1-1 0,1 1 0,0-1 0,-1 1 0,1 0 0,-1-1 0,1 1 0,0 0 0,-1 0 0,1-1 0,-1 1 0,1 0 0,-1 0 0,1 0 0,-1 0 0,1 0 0,-1-1 0,1 1 0,-1 0 0,1 0 0,-1 0 0,0 0 0,1 1 0,-1-1 0,1 0 0,-1 0 0,1 0 0,-1 0 0,1 0 0,-1 1 0,1-1 0,0 0 0,-1 0 0,1 1 0,-1-1 0,1 0 0,-1 1 0,1-1 0,0 0 0,-1 1 0,-17 17 0,14-11 0,0 0 0,0 0 0,1 0 0,0 0 0,0 1 0,1-1 0,0 1 0,0 0 0,-1 13 0,1 10 0,1 35 0,2-44 0,-1 11 0,-1-11 0,1 0 0,1 0 0,0 0 0,2-1 0,1 1 0,9 29 0,-11-45 0,1 0 0,0 0 0,0 0 0,0 0 0,1 0 0,0-1 0,0 0 0,1 1 0,0-2 0,-1 1 0,9 5 0,-10-7 0,0-2 0,1 1 0,-1 0 0,0-1 0,1 1 0,-1-1 0,1 0 0,0 0 0,-1-1 0,1 1 0,0-1 0,0 1 0,-1-1 0,1 0 0,0-1 0,0 1 0,-1-1 0,1 0 0,0 1 0,-1-2 0,1 1 0,4-3 0,4-2 0,-1 0 0,0-1 0,0-1 0,-1 1 0,0-2 0,-1 0 0,0 0 0,11-13 0,-2-2 0,0-1 0,21-40 0,-23 33 0,-2-1 0,-2 0 0,0 0 0,9-54 0,15-143 0,-36 229 0,11-163 0,-5 46 0,-5 101 0,1 0 0,6-19 0,-4 102 0,-20 670 0,14-491 0,2-174 0,4-36 0,-4-35 0,0 1 0,0-1 0,0 1 0,0-1 0,0 1 0,0-1 0,0 1 0,0-1 0,0 1 0,0-1 0,1 0 0,-1 1 0,0-1 0,0 1 0,1-1 0,-1 0 0,0 1 0,0-1 0,1 1 0,-1-1 0,0 0 0,1 0 0,-1 1 0,1-1 0,-1 0 0,0 0 0,1 1 0,-1-1 0,1 0 0,-1 0 0,1 0 0,-1 0 0,1 0 0,-1 1 0,1-1 0,-1 0 0,0 0 0,1 0 0,-1 0 0,1 0 0,-1-1 0,1 1 0,-1 0 0,1 0 0,-1 0 0,1 0 0,-1 0 0,0-1 0,1 1 0,-1 0 0,1 0 0,-1-1 0,0 1 0,1 0 0,-1-1 0,0 1 0,1 0 0,-1-1 0,0 1 0,1 0 0,-1-1 0,0 1 0,0-1 0,0 1 0,1-1 0,4-7-341,0 1 0,0-1-1,4-10 1,1-5-6485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5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41 24575,'0'0'0,"0"0"0,0 0 0,0 0 0,0 2 0,6 40 0,-1 0 0,-2 81 0,-19 84 0,7-121 0,3 135 0,7-200 0,1 0 0,1 0 0,1-1 0,1 1 0,1-1 0,0 0 0,15 31 0,-21-51 0,0 0 0,0 1 0,0-1 0,0 0 0,1 0 0,-1 0 0,0 0 0,0 0 0,0 1 0,0-1 0,0 0 0,0 0 0,0 0 0,0 0 0,1 0 0,-1 0 0,0 1 0,0-1 0,0 0 0,0 0 0,0 0 0,1 0 0,-1 0 0,0 0 0,0 0 0,0 0 0,0 0 0,1 0 0,-1 0 0,0 0 0,0 0 0,0 0 0,0 0 0,1 0 0,-1 0 0,0 0 0,0 0 0,0 0 0,0 0 0,1 0 0,-1 0 0,0 0 0,0 0 0,0 0 0,0 0 0,0-1 0,1 1 0,-1 0 0,0 0 0,0 0 0,0 0 0,0 0 0,0 0 0,0-1 0,8-13 0,4-19 0,111-515 0,-100 374 0,-12 69 0,-10 101 0,-1 0 0,1-1 0,0 1 0,1 0 0,-1 0 0,1 0 0,2-5 0,-4 9 0,0-1 0,1 1 0,-1-1 0,0 1 0,1 0 0,-1-1 0,0 1 0,1-1 0,-1 1 0,1 0 0,-1-1 0,0 1 0,1 0 0,-1 0 0,1-1 0,-1 1 0,1 0 0,-1 0 0,1 0 0,-1 0 0,1 0 0,-1-1 0,1 1 0,0 0 0,1 1 0,-1-1 0,0 1 0,0-1 0,0 1 0,0 0 0,0-1 0,0 1 0,-1 0 0,1 0 0,0-1 0,0 1 0,0 0 0,-1 0 0,1 0 0,0 0 0,0 2 0,7 12 0,0 1 0,-1-1 0,-1 2 0,0-1 0,5 29 0,10 92 0,-19-123 0,13 135 0,-9-76 0,3 1 0,29 118 0,-34-181 0,25 75 0,-25-76 0,0-2 0,1 1 0,-1 0 0,2-1 0,-1 0 0,1 0 0,8 7 0,-13-13 0,0-1 0,0 0 0,0 0 0,0 0 0,1 0 0,-1 0 0,0-1 0,1 1 0,-1 0 0,1 0 0,-1-1 0,0 1 0,1-1 0,0 0 0,-1 1 0,1-1 0,-1 0 0,1 0 0,-1 0 0,1 0 0,0 0 0,-1 0 0,3-1 0,-1 0 0,0 0 0,-1 0 0,1-1 0,-1 0 0,1 1 0,-1-1 0,1 0 0,-1 0 0,0 0 0,0 0 0,3-4 0,4-7 0,-1 0 0,-1 0 0,11-25 0,-17 35 0,19-48 0,-2-1 0,19-91 0,4-111 0,2-15 0,-24 163-1365,-16 83-5461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5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24575,'4'26'0,"5"87"0,-10 189 0,-2-181 0,3-116 0,0-1 0,0 1 0,1 0 0,-1 0 0,3 7 0,-3-12 0,0 0 0,0 0 0,0 1 0,0-1 0,0 0 0,0 0 0,0 0 0,0 0 0,0 0 0,0 0 0,0 0 0,0 0 0,0 0 0,0 1 0,0-1 0,0 0 0,0 0 0,0 0 0,0 0 0,0 0 0,1 0 0,-1 0 0,0 0 0,0 0 0,0 0 0,0 0 0,0 1 0,0-1 0,0 0 0,0 0 0,0 0 0,0 0 0,1 0 0,-1 0 0,0 0 0,0 0 0,0 0 0,0 0 0,0 0 0,0 0 0,0 0 0,0 0 0,1 0 0,-1 0 0,0 0 0,0 0 0,0 0 0,0 0 0,0 0 0,0 0 0,0 0 0,0-1 0,0 1 0,1 0 0,-1 0 0,0 0 0,0 0 0,0 0 0,0 0 0,0 0 0,0 0 0,0 0 0,0 0 0,0 0 0,0-1 0,0 1 0,5-19 0,-1-8-1365,0 0-5461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6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0,12 10 0,115 71 0,8 24 0,-132-102 0,0 0 0,0 0 0,0 0 0,-1 0 0,1 0 0,-1 1 0,0-1 0,0 1 0,0 0 0,0 0 0,-1-1 0,1 1 0,-1 0 0,0 0 0,0 0 0,-1 1 0,1-1 0,-1 0 0,0 0 0,0 0 0,0 0 0,-1 0 0,1 1 0,-1-1 0,0 0 0,0 0 0,-3 6 0,0 1 0,-1 0 0,-1 0 0,0 0 0,0-1 0,-1 0 0,0 0 0,-1 0 0,-9 9 0,-72 66 0,89-85 0,0 0 0,-1 1 0,1-1 0,0 1 0,0-1 0,0 1 0,0-1 0,0 0 0,0 1 0,0-1 0,0 1 0,0-1 0,0 1 0,0-1 0,0 0 0,0 1 0,1-1 0,-1 1 0,0-1 0,0 0 0,0 1 0,1-1 0,-1 1 0,0-1 0,0 0 0,1 1 0,-1-1 0,0 0 0,1 0 0,-1 1 0,0-1 0,1 0 0,-1 0 0,0 1 0,1-1 0,-1 0 0,1 0 0,0 0 0,20 9 0,-4-8 0,0-2 0,0 0 0,0-2 0,0 0 0,30-9 0,0 1 0,67-10 0,-121-2-1365,5 16-5461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6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 24575,'8'-2'0,"1"1"0,0 1 0,0-1 0,9 2 0,17-1 0,47-7 0,-1-4 0,114-30 0,-153 32-1365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7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 1 24575,'-14'1'0,"1"0"0,-1 1 0,0 1 0,1 0 0,-1 1 0,1 1 0,0 0 0,-20 11 0,3 0 0,1 2 0,-36 29 0,53-38 0,0 2 0,-20 21 0,30-29 0,-1 0 0,0 0 0,1 1 0,0-1 0,0 1 0,0-1 0,0 1 0,0 0 0,1 0 0,0 0 0,-1 0 0,2 0 0,-1 0 0,0 0 0,1 0 0,0 5 0,0-5 0,1-1 0,0 0 0,1 1 0,-1-1 0,1 0 0,-1 0 0,1 0 0,0 0 0,0 0 0,0-1 0,0 1 0,5 3 0,35 30 0,-34-30 0,34 22 0,0-2 0,2-1 0,55 22 0,60 32 0,-155-77 0,0 1 0,-1-1 0,1 1 0,-1 0 0,1 0 0,-1 0 0,0 0 0,0 0 0,0 1 0,0-1 0,-1 1 0,1 0 0,-1 0 0,0 0 0,0 0 0,-1 0 0,1 1 0,-1-1 0,0 0 0,0 1 0,0-1 0,-1 1 0,1-1 0,-1 8 0,-1-6 0,0-1 0,0 1 0,-1-1 0,0 1 0,0-1 0,0 0 0,0 0 0,-1 0 0,0 0 0,0 0 0,0 0 0,-1-1 0,1 0 0,-1 1 0,0-2 0,0 1 0,-1 0 0,1-1 0,-6 4 0,-1-1 0,-1 0 0,1 0 0,-1-1 0,-1 0 0,1-1 0,-1 0 0,1-1 0,-1-1 0,0 0 0,0-1 0,0 0 0,0-1 0,-19-2 0,28 1 10,0 0 0,0 0 0,-1-1 0,1 0 0,0 1 0,0-1 0,1-1 0,-1 1 0,0 0 0,1-1 0,-7-6 0,3 1-381,0 0-1,1 0 1,-11-17 0,6 6-6455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7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1 24575,'16'7'0,"-12"-4"0,0 1 0,0-1 0,0 1 0,-1 0 0,0 0 0,1 0 0,-1 0 0,-1 1 0,1-1 0,-1 1 0,1-1 0,-1 1 0,-1 0 0,1 0 0,-1 0 0,0 0 0,1 10 0,0 6 0,-1-1 0,0 0 0,-5 29 0,-33 219 0,7-65 0,-14 343 0,44-387-1365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8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24575,'20'12'0,"-17"-9"0,-1 1 0,0 0 0,0 0 0,0 0 0,-1 1 0,1-1 0,-1 0 0,0 1 0,0-1 0,0 8 0,1 50 0,-2-42 0,-5 38 0,0 6 0,5-58 0,0-1 0,1 1 0,-1-1 0,1 0 0,1 1 0,-1-1 0,1 0 0,0 0 0,2 6 0,-3-10 0,0 1 0,0-1 0,0 1 0,0-1 0,0 1 0,0-1 0,0 0 0,0 1 0,0-1 0,1 0 0,-1 0 0,0 0 0,1 0 0,-1 0 0,1 0 0,0 0 0,-1-1 0,1 1 0,-1 0 0,1-1 0,0 0 0,0 1 0,-1-1 0,1 0 0,0 0 0,0 0 0,-1 0 0,1 0 0,0 0 0,0 0 0,-1-1 0,1 1 0,0-1 0,-1 1 0,1-1 0,0 1 0,-1-1 0,1 0 0,1-1 0,4-2 0,-1-1 0,0 1 0,0-1 0,0 0 0,-1-1 0,0 1 0,0-1 0,5-7 0,-1-2 0,0-1 0,-1 0 0,0 0 0,-1-1 0,-1 0 0,-1 0 0,-1 0 0,0 0 0,-1-1 0,-1 0 0,0 0 0,-2-20 0,0 33 0,-1 0 0,0 0 0,-1 0 0,1 0 0,-1 0 0,0 0 0,0 0 0,0 1 0,-1-1 0,0 1 0,0-1 0,0 1 0,0 0 0,-1 0 0,1 1 0,-1-1 0,0 1 0,0-1 0,0 1 0,-1 1 0,1-1 0,-1 1 0,1-1 0,-1 1 0,0 0 0,0 1 0,0-1 0,0 1 0,0 0 0,0 1 0,-1-1 0,1 1 0,0 0 0,0 0 0,0 0 0,-9 3 0,-13 4-1365,19-4-5461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8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0 24575,'0'0'0,"0"0"0,-2 26 0,-1 0 0,-1 0 0,-1 0 0,-12 35 0,5-19 0,-112 515 0,104-421 0,6 0 0,3 164 0,12-199 0,8-167 0,6-180-1365,-12 172-5461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8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0 24575,'0'0'0,"0"0"0,0 0 0,0 0 0,20 1 0,-1 2 0,0 1 0,0 1 0,0 1 0,-1 0 0,0 2 0,0 0 0,-1 1 0,1 0 0,-2 2 0,0 0 0,17 15 0,-28-21 0,-1 0 0,0 0 0,0 0 0,0 1 0,-1 0 0,1-1 0,-1 1 0,-1 0 0,1 1 0,-1-1 0,0 0 0,-1 1 0,1-1 0,-1 1 0,-1-1 0,1 1 0,-1 0 0,0-1 0,-1 1 0,1 0 0,-1-1 0,-1 1 0,1-1 0,-1 0 0,0 1 0,0-1 0,-1 0 0,0 0 0,0 0 0,-1 0 0,1-1 0,-1 0 0,0 1 0,-8 6 0,-6 6 17,-1-2 0,-1-1 1,0 0-1,0-1 0,-2-2 0,-22 11 0,-17 4-760,-65 20 1,120-45-6084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19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1 303 24575,'15'4'0,"0"-1"0,1 0 0,0-1 0,-1-1 0,1-1 0,0 0 0,-1-1 0,1-1 0,0 0 0,26-8 0,-34 7 0,0 0 0,-1 0 0,0 0 0,0-1 0,0 0 0,0 0 0,0-1 0,-1 0 0,0 0 0,0 0 0,0-1 0,-1 0 0,0 0 0,0 0 0,0-1 0,-1 0 0,0 0 0,0 0 0,-1 0 0,0 0 0,0-1 0,3-13 0,-5 15 0,-1 0 0,1 0 0,-1 1 0,0-1 0,-1 0 0,1 0 0,-1 0 0,0 0 0,-1 0 0,1 1 0,-1-1 0,0 1 0,-1-1 0,1 1 0,-1 0 0,0 0 0,0 0 0,-1 0 0,1 0 0,-1 1 0,0 0 0,-1 0 0,1 0 0,-1 0 0,-8-5 0,8 6 0,1 0 0,0 1 0,-1-1 0,1 1 0,-1 0 0,0 1 0,1-1 0,-1 1 0,0 0 0,0 0 0,0 1 0,0-1 0,0 1 0,0 0 0,0 1 0,0-1 0,0 1 0,0 0 0,0 0 0,0 0 0,0 1 0,1 0 0,-1 0 0,1 0 0,-1 0 0,1 1 0,0-1 0,0 1 0,0 0 0,-6 7 0,1 0 0,1 0 0,0 0 0,0 1 0,2 1 0,-1-1 0,1 1 0,1 0 0,0 0 0,1 1 0,0 0 0,1-1 0,0 1 0,1 0 0,1 1 0,0 17 0,1-19 0,0 0 0,1 0 0,1 0 0,0 0 0,0 0 0,2-1 0,-1 1 0,1-1 0,1 0 0,0 0 0,1 0 0,0-1 0,0 1 0,1-2 0,0 1 0,1-1 0,10 10 0,-8-11 0,-1 0 0,1-1 0,0-1 0,1 0 0,0 0 0,0-1 0,0 0 0,0-1 0,1 0 0,0-1 0,-1 0 0,1-1 0,0-1 0,17 1 0,-18-2 0,-1 0 0,0-1 0,0 0 0,0-1 0,0 0 0,0-1 0,0 0 0,0-1 0,-1 0 0,1 0 0,-1-1 0,0 0 0,-1 0 0,1-1 0,-1 0 0,0-1 0,10-11 0,-6 4-341,-2 0 0,0-1-1,14-27 1,-14 22-6485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20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1 396 24575,'0'0'0,"0"0"0,0 0 0,0 0 0,6 28 0,-5-23 0,5 14 0,0-18 0,3-12 0,31-46 0,86-94 0,-78 96 0,-24 26 0,1 1 0,1 1 0,2 2 0,54-40 0,-82 65 0,1-1 0,0 1 0,-1 0 0,1 0 0,0 0 0,-1 0 0,1 0 0,-1 0 0,1 0 0,0 0 0,-1 1 0,1-1 0,0 0 0,-1 0 0,1 0 0,-1 1 0,1-1 0,0 0 0,-1 1 0,1-1 0,-1 0 0,1 1 0,-1-1 0,1 1 0,-1-1 0,0 1 0,1-1 0,-1 1 0,1-1 0,-1 1 0,0-1 0,1 2 0,10 21 0,-10-13 0,0 0 0,-1 0 0,0 1 0,0-1 0,-1 0 0,0 0 0,-5 18 0,-27 70 0,27-82 0,-47 115 0,25-67 0,-35 125 0,62-185 0,1 0 0,-1-1 0,1 1 0,0 0 0,0 0 0,1 0 0,-1 0 0,1 0 0,0-1 0,0 1 0,0 0 0,0-1 0,0 1 0,1-1 0,0 1 0,0-1 0,0 0 0,0 1 0,4 3 0,-3-4 0,0 1 0,0-1 0,0 0 0,1 0 0,-1-1 0,1 1 0,0-1 0,0 1 0,0-1 0,0 0 0,0-1 0,0 1 0,0-1 0,1 0 0,-1 0 0,5 1 0,19-3 0,0 0 0,0-2 0,-1-1 0,42-11 0,41-6 0,-100 20-170,1-1-1,0 0 0,-1-1 1,1 0-1,-1-1 0,0 0 1,18-10-1,-22 10-6655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20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82 24575,'0'14'0,"-4"113"0,-31 201 0,-57 117 0,84-409 0,2 1 0,1 0 0,1 0 0,3 1 0,4 62 0,-2-71 0,1 11 0,-1-33 0,1-15 0,103-858 0,-89 566 0,-14 288 0,-1-1 0,2 1 0,-1-1 0,2 1 0,0 0 0,0 0 0,1 0 0,9-14 0,-12 21 0,1 1 0,-1 0 0,1 1 0,0-1 0,0 0 0,1 1 0,-1 0 0,1 0 0,-1 0 0,1 0 0,0 0 0,0 1 0,1-1 0,-1 1 0,0 0 0,1 1 0,-1-1 0,1 1 0,-1 0 0,1 0 0,0 0 0,-1 1 0,1-1 0,0 1 0,8 1 0,7 3 0,0 0 0,0 1 0,0 1 0,-1 1 0,0 1 0,-1 0 0,30 19 0,-19-8 0,0 2 0,-2 1 0,40 40 0,-60-54 0,0 0 0,-1 0 0,0 1 0,-1 0 0,0 0 0,0 0 0,-1 0 0,0 1 0,-1 0 0,0-1 0,0 1 0,-1 1 0,0-1 0,-1 0 0,0 0 0,-1 1 0,0-1 0,-1 0 0,0 1 0,0-1 0,-1 0 0,-1 0 0,1 0 0,-2 0 0,1-1 0,-1 1 0,-6 8 0,0 0 0,-1-1 0,-1 0 0,-1 0 0,0-2 0,-1 0 0,-1 0 0,0-1 0,-1-1 0,0-1 0,-28 17 0,13-12 0,-1-1 0,0-2 0,-1-1 0,-1-1 0,-47 10 0,45-16 0,19-3 0,-33 9 0,50-12 0,0 0 0,0 0 0,0 0 0,-1 0 0,1 0 0,0 0 0,0 1 0,0-1 0,0 0 0,-1 0 0,1 0 0,0 0 0,0 0 0,0 0 0,0 0 0,-1 0 0,1 0 0,0 1 0,0-1 0,0 0 0,0 0 0,0 0 0,0 0 0,0 0 0,-1 1 0,1-1 0,0 0 0,0 0 0,0 0 0,0 0 0,0 1 0,0-1 0,0 0 0,0 0 0,0 0 0,0 0 0,0 1 0,0-1 0,0 0 0,7 6 0,14 3 0,-20-8 0,55 16 0,0-2 0,79 9 0,-31-6 0,160 48 0,-224-52 0,1 1 0,-2 3 0,0 1 0,46 31 0,-47-23-1365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47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359 962 24575,'0'0'0,"0"0"0,0 0 0,0 0 0,0 0 0,0 0 0,0 0 0,-18-6 0,-4-3 0,1-1 0,1-1 0,0 0 0,0-2 0,-21-18 0,16 11 0,0 0 0,2-2 0,-23-27 0,37 39 0,1-1 0,0 0 0,1 0 0,0-1 0,1 0 0,0 0 0,1 0 0,0-1 0,1 0 0,-3-13 0,5 8 0,0 0 0,1-1 0,0 1 0,2 0 0,0 0 0,1 0 0,1 0 0,1 0 0,0 0 0,2 1 0,0-1 0,0 1 0,2 1 0,0 0 0,20-31 0,-11 25 0,1 0 0,1 1 0,1 0 0,0 2 0,2 0 0,0 2 0,1 0 0,1 2 0,43-22 0,-35 21 0,1 1 0,1 2 0,0 1 0,1 2 0,0 1 0,1 2 0,0 2 0,0 1 0,40 0 0,-60 5 0,1 0 0,-1 1 0,0 0 0,0 1 0,-1 1 0,1 1 0,21 9 0,-30-11 0,0 1 0,0 0 0,0 0 0,-1 0 0,1 1 0,-1 0 0,0 1 0,-1-1 0,1 1 0,-1 0 0,0 1 0,-1-1 0,0 1 0,0 0 0,0 0 0,-1 0 0,3 9 0,-2-1 0,0 1 0,-1 0 0,-1 0 0,-1-1 0,0 1 0,-2 0 0,1 0 0,-2 0 0,0 0 0,-1 0 0,-8 25 0,-8 16 0,-47 97 0,37-92 0,9-16 0,2 0 0,-15 61 0,30-97 0,0 0 0,0 0 0,-1-1 0,0 1 0,-9 14 0,12-24-42,0 1-1,1-1 0,-1 0 1,0 1-1,0-1 0,0 0 1,0 0-1,0 1 0,1-1 1,-1 0-1,0 0 0,0 0 1,0 0-1,0 0 0,0 0 1,0-1-1,0 1 0,1 0 1,-1 0-1,0-1 0,0 1 1,0 0-1,0-1 0,1 1 1,-1-1-1,0 1 0,0-1 1,1 1-1,-1-1 0,0 0 1,0 0-1,-6-6-6783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7:47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1 24575,'0'0'0,"0"0"0,0 0 0,0 0 0,0 0 0,0 0 0,-2 10 0,-36 105 0,-8 36 0,42-138 0,1 0 0,1 0 0,0 1 0,0 24 0,2-35 0,0 1 0,1-1 0,-1 0 0,1 0 0,0 0 0,0 0 0,0 0 0,0 0 0,0 0 0,1 0 0,-1-1 0,1 1 0,0 0 0,-1-1 0,1 1 0,1-1 0,-1 0 0,0 0 0,0 1 0,1-2 0,-1 1 0,1 0 0,0 0 0,0-1 0,-1 1 0,5 0 0,5 2 0,0-1 0,0 0 0,1-1 0,-1 0 0,1-1 0,-1-1 0,1 0 0,-1 0 0,1-1 0,-1-1 0,20-5 0,11-5 0,77-33 0,-90 32 0,-17 8-104,6-2-106,-1 0 0,-1-2 0,1 0-1,-1-1 1,22-17 0,-31 21-6616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00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821 746 24575,'-25'3'0,"1"1"0,0 1 0,1 2 0,0 0 0,-34 15 0,-87 51 0,57-26 0,52-28 0,0 2 0,-45 36 0,61-39 0,1 0 0,1 1 0,1 1 0,1 0 0,-18 31 0,17-26 0,4-6 0,1 1 0,1 0 0,1 1 0,0 0 0,2 0 0,-5 23 0,-17 134 0,20-106 0,2-24 0,1-16 0,2 0 0,1 0 0,1 1 0,5 52 0,0-58 0,2-1 0,1 1 0,1-1 0,2 0 0,15 33 0,-16-43 0,0 0 0,2-1 0,0 0 0,1-1 0,0 0 0,1-1 0,0 0 0,1-1 0,17 12 0,26 18 0,104 56 0,-121-79 0,0-1 0,1-3 0,84 22 0,429 61 0,-343-73 0,97 14 0,392 64 0,-489-80 0,237 17 0,261 13 0,77 5 0,-510-43 0,327 0 0,-59-3 0,240-6 0,-695-7 0,565-6 0,-130-43 0,-436 38 0,266-14 0,18-3 0,328-85 0,-575 89 0,179-61 0,-161 38 0,335-128 0,-410 146 0,20-8 0,147-87 0,-188 93 0,-2-2 0,-1-2 0,-2-1 0,69-82 0,-87 92 0,-2-1 0,-1-1 0,-1-1 0,-1 0 0,22-56 0,-26 45 0,-1 0 0,-2-1 0,-2-1 0,-2 0 0,-2 0 0,-1-81 0,-5 88 0,-2 0 0,-2 0 0,-1 1 0,-1 0 0,-3 0 0,0 0 0,-2 2 0,-28-54 0,4 16 0,24 43 0,-3 1 0,0 0 0,-1 0 0,-2 2 0,-37-43 0,8 24 0,-1 2 0,-3 3 0,-83-51 0,65 49 0,-2 4 0,-1 3 0,-2 3 0,-1 3 0,-2 3 0,-132-24 0,-660-76 0,529 102 0,28 3 0,93 3 0,-416 22 0,140 9 0,-112 8 0,-64 19 0,392-33 0,-244 13 0,-400 36 0,571-42 0,-148 13 0,-111 51 0,287-35 0,-87 30 0,3 21 0,242-55 0,-479 163 0,539-166 0,-90 38 120,157-57-615,1 1 0,-68 46 0,91-54-6331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3.9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1 401 24575,'24'-18'0,"-8"7"0,2 1 0,-1 0 0,1 2 0,32-12 0,22-9 0,-71 27 0,0 1 0,0 0 0,0 0 0,0 0 0,-1-1 0,1 1 0,0 0 0,0-1 0,-1 1 0,1-1 0,-1 1 0,0-1 0,1 1 0,-1-1 0,0 1 0,0-1 0,0 1 0,0-1 0,0-1 0,-2-31 0,0 16 0,-1-1 0,-2 1 0,0-1 0,0 1 0,-2 1 0,0-1 0,-15-25 0,22 43 0,0 0 0,0 0 0,0 0 0,0 0 0,-1 0 0,1 0 0,0-1 0,0 1 0,0 0 0,0 0 0,0 0 0,0 0 0,0 0 0,0 0 0,0 0 0,-1 0 0,1 0 0,0 0 0,0 0 0,0 0 0,0 0 0,0 0 0,0 0 0,0 0 0,0 0 0,-1 0 0,1 0 0,0 0 0,0 0 0,0 0 0,0 0 0,0 0 0,0 0 0,0 0 0,0 1 0,0-1 0,-1 0 0,1 0 0,0 0 0,0 0 0,0 0 0,0 0 0,0 0 0,0 0 0,0 0 0,0 0 0,0 0 0,0 1 0,0-1 0,0 0 0,0 0 0,0 0 0,0 0 0,0 0 0,-4 11 0,2 6 0,28-22 0,-1-1 0,0 0 0,0-2 0,27-13 0,-11 6 0,-23 7 0,2 2 0,22-4 0,-37 8 0,0 1 0,0 1 0,0-1 0,0 1 0,0 0 0,1 0 0,-1 0 0,0 1 0,0 0 0,0 0 0,0 0 0,0 1 0,0 0 0,6 3 0,-9-4 0,0 0 0,-1 0 0,1 1 0,-1-1 0,1 1 0,-1-1 0,0 1 0,0 0 0,0 0 0,0-1 0,0 1 0,0 0 0,0 0 0,0 0 0,-1 0 0,1 0 0,-1 0 0,1 0 0,-1 0 0,0 0 0,0 0 0,0 0 0,0 0 0,0 1 0,-1-1 0,0 3 0,-1 6 0,-1 0 0,-1 0 0,-8 17 0,7-15 0,-4 8 0,6-10 0,-1-1 0,0 1 0,-1-1 0,0 0 0,-1-1 0,-12 17 0,18-25-38,-1-1 0,1 1 0,-1-1 1,0 1-1,1 0 0,-1-1 0,0 1 0,0-1 0,1 0 0,-1 1 0,0-1 0,0 0 0,0 1 0,1-1 0,-1 0 0,0 0 1,0 0-1,0 0 0,0 0 0,0 0 0,0 0 0,1 0 0,-1 0 0,0 0 0,0 0 0,0 0 0,0-1 0,1 1 0,-1 0 1,0-1-1,0 1 0,0 0 0,1-1 0,-1 1 0,-1-2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4.3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1 173 24575,'0'0'0,"0"0"0,0 0 0,0 0 0,0 0 0,0 0 0,0 0 0,0 0 0,0 0 0,10 15 0,-10-14 0,1 1 0,0-1 0,-1 0 0,1 0 0,0 0 0,0 1 0,0-1 0,0 0 0,0 0 0,0 0 0,0 0 0,1-1 0,-1 1 0,0 0 0,0 0 0,1-1 0,-1 1 0,0-1 0,1 1 0,-1-1 0,2 1 0,1-2 0,-1 1 0,1-1 0,-1 0 0,0 1 0,1-1 0,-1-1 0,6-2 0,29-15-227,-1-2-1,0-1 1,-2-2-1,-1-2 1,57-54-1,-85 75-6598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5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0 324 24575,'3'1'0,"-1"0"0,1 0 0,-1 0 0,1 0 0,-1-1 0,1 1 0,0-1 0,-1 0 0,1 0 0,-1 0 0,1 0 0,0 0 0,-1 0 0,1-1 0,2 0 0,4-2 0,0 0 0,0-1 0,8-5 0,-13 6 0,1 1 0,0-1 0,-1 1 0,1 0 0,0 0 0,0 0 0,0 1 0,0 0 0,1 0 0,-1 0 0,0 1 0,10 0 0,-13 0 0,0 0 0,0 1 0,0-1 0,0 1 0,0 0 0,0 0 0,0 0 0,0 0 0,-1 0 0,1 0 0,0 0 0,0 1 0,-1-1 0,1 1 0,-1-1 0,0 1 0,1-1 0,1 5 0,-1-3 0,-1 0 0,1 1 0,-1-1 0,0 1 0,0 0 0,0-1 0,-1 1 0,1 0 0,-1 0 0,0 4 0,-1 1 0,0 0 0,0 0 0,-1 0 0,0 0 0,-1 0 0,0 0 0,0-1 0,-5 11 0,-27 51 0,35-70 0,0 0 0,0 0 0,0 0 0,0 0 0,0-1 0,0 1 0,0 0 0,0 0 0,0 0 0,0 0 0,0 0 0,0 0 0,0 0 0,0 0 0,0 0 0,0 0 0,-1 0 0,1 0 0,0 0 0,0 0 0,0 0 0,0 0 0,0 0 0,0 0 0,0 0 0,0 0 0,0 0 0,0 0 0,0 0 0,-1 0 0,1 0 0,0 0 0,0 0 0,0 0 0,0 0 0,0 0 0,0 0 0,0 0 0,0 0 0,0 0 0,0 0 0,0 0 0,0 0 0,-1 0 0,1 0 0,0 0 0,0 0 0,0 0 0,0 0 0,0 1 0,0-1 0,0 0 0,0 0 0,0 0 0,0 0 0,0 0 0,0 0 0,0 0 0,0 0 0,0 0 0,0 0 0,0 1 0,-1-13 0,4-14 0,7-11 0,2 0 0,2 1 0,1 0 0,2 1 0,28-43 0,-39 68 0,1 0 0,0 1 0,0 0 0,1 0 0,1 1 0,-1 0 0,15-11 0,34-20 0,73-39 0,-109 60-268,-17 14-829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6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1 157 24575,'0'0'0,"0"0"0,0 0 0,0 0 0,0 0 0,0 0 0,22 1 0,-16 0 0,-1-1 0,1 1 0,-1-2 0,0 1 0,1 0 0,-1-1 0,0 0 0,6-2 0,17-8 0,-2-1 0,28-17 0,-10 4 0,-5 4-88,-25 12-95,0 1 1,1 0 0,0 1-1,1 1 1,-1 1-1,28-7 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7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1 274 24575,'3'-2'0,"-1"-1"0,1 1 0,-1-1 0,1 1 0,-1-1 0,4-5 0,9-10 0,195-177 0,-210 194 3,0 1 0,0-1 0,0 0 0,0 1 0,0-1 0,0 1 0,0-1 0,0 1 0,-1-1 0,1 0 0,0 1 0,0-1 0,0 1 0,-1-1 0,1 1 0,0-1 0,0 1 0,-1-1 0,1 1 0,0 0 0,-1-1 0,1 1 0,-1-1 0,1 1 0,-1 0 0,1-1 0,-1 1 0,1 0 0,-1-1 0,0 1 0,-19-14-879,18 12 294,-10-5-6244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7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 24575,'0'0'0,"0"0"0,0 0 0,0 0 0,0 0 0,0 0 0,0 0 0,0 0 0,0 0 0,2 0 0,11-1 0,74-5 0,-82 5 0,0 0 0,0 0 0,0 0 0,0-1 0,-1 0 0,1 1 0,0-2 0,7-3 0,17-8 0,-29 14 0,1 0 0,0 0 0,0 0 0,0 0 0,0 0 0,0 0 0,0 0 0,0 1 0,-1-1 0,1 0 0,0 1 0,0-1 0,0 0 0,0 1 0,-1-1 0,1 1 0,0-1 0,-1 1 0,1-1 0,0 1 0,-1 0 0,1-1 0,0 1 0,0 1 0,0 0 0,1 0 0,-1 0 0,0 0 0,1 0 0,-1 1 0,0-1 0,-1 0 0,2 4 0,-1 1 7,-1 1 1,0 0-1,0-1 0,-1 1 0,0 0 0,0-1 0,-1 1 0,0-1 1,-5 14-1,-5 8-260,-18 29 0,16-31-678,8-15-5895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17.1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1 24575,'0'0'0,"12"24"0,-11-23 0,-1 0 0,1 0 0,-1 0 0,1 0 0,-1 0 0,1 0 0,-1 0 0,0 0 0,0 0 0,1 0 0,-1 0 0,0 1 0,0-1 0,0 0 0,0 0 0,0 0 0,-1 0 0,1 0 0,0 0 0,0 0 0,-1 0 0,1 0 0,-1 0 0,1 0 0,-1 0 0,1 0 0,-1 0 0,0 0 0,1 0 0,-2 1 0,0-1 0,0 1 0,0-1 0,-1 1 0,1-1 0,-1 0 0,1 0 0,0 0 0,-1-1 0,0 1 0,1 0 0,-3-1 0,4 0 0,1 0 0,0 0 0,-1 0 0,1 0 0,0 0 0,0 0 0,-1 0 0,1 0 0,0 0 0,0 0 0,-1 0 0,1 0 0,0 1 0,0-1 0,-1 0 0,1 0 0,0 0 0,0 0 0,-1 0 0,1 0 0,0 1 0,0-1 0,0 0 0,-1 0 0,1 0 0,0 1 0,0-1 0,0 0 0,0 0 0,-1 0 0,1 1 0,0-1 0,0 0 0,0 0 0,0 1 0,0-1 0,6 9 0,2 1 0,-5-8 0,0 0 0,0-1 0,0 1 0,1-1 0,-1 1 0,0-1 0,1 0 0,-1 0 0,6 0 0,0 1 0,33 8 0,50 4 0,37 8 0,-29-6 0,-113-37 0,-6-11-1365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17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 24575,'-4'21'0,"4"-18"0,0-1 0,0 1 0,-1 0 0,1-1 0,-1 1 0,0-1 0,0 1 0,0-1 0,0 1 0,0-1 0,0 0 0,-1 0 0,1 1 0,-1-1 0,1 0 0,-1 0 0,0 0 0,0-1 0,0 1 0,0 0 0,0-1 0,0 1 0,0-1 0,-1 0 0,1 0 0,-1 0 0,1 0 0,-4 1 0,8-1 0,-1 0 0,0 0 0,0 1 0,1-1 0,-1 0 0,0 1 0,0-1 0,0 1 0,-1-1 0,2 3 0,10 14 0,-4-11 0,1 0 0,0 0 0,16 8 0,-15-9 0,-1 0 0,0 0 0,0 1 0,11 10 0,0 0 0,-19-16 0,1 0 0,-1 0 0,1 0 0,-1 0 0,1 0 0,-1 0 0,0 1 0,0-1 0,0 0 0,0 1 0,0-1 0,0 1 0,0-1 0,0 1 0,0-1 0,-1 1 0,1-1 0,0 1 0,-1 0 0,0-1 0,1 1 0,-1 0 0,0 0 0,0-1 0,0 1 0,0 0 0,0 0 0,0-1 0,-1 1 0,1 0 0,-1 1 0,0 1 0,0-1 0,-1 0 0,1 0 0,-1 0 0,0 0 0,0 0 0,0 0 0,0-1 0,0 1 0,-1 0 0,1-1 0,-4 3 0,-38 26 0,28-20 0,7-5 30,-1-1-1,0 0 0,-16 5 1,-8 4-1513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22.8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91 24575,'0'0'0,"0"0"0,0 0 0,0 0 0,0 0 0,0 0 0,0 0 0,26-13 0,-24 10-33,0 0-1,0 0 0,0 0 0,-1 0 1,1 0-1,-1 0 0,0-1 0,0 1 1,0 0-1,-1-1 0,1 1 1,-1-1-1,0 1 0,1-1 0,-2 1 1,1-1-1,-1-4 0,1 0-724,-1 2-6068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23.8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0 128 24575,'1'0'0,"0"1"0,-1-1 0,1 0 0,0 1 0,0-1 0,-1 1 0,1-1 0,0 1 0,-1-1 0,1 1 0,0 0 0,-1-1 0,1 1 0,-1 0 0,1-1 0,-1 1 0,1 1 0,-1-1 0,1 0 0,-1 0 0,1-1 0,-1 1 0,1 0 0,-1 0 0,1-1 0,0 1 0,0 0 0,-1-1 0,1 1 0,0 0 0,0-1 0,-1 1 0,1-1 0,0 1 0,0-1 0,0 0 0,1 1 0,19-2 0,42-1 0,0 2 0,75 9 0,-111-4 0,-23-2 0,-15-2 0,10-1 0,-1-1 0,1 1 0,0-1 0,0 1 0,0-1 0,0 0 0,0 1 0,0-1 0,0 0 0,0 0 0,0 0 0,1 0 0,-1 0 0,0 0 0,0 0 0,1 0 0,-1 0 0,1 0 0,-1 0 0,1 0 0,-1 0 0,1-1 0,-1 0 0,0-3 0,0 1 0,-1 0 0,1-1 0,1 0 0,-1-5 0,2-54 0,-20 48 0,18 15 0,0 0 0,0 0 0,1 0 0,-1 1 0,0-1 0,0 0 0,0 0 0,0 0 0,1 0 0,-1 0 0,1 0 0,-1-1 0,1 1 0,-1 0 0,1 0 0,-1 0 0,1-1 0,0 1 0,-1-2 0,2 3 0,0-1 0,0 0 0,-1 0 0,1 1 0,0-1 0,0 1 0,0-1 0,-1 1 0,1-1 0,0 1 0,0-1 0,0 1 0,0 0 0,0-1 0,0 1 0,0 0 0,0 0 0,0 0 0,0 0 0,0 0 0,0 0 0,0 0 0,0 0 0,0 0 0,1 1 0,4 0 0,0 1 0,-1 0 0,1 1 0,-1-1 0,0 1 0,1 0 0,-1 0 0,-1 0 0,9 8 0,3 1 0,8 3 0,-15-9 0,1 0 0,0 1 0,-1 0 0,-1 0 0,12 12 0,-18-16 0,0 0 0,0 0 0,0 0 0,0 0 0,-1 0 0,1 1 0,-1-1 0,0 0 0,0 1 0,0-1 0,0 1 0,-1-1 0,1 1 0,-1-1 0,0 1 0,0 0 0,0-1 0,-1 1 0,1-1 0,-1 1 0,0-1 0,-1 4 0,-1 3 0,-1-1 0,0 0 0,-1 0 0,0-1 0,0 1 0,-7 7 0,-42 45 0,53-59 0,-22 14-211,16-12-943,-7 5-5672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10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667 28 24575,'22'21'0,"-22"-21"0,0 1 0,1-1 0,-1 1 0,0-1 0,0 0 0,0 1 0,0-1 0,0 0 0,0 1 0,1-1 0,-1 1 0,0-1 0,0 0 0,0 1 0,0-1 0,-1 1 0,1-1 0,0 0 0,0 1 0,0-1 0,0 0 0,0 1 0,0-1 0,-1 1 0,1-1 0,0 0 0,0 1 0,0-1 0,-1 0 0,1 0 0,0 1 0,0-1 0,-1 0 0,1 0 0,0 1 0,-1-1 0,1 0 0,0 0 0,-1 0 0,1 1 0,-1-1 0,0 1 0,0-1 0,0 1 0,0-1 0,0 1 0,-1-1 0,1 1 0,0-1 0,0 1 0,0-1 0,-1 0 0,1 0 0,0 0 0,0 0 0,-3 0 0,-72-21 0,25 11 0,-94-5 0,-53 13 0,123 2 0,-15-8 0,68 0-152,16 4-1061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11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288 0 24575,'-189'121'0,"178"-114"0,0 0 0,1 1 0,0 0 0,1 1 0,-1 0 0,1 0 0,-13 19 0,21-27 0,1 0 0,-1 1 0,0-1 0,1 0 0,-1 0 0,1 1 0,-1-1 0,1 0 0,0 0 0,-1 1 0,1-1 0,0 1 0,0-1 0,0 0 0,0 1 0,0-1 0,0 0 0,0 1 0,1-1 0,-1 0 0,1 1 0,0 0 0,0 1 0,1 0 0,-1-1 0,1 0 0,0 1 0,0-1 0,0 0 0,0 0 0,0 0 0,0 0 0,3 1 0,7 4 0,0 0 0,0-1 0,19 7 0,-28-12 0,147 52 0,-121-39-1365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58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206 0 24575,'0'0'0,"0"0"0,0 0 0,0 0 0,0 0 0,0 0 0,14 22 0,-5-8 0,6 9 0,18 21 0,-20-27 0,-23-27 0,-10-13 0,3 28 0,0 0 0,0-1 0,0 0 0,-1-2 0,-20 1 0,18 0 0,-1 1 0,1 1 0,0 1 0,-34 15 0,64-38-248,-7 12-869,4-7-5709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58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376 0 24575,'-14'24'0,"11"-21"0,1 0 0,-1 0 0,1-1 0,-1 1 0,0-1 0,0 1 0,-1-1 0,1 0 0,0 0 0,-1-1 0,1 1 0,-1-1 0,-6 3 0,-55 10 0,59-13 0,-28 4 0,2 0 0,-51 14 0,77-17 0,0-1 0,-1 0 0,1 0 0,-1-1 0,0 0 0,1 0 0,-14-2 0,-7-1 0,27 3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59.3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21 24575,'0'0'0,"0"0"0,0 0 0,0 0 0,0 0 0,16-9 0,-5 3 0,-1 0 0,-27 14 0,-3 2 0,7-3 0,0-1 0,-1 0 0,-22 6 0,35-12 0,-1 1 0,0-1 0,1 1 0,-1 0 0,1-1 0,-1 1 0,1 0 0,-1 0 0,1 0 0,0 0 0,-1 0 0,1 0 0,0 0 0,0 1 0,0-1 0,0 0 0,0 1 0,0-1 0,0 1 0,0-1 0,1 1 0,-1-1 0,1 1 0,-1 0 0,0 2 0,1-2 0,-1-2 0,1 1 0,0-1 0,0 0 0,0 0 0,0 1 0,0-1 0,0 0 0,0 0 0,0 0 0,0 0 0,0 1 0,-1-1 0,1 0 0,0 0 0,0 0 0,0 1 0,0-1 0,0 0 0,-1 0 0,1 0 0,0 0 0,0 0 0,0 0 0,-1 0 0,1 1 0,0-1 0,0 0 0,0 0 0,-1 0 0,1 0 0,0 0 0,0 0 0,0 0 0,-1 0 0,1 0 0,-1 0 0,-6-7 0,-4-11 0,0-18-1365,7 22-5461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5:59.9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189 1 24575,'-16'20'0,"-21"27"0,2 1 0,2 2 0,-35 75 0,83-85 0,-14-39 0,-1 0 0,1 1 0,0-1 0,0 0 0,0 0 0,0 0 0,1 0 0,-1 0 0,0 0 0,0 0 0,1-1 0,-1 1 0,0 0 0,1-1 0,-1 1 0,3 0 0,29 8 0,-23-7 0,12 5 0,-1 0 0,37 19 0,-59-24-69,1 0 1,-1 1-1,1-1 0,-1 0 0,0 1 0,0-1 1,0 0-1,-1 2 0,1-2-677,-2 5-6080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0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0 24575,'-1'10'0,"-1"-1"0,-1 1 0,0-1 0,0 0 0,0 1 0,-1-2 0,-1 1 0,0 0 0,-10 13 0,-2 1 0,-2-1 0,0-2 0,-1 0 0,-2-1 0,0-1 0,-41 27 0,59-45 0,1 1 0,-1-1 0,1 0 0,-1 0 0,1 0 0,-1 0 0,1-1 0,-1 0 0,1 0 0,-1 0 0,1 0 0,-6-2 0,10-24 0,-1 24 0,4-31-1365,-2 18-5461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1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0 24575,'-1'0'0,"1"1"0,-1-1 0,0 1 0,0-1 0,0 1 0,1-1 0,-1 1 0,0-1 0,0 1 0,1-1 0,-1 1 0,1 0 0,-1 0 0,1-1 0,-1 1 0,0 1 0,0-1 0,0 1 0,1-1 0,-1 0 0,0 0 0,0 0 0,0 0 0,0 0 0,0 0 0,0-1 0,0 1 0,0 0 0,-2 1 0,1-2 0,-13 4 0,0 0 0,0 1 0,-23 12 0,9-1 0,59 15 0,-17-16 0,1-1 0,0-1 0,1 0 0,1-1 0,20 13 0,23 15-1365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1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0 24575,'-20'23'0,"-88"22"0,80-35 0,17-6 0,-10 4 0,-1 0 0,0-2 0,-45 8 0,63-14-170,1-1-1,0 0 0,0 1 1,0-1-1,0 0 0,0-1 1,-5-1-1,-3-4-6655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2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1 24575,'0'0'0,"0"0"0,0 0 0,0 0 0,0 0 0,0 0 0,0 0 0,0 0 0,-11 0 0,-1 0 0,7 0 0,-1 0 0,1 0 0,0 0 0,0 1 0,-7 1 0,9-1 0,1 0 0,0 0 0,0 0 0,0 0 0,0 0 0,0 1 0,0-1 0,0 1 0,0-1 0,0 1 0,1 0 0,-1 0 0,1-1 0,-1 1 0,-1 4 0,-24 42 0,-16 28 0,26-49 0,56-16-455,-1 2 0,40 19 0,-61-23-6371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3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345 41 24575,'-19'15'0,"-8"6"0,-2-2 0,0-1 0,-1-1 0,-1-1 0,-34 11 0,23-13 0,41-14 0,1 0 0,-1 0 0,1 0 0,-1-1 0,0 1 0,1 0 0,-1 0 0,1 0 0,-1-1 0,1 1 0,-1 0 0,1 0 0,-1-1 0,1 1 0,-1-1 0,1 1 0,0 0 0,-1-1 0,1 1 0,-1-1 0,1 1 0,0-1 0,0 1 0,-1-1 0,1 1 0,0-1 0,0 1 0,-1-1 0,1 1 0,0-1 0,0 0 0,0 1 0,0-2 0,-3-19 0,6 5 0,1 0 0,0 0 0,1 1 0,0 0 0,1 0 0,1 0 0,1 1 0,10-16 0,-48 68 0,8-12 0,-35 56 0,56-80 2,0-1 0,1 1 0,-1 0 0,0-1 0,0 1 0,1 0 0,-1 0 0,1-1 0,-1 1 0,1 0 0,0 0 0,0 0 0,0 0 0,0 0 0,0 0 0,0-1 0,0 1 0,1 0 0,-1 0 0,1 0 0,-1 0 0,1-1 0,0 1 0,-1 0 0,1-1 0,0 1 0,0 0 0,0-1 0,1 1 0,-1-1 0,0 0 0,1 1 0,-1-1 0,3 2 0,5 3-83,0-1 0,0 0 0,0 0 0,1-1 0,12 3 0,-1 1-868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4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682 118 24575,'-3'1'0,"0"0"0,0-1 0,0 1 0,0 1 0,0-1 0,1 0 0,-4 3 0,-13 4 0,1-4 0,-35 2 0,34-4 0,1 0 0,-80 10 0,97-12 0,0 0 0,-1 0 0,1 0 0,0-1 0,0 1 0,0 0 0,-1-1 0,1 1 0,0-1 0,0 1 0,0-1 0,0 0 0,0 0 0,0 1 0,0-1 0,-1-1 0,-18-18 0,15 15 0,5 5 0,-1-1 0,1 1 0,-1-1 0,1 1 0,-1-1 0,1 1 0,0-1 0,-1 1 0,1-1 0,0 1 0,-1-1 0,1 1 0,0-1 0,0 1 0,-1-1 0,1 0 0,0 1 0,0-1 0,0 0 0,0 1 0,0-1 0,0 1 0,0-1 0,0 0 0,0 0 0,11-11 0,-2 4 0,-7 6 0,0 0 0,0 0 0,0 0 0,1 0 0,-1 1 0,0-1 0,1 1 0,-1-1 0,1 1 0,0 0 0,-1 0 0,1 0 0,0 0 0,0 0 0,-1 1 0,7-1 0,-15 2 0,0 0 0,0 0 0,0 0 0,1 1 0,-11 4 0,-1 1 0,3-4 0,1 2 0,0 0 0,0 0 0,1 1 0,0 1 0,0 0 0,-20 15 0,57 6 0,-20-23 0,0-1 0,1 1 0,-1-1 0,1 0 0,0-1 0,0 0 0,1 0 0,-1 0 0,1 0 0,0-1 0,-1 0 0,9 1 0,-12-3 0,0 1 0,0-1 0,0 0 0,0 0 0,0 0 0,0 0 0,0 0 0,0-1 0,0 0 0,0 1 0,0-1 0,0 0 0,0 0 0,0-1 0,-1 1 0,1-1 0,0 1 0,-1-1 0,1 0 0,-1 0 0,0 0 0,1 0 0,-1 0 0,0 0 0,0-1 0,-1 1 0,1-1 0,0 0 0,1-3 0,1-7 0,0 1 0,-1-1 0,-1 0 0,0 0 0,0 0 0,-1 0 0,-1 0 0,-2-24 0,1-1 0,0 37 0,1 1 0,-1 0 0,0 0 0,1 0 0,-1-1 0,0 1 0,1 0 0,-1 0 0,0 0 0,1 0 0,-1 0 0,1 0 0,-1 0 0,0 0 0,1 0 0,-1 0 0,0 1 0,1-1 0,-1 0 0,0 0 0,1 0 0,-1 1 0,1-1 0,-2 1 0,-18 7 0,17-6 0,-1 1 0,0-1 0,0 1 0,1 0 0,0 0 0,-1 0 0,1 1 0,0-1 0,-4 8 0,4-7 0,0 0 0,0 0 0,0 0 0,-1 0 0,0 0 0,1-1 0,-7 4 0,-4 0 0,0-1 0,0 0 0,-22 5 0,4-1 0,28-10 0,0 0 0,1 0 0,-1-1 0,0 0 0,0 1 0,0-1 0,1-1 0,-1 1 0,1 0 0,-1-1 0,1 0 0,-1 0 0,1 0 0,-5-4 0,-1-26 0,9 31 0,-1 0 0,0 1 0,1-1 0,-1 0 0,1 0 0,-1 0 0,0 0 0,0 1 0,1-1 0,-1 0 0,0 1 0,0-1 0,0 1 0,0-1 0,0 1 0,0-1 0,0 1 0,0 0 0,0-1 0,0 1 0,0 0 0,0 0 0,0 0 0,0-1 0,0 1 0,0 1 0,0-1 0,0 0 0,-2 0 0,0 2 0,-1-1 0,1 1 0,-1 0 0,1 1 0,0-1 0,-6 5 0,8-6 0,-17 15 0,13-11 0,0 0 0,-1 0 0,0-1 0,0 0 0,-10 6 0,8-6 0,0 1 0,1 0 0,-12 10 0,-4 3 0,26-19-6,0 1 0,0 0 0,0 1 0,0-1-1,-1 1 1,1-1 0,6 3 0,-2-1-1310,0-1-5510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6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770 80 24575,'-3'1'0,"0"0"0,0 0 0,0 0 0,0 0 0,1 0 0,-1 1 0,0 0 0,-2 1 0,-5 3 0,7-4 0,-1-1 0,1 1 0,-1 0 0,1 1 0,0-1 0,0 1 0,0-1 0,0 1 0,0 0 0,0 0 0,1 0 0,0 0 0,0 0 0,-1 1 0,2-1 0,-4 8 0,5-10 0,-1 0 0,1 0 0,-1 0 0,1 0 0,-1 0 0,0 0 0,1 0 0,-1 0 0,0 0 0,0 0 0,0-1 0,1 1 0,-1 0 0,-2 0 0,-2 6 0,10 8 0,-4-15 0,-1 0 0,0 1 0,0-1 0,1 0 0,-1 1 0,0-1 0,1 0 0,-1 0 0,0 0 0,1 1 0,-1-1 0,1 0 0,-1 0 0,0 0 0,1 0 0,-1 0 0,0 0 0,1 1 0,-1-1 0,1 0 0,-1 0 0,0 0 0,1-1 0,-1 1 0,1 0 0,-1 0 0,0 0 0,2 0 0,15-9 0,20-22 0,-26 21 0,-4 1 0,-12 3 0,-2-1 0,5 5 0,0 0 0,-1 0 0,1 0 0,-1 0 0,0 1 0,1-1 0,-1 1 0,0 0 0,0 0 0,0 0 0,0 0 0,0 0 0,0 1 0,0-1 0,0 1 0,0 0 0,-1 0 0,1 0 0,0 0 0,0 1 0,0-1 0,-3 2 0,-10 1 0,0 2 0,-30 12 0,29-10 0,-130 41 0,125-67 0,21 17 0,0 1 0,-1 0 0,1-1 0,0 1 0,0-1 0,0 1 0,0-1 0,1 1 0,-1-1 0,0 0 0,1 1 0,-1-1 0,1 0 0,-1 0 0,1 1 0,0-1 0,0 0 0,0 0 0,0 1 0,0-1 0,0 0 0,0 0 0,1 0 0,-1 1 0,2-4 0,1-4 0,1-1 0,0 1 0,8-13 0,-2 4 0,-12 20 0,0 1 0,0-1 0,-1 0 0,1 0 0,-1-1 0,1 1 0,-1-1 0,-4 3 0,-3 1 0,-10 9 0,0-2 0,0 0 0,-32 12 0,61-53 0,-3 18 0,-4 6 0,1 1 0,-1 0 0,0-1 0,-1 1 0,1-1 0,-1 1 0,0-1 0,0 0 0,0 0 0,-1-4 0,0 7 0,0 0 0,0 0 0,0 1 0,-1-1 0,1 0 0,-1 1 0,0-1 0,1 0 0,-1 1 0,0-1 0,0 1 0,0-1 0,0 1 0,0-1 0,0 1 0,0 0 0,-1-1 0,1 1 0,0 0 0,-1 0 0,1 0 0,-1 0 0,1 0 0,-1 1 0,1-1 0,-1 0 0,0 1 0,1-1 0,-1 1 0,0-1 0,0 1 0,1 0 0,-1 0 0,-3 0 0,-7 0 0,0 0 0,0 1 0,0 0 0,-13 4 0,5-1 0,-5-1 0,15-3 0,1 1 0,-1 1 0,1 0 0,-1 0 0,1 0 0,0 1 0,0 1 0,-14 7 0,9 3 0,13-12 0,-1 0 0,1 0 0,-1-1 0,1 1 0,-1 0 0,0-1 0,0 1 0,0-1 0,0 1 0,0-1 0,0 0 0,0 0 0,-4 1 0,-7 1-1365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08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1302 0 24575,'0'0'0,"0"0"0,0 0 0,0 0 0,0 0 0,-2 1 0,-48 27 0,-56 43 0,85-55 0,1 0 0,0 2 0,2 0 0,0 1 0,-17 24 0,34-42 0,0 0 0,0 0 0,1 0 0,-1 0 0,0 0 0,0 1 0,1-1 0,-1 0 0,1 0 0,-1 0 0,1 1 0,0-1 0,-1 0 0,1 1 0,0-1 0,0 0 0,0 1 0,0-1 0,0 0 0,0 1 0,0-1 0,0 0 0,0 0 0,1 1 0,0 1 0,1-1 0,-1 0 0,1 0 0,1 0 0,-1 0 0,0-1 0,0 1 0,1 0 0,-1-1 0,4 2 0,18 12 0,-2 2 0,-13-11 0,-1 0 0,0 0 0,0 1 0,-1 0 0,0 0 0,0 1 0,7 10 0,-18-23 0,-1 0 0,0 0 0,0 0 0,0 0 0,0 1 0,-8-5 0,-15-14 0,23 19 0,1-1 0,-1 1 0,0 0 0,0 0 0,0 0 0,-1 1 0,1 0 0,-1 0 0,0 0 0,0 1 0,0 0 0,0 0 0,0 1 0,0-1 0,-1 1 0,1 0 0,0 1 0,-1 0 0,1 0 0,-1 0 0,-6 2 0,-17 2 0,0 1 0,-56 18 0,5-1 0,-102 15 0,183-37 0,0 0 0,-1 0 0,1 0 0,0 0 0,0 0 0,0 0 0,-1 0 0,1 1 0,0-1 0,0 0 0,0 0 0,-1 0 0,1 0 0,0 0 0,0 0 0,0 0 0,-1 0 0,1 0 0,0-1 0,0 1 0,0 0 0,-1 0 0,1 0 0,0 0 0,0 0 0,0 0 0,0 0 0,-1 0 0,1 0 0,0-1 0,0 1 0,0 0 0,0 0 0,0 0 0,-1 0 0,1-1 0,0 1 0,0 0 0,0 0 0,0 0 0,0 0 0,0-1 0,0 1 0,0 0 0,0 0 0,0 0 0,0-1 0,0 1 0,0 0 0,0 0 0,0-1 0,6-15 0,19-18 0,-24 33 0,13-15 0,2 0 0,-1 1 0,2 1 0,0 1 0,31-19 0,-64 41 0,-1-1 0,-24 7 0,-3 3 0,18-8 0,22-10 0,0 2 0,0-1 0,0 0 0,0 1 0,0 0 0,0 0 0,0 0 0,1 0 0,-1 1 0,1-1 0,-1 1 0,1 0 0,0 0 0,0 0 0,0 0 0,1 1 0,-1-1 0,-1 5 0,4-7 0,0 0 0,0 0 0,0 0 0,0 0 0,0 0 0,1 0 0,-1 0 0,0 0 0,1 0 0,-1 0 0,0 0 0,1 0 0,0-1 0,-1 1 0,1 0 0,-1 0 0,1-1 0,0 1 0,-1 0 0,1-1 0,0 1 0,0-1 0,0 1 0,0-1 0,-1 1 0,1-1 0,0 1 0,2-1 0,28 14 0,-20-11 0,-1-1 0,1 1 0,0-2 0,0 1 0,15-1 0,-21-1 0,1-1 0,0 1 0,0-1 0,0 0 0,-1 0 0,1-1 0,0 0 0,-1 0 0,1 0 0,-1-1 0,8-4 0,-12 6 0,0-1 0,1 1 0,-1 0 0,0-1 0,0 1 0,0-1 0,0 1 0,0-1 0,-1 0 0,1 1 0,0-1 0,-1 0 0,1 0 0,-1 1 0,0-1 0,0 0 0,1 0 0,-1 0 0,0 1 0,-1-1 0,1 0 0,0 0 0,0 1 0,-1-1 0,1 0 0,-2-2 0,2 1 0,-1 0 0,0 1 0,0-1 0,-1 0 0,1 1 0,0-1 0,-1 1 0,0-1 0,1 1 0,-1 0 0,0 0 0,0 0 0,-1 0 0,1 0 0,-4-3 0,0 3 0,1 0 0,-1 1 0,1 0 0,-1 0 0,1 0 0,-1 0 0,0 1 0,0 0 0,1 0 0,-1 1 0,0-1 0,1 1 0,-1 0 0,0 1 0,1 0 0,-1 0 0,1 0 0,-9 5 0,-10 6 0,2 1 0,-37 29 0,45-32 0,13-11 0,0 0 0,1-1 0,-1 1 0,0 0 0,1 0 0,-1 0 0,0-1 0,1 1 0,-1 0 0,1-1 0,-1 1 0,1 0 0,-1-1 0,1 1 0,-1-1 0,1 1 0,-1-1 0,1 1 0,-1-1 0,1 1 0,0-1 0,-1 1 0,1-1 0,0 0 0,-1 1 0,1-1 0,0 1 0,0-2 0,-11-22 0,10 23 0,-7-11 0,-1 14 0,-12 4 0,3-5 0,11-1 0,1 0 0,0 1 0,0-1 0,0 1 0,-1 0 0,1 1 0,0 0 0,0 0 0,1 0 0,-1 1 0,-9 5 0,42 1 0,-22-6 0,-2-2 0,-12-3 0,-25-8 0,25 8 0,6 2 0,0 0 0,0 0 0,-1 0 0,1 1 0,0-1 0,0 1 0,-6 2 0,0 0 0,-21 6 0,0 2 0,1 1 0,1 2 0,0 0 0,-27 20 0,60-37 0,-1 1 0,1 1 0,-1-1 0,1 1 0,0-1 0,5 0 0,-5 2 0,0-1 0,0 0 0,-1-1 0,1 1 0,0-1 0,7-4 0,-9 1 0,0 0 0,0-1 0,0 1 0,0-1 0,-1 1 0,0-1 0,0 0 0,-1 0 0,2-7 0,5-14 0,-7 25 0,0 0 0,-1 0 0,1 0 0,0 0 0,-1 0 0,0 1 0,1-1 0,-1 0 0,0 0 0,0 0 0,0 0 0,0 0 0,0 0 0,0 0 0,-1 0 0,1 0 0,-1 0 0,1 0 0,-3-3 0,1 2 0,0 0 0,-1 1 0,1 0 0,-1-1 0,0 1 0,0 0 0,0 0 0,0 1 0,0-1 0,-6-2 0,9 4 0,-1 0 0,0-1 0,0 1 0,0 0 0,0-1 0,0 1 0,0 0 0,0 0 0,0 0 0,1 0 0,-1 0 0,0 0 0,0 0 0,0 0 0,0 0 0,0 0 0,0 1 0,0-1 0,0 0 0,0 1 0,0-1 0,1 1 0,-1-1 0,0 1 0,-1 0 0,-16 22 0,14-16 0,0-1 0,0 1 0,1 0 0,0 0 0,0 1 0,1-1 0,0 1 0,0-1 0,1 1 0,0 0 0,0-1 0,1 1 0,0 0 0,2 15 0,-1-22 0,0 0 0,-1 0 0,1 0 0,0 0 0,0 0 0,1 0 0,-1 0 0,0 0 0,0-1 0,0 1 0,1 0 0,-1-1 0,0 1 0,0-1 0,3 1 0,15 10 0,-12-3-1365,-1 0-5461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11.3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528 24 24575,'23'-4'0,"-22"4"0,-1 0 0,1 0 0,-1 0 0,1 0 0,-1 0 0,1 0 0,-1 0 0,0-1 0,1 1 0,-1 0 0,1 0 0,-1 0 0,1 0 0,-1-1 0,1 1 0,-1 0 0,1 0 0,-1-1 0,0 1 0,1 0 0,-1-1 0,0 1 0,1 0 0,-1-1 0,0 1 0,1-1 0,-11-6 0,0 1 0,-13 24 0,20-15 0,-13 1 0,-81 8 0,10-3 0,-156 38 0,237-44 0,0-1 0,0 1 0,1 0 0,-1 1 0,1-1 0,-1 1 0,-7 8 0,-7 4 0,77-18 0,-48-1-20,0 0 1,0 0-1,0-1 0,-1 0 0,0 0 0,0-1 1,0 0-1,0 0 0,-1-1 0,10-9 0,7-4-1127,-14 11-5679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11.9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0 24575,'-8'1'0,"0"-1"0,-1 1 0,1 0 0,0 1 0,0 0 0,0 1 0,0-1 0,0 1 0,0 1 0,1-1 0,0 1 0,-1 1 0,2-1 0,-1 1 0,0 1 0,1-1 0,0 1 0,0 0 0,1 0 0,0 1 0,0 0 0,-8 14 0,13-20 0,-1 0 0,1 0 0,0 0 0,0 0 0,0 0 0,0 0 0,0 1 0,0-1 0,0 0 0,1 0 0,-1 0 0,0 0 0,1 0 0,-1 0 0,0 0 0,1 0 0,0 0 0,-1 0 0,1 0 0,-1 0 0,1-1 0,0 1 0,0 0 0,-1 0 0,1-1 0,0 1 0,0 0 0,0-1 0,0 1 0,0-1 0,0 1 0,1 0 0,3 2 0,0-1 0,0 1 0,0-1 0,0 0 0,6 2 0,15 1 0,1-1 0,-1-1 0,29-1 0,-55-1 0,0-1 0,0 1 0,0-1 0,0 1 0,-1-1 0,1 1 0,0-1 0,0 1 0,-1-1 0,1 0 0,0 1 0,-1-1 0,1 1 0,0-1 0,-1 0 0,1 1 0,-1-1 0,1 0 0,0 1 0,-1-1 0,1 0 0,-1 0 0,1 1 0,-1-1 0,1 0 0,-1 0 0,1 0 0,-1 0 0,1 0 0,-1 0 0,0 0 0,1 0 0,-1 0 0,1 0 0,-1 0 0,1 0 0,-1 0 0,1 0 0,-1 0 0,1 0 0,-1-1 0,1 1 0,-1 0 0,1 0 0,-1-1 0,1 1 0,0 0 0,-1-1 0,1 1 0,-1 0 0,1-1 0,0 1 0,-1 0 0,1-1 0,-1 0 0,-3-6-1365,1 2-5461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15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17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74 185 24575,'-6'28'0,"5"-26"0,1-1 0,-1 0 0,0 0 0,0 0 0,1 0 0,-1 0 0,0 0 0,0 0 0,0 0 0,0 0 0,0 0 0,0 0 0,-1 0 0,1-1 0,0 1 0,0 0 0,-1-1 0,1 1 0,0-1 0,0 0 0,-2 1 0,-33 5 0,28-5 0,49-18 0,-19 13 0,0 2 0,0 0 0,1 1 0,26 3 0,5-1 0,144 7 0,-193-8 0,1 1 0,-1-1 0,1-1 0,-1 1 0,1-1 0,-1 0 0,9-3 0,-12 3 0,0 0 0,-1 0 0,1 0 0,-1 0 0,1 0 0,-1-1 0,0 1 0,1-1 0,-1 1 0,0-1 0,0 0 0,0 1 0,0-1 0,0 0 0,-1 0 0,1 1 0,0-1 0,-1 0 0,0 0 0,1 0 0,-1 0 0,0 0 0,0 0 0,0-3 0,1-7 0,0-70 0,-1 74 0,-1 1 0,0-1 0,0 0 0,-1 0 0,0 1 0,0-1 0,-1 1 0,-3-8 0,-29 11 0,33 8 0,0 1 0,0-1 0,0 1 0,1 0 0,0-1 0,0 1 0,0 0 0,0 0 0,1 0 0,0 9 0,2-12 0,0 0 0,0 1 0,1-1 0,-1 0 0,1-1 0,0 1 0,0 0 0,-1-1 0,5 2 0,-4-1 0,12 7 0,-1 1 0,18 15 0,0-1 0,-31-23 0,1 0 0,-1 0 0,0 0 0,0 0 0,1 0 0,-1 0 0,0 0 0,0 1 0,0-1 0,0 0 0,0 1 0,0-1 0,0 1 0,-1-1 0,1 1 0,-1-1 0,2 4 0,-3-4 0,1 0 0,0 1 0,0-1 0,-1 0 0,1 0 0,-1 1 0,1-1 0,-1 0 0,1 0 0,-1 0 0,0 0 0,0 0 0,1 0 0,-1 0 0,0 0 0,0 0 0,0 0 0,0 0 0,0 0 0,0-1 0,-2 2 0,-32 25-1365,23-19-5461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6:19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77 24575,'10'23'0,"-9"-21"0,0 0 0,0-1 0,0 1 0,1 0 0,-1-1 0,1 1 0,-1-1 0,1 0 0,-1 1 0,1-1 0,0 0 0,0 0 0,0 0 0,-1 0 0,1-1 0,0 1 0,0 0 0,0-1 0,0 1 0,0-1 0,4 0 0,7 1 0,0 0 0,18-2 0,-17 0 0,8 0 0,0-1 0,0-2 0,-1 0 0,22-7 0,-33 8 0,-45 10 0,0-1 0,-57 1 0,-22 4 0,114-12 0,0 1 0,0 0 0,-1 0 0,1 0 0,0 0 0,0 0 0,0 0 0,0 0 0,0 0 0,-1 0 0,1 0 0,0 0 0,0 0 0,0 0 0,0 0 0,-1 0 0,1 0 0,0 0 0,0 0 0,0 0 0,0 0 0,0 0 0,-1 1 0,1-1 0,0 0 0,0 0 0,0 0 0,0 0 0,0 0 0,0 0 0,-1 0 0,1 0 0,0 1 0,0-1 0,0 0 0,0 0 0,0 0 0,0 0 0,0 0 0,0 1 0,0-1 0,0 0 0,0 0 0,0 0 0,0 0 0,0 1 0,0-1 0,0 0 0,0 0 0,0 0 0,0 0 0,0 0 0,0 1 0,0-1 0,0 0 0,0 0 0,11 7 0,21 3 0,-19-10 0,0-1 0,-1 0 0,1-1 0,-1 0 0,1-1 0,17-7 0,-26 8 0,-1 1 0,0-2 0,0 1 0,0 0 0,0-1 0,0 1 0,0-1 0,-1 0 0,4-5 0,-3 5 0,-5 2 0,0 0 0,0-1 0,0 1 0,0 0 0,0 0 0,0 1 0,0-1 0,0 0 0,-4 0 0,-4 1 0,1 0 0,-1 1 0,1 0 0,0 0 0,-1 1 0,1 1 0,0-1 0,0 2 0,1-1 0,-1 1 0,1 0 0,-1 1 0,1 0 0,1 0 0,-12 10 0,19-15 0,0 0 0,0 0 0,-1 0 0,1 1 0,0-1 0,0 0 0,-1 0 0,1 1 0,0-1 0,0 0 0,-1 0 0,1 1 0,0-1 0,0 0 0,0 1 0,0-1 0,0 0 0,-1 1 0,1-1 0,0 0 0,0 1 0,0-1 0,0 0 0,0 1 0,0-1 0,0 0 0,0 1 0,0-1 0,0 0 0,1 1 0,-1-1 0,0 0 0,0 1 0,0-1 0,0 0 0,0 1 0,0-1 0,1 0 0,-1 0 0,0 1 0,1-1 0,17 11 0,26 1 0,-38-12 0,0 0 0,1 0 0,-1-1 0,0 0 0,0 0 0,0 0 0,0-1 0,0 0 0,0 0 0,0-1 0,-1 1 0,6-5 0,10-5 0,31-25 0,-49 35 0,0-1 0,0 0 0,0 1 0,0-1 0,0 0 0,-1 0 0,1-1 0,-1 1 0,0 0 0,0-1 0,0 1 0,0-1 0,-1 0 0,0 0 0,1 1 0,-1-1 0,-1 0 0,1 0 0,0-6 0,-1 9 0,0 1 0,0-1 0,0 0 0,0 1 0,0-1 0,-1 0 0,1 1 0,0-1 0,0 0 0,0 1 0,-1-1 0,1 1 0,0-1 0,-1 0 0,1 1 0,-1-1 0,1 1 0,-1-1 0,1 1 0,-1-1 0,1 1 0,-1 0 0,1-1 0,-1 1 0,0-1 0,-22-5 0,-25 9 0,39-3 0,0 2 0,-1-1 0,1 1 0,0 0 0,0 1 0,0 0 0,0 1 0,1-1 0,-1 2 0,1-1 0,0 1 0,-14 12 0,20-16 0,1 0 0,0 0 0,0 1 0,0-1 0,0 1 0,0-1 0,0 0 0,0 1 0,1-1 0,-1 1 0,0 0 0,1-1 0,-1 1 0,1 0 0,0-1 0,-1 1 0,1 0 0,0-1 0,0 1 0,0 0 0,0 0 0,1-1 0,-1 1 0,0 0 0,1-1 0,-1 1 0,1 0 0,-1-1 0,1 1 0,0-1 0,0 1 0,0-1 0,0 1 0,0-1 0,0 0 0,2 2 0,0 1 0,1 0 0,0 0 0,-1-1 0,1 0 0,1 0 0,-1 0 0,0 0 0,1-1 0,0 1 0,7 1 0,-3-2 0,-1 0 0,1-1 0,0 0 0,-1 0 0,1-1 0,0 0 0,0-1 0,15-3 0,-18 3 0,-1 0 0,0-1 0,1 0 0,-1 0 0,0 0 0,0 0 0,-1-1 0,1 0 0,0 0 0,-1 0 0,0 0 0,1-1 0,-1 0 0,-1 0 0,5-5 0,-7 8 0,0 0 0,-1 0 0,1-1 0,0 1 0,-1 0 0,1-1 0,-1 1 0,1-1 0,-1 1 0,1-1 0,-1 1 0,0-1 0,0 1 0,0-1 0,0 1 0,0-1 0,0 1 0,0-1 0,-1 1 0,1-1 0,-1-1 0,-1 0 0,1 0 0,-1 0 0,0 1 0,1-1 0,-1 1 0,0 0 0,-1-1 0,1 1 0,0 0 0,-3-2 0,-6-3 0,0 1 0,0 0 0,-23-10 0,24 12 0,1 1 0,-1 0 0,0 0 0,0 1 0,0 0 0,0 1 0,-10-1 0,17 2 0,1 0 0,-1 0 0,1 1 0,-1-1 0,1 1 0,0-1 0,-1 1 0,1 0 0,0 0 0,-1 0 0,1 0 0,0 0 0,0 0 0,0 1 0,0-1 0,0 1 0,0-1 0,1 1 0,-1 0 0,0 0 0,1 0 0,-1 0 0,1 0 0,0 0 0,0 0 0,0 0 0,0 0 0,0 1 0,0-1 0,0 0 0,1 1 0,-1-1 0,1 5 0,0-4 0,0 0 0,0 0 0,0 0 0,1 0 0,-1 0 0,1 1 0,0-1 0,0 0 0,0 0 0,1-1 0,-1 1 0,1 0 0,-1 0 0,1-1 0,0 1 0,0-1 0,0 1 0,0-1 0,0 0 0,1 0 0,-1 0 0,1 0 0,3 2 0,1 1 0,0-1 0,1 0 0,-1 0 0,1 0 0,0-1 0,0 0 0,12 2 0,-10-4 0,-1-1 0,1 0 0,0 0 0,-1-1 0,1-1 0,-1 1 0,1-2 0,-1 1 0,0-1 0,0-1 0,10-5 0,-13 7 0,-6 2 0,0 0 0,0 0 0,0 0 0,0-1 0,0 1 0,1 0 0,-1 0 0,0-1 0,0 1 0,0 0 0,0 0 0,0-1 0,0 1 0,0 0 0,0 0 0,0-1 0,0 1 0,0 0 0,0 0 0,0 0 0,0-1 0,0 1 0,0 0 0,0 0 0,-1-1 0,1 1 0,0 0 0,0 0 0,0 0 0,0-1 0,0 1 0,-1 0 0,1 0 0,0 0 0,0-1 0,0 1 0,0 0 0,-1 0 0,1 0 0,0 0 0,0 0 0,-1 0 0,1-1 0,0 1 0,0 0 0,0 0 0,-1 0 0,1 0 0,-16-9 0,6 5 0,-1 0 0,0 1 0,0 1 0,0 0 0,0 0 0,-1 1 0,1 1 0,-13 0 0,7 1 0,0 1 0,0 1 0,0 0 0,-29 11 0,46-14 0,-1 0 0,1 0 0,-1 1 0,1-1 0,0 0 0,-1 1 0,1-1 0,0 0 0,0 1 0,-1-1 0,1 0 0,0 1 0,0-1 0,-1 1 0,1-1 0,0 1 0,0-1 0,0 1 0,0-1 0,0 0 0,0 1 0,0-1 0,0 1 0,0-1 0,0 1 0,0-1 0,0 1 0,0-1 0,0 1 0,0-1 0,0 0 0,1 1 0,-1-1 0,0 1 0,0-1 0,0 1 0,1-1 0,-1 0 0,0 1 0,1-1 0,-1 0 0,0 1 0,1-1 0,-1 0 0,1 1 0,17 16 0,-12-14 0,0-1 0,0 0 0,0 0 0,0 0 0,1-1 0,-1 0 0,1 0 0,-1-1 0,1 1 0,-1-1 0,13-2 0,-9 0 0,0 1 0,0-2 0,0 0 0,0 0 0,-1 0 0,17-10 0,-25 13 0,-1 0 0,1 0 0,-1 0 0,0-1 0,1 1 0,-1 0 0,1-1 0,-1 1 0,0 0 0,1 0 0,-1-1 0,0 1 0,0-1 0,1 1 0,-1 0 0,0-1 0,0 1 0,1-1 0,-1 1 0,0 0 0,0-1 0,0 1 0,0-1 0,0 1 0,1-1 0,-1 1 0,0-1 0,0 1 0,0-1 0,0 1 0,-1-1 0,1 1 0,0-1 0,-13-14 0,-22-5 0,29 17 0,-1 1 0,1 0 0,0 1 0,-1-1 0,0 2 0,1-1 0,-13 0 0,16 1 0,0 0 0,-1 0 0,1 1 0,0-1 0,0 1 0,0-1 0,-1 1 0,1 0 0,0 0 0,0 1 0,0-1 0,1 0 0,-1 1 0,0 0 0,0 0 0,1 0 0,-4 4 0,5-6 0,0 1 0,0 0 0,1 0 0,-1 0 0,1 0 0,-1 0 0,1 0 0,-1-1 0,1 1 0,0 1 0,-1-1 0,1 0 0,0 0 0,0 0 0,0 0 0,0 0 0,0 0 0,0 0 0,0 0 0,0 0 0,0 0 0,0 0 0,0 0 0,1 0 0,0 2 0,0-2 0,0 1 0,0-1 0,1 1 0,-1-1 0,0 1 0,1-1 0,0 0 0,-1 0 0,1 0 0,0 0 0,-1 0 0,4 2 0,3-1 0,0 1 0,0-1 0,0 0 0,1 0 0,13 0 0,0-2 0,0-1 0,-1 0 0,26-7 0,-35 6 0,1-1 0,-1-1 0,0 0 0,-1 0 0,1-1 0,-1-1 0,12-7 0,-21 12 0,1-1 0,-1 0 0,1 0 0,-1 0 0,0-1 0,0 1 0,2-3 0,-4 5 0,0 0 0,1-1 0,-1 1 0,0-1 0,0 1 0,0 0 0,0-1 0,0 1 0,1 0 0,-1-1 0,0 1 0,0-1 0,0 1 0,0 0 0,0-1 0,0 1 0,0-1 0,-1 1 0,1 0 0,0-1 0,0 1 0,0-1 0,0 1 0,-1-1 0,0 0 0,1 0 0,-1 1 0,0-1 0,0 1 0,0-1 0,1 1 0,-1-1 0,0 1 0,0-1 0,0 1 0,0 0 0,0-1 0,-1 1 0,-5-2 0,-1 1 0,0 0 0,1 0 0,-1 1 0,0 0 0,1 1 0,-13 1 0,-54 15 0,72-16 0,-3 1 0,0 0 0,0 1 0,0-1 0,0 1 0,1 0 0,-1 0 0,1 0 0,0 1 0,0 0 0,0 0 0,1 0 0,-1 0 0,-3 7 0,7-10 0,0 0 0,0 0 0,0-1 0,0 1 0,1 0 0,-1 0 0,0 0 0,1-1 0,-1 1 0,1 0 0,-1 0 0,1-1 0,-1 1 0,1 0 0,-1-1 0,1 1 0,0 0 0,-1-1 0,1 1 0,1 0 0,16 12 0,-14-13 0,0 0 0,1 1 0,-1-2 0,0 1 0,0 0 0,0-1 0,0 0 0,0 1 0,0-2 0,-1 1 0,1 0 0,0-1 0,0 0 0,-1 0 0,1 0 0,-1 0 0,0 0 0,5-5 0,-6 5 0,1 0 0,-1 0 0,-1 0 0,1 0 0,0 0 0,0-1 0,-1 1 0,1 0 0,-1-1 0,0 1 0,0-1 0,2-4 0,-3 6 0,0-1 0,0 0 0,0 1 0,0-1 0,0 0 0,0 0 0,0 1 0,0-1 0,-1 0 0,1 1 0,-1-1 0,1 0 0,-1 1 0,0-1 0,1 1 0,-1-1 0,0 1 0,0-1 0,0 1 0,0-1 0,-3-1 0,1 0-136,-1 1-1,0-1 1,0 1-1,-1 0 1,1 0-1,0 0 1,-1 1-1,1 0 0,-8-2 1,-3 0-6690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9.4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42 24575,'0'0'0,"0"0"0,0 0 0,0 0 0,0 0 0,0 0 0,10-1 0,-6 0 0,1 1 0,-1 0 0,1-1 0,-1 0 0,0 0 0,1 0 0,-1-1 0,0 0 0,0 1 0,0-1 0,0-1 0,0 1 0,0 0 0,-1-1 0,7-5 0,1-3 0,-11 11 0,0 0 0,0 0 0,0 0 0,0 0 0,0 0 0,0 0 0,0 0 0,0 1 0,0-1 0,0 0 0,0 0 0,0 0 0,0 0 0,0 0 0,0 0 0,0 0 0,1 0 0,-1 0 0,0 0 0,0 0 0,0 0 0,0 0 0,0 0 0,0 0 0,0 0 0,0 0 0,0 0 0,0 0 0,0 0 0,0 0 0,0 0 0,0 0 0,0 0 0,0 0 0,0 0 0,0 0 0,0 0 0,0 0 0,0 0 0,1 0 0,-1 0 0,0 0 0,0 0 0,0 0 0,0 0 0,0 0 0,-13 20 0,2-3 0,5-5 0,-1 0 0,-1-1 0,1 0 0,-2 0 0,1 0 0,-2-1 0,1-1 0,-1 0 0,-1 0 0,0-1 0,0 0 0,-17 9 0,6-7 0,0-1 0,0 0 0,0-2 0,-1-1 0,-33 5 0,51-10 0,0 0 0,1 1 0,-1-1 0,0 1 0,1 0 0,-1 0 0,1 0 0,-1 1 0,1 0 0,-6 4 0,3 0 0,0 0 0,1 1 0,-1-1 0,-5 12 0,-7 12 0,-23 52 0,-9 17 0,38-75 0,11-14 0,2-11 0,0 0 0,0 0 0,0 0 0,0 0 0,0 1 0,0-1 0,0 0 0,0 0 0,0 0 0,0 0 0,0 0 0,0 1 0,1-1 0,-1 0 0,0 0 0,0 0 0,0 0 0,0 0 0,0 0 0,0 0 0,0 1 0,1-1 0,-1 0 0,0 0 0,0 0 0,0 0 0,0 0 0,0 0 0,1 0 0,-1 0 0,0 0 0,0 0 0,0 0 0,0 0 0,1 0 0,-1 0 0,0 0 0,0 0 0,0 0 0,0 0 0,1 0 0,-1 0 0,5-1 0,-1 0 0,0 0 0,1 0 0,-1 0 0,0 0 0,0-1 0,0 1 0,0-1 0,5-3 0,-16 4-273,-1 0 0,0 1 0,1 0 0,-10 2 0,12-1-6553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19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0 24575,'0'0'0,"0"0"0,0 0 0,0 0 0,0 0 0,0 0 0,0 0 0,-1 17 0,-1 0 0,-1 0 0,0 0 0,-1 0 0,-1-1 0,0 0 0,-1 0 0,-1 0 0,-17 28 0,20-38 0,-6 18 0,10-23 0,0-1 0,0 1 0,0 0 0,0-1 0,0 1 0,0-1 0,0 1 0,0-1 0,0 1 0,0-1 0,1 1 0,-1 0 0,0-1 0,0 1 0,1-1 0,-1 0 0,0 1 0,1-1 0,-1 1 0,0-1 0,1 1 0,-1-1 0,1 0 0,-1 1 0,1-1 0,-1 0 0,1 1 0,-1-1 0,1 0 0,-1 0 0,1 0 0,-1 1 0,1-1 0,-1 0 0,1 0 0,-1 0 0,1 0 0,0 0 0,-1 0 0,1 0 0,-1 0 0,2 0 0,8 0 14,0 0-1,0-1 0,0 0 0,0-1 1,0 0-1,0 0 0,-1-1 1,19-8-1,-14 4-261,0 0 1,-1-1-1,0 0 1,0-1-1,14-14 1,-13 11-6579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0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276 0 24575,'-1'4'0,"-1"0"0,1 0 0,-1 0 0,0 0 0,0-1 0,0 1 0,-1 0 0,-2 3 0,-1 1 0,-64 104 0,-53 79 0,100-154 0,17-26 0,-1 0 0,-14 18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0.5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1 24575,'-5'14'0,"-2"5"0,0-1 0,-1 1 0,-2-1 0,1 0 0,-18 22 0,-72 76 0,74-85 0,25-30 0,0 0 0,1-1 0,-1 1 0,0-1 0,0 1 0,1-1 0,-1 1 0,0 0 0,1-1 0,-1 1 0,1-1 0,-1 0 0,0 1 0,1-1 0,-1 1 0,1-1 0,-1 0 0,1 1 0,-1-1 0,1 0 0,0 1 0,-1-1 0,1 0 0,17 10 0,-17-9 0,1-1 0,0 1 0,0-1 0,0 1 0,0-1 0,1 0 0,-1 0 0,0 0 0,0 0 0,0 0 0,0 0 0,0 0 0,0-1 0,0 1 0,0-1 0,0 0 0,4-1 0,31-18 0,-31 17 0,8-6-455,-1 0 0,17-16 0,-17 13-6371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1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513 1 24575,'0'0'0,"0"0"0,0 0 0,0 0 0,0 0 0,0 0 0,0 0 0,0 5 0,-1 0 0,0 0 0,0 0 0,0 1 0,-1-1 0,1 0 0,-1 0 0,-5 8 0,-27 41 0,10-19 0,-20 47 0,23-38 0,-3-1 0,-55 74 0,28-68 0,54-53 0,1-1 0,-1 1 0,0-1 0,0 0 0,0 0 0,-1 0 0,1-1 0,-1 1 0,-1 0 0,1-1 0,1-7 0,-2 4 0,1 0 0,-2 0 0,1 0 0,-1 0 0,0 0 0,-1 0 0,-2-13 0,3 21 0,-1 0 0,1 1 0,0-1 0,0 1 0,0-1 0,0 1 0,-1-1 0,1 1 0,0-1 0,0 1 0,-1-1 0,1 1 0,-1-1 0,1 1 0,0 0 0,-1-1 0,1 1 0,-1-1 0,1 1 0,-1 0 0,1-1 0,-1 1 0,1 0 0,-1 0 0,1 0 0,-1-1 0,0 1 0,-16 4 0,-14 18 0,-18 21 0,-83 94 0,131-135 0,-1 0 0,1 0 0,0 0 0,0 0 0,0 0 0,0 0 0,0 0 0,0 0 0,0 3 0,0-4 0,1 0 0,0 0 0,0-1 0,0 1 0,0 0 0,0 0 0,0 0 0,0-1 0,1 1 0,-1 0 0,0 0 0,0-1 0,1 1 0,-1 0 0,0-1 0,1 1 0,-1 0 0,1-1 0,0 2 0,1-1 0,0 1 0,0-1 0,0 0 0,0 0 0,0 0 0,1 0 0,-1 0 0,0 0 0,1-1 0,-1 1 0,0-1 0,1 0 0,-1 1 0,1-1 0,-1 0 0,3-1 0,3 1-80,-1-1 0,1 0-1,-1 0 1,0-1 0,0 0-1,0 0 1,0 0 0,0-1-1,0 0 1,-1-1 0,1 1 0,-1-1-1,0-1 1,0 1 0,0-1-1,7-7 1,-6 4-6746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1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0 24575,'0'0'0,"0"0"0,0 0 0,0 0 0,0 0 0,0 0 0,0 0 0,-1 3 0,0-1 0,0 1 0,0-1 0,0 0 0,0 1 0,-1-1 0,1 0 0,-4 4 0,-1 3 0,-8 14 0,2-5 0,1 0 0,1 1 0,-13 35 0,20-46 0,1-1 0,0 0 0,0 0 0,-1-1 0,0 1 0,0-1 0,-1 1 0,0-1 0,-8 10 0,13-17-1365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1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1 24575,'-24'22'0,"-16"11"0,14-14 0,1 2 0,2 1 0,0 0 0,-35 47 0,55-64 0,0 0 0,1 0 0,-1 1 0,1-1 0,-2 11 0,5-13 0,1 0 0,-1 0 0,1 0 0,-1 0 0,1 0 0,0-1 0,0 1 0,4 3 0,-4-5 0,0 0 0,0-1 0,1 1 0,-1-1 0,0 0 0,0 0 0,0 0 0,0 0 0,0 0 0,0 0 0,1 0 0,-1-1 0,0 1 0,0-1 0,0 1 0,0-1 0,2-1 0,39-18 0,-35 16 0,17-11-455,-1 0 0,34-28 0,-47 34-6371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2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0 24575,'-26'27'0,"13"-11"0,1 1 0,0 0 0,-17 37 0,-19 60 0,32-73 0,0-17-1365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2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1 24575,'-12'6'0,"0"2"0,1 0 0,0 0 0,0 1 0,1 0 0,-14 17 0,-49 70 0,57-71 0,-18 40 0,-6 11 0,53-102 0,-1-1 0,-1-1 0,11-44 0,-19 57 0,0 1 0,-2-1 0,0-29 0,-18 46 0,16-2 0,1 0 0,-1 0 0,1 0 0,0 0 0,-1 0 0,1 0 0,0 0 0,-1 0 0,1 0 0,-1 0 0,1 0 0,0 1 0,-1-1 0,1 0 0,0 0 0,-1 0 0,1 0 0,0 1 0,-1-1 0,1 0 0,0 0 0,-1 1 0,1-1 0,0 0 0,0 0 0,-1 1 0,1-1 0,0 0 0,0 1 0,0-1 0,-1 0 0,1 1 0,0-1 0,0 1 0,0-1 0,0 0 0,0 1 0,0-1 0,0 0 0,0 1 0,0-1 0,0 1 0,0-1 0,0 0 0,0 1 0,0-1 0,0 1 0,0-1 0,0 0 0,1 1 0,3 3 0,0 0 0,1 0 0,-1 0 0,1-1 0,0 1 0,0-1 0,0-1 0,1 1 0,-1-1 0,1 0 0,-1 0 0,1 0 0,0-1 0,-1 0 0,1 0 0,0 0 0,0-1 0,0 0 0,11-1 0,-5-2-136,0 1-1,0-2 1,-1 1-1,1-2 1,-1 1-1,0-2 1,0 1-1,0-2 0,18-14 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3.6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 24575,'15'24'0,"-14"-22"0,1 1 0,-1-1 0,1 0 0,0 1 0,0-1 0,0 0 0,0 0 0,0 0 0,0 0 0,1 0 0,-1-1 0,0 1 0,1-1 0,3 2 0,35-4 0,-41 1 0,0 0 0,0 0 0,1 0 0,-1 0 0,0 0 0,0 0 0,0 0 0,0 0 0,0 0 0,0 0 0,1 0 0,-1 0 0,0 0 0,0 0 0,0 0 0,0 0 0,0 0 0,0 0 0,0 0 0,1 0 0,-1 0 0,0 0 0,0-1 0,0 1 0,0 0 0,0 0 0,0 0 0,0 0 0,0 0 0,0 0 0,0 0 0,0 0 0,0-1 0,0 1 0,1 0 0,-1 0 0,0 0 0,0 0 0,0 0 0,0 0 0,0 0 0,0-1 0,0 1 0,0 0 0,0 0 0,0 0 0,0 0 0,-1 0 0,1 0 0,0-1 0,0 1 0,0 0 0,0 0 0,0 0 0,0 0 0,0 0 0,-8-10 0,-14-8 0,19 19 0,0-1 0,1 1 0,-1 0 0,0 0 0,1 0 0,-1 1 0,-3 1 0,5-2 0,-9 5 0,1 0 0,0 1 0,0 1 0,0-1 0,1 1 0,0 0 0,0 1 0,1 0 0,1 0 0,-1 1 0,1 0 0,1 0 0,-9 21 0,45-30 0,-28-1 7,0-1 0,1 0 0,-1 0 0,0 0-1,0 0 1,0 0 0,0-1 0,0 1 0,-1-1 0,1 0-1,4-3 1,25-26-651,-25 24-159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26.5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1 271 24575,'0'0'0,"0"0"0,0 0 0,0 0 0,0 0 0,0 0 0,0 0 0,0 0 0,17 9 0,-7-5 0,0-1 0,0-1 0,1 0 0,-1 0 0,1-1 0,20 0 0,66-11 0,-57 5 0,15-3 0,91-25 0,50-30 0,45-12 0,86-5 0,-240 61-1365,-77 18-5461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09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 1 24575,'0'6'0,"-1"0"0,1 0 0,-1 0 0,0 0 0,0 0 0,-1 0 0,1 0 0,-1-1 0,-1 1 0,1-1 0,-1 1 0,0-1 0,0 0 0,0 0 0,-1 0 0,0 0 0,0-1 0,0 1 0,-9 6 0,-4 0 0,0 0 0,0-2 0,-1 0 0,-31 11 0,25-10 0,-40 21 0,54-25 0,0 1 0,1 0 0,0 0 0,0 1 0,1 0 0,0 1 0,0-1 0,0 2 0,2-1 0,-1 1 0,1 0 0,0 0 0,1 1 0,1 0 0,-1 0 0,2 0 0,0 0 0,0 1 0,1-1 0,0 1 0,1 0 0,0-1 0,1 14 0,1-10 0,0 0 0,1 0 0,1 0 0,9 29 0,-10-39 0,1 1 0,-1-1 0,1 0 0,0 0 0,1 0 0,-1 0 0,1 0 0,0-1 0,0 0 0,0 0 0,0 0 0,1 0 0,0 0 0,0-1 0,7 4 0,-5-4 0,1 0 0,-1-1 0,1 0 0,-1 0 0,1-1 0,0 0 0,-1 0 0,1 0 0,0-1 0,0-1 0,0 1 0,9-3 0,11-3 0,52-17 0,-70 19 0,1 0 0,-1 0 0,0-1 0,0-1 0,-1 1 0,0-2 0,0 1 0,0-1 0,0 0 0,-1-1 0,-1 0 0,1-1 0,8-13 0,-12 17 0,-1-1 0,0 0 0,0 1 0,0-1 0,-1 0 0,0-1 0,0 1 0,-1 0 0,0 0 0,1-7 0,-2 8 0,0 0 0,-1 1 0,1-1 0,-1 0 0,0 1 0,0-1 0,0 1 0,-1-1 0,1 1 0,-1 0 0,0-1 0,-1 1 0,1 0 0,-6-6 0,4 5 0,-1 0 0,1 1 0,-1-1 0,0 1 0,-1 1 0,1-1 0,-1 1 0,-11-5 0,-53-17 0,35 14 0,11 3 0,0-1 0,1-1 0,1-1 0,0 0 0,0-2 0,-36-29 0,55 38 20,-1 1 0,1-1 0,0 0 1,0-1-1,-2-4 0,-8-10-1506,7 12-5340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09.7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383 116 24575,'-19'13'0,"-27"14"0,30-19 0,2 0 0,-1 1 0,1 1 0,-18 16 0,14-7 0,1 1 0,1 1 0,0 0 0,2 1 0,0 1 0,2 0 0,0 1 0,2 0 0,1 1 0,-11 43 0,12-33 0,1 0 0,3 1 0,0-1 0,2 1 0,2 0 0,1 0 0,9 48 0,-10-82 0,4 20 0,0 0 0,1 0 0,2 0 0,9 24 0,-13-41 0,0 1 0,0-1 0,1 1 0,-1-1 0,1 0 0,0 0 0,1-1 0,7 8 0,-8-10 0,-1 1 0,1-1 0,0 0 0,-1 0 0,1-1 0,0 1 0,0-1 0,0 0 0,0 0 0,0 0 0,0 0 0,0-1 0,1 0 0,6 0 0,8-2 0,1-1 0,-1-1 0,1 0 0,-1-2 0,35-15 0,-27 9 0,-1-2 0,-1 0 0,34-26 0,-46 29 0,-1 0 0,0-1 0,0-1 0,-1 0 0,-1 0 0,0-1 0,15-27 0,-15 20 0,-1 0 0,-1-1 0,0 1 0,-2-1 0,5-29 0,-10 42 0,0 0 0,0-1 0,0 1 0,-2 0 0,1 0 0,-1-1 0,0 1 0,-1 0 0,0 0 0,0 0 0,-6-11 0,4 10 0,-2 0 0,1 1 0,-2 0 0,1 0 0,-1 0 0,0 1 0,-1-1 0,0 2 0,-12-10 0,-149-103 0,-21-17 0,3-24-1365,181 156-5461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19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24575,'0'0'0,"7"9"0,2 4 0,-1-2 0,2 4 0,-2-1 0,-1-3 0,-3-3 0,-2-3 0,4 4 0,0 0-8191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47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1 179 24575,'1'2'0,"1"0"0,-1 1 0,1-1 0,-1 0 0,1-1 0,0 1 0,0 0 0,0 0 0,0-1 0,0 1 0,0-1 0,0 0 0,0 0 0,3 2 0,-2-2 0,14 8 0,2-1 0,-1-1 0,1 0 0,0-1 0,0-1 0,28 3 0,121 5 0,-147-12 0,560 20 0,-386-3 0,-227-22 0,0-2 0,0-1 0,-52-19 0,-92-47 0,103 40 0,-180-63 0,195 78 0,-1 4 0,-90-12 0,101 20 0,47 5 0,1 1 0,-1 0 0,1 0 0,0 0 0,-1 0 0,1 0 0,-1 0 0,1 1 0,-1-1 0,1 0 0,0 0 0,-1 0 0,1 0 0,-1 0 0,1 0 0,0 1 0,-1-1 0,1 0 0,0 0 0,-1 1 0,1-1 0,0 0 0,-1 0 0,1 1 0,0-1 0,0 0 0,-1 1 0,1-1 0,0 1 0,0-1 0,0 0 0,0 1 0,-1-1 0,1 0 0,0 1 0,0-1 0,0 1 0,0-1 0,0 1 0,0-1 0,0 0 0,0 1 0,0-1 0,0 1 0,0-1 0,0 0 0,0 1 0,1-1 0,-1 1 0,0-1 0,0 1 0,8 20 0,-2-14 0,-1-1 0,1 0 0,0 0 0,0-1 0,1 0 0,0 0 0,0 0 0,0-1 0,0 0 0,10 4 0,6 4 0,62 33 0,123 45 0,102 19 0,-165-61 0,-24-12 0,126 20 0,-234-53 0,-28-17 0,-17-7 0,-30-14 0,-2 3 0,-1 3 0,-1 3 0,-107-28 0,-80 0 0,-99-28 0,143 13 0,830 271-1115,-601-196 865,61 17-6576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49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476 1455 24575,'0'0'0,"0"0"0,0 0 0,12 25 0,-3-10 0,1 1 0,1-1 0,0-1 0,1 0 0,0 0 0,1-1 0,0-1 0,1 0 0,20 12 0,20 10 0,73 35 0,-113-62 0,33 17 0,1-3 0,85 26 0,-102-40 0,-1 0 0,1-2 0,0-1 0,0-2 0,58-3 0,-41-3 0,-2-3 0,1-1 0,-1-2 0,80-30 0,-93 27 0,0-2 0,-1-2 0,0-1 0,-2-1 0,0-1 0,49-45 0,-74 59 0,0 0 0,0 0 0,-1 0 0,0 0 0,0-1 0,0 1 0,-1-1 0,0 0 0,-1 0 0,1 0 0,-1-1 0,-1 1 0,1 0 0,0-10 0,-1-3 0,-1 0 0,0 0 0,-2 0 0,-4-26 0,-11-30 0,-3 1 0,-3 1 0,-4 1 0,-2 1 0,-73-127 0,59 129 0,-3 1 0,-3 2 0,-2 2 0,-4 3 0,-2 2 0,-107-88 0,121 118 0,-1 2 0,-1 2 0,-94-40 0,-152-31 0,265 90 0,1 1 0,-1 1 0,0 2 0,-43-1 0,52 4 0,1 1 0,0 1 0,0 1 0,0 0 0,0 1 0,1 1 0,-1 0 0,-22 12 0,22-8 0,0 1 0,1 1 0,0 0 0,1 1 0,1 1 0,0 0 0,0 0 0,-16 25 0,-5 13 0,-34 67 0,53-88 0,2 1 0,1 1 0,1 0 0,2 0 0,1 1 0,2 0 0,-3 46 0,5 11 0,11 139 0,-5-193 0,3 0 0,0 0 0,12 35 0,-11-52 0,0-1 0,2 0 0,0 0 0,1-1 0,0 0 0,2 0 0,16 20 0,-17-23 0,2-1 0,0 0 0,1 0 0,0-1 0,1-1 0,0 0 0,1-1 0,0-1 0,0 0 0,1-1 0,0 0 0,25 7 0,-25-12 0,0 1 0,0-2 0,0 0 0,0-1 0,0-1 0,21-1 0,0-4 0,56-16 0,-11 5 0,-67-4 0,-12 16 0,21-28-1365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0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1946 1904 24575,'0'0'0,"10"0"0,2 0 0,149-5 0,-136 3 0,0-2 0,-1-1 0,1-1 0,33-12 0,-35 9 0,-1-1 0,0-1 0,0-1 0,-1-1 0,-1-1 0,0 0 0,-1-2 0,0 0 0,-1-1 0,-1-1 0,-1-1 0,-1 0 0,16-25 0,-11 12 0,-2-1 0,-1-1 0,-1 0 0,-2-1 0,-2-1 0,9-38 0,-15 44 0,-1 0 0,-2 0 0,-1-1 0,-1 1 0,-2 0 0,-1-1 0,-1 1 0,-8-30 0,-5-12 0,-5 1 0,-41-98 0,41 121 0,-3 2 0,-1 0 0,-3 2 0,-45-56 0,36 57 0,-2 2 0,-2 2 0,-1 2 0,-2 1 0,-1 3 0,-2 1 0,-1 2 0,-1 3 0,-1 2 0,-2 2 0,0 2 0,-74-18 0,80 29 0,-1 2 0,-83-3 0,-93 13 0,197-1 0,-29 1 0,1 3 0,-1 2 0,1 2 0,1 3 0,-92 33 0,108-30 0,1 1 0,1 2 0,1 1 0,1 2 0,0 1 0,2 2 0,1 1 0,-50 53 0,25-13 0,3 3 0,3 1 0,3 3 0,3 2 0,-51 124 0,56-104 0,4 1 0,-30 137 0,52-171 0,2 0 0,3 1 0,3 0 0,2 1 0,8 68 0,-3-105 0,0 0 0,2 0 0,1 0 0,2-1 0,14 35 0,-16-47 0,0 0 0,2-1 0,0 1 0,0-1 0,1-1 0,0 1 0,1-1 0,1-1 0,-1 0 0,2-1 0,13 10 0,-3-6 0,0-1 0,1-1 0,1-1 0,0-1 0,0-1 0,0-1 0,33 4 0,179 11 0,-154-18 0,0-4 0,0-4 0,-1-4 0,1-2 0,-2-5 0,85-26 0,-50 0 0,201-105 0,-287 131 0,2 0-1365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30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1 204 24575,'45'-13'0,"-1"-2"0,0-3 0,56-31 0,-94 46 0,134-68 0,-123 64 0,0 1 0,0 1 0,0 0 0,1 1 0,-1 1 0,35-1 0,-47 4-76,1 0 1,-1 0-1,1 1 0,-1 0 0,0 0 0,1 0 0,-1 1 0,0 0 1,0 0-1,0 0 0,0 0 0,0 1 0,-1 0 0,1 0 1,-1 0-1,0 1 0,5 3 0,0 4-6750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30.7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0 102 24575,'53'-3'0,"0"-3"0,-1-2 0,98-27 0,65-12 0,-202 45 0,0 2 0,0-1 0,0 1 0,0 1 0,0 0 0,19 5 0,-32-6-24,1 1 0,-1-1-1,1 0 1,-1 1-1,1-1 1,-1 1 0,0-1-1,1 1 1,-1-1 0,0 1-1,1-1 1,-1 1 0,0-1-1,1 1 1,-1-1 0,0 1-1,0-1 1,0 1 0,0 0-1,0-1 1,0 1 0,1 1-806,0 5-5996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32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144 332 24575,'25'-1'0,"49"-5"0,-1-4 0,117-30 0,136-63 0,-215 68 0,2 5 0,132-18 0,-297 55 0,50-5 0,0-1 0,0 0 0,1 1 0,-1-1 0,0 1 0,0 0 0,1-1 0,-1 1 0,1 0 0,0 0 0,0 0 0,-3 4 0,1-1 0,-62 108 0,22-36 0,-29 55 0,6 3 0,6 3 0,-70 238 0,45-109 0,33-115 0,47-139 0,5-12 0,0 0 0,-1 1 0,1-1 0,0 0 0,-1 0 0,1 0 0,0 0 0,-1 0 0,0 0 0,1 0 0,-1 0 0,1 0 0,-1 0 0,0 0 0,-1 1 0,0-2 0,1 0 0,0-1 0,-1 1 0,1 0 0,-1 0 0,1-1 0,0 1 0,-1-1 0,1 1 0,0-1 0,-1 0 0,1 1 0,0-1 0,0 0 0,-2-1 0,-2-2 0,1-1 0,-1 1 0,1-1 0,0 0 0,1 0 0,-1-1 0,1 1 0,0-1 0,0 1 0,1-1 0,-4-9 0,-10-23 0,-55-78 0,-23-44 0,39 49 0,5-3 0,6-2 0,4-1 0,-29-150 0,51 193 0,-45-113 0,46 140 0,12 33 0,2 8 0,0-1 0,1 0 0,0 0 0,0 0 0,0 0 0,1 0 0,0-1 0,1-7 0,-1 10 97,-3 10-1559,0 1-5364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07.7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378 781 24575,'-1'0'0,"0"0"0,1 0 0,-1 1 0,0-1 0,0 0 0,0 0 0,0 1 0,1-1 0,-1 1 0,0-1 0,0 1 0,1-1 0,-1 1 0,-1 1 0,2-2 0,-1 1 0,0 0 0,1-1 0,-1 1 0,0-1 0,0 1 0,1-1 0,-1 1 0,0-1 0,0 0 0,0 1 0,0-1 0,0 0 0,0 1 0,0-1 0,1 0 0,-1 0 0,-2 0 0,-19-3 0,0-1 0,1-1 0,0-1 0,0-1 0,0 0 0,1-2 0,-33-18 0,51 25 0,-17-9 0,-23-18 0,36 24 0,0-1 0,0 1 0,1-1 0,-1 0 0,2 0 0,-1-1 0,-4-8 0,3 3 0,0-1 0,1 0 0,0 1 0,2-2 0,-1 1 0,1 0 0,1-1 0,1 1 0,0-1 0,0 0 0,1 1 0,1-1 0,1 0 0,0 1 0,0-1 0,1 1 0,1 0 0,0 0 0,1 0 0,1 1 0,0-1 0,0 1 0,1 0 0,1 1 0,16-20 0,3 5 0,0 1 0,2 1 0,1 1 0,0 2 0,50-25 0,-37 24 0,2 2 0,0 3 0,83-22 0,-114 36 0,1 0 0,0 1 0,0 1 0,0 0 0,0 1 0,0 1 0,0 0 0,0 1 0,0 1 0,0 0 0,19 7 0,-27-7 0,0 0 0,0 0 0,1 1 0,-2 0 0,1 0 0,0 1 0,-1-1 0,0 2 0,0-1 0,-1 1 0,1-1 0,-1 1 0,0 1 0,-1-1 0,1 1 0,-2 0 0,1 0 0,-1 0 0,1 0 0,-2 1 0,1-1 0,2 16 0,-3-2 0,0 1 0,-1-1 0,-2 1 0,0 0 0,-1-1 0,-6 27 0,0-13 0,-2-1 0,-27 66 0,26-77-455,-2-1 0,-26 38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8:08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0 24575,'0'0'0,"0"0"0,0 0 0,0 0 0,0 0 0,0 0 0,0 0 0,1 12 0,0 5 0,-1 0 0,0 0 0,-1 1 0,-1-1 0,-1 0 0,-9 30 0,7-24 0,4-18 0,0-1 0,0 1 0,1 0 0,0 0 0,0-1 0,0 1 0,0 0 0,1-1 0,0 1 0,0 0 0,0-1 0,1 1 0,-1-1 0,1 0 0,0 1 0,4 4 0,-5-6 0,1-1 0,0 1 0,0-1 0,1 1 0,-1-1 0,0 0 0,1 0 0,-1 0 0,1 0 0,0-1 0,-1 1 0,1-1 0,0 0 0,0 1 0,0-1 0,0-1 0,0 1 0,0 0 0,1-1 0,-1 1 0,0-1 0,0 0 0,0 0 0,6-1 0,16-4 0,0-1 0,-1 0 0,0-2 0,23-12 0,92-48 0,-127 61 0,12-6-227,-1 0-1,0-2 1,-1-1-1,0-1 1,29-30-1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39.6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607 280 24575,'-3'-2'0,"1"-1"0,-1 1 0,0-1 0,1 0 0,0 0 0,-1 0 0,1 0 0,-2-5 0,-11-22 0,6 9 0,-1 1 0,-1 0 0,-21-29 0,28 44 0,0 0 0,0 0 0,-1 1 0,0-1 0,0 1 0,0 0 0,0 1 0,0-1 0,-1 1 0,1 0 0,-1 1 0,0-1 0,0 1 0,0 0 0,0 1 0,0-1 0,-12 0 0,4 2 0,-1 0 0,1 1 0,-1 1 0,1 0 0,0 1 0,0 0 0,0 1 0,0 1 0,1 0 0,-1 1 0,1 0 0,1 2 0,-1-1 0,1 1 0,1 1 0,-1 0 0,-18 20 0,14-12 0,1 1 0,0 1 0,1 1 0,2 0 0,0 0 0,1 1 0,0 1 0,2-1 0,1 2 0,-7 28 0,14-46 0,1 1 0,-1-1 0,1 0 0,0 0 0,0 0 0,1 1 0,-1-1 0,1 0 0,1 0 0,-1 0 0,1 0 0,-1 0 0,1 0 0,1 0 0,-1-1 0,1 1 0,3 4 0,-1-2 0,-1-1 0,1-1 0,1 1 0,-1-1 0,1 0 0,0 0 0,0 0 0,0-1 0,0 0 0,15 6 0,-14-7 0,1 0 0,0-1 0,-1 0 0,1-1 0,0 0 0,0 0 0,0-1 0,1 1 0,-1-2 0,0 1 0,13-4 0,-9 1 0,-1 0 0,0-1 0,0 0 0,0-1 0,0-1 0,-1 0 0,13-9 0,-4 0 0,-1-1 0,0 0 0,-1-1 0,-1-1 0,-1-1 0,-1 0 0,18-31 0,-16 20 0,-2 0 0,-1-1 0,15-51 0,11-104 0,-27 275 0,-6-33 0,13 168 0,-19-191 0,-1-1 0,-1 1 0,-2-1 0,-16 61 0,11-66 0,-1-1 0,-1 0 0,-1 0 0,-1-2 0,-2 0 0,0 0 0,-2-1 0,0-1 0,-1-1 0,-2-1 0,-28 25 0,37-37 0,0 0 0,0-1 0,0 0 0,-1 0 0,0-2 0,-1 1 0,-13 3 0,21-7 0,-1-1 0,1 0 0,0 0 0,-1 0 0,1-1 0,0 0 0,-1 0 0,1 0 0,-1-1 0,1 0 0,0 0 0,-1 0 0,1 0 0,0-1 0,0 0 0,0 0 0,0 0 0,0-1 0,1 0 0,-6-4 0,-14-16-1365,6 1-5461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0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24575,'15'17'0,"-11"-13"0,16 21 0,0 1 0,-2 0 0,-1 2 0,-1 0 0,-2 1 0,-1 0 0,12 39 0,-10-20 0,-3 1 0,-2 1 0,7 93 0,-7-59 0,-19-125 0,3 1 0,1-1 0,0-57 0,4 78 0,0-11 0,1-1 0,2 0 0,6-35 0,-6 54 0,1 1 0,0-1 0,1 1 0,1 0 0,0 0 0,0 0 0,2 0 0,-1 1 0,1 0 0,13-15 0,-15 22 0,-1 0 0,0 0 0,1 1 0,0 0 0,0 0 0,0 0 0,0 1 0,1-1 0,-1 1 0,1 0 0,-1 1 0,12-3 0,5 1 0,44 0 0,-50 3 0,-5 0-124,0 1 0,0 0 0,0 1 0,0 0 0,0 1 0,-1 0-1,1 1 1,-1 0 0,0 1 0,13 7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0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265 376 24575,'6'-22'0,"-3"9"0,-1 1 0,0-1 0,-1 0 0,0 1 0,-1-1 0,-1 0 0,0 0 0,0 0 0,-2 1 0,-4-19 0,-2 5 0,0 0 0,-2 0 0,-24-41 0,32 62 0,1 1 0,-1-1 0,-1 1 0,1 0 0,-1 0 0,1 1 0,-1-1 0,0 1 0,0 0 0,-5-3 0,7 5 0,1 0 0,0 1 0,-1-1 0,1 0 0,-1 1 0,1-1 0,-1 1 0,1 0 0,-1 0 0,1-1 0,-1 1 0,0 0 0,1 0 0,-1 1 0,1-1 0,-1 0 0,1 0 0,-1 1 0,1-1 0,-1 1 0,1-1 0,-1 1 0,1 0 0,0-1 0,-1 1 0,1 0 0,0 0 0,0 0 0,-1 0 0,1 0 0,0 0 0,0 0 0,0 1 0,0-1 0,0 0 0,-1 3 0,-8 14 0,1 1 0,0 0 0,1 1 0,-7 26 0,-16 87 0,30-128 0,-7 33 0,1 0 0,2 0 0,2 0 0,1 1 0,4 43 0,-2-78 0,1-1 0,-1 0 0,1 1 0,0-1 0,0 0 0,0 1 0,1-1 0,-1 0 0,1 0 0,-1 0 0,1 0 0,0-1 0,0 1 0,1 0 0,-1-1 0,0 1 0,1-1 0,0 0 0,-1 0 0,1 0 0,0 0 0,0 0 0,0-1 0,4 2 0,-3-1 0,1-1 0,-1 0 0,1 0 0,0 0 0,-1-1 0,1 1 0,0-1 0,0-1 0,-1 1 0,1 0 0,0-1 0,-1 0 0,1 0 0,0-1 0,-1 1 0,7-4 0,-1 0 0,-1-1 0,1 0 0,-1-1 0,0 0 0,-1 0 0,0-1 0,0 0 0,0-1 0,-1 0 0,9-15 0,-2 0 0,-1 0 0,-2-1 0,11-31 0,-18 43 0,-1-1 0,-1-1 0,0 1 0,-1 0 0,0 0 0,-2-20 0,1 17 0,-1 14 0,1 1 0,0-1 0,0 1 0,-1 0 0,0-1 0,1 1 0,-1 0 0,0-1 0,0 1 0,0 0 0,0 0 0,0 0 0,-3-3 0,4 5 0,-1-1 0,0 1 0,1-1 0,-1 1 0,1-1 0,-1 1 0,0-1 0,1 1 0,-1 0 0,0-1 0,1 1 0,-1 0 0,0-1 0,0 1 0,1 0 0,-1 0 0,0 0 0,0 0 0,1 0 0,-1 0 0,0 0 0,0 0 0,0 0 0,1 0 0,-1 0 0,0 1 0,1-1 0,-1 0 0,0 0 0,0 1 0,1-1 0,-1 0 0,0 1 0,1-1 0,-1 1 0,1-1 0,-1 1 0,0-1 0,1 1 0,-1 0 0,1-1 0,-1 2 0,-3 3-73,0 1 0,1 0 0,0 0-1,0 0 1,0 1 0,1-1 0,0 1-1,0-1 1,0 1 0,1 0 0,0 0-1,1-1 1,-1 1 0,2 11 0,-1-15-194,-1 11-6559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1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215 939 24575,'1'-28'0,"0"20"0,0 1 0,-1-1 0,-1 0 0,1 1 0,-1-1 0,0 1 0,-5-14 0,4 12 0,-2 1 0,1 0 0,-1 0 0,-1 0 0,1 0 0,-1 1 0,0 0 0,-7-7 0,10 11 0,-1 1 0,1 0 0,0 0 0,-1 0 0,0 0 0,0 1 0,1-1 0,-1 1 0,0-1 0,0 1 0,0 0 0,0 0 0,-1 0 0,1 1 0,0-1 0,0 1 0,0 0 0,-1-1 0,1 2 0,0-1 0,0 0 0,0 1 0,-1-1 0,1 1 0,-5 2 0,4-2 0,-1 1 0,1 0 0,1 0 0,-1 0 0,0 1 0,0 0 0,1-1 0,0 1 0,-1 0 0,1 1 0,0-1 0,1 0 0,-5 7 0,3-3 0,0 0 0,1 1 0,0-1 0,0 1 0,1 0 0,-3 14 0,2 4 0,1-1 0,1 1 0,4 41 0,-1-45 0,0 0 0,1 0 0,9 28 0,-11-44 0,1 0 0,1 0 0,-1-1 0,1 1 0,0-1 0,0 1 0,1-1 0,0 0 0,-1 0 0,2-1 0,-1 1 0,0-1 0,1 0 0,0 0 0,0 0 0,7 3 0,-7-4 0,0-1 0,0 0 0,0-1 0,0 1 0,0-1 0,1 0 0,-1 0 0,0-1 0,0 1 0,1-1 0,-1 0 0,0-1 0,1 1 0,-1-1 0,0 0 0,0-1 0,1 1 0,-1-1 0,-1 0 0,1 0 0,0-1 0,0 1 0,-1-1 0,1 0 0,6-6 0,-1 0 0,0 0 0,0-1 0,-1 0 0,0 0 0,-1-1 0,-1-1 0,1 1 0,-2-1 0,7-16 0,6-21 0,-3-1 0,18-94 0,3-117 0,-20 122 0,40-244 0,-57 359 0,0 16 0,0 14 0,-10 260 0,2-92 0,4-58 0,-35 225 0,32-310 40,3 0 0,-2 32 0,6-49-252,0 1 0,1 0 0,0 0-1,2 0 1,-1-1 0,7 19 0,-6-24-6614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1.6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24575,'8'13'0,"-1"1"0,0 1 0,-1-1 0,0 1 0,-1 0 0,-1 1 0,0-1 0,2 23 0,-3 2 0,-1 0 0,-5 45 0,0-66 9,-1-2 41,5-14-487,2-7-550,0-2-5839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1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0,0 17 0,0 228-1365,0-231-5461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2.7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0 440 24575,'20'4'0,"-10"-2"0,0-1 0,0-1 0,0 0 0,0 0 0,0-1 0,0-1 0,0 1 0,0-2 0,-1 1 0,1-1 0,9-5 0,-7 2 0,0 0 0,0-1 0,0-1 0,-1 0 0,0 0 0,-1-1 0,15-16 0,-13 10 0,1 0 0,-2-1 0,0-1 0,-1 0 0,0 0 0,-2-1 0,0 0 0,-1-1 0,0 1 0,-2-2 0,4-25 0,-8 41 0,0 1 0,-1-1 0,0 1 0,0-1 0,0 1 0,0 0 0,0-1 0,-1 1 0,0-1 0,0 1 0,1 0 0,-2 0 0,1-1 0,0 1 0,-1 0 0,1 0 0,-1 0 0,0 0 0,0 1 0,0-1 0,-1 0 0,1 1 0,-1-1 0,1 1 0,-1 0 0,-5-4 0,3 4 0,-1 0 0,1 0 0,0 0 0,-1 1 0,1-1 0,0 1 0,-1 0 0,0 1 0,1 0 0,-1 0 0,1 0 0,-1 0 0,1 1 0,-1 0 0,-10 3 0,4 0 0,0 0 0,0 1 0,0 1 0,0 0 0,1 0 0,0 1 0,1 1 0,0 0 0,0 0 0,0 1 0,1 0 0,0 1 0,1 0 0,0 0 0,1 1 0,0 0 0,-8 17 0,12-21 0,0 0 0,1 1 0,0-1 0,0 1 0,1-1 0,-1 1 0,2-1 0,-1 1 0,1 0 0,0 0 0,1-1 0,0 1 0,0-1 0,1 1 0,0-1 0,0 1 0,0-1 0,1 0 0,7 13 0,-3-6 0,1-2 0,0 1 0,1-1 0,0-1 0,1 1 0,0-1 0,0-1 0,1 0 0,17 11 0,-18-15 0,-1 0 0,1-1 0,0 0 0,1 0 0,-1-1 0,1-1 0,0 0 0,0 0 0,0-1 0,15 1 0,-18-3 0,0 0 0,0-1 0,0 1 0,0-1 0,0-1 0,0 0 0,0 0 0,0 0 0,0-1 0,-1 0 0,0-1 0,1 0 0,-1 0 0,11-9 0,-1-2 0,-1-2 0,0 0 0,-2 0 0,0-1 0,-1-1 0,0-1 0,-2 0 0,0 0 0,-2-1 0,0 0 0,-1 0 0,-1-1 0,-1-1 0,3-28 0,-6 17 0,-2 24 0,-1 0 0,1 1 0,1-1 0,3-9 0,-6 24 0,0 1 0,1-1 0,0 1 0,0 0 0,1 5 0,1 14 0,4 359 0,-6-323 0,-1-60 0,-1-7 0,0-12 0,3-30 0,3-1 0,1 1 0,3 0 0,27-90 0,-24 108 0,28-55 0,-34 75 0,1 1 0,1-1 0,-1 2 0,1-1 0,1 1 0,0 0 0,0 0 0,0 1 0,13-8 0,-19 14 0,-1 0 0,1 0 0,0 0 0,-1 0 0,1 1 0,0-1 0,0 1 0,0-1 0,0 1 0,0-1 0,-1 1 0,1 0 0,0 0 0,0 0 0,0 0 0,0 0 0,0 1 0,3 0 0,-1 0 0,-1 1 0,0-1 0,0 1 0,0 0 0,-1 0 0,1 0 0,0 0 0,-1 0 0,5 5 0,1 2 0,-1 1 0,-1-1 0,0 1 0,0 0 0,5 15 0,4 19 23,-1 2 0,-3 0 0,9 68 0,5 23-1480,-23-129-5369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3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 24575,'0'0'0,"0"0"0,0 0 0,-2 10 0,-51 134 0,-6 19 0,17 9 0,37-144 0,1 0 0,2 0 0,1 1 0,3 36 0,1-50 0,0 1 0,2 0 0,0-1 0,1 0 0,0 0 0,2 0 0,-1-1 0,2 0 0,0 0 0,0-1 0,16 16 0,-23-26 0,0-1 0,1 0 0,-1 1 0,1-1 0,0 0 0,-1 0 0,1 0 0,0-1 0,0 1 0,0-1 0,0 1 0,1-1 0,-1 0 0,0 0 0,5 0 0,-6-1 0,1 0 0,0 0 0,0 0 0,-1-1 0,1 1 0,0-1 0,0 0 0,-1 1 0,1-1 0,0-1 0,-1 1 0,1 0 0,-1-1 0,5-2 0,-2-1 0,0 0 0,-1 1 0,1-2 0,-1 1 0,0 0 0,0-1 0,-1 0 0,1 0 0,-1 0 0,-1 0 0,1 0 0,-1-1 0,2-11 0,1-15-1365,-3 5-5461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43.3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24575,'27'-3'0,"113"-21"0,28-4 0,-134 31-106,-24-1-1153,0-1-5567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4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0 221 24575,'0'0'0,"0"0"0,8-28 0,-4 12 0,1 0 0,1 0 0,10-21 0,-12 31 0,0 0 0,0 0 0,0 0 0,1 0 0,0 1 0,0 0 0,1 0 0,-1 0 0,1 0 0,9-4 0,-1 2 0,0 0 0,1 1 0,0 1 0,0 0 0,0 1 0,0 1 0,1 0 0,0 1 0,0 1 0,17 0 0,20 3 0,88 14 0,-97-9 0,0 1 0,59 20 0,-87-22 0,0 0 0,-1 1 0,0 1 0,0 1 0,0 0 0,-1 0 0,0 2 0,-1-1 0,15 17 0,-16-13 0,0 1 0,0 1 0,-2 0 0,0 0 0,-1 1 0,0 0 0,-2 0 0,0 1 0,-1 0 0,0 1 0,-2-1 0,0 1 0,-1 0 0,-1 0 0,0 31 0,-4-25 0,0 1 0,-2 0 0,0-1 0,-2 0 0,-1 0 0,-1 0 0,-1-1 0,-1 0 0,-1-1 0,-1 0 0,-16 23 0,14-26 0,-1 0 0,-1 0 0,-1-2 0,0 0 0,-2-1 0,-22 17 0,29-25 0,0-1 0,-1-1 0,0 0 0,0-1 0,0 0 0,-1-1 0,0 0 0,0-1 0,0-1 0,-1 0 0,-26 1 0,36-4 0,0 0 0,-1 0 0,1-1 0,0 1 0,0-1 0,-1-1 0,1 1 0,0-1 0,0 1 0,0-1 0,0-1 0,1 1 0,-1-1 0,1 0 0,-6-4 0,5 2 0,0 0 0,1 0 0,-1 0 0,1-1 0,0 0 0,1 1 0,-1-1 0,1-1 0,1 1 0,-5-11 0,4 3 0,0 0 0,0 0 0,2 0 0,0 0 0,0-1 0,1 1 0,1 0 0,0 0 0,1 0 0,7-26 0,-5 28 0,1 1 0,0-1 0,1 1 0,1 0 0,-1 0 0,2 1 0,-1 0 0,1 0 0,1 1 0,0 0 0,0 0 0,1 1 0,0 1 0,0-1 0,21-10 0,10-2 0,2 1 0,85-25 0,-116 41 0,38-12 0,1 3 0,0 1 0,70-4 0,-89 13 0,0 2 0,0 1 0,0 1 0,0 2 0,0 1 0,50 15 0,-71-16 0,0 0 0,0 0 0,0 1 0,-1 1 0,1-1 0,-1 2 0,-1 0 0,1 0 0,-1 0 0,-1 1 0,1 1 0,-1-1 0,-1 1 0,0 1 0,0-1 0,0 1 0,-1 0 0,7 20 0,-7-17 0,-1 1 0,-1-1 0,0 1 0,-1 1 0,1 17 0,-3-27 0,-1 0 0,0 0 0,0 0 0,0-1 0,-1 1 0,0 0 0,0 0 0,0 0 0,0 0 0,-1-1 0,0 1 0,0 0 0,0-1 0,-1 0 0,1 0 0,-1 1 0,0-1 0,-6 6 0,-4-1-1365,3-4-5461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4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0 24575,'0'0'0,"0"0"0,0 0 0,0 0 0,0 10 0,-21 324 0,15-250 0,1 285 0,6-180 0,-2-150-1365,1-29-5461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5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79 125 24575,'0'0'0,"0"0"0,0 0 0,0 0 0,0 0 0,-13 20 0,7-13 0,-2 9 0,0-1 0,1 1 0,0 1 0,2-1 0,0 1 0,-3 19 0,3-3 0,1 0 0,1 41 0,3-71 0,0 1 0,0-1 0,0 0 0,1 0 0,-1 0 0,1 0 0,0 1 0,0-1 0,0 0 0,0 0 0,1-1 0,-1 1 0,1 0 0,-1 0 0,1-1 0,0 1 0,0-1 0,0 1 0,1-1 0,-1 0 0,1 0 0,-1 0 0,1 0 0,-1 0 0,1-1 0,0 1 0,0-1 0,0 0 0,0 0 0,0 0 0,0 0 0,0 0 0,0-1 0,0 1 0,6-1 0,1 1 0,1-1 0,-1 0 0,0-1 0,0 0 0,0-1 0,0 0 0,0-1 0,0 0 0,18-8 0,-15 3 0,0 0 0,0-1 0,-1 0 0,0-1 0,-1 0 0,0-1 0,-1 0 0,0-1 0,-1 0 0,12-20 0,-8 9 0,-1 1 0,-1-2 0,0 0 0,-2 0 0,8-36 0,-16 55 0,0 0 0,0 0 0,0 0 0,-1 0 0,0-1 0,0 1 0,0 0 0,-1 0 0,0 0 0,0 0 0,0 0 0,0 0 0,-1 0 0,0 0 0,0 1 0,0-1 0,-1 0 0,1 1 0,-7-8 0,4 6 0,-1 1 0,0-1 0,0 1 0,0 1 0,-1-1 0,1 1 0,-1 0 0,0 1 0,-1-1 0,1 2 0,0-1 0,-10-2 0,5 2 0,-1 1 0,0 0 0,-1 1 0,1 0 0,0 1 0,0 0 0,0 1 0,-21 4 0,28-4 0,-1 1 0,1-1 0,0 2 0,0-1 0,0 0 0,0 1 0,0 0 0,1 1 0,0-1 0,-1 1 0,1 0 0,0 0 0,1 1 0,-1 0 0,1-1 0,0 1 0,0 1 0,0-1 0,-3 8 0,7-12-50,-1 1-1,0 0 1,1 0-1,0-1 0,-1 1 1,1 0-1,0 0 1,0 0-1,0 0 1,0-1-1,1 1 0,-1 0 1,0 0-1,1 0 1,-1-1-1,1 1 1,0 0-1,-1-1 0,1 1 1,0 0-1,0-1 1,0 1-1,0-1 1,0 1-1,0-1 1,2 2-1,5 5-6775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5.8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40 24575,'3'-1'0,"0"0"0,-1 0 0,1 1 0,0-1 0,0 1 0,0-1 0,0 1 0,3 0 0,3 0 0,0-2 0,0 0 0,0 0 0,0-1 0,13-6 0,23-7 0,-62 40 0,-29 29 0,33-40 0,1 0 0,0 1 0,2 1 0,-1 0 0,-12 24 0,22-36 0,0 0 0,0 1 0,1-1 0,-1 1 0,1-1 0,0 1 0,-1-1 0,2 0 0,-1 1 0,0-1 0,1 1 0,-1-1 0,1 1 0,0-1 0,0 0 0,1 1 0,-1-1 0,0 0 0,1 0 0,0 0 0,0 0 0,0 0 0,0-1 0,0 1 0,5 4 0,3 2 0,0 0 0,1 0 0,0 0 0,0-2 0,16 9 0,-4-5 0,0-1 0,33 9 0,-56-19 0,1 1 0,-1-1 0,0 1 0,1-1 0,-1 1 0,0-1 0,1 1 0,-1 0 0,0-1 0,0 1 0,1 0 0,-1-1 0,0 1 0,0 0 0,0-1 0,0 1 0,0 0 0,0-1 0,0 1 0,0 0 0,0-1 0,-1 1 0,1 1 0,-5 17 0,2-15 0,0 0 0,1 0 0,-2 0 0,1 0 0,0 0 0,-1-1 0,0 0 0,0 0 0,0 0 0,-8 5 0,-49 20 0,49-23 0,-13 4-341,0-1 0,-1-2-1,-49 7 1,68-12-6485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6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1 24575,'24'5'0,"-24"-5"0,0 0 0,1 0 0,-1 0 0,0 0 0,1 0 0,-1 0 0,0 0 0,0 0 0,1 0 0,-1 1 0,0-1 0,0 0 0,0 0 0,1 0 0,-1 1 0,0-1 0,0 0 0,0 0 0,1 0 0,-1 1 0,0-1 0,0 0 0,0 0 0,0 1 0,0-1 0,0 0 0,1 0 0,-1 1 0,0-1 0,0 0 0,0 1 0,0-1 0,0 0 0,0 0 0,0 1 0,0-1 0,0 0 0,0 1 0,-1-1 0,1 0 0,0 0 0,0 1 0,0-1 0,0 0 0,0 0 0,0 1 0,-1-1 0,1 0 0,0 0 0,0 1 0,-11 14 0,9-13 0,-20 20 0,-1 0 0,0-2 0,-1 0 0,-29 16 0,22-15 0,-57 51 0,85-70 0,1 1 0,-1 0 0,1 0 0,0 0 0,0 0 0,0 0 0,0 0 0,0 1 0,1-1 0,-1 0 0,1 1 0,0 0 0,0-1 0,0 1 0,1-1 0,-1 1 0,1 0 0,0 0 0,0-1 0,0 1 0,1 0 0,0 3 0,0-2 0,1 0 0,0 0 0,0 0 0,0-1 0,0 1 0,1-1 0,0 1 0,0-1 0,0 0 0,0 0 0,1 0 0,0-1 0,-1 1 0,1-1 0,5 3 0,18 10 0,0-1 0,1-1 0,1-2 0,37 12 0,-6-3 0,-57-20 0,1 1 0,0-1 0,-1 1 0,1 0 0,-1 0 0,0 0 0,0 0 0,0 1 0,0-1 0,0 1 0,4 5 0,-6-6 0,0-1 0,-1 0 0,1 1 0,-1-1 0,1 0 0,-1 1 0,1-1 0,-1 1 0,0-1 0,0 1 0,0-1 0,0 1 0,0-1 0,0 1 0,0-1 0,-1 1 0,1-1 0,0 1 0,-1-1 0,1 1 0,-1-1 0,1 0 0,-1 1 0,0-1 0,0 0 0,0 0 0,0 1 0,0-1 0,0 0 0,0 0 0,0 0 0,-2 1 0,-8 8 0,-1 0 0,0-1 0,0 0 0,-1-1 0,-18 8 0,-74 28 0,38-22-1365,52-18-5461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7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0 103 24575,'23'0'0,"112"-11"0,28 0 0,110 5 0,373-10 0,-258-8-271,125-3-139,735 20 410,-1189 7 227,0 2 0,90 14 0,-143-15-227,0 1 0,-1 0 0,1 0 0,0 0 0,-1 1 0,10 6 0,-14-9 0,-1 0 0,0 0 0,0 0 0,0 0 0,1 0 0,-1 0 0,0 1 0,0-1 0,0 0 0,0 0 0,0 0 0,1 0 0,-1 0 0,0 1 0,0-1 0,0 0 0,0 0 0,0 0 0,0 0 0,0 1 0,0-1 0,0 0 0,1 0 0,-1 0 0,0 1 0,0-1 0,0 0 0,0 0 0,0 0 0,0 1 0,0-1 0,-1 0 0,1 0 0,0 0 0,0 1 0,0-1 0,0 0 0,0 0 0,0 0 0,0 1 0,0-1 0,-1 0 0,-9 8 0,-18 3 0,26-10 0,-37 11-1365,1-1-5461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7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41 188 24575,'24'-19'0,"10"-4"0,2 2 0,1 1 0,0 2 0,1 1 0,1 3 0,1 0 0,0 3 0,0 2 0,1 1 0,82-5 0,-100 13 0,-1 0 0,0 2 0,0 0 0,35 9 0,-43-8 0,0 2 0,0 0 0,0 1 0,-1 0 0,0 1 0,0 0 0,22 18 0,-22-15 0,-1 1 0,0 1 0,0 0 0,-1 1 0,-1 0 0,0 0 0,-1 1 0,0 1 0,-1-1 0,-1 2 0,0-1 0,-1 1 0,-1-1 0,0 2 0,-1-1 0,-1 0 0,0 1 0,-2 0 0,0-1 0,0 1 0,-4 28 0,0-18 0,-1-1 0,-2 0 0,0 0 0,-2 0 0,-1-1 0,0 0 0,-2-1 0,-1 0 0,-1 0 0,-1-2 0,-1 0 0,-1 0 0,-1-1 0,-23 21 0,11-14 0,-1-2 0,-1-1 0,-1-2 0,-60 33 0,76-48 0,0 0 0,0-2 0,0 0 0,-1-1 0,0 0 0,0-2 0,0 0 0,-1-1 0,1 0 0,0-2 0,-1 0 0,1-1 0,-26-4 0,16-1 0,0-1 0,0-1 0,1-1 0,0-1 0,1-1 0,0-2 0,1 0 0,0-2 0,-30-25 0,50 37 0,-1-1 0,1 0 0,1-1 0,-1 1 0,1-1 0,-1 1 0,1-1 0,0 0 0,1 0 0,0-1 0,-1 1 0,2 0 0,-1-1 0,0 1 0,1-1 0,0 0 0,1 1 0,-1-1 0,1 0 0,0 0 0,1 1 0,-1-1 0,1 0 0,2-8 0,0 6 0,0-1 0,0 1 0,1 1 0,0-1 0,0 0 0,0 1 0,1 0 0,1 0 0,-1 0 0,1 1 0,0 0 0,0 0 0,1 0 0,0 1 0,10-7 0,0 3 0,1 1 0,0 0 0,0 2 0,1 0 0,0 1 0,0 0 0,31-2 0,140 1 0,-182 6 0,90 2 0,-1 4 0,1 5 0,-2 3 0,0 5 0,101 34 0,-173-45 0,1 1 0,-1 1 0,-1 2 0,0 0 0,-1 1 0,0 1 0,-1 1 0,0 1 0,-1 1 0,-1 1 0,-1 1 0,-1 0 0,17 24 0,-23-18 81,-5-12-172,-8-22-1264,0 1-5471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8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0,7 17 0,4 31 0,-2 0 0,-2 1 0,2 59 0,-8-81 0,1 42 0,-2-46 0,0-1 0,1 0 0,1 0 0,2 0 0,0 0 0,7 22 0,-10-42 0,-1 0 0,1 0 0,0-1 0,-1 1 0,1 0 0,0-1 0,0 1 0,0-1 0,0 1 0,0-1 0,1 1 0,-1-1 0,0 0 0,1 1 0,-1-1 0,1 0 0,-1 0 0,1 0 0,-1 0 0,1-1 0,3 2 0,-3-1 0,0-1 0,0 0 0,0-1 0,0 1 0,0 0 0,0 0 0,0-1 0,0 1 0,0-1 0,0 0 0,0 0 0,0 0 0,0 0 0,0 0 0,0 0 0,1-2 0,4-2 0,0-2 0,0 1 0,0-1 0,-1 0 0,-1-1 0,1 1 0,5-11 0,2-11 0,0-2 0,-3 0 0,0 0 0,8-52 0,15-49 0,-32 129 0,1-1 0,-1 1 0,0 0 0,1 0 0,-1 0 0,1-1 0,0 2 0,0-1 0,0 0 0,5-5 0,-6 8 0,-1 0 0,1-1 0,-1 1 0,1 0 0,-1 0 0,1-1 0,-1 1 0,1 0 0,-1 0 0,1 0 0,-1 0 0,1 0 0,-1 0 0,1 0 0,0 0 0,-1 0 0,1 0 0,-1 0 0,1 0 0,-1 0 0,1 0 0,-1 0 0,1 0 0,-1 1 0,1-1 0,-1 0 0,1 1 0,1 0 0,-1 1 0,1-1 0,-1 1 0,0-1 0,1 1 0,-1 0 0,0-1 0,0 1 0,0 0 0,0 0 0,0 3 0,6 17 0,-2 0 0,0 1 0,-2 0 0,0 0 0,-1 0 0,-2 27 0,0-11 0,7 43 0,-6-75 0,1 0 0,0-1 0,0 1 0,1 0 0,-1-1 0,2 0 0,-1 0 0,1 0 0,0 0 0,0 0 0,0-1 0,11 10 0,-13-13 0,0 0 0,0 0 0,0-1 0,0 1 0,0-1 0,1 0 0,-1 1 0,0-1 0,1 0 0,-1 0 0,1-1 0,-1 1 0,1 0 0,0-1 0,-1 0 0,1 1 0,0-1 0,-1 0 0,1 0 0,-1-1 0,1 1 0,0 0 0,-1-1 0,1 0 0,-1 1 0,1-1 0,-1 0 0,1-1 0,-1 1 0,0 0 0,1-1 0,-1 1 0,0-1 0,0 1 0,0-1 0,0 0 0,2-3 0,5-6 0,-1 1 0,0-1 0,-1-1 0,-1 0 0,1 0 0,-2 0 0,0-1 0,0 1 0,5-26 0,-1-12 0,5-66 0,-9 64 0,-3 34-1365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59.1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62 24575,'7'-8'0,"1"0"0,1 1 0,-1 0 0,1 0 0,11-5 0,-15 10 0,0 0 0,0 0 0,0 0 0,0 1 0,0 0 0,1 0 0,-1 0 0,0 0 0,1 1 0,-1 0 0,1 0 0,6 2 0,-2-1 0,0 1 0,0 1 0,0-1 0,-1 2 0,11 4 0,-15-6 0,-1 0 0,1 1 0,0 0 0,-1 0 0,1 0 0,-1 1 0,0-1 0,0 1 0,0 0 0,-1 0 0,4 6 0,-5-6 0,0 0 0,0 0 0,-1 1 0,0-1 0,0 1 0,0-1 0,0 1 0,-1-1 0,0 1 0,0 0 0,0-1 0,0 1 0,-1-1 0,0 1 0,-1 5 0,-1 2 0,-1 0 0,0 0 0,-1 0 0,-10 17 0,0-7 0,0 0 0,-2-1 0,-20 20 0,-27 34 0,63-74 0,0 0 0,0 0 0,0 0 0,1 0 0,-1 0 0,1 0 0,-1 0 0,1 0 0,-1 0 0,1 0 0,-1 1 0,1-1 0,0 0 0,0 0 0,-1 0 0,1 1 0,0-1 0,0 0 0,0 0 0,0 0 0,1 1 0,-1 0 0,1-1 0,0 0 0,-1 0 0,1 0 0,0 0 0,0 0 0,0 0 0,-1-1 0,1 1 0,0 0 0,0-1 0,0 1 0,0-1 0,1 1 0,-1-1 0,0 1 0,0-1 0,0 0 0,2 1 0,4 0 0,0 0 0,0 0 0,1-1 0,-1 0 0,0-1 0,9 0 0,38-11 0,72-25 0,-6 2 0,-120 35 3,0-1 0,0 1 0,0 0 0,0-1 0,0 1 0,0 0 0,1-1 0,-1 1 0,0 0-1,0-1 1,0 1 0,0 0 0,0-1 0,0 1 0,0 0 0,0-1 0,-1 1 0,1 0 0,0-1 0,0 1 0,0 0-1,0-1 1,0 1 0,0 0 0,-1 0 0,1-1 0,0 1 0,0 0 0,0-1 0,-1 1 0,1 0 0,0 0 0,0 0 0,-1-1-1,1 1 1,0 0 0,-1 0 0,1 0 0,0 0 0,-1-1 0,-13-11-1488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1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0,13 9 0,6 4 0,0 0 0,1-2 0,37 16 0,67 16 0,-72-30 0,-39-11 0,-1 0 0,0 1 0,0 1 0,0 0 0,0 0 0,-1 1 0,21 13 0,-30-17 0,0 1 0,0 0 0,0 0 0,0 0 0,0 0 0,0 0 0,-1 0 0,1 1 0,-1-1 0,1 1 0,-1-1 0,0 1 0,0-1 0,0 1 0,0 0 0,-1-1 0,1 1 0,-1 0 0,1 0 0,-1-1 0,0 1 0,0 0 0,0 0 0,-1 0 0,1-1 0,-1 1 0,1 0 0,-1 0 0,0-1 0,0 1 0,-3 4 0,-2 6 0,-2-1 0,0 0 0,0-1 0,-19 20 0,24-27 0,-49 50 0,-77 62 0,129-116 0,1 0 0,-1 0 0,0 0 0,0 0 0,1 0 0,-1 0 0,0 0 0,0 0 0,1 0 0,-1 0 0,0 0 0,0 0 0,0 1 0,1-1 0,-1 0 0,0 0 0,0 0 0,0 0 0,1 0 0,-1 1 0,0-1 0,0 0 0,0 0 0,0 0 0,1 1 0,-1-1 0,0 0 0,0 0 0,0 1 0,0-1 0,0 0 0,0 0 0,0 0 0,0 1 0,0-1 0,0 0 0,0 0 0,0 1 0,0-1 0,0 0 0,0 0 0,0 1 0,0-1 0,0 0 0,0 0 0,0 1 0,0-1 0,0 0 0,0 0 0,-1 1 0,1-1 0,0 0 0,0 0 0,0 0 0,0 0 0,0 1 0,-1-1 0,1 0 0,0 0 0,0 0 0,0 0 0,-1 1 0,1-1 0,0 0 0,30-1 0,-12 1 0,28 1 0,-1-2 0,58-8 0,-93 7 0,-6 1 0,1 1 0,0-1 0,-1 1 0,1-1 0,0 1 0,-1 1 0,8 0 0,-13 0-85,1-1 0,0 1-1,-1 0 1,1-1 0,-1 1-1,1 0 1,-1-1 0,1 1-1,-1-1 1,0 1 0,1-1-1,-1 1 1,0-1 0,1 0-1,-2 1 1,-4 2-6741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1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72 24575,'5'-1'0,"0"1"0,0-1 0,0 0 0,0-1 0,5-1 0,16-4 0,274-45 0,-275 49-54,1 2-1,33 1 1,-29 1-1148,-23-1-5624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2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425 0 24575,'0'0'0,"0"0"0,0 0 0,0 2 0,-26 359 0,8-64 0,6-133 0,-50 348 0,17-185 0,-29 682-842,58-728 842,-13 455 0,41-197 0,-1 82 0,-26 158-227,-10 206-658,16-333 885,-1 15 0,-13 122-213,17-652 794,14 138 0,-16 282 393,-1-377-943,5-145-31,-1 0 0,-1-1 0,-2 1 0,-15 38 0,1 2 0,23-74 0,0 1 0,0 0 0,0 0 0,0-1 0,1 1 0,-1-1 0,1 1 0,-1-1 0,1 1 0,0-1 0,-1 0 0,1 0 0,0 0 0,0 0 0,0 0 0,2 0 0,46 5 0,0-3 0,0-2 0,55-5 0,52 0 0,0 19 0,-121-18-1365,-20 1-5461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4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386 8 24575,'0'0'0,"0"0"0,0 0 0,0 0 0,15 0 0,570-8 0,-532 16 0,-68 21 0,13-23 0,0 1 0,0 0 0,1 0 0,0-1 0,0 1 0,1 0 0,0 0 0,0 0 0,3 14 0,-1 13 0,-18 360 0,12-322 0,-64 812 0,48-665 0,-6 53 0,-22 335 0,10 16 0,10-29 0,16-231 0,-5-119-236,-3 64-101,9 252 337,4-174 0,-47 750 0,43-489 0,9-229 0,14 159 200,1-115 78,-13-325-191,-11 307-79,-2-175-8,7-91 0,3-110 0,-4 0 0,-17 76 0,-1-152 0,-109-19-682,-227-17-1,283 38-6143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7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0 24575,'-13'8'0,"5"-1"0,8-7 0,1 1 0,-1 0 0,1-1 0,-1 1 0,1-1 0,-1 1 0,1-1 0,0 1 0,-1-1 0,1 1 0,0-1 0,0 1 0,-1-1 0,1 0 0,0 0 0,0 1 0,-1-1 0,1 0 0,1 0 0,226 88 0,-206-77 0,0 1 0,0 1 0,-1 0 0,-1 2 0,-1 0 0,0 2 0,-1 0 0,0 0 0,-2 2 0,0 0 0,-1 1 0,-1 1 0,-1 0 0,-1 1 0,0 0 0,-2 1 0,-1 0 0,-1 1 0,0 0 0,-2 0 0,5 47 0,-10-48 0,-1 0 0,-1 0 0,-1 0 0,-1 0 0,-1 0 0,-1 0 0,-1-1 0,-1 0 0,-1 0 0,-1 0 0,-15 26 0,13-29 0,-1 0 0,0-1 0,-2 0 0,0-1 0,0 0 0,-2-2 0,0 0 0,-1 0 0,-1-2 0,0 0 0,0-1 0,-22 10 0,21-13 0,-1-2 0,-1-1 0,1 0 0,-1-1 0,0-2 0,0 0 0,-1-1 0,1-1 0,0-1 0,0-1 0,-1-1 0,-34-7 0,50 8 0,0-1 0,0 0 0,0 0 0,0 0 0,0-1 0,1 1 0,-1-1 0,1-1 0,0 1 0,0-1 0,0 0 0,1 0 0,-1 0 0,1-1 0,0 1 0,0-1 0,0 0 0,1-1 0,-3-5 0,2 3 0,1 0 0,0-1 0,1 0 0,0 1 0,0-1 0,1 0 0,0 0 0,0 0 0,1 0 0,1 0 0,-1 0 0,4-12 0,-1 4 0,2 0 0,0 0 0,1 1 0,1 0 0,0 0 0,2 1 0,-1 0 0,2 0 0,0 1 0,0 0 0,1 1 0,1 0 0,1 1 0,14-12 0,17-10 0,1 3 0,2 1 0,57-27 0,-75 43 0,2 0 0,0 2 0,0 2 0,1 0 0,1 3 0,-1 0 0,1 2 0,38-1 0,-48 6 0,1 0 0,-1 2 0,0 1 0,1 1 0,27 8 0,-35-7 0,0 1 0,0 0 0,-1 1 0,0 1 0,0 1 0,-1 0 0,26 21 0,-30-20 0,0 1 0,0 0 0,-1 1 0,-1 0 0,0 0 0,0 1 0,-1 0 0,-1 1 0,0-1 0,-1 1 0,-1 0 0,0 1 0,3 16 0,-7-26 0,0 0 0,0 1 0,0-1 0,0 0 0,-1 0 0,0 0 0,0 0 0,0 0 0,-1 0 0,0 0 0,0 0 0,0-1 0,0 1 0,-1-1 0,1 1 0,-1-1 0,-6 7 0,12-35 0,2 5-1365,1 0-5461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7.7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1 24575,'-1'4'0,"0"1"0,0-1 0,-1 0 0,1 0 0,-1 0 0,0 0 0,0 0 0,-3 5 0,-6 11 0,-7 26 0,2 1 0,1 0 0,3 1 0,-9 77 0,1 200 0,13-241 0,4-55 0,1 1 0,3 40 0,-1-67 0,0-1 0,0 1 0,1-1 0,-1 0 0,1 1 0,0-1 0,0 0 0,0 1 0,0-1 0,0 0 0,0 0 0,1 0 0,2 4 0,-3-5 0,0-1 0,0 1 0,0 0 0,0-1 0,0 1 0,0-1 0,0 1 0,1-1 0,-1 0 0,0 1 0,0-1 0,0 0 0,1 0 0,-1 0 0,0 0 0,0 0 0,0 0 0,1 0 0,-1 0 0,0 0 0,0 0 0,0-1 0,1 1 0,-1-1 0,0 1 0,0-1 0,0 1 0,0-1 0,0 0 0,2-1 0,5-4 0,1-1 0,-1 0 0,-1 0 0,1-1 0,-1 1 0,11-19 0,34-60 0,-41 65 0,15-33 0,-19 38 0,0 1 0,1 0 0,16-23 0,-23 38 0,-1-1 0,0 1 0,0-1 0,0 1 0,1 0 0,-1-1 0,0 1 0,0 0 0,1 0 0,-1-1 0,0 1 0,1 0 0,-1 0 0,0-1 0,1 1 0,-1 0 0,0 0 0,1 0 0,-1 0 0,1-1 0,-1 1 0,0 0 0,1 0 0,-1 0 0,1 0 0,-1 0 0,0 0 0,1 0 0,0 0 0,3 11 0,-3 19 0,-2-28 0,1 0 0,-1 13 0,1 1 0,1-1 0,3 24 0,-4-35 0,1-1 0,0 1 0,0 0 0,0 0 0,1-1 0,0 1 0,-1-1 0,1 1 0,0-1 0,1 0 0,-1 1 0,0-1 0,1 0 0,0-1 0,0 1 0,0 0 0,0-1 0,6 4 0,-7-5 0,0-1 0,0 1 0,-1-1 0,1 1 0,0-1 0,0 0 0,0 0 0,0 0 0,0 0 0,-1 0 0,1 0 0,0-1 0,0 1 0,0-1 0,0 1 0,1-2 0,30-13 0,-27 12 0,3-2 0,-1 0 0,-1 0 0,1-1 0,-1 0 0,0 0 0,0 0 0,-1-1 0,0 0 0,0-1 0,-1 1 0,1-1 0,-2 0 0,1 0 0,-1-1 0,0 1 0,-1-1 0,0 0 0,-1 0 0,0 0 0,0 0 0,0-1 0,-2 1 0,1 0 0,-1-1 0,0 1 0,-1 0 0,0-1 0,0 1 0,-6-16 0,4 16 0,0 1 0,-1 0 0,0 0 0,0 0 0,-1 0 0,0 1 0,0 0 0,-1 0 0,0 0 0,0 1 0,0-1 0,-11-6 0,14 11 0,0 0 0,0 0 0,-1 0 0,1 0 0,-1 1 0,0-1 0,1 1 0,-1 0 0,0 0 0,0 1 0,1-1 0,-1 1 0,0-1 0,0 1 0,0 1 0,0-1 0,0 0 0,1 1 0,-1 0 0,0 0 0,0 0 0,1 0 0,-1 1 0,1-1 0,-1 1 0,1 0 0,0 0 0,-1 0 0,1 0 0,-5 6 0,4-5-72,0 1 1,0 0-1,0 0 0,0 1 0,1-1 0,0 1 0,-1-1 0,2 1 1,-1 0-1,1 0 0,-1 1 0,1-1 0,1 0 0,-1 1 0,1-1 1,0 1-1,0 0 0,1 7 0,1-5-6754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8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370 12 24575,'24'-9'0,"-14"6"0,-15 7 0,-30 15 0,13-7 0,-48 30 0,2 2 0,-98 83 0,161-123 0,1 0 0,-1 1 0,1-1 0,0 1 0,0 0 0,-3 6 0,6-9 0,0-1 0,1 0 0,-1 0 0,1 1 0,-1-1 0,1 0 0,0 1 0,0-1 0,0 1 0,-1-1 0,1 0 0,0 1 0,1-1 0,-1 1 0,0-1 0,0 0 0,1 1 0,-1-1 0,0 0 0,1 1 0,-1-1 0,1 0 0,0 1 0,0-1 0,-1 0 0,1 0 0,0 0 0,0 0 0,0 0 0,0 0 0,0 0 0,2 1 0,3 3 0,0-1 0,0-1 0,0 1 0,1-1 0,0 0 0,-1-1 0,1 1 0,7 0 0,62 10 0,-37-8 0,-9 0 0,50 9 0,-73-12 0,-1 0 0,1 0 0,-1 1 0,1-1 0,-1 1 0,0 1 0,0-1 0,-1 1 0,7 5 0,-11-8 0,1 1 0,-1-1 0,1 0 0,-1 1 0,0 0 0,1-1 0,-1 1 0,0 0 0,0-1 0,0 1 0,-1 0 0,1 0 0,0 0 0,-1 0 0,1 0 0,-1 0 0,1 0 0,-1 0 0,0 0 0,0 0 0,0 3 0,-1-2 0,0 0 0,0 0 0,0 0 0,-1 0 0,1 0 0,-1 0 0,1-1 0,-1 1 0,0-1 0,0 1 0,0-1 0,-4 4 0,-5 2 0,0 1 0,-1-2 0,0 0 0,0 0 0,-14 5 0,8-4 0,-1-1 0,-21 5 0,32-10 0,0 0 0,0-1 0,0 0 0,-1-1 0,1 1 0,0-2 0,-13-1 0,19 2 0,1 0 0,0 0 0,0 0 0,-1-1 0,1 1 0,0 0 0,0-1 0,0 1 0,-1-1 0,1 1 0,0-1 0,0 0 0,0 1 0,0-1 0,0 0 0,0 0 0,0 0 0,0 1 0,1-1 0,-1 0 0,0 0 0,0-1 0,1 1 0,-1 0 0,1 0 0,-1-1 0,1 0 0,0 0 0,0 0 0,0 0 0,0 0 0,0 0 0,1 0 0,-1 0 0,1 0 0,-1 0 0,1 0 0,0 0 0,0 0 0,0 0 0,1-2 0,6-6 0,0-1 0,0 1 0,0 1 0,12-10 0,44-35 0,2 3 0,2 3 0,2 3 0,2 2 0,93-38 0,-93 43 0,-137 90 0,39-33 0,0 2 0,-41 44 0,65-64 0,0 1 0,1 0 0,0 0 0,-1 1 0,1-1 0,0 0 0,0 0 0,0 1 0,0-1 0,1 0 0,-1 1 0,0-1 0,1 1 0,0-1 0,0 1 0,0-1 0,0 1 0,0-1 0,0 1 0,0-1 0,1 1 0,-1-1 0,1 0 0,0 1 0,0-1 0,0 0 0,2 4 0,-1-2 0,1-1 0,-1 1 0,1-1 0,0 1 0,0-1 0,1 0 0,-1 0 0,0 0 0,1-1 0,0 1 0,0-1 0,0 0 0,0 0 0,8 2 0,54 10 0,-42-10 0,40 11 0,-58-13 0,0 0 0,-1 1 0,1-1 0,-1 1 0,0 0 0,0 0 0,0 1 0,0-1 0,0 1 0,-1 0 0,8 10 0,-11-13 0,1 1 0,-1 0 0,-1 0 0,1 0 0,0-1 0,0 1 0,-1 0 0,1 0 0,-1 0 0,0 0 0,1 0 0,-1 0 0,0 0 0,0 1 0,0-1 0,-1 0 0,1 0 0,0 0 0,-1 0 0,1 0 0,-1-1 0,0 1 0,0 0 0,0 0 0,0 0 0,0 0 0,0-1 0,0 1 0,0 0 0,-1-1 0,-1 2 0,-6 7 0,0-1 0,-1-1 0,-20 14 0,21-16 0,-20 14-227,-1-1-1,-2-2 1,0-1-1,0-1 1,-38 11-1,41-18-6598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9.1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24575,'24'4'0,"101"6"0,181-6 0,-174-6 0,753 7 0,-63-20 0,-636 11 0,-119 2 0,154 2 0,-218 1 0,24 1 0,-26-2 0,0 0 0,-1 0 0,1 0 0,0 0 0,0 1 0,0-1 0,0 0 0,0 0 0,0 1 0,-1-1 0,1 0 0,0 1 0,0-1 0,0 1 0,-1-1 0,1 1 0,0-1 0,-1 1 0,1-1 0,0 1 0,0 1 0,-2-2 3,1 1-1,0-1 0,0 1 0,-1 0 1,1-1-1,0 1 0,-1-1 0,1 1 1,0-1-1,-1 1 0,1-1 0,-1 1 1,1-1-1,-1 1 0,1-1 0,-1 0 1,1 1-1,-1-1 0,0 0 0,1 1 1,-1-1-1,1 0 0,-2 1 0,-18 5-679,16-5-65,-15 3-6084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09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70 24575,'6'-5'0,"0"0"0,0 0 0,0 1 0,1 0 0,0 1 0,-1-1 0,1 1 0,13-3 0,6-1 0,30-4 0,-6 4 0,0 4 0,1 1 0,-1 3 0,0 1 0,72 14 0,-103-13 0,0 2 0,0 0 0,0 0 0,-1 2 0,0 1 0,0 0 0,-1 1 0,24 16 0,-32-18 0,-1-1 0,0 1 0,-1 0 0,0 1 0,0 0 0,0 0 0,-1 0 0,0 1 0,-1 0 0,0 0 0,-1 1 0,1-1 0,-2 1 0,1 0 0,-1 0 0,-1 0 0,2 18 0,-3-12 0,-1 1 0,0-1 0,-2 1 0,0-1 0,0 1 0,-2-1 0,0 0 0,-1-1 0,0 1 0,-1-1 0,-1 0 0,-1 0 0,0 0 0,-1-1 0,0-1 0,-1 0 0,-16 17 0,7-10 0,-2 0 0,0-2 0,-1 0 0,-1-1 0,-1-2 0,0 0 0,-1-2 0,0 0 0,-40 13 0,54-22 0,-1-1 0,1 1 0,-1-2 0,0 0 0,0 0 0,1-1 0,-1-1 0,0 0 0,0 0 0,0-1 0,0-1 0,0 0 0,1 0 0,-1-1 0,1-1 0,-1 0 0,1-1 0,1 0 0,-1 0 0,1-1 0,0 0 0,0-1 0,0-1 0,-9-8 0,10 7 0,0-1 0,0 0 0,1-1 0,0 1 0,1-1 0,0-1 0,1 1 0,0-1 0,1-1 0,0 1 0,1-1 0,1 1 0,0-1 0,-3-26 0,4 18 0,0 0 0,1 0 0,2 0 0,0-1 0,1 1 0,9-40 0,-8 52 0,-1 0 0,2 0 0,-1 1 0,1 0 0,0 0 0,1 0 0,0 0 0,0 0 0,1 1 0,0 0 0,0 0 0,1 1 0,0 0 0,0 0 0,0 0 0,1 1 0,0 0 0,14-6 0,6 0 0,1 1 0,0 1 0,1 2 0,0 1 0,0 2 0,36-2 0,-1 5 0,118 12 0,-131-5 0,1 2 0,55 18 0,-86-20 0,-2 1 0,1 1 0,-1 1 0,-1 1 0,1 1 0,-2 0 0,34 26 0,-46-31 0,1 1 0,-1-1 0,0 1 0,-1 0 0,0 1 0,0-1 0,0 1 0,-1 0 0,0 0 0,-1 0 0,0 1 0,4 14 0,-3 1 0,-1 0 0,-2 0 0,0 36 0,-2-43-1365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4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24 24575,'0'0'0,"0"0"0,0 0 0,0 0 0,0 0 0,21-7 0,0 2 0,0 1 0,0 1 0,1 0 0,-1 2 0,1 0 0,-1 2 0,1 0 0,-1 2 0,31 6 0,10 7 0,112 45 0,-152-52 0,-1 0 0,0 2 0,-1 0 0,-1 2 0,1 0 0,-2 1 0,0 0 0,20 23 0,-29-27 0,0 0 0,-1 1 0,0 0 0,0 1 0,-2-1 0,1 2 0,-1-1 0,-1 1 0,-1-1 0,1 2 0,-2-1 0,0 0 0,-1 1 0,0-1 0,0 19 0,-3-10 0,-1-1 0,-1 0 0,0 0 0,-2-1 0,-1 1 0,0-1 0,-1 0 0,-1 0 0,-12 18 0,2-5 0,-2-1 0,-2-1 0,-1 0 0,-32 32 0,41-49 0,-2 0 0,1-1 0,-2 0 0,1-1 0,-2-1 0,1-1 0,-2 0 0,-25 9 0,29-13 0,0-2 0,0 0 0,0 0 0,0-1 0,-1-1 0,0-1 0,1 0 0,-1-1 0,0-1 0,1 0 0,-28-6 0,-120-42 0,141 40 0,1 0 0,-1-2 0,2 0 0,0-2 0,-23-17 0,40 27 0,0 0 0,0 0 0,0-1 0,1 1 0,-1-1 0,1 0 0,0 0 0,0 0 0,0 0 0,0 0 0,1 0 0,-1-1 0,0-4 0,-1-10 0,-2-34 0,3 22 0,2 26 0,-1-1 0,1 0 0,0 0 0,1 1 0,-1-1 0,1 0 0,0 1 0,1-1 0,-1 1 0,1-1 0,0 1 0,1 0 0,4-10 0,-2 9 0,0-1 0,1 1 0,-1 0 0,1 0 0,0 0 0,1 1 0,-1 0 0,13-7 0,4 1 0,1 0 0,0 1 0,0 2 0,1 0 0,28-4 0,1 2 0,110-5 0,55 15 0,-158 1 0,142 9 0,-168-5 0,0 1 0,-1 1 0,63 23 0,-87-26 0,27 10 0,-2 1 0,67 38 0,-93-47 0,-1 0 0,1 0 0,-1 1 0,0 0 0,0 0 0,-1 1 0,0 0 0,-1 0 0,0 0 0,0 1 0,0 0 0,-1 1 0,-1-1 0,0 1 0,0 0 0,3 12 0,-6-16 0,0-1 0,-1 1 0,1-1 0,-1 1 0,0 0 0,-1-1 0,0 1 0,1-1 0,-2 1 0,1-1 0,-1 1 0,1-1 0,-1 0 0,-1 0 0,1 0 0,-1 0 0,0 0 0,0 0 0,-1-1 0,1 0 0,-1 1 0,0-1 0,0 0 0,0-1 0,0 1 0,-1-1 0,0 0 0,0 0 0,-5 2 0,8-4 7,0-1 0,0 1 0,-1-1 0,1 1 0,0-1 1,-1 0-1,1 0 0,0 0 0,-1 0 0,1 0 0,0-1 0,-1 1 0,1-1 0,0 0 0,0 1 0,-4-3 0,1 1-219,1-1 0,-1 0 0,1 0-1,0 0 1,0 0 0,-5-6 0,-1-3-6614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4.9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146 1 24575,'-3'23'0,"-48"160"0,2-6 0,38-111 0,3 1 0,0 86 0,3-25 0,0 74 0,1-221 0,3 15 0,1 0 0,0 1 0,0-1 0,0 0 0,0 1 0,1-1 0,-1 1 0,2-7 0,19-28 0,1 1 0,1 1 0,56-65 0,-59 77 0,-14 16 0,2-3 0,1 0 0,1 0 0,0 0 0,1 1 0,-1 1 0,15-10 0,-61 118 0,29-81 0,-8 17 0,-15 59 0,28-82 0,-1 1 0,2-1 0,0 0 0,0 1 0,1-1 0,0 0 0,1 1 0,6 23 0,-6-34 0,0 1 0,0-1 0,0 0 0,0 1 0,1-1 0,-1 0 0,1 0 0,0 0 0,-1 0 0,1 0 0,0 0 0,0-1 0,0 1 0,1 0 0,-1-1 0,0 0 0,1 0 0,-1 1 0,0-1 0,1-1 0,-1 1 0,1 0 0,0-1 0,-1 1 0,1-1 0,0 0 0,3 0 0,2 1 0,0-1 0,-1 0 0,1-1 0,-1 0 0,1 0 0,-1-1 0,1 0 0,11-4 0,-4-2 0,-1-1 0,1 0 0,-1-1 0,-1 0 0,0-1 0,0 0 0,-1-1 0,-1-1 0,0 0 0,-1 0 0,0-1 0,-1 0 0,12-27 0,-14 28 0,-1-1 0,-1-1 0,0 1 0,-1-1 0,0 0 0,-1 1 0,-1-2 0,-1 1 0,0 0 0,-1 0 0,0 0 0,-1-1 0,-1 1 0,0 0 0,-8-25 0,7 34 0,1 0 0,-1 1 0,0-1 0,0 1 0,0 0 0,-1 0 0,0 0 0,0 0 0,0 1 0,-8-7 0,9 9 0,0-1 0,0 1 0,0 0 0,0 1 0,0-1 0,-1 1 0,1-1 0,0 1 0,-1 0 0,1 0 0,-1 1 0,1-1 0,-1 1 0,1-1 0,-1 1 0,1 0 0,-1 0 0,1 1 0,-1-1 0,-4 2 0,0 0 0,0 1 0,0 0 0,0 0 0,0 1 0,1 0 0,0 1 0,-1-1 0,2 1 0,-1 0 0,0 1 0,1 0 0,0 0 0,1 0 0,-1 1 0,1 0 0,0 0 0,1 0 0,0 1 0,0-1 0,-4 11 0,8-17 3,-1 0 0,1 0 0,-1 0 0,1 0 0,0 0 0,0 0 0,-1 0 0,1 0 0,0 0 0,0 1 0,0-1 0,0 0 0,0 0 0,0 0 0,1 0 0,-1 0 0,0 0 0,0 0 0,1 0 0,-1 0 0,1 0 0,-1 0 0,1 0 0,-1 0 0,1 0 0,0 0 0,-1-1 0,1 1 0,0 0 0,-1 0 0,1-1 0,0 1 0,0 0 0,0-1 0,0 1 0,0-1 0,0 1 0,0-1 0,2 1 0,1 0-168,0 0 0,0-1 0,0 1 0,0-1 0,0 0 0,1 0 0,-1 0 0,7-2 0,0 0-6661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5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244 9 24575,'0'0'0,"32"-9"0,-47 38 0,-10 0 0,-1-1 0,-2-1 0,-1-1 0,-1-2 0,-33 21 0,9-2 0,53-42 0,1 0 0,-1-1 0,1 1 0,-1 0 0,1-1 0,0 1 0,-1 0 0,1 0 0,0 0 0,-1-1 0,1 1 0,0 0 0,0 0 0,0 0 0,0 0 0,0-1 0,0 1 0,0 0 0,0 0 0,0 0 0,0 0 0,0 0 0,0-1 0,1 1 0,-1 0 0,0 0 0,1 0 0,-1-1 0,1 1 0,-1 0 0,0 0 0,1-1 0,0 1 0,-1 0 0,1-1 0,-1 1 0,1-1 0,0 1 0,-1-1 0,1 1 0,1 0 0,2 2 0,0 0 0,0 0 0,1 0 0,-1-1 0,8 4 0,42 13 0,-20-8 0,40 20 0,-62-25 0,0 0 0,-1 1 0,0 1 0,-1 0 0,1 0 0,17 20 0,-27-26 0,1 0 0,0 0 0,0 0 0,-1 0 0,1 0 0,-1 1 0,0-1 0,1 1 0,-1-1 0,0 1 0,-1-1 0,1 1 0,0 0 0,-1-1 0,1 1 0,-1 0 0,0-1 0,0 1 0,0 0 0,0 0 0,-1-1 0,1 1 0,-1 0 0,1-1 0,-1 1 0,0 0 0,0-1 0,0 1 0,0-1 0,-1 0 0,1 1 0,-1-1 0,-2 3 0,-1 1 0,0-2 0,0 1 0,0 0 0,-1-1 0,0 0 0,0 0 0,0-1 0,0 0 0,0 0 0,0 0 0,-1-1 0,-8 3 0,5-3 0,-10 3 0,-30 3 0,45-7 0,0-1 0,0 0 0,0 0 0,0 0 0,0-1 0,1 1 0,-1-1 0,0-1 0,0 1 0,1 0 0,-10-5 0,13 5 5,0 0 0,-1 0-1,1 0 1,0 0 0,0 0-1,0 0 1,0-1 0,0 1-1,0 0 1,0-1 0,0 1-1,1 0 1,-1-1 0,0 1-1,1-1 1,-1 1 0,1-1-1,0 0 1,-1 1 0,1-1-1,0 1 1,0-4 0,1-1-323,-1-1 1,1 0-1,4-12 1,-5 17 114,7-22-6623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5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54 24575,'0'0'0,"2"-1"0,20-3 0,0-1 0,0-2 0,40-17 0,-56 22 0,0-1 0,0 1 0,0 0 0,8-1 0,-14 3 0,0 0 0,0 0 0,0 0 0,0 0 0,0 0 0,1 0 0,-1 0 0,0 0 0,0 0 0,0 0 0,0 0 0,0 0 0,0 0 0,0 0 0,1 0 0,-1 0 0,0 0 0,0 1 0,0-1 0,0 0 0,0 0 0,0 0 0,0 0 0,0 0 0,1 0 0,-1 0 0,0 0 0,0 0 0,0 1 0,0-1 0,0 0 0,0 0 0,0 0 0,0 0 0,0 0 0,0 0 0,0 0 0,0 1 0,0-1 0,0 0 0,0 0 0,0 0 0,0 0 0,0 0 0,0 0 0,0 1 0,0-1 0,0 0 0,0 0 0,0 0 0,0 0 0,0 0 0,0 0 0,0 0 0,-1 1 0,1-1 0,0 0 0,0 0 0,0 0 0,-7 14 0,-11 12 0,-3-1 0,-32 28 0,-7 8 0,58-58 0,0-1 0,0 0 0,0 1 0,0-1 0,1 1 0,-1 0 0,1 0 0,0-1 0,0 1 0,-1 0 0,2 0 0,-1 0 0,0 0 0,1 0 0,-1 0 0,1 1 0,0-1 0,0 0 0,0 0 0,1 0 0,0 4 0,0-4 0,0 0 0,1 0 0,-1 0 0,1-1 0,0 1 0,0 0 0,0-1 0,0 1 0,0-1 0,1 1 0,-1-1 0,1 0 0,-1 0 0,1 0 0,0-1 0,0 1 0,-1-1 0,1 1 0,0-1 0,5 1 0,49 14 0,-35-10 0,40 14 0,-57-17 0,0-1 0,0 0 0,0 0 0,0 1 0,0 0 0,9 7 0,-13-9 0,1 1 0,-1-1 0,0 1 0,0-1 0,0 1 0,0-1 0,0 1 0,-1 0 0,1-1 0,0 1 0,-1 0 0,1 0 0,-1 0 0,0-1 0,0 1 0,1 0 0,-1 0 0,0 0 0,-1 0 0,1-1 0,0 1 0,-1 3 0,-1 1 7,0 1 0,0-1-1,0 0 1,-1 0 0,0-1-1,0 1 1,0-1-1,-1 1 1,0-1 0,0 0-1,0 0 1,0-1 0,-1 1-1,0-1 1,0 0 0,0 0-1,-7 3 1,2-1-172,-1-1 0,1 0 0,-1-1 0,1 0 0,-1-1 0,0 0 0,0-1 0,-23 2 0,19-4-6661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6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1 114 24575,'20'14'0,"-9"-9"0,0-1 0,0-1 0,0 0 0,0 0 0,13 1 0,62 3 0,-62-6 0,254-2 0,-126-3 0,412 1 0,-138-24 0,-136 4 0,-221 20 0,312-19 0,2-23 0,-303 33 0,1 2 0,-1 4 0,1 4 0,132 13 0,-92 4 0,-115-13-78,-8 0 273,-10 1-1677,4-1-5344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8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25 24575,'-25'-4'0,"9"2"0,39-1 0,298-12 0,-299 15 0,0 1 0,0 1 0,0 1 0,37 9 0,-32-4 0,98 35 0,-108-36 0,-1 0 0,0 1 0,-1 1 0,0 1 0,18 14 0,-27-18 0,1 0 0,-2 0 0,1 1 0,-1 0 0,1-1 0,-2 2 0,1-1 0,-1 1 0,0-1 0,-1 1 0,0 0 0,0 1 0,-1-1 0,0 0 0,0 1 0,-1-1 0,0 1 0,-1-1 0,1 1 0,-2 0 0,1-1 0,-1 1 0,-1-1 0,-3 15 0,0-9 0,0 0 0,0 0 0,-1 0 0,-1-1 0,0 0 0,-1 0 0,-1-1 0,0 0 0,0-1 0,-1 1 0,-1-2 0,0 0 0,-19 14 0,9-10 0,-1-1 0,-1-1 0,0-2 0,-1 0 0,0-1 0,-1-1 0,1-2 0,-46 7 0,18-8 0,-1-1 0,0-3 0,-62-7 0,96 4 0,1 0 0,0-1 0,0 0 0,1-2 0,-1 0 0,1-1 0,0-1 0,0 0 0,1-2 0,0 0 0,1 0 0,0-1 0,-26-23 0,37 28 0,-1 1 0,1-1 0,0-1 0,1 1 0,-1-1 0,1 1 0,-3-8 0,6 12 0,0-1 0,-1 1 0,1-1 0,0 1 0,0-1 0,0 1 0,0-1 0,0 1 0,1-1 0,-1 1 0,0-1 0,1 1 0,-1 0 0,1-1 0,1-2 0,12-19 0,-12 19 0,7-7 0,0 0 0,0 0 0,1 1 0,0 1 0,1-1 0,0 2 0,0-1 0,1 1 0,0 1 0,1 0 0,0 1 0,0 1 0,0 0 0,18-5 0,-1 3 0,-1 1 0,1 2 0,1 0 0,-1 2 0,48 3 0,44 5 0,120 9 0,-181-8 0,116 28 0,-159-29 0,0 1 0,0 1 0,-1 1 0,0 0 0,0 1 0,-1 1 0,0 0 0,-1 2 0,0-1 0,-1 2 0,-1 0 0,0 0 0,-1 1 0,0 1 0,15 28 0,-24-38 0,0 0 0,0 1 0,0 0 0,-1-1 0,0 1 0,0 0 0,0 0 0,-1 1 0,0-1 0,-1 0 0,0 0 0,0 0 0,0 0 0,-1 1 0,0-1 0,-2 8 0,0-11 0,1 1 0,-1-1 0,0 1 0,0-1 0,0 0 0,0 0 0,-1 0 0,0-1 0,1 1 0,-2-1 0,-5 4 0,6-4 0,4-3 0,0 1 0,-1-1 0,1 0 0,0 0 0,-1 1 0,1-1 0,-1 0 0,1 0 0,0 1 0,-1-1 0,1 0 0,-1 0 0,1 0 0,-1 0 0,1 0 0,0 0 0,-1 0 0,1 0 0,-1 0 0,1 0 0,-1 0 0,1 0 0,0 0 0,-1 0 0,1 0 0,-1 0 0,1 0 0,-1-1 0,1 1 0,0 0 0,-1-1 0,-8-13 0,4-22 0,9 1 0,2 1 0,0 0 0,3 0 0,14-38 0,-15 48 0,-6 15 0,1 0 0,1 0 0,-1 0 0,1 1 0,1-1 0,-1 1 0,2 0 0,-1 0 0,1 1 0,0 0 0,0 0 0,1 0 0,0 1 0,0 0 0,1 0 0,0 0 0,0 1 0,14-6 0,-18 10 0,0 0 0,0 0 0,1 1 0,-1 0 0,0 0 0,0 0 0,0 0 0,6 2 0,4-1 0,11 1 0,-1 2 0,1 0 0,-1 2 0,0 1 0,0 0 0,26 14 0,-46-20 0,-1 1 0,1 0 0,-1-1 0,0 2 0,1-1 0,-1 0 0,0 1 0,-1-1 0,1 1 0,0 0 0,-1 0 0,0 0 0,1 0 0,-1 0 0,0 1 0,-1-1 0,3 7 0,-2-5 0,-1-1 0,-1 1 0,1 0 0,-1 0 0,0 0 0,0 0 0,0 0 0,-1 0 0,0 0 0,0 0 0,0 0 0,-2 5 0,-3 4 0,0-1 0,-1 1 0,0-1 0,-1-1 0,0 1 0,-1-1 0,-21 21 0,18-22 0,-1-1 0,0 0 0,-19 10 0,-7 6 0,75-25 0,32-8 0,-41 4 0,0 0 0,0 1 0,1 2 0,-1 1 0,50 8 0,-26 2-1365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8.3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0 24575,'2'3'0,"-1"0"0,-1 0 0,1 0 0,0 0 0,-1 0 0,0 0 0,1 0 0,-1 0 0,0 0 0,-1 0 0,1 0 0,-1 3 0,1-3 0,-15 124 0,4-48 0,0 113 0,11-187-170,1-1-1,-1 1 0,1-1 1,0 0-1,0 1 0,1-1 1,2 7-1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19.8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55 179 24575,'10'-20'0,"-1"9"0,0 1 0,1 0 0,0 0 0,0 1 0,1 0 0,0 1 0,0 1 0,1-1 0,0 2 0,14-6 0,0 0 0,1 3 0,0 0 0,0 1 0,29-4 0,-34 9 0,1 1 0,0 0 0,-1 2 0,1 1 0,0 0 0,-1 2 0,0 1 0,1 0 0,42 15 0,-55-15 0,1 1 0,0 0 0,-1 0 0,0 1 0,0 1 0,-1 0 0,1 0 0,-2 0 0,1 1 0,-1 1 0,0-1 0,-1 1 0,0 1 0,0-1 0,-1 1 0,0 0 0,-1 1 0,0-1 0,-1 1 0,0 0 0,3 15 0,-4-9 0,-1 0 0,-1 0 0,0 1 0,-1-1 0,-1 0 0,-1 1 0,-1-1 0,0 0 0,-1 0 0,-1-1 0,0 1 0,-13 25 0,0-6 0,-2 0 0,-2-1 0,-1-1 0,-32 38 0,41-56 0,0-1 0,-1 0 0,-1-1 0,0 0 0,-1-2 0,0 0 0,-1-1 0,-35 17 0,40-23 0,0 0 0,-1-1 0,0 0 0,0-1 0,0 0 0,0-1 0,0-1 0,-1-1 0,1 0 0,0 0 0,0-2 0,-1 1 0,-25-8 0,29 4 0,-1 1 0,1-2 0,0 1 0,1-1 0,-1-1 0,1 0 0,1-1 0,-1 0 0,1 0 0,1-1 0,-1 0 0,1 0 0,1-1 0,0 0 0,-7-14 0,3 5 0,1-1 0,1 0 0,1-1 0,1 1 0,1-2 0,1 1 0,-5-39 0,9 51 0,1 1 0,0-1 0,0 0 0,0 0 0,1 0 0,1 1 0,0-1 0,0 0 0,0 1 0,4-9 0,-3 12 0,0-1 0,0 1 0,1-1 0,0 1 0,0 1 0,0-1 0,0 0 0,1 1 0,-1 0 0,1 0 0,0 0 0,0 1 0,1-1 0,10-4 0,19-6 0,1 2 0,0 1 0,0 1 0,1 2 0,1 2 0,-1 1 0,1 2 0,0 2 0,-1 1 0,42 6 0,-20 2 0,0 3 0,-1 2 0,0 2 0,-1 3 0,94 44 0,-122-48 0,0 2 0,-1 0 0,31 25 0,-48-32 0,1 1 0,-2 0 0,1 0 0,-2 2 0,1-1 0,-1 1 0,-1 0 0,0 1 0,9 21 0,-10-18 0,-1 2 0,-1-1 0,0 1 0,3 30 0,-7-42 0,0 1 0,-1-1 0,1 1 0,-2-1 0,1 1 0,-1-1 0,0 0 0,0 1 0,-1-1 0,0 0 0,0 0 0,0 1 0,-1-2 0,0 1 0,0 0 0,-6 8 0,9-48 0,20-66 0,5 1 0,63-165 0,-36 152 0,-32 74 0,22-64 0,-36 85 0,-1-1 0,4-30 0,-10 39 0,-5 10 0,-5 11 0,-3 12 0,2 0 0,0 1 0,2 0 0,1 0 0,1 1 0,1 1 0,-7 47 0,9-18 0,3 0 0,7 99 0,-4-100-1365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20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0 191 24575,'0'0'0,"0"0"0,0 0 0,0 0 0,0 0 0,0 0 0,6 20 0,-3-3 0,0 1 0,-1 0 0,0 30 0,-2-45 0,0 1 0,1-1 0,-1 0 0,1 0 0,0 0 0,0 0 0,0 0 0,0 0 0,0 0 0,1 0 0,-1 0 0,1 0 0,0-1 0,0 1 0,0-1 0,0 1 0,0-1 0,0 0 0,1 1 0,-1-1 0,6 2 0,-4-1 0,0-1 0,0 0 0,1 0 0,-1 0 0,1 0 0,-1-1 0,1 0 0,-1 0 0,1 0 0,0 0 0,0-1 0,-1 0 0,10-1 0,-8 1 0,1-1 0,-1 0 0,0 0 0,1-1 0,-1 0 0,0 0 0,0-1 0,0 1 0,-1-1 0,1 0 0,-1-1 0,1 0 0,-1 1 0,0-2 0,0 1 0,-1 0 0,0-1 0,1 0 0,-1 0 0,-1 0 0,1-1 0,-1 1 0,5-12 0,-3 4 0,0 0 0,-2 0 0,4-16 0,-6 23 0,-1 1 0,1 0 0,-1-1 0,-1 1 0,1 0 0,-1-1 0,0 1 0,0 0 0,0 0 0,-1 0 0,-2-7 0,2 8 0,1 1 0,-1 0 0,0 0 0,0 0 0,0 0 0,0 0 0,0 0 0,-1 0 0,0 0 0,1 1 0,-1 0 0,0-1 0,0 1 0,-5-3 0,3 4 0,1-1 0,-1 1 0,0 0 0,1 0 0,-1 0 0,0 0 0,0 1 0,0 0 0,0 0 0,-8 1 0,-1 1 0,0 0 0,1 1 0,-1 1 0,-23 9 0,34-11 0,0 0 0,0-1 0,0 1 0,0 0 0,1 1 0,-1-1 0,1 0 0,0 1 0,-1 0 0,1-1 0,0 1 0,0 0 0,1 0 0,-1 0 0,1 0 0,-1 0 0,1 0 0,0 1 0,-1 4 0,2-6 0,-1 0 0,1 0 0,0 0 0,0 0 0,0-1 0,0 1 0,0 0 0,1 0 0,-1 0 0,0 0 0,1-1 0,0 1 0,-1 0 0,1-1 0,0 1 0,0 0 0,0-1 0,0 1 0,0-1 0,0 1 0,0-1 0,0 1 0,1-1 0,-1 0 0,0 0 0,1 0 0,-1 0 0,1 0 0,0 0 0,-1 0 0,1 0 0,0 0 0,-1-1 0,1 1 0,0-1 0,3 1 0,3 0 0,0 0 0,1-1 0,-1 0 0,0 0 0,1-1 0,-1 0 0,0-1 0,0 0 0,0 0 0,0 0 0,10-5 0,12-7 0,42-26 0,-57 32 0,23-15 0,30-17 0,82-35 0,-97 48 0,-103 63 0,21-16 0,-28 26 0,49-39 0,0 1 0,1 0 0,0 1 0,0-1 0,1 1 0,0 1 0,-8 17 0,14-27 0,0 1 0,0 0 0,0 0 0,0 0 0,0 0 0,0 0 0,0 0 0,1 0 0,-1 0 0,0 0 0,1-1 0,-1 1 0,0 0 0,1 0 0,-1 0 0,1-1 0,-1 1 0,1 0 0,0-1 0,-1 1 0,1 0 0,0-1 0,-1 1 0,2 0 0,19 13 0,-8-10 0,0 0 0,-1-1 0,19 3 0,-21-5 0,0 0 0,0 1 0,0 1 0,0-1 0,-1 2 0,19 8 0,-27-11 0,0-1 0,0 1 0,0 0 0,0 0 0,0 0 0,0 0 0,0 0 0,0 0 0,0 0 0,-1 0 0,1 0 0,0 1 0,-1-1 0,1 0 0,-1 0 0,1 1 0,-1-1 0,0 0 0,1 1 0,-1 1 0,0 0 0,0 0 0,0 1 0,-1-1 0,1 0 0,-1 0 0,0 0 0,0 0 0,-2 5 0,-3 5 0,-1-1 0,-1 0 0,-10 12 0,14-18 0,0-1 0,0 0 0,-1 0 0,1 0 0,-1-1 0,0 0 0,-1 0 0,1 0 0,-1 0 0,0-1 0,-7 3 0,9-4 0,0-1 0,0 1 0,0-1 0,0 0 0,-1 0 0,1-1 0,0 1 0,0-1 0,-1 0 0,1 0 0,0 0 0,0-1 0,-1 0 0,1 1 0,0-2 0,-6-1 0,8 2 5,1 1 0,0-1 0,0 0 0,0 1-1,0-1 1,0 0 0,0 0 0,0 0 0,1 0-1,-1 0 1,0 0 0,0 0 0,1 0 0,-1 0-1,0 0 1,1-1 0,0 1 0,-1 0 0,1 0 0,-1-2-1,0-27-1470,3 10-5360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21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1 24575,'0'0'0,"1"0"0,-1 0 0,0 0 0,1 0 0,-1 0 0,0 0 0,1 0 0,-1 0 0,0 0 0,1 0 0,-1 0 0,0 0 0,0 0 0,1 0 0,-1 0 0,0 1 0,1-1 0,-1 0 0,0 0 0,0 0 0,1 0 0,-1 1 0,0-1 0,0 0 0,1 0 0,-1 1 0,0-1 0,0 0 0,0 0 0,0 1 0,1-1 0,-1 1 0,6 9 0,-6-7 0,-1 0 0,1 0 0,0-1 0,-1 1 0,0 0 0,1 0 0,-1 0 0,0-1 0,-1 1 0,1-1 0,0 1 0,-1-1 0,-2 4 0,-26 32 0,25-32 0,-6 6 0,0 0 0,-1-1 0,0 0 0,0-1 0,-16 10 0,-38 28 0,65-47 0,1 0 0,0-1 0,0 1 0,-1 0 0,1 0 0,0-1 0,0 1 0,0 0 0,0 0 0,0 0 0,0-1 0,0 1 0,0 0 0,0 0 0,0 0 0,0-1 0,1 1 0,-1 0 0,0 0 0,0-1 0,1 1 0,-1 0 0,1-1 0,0 2 0,13 18 0,-8-16 0,0-1 0,0-1 0,0 1 0,0-1 0,0 0 0,0 0 0,1-1 0,-1 0 0,1 0 0,-1 0 0,13-1 0,-9 0 0,1 1 0,-1 0 0,0 1 0,16 4 0,-19-4 0,-1 1 0,1 0 0,0 1 0,-1-1 0,0 1 0,0 0 0,7 6 0,-11-8 0,0 0 0,0 0 0,0 0 0,-1 0 0,1 0 0,-1 1 0,1-1 0,-1 1 0,0-1 0,0 1 0,0-1 0,0 1 0,0-1 0,0 1 0,-1 0 0,1 0 0,-1-1 0,0 1 0,0 0 0,0-1 0,0 1 0,-1 4 0,-2 1 0,1 0 0,-1 0 0,-1-1 0,1 1 0,-1-1 0,-1 0 0,1 0 0,-1-1 0,0 1 0,-1-1 0,0 0 0,0 0 0,-10 7 0,-2 0 0,0 0 0,-1-2 0,-38 18 0,51-27-105,0 1 0,0-2 0,-1 1 0,1-1 0,-1 0 0,1 0 0,-1-1 0,0 0 0,1 0 0,-1 0 0,1-1 0,-10-2 0,-4-1-6721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21.9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24575,'3'7'0,"0"-1"0,0 1 0,1-1 0,0 0 0,0-1 0,0 1 0,1-1 0,0 1 0,0-1 0,0-1 0,0 1 0,1-1 0,0 0 0,0 0 0,0-1 0,1 1 0,-1-1 0,14 4 0,9 2 0,1-1 0,60 7 0,-86-14 0,85 6 0,1-2 0,95-10 0,-54 2 0,703-31 0,-563 14 0,440-21 0,-522 32 0,119 0 0,-200 20 0,-39-4 0,-108 6-1365,15-6-5461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1:24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310 97 24575,'0'0'0,"0"0"0,0 0 0,0 0 0,0 0 0,1-2 0,2-4 0,0 1 0,0 0 0,0 0 0,0 0 0,1 0 0,0 1 0,0-1 0,0 1 0,1 0 0,0 1 0,-1-1 0,1 1 0,0-1 0,1 2 0,-1-1 0,1 0 0,10-2 0,4-1 0,1 2 0,-1 0 0,0 2 0,1 0 0,0 1 0,-1 1 0,1 1 0,0 1 0,-1 0 0,0 2 0,1 0 0,-2 2 0,37 14 0,-35-11 0,-1 1 0,0 2 0,0 0 0,-1 0 0,-1 2 0,0 0 0,-1 2 0,-1-1 0,0 2 0,-1 0 0,-1 1 0,16 26 0,-14-18 0,-3 1 0,0 0 0,-1 1 0,-2 0 0,14 58 0,-20-63 0,-1 0 0,-1 1 0,-1-1 0,-1 1 0,-1-1 0,0 0 0,-2 1 0,-8 29 0,-3-6 0,-2 0 0,-2-1 0,-2-1 0,-2-1 0,-39 59 0,37-68 0,-1-1 0,-1-1 0,-2-2 0,-1-1 0,-2-1 0,-58 43 0,66-58 0,0-1 0,0-1 0,-1-1 0,-1-1 0,1-1 0,-2-1 0,1-2 0,-28 4 0,-26 0 0,-103-1 0,176-9 0,-3 1 0,0-1 0,-1-1 0,1 1 0,0-1 0,0-1 0,0 1 0,0-2 0,0 1 0,0-1 0,-13-7 0,21 9 0,0 0 0,-1 0 0,1 0 0,0 0 0,0-1 0,0 1 0,0-1 0,0 1 0,0-1 0,0 1 0,0-1 0,0 1 0,1-1 0,-1 0 0,1 1 0,-1-1 0,1 0 0,0 0 0,0 1 0,0-1 0,0 0 0,0 0 0,0 1 0,0-1 0,0 0 0,1 0 0,-1 1 0,2-4 0,0-2 0,0 1 0,0-1 0,1 1 0,0 0 0,0 0 0,6-8 0,4-2 0,1 0 0,1 1 0,0 1 0,1 0 0,1 1 0,0 1 0,1 1 0,0 0 0,0 1 0,1 1 0,30-10 0,5 2 0,0 2 0,1 3 0,62-6 0,-79 12 0,1 2 0,-1 2 0,1 2 0,-1 1 0,1 2 0,54 11 0,-62-7 0,0 2 0,-1 0 0,48 23 0,-69-27 0,1 0 0,0 1 0,-1 0 0,0 1 0,-1 0 0,1 1 0,-1 0 0,-1 0 0,0 0 0,0 1 0,0 0 0,-1 1 0,-1-1 0,6 12 0,-5-6 0,0 2 0,0-1 0,-2 0 0,0 1 0,-1 0 0,-1 0 0,0 0 0,-1 1 0,-1-1 0,-1 0 0,0 0 0,-1 0 0,-1 0 0,-1 0 0,0 0 0,-13 30 0,7-28 0,10-19 0,0 0 0,0 0 0,0 0 0,0 0 0,-1 1 0,1-1 0,0 0 0,0 0 0,0 0 0,0 0 0,-1 0 0,1 0 0,0 0 0,0 0 0,0 0 0,0 1 0,-1-1 0,1 0 0,0 0 0,0 0 0,0 0 0,-1 0 0,1 0 0,0 0 0,0 0 0,0 0 0,0-1 0,-1 1 0,1 0 0,0 0 0,0 0 0,0 0 0,0 0 0,-1 0 0,1 0 0,0 0 0,0 0 0,0 0 0,0-1 0,-1 1 0,1 0 0,0 0 0,0 0 0,0-1 0,-1-2 0,0 0 0,0 0 0,0 0 0,0 0 0,0 0 0,1-1 0,0 1 0,0 0 0,0-4 0,1-30 30,2 0 0,1 0 0,13-49 0,0 23-773,27-64 1,-34 101-6084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01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24575,'3'4'0,"-1"1"0,0 0 0,0 0 0,-1 1 0,1-1 0,-1 0 0,0 10 0,8 82 0,-4 0 0,-13 163 0,1-190 0,3 2 0,4-1 0,15 132 0,-11-184 0,0 1 0,1-1 0,1 0 0,1 0 0,0-1 0,2 0 0,20 34 0,-29-52 0,1 1 0,0 0 0,-1 0 0,1-1 0,0 1 0,0-1 0,-1 1 0,1 0 0,0-1 0,0 0 0,0 1 0,0-1 0,0 1 0,0-1 0,-1 0 0,1 0 0,0 1 0,0-1 0,0 0 0,0 0 0,0 0 0,0 0 0,0 0 0,0 0 0,0 0 0,0-1 0,0 1 0,0 0 0,0 0 0,0-1 0,0 1 0,0-1 0,-1 1 0,1-1 0,0 1 0,0-1 0,0 1 0,-1-1 0,1 0 0,0 1 0,0-3 0,5-2 0,0-1 0,-1-1 0,8-11 0,-11 15 0,11-18 0,-1-1 0,-1 0 0,-1-1 0,11-36 0,21-101 0,-22 74 0,13-46 0,36-134 0,20 9 0,-77 233 0,-7 17 0,-5 17 0,-8 37 0,2 0 0,2 1 0,3-1 0,4 58 0,32 191 0,-27-245 0,5 38 0,33 118 0,-38-181 0,0-1 0,2 0 0,1 0 0,0-1 0,2 0 0,1-1 0,1 0 0,1-1 0,22 23 0,-37-43 0,1 0 0,0-1 0,-1 0 0,1 1 0,0-1 0,-1 0 0,1 1 0,0-1 0,0 0 0,0 0 0,0-1 0,0 1 0,0 0 0,0-1 0,1 1 0,-1-1 0,0 0 0,3 1 0,-3-2 0,-1 1 0,1-1 0,0 0 0,0 1 0,-1-1 0,1 0 0,-1 0 0,1 0 0,-1 0 0,1 0 0,-1 0 0,0-1 0,1 1 0,-1 0 0,0-1 0,0 1 0,0-1 0,0 1 0,0-1 0,0 1 0,-1-1 0,1 0 0,0-2 0,5-11 0,-2-1 0,0 1 0,-1-1 0,2-27 0,-2-68 0,-3 67 0,13-496 0,-8 458 0,1-57 0,-10 114 0,1 18 0,-2 14 0,-7 43-1365,11-44-5461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03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24575,'8'10'0,"0"-1"0,1 1 0,1-2 0,0 1 0,18 12 0,-27-21 0,-1 1 0,0 0 0,0-1 0,0 1 0,0 0 0,0-1 0,0 1 0,0 0 0,0 0 0,0-1 0,0 1 0,0 0 0,0-1 0,0 1 0,0 0 0,-1-1 0,1 1 0,0-1 0,-1 1 0,1 0 0,0-1 0,-1 2 0,0-1 0,0 0 0,1 0 0,-1 0 0,1 1 0,-1-1 0,1 0 0,0 0 0,-1 1 0,1-1 0,0 0 0,0 1 0,0-1 0,0 3 0,31 58 0,-19-41 0,12 33 0,-20-45 0,-2 0 0,1 0 0,-1 0 0,-1 1 0,0-1 0,0 1 0,-1 10 0,-2 9 0,-2-1 0,-9 32 0,9-43 0,25-26 0,-15 2 11,0 1 0,0-1 0,0-1-1,-1 1 1,0-1 0,-1 0 0,0 0-1,0 0 1,-1 0 0,3-10 0,3-14-732,7-43-1,-16 74 681,2-11-6785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03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24575,'0'0'0,"0"0"0,19 10 0,-13-7 0,2 0 0,0 2 0,0-1 0,9 7 0,-15-9 0,0 0 0,0 0 0,-1 0 0,1 0 0,0 0 0,0 0 0,-1 0 0,0 0 0,1 1 0,-1-1 0,0 1 0,0-1 0,0 1 0,0-1 0,0 4 0,26 213 0,-25-183 0,-2 0 0,-1 1 0,-2-1 0,-8 39 0,10-71-170,0 0-1,1 0 0,-1 1 1,1-1-1,0 0 0,1 1 1,0 6-1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14.2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24575,'0'0'0,"0"0"0,0 0 0,0 0 0,0 0 0,0 0 0,0 0 0,0 0 0,0 0 0,0 0 0,-12 13 0,11-13 0,0 1 0,0 0 0,0 0 0,0-1 0,1 1 0,-1 0 0,0 0 0,0 0 0,1 0 0,-1 0 0,0 0 0,1 0 0,-1 0 0,1 0 0,-1 1 0,1-1 0,-1 0 0,1 0 0,0 0 0,0 1 0,0-1 0,0 0 0,0 0 0,0 1 0,0-1 0,0 0 0,0 0 0,0 0 0,1 1 0,-1-1 0,0 0 0,1 0 0,-1 0 0,1 0 0,0 0 0,1 2 0,6 16 0,0 10 0,0 1 0,-2 0 0,0 1 0,0 32 0,-5 125 0,-3-119 0,11 109 0,-8-174 0,-1-1 0,1 1 0,0 0 0,0-1 0,1 0 0,-1 1 0,1-1 0,-1 0 0,1 1 0,0-1 0,3 3 0,-4-5 0,0 0 0,0 0 0,0 0 0,0 0 0,0 0 0,0 0 0,0-1 0,1 1 0,-1 0 0,0-1 0,0 1 0,1-1 0,-1 0 0,0 1 0,1-1 0,-1 0 0,0 0 0,1 1 0,-1-1 0,0 0 0,1-1 0,-1 1 0,0 0 0,1 0 0,-1 0 0,0-1 0,1 1 0,-1-1 0,0 1 0,0-1 0,1 1 0,1-3 0,7-4 0,0-1 0,0 0 0,0 0 0,-1-1 0,-1-1 0,13-17 0,40-68 0,-54 84 0,22-44 0,25-64 0,-33 69 0,2 1 0,29-46 0,-46 86 0,-1 0 0,0-1 0,-1 1 0,6-20 0,-10 34 0,-1 0 0,1-1 0,0 1 0,1 0 0,-1-1 0,2 7 0,0 7 0,2 51 0,30 269 0,-31-323 0,1 0 0,0-1 0,8 18 0,-10-26 0,1 0 0,0-1 0,1 1 0,-1 0 0,1-1 0,0 0 0,0 0 0,1 0 0,9 8 0,-12-11 0,0-1 0,0 1 0,0-1 0,1 0 0,-1 0 0,0 0 0,1 0 0,-1-1 0,1 1 0,-1-1 0,1 1 0,-1-1 0,1 0 0,-1 0 0,1 0 0,-1 0 0,1 0 0,-1 0 0,3-2 0,-1 1 0,1-1 0,-1 0 0,0 0 0,0 0 0,0 0 0,0-1 0,-1 0 0,1 1 0,5-7 0,1-3 0,0 0 0,-1 0 0,-1-1 0,0 0 0,8-17 0,22-59 0,53-184 0,-84 243 0,6-50 0,-13 78-30,0 0 0,0 0 0,0 0 0,-1 0 0,1 0 0,-1 0 0,1 0 0,-1 1 0,0-1 0,0 0 0,-1-2 0,-1 0-975,0-3-5821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17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24575,'7'19'0,"1"13"0,-2 1 0,0 0 0,-2 0 0,-2 0 0,-1 0 0,-2 0 0,0 0 0,-12 58 0,13-90-24,0-1-1,-1 1 1,1-1 0,0 0-1,0 1 1,0-1 0,0 1-1,-1-1 1,1 0-1,0 1 1,0-1 0,0 0-1,-1 1 1,1-1 0,0 0-1,-1 0 1,1 1-1,0-1 1,-1 0 0,1 0-1,0 1 1,-1-1 0,1 0-1,-1 0 1,1 0-1,0 0 1,-1 0 0,1 1-1,-1-1 1,1 0-1,0 0 1,-1 0 0,1 0-1,-1 0 1,1 0 0,-1 0-1,1-1 1,0 1-1,-1 0 1,1 0 0,-1 0-1,1 0 1,0 0 0,-1-1-1,1 1 1,0 0-1,-1 0 1,1-1 0,0 1-1,-1 0 1,1 0-1,0-1 1,-1 1 0,1 0-1,0-1 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18.3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24575,'2'1'0,"1"1"0,-1-1 0,1 0 0,-1 0 0,1 0 0,-1 0 0,6 1 0,3 0 0,19 9 0,-14-6 0,0 0 0,0 2 0,28 15 0,-40-19 0,0 0 0,0 0 0,-1 0 0,1 1 0,0-1 0,-1 1 0,0 0 0,0 0 0,0 0 0,-1 0 0,1 0 0,-1 0 0,0 1 0,0 0 0,0-1 0,-1 1 0,0 0 0,1 4 0,-1 0 0,0 0 0,-1 0 0,0-1 0,0 1 0,-1 0 0,-1-1 0,1 1 0,-1-1 0,0 1 0,-1-1 0,0 0 0,-1 0 0,-4 9 0,-1-2 0,-1 0 0,-1 0 0,0-1 0,-1 0 0,-17 15 0,12-18 0,16-14 0,10-6 0,-5 7 0,-1 0 0,1 0 0,0 0 0,0 1 0,0 0 0,0-1 0,0 2 0,0-1 0,0 0 0,0 1 0,0 0 0,0 0 0,0 0 0,1 0 0,5 2 0,19-1 0,196-3 0,-225 2-34,1 1 0,0-1 0,-1 0 0,1 1 0,0-1-1,-1 0 1,1 1 0,-1-1 0,1 0 0,0 1 0,-1-1 0,1 1 0,-1 0-1,0-1 1,1 1 0,-1-1 0,1 1 0,-1-1 0,0 1 0,1 0-1,-1-1 1,0 1 0,0 0 0,0-1 0,1 1 0,-1 0 0,0 0 0,0-1-1,0 1 1,0 0 0,0-1 0,0 1 0,0 0 0,-1 0 0,1-1 0,0 1-1,0 0 1,-1-1 0,1 2 0,-1 5-6792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32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24575,'6'28'0,"-5"-26"0,0-1 0,1 1 0,-1-1 0,1 0 0,-1 0 0,1 0 0,-1 1 0,1-2 0,0 1 0,0 0 0,-1 0 0,1 0 0,0-1 0,0 1 0,2-1 0,3 3 0,13 4 0,-1-1 0,0-1 0,1 0 0,0-2 0,0 0 0,41 0 0,-13-1 0,0 2 0,0 3 0,92 24 0,-96-22 0,1-3 0,0-2 0,0-2 0,58-4 0,-20 1 0,0 1 0,-1-3 0,108-18 0,-97 7 0,140-5 0,96 19 0,-142 2 0,501 6 0,-182 25 0,-110-2 0,-312-27 0,258 6 0,422 2 0,-201-4 0,-198-5 0,-170 8 0,-11 0 0,-19-9 0,197 9 0,117-7 0,-233-8 0,47 27 0,-140-8 0,328 2 0,-51-4 0,-31-7 0,-208-7 0,144-1 0,131 2 0,-121-5 0,22 1 0,256-3 0,-582 5 0,269-1 0,-200 4 0,-103-1 14,-1 0-1,0 0 0,0 1 0,1 0 1,-1 0-1,0 1 0,0 0 1,6 2-1,-10-3-63,-1 0 1,1 0-1,0 0 1,-1 0-1,1 0 1,-1 0-1,1 1 1,-1-1-1,1 0 1,-1 1-1,0-1 1,0 1-1,0-1 1,0 1-1,0 0 1,0-1-1,0 1 1,0 0-1,-1 0 1,1 0-1,-1 0 1,1-1-1,-1 1 1,0 0-1,0 0 1,0 0-1,0 0 1,0 0-1,0 2 1,-3 11-6777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1.0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 24575,'0'0'0,"0"0"0,0 0 0,0 0 0,0 0 0,0 0 0,0 0 0,0 0 0,0 0 0,0 0 0,0 0 0,0 0 0,0 0 0,3 19 0,62 314 0,-55-283 0,-2 1 0,1 73 0,-8-112 0,0 1 0,0-1 0,1 0 0,0 0 0,1 0 0,7 18 0,-10-29 0,0-1 0,1 0 0,-1 0 0,0 1 0,0-1 0,0 0 0,0 0 0,1 0 0,-1 1 0,0-1 0,0 0 0,1 0 0,-1 0 0,0 0 0,0 0 0,1 1 0,-1-1 0,0 0 0,0 0 0,1 0 0,-1 0 0,0 0 0,0 0 0,1 0 0,-1 0 0,0 0 0,0 0 0,1 0 0,-1 0 0,0 0 0,1 0 0,-1 0 0,0 0 0,0 0 0,1-1 0,12-6 0,8-12 0,-9 5 0,-1 0 0,-1-1 0,0 0 0,-1-1 0,10-23 0,29-90 0,-30 75 0,12-33 0,63-168 0,-90 249 0,15-33 0,-17 37 0,0 0 0,0 0 0,0 0 0,0 0 0,1 1 0,-1-1 0,1 0 0,-1 1 0,1-1 0,0 1 0,0 0 0,-1-1 0,1 1 0,0 0 0,4-1 0,-5 2 0,1 0 0,-1 0 0,0 0 0,0 0 0,0 0 0,1 1 0,-1-1 0,0 0 0,0 1 0,0-1 0,0 1 0,0-1 0,0 1 0,0 0 0,0-1 0,0 1 0,0 0 0,0 0 0,0 0 0,0-1 0,0 1 0,-1 0 0,1 0 0,0 0 0,-1 1 0,1-1 0,-1 0 0,1 1 0,13 37 0,-1 31 0,-4-1 0,2 122 0,-2-8 0,-8-176 0,1 22 0,2 0 0,13 52 0,-15-74 0,0 0 0,1 0 0,-1 0 0,2 0 0,-1-1 0,1 1 0,0-1 0,0 0 0,0 0 0,1-1 0,0 1 0,0-1 0,1 0 0,-1-1 0,1 1 0,12 6 0,-15-9 0,0-1 0,0 0 0,-1 0 0,1 0 0,0 0 0,0-1 0,0 1 0,0-1 0,0 0 0,0 0 0,0 0 0,0 0 0,0-1 0,0 1 0,0-1 0,0 1 0,4-3 0,-2 1 0,0-1 0,1 0 0,-2 0 0,1 0 0,0-1 0,-1 1 0,1-1 0,5-7 0,1-3 0,-1 0 0,0-1 0,-1 0 0,0 0 0,6-17 0,0-8 0,-2 0 0,11-51 0,8-87 0,-23 124 0,-8 51-151,-1-1-1,0 1 0,1 0 0,-1 0 1,-1-1-1,1 1 0,0 0 1,-3-6-1,1 0-6674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1.4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1 220 24575,'0'0'0,"0"0"0,0 0 0,0 0 0,2 0 0,225 1 0,327-5 0,-521 3 0,0-2 0,0 0 0,0-3 0,-1 0 0,0-2 0,43-17 0,-22 4 0,-52 21 0,-1 0 0,0 0 0,0 0 0,1 0 0,-1-1 0,0 1 0,0 0 0,1 0 0,-1 0 0,0-1 0,0 1 0,0 0 0,1-1 0,-1 1 0,0 0 0,0 0 0,0-1 0,0 1 0,0 0 0,1-1 0,-1 1 0,0 0 0,0 0 0,0-1 0,0 1 0,0 0 0,0-1 0,0 1 0,0 0 0,0-1 0,0 1 0,0 0 0,-1-1 0,-6-15 0,-12-8 0,5 11-198,0 1 0,-1 1 0,0 0 1,0 2-1,-33-16 0,45 23 20,-21-10-6648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3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8 342 24575,'6'-11'0,"0"0"0,-1-1 0,0 0 0,-1 0 0,0-1 0,-1 1 0,-1-1 0,0 0 0,1-14 0,-3 23 0,0-16 0,0 1 0,-5-32 0,4 45 0,0 0 0,-1 0 0,0 0 0,0 0 0,0 1 0,-1-1 0,0 0 0,0 1 0,0 0 0,-1 0 0,0 0 0,-6-6 0,10 11 0,0 0 0,0 0 0,0 0 0,0 0 0,-1 0 0,1-1 0,0 1 0,0 0 0,0 0 0,0 0 0,-1 0 0,1 0 0,0-1 0,0 1 0,0 0 0,0 0 0,0 0 0,0 0 0,0-1 0,0 1 0,-1 0 0,1 0 0,0 0 0,0-1 0,0 1 0,0 0 0,0 0 0,0 0 0,0-1 0,0 1 0,0 0 0,0 0 0,0 0 0,0-1 0,0 1 0,1 0 0,-1 0 0,0 0 0,0-1 0,0 1 0,0 0 0,0 0 0,0 0 0,0 0 0,1 0 0,-1-1 0,0 1 0,0 0 0,0 0 0,0 0 0,1 0 0,14-3 0,19 6 0,-5 2 0,1-2 0,0-1 0,58-4 0,89-22 0,-159 20-195,0 2 0,0 0 0,0 1 0,0 1 0,0 0 0,31 6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4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0 24575,'0'0'0,"0"0"0,0 0 0,0 0 0,0 0 0,2 9 0,5 15 0,0 1 0,-2 0 0,-2 0 0,0 0 0,-1 1 0,-4 48 0,-6 0 0,-18 74 0,-9 71 0,10 155 0,13-19 0,-8 93 0,-42 323 0,37-263 0,-8 310 0,32-738 0,-3 664 0,25 533 0,-7-135 0,-14-1133 0,-1-1 0,1 1 0,-1 0 0,-1-1 0,1 0 0,-2 1 0,-5 14 0,38-20 0,362 48 0,-385-49-170,1-1-1,-1 1 0,1 1 1,-1 0-1,0 0 0,0 0 1,12 9-1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5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0,6 10 0,11 22 0,-2 1 0,17 50 0,14 75 0,-31-102 0,-11-40 0,-2 0 0,0-1 0,0 1 0,-2 30 0,2-44 0,4-8 0,3-6 0,2-14 0,-1 1 0,0-2 0,7-37 0,7-83 0,-20 111 0,-1-60 0,-2 88 0,4 12 0,4 12 0,4 24 0,13 76 0,-21-84 0,1 0 0,2 0 0,2-1 0,18 43 0,-26-70 0,0-1 0,0 0 0,0 0 0,0 0 0,0 0 0,5 5 0,-6-8 0,0 1 0,-1-1 0,1 1 0,0-1 0,-1 1 0,1-1 0,0 0 0,0 1 0,-1-1 0,1 0 0,0 1 0,0-1 0,0 0 0,0 0 0,-1 0 0,1 0 0,0 0 0,0 0 0,0 0 0,0 0 0,-1 0 0,1 0 0,0 0 0,0-1 0,0 1 0,-1 0 0,1-1 0,0 1 0,0 0 0,-1-1 0,1 1 0,0-1 0,-1 1 0,1-1 0,0 1 0,0-2 0,5-5 0,-1 0 0,1-1 0,-1 1 0,-1-1 0,0 0 0,0-1 0,0 1 0,-1-1 0,-1 0 0,4-13 0,0-14 0,4-43 0,-10 78 0,1-10-273,-1 0 0,0 0 0,0 0 0,-4-19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6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0,0 0 0,2 0 0,13 0 0,0 0 0,-1 0 0,1 2 0,0-1 0,0 2 0,0 0 0,16 6 0,-29-8 0,0 0 0,0 0 0,0 0 0,0 0 0,-1 0 0,1 0 0,0 0 0,-1 0 0,1 1 0,-1-1 0,1 1 0,-1-1 0,0 1 0,1 0 0,-1-1 0,0 1 0,0 0 0,0 0 0,-1 0 0,1-1 0,0 1 0,-1 0 0,1 0 0,-1 0 0,0 0 0,1 0 0,-1 1 0,0-1 0,0 0 0,0 0 0,-1 0 0,1 0 0,0 0 0,-1 0 0,1 0 0,-1 0 0,0 0 0,0-1 0,0 1 0,0 0 0,-1 2 0,-3 4 0,0 0 0,-1-1 0,0 1 0,0-1 0,0 0 0,-1-1 0,-12 10 0,-15 6 0,-12 10 0,46-32 0,-1 0 0,1 0 0,0 1 0,-1-1 0,1 0 0,0 1 0,-1-1 0,1 0 0,0 0 0,0 1 0,-1-1 0,1 0 0,0 1 0,0-1 0,0 0 0,-1 1 0,1-1 0,0 1 0,0-1 0,0 0 0,0 1 0,0-1 0,0 1 0,0-1 0,0 0 0,0 1 0,0-1 0,0 1 0,0-1 0,0 1 0,11 6 0,19-4 0,6-6-341,0-2 0,-1-2-1,61-19 1,-87 23-6485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6.6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1 24575,'0'18'0,"-2"4"0,0 0 0,-2 0 0,-1 0 0,-13 40 0,3-14 0,5-8 0,2 1 0,2 0 0,1 0 0,2 68 0,3-31-1365,0-71-5461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8.1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0,0 0 0,0 0 0,0 0 0,0 0 0,3 17 0,16 106 0,23 115 0,-38-221 0,3 11 0,0 1 0,-2 0 0,-2 0 0,1 46 0,8-102 0,-4 0 0,0-1 0,5-53 0,-1-61 0,-8 80 0,-1 22 0,13-68 0,-16 107 0,0 0 0,1-1 0,-1 1 0,0 0 0,1 0 0,-1 0 0,0 0 0,1 0 0,0 0 0,-1 0 0,1 0 0,0 0 0,-1 0 0,1 0 0,0 0 0,0 0 0,0 1 0,0-1 0,-1 0 0,1 0 0,0 1 0,0-1 0,1 1 0,-1-1 0,0 1 0,0-1 0,0 1 0,0 0 0,2-1 0,-1 2 0,-1-1 0,1 0 0,-1 0 0,1 1 0,-1-1 0,1 1 0,-1 0 0,0-1 0,1 1 0,-1 0 0,0 0 0,1 0 0,-1 0 0,0 0 0,0 0 0,0 0 0,0 0 0,0 0 0,0 0 0,0 1 0,0-1 0,0 2 0,7 16 0,0-1 0,-2 1 0,0 0 0,4 29 0,0-3 0,58 176 0,-8-33 0,-58-183 0,1 1 0,-1 0 0,1-1 0,0 1 0,7 8 0,-9-15 0,1 1 0,-1-1 0,0 0 0,1 1 0,-1-1 0,0 0 0,0 0 0,0 0 0,1 0 0,-1 0 0,0 0 0,1-2 0,3-6 0,0 0 0,0 0 0,-1 0 0,0-1 0,0 1 0,-1-1 0,-1 0 0,3-15 0,4-85 0,-8 84 0,0-162 58,-2 100-1481,1 74-5403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8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0,25 6 0,-7-2 0,-1 0 0,1 0 0,-1 2 0,0 0 0,19 9 0,-33-14 0,1 1 0,-1 0 0,0 0 0,0 0 0,0 0 0,0 0 0,-1 1 0,1-1 0,-1 1 0,1 0 0,-1 0 0,0-1 0,0 2 0,0-1 0,0 0 0,-1 0 0,1 0 0,-1 1 0,0-1 0,0 1 0,0-1 0,0 1 0,-1 0 0,1-1 0,-1 1 0,0-1 0,-1 5 0,1-5 0,-1 1 0,0-1 0,0 0 0,0 1 0,0-1 0,-1 0 0,1 0 0,-1 0 0,0 0 0,0 0 0,0 0 0,0 0 0,-1-1 0,1 1 0,-4 2 0,-5 4 0,-1-1 0,-19 11 0,-4 4 0,37-21 0,0 0 0,0 0 0,1 0 0,-1-1 0,1 1 0,-1-1 0,1 1 0,4 1 0,2 0-97,0-1-1,0 1 1,0-1-1,0-1 1,0 1-1,0-2 1,1 1-1,-1-1 1,0-1-1,0 0 1,1 0-1,-1-1 0,13-3 1,-13 2-6729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49.0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0 24575,'20'7'0,"-14"-4"0,29 12 0,64 37 0,-95-49 0,0 0 0,0 0 0,0 0 0,0 1 0,-1-1 0,1 1 0,-1 0 0,0 0 0,0 0 0,0 0 0,-1 0 0,4 9 0,-5-9 0,0-1 0,0 0 0,0 1 0,-1-1 0,1 1 0,-1-1 0,0 1 0,0-1 0,0 1 0,0-1 0,-1 1 0,0-1 0,1 1 0,-1-1 0,0 1 0,-1-1 0,1 0 0,-4 6 0,-6 7 0,-1-1 0,-1 0 0,0-1 0,-1-1 0,-1 0 0,-28 20 0,17-13 0,-29 28 0,86-48 0,36-4-682,111-21-1,-167 23-6143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0.5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24575,'0'17'0,"18"229"0,1 0 0,-17-186 0,-1-12 0,2 0 0,15 79 0,-18-125 0,7 22 0,-7-24 0,0 0 0,0 1 0,1-1 0,-1 0 0,0 1 0,0-1 0,0 0 0,0 0 0,0 1 0,0-1 0,0 0 0,0 1 0,1-1 0,-1 0 0,0 0 0,0 1 0,0-1 0,1 0 0,-1 0 0,0 1 0,0-1 0,1 0 0,-1 0 0,0 0 0,0 0 0,1 1 0,-1-1 0,0 0 0,1 0 0,-1 0 0,0 0 0,1 0 0,-1 0 0,0 0 0,1 0 0,-1 0 0,0 0 0,1 0 0,-1 0 0,0 0 0,0 0 0,1 0 0,-1 0 0,0 0 0,1 0 0,-1 0 0,0-1 0,1 1 0,-1 0 0,0 0 0,0 0 0,1-1 0,-1 1 0,0 0 0,0 0 0,1 0 0,-1-1 0,0 1 0,0 0 0,0 0 0,0-1 0,1 1 0,8-16 0,-1 0 0,-1 0 0,0 0 0,-1-1 0,8-33 0,8-90 0,-9-37 0,-2 19 0,-1 117 0,-10 41 0,0 0 0,0 0 0,0 0 0,0 0 0,0 0 0,0 0 0,0-1 0,0 1 0,0 0 0,0 0 0,0 0 0,0 0 0,0 0 0,0 0 0,0 0 0,1 0 0,-1 0 0,0 0 0,0-1 0,0 1 0,0 0 0,0 0 0,0 0 0,0 0 0,0 0 0,1 0 0,-1 0 0,0 0 0,0 0 0,0 0 0,0 0 0,0 0 0,0 0 0,1 0 0,-1 0 0,0 0 0,0 0 0,0 0 0,0 0 0,0 0 0,0 0 0,0 1 0,0-1 0,1 0 0,-1 0 0,0 0 0,0 0 0,0 0 0,0 0 0,0 0 0,0 0 0,0 0 0,0 0 0,0 0 0,0 1 0,0-1 0,0 0 0,1 0 0,-1 0 0,0 0 0,0 0 0,0 0 0,0 0 0,0 1 0,0-1 0,0 0 0,7 15 0,5 20 0,58 250 0,-16-53 0,-52-225 0,-1 0 0,2 0 0,-1 0 0,1-1 0,0 1 0,0 0 0,0-1 0,5 6 0,-7-11 0,-1-1 0,0 0 0,1 0 0,-1 1 0,0-1 0,1 0 0,-1 1 0,1-1 0,-1 0 0,0 0 0,1 0 0,-1 0 0,1 1 0,-1-1 0,0 0 0,1 0 0,-1 0 0,1 0 0,-1 0 0,1 0 0,-1 0 0,1 0 0,-1 0 0,0 0 0,1 0 0,-1 0 0,1-1 0,-1 1 0,1 0 0,0 0 0,14-12 0,8-18 0,-14 14 0,-1 0 0,-1-1 0,-1 0 0,0-1 0,6-31 0,8-96 0,-15 98 0,27-290 0,-22 283-1365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0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0,0 0 0,1 2 0,14 265 0,-11-219-1365,-3-38-5461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1.0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24575,'0'3'0,"1"1"0,0-1 0,0 1 0,0-1 0,0 1 0,3 4 0,3 8 0,0 27-37,-1 0 0,-2 0 0,-2 0 0,-5 50 0,2-22-1143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1.9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44 24575,'0'0'0,"0"0"0,0 0 0,0 0 0,-2 72 0,2 53 0,78 457 0,-75-561 0,9 74 0,-12-95 0,0 0 0,0 0 0,0 0 0,0 0 0,0 1 0,0-1 0,0 0 0,0 0 0,0 0 0,0 0 0,0 0 0,0 0 0,0 0 0,0 0 0,0 0 0,0 1 0,0-1 0,0 0 0,0 0 0,0 0 0,0 0 0,0 0 0,0 0 0,0 0 0,0 0 0,0 1 0,0-1 0,0 0 0,0 0 0,0 0 0,0 0 0,0 0 0,0 0 0,0 0 0,0 0 0,0 0 0,1 0 0,-1 0 0,0 1 0,0-1 0,0 0 0,0 0 0,0 0 0,0 0 0,0 0 0,0 0 0,0 0 0,0 0 0,1 0 0,-1 0 0,0 0 0,0 0 0,0 0 0,0 0 0,0 0 0,0 0 0,0 0 0,0 0 0,1 0 0,-1 0 0,0 0 0,0 0 0,0 0 0,0 0 0,0 0 0,0 0 0,4-10 0,2-18 0,-6 26 0,37-218 0,46-221 0,-77 418 0,22-84 0,-22 90 0,0-1 0,1 2 0,19-32 0,-26 47 0,0 0 0,1 1 0,-1-1 0,0 0 0,1 1 0,-1-1 0,1 0 0,-1 1 0,0-1 0,1 1 0,-1-1 0,1 1 0,0-1 0,-1 1 0,1 0 0,-1-1 0,1 1 0,0-1 0,-1 1 0,1 0 0,0 0 0,-1-1 0,1 1 0,0 0 0,-1 0 0,1 0 0,0 0 0,0 0 0,-1 0 0,1 0 0,0 0 0,-1 0 0,1 0 0,0 0 0,-1 0 0,1 1 0,0-1 0,-1 0 0,1 1 0,0-1 0,-1 0 0,1 1 0,0-1 0,-1 0 0,1 1 0,-1-1 0,1 1 0,-1-1 0,1 1 0,-1 0 0,1-1 0,-1 1 0,1 0 0,2 4 0,0 0 0,-1 0 0,1 0 0,-1 0 0,3 9 0,7 36 0,9 89 0,-10-49 0,6 9 0,4-1 0,56 160 0,-75-252 0,1 0 0,-1 0 0,1-1 0,1 1 0,-1-1 0,1 0 0,0 1 0,1-2 0,5 6 0,-9-9 0,0 0 0,0 0 0,1 0 0,-1 0 0,0 0 0,1 0 0,-1 0 0,1-1 0,-1 1 0,1-1 0,-1 1 0,1-1 0,0 1 0,-1-1 0,1 0 0,0 0 0,-1 0 0,1 0 0,-1 0 0,1 0 0,0 0 0,-1-1 0,1 1 0,0-1 0,-1 1 0,1-1 0,-1 1 0,1-1 0,-1 0 0,0 0 0,1 0 0,-1 0 0,0 0 0,1 0 0,-1 0 0,0 0 0,0 0 0,0-1 0,1-1 0,3-3 0,-1 0 0,0-1 0,-1 0 0,1 1 0,-1-1 0,-1-1 0,4-13 0,8-54 0,-13 67 0,12-224 90,-13 162-575,4 0 0,13-72 0,-16 136-6341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2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0 24575,'0'0'0,"0"0"0,-2 113 0,4 116 0,-2-226-96,3 22 324,-2-25-273,-1 1 0,0 0-1,0-1 1,0 1-1,1 0 1,-1-1 0,0 1-1,1 0 1,-1-1 0,1 1-1,-1-1 1,1 1-1,-1-1 1,1 1 0,-1-1-1,1 1 1,-1-1 0,1 0-1,-1 1 1,1-1-1,0 0 1,-1 1 0,1-1-1,0 0 1,-1 0 0,1 0-1,0 0 1,-1 0-1,1 1 1,0-1 0,0 0-1,0-1 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2.7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0,19 0 0,-10 1 0,0 0 0,0 0 0,-1 1 0,1 0 0,0 1 0,-1-1 0,0 2 0,9 4 0,7 4 0,30 22 0,-37-23 0,-1 1 0,0 1 0,19 19 0,-31-28 0,-1 0 0,1 0 0,-1 0 0,0 0 0,0 1 0,0 0 0,-1-1 0,0 1 0,0 0 0,0 0 0,0 0 0,-1 0 0,0 0 0,0 1 0,0-1 0,-1 0 0,0 11 0,-2-4 0,-1 0 0,-1 0 0,0 0 0,0-1 0,-1 1 0,-1-1 0,0 0 0,-11 16 0,-5 9 0,20-33 0,1-1 0,0 0 0,0 0 0,-1 1 0,1-1 0,1 1 0,-1-1 0,0 1 0,1-1 0,-1 1 0,1 0 0,0-1 0,-1 1 0,1 0 0,1-1 0,-1 1 0,0-1 0,1 1 0,0 2 0,1-2 0,-1 0 0,1-1 0,0 0 0,0 1 0,0-1 0,0 0 0,0 0 0,1 0 0,-1 0 0,1 0 0,-1-1 0,1 1 0,-1-1 0,1 0 0,0 1 0,0-1 0,4 1 0,12 3 21,0 0-1,1-1 1,0-1-1,20 0 1,83-1-1028,-106-3 546,4 1-6365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6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316 1 24575,'10'1'0,"-1"0"0,1 1 0,-1 0 0,10 3 0,14 4 0,28 0 0,-35-6 0,49 12 0,-92 10 0,6 250 0,9-131 0,-36 963 0,30-927 0,-31 578 0,16-333 0,11-184 0,-2 242 0,6-134 0,1-145 0,-11 253 0,6-67 0,-1 26 0,-18 139 0,13-261 0,-7 169 0,18-232 0,-4 298 0,11-525 0,0 1 0,0-1 0,1 1 0,-1-1 0,1 1 0,0-1 0,3 9 0,-7-14 0,0 0 0,0 0 0,0 0 0,0 0 0,-1 0 0,1 0 0,0 1 0,-1 0 0,-3 0 0,-1-1 0,-163-7-1300,169 8 1235,-41-1-6761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8:59:59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186 0 24575,'-2'1'0,"-1"0"0,1-1 0,-1 1 0,1 0 0,0 0 0,-1 1 0,1-1 0,-2 2 0,-5 2 0,27 20 0,-17-24 0,-1 1 0,1 0 0,0-1 0,-1 1 0,1 0 0,-1 0 0,1 0 0,-1-1 0,0 1 0,0 0 0,0 0 0,0 0 0,0 0 0,0 2 0,-7 31 0,6-30 0,-10 37 45,-33 76 0,-29 37-814,57-122 83,-9 18-6140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57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475 1162 24575,'0'0'0,"-15"6"0,9-4 0,-1 0 0,1-1 0,0 0 0,0 0 0,-1 0 0,1 0 0,-1-1 0,1 0 0,-1-1 0,1 1 0,0-1 0,-9-3 0,-6-2 0,0-1 0,-24-12 0,29 12 0,2 0 0,0-1 0,0 0 0,0-1 0,1-1 0,1 0 0,0-1 0,-18-20 0,10 8 0,1-2 0,-30-50 0,40 56 0,1 0 0,0 0 0,1-1 0,1 1 0,1-2 0,1 1 0,1 0 0,0-1 0,2 0 0,0-20 0,3 5 0,1 0 0,2 0 0,1 1 0,20-65 0,-20 84 0,0-1 0,1 1 0,1 0 0,1 1 0,0 0 0,1 0 0,23-25 0,-16 23 0,1 0 0,0 1 0,1 1 0,1 1 0,23-12 0,20-5 0,1 2 0,133-38 0,-172 59 0,15-4 0,1 3 0,0 1 0,0 2 0,0 2 0,0 2 0,1 2 0,43 4 0,-26 2 0,-1 1 0,0 4 0,87 27 0,-110-27 0,-1 3 0,0 0 0,-2 2 0,0 2 0,0 1 0,54 44 0,-73-52 0,-1 1 0,-1 0 0,0 1 0,0 0 0,-1 1 0,-1 0 0,0 0 0,-2 1 0,1 0 0,-2 1 0,0 0 0,7 28 0,-9-25 0,-1 0 0,-1 0 0,-1 0 0,-1 0 0,0 0 0,-1 0 0,-2 0 0,0 0 0,0 0 0,-13 35 0,5-26 0,0 0 0,-2-1 0,0-1 0,-30 42 0,31-52 0,-1-1 0,0 0 0,-1-1 0,-1-1 0,0 0 0,0-1 0,-1 0 0,-21 10 0,9-6 0,3-2 0,-27 11 0,45-22 0,0 0 0,0-1 0,0 0 0,-1 0 0,1-1 0,0 0 0,-1 0 0,1-1 0,-9 0 0,14 0-50,1 0-1,0-1 1,-1 1-1,1-1 0,0 1 1,0-1-1,-1 1 1,1-1-1,0 0 1,0 1-1,0-1 0,-1 0 1,1 0-1,0 0 1,0 0-1,1 0 1,-1 0-1,0 0 0,0 0 1,0 0-1,1-1 1,-1 1-1,0 0 1,1 0-1,-1-1 1,1-1-1,-4-8-6775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58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305 4 24575,'0'0'0,"0"0"0,0 0 0,-22-3 0,14 3 0,1 0 0,-1 0 0,0 1 0,0 0 0,1 0 0,-1 1 0,1-1 0,-1 2 0,1-1 0,0 1 0,0 0 0,0 1 0,0 0 0,0 0 0,1 0 0,0 1 0,0 0 0,-7 7 0,1 0 0,-1 1 0,2 1 0,0 0 0,0 0 0,1 1 0,-14 31 0,12-20 0,1 0 0,-14 52 0,25-76 0,-1 1 0,1-1 0,0 0 0,1 0 0,-1 1 0,0-1 0,1 0 0,-1 0 0,1 0 0,-1 0 0,1 1 0,0-1 0,0 0 0,0 0 0,0 0 0,1-1 0,-1 1 0,0 0 0,1 0 0,-1-1 0,1 1 0,0-1 0,-1 1 0,1-1 0,0 1 0,3 0 0,4 4 0,0-2 0,1 1 0,-1-1 0,13 3 0,4 0 0,-1-1 0,1-2 0,0-1 0,0-1 0,0-1 0,1-1 0,38-5 0,3-6 0,107-30 0,-165 38 95,-21 6-1555,-2 0-5366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49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9 24575,'174'7'0,"283"-14"0,-423 10 0,-34-3 0,0 0 0,0 0 0,0 0 0,1 0 0,-1 0 0,0 0 0,0 0 0,0 0 0,0 0 0,0 0 0,1 0 0,-1 0 0,0 0 0,0 1 0,0-1 0,0 0 0,0 0 0,0 0 0,1 0 0,-1 0 0,0 0 0,0 0 0,0 1 0,0-1 0,0 0 0,0 0 0,0 0 0,0 0 0,0 0 0,0 1 0,1-1 0,-1 0 0,0 0 0,0 0 0,0 0 0,0 0 0,0 1 0,0-1 0,0 0 0,0 0 0,0 0 0,0 0 0,-1 1 0,1-1 0,0 0 0,0 0 0,-14 9 0,9-8 0,0 1 0,1 0 0,-1 1 0,1-1 0,-1 1 0,1 0 0,0 0 0,0 0 0,0 0 0,1 1 0,-1 0 0,1 0 0,0 0 0,0 0 0,-5 8 0,-30 49 0,-40 69 0,-16 64 0,24-49 0,44-98 0,-2-2 0,-38 49 0,46-67 0,-6 7 0,-43 65 0,50-139 0,-10-38 0,-27-120 0,-47-269 0,97 413 0,6 42 0,-1-1 0,-1 0 0,0 0 0,-1 0 0,0 1 0,-6-14 0,-4 7-1365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50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24575,'0'0'0,"0"0"0,0 0 0,0 0 0,0 0 0,0-12 0,0 11 0,-1-1 0,1 0 0,0 1 0,0-1 0,0 0 0,1 1 0,-1-1 0,0 0 0,0 1 0,1-1 0,0 1 0,0-3 0,0 3 0,1 0 0,-1 0 0,0 0 0,1 0 0,-1 1 0,1-1 0,-1 0 0,1 1 0,0-1 0,-1 1 0,1 0 0,-1-1 0,1 1 0,0 0 0,1 0 0,20-1 0,-1 1 0,0 0 0,27 5 0,-27-2 0,1-1 0,44-3 0,25-2-1365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52.8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44 24575,'0'0'0,"0"0"0,0 0 0,0 0 0,0 0 0,0 0 0,0 0 0,0 0 0,0 0 0,0 0 0,-1-3 0,-1 0 0,1 1 0,-1-1 0,0 1 0,1 0 0,-1 0 0,0-1 0,-3-1 0,-1-3 0,6 7 0,0 0 0,0 0 0,0 0 0,-1 0 0,1-1 0,0 1 0,0 0 0,0 0 0,0 0 0,0 0 0,0-1 0,0 1 0,0 0 0,0 0 0,-1 0 0,1 0 0,0 0 0,0 0 0,0 0 0,0-1 0,0 1 0,0 0 0,-1 0 0,1 0 0,0 0 0,0 0 0,0 0 0,0 0 0,-1 0 0,1 0 0,0 0 0,0 0 0,0 0 0,0 0 0,-1 0 0,1 0 0,0 0 0,0 0 0,0 0 0,0 0 0,-1 0 0,1 0 0,0 0 0,0 0 0,0 1 0,0-1 0,0 0 0,-1 0 0,1 0 0,0 0 0,0 0 0,0 0 0,0 0 0,0 1 0,0-1 0,0 0 0,-1 0 0,1 0 0,0 0 0,0 1 0,-4 16 0,4-14 0,0 0 0,0 0 0,-1 0 0,0-1 0,1 1 0,-1 0 0,0 0 0,-1 0 0,1-1 0,0 1 0,-3 3 0,4-6 0,0 1 0,-1-1 0,1 0 0,0 1 0,-1-1 0,1 0 0,0 1 0,-1-1 0,1 0 0,0 0 0,-1 1 0,1-1 0,-1 0 0,1 0 0,-1 0 0,1 1 0,0-1 0,-1 0 0,1 0 0,-1 0 0,1 0 0,-1 0 0,1 0 0,-1 0 0,1 0 0,-1 0 0,-1-12 0,13-27 0,-7 29 0,26 27 0,-25-26 0,2-5 0,-7 13 0,0 1 0,0 0 0,1 0 0,-1-1 0,0 1 0,0 0 0,0 0 0,0-1 0,1 1 0,-1 0 0,0 0 0,0-1 0,1 1 0,-1 0 0,0 0 0,1 0 0,-1 0 0,0 0 0,0-1 0,1 1 0,-1 0 0,0 0 0,1 0 0,-1 0 0,0 0 0,1 0 0,-1 0 0,0 0 0,1 0 0,-1 0 0,0 0 0,1 0 0,-1 0 0,0 0 0,1 1 0,-1-1-3,19 13 126,-18-13-190,-1 1-1,1 0 1,-1 0-1,0-1 1,1 1-1,-1 0 1,0 0-1,1 0 1,-1-1-1,0 1 1,0 0-1,0 0 1,0 0-1,0 0 1,0-1-1,0 1 1,0 0-1,0 0 1,0 0-1,0 0 1,-1 1-1,0 4-6758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53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272 0 24575,'0'20'0,"-1"20"0,-2 1 0,-2-1 0,-2 0 0,-1-1 0,-2 0 0,-24 60 0,-118 213 0,115-245 0,35-63 0,0 0 0,0 0 0,1 0 0,-1 1 0,1-1 0,0 0 0,0 0 0,0 1 0,0-1 0,1 1 0,0-1 0,0 1 0,0-1 0,0 1 0,2 4 0,-1-6 0,0 0 0,0 0 0,1 0 0,-1 0 0,1 0 0,0 0 0,0 0 0,0-1 0,0 1 0,1-1 0,-1 0 0,1 0 0,-1 0 0,1 0 0,0 0 0,-1 0 0,1-1 0,0 1 0,0-1 0,0 0 0,6 2 0,12 3 0,1-1 0,0-1 0,0-1 0,0-1 0,0-1 0,35-3 0,135-25 0,-115 13 0,-47 11-682,54-1-1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2:54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213 231 24575,'0'0'0,"0"0"0,-2 17 0,-164 757 0,150-720 0,-13 94 0,46-605 0,-7 348 0,6 0 0,34-124 0,-42 204 0,1 0 0,1 1 0,2 0 0,1 1 0,30-47 0,-36 64 0,0 1 0,0 1 0,1-1 0,0 1 0,1 1 0,0-1 0,0 2 0,11-7 0,-14 9 0,1 1 0,1 0 0,-1 0 0,0 1 0,1 0 0,-1 0 0,1 1 0,0 0 0,-1 0 0,1 1 0,0 0 0,0 0 0,7 2 0,-7-1 0,0 0 0,0 1 0,-1 1 0,1-1 0,-1 1 0,1 1 0,-1-1 0,0 1 0,0 0 0,9 8 0,-7-4 0,0 0 0,-1 1 0,1 0 0,-2 1 0,0-1 0,9 15 0,-5-2 0,0 0 0,-2 1 0,0 0 0,-2 0 0,0 1 0,4 34 0,-9-44 0,-1 1 0,0-1 0,-1 0 0,0 1 0,-1-1 0,-1 0 0,-1 1 0,0-1 0,0 0 0,-1-1 0,-8 18 0,4-16 0,0 0 0,-1-1 0,0 0 0,-1 0 0,0-1 0,-1 0 0,-1-1 0,0 0 0,-19 13 0,4-6 0,-1-1 0,-1-2 0,0 0 0,-1-3 0,-1 0 0,0-2 0,-1-1 0,1-1 0,-2-2 0,1-1 0,-49 1 0,63-2 0,18-5 0,-1 0 0,1 0 0,0 1 0,0-1 0,0 0 0,0 0 0,-1 1 0,1-1 0,0 0 0,0 0 0,0 1 0,0-1 0,0 0 0,0 0 0,0 1 0,0-1 0,0 0 0,0 0 0,0 1 0,0-1 0,0 0 0,0 1 0,0-1 0,0 0 0,0 0 0,0 1 0,0-1 0,0 0 0,0 0 0,0 1 0,0-1 0,1 0 0,-1 1 0,3 2 0,0 0 0,0 0 0,0 0 0,0 0 0,7 4 0,13 8 0,1-1 0,0-1 0,1-1 0,0-1 0,34 9 0,139 28 0,-112-29 0,303 69 0,-387-88 9,1 1-1,-1-1 1,1 1-1,-1 0 1,1 0 0,-1 0-1,0 0 1,1 0-1,-1 1 1,0-1-1,0 1 1,0-1-1,3 4 1,-5-5-17,1 1-1,-1-1 1,0 1-1,0-1 1,0 1 0,1-1-1,-1 1 1,0-1 0,0 1-1,0-1 1,0 1-1,0-1 1,0 1 0,0-1-1,0 1 1,0-1 0,0 1-1,0-1 1,-1 1-1,1-1 1,0 1 0,0-1-1,-1 2 1,0 0-120,0-1-1,-1 1 1,1-1-1,0 1 1,-1-1 0,1 0-1,-1 1 1,0-1-1,-2 2 1,-11 5-6698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0 127 24575,'0'0'0,"0"0"0,5-16 0,-3 6 0,1 1 0,0 0 0,6-12 0,-6 17 0,-1 1 0,0-1 0,1 1 0,-1 0 0,1 0 0,0 0 0,0 0 0,1 0 0,-1 1 0,5-4 0,0 2 0,1 0 0,-1 1 0,1 0 0,-1 0 0,1 1 0,0 0 0,0 0 0,0 1 0,0 0 0,10 1 0,12 1 0,49 8 0,-54-5 0,-1 1 0,34 11 0,-50-13 0,0 1 0,0 0 0,0 1 0,-1-1 0,1 2 0,-1-1 0,0 1 0,-1 0 0,9 10 0,-8-8 0,-2 0 0,1 1 0,-1 0 0,0 1 0,-1-1 0,0 1 0,-1 0 0,0 0 0,0 1 0,-1-1 0,-1 1 0,1 0 0,-2 0 0,0-1 0,0 19 0,-1-14 0,-2 0 0,0-1 0,-1 1 0,0-1 0,-1 1 0,0-1 0,-1 0 0,-1-1 0,0 1 0,-1-1 0,-10 13 0,9-14 0,0-1 0,-1 1 0,-1-2 0,0 1 0,-1-2 0,-12 11 0,16-15 0,0-1 0,0 0 0,-1 0 0,1 0 0,-1-1 0,0 0 0,0 0 0,0-1 0,0 0 0,-1 0 0,-14 0 0,20-2 0,0 0 0,0 0 0,0 0 0,0-1 0,0 1 0,0-1 0,0 0 0,0 0 0,0 0 0,0 0 0,0 0 0,1-1 0,-1 1 0,1-1 0,-4-2 0,3 1 0,0 0 0,1 0 0,-1 0 0,1 0 0,0 0 0,0 0 0,0-1 0,0 1 0,0-1 0,-1-6 0,1 2 0,0 0 0,1 0 0,0 0 0,0 0 0,1 0 0,0-1 0,0 1 0,1 0 0,0 0 0,4-15 0,-2 17 0,-1-1 0,1 0 0,1 1 0,-1 0 0,1-1 0,0 2 0,1-1 0,-1 0 0,1 1 0,0 0 0,1 0 0,-1 0 0,1 1 0,0-1 0,12-5 0,6-2 0,0 2 0,50-15 0,-68 23 0,23-7 0,0 2 0,1 1 0,39-3 0,-51 8 0,1 1 0,-1 1 0,1 0 0,-1 1 0,0 1 0,29 8 0,-40-8 0,-1-1 0,0 0 0,0 1 0,0 0 0,0 1 0,0-1 0,0 1 0,-1 0 0,0 1 0,0-1 0,0 1 0,0 0 0,-1 0 0,0 1 0,0-1 0,0 1 0,-1 0 0,5 10 0,-5-8 0,0 0 0,-1 0 0,0 0 0,0 0 0,1 10 0,-3-15 0,0 0 0,0 0 0,0 0 0,0 0 0,0 0 0,-1-1 0,1 1 0,-1 0 0,0 0 0,0-1 0,0 1 0,0 0 0,0-1 0,-1 1 0,1-1 0,-1 0 0,1 1 0,-5 3 0,-1-1-1365,1-3-5461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24575,'0'0'0,"0"0"0,0 0 0,0 0 0,0 6 0,-12 186 0,9-144 0,-1 163 0,5-102 0,-1-87-1365,0-16-5461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72 24575,'0'0'0,"0"0"0,0 0 0,0 0 0,0 0 0,-7 11 0,4-7 0,-2 5 0,0 0 0,1 0 0,0 1 0,1-1 0,0 1 0,-1 11 0,1-2 0,1 0 0,0 23 0,2-40 0,0 0 0,0 0 0,0-1 0,1 1 0,-1 0 0,0 0 0,1 0 0,-1-1 0,1 1 0,0 0 0,-1-1 0,1 1 0,0 0 0,0-1 0,0 1 0,0-1 0,0 1 0,1-1 0,-1 0 0,0 0 0,1 1 0,-1-1 0,1 0 0,-1 0 0,1 0 0,0 0 0,-1-1 0,1 1 0,0 0 0,-1-1 0,1 1 0,0-1 0,0 0 0,0 1 0,3-1 0,0 0 0,1 0 0,0 0 0,0 0 0,0-1 0,0 0 0,-1 0 0,1-1 0,0 1 0,10-6 0,-9 3 0,1-1 0,-1 0 0,0 0 0,0-1 0,-1 0 0,0 0 0,0-1 0,0 1 0,-1-1 0,7-12 0,-4 6 0,-1 0 0,-1 0 0,0-1 0,-1 0 0,5-20 0,-9 31 0,-1 0 0,1 0 0,-1 0 0,0 0 0,0 0 0,0 0 0,0 0 0,0 0 0,-1 0 0,1 1 0,-1-1 0,0 0 0,0 0 0,0 0 0,0 1 0,0-1 0,0 0 0,-1 1 0,-3-5 0,2 4 0,0-1 0,-1 1 0,1 1 0,-1-1 0,0 0 0,1 1 0,-1 0 0,0 0 0,-1 0 0,1 0 0,0 1 0,-5-2 0,1 1 0,1 1 0,-1 0 0,1 0 0,-1 0 0,1 1 0,-1 1 0,1-1 0,-13 3 0,17-2 0,-1 0 0,0 0 0,1 0 0,-1 0 0,1 1 0,0-1 0,-1 1 0,1 0 0,0 0 0,0 0 0,0 1 0,0-1 0,1 1 0,-1-1 0,1 1 0,-1 0 0,1 0 0,0 0 0,-2 4 0,4-6-50,-1 0-1,1 0 1,0 0-1,0 0 0,-1 0 1,1 0-1,0 0 1,0 0-1,0 0 1,0 0-1,0 1 0,1-1 1,-1 0-1,0 0 1,0 0-1,1 0 1,-1 0-1,1 0 0,-1 0 1,1-1-1,-1 1 1,1 0-1,-1 0 1,1 0-1,0 0 1,0 0-1,4 4-6775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23 24575,'1'-1'0,"1"1"0,0-1 0,-1 1 0,1 0 0,0-1 0,-1 1 0,1 0 0,2 0 0,1 0 0,0-1 0,0 0 0,0-1 0,0 1 0,8-4 0,12-5 0,-34 24 0,-17 17 0,18-24 0,1 1 0,1 0 0,-1 0 0,1 1 0,-7 13 0,13-20 0,-1 0 0,1 0 0,-1 0 0,1 0 0,0 0 0,-1 0 0,1 0 0,0 0 0,1 0 0,-1 0 0,0 0 0,1 0 0,-1 0 0,1 0 0,-1 0 0,1-1 0,0 1 0,0 0 0,0 0 0,0-1 0,0 1 0,0 0 0,0-1 0,0 1 0,3 2 0,2 1 0,0 0 0,0 0 0,0 0 0,1 0 0,8 4 0,-2-3 0,0 0 0,20 4 0,-33-9 0,0-1 0,0 0 0,1 1 0,-1-1 0,0 0 0,0 1 0,0-1 0,0 0 0,1 1 0,-1-1 0,0 0 0,0 1 0,0-1 0,0 1 0,0-1 0,0 0 0,0 1 0,0-1 0,0 0 0,0 1 0,0-1 0,0 1 0,-1 0 0,-2 10 0,2-9 0,-1 1 0,1-1 0,-1 0 0,0 0 0,0 0 0,0 0 0,0 0 0,0 0 0,-1 0 0,-4 2 0,-28 12 0,28-13 0,-7 2-341,0-1 0,-1 0-1,-29 4 1,41-8-6485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0 24575,'14'3'0,"-14"-3"0,0 0 0,0 0 0,0 0 0,0 0 0,1 0 0,-1 0 0,0 1 0,0-1 0,0 0 0,0 0 0,1 0 0,-1 0 0,0 0 0,0 0 0,0 0 0,0 0 0,0 1 0,0-1 0,0 0 0,0 0 0,1 0 0,-1 0 0,0 0 0,0 1 0,0-1 0,0 0 0,0 0 0,0 0 0,0 0 0,0 1 0,0-1 0,0 0 0,0 0 0,0 0 0,0 0 0,0 0 0,0 1 0,0-1 0,0 0 0,0 0 0,0 0 0,0 0 0,0 1 0,0-1 0,0 0 0,-1 0 0,1 0 0,0 0 0,0 0 0,0 1 0,-7 7 0,6-7 0,-11 12 0,-1 0 0,0-2 0,-1 0 0,-17 10 0,14-8 0,-34 28 0,50-40 0,-1 1 0,1-1 0,-1 1 0,1 0 0,0-1 0,0 1 0,0 0 0,0 0 0,0 0 0,0 0 0,0 0 0,1 0 0,-1 0 0,1 0 0,-1 0 0,1 0 0,0 1 0,0-1 0,0 0 0,0 0 0,0 0 0,1 2 0,0-1 0,0 0 0,0 0 0,0 0 0,0-1 0,1 1 0,-1-1 0,1 1 0,0-1 0,-1 1 0,1-1 0,0 0 0,0 0 0,1 0 0,-1 0 0,3 2 0,10 5 0,1-1 0,0 0 0,0-1 0,22 7 0,-3-2 0,-33-11 0,0 0 0,0-1 0,0 1 0,0 1 0,0-1 0,0 0 0,0 0 0,-1 1 0,1-1 0,0 1 0,2 2 0,-4-3 0,1 0 0,-1 0 0,0-1 0,1 1 0,-1 0 0,0 0 0,0 0 0,0 0 0,0-1 0,0 1 0,1 0 0,-1 0 0,-1 0 0,1 0 0,0 0 0,0-1 0,0 1 0,0 0 0,-1 0 0,1 0 0,0 0 0,-1-1 0,1 1 0,0 0 0,-1 0 0,1-1 0,-1 1 0,1 0 0,-1-1 0,0 1 0,1-1 0,-2 2 0,-5 4 0,1-1 0,-1 0 0,0 0 0,-1 0 0,-10 4 0,-42 16 0,22-12-1365,29-11-5461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59 24575,'13'0'0,"65"-6"0,15 0 0,64 2 0,214-5 0,-148-5-271,71-2-139,422 13 410,-682 2 227,0 3 0,51 7 0,-81-8-227,-1 0 0,0 0 0,1 0 0,-1 0 0,0 1 0,6 3 0,-9-5 0,0 0 0,0 0 0,0 0 0,0 0 0,0 0 0,0 0 0,1 0 0,-1 0 0,0 0 0,0 1 0,0-1 0,0 0 0,0 0 0,0 0 0,0 0 0,0 0 0,0 0 0,0 0 0,0 0 0,0 0 0,0 1 0,0-1 0,0 0 0,1 0 0,-1 0 0,0 0 0,0 0 0,0 0 0,0 1 0,0-1 0,0 0 0,-1 0 0,1 0 0,0 0 0,0 0 0,0 0 0,0 0 0,0 1 0,0-1 0,0 0 0,0 0 0,0 0 0,-6 5 0,-10 1 0,15-6 0,-22 7-1365,1-1-5461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23 108 24575,'14'-11'0,"6"-2"0,1 1 0,0 0 0,0 2 0,1 0 0,0 2 0,1 0 0,0 2 0,0 0 0,1 2 0,46-3 0,-57 6 0,0 2 0,0-1 0,-1 2 0,21 4 0,-25-4 0,0 1 0,0 0 0,0 0 0,0 1 0,-1 0 0,0 0 0,13 10 0,-12-8 0,-1 0 0,0 1 0,0 0 0,-1 0 0,0 1 0,0-1 0,-1 1 0,0 1 0,-1-1 0,1 1 0,-2 0 0,1 0 0,-1 0 0,0 0 0,-1 0 0,0 1 0,-1-1 0,0 1 0,0-1 0,-1 1 0,-2 16 0,1-11 0,-2 0 0,0 0 0,-1 0 0,0 0 0,-1-1 0,-1 1 0,0-1 0,-1-1 0,0 1 0,-1-1 0,-1 0 0,0-1 0,-1 0 0,-12 12 0,5-8 0,0-1 0,-1-1 0,-1 0 0,-34 18 0,44-27 0,0-1 0,0-1 0,0 1 0,-1-1 0,0-1 0,0 0 0,1 0 0,-1-1 0,0 0 0,0-1 0,0 0 0,0 0 0,-15-3 0,9-1 0,1 0 0,0 0 0,0-1 0,0-1 0,0-1 0,1 0 0,0-1 0,1 0 0,-19-15 0,30 21 0,0 0 0,-1 0 0,1-1 0,0 1 0,0-1 0,0 0 0,0 0 0,1 1 0,-1-1 0,1 0 0,0-1 0,0 1 0,0 0 0,0 0 0,0 0 0,1 0 0,-1-1 0,1 1 0,0 0 0,0-1 0,0 1 0,1 0 0,-1 0 0,2-6 0,-1 5 0,1-1 0,0 0 0,0 1 0,0-1 0,1 1 0,-1 0 0,1 0 0,0 0 0,0 0 0,1 0 0,-1 1 0,1-1 0,0 1 0,0 0 0,6-4 0,0 2 0,0 1 0,0-1 0,1 1 0,-1 1 0,1 0 0,0 1 0,18-3 0,80 2 0,-104 3 0,51 1 0,-1 3 0,1 2 0,0 2 0,-1 3 0,58 19 0,-99-25 0,0 0 0,-1 1 0,1 0 0,-1 1 0,0 1 0,-1 0 0,1 1 0,-2 0 0,1 1 0,-1 0 0,-1 0 0,0 2 0,9 12 0,-12-9 81,-4-8-172,-4-12-1264,0 1-5471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0,4 10 0,2 17 0,0 1 0,-2 0 0,0 34 0,-3-47 0,1 25 0,-3-27 0,1 0 0,1-1 0,0 1 0,1 0 0,1-1 0,3 14 0,-5-25 0,-1 0 0,0 0 0,1 0 0,-1 0 0,0 0 0,1 0 0,0 0 0,-1 0 0,1-1 0,-1 1 0,1 0 0,0 0 0,0-1 0,-1 1 0,1 0 0,0-1 0,0 1 0,0 0 0,0-1 0,0 1 0,2 0 0,-2-1 0,0 0 0,0 0 0,0 0 0,1 0 0,-1-1 0,0 1 0,0 0 0,0 0 0,0-1 0,1 1 0,-1-1 0,0 1 0,0-1 0,0 1 0,0-1 0,1-1 0,2-1 0,0-1 0,0 1 0,0-1 0,-1 0 0,0-1 0,1 1 0,2-6 0,1-7 0,1-1 0,-2 1 0,-1-1 0,6-30 0,8-28 0,-19 75 0,1-1 0,0 0 0,0 0 0,-1 0 0,1 0 0,0 0 0,1 1 0,-1-1 0,0 1 0,3-4 0,-4 5 0,1 0 0,-1 0 0,0-1 0,0 1 0,1 0 0,-1 0 0,0 0 0,1 0 0,-1 0 0,0 0 0,0 0 0,1 0 0,-1 0 0,0 0 0,1 0 0,-1 0 0,0 0 0,1 0 0,-1 0 0,0 0 0,1 0 0,-1 0 0,0 0 0,0 0 0,1 0 0,-1 0 0,1 1 0,-1 0 0,1-1 0,0 1 0,0 0 0,0 0 0,-1 0 0,1 0 0,0 0 0,-1 0 0,1 0 0,-1 0 0,1 2 0,3 10 0,-1 0 0,0 0 0,-1 0 0,-1 0 0,0 0 0,-1 16 0,0-6 0,4 23 0,-3-42 0,0 0 0,0 0 0,0 0 0,1 0 0,0-1 0,-1 1 0,1-1 0,0 1 0,1-1 0,-1 0 0,1 1 0,5 4 0,-7-7 0,0 0 0,0 0 0,1 0 0,-1 0 0,0 0 0,0 0 0,1-1 0,-1 1 0,1 0 0,-1-1 0,0 1 0,1-1 0,-1 0 0,1 0 0,-1 1 0,1-1 0,-1 0 0,1 0 0,0 0 0,-1 0 0,1-1 0,-1 1 0,1 0 0,-1-1 0,0 1 0,1-1 0,-1 1 0,1-1 0,-1 1 0,0-1 0,1 0 0,-1 0 0,0 0 0,0 0 0,0 0 0,0 0 0,2-2 0,2-3 0,0 0 0,-1 0 0,0-1 0,0 0 0,-1 0 0,1 0 0,-1 0 0,-1 0 0,4-15 0,-1-7 0,3-37 0,-5 36 0,-2 20-1365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 24575,'5'-4'0,"-1"-1"0,1 1 0,0 0 0,0 1 0,6-4 0,-8 5 0,0 1 0,0 0 0,0 0 0,0 0 0,0 1 0,0-1 0,0 1 0,0-1 0,0 1 0,0 0 0,1 0 0,2 1 0,0 0 0,0 0 0,0 0 0,-1 1 0,1 0 0,5 2 0,-8-2 0,0-1 0,-1 1 0,1-1 0,0 1 0,-1 0 0,1 0 0,-1 0 0,0 0 0,0 0 0,0 1 0,2 2 0,-2-2 0,-1-1 0,-1 1 0,1-1 0,0 1 0,0-1 0,-1 1 0,0-1 0,1 1 0,-1 0 0,0-1 0,0 1 0,-1 0 0,1-1 0,0 1 0,-2 3 0,0 1 0,0-1 0,0 1 0,-1 0 0,-5 10 0,-1-4 0,0-1 0,-1 0 0,-11 11 0,-16 21 0,37-44 0,-1 1 0,1-1 0,-1 1 0,1 0 0,0-1 0,-1 1 0,1-1 0,0 1 0,0 0 0,-1-1 0,1 1 0,0 0 0,0-1 0,0 1 0,0 0 0,0-1 0,0 1 0,0 0 0,0-1 0,0 1 0,0 0 0,0 0 0,0 0 0,1-1 0,-1 1 0,1 0 0,-1-1 0,1 0 0,-1 1 0,1-1 0,-1 1 0,1-1 0,-1 1 0,1-1 0,0 0 0,-1 0 0,1 1 0,-1-1 0,1 0 0,0 0 0,0 1 0,3-1 0,0 1 0,1-1 0,-1 0 0,0 0 0,0 0 0,5-1 0,22-6 0,41-14 0,-3 1 0,-69 20 3,0 0 0,0-1 0,1 1 0,-1 0 0,0 0 0,0 0 0,0 0 0,0-1 0,0 1-1,0 0 1,0 0 0,0 0 0,0-1 0,0 1 0,0 0 0,0 0 0,0 0 0,0-1 0,0 1 0,0 0 0,-1 0-1,1 0 1,0 0 0,0-1 0,0 1 0,0 0 0,0 0 0,0 0 0,0 0 0,-1-1 0,1 1 0,0 0 0,0 0 0,0 0-1,0 0 1,0 0 0,-1 0 0,1 0 0,0 0 0,0-1 0,-8-6-1488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0,7 5 0,4 3 0,0-1 0,1-1 0,20 10 0,39 8 0,-40-16 0,-24-7 0,0 0 0,0 1 0,0 0 0,-1 0 0,1 1 0,0 0 0,11 7 0,-17-9 0,0 0 0,1 0 0,-1 0 0,0 0 0,0 0 0,0 1 0,0-1 0,0 0 0,0 1 0,-1-1 0,1 1 0,0-1 0,-1 1 0,1-1 0,-1 1 0,1-1 0,-1 1 0,0-1 0,0 1 0,1 0 0,-1-1 0,0 1 0,-1-1 0,1 1 0,0 0 0,0-1 0,-1 1 0,1-1 0,-1 1 0,1-1 0,-2 4 0,-2 2 0,-1 0 0,1-1 0,-1 1 0,-10 11 0,13-16 0,-28 29 0,-44 35 0,74-66 0,0 0 0,1 0 0,-1 0 0,0 1 0,0-1 0,0 0 0,0 0 0,0 0 0,1 0 0,-1 0 0,0 0 0,0 0 0,0 0 0,0 0 0,0 0 0,0 0 0,1 0 0,-1 0 0,0 0 0,0 1 0,0-1 0,0 0 0,0 0 0,0 0 0,0 0 0,0 0 0,0 0 0,0 0 0,0 1 0,1-1 0,-1 0 0,0 0 0,0 0 0,0 0 0,0 0 0,0 1 0,0-1 0,0 0 0,0 0 0,0 0 0,0 0 0,0 0 0,0 1 0,0-1 0,0 0 0,-1 0 0,1 0 0,0 0 0,0 0 0,0 0 0,0 1 0,0-1 0,0 0 0,0 0 0,0 0 0,0 0 0,0 0 0,-1 0 0,1 0 0,0 0 0,0 1 0,0-1 0,0 0 0,0 0 0,17 0 0,-6-1 0,14 2 0,1-2 0,34-4 0,-55 4 0,-2 1 0,0-1 0,-1 1 0,1 0 0,0-1 0,-1 1 0,1 1 0,4-1 0,-8 1-85,1-1 0,0 1-1,0-1 1,-1 0 0,1 1-1,0-1 1,-1 0 0,1 1-1,0-1 1,-1 0 0,1 1-1,0-1 1,-1 0 0,1 0-1,-1 1 1,-2 0-6741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 24575,'3'0'0,"0"0"0,0-1 0,-1 0 0,1 1 0,3-2 0,9-3 0,157-24 0,-157 27-54,0 1-1,18 2 1,-15-1-1148,-14 0-5624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244 0 24575,'0'0'0,"0"0"0,0 0 0,0 1 0,-15 206 0,5-36 0,3-77 0,-29 200 0,10-107 0,-16 392-842,32-417 842,-6 260 0,23-113 0,0 48 0,-17 90-227,-4 119-658,9-192 885,-1 8 0,-7 72-213,10-376 794,8 80 0,-10 162 393,0-217-943,3-83-31,-1 0 0,-1 0 0,-1-1 0,-8 23 0,0 1 0,14-42 0,0 0 0,-1 0 0,1 0 0,0 0 0,-1 0 0,1 0 0,0 0 0,0 0 0,0-1 0,0 1 0,0 0 0,0-1 0,0 1 0,0 0 0,0-1 0,2 1 0,25 2 0,1-1 0,0-1 0,31-4 0,30 1 0,0 10 0,-69-9-1365,-12 0-5461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5 24575,'0'0'0,"0"0"0,0 0 0,0 0 0,8 0 0,328-5 0,-306 10 0,-38 11 0,6-12 0,1 0 0,0 0 0,1-1 0,-1 1 0,1 0 0,0 0 0,-1 0 0,2 0 0,0 8 0,0 8 0,-10 206 0,7-185 0,-37 466 0,28-381 0,-4 30 0,-13 193 0,6 9 0,6-18 0,9-131 0,-2-69-236,-3 37-101,6 144 337,1-99 0,-25 429 0,23-279 0,6-132 0,8 91 200,0-66 78,-6-186-191,-8 176-79,0-101-8,3-52 0,2-63 0,-1 0 0,-11 44 0,0-88 0,-64-10-682,-129-11-1,162 23-6143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0 24575,'-7'5'0,"2"-2"0,5-2 0,0-1 0,1 1 0,-1-1 0,0 0 0,1 1 0,-1-1 0,0 0 0,1 0 0,-1 1 0,0-1 0,1 0 0,-1 0 0,1 1 0,-1-1 0,1 0 0,-1 0 0,0 0 0,1 0 0,0 0 0,130 51 0,-118-45 0,-1 1 0,1 0 0,-1 1 0,-1 0 0,0 1 0,0 1 0,0-1 0,-1 2 0,-1-1 0,0 1 0,0 1 0,-1 0 0,-1 0 0,0 0 0,0 1 0,-1 0 0,-1 0 0,0 1 0,-1 0 0,-1 0 0,4 26 0,-6-26 0,-1-1 0,-1 0 0,0 0 0,-1 1 0,0-1 0,-1 0 0,-1 0 0,0-1 0,0 1 0,-1-1 0,-9 16 0,8-17 0,-1 0 0,0-1 0,-1 0 0,0 0 0,-1 0 0,0-1 0,0-1 0,-1 1 0,0-2 0,0 1 0,-1-1 0,-11 5 0,10-7 0,1-1 0,-1 0 0,0-1 0,0 0 0,0-1 0,0 0 0,0-1 0,0-1 0,0 0 0,-1 0 0,1-1 0,-20-5 0,28 6 0,1-1 0,-1 0 0,1-1 0,0 1 0,-1 0 0,1-1 0,0 0 0,0 0 0,0 0 0,0 0 0,1 0 0,-1 0 0,0-1 0,1 1 0,0-1 0,-1 0 0,1 0 0,0 0 0,-1-3 0,1 1 0,0 0 0,0 0 0,1 0 0,0 0 0,0 0 0,0 0 0,1 0 0,-1 0 0,1 0 0,0 0 0,1-1 0,1-6 0,0 2 0,0 1 0,2-1 0,-1 1 0,1 0 0,0 0 0,1 0 0,0 0 0,0 1 0,1 0 0,0 0 0,0 0 0,1 1 0,0 0 0,9-7 0,9-5 0,1 1 0,1 1 0,32-16 0,-41 25 0,-1 0 0,1 1 0,0 1 0,0 1 0,1 0 0,-1 1 0,1 2 0,22-2 0,-27 4 0,-1 0 0,0 1 0,1 1 0,-1 0 0,17 5 0,-21-4 0,0 0 0,0 1 0,0 0 0,0 1 0,-1 0 0,0 0 0,15 12 0,-17-11 0,-1 0 0,1 1 0,-1-1 0,0 1 0,0 0 0,-1 1 0,0-1 0,-1 1 0,1 0 0,-1 0 0,-1 0 0,1 0 0,0 10 0,-3-15 0,1 0 0,-1 0 0,-1 0 0,1 0 0,0 0 0,-1 0 0,1 0 0,-1-1 0,0 1 0,0 0 0,0 0 0,0 0 0,-1-1 0,1 1 0,-1-1 0,1 1 0,-4 3 0,6-20 0,2 3-1365,0 1-5461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 1 24575,'0'2'0,"-1"0"0,1 1 0,-1-1 0,0 1 0,0-1 0,0 0 0,0 1 0,-2 1 0,-4 8 0,-3 15 0,1-1 0,1 2 0,1-1 0,-6 45 0,2 114 0,7-137 0,2-33 0,1 1 0,1 24 0,0-40 0,1 0 0,-1 1 0,0-1 0,0 1 0,1-1 0,-1 0 0,1 1 0,-1-1 0,1 0 0,0 1 0,-1-1 0,1 0 0,2 2 0,-3-2 0,1-1 0,-1 0 0,1 1 0,0-1 0,-1 0 0,1 1 0,-1-1 0,1 0 0,0 0 0,-1 1 0,1-1 0,0 0 0,0 0 0,-1 0 0,1 0 0,0 0 0,-1 0 0,1 0 0,0 0 0,-1 0 0,1-1 0,0 1 0,-1 0 0,1 0 0,0-1 0,-1 1 0,1 0 0,0-1 0,-1 1 0,2-1 0,3-3 0,-1 0 0,1 0 0,-1 0 0,1 0 0,-1-1 0,6-9 0,20-36 0,-24 38 0,9-19 0,-11 22 0,0 0 0,1 1 0,9-14 0,-14 22 0,0 0 0,0-1 0,0 1 0,0 0 0,1 0 0,-1 0 0,0-1 0,0 1 0,0 0 0,0 0 0,1 0 0,-1 0 0,0-1 0,0 1 0,0 0 0,1 0 0,-1 0 0,0 0 0,0 0 0,0 0 0,1 0 0,-1 0 0,0 0 0,0 0 0,1 0 0,-1 0 0,0 0 0,0 0 0,1 0 0,1 6 0,-1 11 0,-2-16 0,1 0 0,0 8 0,0 0 0,0 0 0,2 13 0,-1-20 0,-1 0 0,1 1 0,-1-1 0,1 0 0,0 0 0,0 0 0,0 0 0,0 0 0,0 0 0,0 0 0,1 0 0,-1-1 0,1 1 0,-1 0 0,1-1 0,0 1 0,0-1 0,3 3 0,-4-4 0,0 0 0,0 1 0,0-1 0,0 0 0,0 0 0,0 0 0,0 0 0,0 0 0,0 0 0,1 0 0,-1 0 0,0 0 0,0 0 0,0-1 0,0 1 0,1-1 0,17-8 0,-16 7 0,2 0 0,0-1 0,-1 0 0,0 0 0,1-1 0,-1 1 0,-1-1 0,1 0 0,0 0 0,-1 0 0,0-1 0,0 1 0,0-1 0,-1 1 0,1-1 0,-1 0 0,0 0 0,-1 0 0,1-1 0,-1 1 0,0 0 0,0 0 0,-1-1 0,1 1 0,-1 0 0,-1-1 0,1 1 0,-1-1 0,1 1 0,-4-9 0,2 9 0,0 0 0,0 0 0,0 1 0,-1-1 0,1 1 0,-1 0 0,0-1 0,0 1 0,-1 1 0,1-1 0,-1 0 0,-6-3 0,9 5 0,-1 1 0,0 0 0,0 0 0,0 0 0,0 0 0,0 0 0,0 1 0,0-1 0,-1 1 0,1-1 0,0 1 0,0 0 0,0 0 0,-1 0 0,1 0 0,0 0 0,0 0 0,0 1 0,-1-1 0,1 1 0,0-1 0,0 1 0,0 0 0,0 0 0,0 0 0,0 0 0,0 0 0,0 0 0,0 1 0,-2 2 0,1-2-72,1 0 1,0 0-1,0 1 0,-1-1 0,1 1 0,1-1 0,-1 1 0,0 0 1,1 0-1,-1 0 0,1 0 0,0 0 0,0 0 0,0 0 0,0 0 1,1 0-1,-1 1 0,1 3 0,1-2-6754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212 7 24575,'14'-5'0,"-8"3"0,-9 5 0,-17 7 0,7-3 0,-27 17 0,1 1 0,-56 49 0,92-72 0,0 0 0,1 1 0,-1-1 0,1 1 0,0 0 0,-2 3 0,3-5 0,1 0 0,0-1 0,-1 1 0,1 0 0,0 0 0,0 0 0,-1-1 0,1 1 0,0 0 0,0 0 0,0 0 0,0-1 0,0 1 0,0 0 0,1 0 0,-1 0 0,0-1 0,0 1 0,0 0 0,1 0 0,-1-1 0,0 1 0,1 0 0,-1 0 0,1-1 0,-1 1 0,1-1 0,-1 1 0,1 0 0,-1-1 0,1 1 0,1 0 0,1 2 0,1-1 0,-1 0 0,1 0 0,-1 0 0,1-1 0,0 1 0,0-1 0,4 1 0,35 5 0,-20-3 0,-6-2 0,29 6 0,-42-7 0,0 1 0,-1-1 0,1 0 0,0 1 0,-1 0 0,1 0 0,-1 0 0,0 0 0,4 3 0,-6-5 0,0 1 0,0 0 0,-1 0 0,1 0 0,0 0 0,0 0 0,-1 0 0,1 0 0,-1 0 0,1 0 0,-1 0 0,1 0 0,-1 0 0,0 0 0,1 0 0,-1 0 0,0 1 0,0-1 0,0 0 0,0 0 0,0 2 0,0-1 0,-1 0 0,1-1 0,-1 1 0,0 0 0,0-1 0,0 1 0,0-1 0,0 1 0,0-1 0,0 0 0,0 1 0,-3 1 0,-2 2 0,0 0 0,-1-1 0,0 0 0,0 0 0,-8 3 0,5-2 0,-1-1 0,-12 3 0,19-6 0,-1 0 0,0-1 0,1 1 0,-1-1 0,0 0 0,0 0 0,-7-1 0,11 1 0,1 0 0,-1 0 0,0 0 0,1-1 0,-1 1 0,0 0 0,1 0 0,-1 0 0,0-1 0,1 1 0,-1 0 0,0-1 0,1 1 0,-1-1 0,1 1 0,-1-1 0,1 1 0,-1-1 0,1 1 0,-1-1 0,1 1 0,-1-1 0,1 0 0,0 1 0,-1-1 0,1 0 0,0 0 0,0-1 0,0 1 0,0 0 0,0 0 0,0 0 0,0 0 0,1-1 0,-1 1 0,0 0 0,1 0 0,-1 0 0,1 0 0,-1 0 0,2-1 0,2-5 0,0 2 0,1-1 0,0 1 0,6-6 0,26-20 0,1 1 0,1 3 0,1 1 0,2 2 0,52-23 0,-52 25 0,-80 52 0,23-19 0,1 1 0,-25 25 0,38-36 0,0 0 0,0 0 0,0 0 0,1 1 0,-1-1 0,0 0 0,1 1 0,-1-1 0,1 0 0,-1 1 0,1-1 0,0 0 0,-1 1 0,1-1 0,0 1 0,0-1 0,0 0 0,0 1 0,0-1 0,1 1 0,-1-1 0,0 1 0,1-1 0,-1 0 0,1 1 0,-1-1 0,2 2 0,-1-1 0,1 0 0,-1 0 0,1 0 0,0 0 0,-1 0 0,1 0 0,0 0 0,0-1 0,0 1 0,0-1 0,1 0 0,-1 0 0,0 1 0,5 0 0,31 6 0,-24-6 0,23 7 0,-34-8 0,0 0 0,0 1 0,1-1 0,-1 1 0,0 0 0,0-1 0,-1 1 0,1 1 0,0-1 0,-1 0 0,5 6 0,-6-7 0,0 0 0,-1 0 0,1 0 0,-1 0 0,1 0 0,-1 0 0,0 0 0,1 0 0,-1 0 0,0 1 0,0-1 0,0 0 0,0 0 0,0 0 0,0 0 0,0 1 0,0-1 0,0 0 0,-1 0 0,1 0 0,0 0 0,-1 0 0,1 0 0,-1 0 0,1 1 0,-1-1 0,0-1 0,1 1 0,-1 0 0,0 0 0,-1 1 0,-3 3 0,0 1 0,-1-2 0,-11 9 0,12-9 0,-12 7-227,0 0-1,-1-1 1,-1-1-1,1-1 1,-22 7-1,23-10-6598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24575,'14'2'0,"58"4"0,103-4 0,-99-3 0,432 4 0,-36-12 0,-365 7 0,-69 0 0,89 3 0,-125-1 0,13 1 0,-15-1 0,1 0 0,-1 0 0,1 0 0,-1 1 0,1-1 0,-1 0 0,1 0 0,-1 0 0,1 0 0,-1 0 0,1 1 0,-1-1 0,1 0 0,-1 0 0,1 1 0,-1-1 0,0 0 0,1 1 0,-1-1 0,0 0 0,1 1 0,-1 0 3,0-1-1,0 0 0,0 1 0,-1-1 1,1 0-1,0 1 0,0-1 0,0 0 1,-1 1-1,1-1 0,0 0 0,0 0 1,-1 1-1,1-1 0,0 0 0,-1 0 1,1 0-1,0 1 0,-1-1 0,1 0 1,0 0-1,-1 0 0,0 1 0,-10 2-679,9-2-65,-9 1-6084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 24575,'3'-3'0,"1"0"0,-1 1 0,1-1 0,0 1 0,0 0 0,-1 0 0,2 0 0,6-1 0,3-1 0,19-3 0,-4 4 0,-1 1 0,1 1 0,0 1 0,0 1 0,41 9 0,-59-9 0,0 2 0,0 0 0,-1 0 0,1 1 0,-1 0 0,0 1 0,0 0 0,14 10 0,-19-12 0,0 1 0,-1 0 0,0 0 0,0 1 0,0-1 0,0 1 0,0 0 0,-1 0 0,0 0 0,0 0 0,-1 0 0,1 1 0,-1 0 0,0-1 0,-1 1 0,1 0 0,0 10 0,-1-7 0,-1 1 0,0-1 0,-1 1 0,0-1 0,-1 0 0,0 1 0,0-1 0,-1 0 0,0 0 0,-1 0 0,0-1 0,0 1 0,-1-1 0,0 0 0,0 0 0,-1-1 0,-8 10 0,2-5 0,1-1 0,-2 0 0,1-1 0,-2 0 0,1-1 0,-1-1 0,0 0 0,-1-1 0,-22 8 0,30-13 0,1 0 0,-1 0 0,1-1 0,-1 1 0,0-1 0,0-1 0,0 0 0,1 0 0,-1 0 0,0 0 0,0-1 0,0-1 0,1 1 0,-1-1 0,0 0 0,1 0 0,0-1 0,-1 0 0,1 0 0,0 0 0,1-1 0,-1 0 0,1 0 0,-6-6 0,5 5 0,1 0 0,0-1 0,0 0 0,1 0 0,0-1 0,0 1 0,0-1 0,1 0 0,0 0 0,0 0 0,1 0 0,0 0 0,0-1 0,-1-14 0,2 10 0,0 0 0,0 0 0,1-1 0,1 1 0,0 0 0,6-23 0,-6 30 0,1 0 0,0 0 0,0 0 0,0 0 0,0 1 0,1-1 0,0 1 0,0-1 0,0 1 0,1 0 0,-1 0 0,1 0 0,0 1 0,0 0 0,0-1 0,1 1 0,-1 1 0,9-5 0,3 1 0,1 0 0,0 1 0,0 1 0,0 1 0,0 0 0,21 0 0,-1 2 0,68 7 0,-75-2 0,0 1 0,33 9 0,-51-10 0,0 0 0,0 1 0,-1 0 0,0 0 0,0 1 0,0 1 0,19 14 0,-27-17 0,1 0 0,-1-1 0,1 1 0,-1 0 0,0 0 0,0 1 0,-1-1 0,1 1 0,-1-1 0,0 1 0,0 0 0,1 8 0,0 1 0,-2 0 0,0 0 0,-1 20 0,0-24-1365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14 24575,'0'0'0,"0"0"0,0 0 0,0 0 0,0 0 0,13-4 0,-1 1 0,0 1 0,0 0 0,0 0 0,1 2 0,-1-1 0,0 1 0,1 1 0,-1 1 0,17 3 0,7 4 0,64 26 0,-87-30 0,-1 1 0,0 0 0,-1 0 0,0 1 0,0 1 0,0 0 0,-1 0 0,12 13 0,-16-15 0,-1 0 0,-1 0 0,1 1 0,-1-1 0,0 1 0,0 0 0,-1 0 0,0 0 0,0 1 0,-1-1 0,0 1 0,0-1 0,-1 1 0,0 0 0,0 10 0,-1-5 0,-2-1 0,1 0 0,-1 0 0,-1 0 0,0 0 0,-1-1 0,0 1 0,-1-1 0,-6 11 0,1-3 0,-2-1 0,0 0 0,-2-1 0,-17 20 0,23-29 0,-1 0 0,0 0 0,0-1 0,-1 0 0,0-1 0,0 0 0,-1-1 0,-14 7 0,16-9 0,1-1 0,-1 1 0,0-1 0,1-1 0,-1 0 0,0 0 0,0 0 0,0-1 0,0-1 0,0 1 0,-16-5 0,-68-23 0,80 23 0,1 0 0,0-1 0,0-1 0,0 0 0,-12-10 0,22 15 0,0 0 0,1 0 0,-1 0 0,0 0 0,1 0 0,0 0 0,-1 0 0,1 0 0,0-1 0,0 1 0,0-1 0,1 1 0,-2-4 0,1-4 0,-2-21 0,2 14 0,0 13 0,1 1 0,0 0 0,0-1 0,0 1 0,1 0 0,-1 0 0,1-1 0,0 1 0,0 0 0,0 0 0,0 0 0,0 0 0,4-5 0,-2 4 0,-1 0 0,2 0 0,-1 1 0,0 0 0,1-1 0,-1 1 0,1 1 0,7-5 0,2 0 0,1 1 0,-1 0 0,1 2 0,1-1 0,15-2 0,1 2 0,63-4 0,32 9 0,-91 0 0,82 6 0,-97-3 0,-1 0 0,1 2 0,36 12 0,-50-15 0,15 6 0,-1 1 0,38 21 0,-53-27 0,0 1 0,0-1 0,0 1 0,-1 0 0,1 0 0,-1 1 0,0-1 0,0 1 0,-1 0 0,1 0 0,-1 0 0,-1 1 0,1-1 0,0 1 0,-1-1 0,2 8 0,-4-10 0,1 1 0,-1-1 0,0 0 0,0 0 0,0 0 0,0 1 0,0-1 0,-1 0 0,0 0 0,1 0 0,-1 0 0,0 0 0,-1 0 0,1 0 0,0 0 0,-1 0 0,0 0 0,1-1 0,-1 1 0,0 0 0,-1-1 0,1 0 0,0 1 0,-1-1 0,1 0 0,-1-1 0,1 1 0,-1 0 0,-3 1 0,5-3 7,-1 1 0,1-1 0,0 0 0,-1 0 0,1 1 1,0-1-1,-1 0 0,1 0 0,0-1 0,-1 1 0,1 0 0,0 0 0,-1-1 0,1 1 0,0 0 0,-2-2 0,0 1-219,0-1 0,1 1 0,-1-1-1,1 0 1,0 0 0,-3-3 0,-1-1-6614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0 24575,'-2'14'0,"-27"91"0,1-4 0,22-63 0,1 1 0,0 48 0,2-13 0,0 42 0,1-127 0,2 9 0,0 0 0,-1 0 0,1-1 0,0 1 0,1 0 0,-1 0 0,0 0 0,2-3 0,9-17 0,2 1 0,0 0 0,32-37 0,-33 44 0,-9 10 0,2-3 0,0 1 0,1 0 0,0 0 0,0 0 0,0 0 0,8-4 0,-35 66 0,17-45 0,-4 9 0,-9 34 0,15-47 0,1 0 0,0 0 0,0 0 0,1 0 0,0 0 0,0 0 0,1 0 0,2 14 0,-2-19 0,-1-1 0,1 0 0,0 1 0,0-1 0,-1 0 0,1 0 0,0 1 0,0-1 0,0 0 0,0 0 0,0 0 0,1 0 0,-1 0 0,0 0 0,0 0 0,1-1 0,-1 1 0,0 0 0,1-1 0,-1 1 0,1-1 0,-1 1 0,1-1 0,-1 0 0,1 0 0,-1 0 0,3 0 0,1 1 0,-1-1 0,0-1 0,1 1 0,-1 0 0,0-1 0,1 0 0,-1 0 0,7-3 0,-3 0 0,1-1 0,-1-1 0,0 1 0,0-1 0,-1 0 0,0-1 0,0 0 0,0 0 0,-1 0 0,0-1 0,0 0 0,-1 0 0,7-15 0,-8 15 0,-1 0 0,0 0 0,0-1 0,-1 1 0,0-1 0,0 1 0,-1-1 0,0 0 0,0 1 0,-1-1 0,0 0 0,-1 0 0,0 1 0,0-1 0,-5-14 0,5 20 0,-1-1 0,1 1 0,-1 0 0,0 0 0,0 0 0,0 0 0,0 0 0,0 1 0,-1-1 0,-4-3 0,5 4 0,1 1 0,-1 0 0,0 0 0,1 0 0,-1 0 0,0 0 0,0 0 0,0 1 0,0-1 0,0 1 0,0-1 0,0 1 0,0 0 0,0 0 0,0 0 0,0 0 0,0 0 0,0 0 0,0 0 0,-3 1 0,1 0 0,-1 1 0,0 0 0,1 0 0,-1 0 0,1 0 0,0 1 0,0-1 0,0 1 0,0 0 0,0 0 0,1 1 0,-1-1 0,1 1 0,0 0 0,0 0 0,0 0 0,1 0 0,-1 0 0,1 0 0,-2 7 0,3-11 3,1 1 0,0 0 0,0-1 0,0 1 0,-1-1 0,1 1 0,0-1 0,0 1 0,0 0 0,0-1 0,0 1 0,0 0 0,0-1 0,0 1 0,0-1 0,0 1 0,1 0 0,-1-1 0,0 1 0,0-1 0,0 1 0,1-1 0,-1 1 0,0 0 0,1-1 0,-1 1 0,0-1 0,1 0 0,-1 1 0,1-1 0,-1 1 0,1-1 0,-1 0 0,1 1 0,-1-1 0,1 0 0,-1 1 0,1-1 0,1 0 0,0 1-168,0-1 0,1 1 0,-1-1 0,0 0 0,1 0 0,-1 0 0,1 0 0,3-1 0,1 0-6661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5 24575,'0'0'0,"19"-5"0,-28 22 0,-5-1 0,-2 1 0,0-2 0,0 0 0,-1-1 0,-20 11 0,6 0 0,31-24 0,0-1 0,0 0 0,-1 1 0,1-1 0,0 1 0,-1-1 0,1 0 0,0 1 0,0-1 0,0 1 0,0-1 0,0 1 0,-1-1 0,1 1 0,0-1 0,0 1 0,0-1 0,0 1 0,0-1 0,0 1 0,1-1 0,-1 1 0,0-1 0,0 1 0,0-1 0,0 1 0,1-1 0,-1 1 0,0-1 0,0 0 0,1 1 0,-1-1 0,0 1 0,1-1 0,-1 0 0,0 1 0,1-1 0,-1 0 0,0 0 0,1 1 0,0-1 0,1 2 0,0 0 0,1 0 0,-1-1 0,1 1 0,4 1 0,24 8 0,-12-5 0,24 12 0,-36-15 0,-1 1 0,1 0 0,-1 0 0,0 1 0,0 0 0,10 11 0,-15-15 0,0 0 0,0 0 0,0 0 0,0 1 0,0-1 0,0 0 0,-1 1 0,1-1 0,0 0 0,-1 1 0,1-1 0,-1 1 0,1-1 0,-1 1 0,0 0 0,0-1 0,0 1 0,0-1 0,0 1 0,0-1 0,0 1 0,0-1 0,-1 1 0,1-1 0,-1 1 0,1-1 0,-1 1 0,1-1 0,-1 1 0,0-1 0,0 0 0,0 1 0,-1 1 0,-1 0 0,0 0 0,0-1 0,0 1 0,0-1 0,0 1 0,-1-1 0,1 0 0,-1 0 0,1-1 0,-1 1 0,0-1 0,-4 2 0,2-2 0,-5 2 0,-18 1 0,26-3 0,0-1 0,0 0 0,1 0 0,-1 0 0,0 0 0,0-1 0,0 1 0,1-1 0,-1 0 0,0 0 0,-4-2 0,6 3 5,0-1 0,0 1-1,1-1 1,-1 0 0,0 1-1,1-1 1,-1 0 0,1 0-1,-1 1 1,1-1 0,-1 0-1,1 0 1,-1 0 0,1 1-1,0-1 1,0 0 0,-1 0-1,1 0 1,0 0 0,0 0-1,0 0 1,0-1 0,0-2-323,0 0 1,1 0-1,1-7 1,-1 10 114,3-13-6623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31 24575,'0'0'0,"1"0"0,12-3 0,-1 0 0,1-1 0,23-9 0,-33 11 0,0 1 0,0 0 0,1-1 0,4 1 0,-8 1 0,0 0 0,0 0 0,0 0 0,0 0 0,0 0 0,0 0 0,1 0 0,-1 0 0,0 0 0,0 0 0,0 0 0,0 0 0,0 0 0,0 0 0,0 0 0,0 0 0,0 0 0,0 0 0,0 0 0,0 0 0,0 0 0,0 0 0,1 0 0,-1 0 0,0 0 0,0 0 0,0 0 0,0 0 0,0 0 0,0 1 0,0-1 0,0 0 0,0 0 0,0 0 0,0 0 0,0 0 0,0 0 0,0 0 0,0 0 0,0 0 0,0 0 0,0 0 0,0 0 0,0 0 0,0 1 0,0-1 0,0 0 0,0 0 0,0 0 0,0 0 0,0 0 0,0 0 0,0 0 0,0 0 0,0 0 0,0 0 0,-1 0 0,1 0 0,0 0 0,-4 8 0,-6 8 0,-2-3 0,-19 18 0,-3 4 0,33-33 0,0-1 0,0 0 0,0 1 0,0-1 0,0 1 0,0-1 0,0 1 0,0 0 0,1-1 0,-1 1 0,1 0 0,-1-1 0,1 1 0,-1 0 0,1 0 0,0-1 0,0 1 0,0 0 0,0 0 0,0 0 0,1 1 0,0-1 0,-1 0 0,1 0 0,0-1 0,0 1 0,0 0 0,0-1 0,0 1 0,1-1 0,-1 0 0,0 1 0,1-1 0,-1 0 0,1 0 0,-1 0 0,1 0 0,0 0 0,-1 0 0,1 0 0,0-1 0,2 2 0,29 7 0,-21-6 0,24 9 0,-33-11 0,0 0 0,0 1 0,0-1 0,-1 1 0,1-1 0,5 5 0,-7-5 0,0 0 0,-1-1 0,1 1 0,0 0 0,-1 0 0,1 0 0,-1 0 0,1 0 0,-1 0 0,0 0 0,1 0 0,-1 0 0,0 0 0,0 0 0,0 0 0,0 0 0,0 0 0,0 0 0,0 0 0,0 0 0,0 0 0,-1 2 0,1 1 7,-2-1 0,1 1-1,0-1 1,-1 1 0,1-1-1,-1 0 1,0 0-1,0 0 1,0 0 0,-1 0-1,1 0 1,-1 0 0,1-1-1,-1 1 1,0-1 0,0 0-1,-4 3 1,1-2-172,0 0 0,0-1 0,0 1 0,0-1 0,0 0 0,0-1 0,-1 1 0,-12 0 0,10-2-6661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65 24575,'12'9'0,"-6"-7"0,0 1 0,1-1 0,-1-1 0,1 1 0,7 0 0,35 2 0,-35-3 0,145-2 0,-71-1 0,235 0 0,-78-13 0,-79 1 0,-127 12 0,180-10 0,1-14 0,-174 19 0,0 2 0,1 1 0,-1 3 0,76 7 0,-53 3 0,-65-8-78,-5 0 273,-6 1-1677,2-1-5344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14 24575,'-14'-2'0,"5"1"0,22-1 0,171-7 0,-171 9 0,0 1 0,-1 0 0,1 1 0,21 5 0,-19-2 0,57 19 0,-62-20 0,-1 0 0,0 1 0,0 0 0,-1 1 0,11 8 0,-15-11 0,-1 0 0,1 1 0,-1 0 0,0 0 0,0 0 0,0 0 0,-1 0 0,1 0 0,-1 1 0,0-1 0,0 1 0,-1 0 0,0-1 0,1 1 0,-1 0 0,-1 0 0,1 0 0,-1 0 0,0 0 0,0 0 0,0 0 0,-1-1 0,0 1 0,-2 8 0,1-4 0,-1-1 0,0 0 0,-1-1 0,0 1 0,0-1 0,-1 1 0,1-1 0,-2 0 0,1-1 0,-1 1 0,0-1 0,0 0 0,-11 7 0,4-5 0,1 0 0,-1-2 0,-1 1 0,1-2 0,-1 0 0,0 0 0,0-2 0,-26 5 0,9-5 0,1-1 0,0-2 0,-36-3 0,55 2 0,1 0 0,0-1 0,-1 0 0,1-1 0,0 0 0,0 0 0,0-1 0,1 0 0,-1-1 0,1 0 0,0-1 0,1 1 0,-15-14 0,20 16 0,1 0 0,-1 1 0,1-1 0,0 0 0,0-1 0,0 1 0,-1-4 0,2 6 0,1 0 0,0 0 0,0 1 0,0-1 0,0 0 0,0 0 0,0 0 0,0 0 0,0 0 0,1 1 0,-1-1 0,0 0 0,0 0 0,1 0 0,0-1 0,7-12 0,-7 13 0,4-6 0,0 1 0,1 0 0,-1 0 0,1 0 0,0 1 0,1 0 0,-1 0 0,1 1 0,0-1 0,0 2 0,0-1 0,1 1 0,0 0 0,9-2 0,0 0 0,1 2 0,-1 0 0,0 2 0,0-1 0,28 3 0,25 2 0,69 6 0,-104-5 0,66 16 0,-90-16 0,-1 0 0,1 0 0,-1 1 0,-1 0 0,1 1 0,-1 0 0,0 1 0,0 0 0,-1 0 0,0 1 0,0 0 0,-1 0 0,0 1 0,0 0 0,9 16 0,-14-21 0,-1-1 0,1 1 0,0 0 0,-1 0 0,0 0 0,0 0 0,0 0 0,0 0 0,-1 0 0,0 0 0,1 0 0,-1 0 0,-1 1 0,1-1 0,-1 0 0,-1 4 0,1-5 0,0 0 0,-1-1 0,1 1 0,-1-1 0,0 0 0,0 1 0,0-1 0,0 0 0,0 0 0,-1 0 0,-3 2 0,4-2 0,2-2 0,0 0 0,-1 0 0,1 0 0,0 0 0,0 1 0,0-1 0,-1 0 0,1 0 0,0 0 0,0 0 0,-1 0 0,1 0 0,0 0 0,0 0 0,-1 0 0,1 0 0,0 0 0,0 0 0,-1 0 0,1 0 0,0 0 0,0 0 0,-1 0 0,1 0 0,0 0 0,0 0 0,0 0 0,-1 0 0,1 0 0,0 0 0,-1-1 0,-3-7 0,1-13 0,5 1 0,1 1 0,1-1 0,1 1 0,8-22 0,-9 27 0,-2 8 0,0 1 0,-1 0 0,2 0 0,-1 0 0,0 0 0,1 1 0,0-1 0,0 1 0,1-1 0,-1 1 0,1 0 0,0 0 0,0 1 0,0-1 0,0 1 0,1 0 0,-1 0 0,9-4 0,-11 7 0,1-1 0,-1 1 0,0 0 0,1 0 0,-1 0 0,1 0 0,-1 0 0,4 1 0,2-1 0,6 2 0,0 0 0,0 0 0,0 2 0,0-1 0,0 2 0,14 7 0,-25-12 0,-2 1 0,1 0 0,0 0 0,0 1 0,0-1 0,0 0 0,-1 1 0,1-1 0,0 1 0,-1-1 0,1 1 0,-1 0 0,0 0 0,0 0 0,0-1 0,0 1 0,2 4 0,-3-3 0,1 0 0,-1-1 0,1 1 0,-1 0 0,0 0 0,0 0 0,0 0 0,-1-1 0,1 1 0,-1 0 0,1 0 0,-2 3 0,-2 2 0,1-1 0,-1 1 0,0 0 0,-1-1 0,0 0 0,0 0 0,-12 12 0,10-13 0,0 0 0,-1 0 0,-10 5 0,-4 4 0,43-15 0,17-3 0,-22 1 0,-1 0 0,1 1 0,0 1 0,0 1 0,28 4 0,-15 1-1365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24575,'1'2'0,"-1"-1"0,1 1 0,-1 0 0,1-1 0,-1 1 0,0 0 0,0 0 0,0-1 0,0 1 0,0 0 0,0 0 0,-1 1 0,1-1 0,-9 71 0,3-28 0,0 65 0,6-107-170,0-1-1,1 1 0,-1 0 1,1-1-1,-1 1 0,1-1 1,2 4-1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31 102 24575,'7'-11'0,"-3"5"0,2 0 0,-1 0 0,1 1 0,0 0 0,0 0 0,0 0 0,1 1 0,0-1 0,0 2 0,8-4 0,0 0 0,0 2 0,0-1 0,1 2 0,16-3 0,-19 6 0,0-1 0,0 1 0,0 1 0,0 1 0,0-1 0,0 2 0,0 0 0,-1 1 0,26 8 0,-32-9 0,0 1 0,0 0 0,0 0 0,0 0 0,-1 1 0,1 0 0,-1 0 0,0 0 0,0 1 0,0-1 0,-1 1 0,1 1 0,-1-1 0,-1 0 0,1 1 0,-1 0 0,0 0 0,0 0 0,0 0 0,-1 1 0,2 7 0,-3-4 0,1 0 0,-2 0 0,0 0 0,0 0 0,0 0 0,-1 0 0,-1 0 0,0-1 0,0 1 0,-1 0 0,0-1 0,-7 15 0,0-3 0,-2 0 0,0-1 0,-1-1 0,-19 23 0,24-33 0,0 0 0,-1-1 0,0 0 0,0 0 0,-1-1 0,0 0 0,0-1 0,-20 10 0,22-13 0,0 0 0,1-1 0,-1 0 0,0 0 0,0 0 0,-1-1 0,1-1 0,0 1 0,0-1 0,0-1 0,-1 1 0,1-1 0,-15-5 0,17 4 0,-1-1 0,1 0 0,-1 0 0,1 0 0,0-1 0,1 0 0,-1-1 0,1 1 0,0-1 0,0 0 0,0 0 0,0-1 0,1 1 0,0-1 0,-4-8 0,2 3 0,0 0 0,1-1 0,0 1 0,1-1 0,1-1 0,0 1 0,-3-22 0,6 29 0,-1 0 0,1 0 0,0 0 0,1-1 0,-1 1 0,1 0 0,0 0 0,0 1 0,1-1 0,1-5 0,-1 7 0,0 0 0,0 0 0,0 0 0,0 0 0,0 0 0,0 0 0,1 1 0,-1-1 0,1 1 0,0-1 0,0 1 0,0 0 0,0 0 0,6-2 0,11-4 0,1 1 0,-1 0 0,1 2 0,1 0 0,-1 2 0,1 0 0,-1 1 0,1 1 0,0 2 0,23 2 0,-11 2 0,0 1 0,-1 1 0,0 2 0,0 2 0,53 24 0,-69-27 0,0 1 0,-1 0 0,18 15 0,-28-19 0,1 0 0,-1 1 0,0 0 0,-1 1 0,1-1 0,-1 1 0,0 0 0,-1 1 0,6 11 0,-6-9 0,-1-1 0,0 1 0,0 0 0,2 18 0,-4-24 0,-1-1 0,0 1 0,0 0 0,0 0 0,0-1 0,-1 1 0,1 0 0,-1-1 0,0 1 0,0 0 0,0-1 0,-1 1 0,1-1 0,-1 0 0,0 1 0,-3 4 0,6-28 0,10-37 0,3 0 0,37-94 0,-21 86 0,-19 44 0,13-38 0,-21 49 0,0 0 0,3-18 0,-7 23 0,-3 6 0,-2 6 0,-2 6 0,1 1 0,1 0 0,0 1 0,0-1 0,2 1 0,0 0 0,-4 28 0,5-11 0,2 0 0,4 57 0,-3-57-1365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0 110 24575,'0'0'0,"0"0"0,0 0 0,0 0 0,0 0 0,0 0 0,3 11 0,-1-1 0,0 0 0,-1 0 0,0 18 0,-1-26 0,0 0 0,1 0 0,-1-1 0,0 1 0,1 0 0,-1 0 0,1 0 0,0-1 0,-1 1 0,1 0 0,0-1 0,0 1 0,0-1 0,0 1 0,0-1 0,1 1 0,-1-1 0,0 0 0,1 1 0,-1-1 0,3 2 0,-1-2 0,-1 0 0,1 1 0,-1-1 0,1 0 0,-1 0 0,1-1 0,-1 1 0,1 0 0,0-1 0,-1 0 0,1 1 0,0-1 0,5-1 0,-5 1 0,1-1 0,0 1 0,-1-1 0,1 0 0,-1 0 0,1 0 0,-1-1 0,1 1 0,-1-1 0,0 0 0,0 0 0,0 0 0,0 0 0,0 0 0,0-1 0,-1 0 0,1 1 0,-1-1 0,1 0 0,-1 0 0,0 0 0,0 0 0,2-7 0,-1 3 0,0-1 0,-1 1 0,2-10 0,-4 14 0,0 0 0,1 0 0,-1 0 0,-1 0 0,1 0 0,0 0 0,-1 0 0,1 0 0,-1 0 0,0 0 0,-2-4 0,3 5 0,-1 0 0,0 0 0,0 0 0,0 1 0,-1-1 0,1 0 0,0 0 0,-1 1 0,1-1 0,-1 1 0,1 0 0,-1-1 0,0 1 0,-3-2 0,3 2 0,-1 1 0,1-1 0,-1 0 0,0 0 0,0 1 0,1 0 0,-1 0 0,0-1 0,0 2 0,-5-1 0,0 1 0,1 1 0,-1-1 0,0 1 0,-13 6 0,19-7 0,0 0 0,1 0 0,-1 0 0,0 0 0,1 1 0,-1-1 0,1 0 0,0 1 0,-1-1 0,1 1 0,0-1 0,0 1 0,0 0 0,0 0 0,0-1 0,1 1 0,-1 0 0,0 0 0,0 3 0,1-4 0,0 0 0,0 0 0,0 0 0,0 0 0,0 0 0,0 0 0,0 0 0,0 0 0,0 0 0,0 0 0,1 0 0,-1 0 0,0 0 0,1 0 0,-1 0 0,1 0 0,-1 0 0,1 0 0,-1 0 0,1 0 0,0 0 0,0-1 0,-1 1 0,1 0 0,0-1 0,0 1 0,0 0 0,0-1 0,-1 1 0,1-1 0,0 1 0,0-1 0,0 0 0,0 1 0,0-1 0,2 0 0,2 1 0,0-1 0,-1 1 0,1-1 0,0-1 0,0 1 0,-1-1 0,1 0 0,0 0 0,-1 0 0,1 0 0,5-3 0,8-4 0,23-15 0,-33 18 0,14-8 0,17-10 0,47-20 0,-55 27 0,-60 37 0,13-9 0,-17 14 0,28-22 0,1 1 0,0-1 0,-1 1 0,2 0 0,-1 0 0,1 1 0,-5 9 0,7-14 0,1-1 0,0 1 0,0-1 0,1 1 0,-1-1 0,0 1 0,0-1 0,0 1 0,0-1 0,0 1 0,0-1 0,1 1 0,-1-1 0,0 1 0,1-1 0,-1 1 0,0-1 0,0 1 0,1-1 0,-1 0 0,1 1 0,-1-1 0,0 0 0,2 1 0,9 7 0,-3-6 0,-1 1 0,0-2 0,11 2 0,-12-2 0,0 0 0,-1 0 0,1 1 0,-1-1 0,1 1 0,10 5 0,-16-7 0,1 1 0,0-1 0,-1 1 0,1-1 0,-1 1 0,1 0 0,-1-1 0,1 1 0,-1-1 0,1 1 0,-1 0 0,1-1 0,-1 1 0,0 0 0,1-1 0,-1 1 0,0 0 0,0 0 0,0-1 0,1 3 0,-1-2 0,-1 1 0,1 0 0,0 0 0,0 0 0,-1-1 0,1 1 0,-1 0 0,-1 2 0,-1 4 0,-1-1 0,0 0 0,-7 7 0,9-11 0,0 0 0,-1 0 0,1 0 0,-1-1 0,0 1 0,0-1 0,0 0 0,0 1 0,0-1 0,-1-1 0,-3 3 0,4-3 0,1 0 0,0 0 0,-1-1 0,1 1 0,0-1 0,-1 1 0,1-1 0,-1 0 0,1 0 0,-1 0 0,1 0 0,-1 0 0,1-1 0,0 1 0,-1-1 0,-3-1 0,6 2 5,-1-1 0,0 1 0,1 0 0,-1-1-1,1 1 1,-1-1 0,0 1 0,1-1 0,-1 1-1,1-1 1,0 0 0,-1 1 0,1-1 0,-1 1-1,1-1 1,0 0 0,0 0 0,-1 1 0,1-1 0,0-1-1,-1-15-1470,2 6-5360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0 24575,'1'0'0,"-1"0"0,0 0 0,0 0 0,0 0 0,1 0 0,-1 0 0,0 0 0,0 0 0,0 0 0,0 0 0,1 1 0,-1-1 0,0 0 0,0 0 0,0 0 0,1 0 0,-1 0 0,0 0 0,0 0 0,0 0 0,0 0 0,0 1 0,1-1 0,-1 0 0,0 0 0,0 0 0,0 0 0,0 0 0,0 1 0,0-1 0,0 0 0,1 0 0,2 6 0,-3-4 0,0-1 0,-1 1 0,1 0 0,0-1 0,0 1 0,-1 0 0,1-1 0,-1 1 0,0-1 0,1 1 0,-1-1 0,0 0 0,-1 3 0,-16 17 0,15-17 0,-3 3 0,0 0 0,-1-1 0,0 0 0,0 0 0,-9 5 0,-22 17 0,38-27 0,0-1 0,-1 0 0,1 1 0,0-1 0,0 1 0,0-1 0,0 1 0,0-1 0,0 1 0,0-1 0,0 1 0,0-1 0,0 0 0,0 1 0,0-1 0,0 1 0,0-1 0,0 1 0,1-1 0,-1 1 0,0-1 0,0 0 0,0 1 0,1 0 0,8 10 0,-6-9 0,0 0 0,0-1 0,1 1 0,-1-1 0,1 0 0,0 0 0,-1 0 0,1 0 0,0-1 0,-1 1 0,8-1 0,-5 0 0,0 0 0,0 1 0,0 0 0,9 2 0,-11-1 0,-1-1 0,1 1 0,0 0 0,0 0 0,-1 0 0,1 1 0,3 3 0,-6-5 0,0 0 0,0 0 0,0 0 0,0 0 0,0 1 0,0-1 0,0 0 0,0 1 0,-1-1 0,1 1 0,0-1 0,-1 0 0,0 1 0,1 0 0,-1-1 0,0 1 0,1-1 0,-1 1 0,0-1 0,0 1 0,-1 0 0,1 2 0,-2 0 0,1 1 0,-1-1 0,0 0 0,0 1 0,0-1 0,-1 0 0,1 0 0,-1 0 0,0-1 0,0 1 0,0-1 0,-1 0 0,-5 5 0,-1 0 0,-1-1 0,0 0 0,-21 9 0,28-15-105,1 1 0,-1-1 0,0 0 0,0-1 0,1 1 0,-1-1 0,0 0 0,0 1 0,1-2 0,-1 1 0,0 0 0,-5-2 0,-3 0-6721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24575,'1'4'0,"1"0"0,0-1 0,0 1 0,0-1 0,0 1 0,1-1 0,0 0 0,-1 0 0,1 0 0,0-1 0,1 1 0,-1-1 0,0 1 0,1-1 0,-1 0 0,1 0 0,0-1 0,7 3 0,6 2 0,0-2 0,34 5 0,-48-9 0,48 5 0,0-3 0,56-4 0,-32 0 0,404-17 0,-324 7 0,253-12 0,-299 19 0,67 0 0,-114 11 0,-22-1 0,-62 2-1365,8-3-5461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55 24575,'0'0'0,"0"0"0,0 0 0,0 0 0,0 0 0,1-1 0,0-2 0,1 0 0,-1 0 0,1 0 0,0 1 0,0-1 0,1 0 0,-1 1 0,1-1 0,-1 1 0,1 0 0,0 0 0,-1 0 0,1 0 0,0 1 0,0-1 0,1 1 0,5-3 0,3 1 0,-1 1 0,1 0 0,0 0 0,0 1 0,-1 1 0,1 0 0,0 0 0,0 1 0,0 1 0,-1 0 0,1 0 0,-1 1 0,21 9 0,-20-7 0,0 1 0,-1 0 0,1 1 0,-2 1 0,1 0 0,-1 0 0,0 1 0,-1 0 0,1 0 0,-2 1 0,0 0 0,10 16 0,-10-11 0,0 0 0,0 0 0,-2 1 0,0 0 0,8 34 0,-12-37 0,0 0 0,-1 1 0,0-1 0,-1 1 0,-1-1 0,0 1 0,-1-1 0,-4 18 0,-2-4 0,-1 0 0,-1-1 0,-2 0 0,0-1 0,-23 34 0,21-39 0,0 0 0,-2-1 0,0-1 0,0-1 0,-2 0 0,-33 24 0,38-33 0,0-1 0,-1 0 0,1-1 0,-1 0 0,-1-1 0,1 0 0,-1-2 0,-15 3 0,-16 0 0,-58-1 0,101-5 0,-3 0 0,1 0 0,0 0 0,0 0 0,-1-1 0,1 1 0,0-2 0,0 1 0,-1 0 0,1-1 0,-7-3 0,11 4 0,0 0 0,1 1 0,-1-1 0,0 0 0,1 0 0,-1 1 0,0-1 0,1 0 0,-1 0 0,1 0 0,-1 0 0,1 0 0,0 0 0,-1 0 0,1 0 0,0 1 0,0-1 0,0 0 0,-1-1 0,1 1 0,0 0 0,0 0 0,1 0 0,-1 0 0,0 0 0,0 0 0,0 0 0,1-1 0,0-2 0,1 0 0,-1 1 0,0-1 0,1 0 0,0 1 0,3-5 0,3-1 0,0 0 0,0 0 0,1 1 0,0 0 0,1 1 0,-1 0 0,2 0 0,-1 1 0,1 0 0,0 1 0,17-6 0,2 1 0,2 2 0,-1 1 0,36-4 0,-45 8 0,0 1 0,0 1 0,1 1 0,-1 0 0,0 2 0,31 6 0,-35-4 0,0 1 0,-1 0 0,27 13 0,-38-15 0,0 1 0,-1-1 0,0 1 0,1-1 0,-1 2 0,-1-1 0,1 0 0,-1 1 0,0 0 0,0 0 0,0 0 0,-1 1 0,1-1 0,2 7 0,-3-3 0,1 0 0,-1 1 0,-1-1 0,1 1 0,-2-1 0,1 1 0,-1 0 0,-1 0 0,0 0 0,0 0 0,-1-1 0,0 1 0,-1 0 0,0 0 0,0-1 0,-8 19 0,4-18 0,6-10 0,0 0 0,0 0 0,0 0 0,0 1 0,0-1 0,0 0 0,0 0 0,0 0 0,-1 0 0,1 0 0,0 0 0,0 0 0,0 0 0,0 0 0,0 0 0,0 0 0,0 0 0,0 0 0,-1 0 0,1 0 0,0 0 0,0 0 0,0 0 0,0 0 0,0 0 0,0 0 0,0 0 0,0 0 0,-1 0 0,1 0 0,0 0 0,0 0 0,0 0 0,0 0 0,0 0 0,0 0 0,0 0 0,0 0 0,0 0 0,-1-1 0,1 1 0,0 0 0,0 0 0,0 0 0,-1-2 0,1 1 0,-1-1 0,1 0 0,-1 0 0,1 0 0,0 0 0,0 0 0,-1 1 0,2-4 0,-1-16 30,2 0 0,1 0 0,6-28 0,1 13-773,15-38 1,-19 59-6084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 24575,'2'3'0,"-1"0"0,0 0 0,0 0 0,0 0 0,0 0 0,-1 0 0,1 5 0,4 48 0,-2-1 0,-8 95 0,2-110 0,0 1 0,3 0 0,9 75 0,-7-104 0,0-1 0,1 0 0,1 0 0,-1 0 0,2-1 0,0 1 0,11 18 0,-15-29 0,-1 1 0,1-1 0,-1 1 0,0-1 0,1 0 0,-1 1 0,1-1 0,-1 0 0,1 1 0,-1-1 0,1 0 0,-1 0 0,1 1 0,-1-1 0,1 0 0,-1 0 0,1 0 0,-1 0 0,1 0 0,-1 0 0,1 0 0,0 0 0,-1 0 0,1 0 0,-1 0 0,1 0 0,-1 0 0,1 0 0,-1 0 0,1-1 0,-1 1 0,1 0 0,-1 0 0,1-1 0,-1 1 0,1 0 0,-1-1 0,1 1 0,-1 0 0,0-1 0,1 0 0,3-2 0,-1-1 0,0 1 0,4-8 0,-6 9 0,7-10 0,-1 0 0,-1-1 0,0 0 0,6-21 0,12-58 0,-13 43 0,8-27 0,21-77 0,11 6 0,-44 133 0,-4 10 0,-3 10 0,-5 21 0,2 0 0,1 0 0,1 0 0,3 33 0,18 110 0,-15-141 0,2 23 0,19 66 0,-21-103 0,0 0 0,0-1 0,1 1 0,1-1 0,1-1 0,0 0 0,0 0 0,1 0 0,13 13 0,-21-25 0,0 0 0,0 0 0,0 0 0,-1-1 0,2 1 0,-1 0 0,0 0 0,0-1 0,0 1 0,0-1 0,0 1 0,0-1 0,1 0 0,-1 1 0,0-1 0,0 0 0,0 0 0,2 1 0,-2-2 0,0 1 0,0 0 0,0-1 0,0 1 0,0-1 0,0 1 0,0-1 0,0 1 0,0-1 0,-1 1 0,1-1 0,0 0 0,0 0 0,-1 1 0,1-1 0,0 0 0,-1 0 0,1 0 0,-1 0 0,1 0 0,-1 0 0,1 1 0,-1-3 0,3-6 0,0 0 0,-1 0 0,0 0 0,1-16 0,-1-38 0,-2 38 0,7-285 0,-4 263 0,0-33 0,-5 66 0,0 10 0,-1 8 0,-3 24-1365,5-24-5461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24575,'5'6'0,"0"0"0,0-1 0,1 0 0,-1 0 0,12 7 0,-17-12 0,0 1 0,0-1 0,0 0 0,0 1 0,0-1 0,0 1 0,0-1 0,0 0 0,0 1 0,0-1 0,0 1 0,0-1 0,0 0 0,0 1 0,0-1 0,0 0 0,0 1 0,-1-1 0,1 0 0,0 1 0,0-1 0,-1 1 0,1 0 0,-1-1 0,1 1 0,0 0 0,-1-1 0,1 1 0,0 0 0,0 0 0,0-1 0,0 1 0,-1 0 0,1 0 0,0-1 0,1 2 0,16 34 0,-10-24 0,7 19 0,-12-26 0,0 1 0,-1-1 0,0 0 0,0 1 0,0-1 0,-1 0 0,0 7 0,-1 5 0,-2-1 0,-4 18 0,5-24 0,14-15 0,-9 1 11,1 0 0,-1 0 0,0 0-1,0 0 1,0-1 0,0 1 0,-1-1-1,0 1 1,0-1 0,2-6 0,1-7-732,3-25-1,-7 42 681,0-6-6785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24575,'0'0'0,"0"0"0,11 5 0,-8-3 0,2 0 0,0 1 0,-1-1 0,6 5 0,-9-6 0,0 0 0,0 0 0,0 0 0,0 0 0,0 0 0,0 1 0,0-1 0,0 0 0,0 1 0,-1-1 0,1 0 0,-1 1 0,1-1 0,-1 1 0,1 1 0,14 123 0,-14-106 0,0 1 0,-2 0 0,-1 0 0,-4 22 0,5-41-170,1 1-1,0-1 0,0 1 1,0-1-1,0 1 0,0-1 1,1 4-1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0 24575,'0'0'0,"0"0"0,0 0 0,0 0 0,0 0 0,0 0 0,0 0 0,0 0 0,0 0 0,0 0 0,-7 7 0,7-6 0,-1-1 0,1 0 0,-1 1 0,0-1 0,1 1 0,-1-1 0,1 1 0,0 0 0,-1-1 0,1 1 0,-1-1 0,1 1 0,0 0 0,0-1 0,-1 1 0,1 0 0,0-1 0,0 1 0,0 0 0,-1-1 0,1 1 0,0 0 0,0-1 0,0 1 0,0 0 0,1 0 0,-1-1 0,0 1 0,0 0 0,0-1 0,0 1 0,1 0 0,-1-1 0,0 1 0,1-1 0,0 2 0,3 9 0,1 6 0,0 0 0,-1 0 0,-2 1 0,2 18 0,-3 72 0,-2-69 0,6 64 0,-5-101 0,0 0 0,1 0 0,0 0 0,-1 0 0,1 0 0,0 0 0,0 0 0,0 0 0,0-1 0,0 1 0,2 2 0,-3-3 0,1-1 0,-1 1 0,1-1 0,-1 1 0,1-1 0,0 1 0,-1-1 0,1 0 0,0 1 0,0-1 0,-1 0 0,1 1 0,0-1 0,-1 0 0,1 0 0,0 0 0,0 0 0,0 0 0,-1 0 0,1 0 0,0 0 0,0 0 0,-1 0 0,1 0 0,0 0 0,0 0 0,-1-1 0,1 1 0,0 0 0,0 0 0,-1-1 0,2 0 0,4-3 0,0-1 0,0 1 0,-1-1 0,0 0 0,0-1 0,7-9 0,23-40 0,-31 48 0,13-24 0,14-37 0,-19 39 0,1 1 0,17-27 0,-27 50 0,0 0 0,0 0 0,-1-1 0,4-10 0,-6 18 0,0 1 0,0 0 0,0 0 0,0-1 0,0 1 0,1 3 0,1 5 0,0 28 0,17 155 0,-17-185 0,0-1 0,1 0 0,3 10 0,-4-14 0,-1-1 0,1 1 0,0-1 0,0 0 0,0 0 0,1 0 0,-1 0 0,1 0 0,5 4 0,-7-6 0,0 0 0,0 0 0,1-1 0,-1 1 0,0 0 0,1-1 0,-1 1 0,0-1 0,1 0 0,-1 1 0,1-1 0,-1 0 0,0 0 0,1 0 0,-1 0 0,1 0 0,-1 0 0,1 0 0,1-1 0,-1 0 0,0 0 0,1 0 0,-1 0 0,0 0 0,1-1 0,-1 1 0,0-1 0,0 1 0,3-4 0,1-2 0,0 0 0,-1 0 0,0 0 0,-1-1 0,5-9 0,13-34 0,30-106 0,-48 140 0,4-29 0,-8 45-30,0 0 0,0 0 0,0-1 0,-1 1 0,1 0 0,0 0 0,-1 0 0,1 0 0,0 0 0,-1 0 0,0-1 0,-1-1-975,0 0-5821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24575,'4'12'0,"0"6"0,0 1 0,-1 0 0,0-1 0,-2 1 0,-1 0 0,0 0 0,-1 0 0,-6 34 0,7-53-24,0 0-1,0 1 1,0-1 0,-1 0-1,1 0 1,0 0 0,0 1-1,0-1 1,0 0-1,0 0 1,0 0 0,-1 1-1,1-1 1,0 0 0,0 0-1,0 0 1,0 1-1,-1-1 1,1 0 0,0 0-1,0 0 1,0 0 0,-1 0-1,1 0 1,0 0-1,0 0 1,-1 1 0,1-1-1,0 0 1,0 0-1,-1 0 1,1 0 0,0 0-1,0 0 1,0 0 0,-1 0-1,1 0 1,0-1-1,0 1 1,-1 0 0,1 0-1,0 0 1,0 0 0,-1 0-1,1 0 1,0 0-1,0 0 1,0-1 0,-1 1-1,1 0 1,0 0-1,0 0 1,0-1 0,0 1-1,-1 0 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3:29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24575,'2'0'0,"-1"1"0,1 0 0,-1 0 0,1-1 0,-1 1 0,1-1 0,2 1 0,2 1 0,11 4 0,-7-4 0,-1 2 0,0-1 0,16 10 0,-23-11 0,1 0 0,-1-1 0,0 1 0,0 0 0,0 0 0,0 0 0,0 0 0,0 1 0,-1-1 0,1 0 0,-1 1 0,0-1 0,1 1 0,-1 0 0,0-1 0,-1 1 0,1 0 0,0 2 0,0 0 0,-1 0 0,0 0 0,0 0 0,0 0 0,0 0 0,-1 0 0,0 0 0,0 0 0,-1 0 0,1 0 0,-1-1 0,0 1 0,-3 4 0,0 0 0,-1 0 0,0-1 0,0 1 0,-1-2 0,-10 10 0,7-11 0,10-7 0,5-5 0,-3 5 0,0 0 0,0 0 0,1 0 0,-1 0 0,0 1 0,0-1 0,1 0 0,-1 1 0,0 0 0,1-1 0,-1 1 0,1 0 0,-1 0 0,0 1 0,5 0 0,9-1 0,113-1 0,-129 1-34,1 0 0,-1 1 0,0-1 0,1 0 0,-1 0-1,1 0 1,-1 1 0,0-1 0,1 0 0,-1 0 0,0 1 0,0-1 0,1 0-1,-1 1 1,0-1 0,0 0 0,1 1 0,-1-1 0,0 0 0,0 1-1,0-1 1,0 0 0,1 1 0,-1-1 0,0 1 0,0-1 0,0 0 0,0 1-1,0-1 1,0 1 0,0-1 0,0 0 0,0 1 0,0-1 0,-1 1 0,1-1-1,0 0 1,0 1 0,0 0 0,-1 3-6792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19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 24575,'0'0'0,"0"0"0,0 0 0,0 0 0,0 0 0,0 0 0,0 0 0,6 10 0,-2 2 0,0 1 0,-1-1 0,-1 1 0,0-1 0,1 15 0,-2 68 0,-2-81 0,0 63 0,-22 137 0,20-201 0,0-1 0,-1 0 0,-1 0 0,-8 18 0,12-81 0,27-132 0,-19 144 0,3 0 0,24-64 0,-31 97 0,1-5 0,0 1 0,1-1 0,1 2 0,7-12 0,-12 19 0,1 0 0,0-1 0,0 1 0,0 0 0,0 0 0,0 1 0,1-1 0,-1 0 0,0 1 0,1-1 0,0 1 0,-1 0 0,1 0 0,0 0 0,-1 0 0,1 0 0,0 1 0,0-1 0,0 1 0,-1 0 0,6 0 0,-3 0 0,-1 1 0,1-1 0,0 1 0,-1 0 0,1 1 0,-1-1 0,1 1 0,-1 0 0,0 0 0,0 0 0,1 0 0,-2 1 0,1 0 0,0 0 0,0 0 0,4 5 0,-3-2 0,-1 0 0,1 1 0,-1-1 0,-1 1 0,1 0 0,-1 0 0,-1 1 0,1-1 0,1 10 0,1 11 0,-1 1 0,-2 0 0,-1 0 0,-3 35 0,-6 5 0,5-46 0,1 0 0,0 26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19.9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 24575,'0'0'0,"0"0"0,0 0 0,0 0 0,0 0 0,21 6 0,-19-5 0,0 0 0,1 0 0,-1 0 0,0 0 0,0 1 0,0-1 0,0 1 0,0-1 0,0 1 0,0 0 0,0 0 0,-1 0 0,1 0 0,-1 0 0,1 0 0,-1 0 0,0 1 0,0-1 0,0 0 0,0 1 0,0-1 0,0 1 0,-1-1 0,1 1 0,-1 2 0,2 9 0,-2-1 0,1 1 0,-3 20 0,1-22 0,-6 231 0,7-238 0,1-1 0,0 1 0,0-1 0,0 0 0,1 1 0,-1-1 0,1 0 0,0 0 0,0 0 0,1 0 0,-1 0 0,1-1 0,-1 1 0,1-1 0,1 0 0,-1 0 0,0 0 0,1 0 0,-1 0 0,1-1 0,0 1 0,0-1 0,0 0 0,0 0 0,0-1 0,0 1 0,1-1 0,-1 0 0,0 0 0,1 0 0,-1-1 0,1 1 0,-1-1 0,7-1 0,-4 0 0,0 0 0,0-1 0,-1 0 0,1 0 0,0-1 0,-1 1 0,0-1 0,0-1 0,0 1 0,0-1 0,0 0 0,-1-1 0,1 1 0,-1-1 0,0 0 0,-1-1 0,6-6 0,-3 0 0,0 0 0,-1 0 0,-1 0 0,0-1 0,0 0 0,-1 0 0,-1 0 0,2-14 0,15-145 0,-13 87 0,3 46 0,-5 26 0,-8 27 0,-6 26 0,1 1 0,2 0 0,-1 59 0,7-87-96,1 17-222,-2 1 1,-1-1 0,-6 32 0,6-54-6509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0.7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24575,'2'4'0,"0"0"0,0 0 0,0 0 0,-1 0 0,0 1 0,0-1 0,0 0 0,0 1 0,0 4 0,0 1 0,5 41 0,-2 0 0,-2 1 0,-6 61 0,-3-8 0,1-117 0,0-17 0,4 2 0,2 0 0,1 0 0,6-35 0,-5 49 0,1 0 0,0 1 0,1-1 0,0 1 0,1-1 0,0 1 0,1 1 0,1-1 0,7-10 0,-12 20 0,0-1 0,0 1 0,0-1 0,0 1 0,0 0 0,1 0 0,-1 0 0,1 0 0,0 0 0,-1 1 0,1-1 0,0 1 0,0 0 0,0 0 0,0 0 0,0 0 0,0 0 0,0 1 0,0-1 0,0 1 0,0 0 0,1 0 0,-1 0 0,0 0 0,0 1 0,0-1 0,0 1 0,0 0 0,0 0 0,0 0 0,0 0 0,0 0 0,0 1 0,-1-1 0,1 1 0,0 0 0,-1 0 0,1 0 0,-1 0 0,3 3 0,3 4 0,-1 1 0,0-1 0,-1 2 0,1-1 0,-2 0 0,0 1 0,0 0 0,6 23 0,-7-14 0,0 0 0,-2 0 0,0 0 0,-1 30 0,-2-44 0,1 0 0,-1 0 0,-1-1 0,1 1 0,-1 0 0,0-1 0,-4 9 0,6-14 0,0 0 0,0 0 0,-1 0 0,1 0 0,0 0 0,0 0 0,0 0 0,-1 1 0,1-1 0,0 0 0,0 0 0,0 0 0,-1 0 0,1 0 0,0-1 0,0 1 0,-1 0 0,1 0 0,0 0 0,0 0 0,0 0 0,0 0 0,-1 0 0,1 0 0,0 0 0,0 0 0,0-1 0,-1 1 0,1 0 0,0 0 0,0 0 0,0 0 0,0-1 0,0 1 0,0 0 0,-1 0 0,1 0 0,0 0 0,0-1 0,0 1 0,-7-11 0,4 4 0,1-1 0,-1 1 0,2-1 0,-1 0 0,1 0 0,0 1 0,1-1 0,0 0 0,0 0 0,1 0 0,0 0 0,0 0 0,4-11 0,3-6 0,0 0 0,22-42 0,-22 50 0,0 1 0,2 0 0,0 1 0,14-18 0,-20 28 0,1 1 0,-1 0 0,1 0 0,0 0 0,-1 0 0,2 1 0,-1 0 0,0 0 0,1 0 0,-1 0 0,1 1 0,0 0 0,0 0 0,0 1 0,0 0 0,7-1 0,-11 2 0,0 0 0,1 0 0,-1 0 0,0 0 0,0 1 0,0-1 0,1 1 0,-1-1 0,0 1 0,0 0 0,0 0 0,0 0 0,0 0 0,0 0 0,0 0 0,2 3 0,0-1 0,-1 0 0,-1 0 0,1 1 0,0-1 0,-1 1 0,0 0 0,1-1 0,0 6 0,3 6 0,-1 1 0,0 1 0,3 23 0,-6-28 0,4 21 0,-2 0 0,-2 0 0,0 0 0,-2 1 0,-2-1 0,-6 38 0,6-63-94,-1 8-160,1-1-1,1 1 1,0 0 0,2 27 0,0-34-6572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1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0 24575,'0'0'0,"0"0"0,11 26 0,-3 12 0,-2 1 0,-2 0 0,-2 77 0,-19 118 0,16-230 0,-23 172 0,12-101 0,2 0 0,2 105 0,13-155 0,-2-11 0,-11-28 0,3-1 0,0 0 0,0-1 0,2 1 0,0-1 0,0 1 0,2-1 0,0 0 0,0 0 0,3-17 0,3-6 0,1 0 0,17-59 0,-22 93 0,1 0 0,0-1 0,0 1 0,0 0 0,1 0 0,-1 0 0,1 1 0,0-1 0,0 0 0,1 1 0,0 0 0,6-6 0,-7 7 0,1 1 0,0 0 0,0 0 0,0 0 0,1 0 0,-1 0 0,0 1 0,1 0 0,-1 0 0,0 0 0,1 1 0,-1-1 0,1 1 0,0 0 0,7 1 0,-2 0 0,0 1 0,0 0 0,-1 1 0,1 0 0,-1 0 0,0 1 0,0 0 0,0 1 0,-1-1 0,1 2 0,11 9 0,-15-11 0,0 0 0,0 1 0,-1 0 0,0 0 0,1 0 0,-1 1 0,-1-1 0,1 1 0,-1 0 0,0 0 0,-1 0 0,1 0 0,-1 0 0,0 1 0,-1-1 0,0 1 0,0-1 0,1 10 0,-3-10 0,0 0 0,0 0 0,-1 0 0,1 0 0,-1 0 0,0-1 0,-1 1 0,1-1 0,-5 7 0,-1 0 0,0 1 0,-18 19 0,15-21 20,-1 0 0,1-1 0,-2-1 0,0 0 0,-20 11 0,8-7-515,-1-2 0,-31 11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1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0 223 24575,'0'0'0,"0"0"0,0 0 0,0 0 0,0 0 0,0 0 0,19 9 0,-11-5 0,1 0 0,-1-1 0,1 0 0,0-1 0,0 0 0,1 0 0,-1-1 0,0 0 0,0-1 0,1 0 0,-1 0 0,0-1 0,1 0 0,-1-1 0,0 0 0,0 0 0,0-1 0,0 0 0,-1-1 0,1 0 0,-1 0 0,14-10 0,-18 10 0,0 0 0,-1 0 0,0 0 0,0 0 0,0-1 0,0 1 0,-1-1 0,1 0 0,-1 0 0,0 0 0,-1 0 0,1 0 0,-1 0 0,0 0 0,0 0 0,-1 0 0,1-8 0,-1 5 0,0 1 0,-1-1 0,1 0 0,-2 1 0,1-1 0,-1 0 0,0 1 0,0 0 0,-1-1 0,0 1 0,-6-9 0,9 14 0,-2 1 0,1-1 0,0 1 0,0-1 0,0 1 0,-1 0 0,1-1 0,0 1 0,-1 0 0,0 0 0,1 0 0,-1 0 0,1 0 0,-1 0 0,0 1 0,0-1 0,0 1 0,1-1 0,-1 1 0,0-1 0,-3 1 0,2 0 0,-1 1 0,1-1 0,-1 1 0,1 0 0,-1 0 0,1 0 0,-1 0 0,1 0 0,0 1 0,-6 3 0,-1 2 0,1 0 0,-1 1 0,1 0 0,1 1 0,-15 18 0,9-7 0,2-1 0,0 2 0,1 0 0,1 0 0,-10 34 0,15-39 0,1 0 0,0 0 0,1 0 0,1 1 0,1 0 0,0-1 0,1 1 0,4 27 0,-3-39 4,0 0 1,0-1-1,1 1 0,0 0 0,0-1 0,0 0 0,0 1 0,0-1 0,1 0 1,0 0-1,0 0 0,0-1 0,1 1 0,-1-1 0,1 0 0,0 0 0,-1 0 1,1 0-1,1 0 0,-1-1 0,0 0 0,1 0 0,-1 0 0,1-1 0,-1 1 1,1-1-1,0 0 0,7 0 0,2 1-169,0-1 0,0-1 0,0 0 0,0-1 0,1-1 0,-1 0 0,-1-1 0,23-7 0,-22 5-6661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2.4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 24575,'1'2'0,"0"1"0,0-1 0,0 1 0,0 0 0,-1-1 0,1 1 0,0 4 0,0 2 0,20 77 0,16 146 0,-36-221 0,0 0 0,0 1 0,-1-1 0,-3 21 0,3-31 0,0-1 0,0 0 0,-1 1 0,1-1 0,0 0 0,0 1 0,0-1 0,0 0 0,-1 0 0,1 1 0,0-1 0,0 0 0,-1 0 0,1 1 0,0-1 0,0 0 0,-1 0 0,1 0 0,0 1 0,-1-1 0,1 0 0,0 0 0,0 0 0,-1 0 0,1 0 0,0 0 0,-1 0 0,1 0 0,0 0 0,-1 0 0,1 0 0,0 0 0,-1 0 0,0 0 0,-17-6 0,-14-12 0,31 17 0,0 0 0,0 0 0,1 0 0,-1 0 0,0 0 0,1 0 0,-1 0 0,1 0 0,-1 0 0,1 0 0,-1 0 0,1 0 0,0 0 0,0 0 0,-1 0 0,1-1 0,0 1 0,0 0 0,0 0 0,1-3 0,4-26 0,-3 22 0,-1-2 0,1 0 0,1 0 0,-1 0 0,2 0 0,-1 0 0,2 0 0,-1 1 0,1 0 0,0 0 0,1 0 0,0 1 0,1 0 0,13-14 0,-9 13 0,0 1 0,1 0 0,-1 1 0,2 0 0,-1 1 0,1 1 0,0 0 0,0 0 0,0 1 0,1 1 0,17-3 0,6 7-1365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3.1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0 24575,'-1'12'0,"-55"400"0,5-110 0,-3 25 0,45-233 0,5-128 0,0 10 0,4 4 0,0 1 0,1-1 0,1 1 0,1-1 0,0 1 0,2 0 0,0 0 0,15-34 0,-18 49 0,1 1 0,-1 0 0,1-1 0,-1 1 0,1 1 0,0-1 0,0 0 0,0 1 0,1-1 0,-1 1 0,1 0 0,-1 0 0,1 0 0,-1 1 0,1-1 0,0 1 0,0 0 0,0 0 0,0 0 0,0 1 0,0-1 0,0 1 0,0 0 0,0 0 0,0 0 0,0 1 0,0-1 0,0 1 0,0 0 0,0 0 0,0 1 0,0-1 0,4 3 0,-2 0 0,0 0 0,0 0 0,0 0 0,-1 0 0,0 1 0,0 0 0,0 0 0,0 1 0,-1-1 0,0 1 0,0 0 0,0 0 0,-1 0 0,0 1 0,0-1 0,-1 1 0,1 0 0,-1 0 0,-1-1 0,0 1 0,1 12 0,0-7-96,0 11 210,0 29 0,-2-44-280,0-1 0,-1 0-1,-1 1 1,1-1-1,-1 0 1,0 0 0,-1 0-1,-3 8 1,-2-1-6660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3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22 24575,'-7'23'0,"-16"34"0,14-36 0,1 1 0,-7 26 0,14-39 0,-1 1 0,1 0 0,1 0 0,0 0 0,1 14 0,0-19 0,-1-1 0,1 1 0,0-1 0,0 1 0,1-1 0,-1 1 0,1-1 0,0 0 0,0 0 0,0 0 0,0 0 0,1 0 0,6 6 0,-7-8 0,0-1 0,0 0 0,0 0 0,0 0 0,0 0 0,1-1 0,-1 1 0,0-1 0,0 1 0,1-1 0,-1 0 0,0 0 0,1 0 0,-1 0 0,0 0 0,1 0 0,-1-1 0,0 1 0,4-2 0,1 0 0,0 0 0,0-1 0,0 0 0,10-6 0,-9 3 0,-1 1 0,1-1 0,-1-1 0,-1 0 0,1 0 0,-1 0 0,0 0 0,-1-1 0,0 0 0,4-9 0,-1 2 0,-1-1 0,-1 0 0,-1 0 0,7-29 0,-11 38 0,0 1 0,0-1 0,-1 0 0,0 1 0,0-1 0,0 0 0,-1 1 0,-3-12 0,3 15 0,0-1 0,0 1 0,-1-1 0,0 1 0,1 0 0,-1 0 0,-1-1 0,1 1 0,0 1 0,-1-1 0,1 0 0,-1 0 0,0 1 0,0 0 0,0 0 0,-4-3 0,6 5 0,0-1 0,-1 1 0,1-1 0,-1 1 0,1 0 0,-1 0 0,1 0 0,-1-1 0,1 1 0,-1 1 0,1-1 0,-1 0 0,1 0 0,-1 0 0,1 1 0,-1-1 0,1 1 0,0-1 0,-1 1 0,1 0 0,0-1 0,-1 1 0,1 0 0,0 0 0,0 0 0,0 0 0,0 0 0,-2 1 0,0 2 0,0-1 0,0 0 0,0 1 0,1 0 0,-1 0 0,1-1 0,0 1 0,-3 7 0,-3 25-1365,5-21-5461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3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0 24575,'0'0'0,"0"0"0,0 0 0,0 0 0,0 2 0,5 66 0,-3-1 0,-3 0 0,-18 119 0,-3-62 0,-43 134 0,55-207-1365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4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246 628 24575,'4'-9'0,"-1"0"0,0 0 0,0 0 0,-1 0 0,0-1 0,-1 1 0,0-1 0,-1 1 0,-1-18 0,1 21 0,0 1 0,-1-1 0,0 1 0,0-1 0,-1 1 0,1-1 0,-1 1 0,0 0 0,-1 0 0,1 0 0,-1 0 0,0 0 0,0 1 0,-1-1 0,1 1 0,-1 0 0,-7-7 0,8 10 0,-1-1 0,1 0 0,-1 1 0,1 0 0,-1 0 0,1 0 0,-1 0 0,0 1 0,1-1 0,-1 1 0,0 0 0,0 0 0,1 0 0,-1 1 0,0-1 0,1 1 0,-1 0 0,0 0 0,1 0 0,-1 0 0,1 1 0,-6 3 0,2-1 0,-1 0 0,1 1 0,0 0 0,0 0 0,0 0 0,1 1 0,0 0 0,-11 14 0,9-9 0,1 1 0,1 1 0,-1-1 0,2 1 0,0 0 0,0 0 0,1 0 0,1 1 0,-2 18 0,4-21 0,0-1 0,1 1 0,0-1 0,1 1 0,0-1 0,1 1 0,0-1 0,0 0 0,1 0 0,1 0 0,0 0 0,0 0 0,6 9 0,-9-17 0,1 0 0,-1 1 0,1-1 0,0 0 0,-1 0 0,1 0 0,0 0 0,0 0 0,0-1 0,0 1 0,1 0 0,-1-1 0,0 0 0,1 1 0,-1-1 0,1 0 0,-1 0 0,5 0 0,-3 0 0,-1-1 0,1 0 0,-1 0 0,1-1 0,-1 1 0,1-1 0,-1 0 0,0 1 0,1-2 0,-1 1 0,0 0 0,5-3 0,2-2 0,-1 0 0,0-1 0,0 0 0,-1 0 0,0-1 0,0 0 0,11-15 0,-4 0 0,0-1 0,-2 0 0,10-27 0,25-77 0,-41 109 0,28-90 0,-5-2 0,17-120 0,-47 221 0,-3 8 0,-7 21 0,0 23 0,1 1 0,2 1 0,3-1 0,0 52 0,-6 54 0,6-121 0,0 0 0,-2-1 0,-13 36 0,-15 34-1365,32-89-5461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5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96 231 24575,'12'-2'0,"0"0"0,1-1 0,-1 0 0,0-1 0,18-8 0,-25 9 0,0 0 0,0-1 0,-1 1 0,1-1 0,-1 0 0,0 0 0,0-1 0,0 1 0,0-1 0,-1 0 0,0 0 0,0 0 0,0 0 0,3-8 0,-3 4 0,1 0 0,-1 0 0,-1-1 0,4-18 0,-6 26 0,0 0 0,1-1 0,-1 1 0,0 0 0,0 0 0,-1 0 0,1 0 0,0 0 0,-1 0 0,1 0 0,-1-1 0,0 1 0,1 0 0,-1 1 0,0-1 0,0 0 0,-1 0 0,1 0 0,0 1 0,0-1 0,-1 0 0,1 1 0,-1-1 0,0 1 0,1 0 0,-1 0 0,0-1 0,0 1 0,-3-1 0,0 0 0,0 0 0,0 0 0,0 0 0,0 1 0,0 0 0,0 0 0,0 0 0,0 1 0,-1 0 0,1 0 0,0 0 0,0 1 0,0-1 0,0 1 0,-1 1 0,1-1 0,1 1 0,-1-1 0,0 1 0,0 1 0,1-1 0,-1 1 0,-4 3 0,-1 2 0,1 0 0,0 1 0,1 0 0,0 0 0,0 1 0,1 0 0,0 0 0,1 1 0,0 0 0,1 0 0,0 0 0,0 1 0,1 0 0,1-1 0,-3 22 0,3-12 0,1 0 0,1 0 0,1 0 0,0 0 0,2-1 0,1 1 0,0 0 0,10 29 0,-12-47 0,0 0 0,1 0 0,-1-1 0,1 1 0,0-1 0,0 1 0,0-1 0,0 0 0,0 0 0,0 0 0,1 0 0,-1 0 0,1 0 0,0-1 0,-1 1 0,6 1 0,5 2 0,0 0 0,17 4 0,-21-7 15,0-1 0,0 0 0,0 0 0,0-1 0,0 0 0,1 0 0,17-4 0,-9 0-510,0-1 0,32-13 0,-31 10-6331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5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0,0 11 0,0 2 0,6 322 0,-5-308 0,-1-13 0,1-30 0,2-16 0,1 0 0,14-49 0,-13 62 0,1 1 0,1-1 0,1 2 0,1-1 0,17-26 0,-23 39 0,1 1 0,-1 0 0,1 0 0,0 0 0,0 0 0,0 1 0,1 0 0,-1-1 0,1 1 0,6-2 0,-8 3 0,0 1 0,0 0 0,1 0 0,-1 0 0,0 0 0,1 1 0,-1-1 0,0 1 0,1 0 0,-1 0 0,1 0 0,-1 1 0,0-1 0,1 1 0,-1 0 0,0 0 0,5 1 0,27 16-1365,-23-11-5461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9.4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 24575,'0'0'0,"0"0"0,-28 14 0,29-13 0,-1-1 0,1 1 0,-1 0 0,1-1 0,0 1 0,0-1 0,-1 1 0,1 0 0,0-1 0,0 0 0,-1 1 0,1-1 0,0 1 0,0-1 0,0 0 0,0 0 0,0 0 0,-1 1 0,2-1 0,25 8 0,16 1 0,1-2 0,52 1 0,91-6 0,-18 0 0,50 7 0,-161-12-1365,-44 2-5461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29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24575,'0'3'0,"0"0"0,1 0 0,-1-1 0,1 1 0,0 0 0,0 0 0,0-1 0,3 6 0,2 1 0,1 1 0,-1-1 0,2-1 0,-1 1 0,1-1 0,18 14 0,61 38 0,-54-39 0,20 13 0,-16-12 0,-1 3 0,42 37 0,-77-62 0,-1 1 0,1 0 0,0 0 0,0 0 0,-1 0 0,1-1 0,0 1 0,-1 0 0,1 0 0,-1 0 0,1 0 0,-1 0 0,0 1 0,1-1 0,-1 0 0,0 0 0,0 0 0,0 0 0,1 0 0,-1 0 0,0 1 0,-1 0 0,1 0 0,-1 0 0,0 0 0,0 0 0,1 0 0,-1 0 0,-1-1 0,1 1 0,0 0 0,0 0 0,-1-1 0,-1 3 0,-5 3 0,-1 0 0,1-1 0,-18 10 0,22-14 0,-219 113 0,209-108 0,-37 14-1365,32-14-5461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30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0,10 0 0,-1 1 0,0 1 0,13 3 0,17 2 0,296 6 0,-110-10 0,258 37 0,-364-24 0,-118-16 3,-1 0 0,0 0 0,1 0 0,-1 1 0,1-1 0,-1 0 0,1 0 0,-1 0 0,1 0-1,-1 0 1,0 0 0,1 0 0,-1 0 0,1 0 0,-1 0 0,1 0 0,-1 0 0,1 0 0,-1-1 0,0 1 0,1 0-1,-1 0 1,1 0 0,-1-1 0,0 1 0,1 0 0,-1 0 0,0-1 0,1 1 0,-1 0 0,0-1 0,1 1 0,-1 0-1,0-1 1,0 1 0,1-1 0,-1 1 0,0 0 0,0-1 0,1 0 0,-2-1-138,1 1 0,0-1 0,-1 0 0,1 1 0,-1-1 0,1 0 0,-1 1 0,0-1 0,0 1 0,-1-3 0,-4-5-6691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31.2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24575,'22'9'0,"-2"-2"0,1-1 0,0-1 0,0-1 0,0-1 0,35 1 0,20 3 0,-38-2 0,-21-3 0,0 0 0,0 1 0,-1 0 0,0 1 0,29 12 0,-43-15 0,0 0 0,0 0 0,0 0 0,0 0 0,0 1 0,-1-1 0,1 0 0,0 1 0,-1-1 0,1 1 0,-1 0 0,1-1 0,-1 1 0,0 0 0,0 0 0,2 3 0,-3-3 0,0 0 0,0 1 0,1-1 0,-1 0 0,-1 0 0,1 1 0,0-1 0,0 0 0,-1 0 0,0 0 0,1 1 0,-1-1 0,0 0 0,0 0 0,0 0 0,0 0 0,-2 3 0,-11 14 0,0 0 0,0-1 0,-2-1 0,-18 16 0,-76 61 0,81-71 0,-45 37-1365,11-11-5461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36.0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528 1379 24575,'138'6'0,"-84"-2"0,0-3 0,84-8 0,-90 0 0,0-2 0,0-2 0,-1-2 0,52-23 0,-72 25 0,-2-2 0,1-1 0,-2-1 0,0-1 0,-1-1 0,0-1 0,-2-1 0,26-28 0,-18 13 0,0-2 0,-3 0 0,42-76 0,-58 91 0,0-1 0,-2 0 0,0 0 0,-2-1 0,0 1 0,-2-2 0,0 1 0,-2 0 0,0-29 0,-3 19 0,-1-1 0,-2 0 0,-1 0 0,-14-47 0,13 63 0,0 1 0,-1 0 0,-1 0 0,-1 1 0,0 0 0,-1 1 0,0 0 0,-1 0 0,-1 1 0,-14-13 0,-8-2 0,-2 1 0,0 2 0,-2 1 0,-1 2 0,-1 2 0,0 2 0,-2 1 0,0 2 0,-1 3 0,0 0 0,-1 3 0,0 2 0,-1 2 0,1 1 0,-1 3 0,-50 3 0,66 2 0,1 1 0,0 1 0,0 2 0,1 1 0,-1 0 0,2 3 0,-1 0 0,2 1 0,-1 1 0,-26 20 0,15-6 0,2 1 0,0 1 0,2 2 0,1 2 0,-43 57 0,53-58 0,2 0 0,1 1 0,2 1 0,1 1 0,2 0 0,1 1 0,2 1 0,-8 44 0,4 10 0,4-1 0,1 115 0,9-161 0,2 0 0,2-1 0,1 1 0,3-1 0,1 0 0,20 58 0,-25-93 0,1 0 0,1 0 0,0 0 0,0 0 0,0-1 0,1 0 0,0 0 0,1 0 0,-1-1 0,1 0 0,1 0 0,-1-1 0,1 0 0,0 0 0,0-1 0,0 0 0,0 0 0,13 3 0,3 1 0,1-2 0,-1-1 0,1-1 0,0-1 0,40 0 0,-22-5-195,-1-3 0,0-1 0,0-2 0,-1-2 0,0-1 0,53-24 0,-75 28-6631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36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930 1491 24575,'0'0'0,"0"0"0,12-2 0,5 0 0,0-1 0,-1-1 0,1-1 0,0 0 0,-1-1 0,0-1 0,-1-1 0,0 0 0,0-1 0,20-16 0,-23 16 0,-2 0 0,0-1 0,0-1 0,0 0 0,-2 0 0,1-1 0,-1 0 0,-1 0 0,0-1 0,-1 0 0,-1 0 0,0 0 0,4-18 0,-1-8 0,-2 0 0,-2 0 0,-2 0 0,-1-1 0,-2 1 0,-7-46 0,-8-15 0,-34-118 0,38 174 0,-3 0 0,-1 1 0,-1 1 0,-45-74 0,46 91 0,-2 0 0,-1 0 0,-1 2 0,0 1 0,-2 0 0,-1 2 0,-1 0 0,-32-20 0,38 29 0,0 1 0,-1 0 0,0 1 0,-1 2 0,0 0 0,0 0 0,-1 2 0,0 1 0,0 1 0,-22-2 0,26 5 0,0 0 0,0 1 0,0 1 0,1 1 0,-1 0 0,1 1 0,-1 1 0,1 0 0,0 1 0,1 1 0,0 1 0,0 0 0,-14 10 0,6-1 0,1 1 0,1 1 0,1 1 0,1 1 0,1 1 0,-22 33 0,10-7 0,2 1 0,-26 63 0,33-60 0,3 1 0,2 1 0,2 1 0,-11 97 0,18-73 0,4 0 0,11 140 0,-1-162 0,2-1 0,3 0 0,2 0 0,3-2 0,2 0 0,2 0 0,3-2 0,33 54 0,-45-85 0,2-1 0,0-1 0,1 0 0,1-1 0,1 0 0,0-2 0,1 0 0,22 15 0,-28-23 0,0-2 0,0 1 0,0-1 0,1-1 0,-1 0 0,1-1 0,0 0 0,1-1 0,-1-1 0,1 0 0,-1 0 0,1-2 0,-1 1 0,1-2 0,25-4 0,-6-2 0,-1-2 0,0-2 0,-1-1 0,0-1 0,-1-2 0,-1-1 0,0-1 0,35-28 0,-8 1 0,-2-3 0,91-103 0,-59 46-1365,-54 62-5461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37.7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612 1272 24575,'0'0'0,"13"3"0,8-1 0,-1 0 0,0-2 0,1 0 0,-1-1 0,1-2 0,-1 0 0,32-9 0,-17 2 0,-1-2 0,-1-2 0,48-26 0,-51 21 0,-1-1 0,0-1 0,-1-2 0,-2-1 0,0-1 0,-2-1 0,-1-1 0,-1-1 0,-1-1 0,24-45 0,-33 50 0,-1-1 0,-2 0 0,0-1 0,-2 0 0,0 0 0,4-45 0,-8 31 0,-2 0 0,-1 1 0,-10-75 0,6 91 0,-1 0 0,-1 0 0,-1 0 0,-1 1 0,-1 0 0,-1 1 0,-1 0 0,-1 0 0,0 1 0,-2 1 0,-19-22 0,22 28 0,-1 2 0,0-1 0,0 1 0,-2 1 0,1 1 0,-1 0 0,0 0 0,-1 1 0,0 1 0,0 1 0,-1 0 0,0 1 0,0 0 0,0 2 0,0 0 0,-33-2 0,18 5 0,-1 2 0,1 2 0,0 0 0,0 2 0,0 2 0,0 0 0,1 2 0,1 2 0,0 0 0,0 2 0,-45 30 0,30-13 0,1 2 0,1 2 0,2 2 0,2 1 0,2 2 0,-35 48 0,39-41 0,3 1 0,1 1 0,3 1 0,2 2 0,2 0 0,3 2 0,2 0 0,2 0 0,-9 79 0,20-107 0,1 1 0,1 0 0,1 0 0,1 0 0,2 0 0,0-1 0,2 1 0,1-1 0,2 0 0,0 0 0,1-1 0,16 30 0,-17-43 0,0 0 0,0-1 0,2 0 0,-1 0 0,1-1 0,0 0 0,1-1 0,0 0 0,1-1 0,0 0 0,17 8 0,-6-5 0,0 0 0,0-2 0,1-1 0,0-1 0,41 7 0,-18-9 0,-1-2 0,0-2 0,1-1 0,-1-3 0,85-17 0,-72 7 0,0-3 0,-1-2 0,-1-3 0,57-30 0,-78 33-195,-2-2 0,1-1 0,-2-1 0,-1-2 0,-1-2 0,37-38 0,-50 43-6631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38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881 1736 24575,'11'2'0,"28"7"0,0-2 0,68 3 0,-95-10 0,1 0 0,-1-1 0,0-1 0,-1 0 0,1 0 0,0-1 0,-1-1 0,1 0 0,-1 0 0,0-2 0,0 1 0,-1-1 0,13-9 0,-8 3 0,0-1 0,-1 0 0,-1-1 0,-1-1 0,0 0 0,0 0 0,10-20 0,-9 10 0,0-1 0,-2-1 0,-1 0 0,8-31 0,-3-17 0,-2 1 0,3-127 0,-14 120 0,-4 0 0,-3 1 0,-4-1 0,-4 2 0,-23-82 0,27 128 0,-2 1 0,-1 0 0,-1 0 0,-2 1 0,-1 1 0,-1 1 0,-2 0 0,-25-29 0,28 40 0,0 1 0,-1 0 0,0 2 0,-1 0 0,-1 1 0,-1 1 0,0 1 0,0 0 0,-1 2 0,0 0 0,-1 2 0,-42-12 0,38 15 0,-1 1 0,1 1 0,-1 1 0,1 1 0,-1 2 0,0 0 0,1 2 0,-38 9 0,33-4 0,0 2 0,1 1 0,0 1 0,0 1 0,2 2 0,-40 27 0,32-16 0,1 2 0,2 2 0,1 1 0,1 1 0,1 2 0,2 0 0,2 3 0,1 0 0,2 1 0,-27 61 0,32-55 0,1 0 0,3 2 0,2-1 0,2 2 0,2-1 0,2 1 0,2 1 0,2 52 0,4-74 0,1 0 0,1-1 0,1 1 0,2-1 0,0 0 0,2 0 0,0-1 0,2 0 0,0-1 0,2 0 0,1-1 0,0 0 0,2-1 0,0-1 0,1-1 0,2 0 0,-1-1 0,2-1 0,1-1 0,0-1 0,0 0 0,2-2 0,0-1 0,0 0 0,1-2 0,0 0 0,1-2 0,50 10 0,-29-12 15,1-2 0,-1-2 0,0-2 0,1-2 0,-1-3 0,0-1 0,72-19 0,-25-2-510,0-4 0,136-67 0,-193 81-6331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03.6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50 24575,'33'-4'0,"57"-15"0,6 0 0,-51 15-341,1 1 0,-1 2-1,83 10 1,-120-8-6485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0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 24575,'0'0'0,"0"0"0,16 0 0,67 0 0,0-3 0,144-25 0,-211 25-341,0 1 0,0 0-1,30 1 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04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33 24575,'0'0'0,"0"0"0,0 0 0,0 0 0,-4-24 0,4 24 0,0 0 0,0-1 0,0 1 0,0-1 0,0 1 0,0 0 0,0-1 0,0 1 0,-1-1 0,1 1 0,0 0 0,0-1 0,0 1 0,-1 0 0,1-1 0,0 1 0,0 0 0,-1 0 0,1-1 0,0 1 0,-1 0 0,1 0 0,0-1 0,-1 1 0,1 0 0,0 0 0,-1 0 0,1 0 0,-1-1 0,1 1 0,0 0 0,-1 0 0,1 0 0,-1 0 0,1 0 0,0 0 0,-1 0 0,1 0 0,-1 0 0,1 0 0,0 0 0,-1 1 0,1-1 0,0 0 0,-1 0 0,0 0 0,1 1 0,-1-1 0,0 1 0,1-1 0,-1 0 0,1 1 0,-1-1 0,1 1 0,-1-1 0,1 1 0,-1 0 0,1-1 0,0 1 0,-1-1 0,1 1 0,0 0 0,-1-1 0,1 1 0,0 0 0,0-1 0,0 1 0,-1 0 0,1 0 0,0-1 0,0 1 0,0 0 0,0 0 0,0-1 0,1 2 0,60 334 0,-55-274 0,16 127 0,-17-159 0,1-1 0,2 0 0,1-1 0,17 37 0,-25-63 0,-1-1 0,1 1 0,0-1 0,0 1 0,-1-1 0,1 1 0,0-1 0,0 0 0,0 1 0,1-1 0,-1 0 0,0 0 0,0 1 0,1-1 0,-1 0 0,1-1 0,-1 1 0,1 0 0,-1 0 0,1 0 0,0-1 0,-1 1 0,1-1 0,2 1 0,-1-1 0,-1-1 0,1 1 0,-1-1 0,0 0 0,1 0 0,-1 0 0,0 0 0,0 0 0,1 0 0,-1 0 0,0-1 0,0 1 0,-1-1 0,5-3 0,2-4 0,0-1 0,0 0 0,-1 0 0,0 0 0,7-15 0,7-23 0,30-97 0,-3-54 0,14-43 0,-61 239 0,0-3 0,1 1 0,0 0 0,0-1 0,6-8 0,-8 13 0,1 0 0,-1 1 0,1-1 0,-1 1 0,1-1 0,-1 0 0,1 1 0,0-1 0,-1 1 0,1-1 0,0 1 0,-1 0 0,1-1 0,0 1 0,-1-1 0,1 1 0,0 0 0,0 0 0,-1 0 0,1-1 0,0 1 0,0 0 0,0 0 0,-1 0 0,1 0 0,0 0 0,0 0 0,0 0 0,-1 1 0,1-1 0,0 0 0,0 0 0,-1 1 0,1-1 0,0 0 0,-1 1 0,1-1 0,0 1 0,-1-1 0,1 1 0,0-1 0,0 1 0,3 4 0,0-1 0,0 1 0,0-1 0,-1 1 0,1 1 0,-1-1 0,-1 0 0,1 1 0,3 10 0,14 57 0,-11-15 0,-2 1 0,-2 60 0,-4-69 0,2 0 0,2 0 0,21 90 0,-18-112 0,18 39 0,-23-59 0,2 0 0,-1 1 0,1-1 0,1-1 0,-1 1 0,1-1 0,0 0 0,14 11 0,-17-15 0,0-1 0,0 0 0,0-1 0,1 1 0,-1 0 0,0-1 0,1 0 0,-1 0 0,1 0 0,0 0 0,-1 0 0,1-1 0,0 0 0,-1 0 0,1 0 0,0 0 0,-1 0 0,1-1 0,-1 1 0,1-1 0,0 0 0,-1 0 0,1-1 0,-1 1 0,0-1 0,1 0 0,-1 1 0,0-1 0,5-4 0,3-4 0,0 0 0,0 0 0,-1-1 0,0 0 0,-1 0 0,10-16 0,1-7 0,-1-1 0,-1 0 0,-2-2 0,20-66 0,-18 34 0,17-127 0,-32 166-195,-1 0 0,-1 0 0,-2 0 0,-1 0 0,-1 0 0,-12-50 0,12 70-6631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05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1 173 24575,'0'0'0,"0"0"0,0 0 0,0 0 0,0 0 0,0 0 0,2 1 0,46 11 0,94 13 0,56-9 0,-100-9 0,-98-7 0,38 3 0,0-1 0,48-4 0,-75 1 0,0-1 0,-1 0 0,1 0 0,0-1 0,-1-1 0,1 1 0,-1-2 0,0 1 0,-1-1 0,1-1 0,-1 0 0,12-10 0,-18 14 0,0-1 0,-1 1 0,0-1 0,1 0 0,-1 1 0,0-1 0,0 0 0,0-1 0,-1 1 0,1 0 0,-1 0 0,0-1 0,0 1 0,0 0 0,0-1 0,-1 1 0,1-1 0,-1 0 0,0 1 0,0-1 0,0 1 0,0-1 0,-1 1 0,1-1 0,-1 1 0,0-1 0,0 1 0,-1 0 0,-2-7 0,1 5 0,0 0 0,0 0 0,0 0 0,-1 0 0,0 1 0,0 0 0,0-1 0,-1 1 0,1 1 0,-1-1 0,0 1 0,0-1 0,0 1 0,-1 1 0,1-1 0,-1 1 0,-6-2 0,2 2-273,0 1 0,-1 0 0,1 0 0,-19 2 0,0 2-6553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0:06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24575,'113'2'0,"25"3"0,-73 0 0,1-4 0,-1-2 0,0-3 0,70-13 0,-23-5 0,-151 39-1365,31-14-5461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1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242 0 24575,'-11'20'0,"-26"61"0,-86 186 0,85-190-1365,6-12-5461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2.0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0,2 1 0,60 16 0,0-3 0,0-2 0,2-3 0,116 1 0,-125-7-1365,-38-2-5461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2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24575,'24'5'0,"1"-2"0,37 1 0,-35-3 0,17 0 0,61-8 0,21 0 0,-114 7-227,0 1-1,0 1 1,-1 0-1,1 0 1,11 5-1,-13-3-6598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3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30 126 24575,'0'0'0,"0"0"0,0 0 0,0 0 0,-15-9 0,14 8 0,0 1 0,0-1 0,0 1 0,0-1 0,1 0 0,-1 1 0,0-1 0,0 1 0,1-1 0,-1 0 0,0 0 0,1 0 0,-1 1 0,1-1 0,-1 0 0,1 0 0,-1 0 0,1 0 0,0 0 0,0 0 0,-1 0 0,1 0 0,0 0 0,0 0 0,0 0 0,0 0 0,0 0 0,0 0 0,0 0 0,0 0 0,0 0 0,1 0 0,-1 0 0,0 0 0,1 1 0,-1-1 0,0 0 0,2-2 0,-1 1 0,1 0 0,-1 0 0,1 0 0,0 0 0,0 0 0,0 1 0,0-1 0,0 0 0,0 1 0,0 0 0,1-1 0,-1 1 0,0 0 0,5-1 0,21-4 0,0 1 0,30-1 0,32-4 0,90-17 120,-152 25-417,0 1 0,0 1 0,0 2 0,40 6 0,-54-5-6529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4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427 1 24575,'-17'333'0,"6"-54"0,-57 404 0,46-465 0,-17 204 0,38-401 0,-54 637 0,-4-6 0,33 5 0,17-387 0,-13 123 0,-3 108 0,5 61 0,7-244 0,8 70 0,5-227 0,-20 404 0,11-389 0,7-112 0,1-33 0,-1 5 0,4 68 0,-1-102 0,-1 1 0,0 0 0,1-1 0,-1 1 0,1 0 0,0-1 0,0 1 0,0-1 0,0 1 0,0-1 0,1 0 0,-1 1 0,1-1 0,-1 0 0,5 4 0,-3-4 0,0-1 0,0 1 0,0 0 0,0-1 0,1 0 0,-1 1 0,0-1 0,1-1 0,-1 1 0,1 0 0,0-1 0,3 0 0,246 26 120,-209-18-491,0 1-1,-1 3 1,69 26 0,-105-35-6455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5.7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433 0 24575,'6'2'0,"-1"-1"0,1 1 0,-1 0 0,11 6 0,5 2 0,-8-7 0,0 0 0,0-1 0,0-1 0,0 0 0,1 0 0,24-4 0,-4 2 0,-24 0 0,0 0 0,0-1 0,13-3 0,-16 3 0,1 0 0,-1 1 0,0-1 0,1 2 0,-1-1 0,1 1 0,7 0 0,-19 16 0,-39 114 0,25-79 0,1 2 0,-12 66 0,-30 438 0,37-288 0,-6 159 0,-23 452 0,30-720 0,-34 408 0,49-249 86,-15 468-808,-1-182 722,28 0 0,4-370 0,29 709 0,-28 23 602,-11-915-568,-1-52-34,1 0 0,-1 1 0,0-1 0,0 0 0,0 0 0,1 0 0,-1 0 0,0 0 0,0 0 0,0 0 0,1 0 0,-1 0 0,0 0 0,0 0 0,0 0 0,1-1 0,-1 1 0,0 0 0,0 0 0,1-1 0,-1 1 0,-1-1 0,-13-3 0,-17 12 0,-10 0 0,-10-4-117,-197 19-1131,225-20-5578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6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 24575,'0'30'0,"8"123"0,0 66 0,-8-209 0,0 0 0,-1-1 0,1 1 0,1 0 0,0-1 0,0 1 0,1 0 0,0-1 0,1 0 0,0 0 0,4 10 0,-7-19 0,1 0 0,-1 1 0,0-1 0,1 0 0,-1 0 0,1 0 0,-1 0 0,0 1 0,1-1 0,-1 0 0,1 0 0,-1 0 0,1 0 0,-1 0 0,0 0 0,1 0 0,-1 0 0,1 0 0,-1 0 0,0-1 0,1 1 0,-1 0 0,1 0 0,-1 0 0,0 0 0,1-1 0,-1 1 0,1-1 0,13-7 0,-3-1 0,-1-1 0,0 0 0,-1 0 0,-1-1 0,1 0 0,-2-1 0,1 0 0,-2 0 0,9-20 0,4-17 0,14-56 0,-31 98 0,14-55 0,-7 26 0,2 1 0,16-39 0,-26 71 0,1 0 0,-1 0 0,1 0 0,0 0 0,0 0 0,0 0 0,4-4 0,-5 7 0,-1 0 0,1-1 0,0 1 0,-1-1 0,1 1 0,0 0 0,0 0 0,0-1 0,-1 1 0,1 0 0,0 0 0,0 0 0,0 0 0,-1 0 0,1 0 0,0 0 0,0 0 0,0 0 0,0 0 0,-1 0 0,1 1 0,0-1 0,0 0 0,-1 1 0,1-1 0,0 0 0,0 1 0,-1-1 0,1 1 0,-1-1 0,1 1 0,0-1 0,-1 1 0,1 0 0,-1-1 0,1 1 0,-1 0 0,1 0 0,4 6 0,0-1 0,0 1 0,-1 0 0,0 1 0,0-1 0,-1 1 0,5 14 0,11 61 0,-12-45 0,-3-18 0,29 116 0,-26-111 0,2 0 0,0-1 0,18 31 0,-26-54 0,-1 1 0,1-1 0,-1 0 0,1 0 0,0 1 0,0-1 0,0 0 0,0 0 0,0 0 0,0 0 0,0 0 0,0 0 0,0 0 0,0 0 0,1 0 0,-1-1 0,0 1 0,1 0 0,-1-1 0,0 1 0,1-1 0,1 1 0,-1-2 0,-1 1 0,1 0 0,-1-1 0,0 1 0,1-1 0,-1 1 0,0-1 0,1 0 0,-1 1 0,0-1 0,0 0 0,1 0 0,-1 0 0,0 0 0,0 0 0,0 0 0,-1-1 0,2 0 0,3-6 0,0-1 0,0 1 0,-1-1 0,0 0 0,4-15 0,13-70-682,11-122-1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7.7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11 24575,'0'0'0,"0"0"0,0 0 0,0 0 0,0 0 0,25-6 0,-18 7 0,0-1 0,0 1 0,0-1 0,-1 2 0,1-1 0,0 1 0,0 0 0,-1 1 0,0-1 0,1 1 0,-1 0 0,9 7 0,-14-9 0,1 1 0,0 0 0,-1 0 0,1 0 0,-1 0 0,1 0 0,-1 0 0,0 0 0,0 1 0,0-1 0,0 0 0,0 1 0,-1-1 0,1 0 0,-1 1 0,1-1 0,-1 1 0,0-1 0,0 1 0,0-1 0,-1 1 0,1-1 0,0 1 0,-2 2 0,1 2 0,-1 0 0,-1 0 0,1 0 0,-1-1 0,0 1 0,-1-1 0,-5 9 0,-5 2 0,-2 0 0,0-1 0,0 0 0,-2-2 0,-28 20 0,21-16 0,25-18 0,0 0 0,-1 0 0,1 0 0,0 0 0,0 1 0,0-1 0,0 0 0,0 0 0,0 0 0,0 0 0,0 0 0,0 0 0,0 0 0,0 0 0,0 0 0,0 0 0,0 0 0,0 1 0,0-1 0,0 0 0,0 0 0,0 0 0,0 0 0,0 0 0,0 0 0,0 0 0,0 0 0,0 0 0,0 0 0,0 1 0,0-1 0,0 0 0,0 0 0,0 0 0,0 0 0,0 0 0,1 0 0,-1 0 0,0 0 0,0 0 0,0 0 0,0 0 0,0 0 0,0 0 0,0 0 0,0 0 0,0 1 0,0-1 0,0 0 0,0 0 0,1 0 0,-1 0 0,0 0 0,0 0 0,0 0 0,0 0 0,0 0 0,0 0 0,0 0 0,0 0 0,0 0 0,1 0 0,-1 0 0,12 2 0,11-1 0,18-6 0,0-2 0,-1-2 0,0-2 0,54-21 0,-75 25 0,-1-1 0,0-1 0,-1 0 0,0-2 0,17-12 0,-26 16 0,0 0 0,0 0 0,-1-1 0,0 1 0,0-2 0,-1 1 0,0-1 0,0 0 0,-1 0 0,-1 0 0,6-13 0,-4-20 0,-6 32 0,-6 27 0,3 2 0,0 1 0,1 0 0,2 34 0,0-4 0,3 67 0,1-25 0,-4-84-1365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8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 24575,'-8'236'0,"0"-4"0,10-160 0,0-32 0,-5 55 0,0-77 0,3-16 0,1-5 0,5-31 0,59-280 0,-41 189 0,-23 122 0,-1 0 0,1 0 0,0 0 0,0 0 0,0 1 0,0-1 0,1 0 0,-1 1 0,1-1 0,0 1 0,0 0 0,0-1 0,0 1 0,0 0 0,0 0 0,4-3 0,-4 5 0,-1-1 0,0 0 0,1 1 0,-1-1 0,1 1 0,-1-1 0,1 1 0,-1 0 0,1 0 0,-1 0 0,1 0 0,0 0 0,-1 0 0,1 0 0,-1 0 0,1 0 0,-1 1 0,1-1 0,-1 1 0,1-1 0,-1 1 0,0 0 0,1-1 0,-1 1 0,0 0 0,1 0 0,-1 0 0,0 0 0,0 0 0,0 0 0,0 0 0,2 3 0,4 5 0,-1 0 0,0 1 0,0 0 0,-1 0 0,0 0 0,5 17 0,15 70 0,-20-77 0,2 12 0,2 9 0,20 55 0,-24-84 0,0 0 0,1 0 0,0 0 0,1-1 0,1 1 0,-1-2 0,2 1 0,14 13 0,-22-22 0,1-1 0,-1 1 0,1-1 0,0 0 0,0 1 0,-1-1 0,1 0 0,0 0 0,0-1 0,0 1 0,0 0 0,0 0 0,0-1 0,1 0 0,-1 1 0,0-1 0,0 0 0,0 0 0,0 0 0,0 0 0,0 0 0,1-1 0,-1 1 0,0-1 0,0 1 0,0-1 0,0 0 0,0 0 0,0 0 0,-1 0 0,1 0 0,0 0 0,0 0 0,-1-1 0,1 1 0,0-1 0,1-1 0,3-4 0,1-1 0,-1 0 0,0 0 0,-1 0 0,0 0 0,5-13 0,6-18 0,-2 0 0,-2-2 0,-2 1 0,-2-1 0,-1 0 0,-2-1 0,-2 0 0,-2 1 0,-5-56 0,-2 63-1365,5 27-5461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9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24575,'0'0'0,"0"0"0,0 0 0,0 0 0,0 0 0,0 0 0,0 0 0,0 0 0,0 0 0,26 4 0,-4-1 0,4 1 0,28 7 0,-47-9 0,-1-1 0,0 2 0,0-1 0,0 1 0,-1-1 0,1 2 0,0-1 0,-1 1 0,0-1 0,6 6 0,-10-7 0,1-1 0,0 1 0,-1 0 0,1 0 0,-1 0 0,0 0 0,1 0 0,-1 0 0,0 0 0,0 0 0,0 0 0,-1 0 0,1 0 0,0 1 0,-1-1 0,0 0 0,1 1 0,-1-1 0,0 0 0,0 1 0,0-1 0,0 0 0,-1 1 0,1-1 0,-2 4 0,-1 0 0,0 0 0,-1 1 0,0-1 0,-1-1 0,1 1 0,-10 8 0,-16 23 0,28-35 0,1 0 0,-1 1 0,1-1 0,0 1 0,0-1 0,0 1 0,0-1 0,1 1 0,-1 0 0,1-1 0,-1 1 0,1 0 0,0 4 0,0-6 0,1 1 0,-1-1 0,1 0 0,-1 1 0,1-1 0,0 1 0,-1-1 0,1 0 0,0 0 0,0 1 0,0-1 0,0 0 0,0 0 0,0 0 0,0 0 0,1 0 0,-1 0 0,0-1 0,0 1 0,1 0 0,-1-1 0,1 1 0,-1-1 0,0 1 0,1-1 0,-1 1 0,1-1 0,2 0 0,6 1 0,-1 0 0,1 0 0,11-2 0,-17 1 0,16-1-273,1-1 0,0-1 0,-1-1 0,21-6 0,-35 8-6553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49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24575,'2'1'0,"1"-1"0,0 1 0,-1 0 0,1 0 0,0 0 0,-1 0 0,1 0 0,2 2 0,2 1 0,6 3 0,-1 0 0,0 0 0,0 1 0,-1 1 0,-1 0 0,1 1 0,-1 0 0,-1 0 0,0 1 0,10 15 0,-17-22 0,0-1 0,0 1 0,0 0 0,-1 1 0,1-1 0,-1 0 0,0 0 0,0 1 0,-1-1 0,1 0 0,-1 1 0,0-1 0,0 0 0,-1 1 0,1-1 0,-1 1 0,0-1 0,0 0 0,-2 5 0,-3 7 0,-1 1 0,0 0 0,-12 18 0,-14 18 0,-3-2 0,-42 47 0,78-97 0,0-1 0,-1 0 0,1 0 0,0 0 0,0 0 0,0 0 0,0 0 0,0 0 0,0 1 0,0-1 0,-1 0 0,1 0 0,0 0 0,0 0 0,0 0 0,0 1 0,0-1 0,0 0 0,0 0 0,0 0 0,0 0 0,0 1 0,0-1 0,0 0 0,0 0 0,0 0 0,0 0 0,0 1 0,0-1 0,0 0 0,0 0 0,0 0 0,0 0 0,1 0 0,-1 1 0,0-1 0,0 0 0,0 0 0,0 0 0,0 0 0,0 0 0,0 1 0,10 1 0,22-3 0,-18 0 0,4 2-105,1 0 0,-1-2 0,1 0 0,-1-1 0,1-1 0,-1-1 0,0-1 0,-1 0 0,1-1 0,-1-1 0,0 0 0,18-12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50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0,0 0 0,6 105 0,3 400 0,-8-487 0,-2-7 0,1 0 0,0-1 0,1 1 0,1 0 0,-1 0 0,2 0 0,-1-1 0,9 19 0,-11-29 0,0 0 0,1 0 0,-1 0 0,1 0 0,-1 0 0,0 0 0,1 0 0,-1 0 0,1 0 0,-1-1 0,0 1 0,1 0 0,-1 0 0,0 0 0,1-1 0,-1 1 0,0 0 0,1 0 0,-1-1 0,0 1 0,0 0 0,1-1 0,-1 1 0,0 0 0,0-1 0,0 1 0,1 0 0,-1-1 0,0 1 0,0 0 0,0-1 0,0 1 0,0-1 0,11-19 0,2-15 0,-1 0 0,12-64 0,3-83 0,-9 58 0,-2 47 0,-14 69 0,0 0 0,1 0 0,0 0 0,1 0 0,0 1 0,0-1 0,6-6 0,-10 13 0,0 1 0,1-1 0,-1 1 0,0-1 0,1 1 0,-1-1 0,1 1 0,-1-1 0,1 1 0,-1 0 0,1-1 0,0 1 0,-1 0 0,1-1 0,-1 1 0,1 0 0,0 0 0,-1-1 0,1 1 0,0 0 0,-1 0 0,1 0 0,0 0 0,-1 0 0,1 0 0,0 0 0,-1 0 0,1 0 0,0 0 0,1 1 0,-1 0 0,0 0 0,0 0 0,0 0 0,0 0 0,0 0 0,0 0 0,0 0 0,0 0 0,0 0 0,0 1 0,-1-1 0,2 1 0,2 8 0,0 1 0,5 19 0,-8-25 0,12 53 0,-4 0 0,4 71 0,5 36 0,-16-153 0,1 1 0,0-1 0,1 0 0,0 0 0,7 15 0,-7-20 0,0 0 0,0-1 0,1 0 0,0 1 0,0-2 0,1 1 0,-1 0 0,1-1 0,11 8 0,-15-12 0,0 0 0,0 0 0,-1 1 0,1-1 0,0 0 0,0-1 0,0 1 0,0 0 0,1-1 0,-1 1 0,0-1 0,0 1 0,0-1 0,0 0 0,1 0 0,-1 0 0,0 0 0,0 0 0,0-1 0,0 1 0,1-1 0,2-1 0,-2 1 0,0-1 0,0 0 0,0-1 0,0 1 0,-1 0 0,1-1 0,-1 0 0,0 1 0,0-1 0,0 0 0,0 0 0,0 0 0,0 0 0,0-4 0,9-20 0,-1 0 0,-1-1 0,6-40 0,8-93 0,-2 17 0,-20 136-227,1-1-1,1 0 1,0 1-1,0 0 1,8-16-1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50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0,3 9 0,2 9 11,-2-1-1,0 1 1,0-1-1,-2 1 1,-1 20-1,-11 88-419,4-73-610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51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 24575,'2'1'0,"-1"0"0,1 1 0,-1-1 0,1 1 0,-1-1 0,0 1 0,0-1 0,0 1 0,0 0 0,0 0 0,1 1 0,-1-1 0,3 7-1,0 0 0,0 0 0,0 0 1,-2 0-1,1 0 0,-1 0 0,0 1 0,-1-1 0,0 1 0,0 0 0,-1-1 0,-3 19 0,-2 3 30,-2-1 0,-17 50 0,14-52-509,1 1 0,-8 55 0,16-78-6346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52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 24575,'-6'26'0,"2"15"0,1 0 0,3 0 0,1 0 0,10 61 0,-5-52 0,7 70 0,29 366 0,-40-446 0,-2-1 0,-1 1 0,-8 44 0,17-198 0,-1-6 0,18-165 0,-18 237 0,2 1 0,2 0 0,33-85 0,-43 129 0,0 0 0,1 0 0,-1 0 0,1 0 0,0 0 0,0 1 0,0-1 0,0 0 0,0 1 0,6-5 0,-7 7 0,0-1 0,0 1 0,0-1 0,0 1 0,0 0 0,0-1 0,0 1 0,0 0 0,0 0 0,0 0 0,0 0 0,0 0 0,0 0 0,0 0 0,0 1 0,1-1 0,-1 0 0,0 0 0,0 1 0,0-1 0,0 1 0,0-1 0,0 1 0,-1-1 0,1 1 0,0 0 0,0-1 0,0 1 0,0 0 0,-1 0 0,1-1 0,0 1 0,-1 0 0,2 2 0,4 5 0,-1 0 0,1 1 0,-1 0 0,-1 0 0,0 0 0,0 0 0,-1 1 0,3 11 0,11 84 0,-15-97 0,12 173 0,1-6 0,-15-169 0,1 0 0,0 0 0,0 0 0,1 0 0,-1-1 0,1 1 0,0-1 0,1 1 0,0-1 0,0 0 0,4 7 0,-6-12 0,-1 1 0,1-1 0,-1 0 0,1 1 0,-1-1 0,1 0 0,0 1 0,-1-1 0,1 0 0,-1 0 0,1 0 0,0 1 0,-1-1 0,1 0 0,0 0 0,-1 0 0,1 0 0,0 0 0,-1 0 0,1 0 0,0 0 0,-1-1 0,1 1 0,0 0 0,-1 0 0,2-1 0,16-13 0,7-24 0,-16 21 0,-2-1 0,0 0 0,-1-1 0,-1 1 0,5-38 0,2-102 0,-9 89 0,2-5 0,28-140 0,-31 207 14,0 1-1,0 0 0,1 0 0,0 0 1,0 0-1,1 0 0,-1 1 1,8-9-1,3-1-756,22-19 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52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0 24575,'0'0'0,"0"0"0,0 0 0,1 2 0,5 36-170,-1 0-1,-1 0 0,-3 0 1,-1 0-1,-2 0 0,-1 0 1,-16 70-1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52.8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0,19 10 0,16 5 0,-22-9 0,0-1 0,0 1 0,-1 1 0,0 1 0,0-1 0,-1 2 0,15 12 0,-25-18 0,1-1 0,-1 0 0,0 1 0,0-1 0,0 1 0,0-1 0,-1 1 0,1-1 0,-1 1 0,1 0 0,-1-1 0,0 1 0,0 0 0,0-1 0,0 1 0,0 0 0,-1-1 0,1 1 0,-1 0 0,0-1 0,0 1 0,0-1 0,-2 5 0,-3 6 0,-1 0 0,-16 22 0,22-33 0,-45 52 0,14-18 0,32-36 0,0 1 0,0-1 0,0 0 0,0 0 0,-1 1 0,1-1 0,0 0 0,0 1 0,0-1 0,0 0 0,0 1 0,0-1 0,0 0 0,0 1 0,0-1 0,0 0 0,0 1 0,0-1 0,0 0 0,0 1 0,0-1 0,0 0 0,0 1 0,1-1 0,-1 0 0,0 1 0,0-1 0,0 0 0,0 0 0,1 1 0,-1-1 0,0 0 0,1 1 0,12 9 0,18 1 0,-20-9 21,1-1 1,0 0-1,0-1 0,0 0 0,22-4 0,-22 2-319,1 1-1,-1 0 1,1 1-1,22 2 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5:53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 24575,'32'11'0,"-27"-8"0,1-1 0,0 0 0,-1-1 0,1 1 0,0-1 0,0 0 0,0 0 0,8-1 0,18-1 0,1-1 0,-1-2 0,0-2 0,47-13 0,-83 19 0,0 0 0,0 0 0,0 0 0,0-1 0,0 0 0,0 1 0,-5-3 0,-4-1 0,-17-1-1365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09.5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63 24575,'0'0'0,"0"0"0,0 0 0,0 0 0,0 0 0,0 0 0,0 0 0,0 0 0,0 0 0,0 0 0,-19 0 0,-11-2 0,30 0 0,0-1 0,0 1 0,-1-1 0,1 1 0,0 0 0,0-1 0,1 1 0,-1-1 0,0 1 0,1 0 0,0-1 0,-1 1 0,1 0 0,0-1 0,0 1 0,0 0 0,0 0 0,1 0 0,-1 0 0,0 0 0,1 0 0,0 1 0,-1-1 0,1 0 0,2-1 0,-1 0-1365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10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1 24575,'0'0'0,"0"0"0,0 0 0,0 0 0,0 0 0,-7 25 0,-77 210 0,-22 67 0,102-285 0,0 0 0,1 0 0,-2 30 0,5-39 0,0-1 0,0 1 0,1-1 0,0 0 0,0 0 0,0 1 0,1-1 0,0 0 0,1 0 0,0 0 0,4 8 0,-3-10 0,0 0 0,0 0 0,0-1 0,1 1 0,-1-1 0,1 0 0,0 0 0,1-1 0,-1 1 0,0-1 0,1 0 0,0-1 0,0 1 0,0-1 0,0 0 0,0-1 0,0 0 0,0 0 0,0 0 0,9 0 0,11-1 0,0-1 0,-1-1 0,40-8 0,-42 6 0,132-26 0,-154 30 4,0-1-1,-1 1 1,1 0 0,0-1-1,0 1 1,-1-1-1,1 1 1,-1-1 0,1 0-1,-1 1 1,1-1-1,-1 1 1,1-1 0,-1 0-1,1 0 1,-1 1-1,0-1 1,1 0 0,-1 0-1,0 1 1,0-1-1,0 0 1,1 0 0,-1 0-1,0 1 1,0-1-1,0 0 1,0 0 0,0 0-1,-1-1 1,-3-25-1385,4 27 1285,-3-16-6730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10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 24575,'6'16'0,"-1"3"0,-1-1 0,-1 0 0,0 1 0,-2 0 0,-1 35 0,-16 95 0,11-115 0,-61 513 0,41-342 0,24-204 0,0 14 0,1 0 0,0 0 0,2 16 0,1 19 0,-5-85-1365,1 12-5461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11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30 24575,'23'-16'0,"-14"13"0,-1 1 0,1-1 0,0 1 0,0 1 0,0-1 0,1 2 0,-1-1 0,0 1 0,10 1 0,12 3 0,40 10 0,-53-10 0,-1 0 0,-1 2 0,1 0 0,-1 0 0,18 12 0,-24-13 0,-1 1 0,-1 1 0,1-1 0,-1 2 0,0-1 0,-1 1 0,0 0 0,0 0 0,10 17 0,-12-16 0,0-1 0,-1 1 0,0 0 0,-1 0 0,1 0 0,-2 0 0,1 0 0,-2 1 0,1-1 0,-1 1 0,0-1 0,-1 1 0,0 0 0,-1-1 0,-2 14 0,-1-6 0,0 1 0,-2-1 0,0-1 0,-1 1 0,-1-1 0,0 0 0,-1-1 0,-1 0 0,0 0 0,-1-1 0,0 0 0,-2-1 0,-16 14 0,3-5 0,-1 0 0,-1-3 0,-2 0 0,1-2 0,-64 27 0,83-40 0,-1-1 0,0-1 0,0 1 0,-17 0 0,-20 5 0,56-9 0,0 0 0,-1 1 0,1 0 0,0 0 0,13 3 0,2-1 0,83 7 0,198 43 0,-287-48 0,-1 1 0,-1 0 0,1 1 0,-1 1 0,0 1 0,0 0 0,-1 1 0,26 20 0,-40-29 1,0 0 0,0 0 0,0 0-1,0 0 1,0 1 0,1-1 0,-1 0 0,0 0-1,0 0 1,0 0 0,0 0 0,0 0 0,0 0-1,0 0 1,0 0 0,0 0 0,0 0 0,0 0-1,0 0 1,0 1 0,0-1 0,0 0 0,0 0-1,0 0 1,0 0 0,0 0 0,0 0 0,0 0-1,0 0 1,0 0 0,0 0 0,0 0 0,0 1-1,0-1 1,0 0 0,0 0 0,0 0 0,0 0-1,0 0 1,0 0 0,0 0 0,-1 0 0,1 0-1,0 0 1,0 0 0,0 0 0,0 0 0,0 0-1,0 0 1,0 0 0,0 0 0,0 0 0,0 1-1,0-1 1,0 0 0,0 0 0,-1 0 0,1 0-1,0 0 1,0 0 0,0 0 0,0 0 0,0 0 0,0 0-1,0 0 1,0 0 0,0-1 0,-1 1-1,-7 1-818,7-1 216,-7 0-6224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12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479 1597 24575,'-19'-11'0,"4"0"0,0-1 0,1 0 0,-24-28 0,-32-50 0,62 79 0,-27-36 0,2-2 0,3-1 0,1-2 0,-31-80 0,41 83 0,-52-161 0,64 182 0,1 0 0,2 0 0,0-1 0,2 0 0,4-51 0,-1 56 0,2 0 0,1 0 0,1 0 0,1 1 0,2 0 0,0 0 0,1 0 0,1 1 0,1 1 0,1 0 0,0 0 0,31-36 0,-7 16 0,1 3 0,59-50 0,-81 77 0,1-1 0,1 2 0,0 0 0,0 1 0,0 1 0,1 0 0,1 1 0,-1 2 0,1-1 0,21-2 0,5 4 0,0 1 0,-1 3 0,1 1 0,0 2 0,0 3 0,48 11 0,-11 4 0,0 4 0,99 44 0,-143-52 0,0 2 0,56 38 0,-73-43 0,-1 2 0,-1 0 0,0 1 0,-1 1 0,24 32 0,-35-39 0,-1 0 0,1 1 0,-2-1 0,1 1 0,-2 1 0,0-1 0,0 1 0,2 16 0,-2-6 0,-2 1 0,-1-1 0,-2 42 0,-1-42 0,-2-1 0,-1 1 0,0-1 0,-17 39 0,-44 81 0,65-141 0,-15 28 0,-2-2 0,-37 47 0,30-43 0,-29 47 0,27-25 0,-8 14 0,35-67 0,-1 0 0,1 0 0,-1 1 0,1-1 0,-1 0 0,1 0 0,-1 1 0,1-1 0,-1 0 0,1 0 0,-1 0 0,1 0 0,-1 0 0,0 0 0,1 0 0,-1 0 0,1 0 0,-1 0 0,1 0 0,-1 0 0,0 0 0,1 0 0,-1-1 0,1 1 0,-1 0 0,1 0 0,-1-1 0,1 1 0,-1 0 0,1-1 0,-1 1 0,1 0 0,0-1 0,-1 1 0,1-1 0,0 1 0,-1-1 0,1 1 0,0-1 0,-1 0 0,-16-20 0,6 1-1365,2 1-5461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13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1 24575,'-8'29'0,"-7"5"0,-25 42 0,26-53 0,2 0 0,0 1 0,2 1 0,-11 35 0,20-55 0,0 0 0,1 1 0,0-1 0,-1 0 0,2 0 0,-1 1 0,1-1 0,-1 0 0,1 1 0,1-1 0,-1 0 0,1 0 0,0 0 0,0 0 0,0-1 0,1 1 0,0 0 0,0-1 0,0 0 0,6 6 0,-4-4 0,0-1 0,1 0 0,0 0 0,0-1 0,0 0 0,0 0 0,1 0 0,-1-1 0,1 0 0,0 0 0,0 0 0,0-1 0,1 0 0,7 0 0,16 1 0,1-2 0,59-5 0,66-18 0,-44 5 0,-112 16 0,21-2 0,-14 0 0,-8 3 0,0-1 0,0 1 0,0 0 0,0 0 0,0 0 0,0 0 0,0 0 0,0 0 0,0 0 0,0 0 0,0-1 0,0 1 0,0 0 0,0 0 0,0 0 0,0 0 0,0 0 0,0 0 0,0 0 0,0-1 0,0 1 0,0 0 0,0 0 0,0 0 0,0 0 0,0 0 0,0 0 0,0 0 0,0 0 0,0-1 0,0 1 0,0 0 0,0 0 0,-1 0 0,1 0 0,0 0 0,0 0 0,0 0 0,0 0 0,0 0 0,0 0 0,0 0 0,0 0 0,-1 0 0,1 0 0,0 0 0,0 0 0,0 0 0,0 0 0,0 0 0,-1 0 0,-49-17-1365,22 9-5461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43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316 1270 24575,'0'0'0,"0"0"0,-10 18 0,5-8 0,-1 0 0,-1 0 0,1 0 0,-1-1 0,-1 0 0,0-1 0,0 1 0,-10 6 0,14-12 0,1-1 0,0 1 0,-1-1 0,1 0 0,-1-1 0,1 1 0,-1-1 0,0 1 0,0-1 0,0 0 0,0-1 0,0 1 0,0-1 0,0 1 0,0-1 0,0 0 0,0-1 0,0 1 0,0-1 0,0 0 0,0 0 0,1 0 0,-1 0 0,0-1 0,0 1 0,-5-5 0,0 0 0,0-1 0,1 0 0,0 0 0,0-1 0,1 0 0,0 0 0,1-1 0,0 0 0,0 0 0,1 0 0,0-1 0,0 0 0,1 0 0,1 0 0,-4-16 0,0-4 0,1-1 0,2 1 0,1-1 0,2-35 0,2 7 0,3 0 0,3 1 0,15-63 0,-16 101 0,0 0 0,2 0 0,16-31 0,40-55 0,-42 70 0,9-13 0,1 0 0,3 3 0,2 0 0,59-54 0,-61 72 0,2 1 0,1 2 0,49-24 0,-60 35 0,-4 3 0,2 1 0,-1 1 0,1 2 0,0 0 0,0 1 0,1 2 0,0 1 0,43 0 0,-55 2 0,0 1 0,-1 1 0,1 1 0,0 0 0,0 1 0,-1 0 0,1 1 0,-1 0 0,0 1 0,0 1 0,-1 0 0,0 0 0,0 2 0,0-1 0,-1 1 0,0 1 0,-1 0 0,0 1 0,0 0 0,10 13 0,-12-12 0,1 0 0,-1 1 0,-1 0 0,0 0 0,-1 1 0,0 0 0,-1 0 0,-1 0 0,0 0 0,0 1 0,-1 0 0,1 25 0,-3-15 0,-1 0 0,-1-1 0,-1 1 0,-7 34 0,-32 89 0,17-69 0,-12 92 0,33-161 14,-1-1-1,0 1 1,0-1 0,-1 0-1,0-1 1,0 1-1,-1-1 1,-6 7 0,3-3-510,0 0 0,-8 15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44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0 24575,'0'24'0,"-12"431"0,9-304 0,3-146 0,0-3 0,1 1 0,-1-1 0,1 0 0,-1 0 0,1 0 0,0 1 0,0-1 0,0 0 0,1 0 0,-1 0 0,0 0 0,1-1 0,-1 1 0,1 0 0,-1 0 0,1-1 0,0 1 0,0-1 0,0 0 0,0 0 0,0 1 0,0-1 0,0 0 0,3 0 0,0 2 0,1-1 0,0 0 0,0 0 0,0-1 0,0 0 0,0 0 0,11 0 0,7-2 0,-1-1 0,0-1 0,0-1 0,-1-2 0,1 0 0,-1-1 0,0-1 0,-1-1 0,0-1 0,0-1 0,-1 0 0,0-2 0,20-17 0,-33 24-273,-1-1 0,0 1 0,0-1 0,7-12 0,-5 6-6553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03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0 24575,'-19'5'-1365,"13"-4"-5461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55.3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0 24575,'-3'25'0,"-3"7"0,-20 59 0,16-59 0,-10 53 0,10-22 0,3-1 0,2 1 0,6 97 0,7-125-1365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56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173 937 24575,'12'31'0,"-1"-2"0,25 49 0,-33-73 0,0-1 0,0 1 0,1-1 0,-1 0 0,1 0 0,0 0 0,0-1 0,0 0 0,1 1 0,-1-1 0,1-1 0,0 1 0,-1-1 0,1 0 0,1 0 0,-1 0 0,8 1 0,-1-1 0,1 0 0,-1-1 0,0-1 0,1 0 0,-1-1 0,23-4 0,-17 2 0,-1-1 0,0-1 0,0 0 0,-1-1 0,1-1 0,29-18 0,-35 18 0,0-1 0,-1-1 0,1 0 0,-2 0 0,1-1 0,-1 0 0,-1 0 0,0-1 0,12-23 0,3-14 0,-2-2 0,-3 0 0,-1-1 0,-3-1 0,9-69 0,-16 71 0,1-53 0,-7 79 0,-2 0 0,-1-1 0,-1 1 0,-8-33 0,8 45 0,-2 0 0,0 0 0,-1 0 0,0 1 0,0 0 0,-1 0 0,-1 1 0,0-1 0,0 2 0,-1-1 0,-10-8 0,-5-2 0,0 1 0,-2 1 0,-42-22 0,55 33 0,-2 0 0,1 1 0,-1 0 0,1 1 0,-1 1 0,-1 1 0,1 0 0,-25-2 0,30 5 0,1 0 0,-1 1 0,1 0 0,-1 0 0,1 1 0,-1 0 0,1 1 0,0 0 0,0 0 0,1 1 0,-1 0 0,1 1 0,-1 0 0,1 0 0,-10 10 0,-3 4 0,1 2 0,1 0 0,0 2 0,2 0 0,1 0 0,1 2 0,1 0 0,-21 51 0,19-30 0,1 2 0,2 0 0,3 1 0,-7 68 0,14-82 0,2 0 0,1-1 0,1 1 0,2 0 0,2-1 0,18 68 0,-17-82 0,1 0 0,1 0 0,1 0 0,0-1 0,2-1 0,0 0 0,1 0 0,1-1 0,1-1 0,0 0 0,1 0 0,27 20 0,-32-30 0,0 0 0,0 0 0,1-1 0,0-1 0,0 1 0,0-2 0,0 0 0,0 0 0,1-1 0,0 0 0,11-1 0,21 1 0,69-9 0,-78 5 0,-29 2-80,0-1 0,0 1-1,0-1 1,0 0 0,0 0-1,0 0 1,0-1 0,-1 0-1,1 0 1,0-1 0,-1 0 0,0 0-1,1 0 1,-1 0 0,0-1-1,4-4 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6:59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0 281 24575,'6'2'0,"0"-1"0,1 0 0,-1 0 0,0-1 0,1 0 0,-1 0 0,0 0 0,1-1 0,-1 0 0,11-2 0,5-1 0,416-78 0,-372 68 0,748-121 0,-379 108 0,-334 23 0,448-9 0,-397 11 0,924 25 0,-954-15 0,329 30 0,376 34 0,-422-42 0,-209-13 0,-49-4 0,331 15 0,96 4 0,-542-30 0,182 8 0,-2 0 0,-158-5 0,102 24 0,-147-27-1365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00.4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 24575,'-16'23'0,"10"-18"0,-1 0 0,0-1 0,-15 8 0,-8 5 0,73-13 0,-1-4 0,110 5 0,-130-2 0,-1 0 0,0 1 0,0 1 0,-1 1 0,23 10 0,-40-15 0,0 0 0,0 0 0,-1 0 0,1 1 0,-1-1 0,1 1 0,-1 0 0,1-1 0,-1 1 0,0 0 0,0 1 0,0-1 0,0 0 0,0 0 0,-1 1 0,1-1 0,-1 1 0,1 0 0,-1-1 0,0 1 0,0 0 0,0 0 0,-1 0 0,1-1 0,-1 1 0,1 4 0,-2 1 0,0-1 0,0 1 0,0-1 0,-1 1 0,-1-1 0,1 0 0,-1 0 0,0 0 0,-6 8 0,-4 9 0,-1-1 0,-1-1 0,-24 27 0,29-38 0,0-1 0,0 0 0,-1 0 0,0-2 0,-1 1 0,0-1 0,-1-1 0,-12 7 0,52-8 0,-8-8 0,-1 0 0,1-1 0,-1-1 0,32-12 0,18-3 0,89-18-1365,-151 36-5461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01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460 1001 24575,'0'0'0,"0"0"0,0 0 0,0 0 0,0 0 0,11-4 0,10-6 0,-1-1 0,0 0 0,-1-2 0,0 0 0,0-1 0,-2-1 0,0 0 0,19-24 0,-10 10 0,-2-1 0,-2-1 0,0-1 0,18-40 0,-30 53 0,-2 0 0,-1-1 0,0 1 0,-2-1 0,0-1 0,-1 1 0,-1-1 0,-1 1 0,-1-32 0,-2 23 0,0-16 0,-2-1 0,-10-44 0,11 83 0,-1-1 0,0 1 0,0-1 0,-1 1 0,0 0 0,0 0 0,0 1 0,-1-1 0,0 1 0,-1 0 0,1 1 0,-1-1 0,0 1 0,-1 0 0,-10-7 0,-9-3 0,0 1 0,-50-19 0,50 23 0,-1 1 0,-1 1 0,0 1 0,0 2 0,0 0 0,0 2 0,-1 1 0,1 2 0,-37 3 0,50-1 0,0 1 0,0 0 0,0 1 0,0 1 0,1 0 0,0 1 0,0 1 0,-15 9 0,19-9 0,0 1 0,0 0 0,0 0 0,1 1 0,1 0 0,0 1 0,0 0 0,0 0 0,2 0 0,-12 23 0,8-9 0,2 0 0,0 0 0,2 0 0,0 1 0,2 0 0,-2 49 0,13 157 0,-5-191 0,1 16 0,2 0 0,3 1 0,26 97 0,-27-135 0,0 0 0,2 0 0,0-1 0,0 0 0,23 29 0,-22-35 0,0 0 0,1-1 0,0-1 0,1 1 0,0-2 0,0 0 0,1 0 0,22 10 0,-16-10 0,0-2 0,1 0 0,0-1 0,0-2 0,32 5 0,-18-6 0,0-1 0,51-4 0,-59-1-151,0-1-1,0-1 0,-1-1 0,1-1 1,-1-2-1,-1 0 0,1-1 1,39-25-1,-41 21-6674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05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0 24575,'0'0'0,"0"0"0,0 0 0,0 0 0,0 0 0,0 0 0,0 0 0,0 0 0,0 0 0,0 0 0,10 0 0,1 1 0,0 0 0,0 1 0,-1 0 0,1 0 0,0 1 0,15 7 0,63 33 0,-50-23 0,-9-5 0,67 36 0,-87-45 0,0 1 0,0 0 0,-1 0 0,0 1 0,0 0 0,13 18 0,-20-23 0,0-1 0,-1 1 0,1 0 0,-1-1 0,0 1 0,0 0 0,0 0 0,0 0 0,0 0 0,-1 0 0,1 0 0,-1 0 0,0 0 0,0 0 0,0 0 0,0 0 0,-1 0 0,1 0 0,-1 0 0,1 0 0,-1 0 0,0-1 0,-1 1 0,1 0 0,0 0 0,-1-1 0,1 1 0,-1-1 0,-3 5 0,-6 5 0,-1 1 0,0-2 0,0 0 0,-20 13 0,10-7 0,-134 102 0,149-115 0,0 0 0,-1-1 0,0 1 0,0-1 0,0-1 0,0 0 0,-1 0 0,1 0 0,-10-1 0,-5 3 0,30-5 0,-1 1 0,1 0 0,-1 1 0,1-1 0,6 2 0,11 1 0,-16-2 0,21 0 0,-1 1 0,44 10 0,-64-10 0,0 0 0,-1 1 0,1 0 0,0 0 0,-1 0 0,0 1 0,0 0 0,0 1 0,-1 0 0,1 0 0,-1 0 0,0 0 0,9 12 0,-14-14 0,1 0 0,0 0 0,-1 1 0,0-1 0,0 0 0,0 1 0,0-1 0,0 1 0,-1-1 0,0 1 0,1 0 0,-1-1 0,0 1 0,-1-1 0,1 1 0,-1-1 0,0 1 0,1-1 0,-2 1 0,0 3 0,-3 6 0,-1-1 0,0 1 0,-15 22 0,12-23 0,0-1 0,-1 1 0,0-2 0,-1 1 0,0-2 0,-1 1 0,1-1 0,-16 8 0,-16 6 0,-52 20 0,30-14 0,61-28-59,1 1 0,-1-1-1,0 0 1,1 0-1,-1 0 1,0 0 0,0-1-1,1 0 1,-1 0 0,0 0-1,0 0 1,0 0 0,0-1-1,1 0 1,-1 1 0,0-1-1,0-1 1,1 1-1,-1-1 1,1 1 0,-1-1-1,-5-4 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06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1434 24575,'0'0'0,"13"25"0,-10-21 0,0 1 0,0-1 0,1 1 0,0-1 0,0 0 0,0 0 0,0-1 0,1 1 0,-1-1 0,1 0 0,0 0 0,0-1 0,0 1 0,0-1 0,1 0 0,5 1 0,13 3 0,0-1 0,32 3 0,-47-7 0,9 1 0,1-1 0,-1-1 0,0-1 0,26-3 0,-33 2 0,-1-1 0,1 1 0,-1-2 0,0 1 0,0-1 0,0-1 0,0 0 0,16-11 0,-17 8 0,0 0 0,0-1 0,-1-1 0,0 1 0,-1-1 0,0 0 0,0-1 0,-1 0 0,8-21 0,1-6 0,14-63 0,-15 37 0,-3 1 0,-3-2 0,-3 1 0,-2-1 0,-8-74 0,-5 30 0,-5-1 0,-35-125 0,42 205 0,-1 1 0,-26-55 0,28 70 0,0 0 0,-2 1 0,0 0 0,0 0 0,-1 1 0,0 0 0,-21-17 0,22 22 0,-1 1 0,0 0 0,0 0 0,0 1 0,-1 0 0,0 1 0,0 0 0,0 1 0,0 0 0,-18-1 0,12 2 0,0 1 0,0 1 0,0 0 0,0 1 0,0 1 0,-27 7 0,33-5 0,0 0 0,1 0 0,-1 1 0,1 1 0,0 0 0,0 0 0,1 1 0,0 0 0,0 0 0,1 1 0,-1 1 0,2-1 0,-1 1 0,1 1 0,1-1 0,-7 14 0,-5 11 0,1 2 0,2 0 0,-16 56 0,0 17 0,-32 212 0,56-256 0,2 0 0,3 0 0,4 0 0,15 115 0,-14-163 0,1 1 0,1-1 0,0 0 0,1-1 0,14 29 0,-15-36 0,0-1 0,1 0 0,0 0 0,1-1 0,-1 1 0,1-1 0,1-1 0,-1 1 0,1-1 0,0-1 0,18 10 0,-3-5 0,1-1 0,0-1 0,1-1 0,0-1 0,0-1 0,0-1 0,1-2 0,-1 0 0,49-4 0,13-7 0,130-29 0,-202 34 0,7 0-105,-1-1 0,1-1 0,-1-1 0,-1 0 0,0-2 0,0-1 0,0 0 0,-1-1 0,-1-1 0,0-1 0,-1-1 0,25-24 0,-10 1-6721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07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0 24575,'0'0'0,"0"0"0,0 0 0,0 0 0,0 0 0,0 0 0,0 0 0,0 0 0,0 0 0,-10 0 0,-34 0 0,44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16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1 105 24575,'4'6'0,"1"-1"0,0 1 0,1-1 0,-1 0 0,1-1 0,0 0 0,0 1 0,1-2 0,-1 1 0,1-1 0,-1 0 0,1 0 0,10 2 0,30 11 0,1-2 0,1-2 0,0-2 0,99 7 0,0-16 0,-92-3 0,105 12 0,-160-10 0,0 0 0,0 0 0,0 0 0,-1 1 0,1-1 0,0 0 0,0 1 0,0-1 0,0 1 0,-1-1 0,1 1 0,0-1 0,0 1 0,-1 0 0,1-1 0,0 1 0,-1 0 0,1 0 0,-1-1 0,1 1 0,-1 0 0,1 1 0,0 0 0,0 1 0,-1-1 0,1 1 0,-1-1 0,1 1 0,-1-1 0,0 1 0,0 3 0,-1 0 0,0 0 0,0-1 0,0 1 0,0-1 0,-1 1 0,0-1 0,0 0 0,-3 6 0,-26 35 0,15-22 0,1 0 0,-12 27 0,-95 246 0,56-131 0,51-126 0,1 0 0,-15 71 0,28-109 0,0-1 0,0 0 0,0 0 0,-1 0 0,1 0 0,0-1 0,-1 1 0,1 0 0,-1 0 0,1-1 0,-1 1 0,1-1 0,-1 1 0,1-1 0,-1 0 0,0 1 0,1-1 0,-1 0 0,-2 0 0,2-20 0,-1-22 0,-3 1 0,-16-62 0,8 44 0,0-4 0,-61-255 0,52 240 0,-3 2 0,-38-78 0,49 125 0,-1 1 0,-1 0 0,-2 1 0,-31-35 0,30 46 120,11 11-321,9 5 182,1 0 0,-1 0 0,0 0 0,0 0 1,0 0-1,0 0 0,0 0 0,0 0 0,0 0 0,0 0 0,0 0 0,0 0 1,0 0-1,0 0 0,0 0 0,1 1 0,-1-1 0,0 0 0,0 0 0,0 0 0,0 0 1,0 0-1,0 0 0,0 0 0,0 0 0,0 0 0,0 0 0,0 0 0,0 0 1,0 1-1,0-1 0,0 0 0,0 0 0,0 0 0,0 0 0,0 0 0,0 0 0,0 0 1,0 0-1,0 0 0,0 0 0,0 1 0,0-1 0,0 0 0,0 0 0,0 0 1,-1 0-1,1 0 0,0 0 0,0 0 0,0 0 0,0 0 0,0 0 0,0 0 0,0 0 1,0 0-1,0 0 0,0 0 0,0 0 0,0 0 0,0 0 0,-1 0 0,1 1 1,0-1-1,0 0 0,0 0 0,0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16.8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 1 24575,'-2'76'0,"-2"0"0,-27 143 0,29-209-53,2 1 0,-1 0-1,1-1 1,1 1 0,0-1-1,1 1 1,3 12 0,-2-8-886,-1-5-5887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17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10 110 24575,'4'0'0,"0"0"0,1 0 0,-1-1 0,0 1 0,0-1 0,8-2 0,2 0 0,119-24 0,-87 16 0,-1 2 0,71-5 0,114 13 0,-231 24 0,-1-15 0,0 0 0,0-1 0,-1 1 0,0-1 0,0 1 0,-1-1 0,1 0 0,-2 0 0,-5 8 0,-5 8 0,-140 275 0,98-144 0,5-14 0,19-64 0,33-75 0,0-1 0,0 0 0,-1 0 0,1 1 0,0-1 0,0 0 0,0 0 0,-1 0 0,1 1 0,0-1 0,0 0 0,-1 0 0,1 0 0,0 0 0,-1 1 0,1-1 0,0 0 0,0 0 0,-1 0 0,1 0 0,0 0 0,-1 0 0,1 0 0,0 0 0,-1 0 0,1 0 0,0 0 0,0 0 0,-1 0 0,1 0 0,0 0 0,-1 0 0,1 0 0,-1-1 0,-15-7 0,13 6 0,1 0 0,-1 0 0,0-1 0,1 1 0,0 0 0,-1-1 0,1 0 0,-3-5 0,3-1 0,0-1 0,1 0 0,1 1 0,0-1 0,0 0 0,2-11 0,-1-5 0,-1 1 0,-1 0 0,-1 1 0,-1-1 0,-2 1 0,0 0 0,-1 0 0,-11-26 0,-11-23 0,-45-88 0,53 120-341,2-1 0,2 0-1,-17-77 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18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24575,'25'9'0,"-14"-3"0,31 10 0,-1 2 0,51 32 0,-89-49 0,0 1 0,-1 0 0,1 0 0,-1 0 0,1 0 0,-1 0 0,0 0 0,0 1 0,0-1 0,0 1 0,-1-1 0,1 1 0,0 0 0,-1 0 0,0-1 0,0 1 0,0 0 0,1 6 0,-1-4 0,-1 1 0,0-1 0,0 0 0,0 0 0,-1 0 0,0 0 0,0 0 0,0 0 0,0 0 0,-1 0 0,-2 4 0,1-1 0,-1-1 0,0 0 0,-1 0 0,1 0 0,-1 0 0,0-1 0,-1 1 0,0-1 0,0-1 0,0 1 0,0-1 0,-1 0 0,0-1 0,-10 6 0,8-7 0,0 2 0,15 8 0,-5-12 0,0-1 0,0 1 0,0 0 0,0-1 0,0 1 0,0-1 0,0 1 0,0-1 0,0 1 0,0-1 0,1 0 0,-1 0 0,0 1 0,0-1 0,0 0 0,0 0 0,0 0 0,1 0 0,-1 0 0,2-1 0,32-6 0,-9 2 0,68 4 43,-56 1-1451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19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90 24575,'1'2'0,"0"1"0,0 0 0,0-1 0,1 1 0,-1-1 0,1 0 0,-1 1 0,1-1 0,0 0 0,0 0 0,0 0 0,0 0 0,1-1 0,-1 1 0,0 0 0,1-1 0,-1 0 0,1 1 0,3 0 0,14 5 0,0-2 0,1 0 0,-1-1 0,1-1 0,40 0 0,107-14 0,-2 0 0,-144 11 0,-8 0 0,0 0 0,-1 0 0,1 2 0,23 4 0,-69 11 0,27-16 0,0 0 0,0 1 0,0-1 0,1 1 0,-1 1 0,0-1 0,1 1 0,0-1 0,-1 1 0,1 0 0,0 1 0,1-1 0,-1 1 0,1-1 0,-1 1 0,1 0 0,0 1 0,1-1 0,-4 7 0,-6 15 0,-15 45 0,-1 4 0,12-38 0,2 1 0,1 1 0,-14 69 0,-6-94 0,27-18 0,0-1 0,1 1 0,-1-1 0,1 0 0,0 0 0,0 0 0,0-1 0,1 0 0,0 0 0,0 0 0,-6-13 0,1-5 0,0 0 0,-5-28 0,-9-24 0,-14-19 0,-76-139 0,75 182 0,52 71-1365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20.7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1 24575,'0'0'0,"0"0"0,0 0 0,0 0 0,0 0 0,0 0 0,0 0 0,0 0 0,0 0 0,0 0 0,0 0 0,9 4 0,119 51 0,-47-21 0,-80-34 0,1 1 0,-1 0 0,1 1 0,-1-1 0,0 0 0,0 0 0,1 1 0,-1-1 0,0 0 0,0 1 0,0-1 0,0 1 0,-1 0 0,1-1 0,0 1 0,-1 0 0,1-1 0,-1 1 0,1 0 0,-1 0 0,0-1 0,0 3 0,1 1 0,-1-1 0,0 0 0,0 0 0,-1 0 0,1 1 0,-1-1 0,0 0 0,-2 4 0,-1 1 0,-1 0 0,0-1 0,0 1 0,-1-1 0,0-1 0,-1 1 0,0-1 0,0 0 0,0 0 0,-1-1 0,0 0 0,-10 5 0,1-1 0,0 0 0,-1-1 0,-1-2 0,1 0 0,-21 5 0,9-7 0,15-3 0,35 2 0,2-1 0,1 1 0,-1 1 0,0 2 0,0 0 0,24 11 0,-32-11 0,1 1 0,-2 0 0,1 1 0,-1 0 0,0 1 0,-1 1 0,21 22 0,-31-29 0,1-1 0,-1 1 0,1-1 0,-1 1 0,0 0 0,0 0 0,-1-1 0,1 1 0,-1 1 0,0-1 0,0 0 0,0 0 0,-1 0 0,1 1 0,-1-1 0,0 0 0,0 0 0,-1 1 0,1-1 0,-1 0 0,0 0 0,0 0 0,0 0 0,-1 0 0,0 0 0,1 0 0,-1 0 0,-3 4 0,-2 2 0,1-1 0,-2 0 0,1 0 0,-1-1 0,0 0 0,-1 0 0,0-1 0,0 0 0,-11 7 0,-99 48 0,100-53 0,-1-2 0,0 0 0,0-2 0,-29 6 0,49-12-22,-1 1 0,1 0 0,-1 0 0,1-1 0,0 1 0,-1 0 0,1-1 0,0 1 0,-1 0 0,1-1 0,0 1 0,0-1 0,0 1 0,-1-1 0,1 1 0,0 0 1,0-1-1,0 1 0,0-1 0,0 1 0,0-1 0,-1 1 0,1-1 0,0 1 0,1-1 0,-1 1 0,0-1 0,0 1 0,0 0 0,0-2 0,0 1-662,0-8-6142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5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24575,'10'140'0,"-9"176"0,4-45 0,-4-269 0,-1 1 0,0 0 0,0 0 0,0-1 0,0 1 0,-1 0 0,1-1 0,-2 5 0,2-7 0,0 0 0,0 0 0,0 0 0,0 0 0,0 1 0,-1-1 0,1 0 0,0 0 0,0 0 0,0 0 0,0 0 0,-1 1 0,1-1 0,0 0 0,0 0 0,0 0 0,-1 0 0,1 0 0,0 0 0,0 0 0,-1 0 0,1 0 0,0 0 0,0 0 0,0 0 0,-1 0 0,1 0 0,0 0 0,0 0 0,-1 0 0,1 0 0,0 0 0,0 0 0,0 0 0,-1-1 0,-13-10 0,13 8 0,-1 1 0,0-1 0,1 0 0,-1 0 0,1 0 0,0 0 0,0 0 0,0 0 0,0 0 0,1 0 0,-1 0 0,1 0 0,0-1 0,0-4 0,6-51 0,-4 45 0,2-8 0,0 0 0,1 0 0,2 1 0,0 0 0,12-26 0,-16 43 0,-1 0 0,1 0 0,0 1 0,0-1 0,0 1 0,1-1 0,-1 1 0,1 0 0,0 0 0,5-3 0,44-21 0,-49 25 0,1 1 0,0 0 0,0 1 0,0-1 0,0 1 0,0 0 0,0 0 0,0 0 0,0 1 0,0 0 0,0 0 0,0 0 0,-1 1 0,1-1 0,0 1 0,-1 0 0,1 0 0,-1 1 0,1 0 0,3 3 0,-2 0 0,-1 1 0,0-1 0,-1 1 0,0 0 0,0 0 0,0 1 0,-1-1 0,0 1 0,0 0 0,1 8 0,2 15 0,3 42 0,2 12 0,-9-77-1365,-1-1-5461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5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24575,'0'23'0,"0"315"0,0-352-1365,0 0-5461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5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24575,'34'171'-1365,"-31"-157"-5461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6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171 553 24575,'6'-6'0,"1"-1"0,-2 0 0,1 0 0,-1-1 0,0 0 0,0 0 0,-1 0 0,0 0 0,0-1 0,-1 1 0,3-12 0,-5 15 0,-1 0 0,1 0 0,-1 0 0,1 0 0,-1 0 0,-1 0 0,1 0 0,-1 0 0,0 1 0,0-1 0,0 0 0,0 0 0,-1 1 0,0-1 0,0 0 0,-1 1 0,1 0 0,-1 0 0,0-1 0,0 2 0,-7-8 0,7 7 0,-1 1 0,0 0 0,1 0 0,-1 1 0,-1-1 0,1 1 0,0 0 0,-1 0 0,1 0 0,-1 1 0,1-1 0,-1 1 0,0 0 0,1 1 0,-1-1 0,0 1 0,0 0 0,0 0 0,1 0 0,-1 1 0,0 0 0,0 0 0,1 0 0,-1 0 0,1 1 0,-1-1 0,1 1 0,-1 1 0,1-1 0,0 0 0,0 1 0,0 0 0,0 0 0,1 0 0,-1 1 0,1-1 0,0 1 0,0-1 0,0 1 0,0 0 0,1 1 0,0-1 0,-4 9 0,1 7 0,1 1 0,1-1 0,1 1 0,0 0 0,2 0 0,3 33 0,-2-34 0,0-12 0,0 0 0,0-1 0,1 1 0,0-1 0,1 0 0,-1 1 0,1-1 0,1 0 0,0 0 0,0-1 0,0 1 0,0-1 0,1 0 0,0 0 0,1-1 0,7 8 0,-10-10 0,1 0 0,0-1 0,-1 1 0,1-1 0,0 1 0,0-1 0,0 0 0,0-1 0,1 1 0,-1-1 0,0 0 0,1 0 0,-1 0 0,1 0 0,-1-1 0,1 0 0,-1 0 0,1 0 0,-1-1 0,1 1 0,-1-1 0,1 0 0,-1 0 0,0-1 0,1 1 0,-1-1 0,0 0 0,7-4 0,-1-2 0,0-1 0,-1 0 0,1 0 0,-2-1 0,0 0 0,0-1 0,0 1 0,-2-2 0,1 1 0,-1-1 0,-1 0 0,5-17 0,6-20 0,15-87 0,-28 121 0,37-257 0,-29 183 0,-43 281 0,-19 174 0,50-322-455,2-1 0,10 63 0,-9-92-6371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7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261 367 24575,'0'0'0,"0"0"0,1-9 0,-1-1 0,-1 1 0,1 0 0,-2-1 0,1 1 0,-4-11 0,4 18 0,0 0 0,0 0 0,-1 0 0,1 0 0,0 0 0,-1 0 0,1 0 0,-1 0 0,1 1 0,-1-1 0,0 0 0,0 1 0,0 0 0,0-1 0,0 1 0,0 0 0,0 0 0,0 0 0,0 1 0,0-1 0,-1 0 0,1 1 0,0-1 0,-1 1 0,1 0 0,0 0 0,-1 0 0,1 0 0,-4 1 0,-1 0 0,0 0 0,0 0 0,0 1 0,1 0 0,-1 1 0,1-1 0,-1 1 0,1 0 0,0 1 0,0 0 0,1 0 0,-1 0 0,1 0 0,0 1 0,0 0 0,0 0 0,-5 8 0,1 0 0,0 1 0,0-1 0,2 1 0,0 0 0,0 1 0,-7 25 0,9-17 0,0 0 0,2 1 0,0 0 0,2 26 0,1-45 0,0-1 0,1 1 0,-1-1 0,1 1 0,0 0 0,1-1 0,-1 0 0,1 1 0,0-1 0,0 0 0,0 0 0,1 0 0,-1 0 0,1 0 0,0-1 0,0 1 0,0-1 0,1 0 0,-1 0 0,1 0 0,0 0 0,-1 0 0,1-1 0,1 0 0,-1 0 0,0 0 0,0 0 0,1-1 0,-1 0 0,1 0 0,-1 0 0,1 0 0,0-1 0,-1 1 0,1-1 0,0 0 0,-1-1 0,1 1 0,-1-1 0,1 0 0,-1 0 0,1 0 0,-1-1 0,1 0 0,-1 1 0,0-2 0,0 1 0,0 0 0,0-1 0,0 0 0,-1 0 0,4-3 0,11-14 0,-1-1 0,-1 0 0,-1-1 0,-1-1 0,0 0 0,-2-1 0,-1 0 0,-1-1 0,7-27 0,7-39 0,15-116 0,-20 96 0,-46 207 0,11-7-273,3 0 0,4 1 0,4 0 0,11 148 0,-5-231-6553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7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0 225 24575,'35'-3'0,"0"-2"0,-1-2 0,1-1 0,-2-1 0,45-19 0,-72 24 0,0 0 0,0 0 0,-1-1 0,1 1 0,-1-1 0,0-1 0,-1 1 0,1-1 0,-1 0 0,0 0 0,0 0 0,-1 0 0,0-1 0,0 1 0,-1-1 0,4-14 0,-6 19 0,0 0 0,0 0 0,0 0 0,0 0 0,-1-1 0,1 1 0,-1 0 0,0 0 0,1 0 0,-1 1 0,0-1 0,0 0 0,0 0 0,0 0 0,0 1 0,-1-1 0,1 0 0,-1 1 0,1-1 0,-1 1 0,1 0 0,-1-1 0,0 1 0,1 0 0,-1 0 0,0 0 0,0 0 0,0 0 0,-4 0 0,2-1 0,-1 0 0,0 1 0,0 0 0,0 0 0,0 1 0,-1-1 0,1 1 0,0 0 0,0 0 0,0 1 0,-9 1 0,2 3 0,0 0 0,0 0 0,1 1 0,-1 1 0,2-1 0,-1 2 0,1 0 0,0 0 0,1 1 0,-1 0 0,2 0 0,-1 1 0,-9 16 0,12-17 0,0 0 0,1 1 0,0-1 0,0 1 0,1 0 0,0 0 0,1 1 0,1-1 0,-1 1 0,2-1 0,-1 1 0,1 0 0,1 0 0,0 0 0,1-1 0,2 18 0,-1-22 0,0-1 0,1 0 0,-1 1 0,1-1 0,0 0 0,0-1 0,1 1 0,-1 0 0,1-1 0,0 0 0,0 0 0,1 0 0,-1 0 0,1-1 0,0 0 0,0 0 0,0 0 0,0-1 0,9 4 0,-1-1 0,0-1 0,0 0 0,0-1 0,0 0 0,1-1 0,-1-1 0,19 0 0,-23-2 0,0 0 0,0 0 0,0 0 0,0-1 0,0-1 0,-1 0 0,1 0 0,-1 0 0,0-1 0,0-1 0,0 1 0,0-1 0,-1 0 0,0-1 0,0 0 0,0 0 0,-1 0 0,0-1 0,0 0 0,-1 0 0,1-1 0,3-8 0,7-16 0,-1 1 0,-2-2 0,-1 0 0,9-44 0,-18 66 0,-1 5 0,0 0 0,1 1 0,-1 0 0,1-1 0,0 1 0,1 0 0,-1 0 0,1 1 0,0-1 0,0 1 0,0 0 0,7-5 0,-11 9 0,1 0 0,-1 0 0,0 0 0,0-1 0,0 1 0,0 0 0,1 0 0,-1 0 0,0 0 0,0 0 0,0 0 0,1 0 0,-1 0 0,0 0 0,0 0 0,0 0 0,1 0 0,-1 0 0,0 0 0,0 0 0,0 0 0,0 0 0,1 0 0,-1 0 0,0 1 0,0-1 0,0 0 0,1 0 0,-1 0 0,0 0 0,0 0 0,0 0 0,0 0 0,0 1 0,1-1 0,-1 0 0,0 0 0,0 0 0,0 0 0,0 1 0,0-1 0,0 0 0,0 0 0,0 0 0,0 1 0,5 15 0,-1 16 0,-4 20 0,-2 1 0,-2-1 0,-14 64 0,7-48 0,30-120 0,2-33 0,-10 39 0,1 0 0,35-84 0,-45 127 0,0 0 0,0 0 0,0 0 0,0 0 0,1 1 0,-1-1 0,1 1 0,-1-1 0,1 1 0,0 0 0,0 0 0,0 1 0,0-1 0,0 0 0,0 1 0,1 0 0,-1 0 0,0 0 0,1 0 0,-1 0 0,1 1 0,-1-1 0,1 1 0,-1 0 0,1 0 0,-1 1 0,1-1 0,-1 1 0,1-1 0,-1 1 0,1 0 0,-1 0 0,0 1 0,0-1 0,0 1 0,1-1 0,-1 1 0,-1 0 0,1 0 0,0 1 0,4 3 0,2 5 0,-1 0 0,0 1 0,-1 0 0,0 0 0,-1 1 0,0-1 0,-1 1 0,0 1 0,-1-1 0,-1 1 0,0-1 0,-1 1 0,0 0 0,-1 0 0,-1 0 0,0 0 0,-3 21 0,-3 6-682,0 50-1,6-82-6143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8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1 24575,'0'0'0,"0"0"0,0 0 0,0 0 0,0 0 0,-1 2 0,-16 367 0,13-226 0,3-135-36,-3 97-629,12 139 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59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266 211 24575,'0'0'0,"0"0"0,14-15 0,-10 9 0,0 1 0,-1-1 0,1-1 0,-2 1 0,1 0 0,-1-1 0,0 1 0,0-1 0,0 1 0,-1-1 0,0 0 0,-1-12 0,0 15 0,0-1 0,0 1 0,-1 0 0,0 0 0,0 0 0,0-1 0,0 1 0,-1 0 0,1 1 0,-1-1 0,0 0 0,0 0 0,-1 1 0,1-1 0,-1 1 0,0 0 0,0 0 0,0 0 0,0 0 0,0 0 0,-6-3 0,5 4 0,0-1 0,0 1 0,-1 0 0,1 1 0,-1-1 0,1 1 0,-1 0 0,1 0 0,-1 0 0,0 1 0,0-1 0,1 1 0,-1 0 0,0 1 0,-5 0 0,4 0 0,0 1 0,0 0 0,0 0 0,0 1 0,1 0 0,-1 0 0,0 0 0,1 1 0,0-1 0,0 1 0,-4 5 0,-3 2 0,1 1 0,0 0 0,1 1 0,1 0 0,0 1 0,1 0 0,0 0 0,-10 27 0,14-29 0,0 1 0,1-1 0,0 1 0,1 0 0,1 0 0,0 0 0,1-1 0,0 1 0,1 0 0,0 0 0,5 19 0,-4-24 0,0 1 0,1-1 0,0 0 0,1 0 0,0 0 0,8 11 0,-11-17 0,0 0 0,1 1 0,0-1 0,-1-1 0,1 1 0,0 0 0,0 0 0,0-1 0,0 1 0,0-1 0,0 1 0,1-1 0,-1 0 0,0 0 0,1 0 0,-1 0 0,1-1 0,-1 1 0,1 0 0,-1-1 0,1 0 0,-1 0 0,1 0 0,0 0 0,-1 0 0,1 0 0,2-1 0,4-2 0,-1 0 0,1 0 0,-1-1 0,0 0 0,-1 0 0,1-1 0,-1 0 0,1-1 0,-1 1 0,-1-1 0,1-1 0,7-9 0,5-9 0,-2-1 0,19-36 0,8-12 0,-44 74 0,0-1 0,1 1 0,-1 0 0,0-1 0,0 1 0,0 0 0,0-1 0,1 1 0,-1 0 0,0-1 0,0 1 0,1 0 0,-1 0 0,0-1 0,1 1 0,-1 0 0,0 0 0,0 0 0,1 0 0,-1-1 0,0 1 0,1 0 0,-1 0 0,1 0 0,-1 0 0,0 0 0,1 0 0,-1 0 0,0 0 0,1 0 0,-1 0 0,0 0 0,1 0 0,0 0 0,5 12 0,-1 20 0,-5 46 48,-2-45-754,6 51-1,-2-73-6119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8:00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 43 24575,'0'20'0,"3"86"0,-3 73 0,0-177 0,-1 13 0,0 0 0,1 0 0,3 16 0,-3-29 0,0 1 0,0-1 0,0 1 0,1-1 0,-1 1 0,1-1 0,0 1 0,0-1 0,0 0 0,0 1 0,0-1 0,0 0 0,1 0 0,-1 0 0,1 0 0,-1 0 0,1 0 0,0 0 0,0 0 0,0-1 0,0 1 0,0-1 0,0 0 0,0 1 0,1-1 0,2 1 0,-1-2 0,-1 0 0,0 0 0,0 0 0,0-1 0,0 1 0,-1-1 0,1 0 0,0 0 0,0 0 0,0 0 0,0-1 0,-1 1 0,1-1 0,-1 1 0,1-1 0,2-3 0,38-35 0,-43 40 0,13-15 0,0-1 0,-1-1 0,0 0 0,-2 0 0,0-1 0,12-29 0,30-118 0,-20 56 0,-30 108 0,0 8 0,0 12 0,-15 481 0,10-456 0,-23 217 0,21-233 0,-1 0 0,-1-1 0,-2 0 0,-1 0 0,-1 0 0,-1-1 0,-16 25 0,19-37 0,-2 1 0,0-2 0,-1 1 0,-22 19 0,27-28 0,1 1 0,-1-1 0,0-1 0,0 1 0,-1-1 0,0 0 0,1-1 0,-1 0 0,0 0 0,0-1 0,-16 3 0,20-5 0,0 0 0,-1 0 0,1 0 0,0 0 0,0-1 0,0 0 0,-1 0 0,1 0 0,0 0 0,0 0 0,0-1 0,1 0 0,-1 0 0,0 0 0,1 0 0,-1-1 0,1 1 0,0-1 0,-1 0 0,-3-5 0,2 2 0,1 0 0,1 1 0,-1-1 0,1-1 0,0 1 0,1 0 0,-1-1 0,1 1 0,1-1 0,-1 0 0,0-11 0,-1-25-1365,3 5-5461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8:00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1 342 24575,'17'0'0,"25"0"0,1-1 0,70-12 0,-100 10 0,0 0 0,0 0 0,-1-2 0,1 0 0,-1 0 0,0-1 0,0 0 0,-1-1 0,0 0 0,0-1 0,0-1 0,16-16 0,-17 13 0,0 0 0,-1 0 0,-1-1 0,13-26 0,-18 33 0,0 0 0,0-1 0,-1 0 0,0 0 0,-1 0 0,1 0 0,-1 0 0,-1 0 0,1 0 0,-1 0 0,0 0 0,-2-12 0,1 17 0,1-1 0,-1 1 0,0 0 0,0 0 0,0-1 0,0 1 0,0 0 0,0 0 0,0 0 0,0 0 0,-1 0 0,1 0 0,-1 1 0,0-1 0,0 0 0,1 1 0,-1-1 0,0 1 0,-4-2 0,2 1 0,1 1 0,-1 0 0,1 0 0,-1 0 0,0 1 0,0-1 0,1 1 0,-1 0 0,0 0 0,0 0 0,-5 2 0,-3 0 0,0 2 0,0-1 0,0 1 0,1 1 0,-1 0 0,-18 13 0,5 0 0,1 1 0,1 2 0,1 0 0,1 1 0,1 1 0,1 1 0,1 1 0,1 0 0,1 2 0,-14 32 0,25-47 0,-1 0 0,2 1 0,0 0 0,0 0 0,1 0 0,-1 19 0,3-26 0,1-1 0,0 1 0,0-1 0,1 1 0,0-1 0,0 0 0,0 1 0,0-1 0,1 0 0,0 0 0,0 1 0,0-2 0,1 1 0,0 0 0,0 0 0,0-1 0,0 1 0,6 5 0,0-2 0,0-1 0,0 0 0,0 0 0,1 0 0,0-1 0,1-1 0,12 6 0,-16-9 0,0 0 0,0 0 0,0 0 0,0-1 0,1 0 0,-1 0 0,0-1 0,0 0 0,1 0 0,-1-1 0,0 0 0,0 0 0,8-2 0,5-4-114,0-1 1,-1 0-1,0-2 0,0 0 0,-1-1 1,-1 0-1,0-2 0,0 0 0,-1-1 1,-1-1-1,25-30 0,-19 16-6712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8:00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24575,'12'29'0,"-2"0"0,0 1 0,-2 0 0,7 53 0,-10-52 0,21 148 0,-26-173 0,0 1 0,0-1 0,-1 0 0,0 1 0,-3 9 0,2-8 0,1-8 0,1 0 0,-1 0 0,1 0 0,-1 0 0,1 0 0,-1 0 0,1 0 0,-1 0 0,1 0 0,-1 0 0,1 0 0,-1 0 0,1-1 0,-1 1 0,1 0 0,-1 0 0,1-1 0,-1 1 0,1 0 0,-1-1 0,1 1 0,0-1 0,-1 1 0,1 0 0,0-1 0,-1 0 0,-2-4 0,0 0 0,1-1 0,0 1 0,0-1 0,1 1 0,-1-1 0,1 0 0,0 0 0,1 0 0,-1 0 0,1 1 0,1-12 0,1-6 0,11-43 0,-8 47 0,1-1 0,0 1 0,2 1 0,0-1 0,1 1 0,1 1 0,23-32 0,-26 41 0,-1 0 0,1 0 0,0 1 0,1 1 0,-1-1 0,1 1 0,1 0 0,-1 1 0,1 0 0,0 0 0,0 1 0,1 0 0,-1 1 0,1 0 0,-1 0 0,1 1 0,17-2 0,-10 4-273,-1 1 0,0 0 0,1 1 0,16 5 0,-13-2-6553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14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1883 695 24268,'0'27'0,"-3"0"0,0 0 0,-2 0 0,-2 0 0,-1 0 0,-1-1 0,-2 0 0,-1 0 0,-1 0 0,-2-2 0,-1 1 0,-2-1 0,0 0 0,-2-1 0,-1-1 0,-2 0 0,0-1 0,-2-1 0,0 0 0,-2-1 0,-1-1 0,0-1 0,-2 0 0,0-2 0,-1 0 0,-1-1 0,-1-1 0,0-1 0,-1-2 0,0 0 0,-1-1 0,0-1 0,-1-1 0,0-1 0,-1-1 0,1-1 0,-1-2 0,0 0 0,0-2 0,0 0 0,0-2 0,0 0 0,1-2 0,-1-1 0,1-1 0,0-1 0,1-1 0,0-1 0,1-1 0,0 0 0,1-2 0,0-1 0,1-1 0,1-1 0,1 0 0,0-2 0,2 0 0,0-1 0,1-1 0,2-1 0,0 0 0,2-1 0,0-1 0,2 0 0,1-1 0,2-1 0,0 0 0,2-1 0,1 1 0,2-2 0,1 0 0,1 0 0,2 0 0,1-1 0,1 0 0,2 0 0,2 0 0,0 0 0,3 0 0,0-1 0,3 1 0,0 0 0,2 0 0,2 0 0,1 1 0,1-1 0,2 1 0,1 0 0,1 1 0,2 0 0,1 0 0,2 1 0,0 1 0,2 0 0,1 0 0,2 2 0,0 0 0,2 0 0,0 1 0,2 2 0,1-1 0,0 2 0,2 1 0,0 0 0,1 1 0,1 2 0,1 0 0,0 1 0,1 1 0,0 1 0,1 1 0,0 1 0,1 1 0,0 1 0,1 2 0,-1 0 0,1 1 0,0 2 0,0 0 0,0 2 0,0 0 0,0 2 0,-1 1 0,1 0 0,-1 2 0,0 1 0,-1 1 0,0 1 0,-1 1 0,0 1 0,-1 1 0,0 1 0,-1 0 0,-1 2 0,-1 1 0,0 0 0,-2 1 0,0 2 0,-1-1 0,-2 2 0,0 1 0,-2 0 0,0 0 0,-2 2 0,-1 0 0,-2 0 0,0 1 0,-2 1 0,-1 0 0,-2 0 0,-1 1 0,-1 0 0,-2 1 0,-1-1 0,-1 1 0,-2 0 0,-2 0 0,0 0 0,-3 1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12.9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212 1 24575,'7'75'0,"0"-3"0,-9 12 0,-16 97 0,-1 58 0,3 423 0,5-335 0,1 144 0,7-337 0,-30 203 0,12-170 0,6 96 0,2-20 0,11-231 0,0 0 0,-1 0 0,0 0 0,-1 0 0,0-1 0,-1 0 0,0 1 0,-1-2 0,0 1 0,-1-1 0,-10 13 0,39-36-1365,-15 9-5461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15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 24575,'1'1'0,"1"1"0,-1 0 0,0 1 0,1-1 0,-1 0 0,0 0 0,-1 0 0,1 1 0,0-1 0,-1 0 0,1 1 0,-1-1 0,1 0 0,-1 1 0,0-1 0,0 1 0,-1 3 0,-1 17 0,1 0 0,1 0 0,0 0 0,2 1 0,8 35 0,-3-8 0,38 625 0,-44-624 0,-2 428 0,-14-63 0,3-26 0,10-365 0,-27 503 0,28-441 0,-13 207 0,8-249 0,3 90 0,3-134 0,1 30 0,-2-26 0,-2-25 0,-6-28-1365,5 24-5461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52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154 0 24575,'-18'8'0,"4"0"0,-29-3 0,33-4 0,-1 0 0,0 1 0,1 0 0,-1 1 0,-14 5 0,28-6 0,0-1 0,0 1 0,0-1 0,0 1 0,1-1 0,-1 0 0,6 1 0,34 2 0,84-3 0,-87-2 0,0 1 0,59 9 0,-95-9 0,0 1 0,0 0 0,-1 0 0,1 0 0,0 0 0,-1 1 0,1-1 0,-1 1 0,1 0 0,-1 0 0,0 0 0,4 5 0,-5-5 0,0 0 0,0 1 0,-1-1 0,1 1 0,-1-1 0,0 1 0,1 0 0,-1-1 0,-1 1 0,1 0 0,0 0 0,-1 0 0,1 0 0,-1-1 0,0 1 0,0 0 0,0 4 0,-2 11 0,-1 0 0,0 0 0,-1-1 0,-1 1 0,-1-1 0,0-1 0,-1 1 0,-1-1 0,-14 22 0,2-7 0,-2-2 0,-1 0 0,-46 42 0,37-38 0,56-24 0,11-2 0,57 5 0,-6-1 0,-64-7 0,0 1 0,0 0 0,0 2 0,-1 1 0,0 0 0,26 15 0,-40-19 0,0 1 0,0 0 0,0 0 0,-1 1 0,0-1 0,0 1 0,-1 1 0,10 12 0,-12-13 0,-1-1 0,1 0 0,-1 1 0,0 0 0,0-1 0,0 1 0,-1 0 0,0 0 0,0 0 0,-1 0 0,0 0 0,0 0 0,-1 11 0,-1-7 0,0 0 0,-1-1 0,0 1 0,0 0 0,-1-1 0,0 0 0,-1 1 0,0-2 0,-12 17 0,-5 2 0,-40 37 0,36-39 0,5-3 0,-19 20 0,-3-2 0,-64 47 0,56-57 0,46-28 0,0 1 0,0-1 0,-1 0 0,1-1 0,-1 1 0,1-1 0,-1 0 0,-6 0 0,12-1 0,0 0 0,-1 0 0,1 0 0,0 0 0,0 0 0,-1-1 0,1 1 0,0 0 0,-1 0 0,1 0 0,0 0 0,-1-1 0,1 1 0,0 0 0,0 0 0,-1-1 0,1 1 0,0 0 0,0 0 0,0-1 0,-1 1 0,1 0 0,0-1 0,0 1 0,0 0 0,0 0 0,0-1 0,0 1 0,0 0 0,0-1 0,0 1 0,0 0 0,0-1 0,0 1 0,0-1 0,0 1 0,0 0 0,0 0 0,0-1 0,0 1 0,0 0 0,0-1 0,0 1 0,0 0 0,1-1 0,-1 1 0,0 0 0,0-1 0,0 1 0,1 0 0,-1 0 0,0 0 0,1-1 0,10-16 0,-11 17 0,15-18-358,33-29 1,-41 40-293,7-5-6176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52.9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424 0 24575,'0'0'0,"0"0"0,0 0 0,0 0 0,0 0 0,-17 23 0,15-21 0,-54 69 0,2 1 0,-53 96 0,-26 126 0,131-289-124,0 0 0,-1-1 0,1 1 0,-1 0 0,-1-1 0,1 0-1,-1 0 1,1 0 0,-1 0 0,-8 6 0,0-1-6702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53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24575,'15'25'0,"12"20"0,18 33 0,92 117 0,-68-113 0,115 144 0,-184-226-16,0 0-1,1 1 1,-1-1-1,0 0 1,0 0-1,1 0 1,-1 0-1,0 0 0,1 0 1,-1 1-1,0-1 1,1 0-1,-1 0 1,0 0-1,1 0 1,-1 0-1,0 0 1,1 0-1,-1-1 1,0 1-1,1 0 0,-1 0 1,0 0-1,1 0 1,-1 0-1,0 0 1,0-1-1,1 1 1,-1 0-1,0 0 1,0 0-1,1-1 1,-1 1-1,0 0 1,0 0-1,1-1 0,-1 1 1,0 0-1,0 0 1,0-1-1,0 1 1,0 0-1,1-1 1,-1 1-1,0 0 1,0-1-1,1 0-571,3-6-6238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53.7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9 24575,'0'0'0,"0"0"0,41-8 0,-48 34 0,-44 100 0,36-97 0,2 1 0,2 0 0,0 1 0,2 0 0,-7 45 0,15-70 0,1 0 0,0 0 0,0 0 0,0-1 0,1 1 0,0 0 0,0 0 0,0 0 0,1-1 0,0 1 0,0 0 0,0-1 0,1 0 0,0 0 0,3 6 0,0-4 0,0 0 0,0-1 0,1 0 0,0 0 0,0 0 0,0-1 0,1 0 0,-1 0 0,13 4 0,55 24 0,44 23 0,-107-49 0,0 0 0,0 1 0,-1 0 0,0 1 0,-1 1 0,0 0 0,10 11 0,-16-15 0,0-1 0,0 1 0,-1 0 0,1 0 0,-1 0 0,-1 0 0,1 1 0,-1-1 0,0 1 0,-1-1 0,1 1 0,-2 0 0,1-1 0,0 1 0,-1 0 0,-1 0 0,0 9 0,-2-5 0,0 0 0,0 0 0,-1-1 0,0 1 0,-1-1 0,0 0 0,-1 0 0,0-1 0,-13 17 0,-1-3 0,0-1 0,-1 0 0,-33 25 0,40-37 0,-1 1 0,0-2 0,0 0 0,-1-1 0,0 0 0,-1-2 0,-18 6 0,29-10 6,-1-1 0,1 0-1,-1 0 1,0 0 0,1-1-1,-1 0 1,0 0 0,0-1 0,1 0-1,-1 0 1,1-1 0,-1 0-1,1 0 1,-1 0 0,1-1-1,0 0 1,0 0 0,0 0 0,1-1-1,-10-7 1,6 3-141,1-1 0,0 1 0,1-1 0,0-1 0,0 0 0,1 0 0,0 0 0,1 0 0,0-1 0,-6-21 0,1-1-6691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54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88 24575,'0'0'0,"0"0"0,0 0 0,0 0 0,96-8 0,1 0 0,64 1 0,-146 8 0,-6-2 0,-17-10 0,-20-31-1365,21 30-5461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02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1 24575,'2'1'0,"0"0"0,0 1 0,-1 0 0,1-1 0,0 1 0,-1 0 0,0 0 0,1 0 0,-1 0 0,0 0 0,0 0 0,0 0 0,0 0 0,0 0 0,-1 0 0,1 1 0,-1-1 0,1 0 0,-1 3 0,3 51 0,-3-44 0,0 797 0,-2-601 0,-5 268 0,-28 2 0,-49 223 0,69-472 0,4-49 0,9-158 0,0 0 0,-2 1 0,0-1 0,-2 0 0,0-1 0,-2 0 0,-17 37 0,25-58 0,-1-1 0,1 1 0,-1 0 0,1 0 0,0-1 0,0 1 0,-1 0 0,1-1 0,0 1 0,-1 0 0,1-1 0,0 1 0,0-1 0,0 1 0,-1 0 0,1-1 0,0 1 0,0-1 0,0 1 0,0-1 0,0 1 0,0-1 0,0 1 0,0 0 0,0-1 0,0 1 0,0-1 0,0 0 0,-2-19 0,4-14-1365,-1 21-5461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04.0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1 24575,'7'17'0,"5"21"0,0 1 0,-3 0 0,-1 0 0,-2 1 0,1 57 0,-15 207 0,1-166 0,2-3 0,-34 456 0,-5-114 0,15-101 0,15-282 0,-53 182 0,29-169 0,17-51 0,-19 77 0,-6 151 0,43-248-341,2 0 0,2 0-1,9 69 1,-7-91-6485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3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 1 24575,'0'0'0,"0"0"0,0 0 0,0 0 0,-1 20 0,-3 7 0,-2 0 0,-1 0 0,-1 0 0,-2-1 0,-13 29 0,1-3 0,-28 89 0,43-114 0,1-1 0,1 1 0,-2 42 0,7-64 0,0 0 0,1 0 0,0 0 0,0 0 0,0 0 0,1 0 0,0 0 0,-1-1 0,2 1 0,-1-1 0,1 1 0,-1-1 0,1 0 0,0 0 0,5 5 0,2 2 0,1-1 0,0-1 0,24 17 0,-25-20 0,1 0 0,1 0 0,-1-1 0,1-1 0,0 0 0,0 0 0,25 3 0,4-3 0,44 0 0,-9-1 0,-69-3 0,0 2 0,0-1 0,0 0 0,0 1 0,0 1 0,0-1 0,12 7 0,-17-7 0,0-1 0,1 0 0,-1 0 0,0 1 0,0 0 0,0-1 0,-1 1 0,1 0 0,0 0 0,-1 0 0,1 0 0,-1 0 0,1 0 0,-1 0 0,0 0 0,0 1 0,0-1 0,0 0 0,0 1 0,-1-1 0,1 1 0,-1-1 0,0 1 0,1-1 0,-1 4 0,-2 3 0,0-1 0,0 1 0,-1-1 0,0 0 0,-1 0 0,1 0 0,-1 0 0,-1-1 0,0 1 0,0-1 0,0 0 0,-1-1 0,0 1 0,0-1 0,-10 7 0,2-2 0,-1 0 0,-1-1 0,1 0 0,-2-2 0,1 0 0,-25 8 0,30-12 0,-1 0 0,0-1 0,0-1 0,0 0 0,-1 0 0,-11-1 0,17-1 0,1-1 0,0 0 0,-1 0 0,1 0 0,0-1 0,0 0 0,0 0 0,0 0 0,0-1 0,0 0 0,1 0 0,-1 0 0,-6-6 0,3 0-136,-1 0-1,2-1 1,-1 0-1,1 0 1,1-1-1,0 0 1,0 0-1,1-1 0,-9-22 1,5 4-6690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4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24575,'2'0'0,"1"1"0,-1-1 0,1 1 0,-1-1 0,1 0 0,-1 0 0,1 0 0,4-1 0,6 0 0,305-6 0,-87-13-1365,-218 18-5461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4.5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342 1 24575,'-1'10'0,"-4"4"0,-1 1 0,0-1 0,-1 0 0,0-1 0,-14 19 0,-53 62 0,35-47 0,1-1 0,14-18 0,1 1 0,-32 53 0,19-3-1365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4.8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24575,'2'3'0,"1"0"0,-1 0 0,1 1 0,-1-1 0,2 7 0,-2-7 0,51 114 0,-39-84 0,0 0 0,2-1 0,22 32 0,-20-37 0,1-2 0,1 0 0,0-2 0,31 27 0,-49-48 5,0-1 0,0 1 0,-1-1-1,1 0 1,0 1 0,0-1 0,1 0 0,-1 0-1,0 0 1,0 0 0,0-1 0,1 1 0,-1-1-1,0 1 1,1-1 0,-1 0 0,0 0-1,1 0 1,-1 0 0,1 0 0,-1-1 0,0 1-1,1-1 1,3 0 0,-3-2-111,1 1 0,-1 0 0,0-1 0,1 0 0,-1 1 0,0-1-1,-1-1 1,1 1 0,0 0 0,-1-1 0,0 1 0,0-1 0,2-4 0,7-14-6720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5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0 24575,'0'0'0,"0"0"0,0 0 0,0 0 0,0 0 0,0 0 0,-1 2 0,-40 102 0,23-62 0,1 0 0,-12 56 0,27-88 0,0 1 0,1-1 0,1 1 0,0-1 0,0 1 0,1-1 0,0 0 0,1 1 0,0-1 0,0 0 0,2 0 0,-1 0 0,1 0 0,0-1 0,1 0 0,0 1 0,1-2 0,-1 1 0,2-1 0,12 14 0,2-1 0,1-2 0,0 0 0,2-2 0,0-1 0,0 0 0,35 15 0,-22-15 0,-22-10 0,0 1 0,22 13 0,-33-17 0,0 0 0,0 0 0,-1 0 0,1 1 0,0-1 0,-1 1 0,0 0 0,0 0 0,0 0 0,-1 1 0,1-1 0,2 9 0,-2-4 0,-1 0 0,0 0 0,0 0 0,-1 1 0,-1-1 0,1 0 0,-2 1 0,1-1 0,-1 0 0,-1 1 0,1-1 0,-1 0 0,-1 0 0,0 0 0,0 0 0,-1-1 0,0 1 0,-8 11 0,3-6 0,0-1 0,-1 0 0,-1 0 0,0-1 0,0 0 0,-2-1 0,1-1 0,-1 0 0,-25 15 0,28-20-91,-1-1 0,1 0 0,-1-1 0,0 0 0,0-1 0,0 0 0,0-1 0,-1 0 0,1 0 0,0-1 0,0-1 0,0 0 0,-1-1 0,-20-5 0,4-1-6735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5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24575,'0'0'0,"39"-2"0,0-2 0,62-14 0,-65 10 0,1 2 0,0 1 0,45 0 0,-64 6-90,-10 0-92,0 0 0,0-1 0,0-1 0,0 1-1,0-1 1,8-2 0,-4-1-6644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7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1 24575,'7'11'0,"2"10"0,-1-1 0,-1 1 0,-1 0 0,-1 0 0,-1 1 0,2 39 0,-6 139 0,-2-141 0,-44 857 0,39-798 0,-7 97-178,-15 319-534,19 16 712,-22 769 0,23-199 0,9-1042 0,29 1219 0,-23-1155 224,2 153 442,-8-245-666,-5 74 0,5-123-5,0 1 0,0-1 0,0 0 0,0 0 0,0 0 0,-1 0 0,1 0-1,0 0 1,-1 0 0,1 0 0,-1 0 0,1 0 0,-1 0 0,0 2 0,0-3 11,1 0 0,0 0 0,-1 0 0,1 0 0,0 1 0,-1-1 0,1 0 1,-1 0-1,1 0 0,0 0 0,-1 0 0,1 0 0,0 0 0,-1 0 0,1 0 0,0 0 0,-1 0 0,1 0 1,-1 0-1,1 0 0,0 0 0,-1-1 0,1 1 0,0 0 0,-1 0 0,1 0 0,-1-1 0,-3-2-193,1 0 0,-1-1-1,1 1 1,-1-1 0,-2-4-1,4 5-147,-14-18-6491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17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43 24575,'3'-9'0,"-2"6"0,0 0 0,0 0 0,-1 1 0,2-1 0,-1 0 0,0 1 0,0-1 0,1 1 0,1-3 0,-2 5 0,0-1 0,0 1 0,0-1 0,0 1 0,0-1 0,0 1 0,0 0 0,1-1 0,-1 1 0,0 0 0,0 0 0,0 0 0,0 0 0,0 0 0,0 0 0,0 0 0,1 0 0,-1 0 0,0 1 0,0-1 0,0 0 0,0 1 0,0-1 0,0 1 0,0-1 0,2 2 0,0 0 0,1 1 0,-1 0 0,0-1 0,1 1 0,-1 0 0,-1 1 0,1-1 0,0 0 0,-1 1 0,1-1 0,-1 1 0,0 0 0,-1 0 0,1 0 0,-1 0 0,1 0 0,-1 0 0,0 5 0,3 11 0,-1-1 0,1 31 0,-2 331 0,-3-69 0,-19 366 0,8-259 0,8-172 0,3-205 0,-8 150 0,4-141 0,-21 87 0,5-61 0,10-40 0,1 1 0,2 1 0,1-1 0,-1 44 0,8-84-1365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24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15 24575,'-31'-2'0,"31"2"0,0 0 0,0 0 0,0 0 0,0 0 0,0 0 0,0 0 0,0 0 0,0 0 0,0 0 0,0 0 0,0 0 0,0 0 0,0 0 0,0 0 0,0 0 0,0 0 0,0-1 0,0 1 0,0 0 0,0 0 0,0 0 0,0 0 0,0 0 0,0 0 0,0 0 0,0 0 0,0 0 0,0 0 0,0 0 0,0 0 0,0 0 0,0 0 0,0 0 0,0 0 0,0 0 0,0 0 0,0 0 0,0 0 0,0 0 0,19-3 0,73-6 0,181 9 0,-257 1 0,-1 0 0,1 1 0,-1 1 0,22 6 0,-32-7 0,0 0 0,0 0 0,0 0 0,-1 1 0,1-1 0,-1 1 0,0 1 0,0-1 0,0 1 0,0-1 0,0 1 0,-1 0 0,1 0 0,-1 1 0,0-1 0,3 9 0,-2-6 0,-1 1 0,0 0 0,-1-1 0,0 1 0,0 1 0,0-1 0,-1 0 0,-1 0 0,1 1 0,-1-1 0,-2 11 0,0-7 0,-1 1 0,0-2 0,0 1 0,-2 0 0,1-1 0,-12 21 0,-7 2 0,0-1 0,-2-2 0,-47 47 0,65-71 0,-46 47 0,-82 92 0,122-133 0,4-2 0,9-11 0,0 0 0,0 0 0,0 1 0,1-1 0,-1 0 0,0 1 0,1-1 0,-1 0 0,0 0 0,0 0 0,1 1 0,-1-1 0,0 0 0,1 0 0,-1 0 0,1 0 0,-1 0 0,0 0 0,1 1 0,-1-1 0,0 0 0,1 0 0,-1 0 0,1 0 0,-1 0 0,0 0 0,1-1 0,-1 1 0,0 0 0,1 0 0,-1 0 0,0 0 0,1 0 0,-1 0 0,1-1 0,156-11 0,59-6 0,-210 17 0,0 1 0,0 1 0,0-1 0,12 3 0,-14-2 0,0 0 0,1-1 0,-1 1 0,0-1 0,1 0 0,-1 0 0,1 0 0,-1-1 0,1 0 0,4-1 0,8-4-1365,-3-1-5461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25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533 1 24575,'0'0'0,"0"0"0,0 0 0,0 0 0,0 0 0,0 0 0,0 0 0,-1 2 0,0 0 0,0 1 0,0-1 0,0 0 0,-1 1 0,1-1 0,-1 0 0,1 0 0,-1 0 0,-2 2 0,0 0 0,-74 84 0,-17 22 0,50-48 0,-7 12 0,-3-2 0,-96 96 0,151-167 0,-1-1 0,1 0 0,0 0 0,0 0 0,-1 1 0,1-1 0,0 0 0,0 0 0,-1 0 0,1 0 0,0 0 0,0 1 0,-1-1 0,1 0 0,0 0 0,-1 0 0,1 0 0,0 0 0,-1 0 0,1 0 0,0 0 0,0 0 0,-1 0 0,1 0 0,0 0 0,-1 0 0,1 0 0,0-1 0,0 1 0,-1 0 0,1 0 0,0 0 0,-1 0 0,1 0 0,0-1 0,0 1 0,-1 0 0,-7-14 0,-1-18 0,5 1-1365,1 3-5461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25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24575,'6'27'0,"15"50"0,3 0 0,4-2 0,3 0 0,3-3 0,70 112 0,73 76 0,-172-252-118,-3-3 168,2 0 1,-1-1-1,0 1 1,7 5-1,-9-9-95,0 0-1,0-1 1,-1 1-1,1 0 1,0-1-1,0 1 1,0-1 0,0 0-1,-1 1 1,1-1-1,0 1 1,0-1-1,0 0 1,0 0 0,0 0-1,0 0 1,0 0-1,0 0 1,0 0-1,0 0 1,0 0 0,0 0-1,0 0 1,0 0-1,0-1 1,0 1 0,0 0-1,0-1 1,0 1-1,-1-1 1,1 1-1,1-2 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26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0 24575,'0'0'0,"0"0"0,0 0 0,0 0 0,1 2 0,0 11 0,0 1 0,-1 0 0,0 0 0,-1 0 0,-1-1 0,0 1 0,-8 24 0,-40 96 0,21-63 0,8-16 0,3 0 0,3 0 0,2 2 0,-6 59 0,18-106 0,1 0 0,1 0 0,0 0 0,0 0 0,1 0 0,0 0 0,1-1 0,0 1 0,0-1 0,1 0 0,0 1 0,1-2 0,0 1 0,0 0 0,1-1 0,0 0 0,1-1 0,0 1 0,8 7 0,16 11 0,1-1 0,1-1 0,50 27 0,-44-29 0,-15-7 0,-1 0 0,-1 2 0,22 20 0,-37-32 0,-1 2 0,0-1 0,-1 1 0,0-1 0,0 2 0,0-1 0,-1 0 0,0 1 0,0 0 0,-1 0 0,0 0 0,0 0 0,2 17 0,-5-19 0,0-1 0,0 1 0,-1-1 0,1 1 0,-1-1 0,-1 1 0,1-1 0,-1 0 0,0 1 0,0-1 0,0 0 0,-1-1 0,0 1 0,0 0 0,0-1 0,-1 1 0,1-1 0,-1 0 0,0 0 0,-9 6 0,-3 3 0,-1-2 0,-1 1 0,0-2 0,-25 11 0,20-10 0,-1-2 0,-1 0 0,1-1 0,-36 5 0,48-11 0,0-1 0,0 0 0,0-1 0,-1 0 0,1-1 0,0-1 0,0 0 0,0 0 0,0-1 0,0-1 0,-16-7 0,18 6 12,0 0 0,0-1 0,1 0 0,0-1 0,0 0 0,1-1 0,0 1 0,0-2 0,-9-12 0,3 1-383,1-1-1,0 0 1,-9-26 0,8 15-6455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26.4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1 135 24575,'0'0'0,"0"0"0,0 0 0,19-3 0,305-55 0,-152 25 0,21-3-1365,-177 32-5461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01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407 762 24575,'0'0'0,"0"0"0,0 0 0,0 0 0,0 0 0,3 2 0,-1 0 0,1 0 0,0 0 0,-1 0 0,1-1 0,0 0 0,5 3 0,5-10 0,1 0 0,-2-1 0,1-1 0,-1 0 0,0 0 0,-1-1 0,0-1 0,0 1 0,-1-2 0,11-13 0,-18 17 0,1 1 0,-1-1 0,0 0 0,-1 1 0,0-1 0,0-1 0,0 1 0,-1 0 0,1-12 0,1 2 0,1-14 0,0 1 0,-2-1 0,-3-47 0,-1 63 0,0 0 0,0 1 0,-2-1 0,1 1 0,-2-1 0,0 1 0,-1 1 0,0-1 0,-11-17 0,-16-18 0,-1 0 0,-68-71 0,99 117 0,1 0 0,-2 1 0,1 0 0,0 0 0,0 0 0,-1 0 0,1 0 0,-1 1 0,1-1 0,-1 1 0,0 0 0,1 0 0,-1 0 0,0 1 0,0-1 0,0 1 0,1 0 0,-1 0 0,0 1 0,0-1 0,0 1 0,0-1 0,1 1 0,-1 1 0,0-1 0,1 0 0,-1 1 0,-4 2 0,-3 3 0,-1-1 0,1 2 0,0 0 0,1 0 0,0 1 0,0 0 0,-9 12 0,-1 4 0,1 2 0,1 0 0,1 1 0,1 0 0,2 1 0,-18 54 0,19-42 0,2 0 0,2 1 0,2 0 0,-4 70 0,12-108 0,-1 1 0,0-1 0,1 1 0,0-1 0,0 1 0,0-1 0,1 1 0,-1-1 0,1 0 0,0 0 0,0 0 0,1 0 0,-1 0 0,1-1 0,0 1 0,0-1 0,0 1 0,0-1 0,1 0 0,-1 0 0,1 0 0,0-1 0,0 0 0,7 4 0,5 2 0,1-1 0,-1-1 0,1-1 0,31 6 0,-30-8 0,0-1 0,1-1 0,-1-1 0,0 0 0,0-1 0,0-1 0,0-1 0,21-5 0,0-8-1365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02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532 631 24575,'25'3'0,"-22"-3"0,0 1 0,0-1 0,0 1 0,0-1 0,1 0 0,-1 0 0,0 0 0,0-1 0,0 1 0,0-1 0,0 1 0,0-1 0,0 0 0,3-2 0,5-3 0,-1 0 0,0-1 0,0 0 0,-1 0 0,0-1 0,0-1 0,-1 1 0,0-2 0,0 1 0,-1-1 0,0 0 0,-1 0 0,0-1 0,-1 0 0,0 0 0,6-23 0,-6 18 0,-1 0 0,-1 0 0,-1 0 0,0-1 0,-2 1 0,1-1 0,-2 0 0,0 1 0,-1 0 0,-1-1 0,-1 1 0,-5-17 0,6 25 0,-1 0 0,0 0 0,0 0 0,-1 1 0,0-1 0,-1 1 0,1 0 0,-1 1 0,-1-1 0,-13-10 0,-5-1 0,-49-27 0,39 25 0,21 12 0,0 1 0,-1 0 0,1 1 0,-2 1 0,1 0 0,0 1 0,-1 1 0,0 0 0,0 1 0,0 1 0,0 0 0,-16 2 0,20 0 0,0 1 0,0 0 0,0 1 0,1 0 0,-1 1 0,1 0 0,0 0 0,0 2 0,0-1 0,1 1 0,-1 1 0,1 0 0,1 0 0,0 1 0,0 1 0,-12 13 0,9-6 0,1 0 0,1 1 0,0 0 0,1 1 0,-12 34 0,-21 100 0,37-133 0,2 0 0,0 1 0,-1 30 0,4-44 0,0 1 0,1-1 0,0 0 0,0 0 0,0 0 0,1 0 0,0 0 0,0 0 0,0 0 0,1 0 0,0-1 0,0 1 0,0-1 0,1 0 0,6 8 0,2-2 0,-1-1 0,1-1 0,0 0 0,1-1 0,0 0 0,1-1 0,-1 0 0,1-1 0,1-1 0,26 7 0,-7-5 0,1-1 0,0-2 0,57-1 0,-77-4 0,0-1 0,0 0 0,-1-1 0,1-1 0,-1 0 0,27-13 0,-61-6 0,7 6-1365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32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24575,'0'23'0,"16"216"0,-6-107 0,-8-91 0,14 141 0,-11-142 0,3 0 0,19 62 0,-26-98 0,1 0 0,-1 0 0,1-1 0,0 1 0,0 0 0,0-1 0,0 1 0,1-1 0,-1 1 0,7 4 0,-8-7 0,1 0 0,0 0 0,-1 0 0,1 0 0,0 0 0,0-1 0,0 1 0,0-1 0,0 1 0,0-1 0,0 0 0,-1 0 0,1 0 0,0 0 0,0 0 0,0 0 0,0-1 0,0 1 0,0-1 0,0 1 0,0-1 0,0 1 0,-1-1 0,1 0 0,0 0 0,2-2 0,4-2 0,0-1 0,0 0 0,-1-1 0,0 0 0,0 0 0,-1 0 0,0-1 0,0 0 0,-1 0 0,7-13 0,3-8 0,19-54 0,35-148 0,10-24 0,-72 237 0,-2 0 0,2 1 0,0-1 0,1 1 0,1 1 0,16-24 0,-25 40 0,0-1 0,1 1 0,-1 0 0,0 0 0,0 0 0,0-1 0,1 1 0,-1 0 0,0 0 0,0 0 0,0 0 0,1-1 0,-1 1 0,0 0 0,0 0 0,1 0 0,-1 0 0,0 0 0,1 0 0,-1 0 0,0 0 0,0 0 0,1 0 0,-1 0 0,0 0 0,0 0 0,1 0 0,-1 0 0,0 0 0,0 0 0,1 0 0,-1 0 0,0 0 0,0 1 0,1-1 0,8 10 0,2 16 0,-3 3 0,-3 1 0,0 0 0,-2 0 0,0 36 0,0 5 0,-1-55 0,24 235 0,-18-200 0,2-1 0,31 90 0,-38-133 0,0-1 0,1 0 0,-1 0 0,1-1 0,0 1 0,1-1 0,-1 0 0,1 0 0,0 0 0,1-1 0,6 5 0,-9-7 0,0 0 0,0 0 0,0 0 0,0 0 0,1 0 0,-1-1 0,1 0 0,-1 0 0,1 0 0,-1 0 0,1 0 0,0-1 0,-1 1 0,1-1 0,0 0 0,0 0 0,-1 0 0,1-1 0,0 0 0,-1 1 0,8-4 0,-2-1 0,0-1 0,-1 0 0,0 0 0,0-1 0,0 0 0,-1-1 0,0 0 0,0 0 0,-1 0 0,0-1 0,5-10 0,9-17 0,19-54 0,-33 77 0,64-166 0,43-100 0,-112 278 0,-1-1 0,1 1 0,0 0 0,-1-1 0,1 1 0,-1-1 0,1 1 0,-1-1 0,0 1 0,0-1 0,1 1 0,-1-1 0,0 1 0,-1-3 0,1 4 0,-1 0 0,1-1 0,-1 1 0,0 0 0,1 0 0,-1 0 0,0-1 0,1 1 0,-1 0 0,0 0 0,1 0 0,-1 0 0,0 0 0,1 0 0,-1 0 0,0 0 0,1 1 0,-1-1 0,0 0 0,1 0 0,-1 1 0,0-1 0,1 0 0,-1 0 0,1 1 0,-1-1 0,1 1 0,-1-1 0,1 1 0,-1 0 0,-11 5-1365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33.1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1 190 24575,'0'0'0,"0"0"0,11 1 0,1 0 0,-1 1 0,14 3 0,13 3 0,279 48 0,-150-26 0,-110-21 0,94 1 0,58-13 0,-141 1 0,-34 3 0,-26 0 0,-1 0 0,0-1 0,0 0 0,0 0 0,1-1 0,-1 0 0,0 0 0,9-3 0,-15 3 0,1 0 0,-1 0 0,1 0 0,-1 0 0,0-1 0,1 1 0,-1 0 0,0-1 0,0 1 0,0-1 0,0 1 0,0-1 0,0 1 0,-1-1 0,1 0 0,0 1 0,-1-1 0,1 0 0,-1 0 0,0 1 0,0-1 0,1 0 0,-1 0 0,0 0 0,0 1 0,-1-1 0,1 0 0,-1-2 0,0-4 0,-1 0 0,0 0 0,0 0 0,-1 0 0,-3-7 0,-3-3 24,0 0 0,-2 0 0,0 1 0,-19-22 0,22 29-210,-1 1 1,-1 0-1,0 0 0,0 1 1,-1 0-1,0 1 1,-22-12-1,4 7-6640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36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24575,'12'0'0,"0"2"0,-1-1 0,13 5 0,18 2 0,291 6-1365,-324-14-5461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37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0 24575,'0'0'0,"-3"16"0,0 14 0,1-1 0,2 1 0,1 0 0,5 37 0,2 22 0,-9 53 0,-5-1 0,-36 198 0,5 111 0,19-160 0,-4 126 0,8 188 0,22-475 0,0-9 0,-9 13 0,-5-113 0,5-19 0,0 1 0,0 0 0,0 0 0,0 0 0,1 0 0,-1-1 0,1 1 0,-1 0 0,1 0 0,0 0 0,0 3 0,88 0-85,57 6 285,-132-8-365,1-1 1,-1 2 0,0 0-1,0 0 1,0 1-1,-1 1 1,0 0-1,15 10 1,-18-10-6662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38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51 24575,'95'-3'0,"100"-15"0,4-2 0,-127 14 0,-58 4 0,-6 1 0,0 1 0,0-1 0,-1 1 0,1 1 0,0-1 0,8 3 0,-15-3 0,-1 1 0,0 0 0,0 0 0,0-1 0,0 1 0,1 0 0,-1 0 0,0-1 0,0 1 0,0 0 0,0 0 0,-1 0 0,1-1 0,0 1 0,0 0 0,0 0 0,-1-1 0,1 1 0,0 0 0,-1-1 0,0 2 0,-10 26 0,7-19 0,-15 50 0,2 1 0,-12 79 0,-4 125 0,13-91 0,-47 333 0,44-226 0,-1 2 0,1 2 0,-15 100 0,24-293 0,-4 114 0,-5 176 0,23-360 0,1 0 0,1 0 0,1 0 0,0 0 0,13 39 0,-19-62 0,0 0 0,-1 0 0,1 0 0,0 0 0,-1 1 0,-6-2 0,-1-1 0,-47-18-341,-1 4 0,-1 2-1,-122-17 1,112 24-6485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0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0 24575,'0'0'0,"0"0"0,0 0 0,0 0 0,0 0 0,0 0 0,0 0 0,0 0 0,-3 9 0,-22 94 0,0-2 0,20-84 0,2 0 0,0 0 0,0 1 0,2-1 0,0 1 0,1 0 0,1-1 0,0 1 0,7 28 0,-7-33 0,0-1 0,-1 0 0,-1 0 0,0 1 0,-5 20 0,3-14 0,1-13-80,-1-10 280,-2-11-1685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1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2 24575,'11'-1'0,"-9"1"0,0 0 0,0 0 0,-1 0 0,1 0 0,0 0 0,0 0 0,0 1 0,-1-1 0,4 1 0,-4 0 0,0 0 0,-1-1 0,1 1 0,-1 0 0,1-1 0,0 1 0,-1 0 0,1-1 0,-1 1 0,0 0 0,1 0 0,-1 0 0,0 0 0,1-1 0,-1 1 0,0 0 0,0 0 0,0 0 0,0 0 0,0 0 0,0 0 0,0 0 0,0-1 0,-1 3 0,-1 15 0,-1-1 0,-1 1 0,0-1 0,-13 31 0,7-23 0,-5 28 0,13-44 0,0 0 0,1 0 0,0 1 0,1-1 0,0 0 0,2 19 0,1-17 0,0 0 0,0-1 0,1 1 0,1-1 0,0 0 0,0 0 0,1 0 0,0-1 0,0 0 0,15 16 0,7 4 0,53 41 0,-51-45 0,-6-8 0,-18-13 0,0-1 0,-1 1 0,0 1 0,0-1 0,0 1 0,5 5 0,-9-8 0,0-1 0,0 1 0,0-1 0,-1 1 0,1-1 0,0 1 0,-1-1 0,0 1 0,1-1 0,-1 1 0,0 0 0,0-1 0,0 1 0,0 0 0,0-1 0,0 1 0,0-1 0,0 1 0,-1 0 0,1-1 0,-1 1 0,1-1 0,-1 1 0,0-1 0,0 1 0,1-1 0,-1 1 0,0-1 0,0 0 0,-2 2 0,-3 3 0,0 1 0,0-1 0,-1-1 0,0 1 0,0-1 0,0-1 0,-1 1 0,0-1 0,1 0 0,-1-1 0,-1 0 0,1 0 0,0-1 0,-1 0 0,-11 1 0,-3 0 0,1-1 0,-1-2 0,0 0 0,-39-6 0,31 1-455,0-1 0,-55-20 0,60 15-6371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1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54 24575,'130'-25'0,"-99"17"0,0 1 0,0 2 0,0 1 0,1 1 0,34 2 0,-52 2 0,5 0 0,-1 0 0,1 1 0,-1 1 0,0 1 0,0 0 0,27 12 0,-42-14-91,0 0 0,0 0 0,0 1 0,0 0 0,-1-1 0,1 1 0,-1 0 0,0 0 0,0 1 0,0-1 0,0 0 0,-1 1 0,1-1 0,1 7 0,-1-3-6735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2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0,0 0 0,0 0 0,78 8 0,-54-8 0,0 1 0,39 8 0,-53-7 0,1 0 0,-1 1 0,0 1 0,0 0 0,0 0 0,-1 1 0,0 0 0,13 9 0,-19-10 0,0 0 0,0 0 0,-1 1 0,1 0 0,-1-1 0,0 1 0,0 0 0,0 0 0,-1 0 0,0 0 0,0 0 0,0 7 0,1-4 0,-2-5 0,0 0 0,0 0 0,0 0 0,0 0 0,-1 0 0,0 0 0,1 0 0,-1 0 0,0 0 0,0-1 0,0 1 0,-1 0 0,1-1 0,-1 1 0,1-1 0,-3 3 0,-35 39 0,29-34 0,-23 21 0,25-25 0,1 1 0,-1 0 0,2 0 0,-1 0 0,1 1 0,0 0 0,-6 10 0,11-16 0,0-1 0,0 1 0,1 0 0,-1 0 0,0-1 0,1 1 0,-1 0 0,1 0 0,0 0 0,-1 0 0,1 0 0,0-1 0,0 1 0,0 0 0,1 0 0,-1 0 0,0 0 0,1 0 0,0 2 0,0-3 0,0 1 0,0-1 0,0 0 0,0 1 0,1-1 0,-1 0 0,0 0 0,1 0 0,-1 0 0,1 0 0,-1 0 0,1 0 0,-1 0 0,1-1 0,-1 1 0,4 0 0,3 0 0,-1 1 0,1-2 0,-1 1 0,1-1 0,-1 0 0,1-1 0,-1 0 0,8-1 0,0-2-105,0-1 0,-1 0 0,0-1 0,0-1 0,0 0 0,-1-1 0,0 0 0,-1-1 0,1 0 0,-2-1 0,1-1 0,9-11 0,-7 6-6721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3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1 24575,'-1'3'0,"0"0"0,-1 0 0,1 0 0,-1 0 0,0 0 0,0 0 0,0 0 0,-4 3 0,0 2 0,-1 1 0,-4 7 0,0 0 0,1 0 0,1 1 0,0 0 0,-8 25 0,16-38 0,0 1 0,0-1 0,0 0 0,0 1 0,1 0 0,0-1 0,0 1 0,0-1 0,0 1 0,1-1 0,0 1 0,0-1 0,0 1 0,0-1 0,1 0 0,-1 1 0,1-1 0,0 0 0,1 0 0,-1 0 0,1 0 0,0-1 0,-1 1 0,2-1 0,-1 0 0,0 0 0,1 0 0,5 4 0,6 3 0,0-1 0,24 10 0,-26-13 0,-1 0 0,0 0 0,-1 1 0,1 1 0,13 11 0,-23-17 0,0 0 0,0 0 0,0 0 0,0 1 0,0-1 0,0 0 0,-1 1 0,1 0 0,-1-1 0,0 1 0,0 0 0,0 0 0,0-1 0,0 1 0,0 0 0,-1 0 0,1 0 0,-1 0 0,0 0 0,0 5 0,-1-4 0,-1 0 0,1 1 0,0-1 0,-1 0 0,0 0 0,0 0 0,0 0 0,-1 0 0,1-1 0,-1 1 0,0 0 0,-4 3 0,-1 1 0,-1 0 0,0-1 0,0 0 0,-1-1 0,0 0 0,0 0 0,0-1 0,-1-1 0,-21 7 0,23-9-85,0-1 0,0-1-1,-1 0 1,1 0 0,0 0-1,0-1 1,0-1 0,0 1-1,0-2 1,0 1 0,0-1-1,1 0 1,-1-1 0,1 0-1,-9-6 1,0 0-6741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3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71 24575,'0'0'0,"0"0"0,4-1 0,-1 0 0,1 0 0,-1 0 0,0-1 0,0 1 0,1-1 0,2-2 0,9-4 0,18-4 0,1 2 0,0 1 0,0 2 0,1 2 0,0 1 0,0 1 0,56 4 0,-54 6-1365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4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 24575,'7'-6'0,"5"-1"0,-12 7 0,0 0 0,1 0 0,-1 0 0,1 1 0,-1-1 0,0 0 0,1 0 0,-1 1 0,0-1 0,1 0 0,-1 1 0,0-1 0,0 0 0,1 1 0,-1-1 0,0 0 0,0 1 0,1-1 0,-1 1 0,0-1 0,0 1 0,0-1 0,0 0 0,0 1 0,0-1 0,0 1 0,0-1 0,0 1 0,0-1 0,0 0 0,0 2 0,4 40 0,-3 0 0,-1 0 0,-2 0 0,-8 42 0,4-28 0,0 86 0,13-96-1365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4.8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1 24575,'-2'14'0,"-5"29"0,-3 1 0,-24 66 0,32-106 0,0 3 0,1 0 0,-1 0 0,1 0 0,0 1 0,0-1 0,1 0 0,0 1 0,2 11 0,-2-17 0,0 1 0,1-1 0,-1 0 0,1 1 0,0-1 0,-1 0 0,1 0 0,0 1 0,0-1 0,0 0 0,1 0 0,-1 0 0,0 0 0,1 0 0,0-1 0,-1 1 0,1 0 0,0-1 0,0 1 0,0-1 0,0 0 0,0 1 0,0-1 0,0 0 0,0 0 0,0 0 0,1-1 0,3 2 0,-2-2 0,1 1 0,-1-1 0,0 0 0,1 0 0,-1-1 0,0 1 0,1-1 0,-1 0 0,0 0 0,0 0 0,0-1 0,0 1 0,0-1 0,7-4 0,-6 2 0,0 0 0,0 0 0,0-1 0,-1 1 0,0-1 0,0 0 0,0 0 0,0-1 0,3-7 0,-2 3 0,0 0 0,-1 0 0,-1 0 0,0-1 0,0 1 0,-1-1 0,0 0 0,-1 1 0,0-1 0,-1 0 0,-2-18 0,2 25 0,0 0 0,-1 0 0,0 1 0,0-1 0,0 0 0,0 1 0,-1-1 0,1 1 0,-1-1 0,0 1 0,0 0 0,0-1 0,-1 1 0,1 0 0,-1 1 0,1-1 0,-1 0 0,0 1 0,0-1 0,0 1 0,-1 0 0,1 0 0,0 1 0,-1-1 0,1 0 0,-1 1 0,0 0 0,1 0 0,-7-1 0,0 1 0,1 1 0,0 0 0,0 0 0,-1 1 0,1 0 0,0 1 0,0 0 0,0 1 0,0-1 0,1 2 0,-13 5 0,-10 7-682,-28 22-1,40-25-6143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5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24575,'344'-5'0,"-4"-23"0,-83-16 0,186-19 0,-389 62-1365,-48 1-5461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6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0 24575,'0'2'0,"0"-1"0,-1 0 0,0 1 0,1-1 0,-1 0 0,0 0 0,1 1 0,-1-1 0,0 0 0,0 0 0,0 0 0,-2 1 0,-8 13 0,9-7 0,-1 0 0,2 1 0,-1-1 0,1 1 0,0 0 0,1-1 0,-1 1 0,3 12 0,0-3 0,1 0 0,1-1 0,6 19 0,-8-30 0,1-1 0,0 1 0,0 0 0,0-1 0,0 0 0,1 0 0,0 0 0,7 6 0,42 34 0,-25-21 0,33 34 0,-55-50 0,1 0 0,-2 0 0,1 0 0,-1 1 0,0 0 0,5 12 0,-9-18 0,0 1 0,0-1 0,0 1 0,-1-1 0,1 1 0,-1-1 0,0 1 0,0-1 0,0 1 0,0-1 0,-1 1 0,1-1 0,-1 1 0,0-1 0,-2 6 0,0-3 0,0-1 0,0 0 0,0 0 0,-1 0 0,0 0 0,0-1 0,0 1 0,-8 6 0,2-4 0,1 0 0,-1-1 0,0 0 0,-1-1 0,1 0 0,-1 0 0,0-1 0,0 0 0,-13 1 0,19-4-72,0 0 1,1 0-1,-1-1 0,0 1 0,0-1 0,0 0 0,0-1 0,0 1 1,0-1-1,1 0 0,-1-1 0,0 1 0,1-1 0,-1 1 0,1-1 1,-1-1-1,1 1 0,-7-6 0,1 1-6754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7.1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 24575,'29'-2'0,"42"2"0,16-1 0,-44-1 0,-32 2 0,1 0 0,-1-1 0,1 0 0,-1-1 0,1 0 0,-1-1 0,18-7 0,-31 10-1365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47.6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25 24575,'-19'21'0,"10"-10"0,1 0 0,0 1 0,0 0 0,1 0 0,1 1 0,0-1 0,-4 18 0,7-23 0,1 0 0,1 1 0,-1-1 0,1 1 0,1-1 0,-1 1 0,1 0 0,0-1 0,1 1 0,0-1 0,0 1 0,1-1 0,0 1 0,0-1 0,4 9 0,-4-12 0,0-1 0,1 1 0,-1-1 0,1 1 0,0-1 0,0 0 0,0 0 0,0 0 0,1-1 0,-1 1 0,1-1 0,-1 0 0,1 0 0,0 0 0,0 0 0,0-1 0,0 1 0,0-1 0,0 0 0,1 0 0,-1-1 0,0 1 0,0-1 0,1 0 0,-1 0 0,0 0 0,1-1 0,4-1 0,-1 1 0,0-1 0,0 0 0,0 0 0,-1-1 0,1 0 0,-1 0 0,0-1 0,1 0 0,-2 0 0,1-1 0,0 0 0,-1 0 0,0 0 0,8-11 0,-8 8 0,0 0 0,-1-1 0,0 0 0,0 0 0,-1 0 0,0 0 0,-1-1 0,0 1 0,0-1 0,-1 0 0,-1 0 0,1-13 0,-1 18 0,-1-1 0,-1 0 0,1 0 0,-1 0 0,0 0 0,0 1 0,-1-1 0,0 0 0,0 1 0,0-1 0,-1 1 0,1 0 0,-1 0 0,-1 0 0,1 0 0,-1 0 0,1 1 0,-1 0 0,-1-1 0,1 2 0,-1-1 0,-6-4 0,5 5-80,0 0 0,0 1-1,0 0 1,0 0 0,-1 0-1,1 1 1,-1 0 0,1 0-1,-1 1 1,1 0 0,-1 0 0,1 0-1,-1 1 1,1 0 0,-1 0-1,-8 3 1,-5 1-6746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1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0,0 0 0,0 20 0,10 175 0,-5-113 0,-4-47 0,-2-26 0,1 1 0,0-1 0,1 1 0,0-1 0,1 1 0,-1-1 0,2 0 0,-1 0 0,8 16 0,-10-24 0,1 0 0,-1 0 0,1 0 0,-1 0 0,1 0 0,-1 0 0,1-1 0,0 1 0,-1 0 0,1 0 0,0-1 0,0 1 0,-1 0 0,1-1 0,0 1 0,0-1 0,0 1 0,0-1 0,0 1 0,0-1 0,0 0 0,0 1 0,0-1 0,0 0 0,0 0 0,0 0 0,0 0 0,1 0 0,0-1 0,0 1 0,0-1 0,-1 0 0,1 0 0,0 0 0,-1-1 0,1 1 0,-1 0 0,1-1 0,-1 1 0,0 0 0,0-1 0,2-3 0,3-5 0,0 0 0,-1-1 0,7-18 0,5-30 0,-11 37 0,1 0 0,1 0 0,11-23 0,-19 45 0,1-1 0,-1 0 0,1 0 0,-1 0 0,1 1 0,-1-1 0,1 0 0,-1 1 0,1-1 0,0 0 0,-1 1 0,1-1 0,0 1 0,0-1 0,0 1 0,-1 0 0,1-1 0,0 1 0,0 0 0,0-1 0,0 1 0,0 0 0,-1 0 0,1 0 0,0 0 0,0 0 0,0 0 0,0 0 0,0 0 0,0 0 0,0 0 0,0 0 0,-1 1 0,1-1 0,0 0 0,0 0 0,0 1 0,0-1 0,-1 1 0,1-1 0,0 1 0,0-1 0,-1 1 0,1 0 0,-1-1 0,1 1 0,0 0 0,0 0 0,3 4 0,1 0 0,-1 0 0,0 0 0,-1 0 0,6 11 0,-2 0 0,-2 1 0,1 0 0,-2 1 0,4 32 0,-6-31 0,1-1 0,1 1 0,1-1 0,9 23 0,-14-39 0,1-1 0,0 1 0,0-1 0,-1 1 0,1-1 0,0 1 0,0-1 0,0 1 0,0-1 0,1 0 0,-1 0 0,0 1 0,0-1 0,1 0 0,-1 0 0,1 0 0,-1-1 0,1 1 0,2 1 0,-3-2 0,1 0 0,-1 0 0,0 0 0,1 0 0,-1 0 0,1-1 0,-1 1 0,0 0 0,1-1 0,-1 1 0,0-1 0,1 1 0,-1-1 0,0 0 0,0 1 0,0-1 0,0 0 0,2-2 0,3-2 0,-1-1 0,0 0 0,-1 0 0,1 0 0,-1-1 0,-1 0 0,6-11 0,1-10 3,-1 0 0,9-55-1,2-66-1,-5 28-1375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2.0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 24575,'7'22'-114,"-2"0"1,0 0-1,-2 1 0,0-1 0,-2 1 1,0 0-1,-2 0 0,0 0 0,-2-1 1,0 1-1,-11 38 0,9-46-6712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2.7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0 24575,'-4'26'0,"-1"198"0,7-137 0,-2-46 0,2 1 0,2-1 0,11 54 0,4-139 0,6-44 0,27-80 0,-52 166 0,1-1 0,0 1 0,0 0 0,0 0 0,0 0 0,1 0 0,-1 0 0,0 1 0,1-1 0,-1 0 0,1 1 0,0-1 0,-1 1 0,1-1 0,0 1 0,0 0 0,0 0 0,0 0 0,4-2 0,-4 3 0,-1 0 0,1 0 0,0 0 0,0 0 0,-1 0 0,1 1 0,0-1 0,-1 0 0,1 1 0,0 0 0,-1-1 0,1 1 0,0 0 0,-1 0 0,1-1 0,-1 1 0,0 1 0,1-1 0,-1 0 0,0 0 0,0 0 0,1 1 0,-1-1 0,0 0 0,0 1 0,-1-1 0,2 3 0,8 14 0,-1 1 0,-1 0 0,-1 0 0,9 36 0,-9-30 0,0-1 0,21 44 0,-27-66 0,0 1 0,0-1 0,0 0 0,0 0 0,1 1 0,-1-1 0,1 0 0,0 0 0,0-1 0,2 3 0,-4-4 0,1 1 0,-1-1 0,1 0 0,-1 0 0,1 0 0,-1 0 0,0 0 0,1 0 0,-1 0 0,1 0 0,-1 0 0,1 0 0,-1 0 0,1 0 0,-1 0 0,0 0 0,1-1 0,-1 1 0,1 0 0,-1 0 0,0 0 0,1-1 0,0 1 0,12-16 0,-2-5 0,-1 0 0,-1-1 0,-1 0 0,-1-1 0,-1 0 0,5-33 0,5-19 0,-15 71-114,0-1 1,0 1-1,1 0 0,-1-1 0,1 1 1,0 0-1,0 0 0,1 1 0,-1-1 1,1 0-1,4-4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3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24575,'0'0'0,"0"0"0,7 1 0,0 0 0,-1 0 0,1 0 0,7 3 0,25 4 0,-34-8 0,0 0 0,0 1 0,0 0 0,0 0 0,0 0 0,0 0 0,-1 1 0,1 0 0,6 3 0,-10-4 0,1 0 0,0 0 0,-1 0 0,1 1 0,-1-1 0,1 0 0,-1 1 0,0 0 0,1-1 0,-1 1 0,0-1 0,0 1 0,0 0 0,0 0 0,-1 0 0,1-1 0,0 1 0,-1 0 0,1 0 0,-1 0 0,0 0 0,0 0 0,0 0 0,0 0 0,0 4 0,-1 0 0,0 0 0,-1 0 0,1 0 0,-2 0 0,1 0 0,0 0 0,-1 0 0,0-1 0,-4 6 0,-4 5 0,-22 22 0,4-6 0,29-31 0,0 0 0,0-1 0,0 1 0,-1-1 0,1 1 0,0 0 0,0-1 0,0 1 0,0-1 0,0 1 0,0 0 0,0-1 0,0 1 0,0-1 0,0 1 0,1 0 0,-1-1 0,0 1 0,0-1 0,1 1 0,-1 0 0,0-1 0,1 1 0,-1-1 0,0 1 0,1-1 0,-1 0 0,1 1 0,-1-1 0,1 1 0,-1-1 0,1 0 0,-1 1 0,1-1 0,0 1 0,21 11 0,-15-9-114,-1-1 1,1 0-1,0 0 0,-1-1 0,1 0 1,0 0-1,0-1 0,0 1 0,0-2 1,0 1-1,11-3 0,-12 2-6712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3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0,0 0 0,0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3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0 24575,'0'0'0,"0"0"0,0 0 0,0 0 0,-1 8 0,-1 2 0,1 0 0,0-1 0,0-4 0,-2 8 0,-1 1 0,0-1 0,2-3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3.5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24575,'0'0'0,"0"0"0,6 18 0,-2-2 16,-1 1-1,-1-1 1,0 1-1,-1 31 1,1 10-1459,-1-46-5383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3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0,3 6 0,0 3 0,1 7 0,-2 2 0,0-4 0,-1-2 0,0-5-8191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4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9 24575,'-12'62'0,"7"173"0,6-159 0,1-58 0,-1 0 0,5 17 0,0-5 0,-6-29 0,0-1 0,0 0 0,0 0 0,0 0 0,0 0 0,0 1 0,0-1 0,0 0 0,0 0 0,0 0 0,0 0 0,0 1 0,0-1 0,0 0 0,0 0 0,0 0 0,0 0 0,0 0 0,0 1 0,0-1 0,1 0 0,-1 0 0,0 0 0,0 0 0,0 0 0,0 0 0,0 0 0,0 0 0,1 1 0,-1-1 0,0 0 0,0 0 0,0 0 0,0 0 0,0 0 0,1 0 0,-1 0 0,0 0 0,0 0 0,7-5 0,3-9 0,6-22 0,-1 0 0,-1-1 0,11-55 0,-13 48 0,10-44 0,11-38 0,-33 125 0,0 1 0,0-1 0,0 1 0,0 0 0,1-1 0,-1 1 0,0-1 0,0 1 0,0 0 0,1-1 0,-1 1 0,0 0 0,0-1 0,1 1 0,-1 0 0,0-1 0,0 1 0,1 0 0,-1 0 0,0-1 0,1 1 0,-1 0 0,1 0 0,-1-1 0,0 1 0,1 0 0,-1 0 0,1 0 0,-1 0 0,0 0 0,2 0 0,10 8 0,6 20 0,-13-12 0,-2 0 0,0 1 0,-1-1 0,0 1 0,-2 0 0,0 0 0,-3 23 0,1 33 0,3-40 0,1 0 0,2 0 0,1 0 0,1-1 0,2 1 0,19 48 0,-27-80 0,0 1 0,1-1 0,0 0 0,-1 1 0,1-1 0,0 0 0,0 1 0,-1-1 0,1 0 0,0 0 0,0 0 0,0 1 0,1-1 0,-1-1 0,0 1 0,0 0 0,1 0 0,2 1 0,-4-2 0,1 0 0,0 0 0,0 0 0,0 0 0,0 0 0,0 0 0,0-1 0,0 1 0,-1 0 0,1-1 0,0 1 0,0 0 0,0-1 0,-1 1 0,1-1 0,0 1 0,-1-1 0,1 0 0,0 1 0,-1-1 0,1 0 0,0-1 0,4-4 0,-1 0 0,-1-1 0,1 0 0,-1 1 0,4-14 0,32-147 0,3-9 0,-27 127-1365,-13 40-5461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4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0 24575,'-6'26'0,"4"-10"0,1-1 0,1 1 0,0 0 0,1-1 0,0 1 0,6 24 0,-5-32 0,1 0 0,-1-1 0,2 1 0,-1-1 0,1 0 0,0 0 0,0 0 0,1-1 0,0 1 0,0-1 0,0 0 0,1-1 0,0 1 0,11 7 0,6 1 0,-13-8 0,0 0 0,0 1 0,-1 0 0,1 1 0,7 8 0,-15-14 0,0 0 0,-1 0 0,0 0 0,1 0 0,-1 0 0,0 0 0,0 0 0,0 0 0,0 0 0,-1 0 0,1 0 0,0 1 0,-1-1 0,0 0 0,1 0 0,-1 1 0,0-1 0,0 0 0,0 1 0,-1-1 0,1 0 0,0 1 0,-1-1 0,0 0 0,1 0 0,-1 0 0,0 0 0,0 1 0,0-1 0,-1 0 0,-1 3 0,0-2 8,0 1-1,0-1 1,-1 0-1,1 1 0,-1-2 1,0 1-1,1 0 1,-1-1-1,0 1 1,-1-1-1,1 0 0,0-1 1,-1 1-1,1-1 1,-5 1-1,-7 1-494,-1-1 0,-28 1 1,44-3 462,-36 0-6802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55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24575,'117'9'0,"-56"0"0,-27-3 0,66 2 0,-95-8 0,0-1 0,0 1 0,0-1 0,0 0 0,-1 0 0,10-4 0,-13 6 0,-1-1 0,1 0 0,0 1 0,0-1 0,0 1 0,0-1 0,0 1 0,-1-1 0,1 1 0,0 0 0,-1-1 0,1 1 0,0 0 0,-1-1 0,1 1 0,-1 0 0,1 0 0,-1 0 0,1 0 0,-1 0 0,0-1 0,1 1 0,-1 0 0,1 2 0,-1 8 0,-1 0 0,1-1 0,-2 1 0,1 0 0,-1 0 0,-1-1 0,0 1 0,-1-1 0,0 0 0,-5 11 0,-11 30 0,20-50 0,-4 11 0,1-1 0,0 1 0,0 1 0,-1 21 0,4-32 0,0 0 0,0 0 0,0 0 0,0 0 0,0 0 0,1 0 0,-1 0 0,0 0 0,1 0 0,0 0 0,-1 0 0,1 0 0,0 0 0,0-1 0,0 1 0,0 0 0,0 0 0,1-1 0,-1 1 0,0-1 0,1 1 0,-1-1 0,1 0 0,-1 0 0,1 1 0,0-1 0,0 0 0,-1 0 0,1-1 0,0 1 0,0 0 0,0-1 0,0 1 0,0-1 0,0 1 0,0-1 0,0 0 0,3 0 0,-2 0 0,1-1 0,-1 1 0,0-1 0,0 0 0,0 0 0,0 0 0,0 0 0,0 0 0,0-1 0,-1 1 0,1-1 0,0 0 0,-1 0 0,1 0 0,-1 0 0,0 0 0,0-1 0,1 1 0,-2-1 0,1 1 0,0-1 0,0 0 0,-1 0 0,0 0 0,2-3 0,1-3 0,-1-1 0,0 1 0,0-1 0,-1 1 0,0-1 0,0 0 0,-1-12 0,0 17 0,-1-1 0,-1 1 0,1 0 0,-1-1 0,0 1 0,0 0 0,0 0 0,-1-1 0,0 1 0,-3-7 0,3 9 0,0 1 0,0 0 0,0-1 0,0 1 0,0 0 0,0 0 0,-1 0 0,1 1 0,-1-1 0,1 0 0,-1 1 0,0 0 0,0 0 0,0-1 0,1 2 0,-1-1 0,0 0 0,0 1 0,-6-1 0,-15 0-1365,4 2-5461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16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0 24575,'-10'252'0,"6"-64"0,-41 210 0,5-79 0,17-132 0,7-81 0,14-90 0,1 0 0,0 0 0,1 0 0,1 0 0,4 24 0,-5-40-21,0 0-1,0 0 0,0 0 1,0 0-1,0 0 0,0 0 1,0 0-1,0-1 0,0 1 1,0 0-1,0 0 0,0 0 1,0 0-1,0 0 0,0 0 1,0 0-1,0 0 0,0 0 0,0 0 1,0 0-1,0-1 0,0 1 1,0 0-1,0 0 0,0 0 1,0 0-1,0 0 0,0 0 1,0 0-1,0 0 0,0 0 1,0 0-1,0 0 0,0 0 1,0 0-1,0-1 0,0 1 1,0 0-1,0 0 0,1 0 1,-1 0-1,0 0 0,0 0 1,0 0-1,0 0 0,0 0 1,0 0-1,0 0 0,0 0 1,0 0-1,0 0 0,0 0 1,1 0-1,-1 0 0,0 0 1,0 0-1,0 0 0,0 0 1,0 0-1,0 0 0,0 0 1,0 0-1,1-6-6804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16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0 796 24575,'0'0'0,"0"0"0,0 0 0,0 0 0,20-15 0,1 1 0,0 1 0,1 0 0,0 2 0,1 1 0,0 0 0,1 2 0,0 0 0,39-6 0,17 3 0,109-2 0,28-3 0,-38-10 0,-173 25 0,0 0 0,0-1 0,1 0 0,-1 0 0,-1 0 0,1 0 0,0-1 0,0 0 0,-1 0 0,0-1 0,0 0 0,0 0 0,0 0 0,0 0 0,-1-1 0,0 1 0,0-1 0,0 0 0,0-1 0,-1 1 0,0-1 0,0 1 0,-1-1 0,4-10 0,0-20 0,-2 0 0,-1 0 0,-2 0 0,-4-48 0,0-7 0,3 68 0,0 0 0,2 1 0,0-1 0,2 1 0,0 0 0,12-33 0,-25 65 0,7-7 0,0 0 0,1 0 0,-1 0 0,1 0 0,0 1 0,0-1 0,-1 7 0,-13 165 0,-26 279 0,24-295 0,-42 484 0,59-607 0,-3 29 0,2-60-92,3-9 267,2-11-904,-3 13 10,2-8-6107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8:58.6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343 563 24575,'0'0'0,"0"0"0,0 0 0,0 0 0,0 0 0,0 0 0,0 0 0,0 0 0,0 0 0,0 0 0,0 0 0,0 0 0,0 0 0,0 0 0,9-1 0,-1-1 0,0 1 0,0-1 0,0-1 0,0 1 0,-1-1 0,1-1 0,7-4 0,24-9 0,19 2 0,-46 12 0,0 1 0,0-1 0,0-1 0,0 0 0,-1-1 0,1 0 0,17-12 0,-26 15 0,0-1 0,-1 0 0,0 0 0,1 0 0,-1 0 0,-1-1 0,1 1 0,0-1 0,-1 1 0,0-1 0,1 1 0,-1-1 0,-1 0 0,1 1 0,0-1 0,-1 0 0,0 0 0,0 1 0,0-1 0,-1 0 0,1 0 0,-1 1 0,-1-5 0,-1-6 0,0 0 0,-2 0 0,0 1 0,-11-23 0,-1 9 0,0 1 0,-39-44 0,32 41 0,10 12 0,-1 0 0,-1 1 0,-26-22 0,35 33 0,0 0 0,-1 0 0,0 1 0,0 0 0,0 0 0,0 1 0,-1 0 0,1 1 0,-1-1 0,0 2 0,-13-2 0,11 2 0,0 1 0,0 0 0,0 0 0,0 1 0,0 1 0,0 0 0,1 0 0,-1 1 0,1 1 0,0 0 0,-1 0 0,2 0 0,-1 2 0,0-1 0,1 1 0,0 1 0,1-1 0,-1 1 0,1 1 0,1 0 0,-1 0 0,-10 16 0,8-9 0,0 1 0,1 0 0,1 1 0,1 0 0,0 0 0,1 1 0,1 0 0,1 0 0,-3 24 0,5-27 0,2 0 0,0 0 0,1 0 0,0 0 0,1 0 0,1 0 0,0 0 0,1 0 0,1-1 0,0 0 0,13 24 0,-11-25 0,1-1 0,1 0 0,0 0 0,0-1 0,1 0 0,1-1 0,0 0 0,0-1 0,1 0 0,0 0 0,0-2 0,1 1 0,0-2 0,1 0 0,-1 0 0,1-1 0,0-1 0,0 0 0,1-1 0,-1-1 0,1 0 0,-1-1 0,18 0 0,-7-3 0,-1 0 0,28-8 0,-43 8 0,-8 2-32,0 0 1,1-1-1,-1 1 0,0-1 0,0 0 1,1 1-1,-1-1 0,0 0 0,0 0 1,0 0-1,0 0 0,0 1 0,0-2 1,0 1-1,0 0 0,-1 0 0,1 0 1,0 0-1,-1 0 0,1-1 0,0 1 1,-1 0-1,0-1 0,1 1 0,-1 0 1,0-1-1,1 1 0,-1 0 0,0-1 1,0 1-1,0 0 0,0-1 0,-1 1 1,1-1-1,0 1 0,-1 0 0,1-1 1,0 1-1,-1 0 0,0 0 0,1-1 1,-2 0-1,-1-5-6794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8:59.8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363 601 24575,'0'0'0,"1"0"0,-1 0 0,1 0 0,0 0 0,-1 0 0,1 1 0,0-1 0,-1 0 0,1 0 0,-1 1 0,1-1 0,-1 1 0,1-1 0,-1 0 0,1 1 0,-1-1 0,1 1 0,-1-1 0,1 1 0,-1 0 0,1 0 0,-1-1 0,1 1 0,0 0 0,-1-1 0,1 1 0,0-1 0,-1 1 0,1-1 0,0 1 0,0-1 0,-1 0 0,1 1 0,0-1 0,0 0 0,-1 0 0,1 1 0,0-1 0,0 0 0,1 0 0,11-3 0,1 0 0,23-11 0,-32 12 0,0-1 0,0 0 0,0 0 0,0 0 0,-1-1 0,0 0 0,1 0 0,-1 0 0,6-8 0,-4 2 0,-1 1 0,1-1 0,-2 0 0,1-1 0,-2 1 0,1-1 0,-2 1 0,1-1 0,-1 0 0,-1 0 0,1-18 0,-2 5 0,-1 0 0,-1 0 0,-1 1 0,-9-32 0,10 44 0,-1 1 0,0-1 0,-1 1 0,0-1 0,-1 1 0,0 0 0,0 1 0,-1-1 0,0 1 0,-1 0 0,0 1 0,-1-1 0,0 1 0,0 1 0,0 0 0,-1 0 0,-18-11 0,0 4 0,-6-3 0,0 0 0,-65-20 0,94 36 0,0 1 0,0-1 0,0 1 0,0 0 0,0 1 0,0-1 0,0 0 0,0 1 0,0 0 0,0 0 0,0 0 0,0 1 0,1-1 0,-1 1 0,-6 4 0,3-2 0,-1 1 0,1 1 0,0-1 0,0 1 0,1 0 0,-7 8 0,2 2 0,1-1 0,0 2 0,1-1 0,1 1 0,1 0 0,0 1 0,1 0 0,1 0 0,1 0 0,-3 27 0,3-8 0,2 0 0,2 0 0,1 1 0,8 47 0,-8-76 0,0-1 0,0 1 0,1-1 0,1 0 0,-1 1 0,1-1 0,1 0 0,0-1 0,0 1 0,0 0 0,1-1 0,0 0 0,0 0 0,1-1 0,0 0 0,0 0 0,1 0 0,-1 0 0,1-1 0,11 6 0,-11-7 0,1 0 0,-1 0 0,1 0 0,0-1 0,1-1 0,-1 1 0,0-1 0,1-1 0,-1 1 0,1-2 0,-1 1 0,1-1 0,-1 0 0,1-1 0,-1 0 0,1 0 0,-1-1 0,1 0 0,-1 0 0,0-1 0,0 0 0,0-1 0,0 0 0,-1 0 0,9-6 0,-15 9 3,-1 1 0,0-1-1,1 1 1,-1 0 0,0-1 0,1 1-1,-1-1 1,0 1 0,0-1-1,1 1 1,-1 0 0,0-1 0,0 1-1,0-1 1,1 0 0,-1 1 0,0-1-1,0 1 1,0-1 0,0 1-1,0-1 1,0 1 0,0-1 0,0 1-1,0-1 1,-1 1 0,1-1-1,0 1 1,0-1 0,0 1 0,-1-1-1,1 1 1,0-1 0,0 1-1,-1-1 1,1 1 0,0 0 0,-1-1-1,1 1 1,-1 0 0,1-1 0,0 1-1,-2-1 1,-20-14-1488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36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2951 14 24575,'0'0'0,"0"0"0,0 0 0,0 0 0,0 0 0,0 0 0,0 0 0,-24-9 0,20 7 0,-1 1 0,1 0 0,0 1 0,-1-1 0,0 1 0,1 0 0,-1 0 0,1 0 0,-1 1 0,1 0 0,-7 1 0,1 0 0,11 26 0,-2-18 0,0 0 0,0 0 0,-1 0 0,-1 0 0,1 0 0,-2 0 0,-4 11 0,-38 66 0,25-50 0,6-5 0,1 0 0,1 1 0,-8 38 0,-46 115 0,9-29 0,-44 113 0,-19 59 0,92-239 0,-61 137 0,-65 77 0,74-146 0,-30 54 0,8-4 0,-4 8 0,-31 53 0,18-33 0,88-180 0,-6 9 0,2 2 0,-38 101 0,-155 388 0,117-273 0,13-28 0,94-244 0,-63 140 0,-52 174 0,94-242 0,-58 122 0,-5 26 0,60-147 0,-51 104 0,58-143 0,2 1 0,-17 60 0,-15 98 0,44-172 0,-56 221 0,61-242 0,-82 312 0,74-304-1365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9:38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2776 0 24575,'-6'1'0,"1"-1"0,-1 1 0,1 1 0,0-1 0,-1 1 0,1 0 0,0 0 0,-7 3 0,-1 1 0,6-2 0,-1 0 0,1 0 0,1 0 0,-1 1 0,1 0 0,0 0 0,0 1 0,0-1 0,1 1 0,-1 1 0,-6 11 0,11-14 0,0 0 0,0 0 0,0 1 0,1-1 0,-1 0 0,1 0 0,0 1 0,1 5 0,0-4 0,-2 35 0,-2-1 0,-2 0 0,-1 1 0,-2-2 0,-22 67 0,-96 389 0,100-368 0,-40 149 0,48-223 0,-99 322 0,36-125 0,18-67 0,-55 172 0,-37 121 0,-10 206 0,102-400 0,-17 81 0,11-30 0,-14 77 0,-42 186 0,85-421 0,15-57 0,-39 159 0,10-54 0,-68 239 0,12-71 0,-9 34 0,70-265 0,20-65 0,-62 244 0,51-165 0,-18 99 0,-70 398 0,109-592 0,-3-1 0,-40 97 0,22-69 0,-29 127 0,-5 23-1365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18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537 1504 24575,'14'3'0,"0"-1"0,0-1 0,1-1 0,-1 0 0,1 0 0,-1-2 0,26-5 0,-18 2 0,-1-2 0,0-1 0,0 0 0,27-16 0,4-9 0,-2-1 0,79-72 0,-43 30 0,114-128 0,-186 187 0,-1 0 0,0-1 0,-2-1 0,0 0 0,-1 0 0,-1-1 0,-1 0 0,-1-1 0,-1 1 0,0-1 0,-2-1 0,0 1 0,-2-1 0,0 1 0,-1-1 0,-1 0 0,-7-43 0,4 42 0,-2 0 0,-1 0 0,0 1 0,-2 0 0,-13-29 0,15 39 0,-1 1 0,0 0 0,0 0 0,-1 0 0,-1 1 0,0 0 0,0 0 0,-1 1 0,0 1 0,-1-1 0,-11-6 0,-6 0 0,-1 1 0,-1 1 0,0 2 0,-1 0 0,-43-7 0,14 7 0,-116-7 0,135 17 0,-1 1 0,1 2 0,-1 2 0,1 2 0,1 1 0,-1 2 0,1 2 0,1 2 0,0 2 0,-63 32 0,83-35 0,0 1 0,1 1 0,1 0 0,0 1 0,1 1 0,-20 26 0,13-12 0,2 1 0,1 1 0,-18 38 0,26-44 0,1 1 0,1 1 0,2 0 0,0 0 0,2 1 0,1 0 0,2 0 0,-1 38 0,5-42 0,0-1 0,1 0 0,2 0 0,0 0 0,2 0 0,0 0 0,2-1 0,1 0 0,0-1 0,19 32 0,4-6 0,2-1 0,1-1 0,3-3 0,2-1 0,1-1 0,2-3 0,2-1 0,81 50 0,-84-64 0,0-2 0,1-1 0,2-2 0,0-3 0,0-1 0,1-2 0,1-2 0,0-3 0,0-1 0,1-3 0,75-3 0,-103-2 0,1-1 0,-1-1 0,0-1 0,0 0 0,0-2 0,-1 0 0,0-2 0,0 0 0,-1 0 0,0-2 0,23-18 0,-18 10 0,-1-1 0,-1-1 0,-1-1 0,-1-1 0,-1 0 0,-1-1 0,19-36 0,-19 29 0,-1-1 0,-2-1 0,-1-1 0,-1 0 0,-2 0 0,-2-1 0,-1 0 0,-1 0 0,-2-1 0,-2 0 0,-3-56 0,-4 42 0,-1 0 0,-3 1 0,-2 0 0,-3 1 0,-1 1 0,-2 0 0,-3 1 0,-1 0 0,-2 2 0,-2 1 0,-2 1 0,-2 1 0,-2 2 0,-1 0 0,-47-42 0,46 52 0,-1 1 0,-72-47 0,84 63 0,1 1 0,-2 1 0,1 1 0,-1 1 0,-1 1 0,-44-8 0,38 12 0,1 1 0,0 1 0,-1 2 0,1 1 0,0 2 0,0 0 0,0 2 0,1 1 0,-1 2 0,2 0 0,-50 25 0,42-15 0,1 0 0,1 3 0,1 1 0,1 1 0,1 1 0,1 2 0,2 1 0,-35 45 0,34-35 0,2 1 0,2 2 0,2 0 0,1 2 0,3 0 0,1 1 0,2 1 0,2 0 0,2 1 0,3 0 0,-4 55 0,9-52 0,3 0 0,1 0 0,15 81 0,-12-107 0,2-1 0,0 1 0,2-1 0,0-1 0,2 0 0,0 0 0,1-1 0,2 0 0,28 36 0,-22-36 0,0 0 0,2-2 0,0 0 0,1-2 0,1 0 0,1-1 0,0-1 0,33 13 0,-14-10 0,0-2 0,0-2 0,1-2 0,55 6 0,-72-13 0,1-1 0,0-2 0,0 0 0,-1-2 0,1-2 0,-1 0 0,1-2 0,-1 0 0,0-2 0,-1-1 0,0-2 0,0 0 0,-1-1 0,0-2 0,-1-1 0,38-27 0,2-14 0,-2-3 0,-2-2 0,70-93 0,-96 105 0,-3-1 0,-2-1 0,-3-2 0,-1 0 0,-3-2 0,-2-1 0,20-91 0,-32 110 0,-1 0 0,-2 0 0,-2 0 0,-1-1 0,-2 1 0,-1-1 0,-10-57 0,8 78 0,-1 1 0,0-1 0,-1 1 0,-1 0 0,0 1 0,-1-1 0,0 1 0,-2 1 0,1-1 0,-2 1 0,1 1 0,-2 0 0,0 0 0,0 1 0,-1 0 0,0 1 0,-1 0 0,0 1 0,-1 1 0,0 0 0,0 1 0,-27-10 0,10 9 0,-2 0 0,1 2 0,-1 2 0,0 1 0,0 1 0,0 2 0,0 1 0,0 2 0,1 1 0,-1 2 0,-56 17 0,31-4 0,0 3 0,2 3 0,0 2 0,2 2 0,-72 52 0,78-47 0,1 2 0,1 2 0,2 2 0,-60 72 0,89-94 0,1 2 0,0-1 0,2 2 0,0 0 0,2 0 0,0 1 0,1 0 0,1 1 0,2 0 0,0 0 0,1 1 0,1-1 0,2 1 0,0 32 0,3-28 0,2 1 0,1-1 0,1 0 0,2 0 0,1 0 0,0-1 0,3 0 0,0-1 0,1 0 0,2-1 0,0 0 0,2-1 0,1-1 0,0 0 0,2-2 0,1 0 0,0-1 0,1-1 0,28 19 0,-2-5 0,2-2 0,1-3 0,1-1 0,95 34 0,-72-37 0,2-3 0,153 21 0,-204-39 0,0-2 0,-1-1 0,1-1 0,0 0 0,-1-2 0,1-1 0,-1-2 0,0 0 0,45-18 0,-58 19 0,1-1 0,-2-1 0,1 0 0,-1 0 0,0-1 0,-1 0 0,0-1 0,0 0 0,-1 0 0,0-1 0,0 0 0,-1-1 0,-1 1 0,0-1 0,9-22 0,-6 11 0,-2-2 0,0 1 0,-2-1 0,0 0 0,-2 0 0,0 0 0,-2-32 0,-4-6 0,-2 0 0,-4 0 0,-21-84 0,8 68 0,-4 1 0,-41-86 0,48 124 0,-1 0 0,-3 2 0,-49-63 0,55 79 0,-2 1 0,0 0 0,-1 2 0,-1 0 0,-1 1 0,0 1 0,-31-15 0,27 19 0,-1 1 0,-1 1 0,1 1 0,-2 2 0,1 1 0,-1 1 0,0 2 0,0 0 0,0 2 0,-50 5 0,68-3 0,0 0 0,1 1 0,-1 0 0,1 1 0,-1 0 0,1 1 0,0 0 0,0 1 0,1 0 0,-1 0 0,1 1 0,0 0 0,1 1 0,0 0 0,0 0 0,0 0 0,1 1 0,0 1 0,0-1 0,1 1 0,0 0 0,1 0 0,0 1 0,0 0 0,1 0 0,0 0 0,-4 20 0,3-4 17,0 0 0,2 0 1,1 0-1,2 0 0,0 1 0,4 27 0,2-16-388,1 0-1,1-1 1,21 57 0,-13-55-6455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0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24575,'5'6'0,"1"-1"0,-1 0 0,0 1 0,-1 0 0,1 1 0,-1-1 0,0 1 0,-1-1 0,1 1 0,-2 0 0,1 0 0,-1 1 0,3 11 0,-1 31 0,-2 83 0,-3-65 0,0-57 0,-1 1 0,0-1 0,0 1 0,-1-1 0,-1 0 0,-5 13 0,-8 28 0,17-51 0,-1 0 0,1 0 0,0 0 0,0 1 0,-1-1 0,1 0 0,0 0 0,0 0 0,0 0 0,0 1 0,1-1 0,-1 0 0,0 0 0,0 0 0,1 0 0,-1 0 0,1 2 0,0-3 0,-1 1 0,1-1 0,-1 1 0,1-1 0,-1 1 0,1-1 0,-1 0 0,1 1 0,0-1 0,-1 0 0,1 0 0,-1 1 0,1-1 0,0 0 0,-1 0 0,1 0 0,0 0 0,-1 0 0,1 0 0,0 0 0,1 0 0,1-1 0,0 1 0,0-1 0,-1 0 0,1 0 0,0 0 0,0 0 0,0-1 0,-1 1 0,1-1 0,4-4 0,9-9-1365,-2-1-5461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0.5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93 24575,'30'-7'0,"245"-47"0,-218 40 0,-46 10 0,0 0 0,0 2 0,0-1 0,1 1 0,-1 1 0,0 0 0,1 0 0,-1 2 0,17 1 0,-27-2-47,0 0 0,1 1 0,-1-1 0,0 1 0,0-1 0,1 1 0,-1 0 0,0-1 0,0 1-1,0 0 1,0 0 0,0 0 0,0 0 0,0 0 0,0 0 0,0 0 0,0 0 0,0 0 0,-1 0 0,1 0 0,0 1 0,-1-1-1,1 0 1,-1 1 0,1-1 0,-1 0 0,0 1 0,1 1 0,-1 9-6779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0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0 155 24575,'12'2'0,"-1"0"0,1-1 0,0 0 0,-1-1 0,1 0 0,13-2 0,69-16 0,-69 13 0,202-62 0,-94 24 0,-109 37 54,49-4 0,-15 2-1527,-50 7-5353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2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45 297 24575,'0'0'0,"-12"-25"0,12 25 0,0 0 0,0 0 0,0 0 0,0 0 0,0 0 0,0 0 0,0 0 0,0 0 0,0 0 0,0-1 0,-1 1 0,1 0 0,0 0 0,0 0 0,0 0 0,0 0 0,0 0 0,0 0 0,-1 0 0,1 0 0,0 0 0,0 0 0,0 0 0,0 0 0,0 0 0,0 0 0,-1 0 0,1 0 0,0 0 0,0 0 0,0 0 0,0 0 0,0 0 0,0 0 0,-1 0 0,1 0 0,0 0 0,0 0 0,0 0 0,0 1 0,0-1 0,0 0 0,0 0 0,0 0 0,-1 0 0,1 0 0,0 0 0,0 0 0,0 0 0,0 1 0,0-1 0,0 0 0,-7 12 0,-4 12 0,8-9 0,0 1 0,1-1 0,1 1 0,0 25 0,10 66 0,-4-64 0,4 18 0,2 0 0,25 75 0,-22-88 0,-5-22 0,2 0 0,0-1 0,17 29 0,-7-16 0,-19-34 0,0 0 0,0 0 0,0 0 0,0-1 0,1 1 0,0-1 0,-1 0 0,1 0 0,1 1 0,-1-2 0,0 1 0,1 0 0,-1-1 0,1 0 0,0 0 0,6 3 0,-9-5 0,1 1 0,0-1 0,0 0 0,0 0 0,-1 0 0,1 0 0,0 0 0,0 0 0,0 0 0,0 0 0,-1-1 0,1 1 0,3-2 0,23-10 0,-14 5 0,0-1 0,0 0 0,-1-1 0,0-1 0,-1 0 0,0-1 0,-1 0 0,17-21 0,-13 13 0,-2-2 0,0 0 0,-2 0 0,0-1 0,8-23 0,1-20 0,-2 0 0,-4-2 0,7-72 0,-6 19 0,-3 17 0,40-160 0,-44 302 0,21 313 0,-13-97 0,14-33 0,-23-191 0,0 0 0,2-1 0,2 0 0,0 0 0,17 29 0,-22-49 0,-1 0 0,2-1 0,-1 0 0,1 0 0,0 0 0,15 12 0,-19-18 0,1-1 0,-1 1 0,1-1 0,0 0 0,0 0 0,0 0 0,0-1 0,0 1 0,0-1 0,0 0 0,0 0 0,1 0 0,-1-1 0,0 1 0,1-1 0,-1 0 0,1-1 0,-1 1 0,7-2 0,-1-1 0,-1 0 0,1-1 0,-1 0 0,0-1 0,0 0 0,0 0 0,-1-1 0,0 0 0,0-1 0,0 1 0,-1-2 0,0 1 0,9-13 0,-1-1 0,0-1 0,-1-1 0,-2 0 0,11-26 0,-2-4 0,-3-1 0,-3 0 0,10-57 0,13-172 0,-15 96 0,-14 85 0,-9 97 0,-2 7 0,-2 15 0,-5 28 0,-7 82-1365,12-89-5461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2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24575,'-5'101'0,"-29"165"0,26-213 0,7-50 15,1 1 0,-1 0 0,1 0 0,0 0 0,1 0 0,-1-1 0,1 6 0,-1-9-43,1 1 0,-1-1 0,0 1 0,0-1 0,0 1 0,0-1 0,1 1 0,-1-1 0,0 1 0,0-1 0,1 0 0,-1 1 0,0-1 0,1 1 0,-1-1 0,1 0 0,-1 1 0,0-1 0,1 0 0,-1 1 0,1-1 0,-1 0 0,1 0 0,-1 1-1,1-1 1,-1 0 0,1 0 0,-1 0 0,1 0 0,-1 0 0,1 1 0,-1-1 0,1 0 0,-1 0 0,1-1 0,0 1 0,-1 0 0,1 0 0,-1 0 0,1 0 0,-1 0 0,1 0 0,-1-1 0,1 1 0,-1 0 0,0-1 0,1 1 0,-1 0 0,1 0 0,-1-1 0,1 1 0,0-1 0,8-6-6798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3.0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24575,'0'0'0,"0"0"0,15 15 0,-9-5 0,-1 0 0,1 0 0,-1 0 0,-1 1 0,0 0 0,-1 0 0,0 0 0,0 0 0,0 15 0,1 17 0,-2 47 0,-2-83 0,-8 116 0,3-78 0,2 54 0,7-74 0,0-21 0,0-15 0,3-30-1365,-5 24-5461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3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4 24575,'0'0'0,"0"0"0,0 0 0,0 0 0,0 0 0,0 0 0,0 0 0,0 0 0,0 0 0,-2 9 0,-12 34 0,10-55 0,-7-20 0,5 22 0,6 10 0,0 0 0,0 0 0,0 0 0,0 0 0,0 0 0,0 0 0,0 0 0,0 0 0,0 0 0,0-1 0,0 1 0,0 0 0,0 0 0,-1 0 0,1 0 0,0 0 0,0 0 0,0 0 0,0 0 0,0 0 0,0 0 0,0 0 0,0 0 0,0 0 0,-1 0 0,1 0 0,0 0 0,0 0 0,0 0 0,0 0 0,0 0 0,0 0 0,0 0 0,0 0 0,-1 0 0,1 0 0,0 0 0,0 0 0,0 0 0,0 0 0,0 0 0,0 1 0,0-1 0,0 0 0,0 0 0,0 0 0,0 0 0,0 0 0,-1 0 0,1 0 0,0 0 0,0 0 0,0 0 0,0 0 0,0 1 0,0-1 0,0 0 0,-14 31-1365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4.1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24575,'0'0'0,"0"0"0,0 0 0,6 10 0,-2 4 0,-1-1 0,-1 0 0,0 1 0,-1-1 0,0 1 0,-1 0 0,0-1 0,-4 18 0,3-10 0,0 0 0,2 28 0,2-13 0,-3-26 0,1-1 0,0 1 0,0-1 0,4 12 0,-4-18 0,0 1 0,1-1 0,-1 1 0,1-1 0,0 0 0,0 0 0,0 0 0,1 0 0,-1 0 0,1-1 0,0 1 0,-1-1 0,1 0 0,6 4 0,20 10 0,50 20 0,-58-28 0,1 1 0,-1 2 0,-1 0 0,0 1 0,26 20 0,-31-19 0,-2 1 0,0 0 0,0 1 0,-1 1 0,-1 0 0,0 0 0,-2 1 0,0 0 0,10 26 0,-10-15 0,-1 0 0,-1 1 0,-1-1 0,-1 2 0,1 46 0,-7-64 0,0 0 0,0 0 0,-2 0 0,1 0 0,-1 0 0,-1-1 0,-8 18 0,12-28-26,0 0 0,0-1-1,0 1 1,0-1 0,0 1 0,0-1-1,0 1 1,-1-1 0,1 1 0,0-1-1,0 1 1,-1-1 0,1 1 0,0-1-1,-1 0 1,1 1 0,0-1 0,-1 1-1,1-1 1,-1 0 0,1 1 0,-1-1-1,1 0 1,-1 0 0,1 1 0,-1-1-1,1 0 1,-1 0 0,1 0 0,-1 1-1,1-1 1,-1 0 0,1 0 0,-1 0-1,1 0 1,-1 0 0,0 0 0,1 0-1,-1 0 1,1-1 0,-1 1 0,1 0-1,-1 0 1,1 0 0,-1-1 0,1 1-1,-1 0 1,1 0 0,-1-1 0,1 1-1,-1-1 1,-6-5-6800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4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631 1 24575,'0'0'0,"-9"2"0,-15 8 0,-1 1 0,1 1 0,1 0 0,1 2 0,-1 1 0,-27 24 0,-1 8 0,-57 65 0,66-62 0,1 3 0,4 1 0,2 1 0,2 3 0,-41 97 0,73-153-45,-1 0-1,1 1 1,0-1-1,0 1 1,0-1-1,1 1 1,-1 0-1,1-1 1,-1 1-1,1 0 1,0-1-1,0 1 1,0 0-1,0-1 1,1 1-1,-1 0 1,1-1-1,-1 1 1,1-1-1,0 1 1,0-1-1,0 1 1,0-1-1,1 0 0,-1 1 1,0-1-1,1 0 1,0 0-1,3 3 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4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24575,'8'29'0,"-1"-4"0,6 80 0,-2 120 0,-19-114 0,6-92 0,3-30 0,8-22 34,20-46 0,-9 25-1467,-10 25-5393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5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50 24575,'0'0'0,"2"0"0,274-17 0,-113 9 0,-151 7-105,4 1-105,1-1 0,-1-1 0,0-1 0,1 0 0,20-7 0,-28 5-6616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5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 24575,'0'0'0,"0"0"0,5 25 0,0 48 0,-6 116 0,-1-130 0,-1 46 0,-5 0 0,-26 133 0,39-245-1365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6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0,7 9 0,1 2 0,0 1 0,-1 0 0,0 1 0,-1 0 0,-1 0 0,0 0 0,-1 1 0,0-1 0,2 16 0,1 20 0,2 56 0,-9-105 0,1 262 0,1 14 0,-1-259 0,-1-8 0,0 1 0,1-1 0,0 1 0,1-1 0,0 0 0,0 0 0,1 0 0,6 15 0,-9-23 0,1 0 0,0 0 0,-1 0 0,1 0 0,0 0 0,-1 0 0,1 0 0,0-1 0,0 1 0,0 0 0,0 0 0,0-1 0,0 1 0,0-1 0,0 1 0,0-1 0,0 1 0,0-1 0,0 0 0,0 0 0,0 1 0,0-1 0,0 0 0,2 0 0,-2 0 0,1-1 0,0 1 0,0-1 0,0 0 0,0 1 0,-1-1 0,1 0 0,0 0 0,-1 0 0,1 0 0,0 0 0,2-3 0,2-3 0,1 0 0,-1-1 0,-1 0 0,9-15 0,2-10 0,-1-1 0,-2 0 0,-2-1 0,9-43 0,19-150 0,-34 189 0,4-28 0,-2 11 0,1 0 0,4 0 0,26-79 0,-38 135 0,0 0 0,0 0 0,0-1 0,0 1 0,0 0 0,0 0 0,0 0 0,0-1 0,0 1 0,0 0 0,0 0 0,0 0 0,0-1 0,0 1 0,0 0 0,1 0 0,-1 0 0,0-1 0,0 1 0,0 0 0,0 0 0,0 0 0,0 0 0,1 0 0,-1-1 0,0 1 0,0 0 0,0 0 0,0 0 0,1 0 0,-1 0 0,0 0 0,0 0 0,0 0 0,1 0 0,-1 0 0,0 0 0,0 0 0,0 0 0,1 0 0,-1 0 0,0 0 0,0 0 0,0 0 0,1 0 0,-1 0 0,0 0 0,0 0 0,0 0 0,1 0 0,-1 0 0,0 0 0,0 0 0,0 0 0,0 0 0,1 1 0,-1-1 0,0 0 0,0 0 0,0 0 0,0 0 0,0 1 0,1-1 0,-1 0 0,0 0 0,7 17 0,2 31 0,-2 0 0,-3 1 0,0 53 0,-1-7 0,-2-84 0,1 41 0,2-1 0,3 0 0,16 65 0,-20-107 0,1 0 0,-1 0 0,1 0 0,1-1 0,0 1 0,6 8 0,-9-15 0,0 0 0,0 0 0,0 0 0,0 0 0,0 0 0,0 0 0,0-1 0,0 1 0,1-1 0,-1 0 0,6 3 0,-7-4 0,1 0 0,0 0 0,0 1 0,0-1 0,-1 0 0,1 0 0,0-1 0,0 1 0,-1 0 0,1 0 0,0-1 0,0 1 0,-1-1 0,1 0 0,0 0 0,-1 1 0,1-1 0,-1 0 0,1 0 0,1-2 0,4-3 0,-1-1 0,0 0 0,0 0 0,0 0 0,-1-1 0,0 0 0,0 0 0,-1 0 0,0 0 0,3-10 0,26-95 0,-31 105 0,12-70 0,-2 1 0,1-88 0,-1 6 0,-2 84-1365,-9 66-5461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6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1 24575,'0'0'0,"0"0"0,-1 15 0,-42 549 0,32-457 0,11-106 0,0-1 0,0 0 0,0 0 0,0 1 0,0-1 0,0 0 0,0 1 0,0-1 0,0 0 0,0 1 0,0-1 0,0 0 0,0 1 0,0-1 0,0 0 0,0 0 0,0 1 0,0-1 0,0 0 0,1 1 0,-1-1 0,0 0 0,0 0 0,0 1 0,0-1 0,1 0 0,-1 0 0,0 0 0,0 1 0,1-1 0,-1 0 0,0 0 0,0 0 0,1 0 0,-1 1 0,0-1 0,1 0 0,11-6 0,10-18 0,-9 4 0,-2 0 0,0-1 0,-1-1 0,11-37 0,20-98 0,-27 99 0,-1-3 0,-7 29 0,2-1 0,1 2 0,1-1 0,15-29 0,-5 18 0,-18 42 0,0 1 0,0 0 0,0 0 0,1-1 0,-1 2 0,0-1 0,0 0 0,0 0 0,3 1 0,-3 0 0,14 2 0,0 2 0,-1 0 0,0 0 0,0 2 0,0-1 0,0 2 0,16 12 0,43 19 0,46 14 0,-117-51 0,0-1 0,-1 1 0,0-1 0,1 1 0,-1 0 0,0 0 0,0 0 0,0 0 0,0 0 0,0 1 0,0-1 0,-1 1 0,1-1 0,-1 1 0,0-1 0,0 1 0,0 0 0,0 0 0,0-1 0,0 1 0,-1 0 0,1 0 0,-1 0 0,0 0 0,0 0 0,0 0 0,0 0 0,-1 0 0,1 0 0,-1-1 0,-1 6 0,-2 3 0,1 0 0,-2 0 0,1-1 0,-1 0 0,-1 0 0,-10 15 0,-8 4 0,-2-1 0,0-1 0,-1-2 0,-34 25 0,43-36 0,15-12 0,1 0 0,0 0 0,0 0 0,0 0 0,0 0 0,0 0 0,1 1 0,-1-1 0,1 1 0,-1-1 0,1 1 0,0 0 0,0-1 0,-1 4 0,2-5 0,0 0 0,0 0 0,0-1 0,0 1 0,0 0 0,0 0 0,0-1 0,0 1 0,1 0 0,-1 0 0,0-1 0,0 1 0,1 0 0,-1-1 0,0 1 0,1 0 0,-1-1 0,1 1 0,-1-1 0,1 1 0,0 0 0,1 0 0,0 0 0,-1 0 0,1 0 0,0 0 0,0-1 0,-1 1 0,1 0 0,0-1 0,0 0 0,0 1 0,0-1 0,2 0 0,18 0 0,1-1 0,-1-1 0,-1-1 0,24-6 0,86-29 0,-116 33-341,0-1 0,-1-1-1,18-11 1,-13 6-6485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7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49 109 24575,'0'0'0,"0"0"0,0 0 0,0 0 0,0 0 0,0 0 0,0 0 0,0 0 0,0 0 0,0 0 0,0 0 0,0 0 0,-23-16 0,19-17 0,4 30 0,0-1 0,0 1 0,-1 0 0,1-1 0,-1 1 0,1-1 0,-1 1 0,0-1 0,0 1 0,-1 0 0,1 0 0,-3-4 0,-5-6-1365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7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24575,'14'0'0,"-1"1"0,1 1 0,0 0 0,-1 1 0,1 0 0,-1 1 0,0 1 0,14 6 0,-8-1 0,-1 0 0,0 1 0,-1 1 0,29 26 0,-16-8 0,-1 1 0,-1 2 0,-2 1 0,37 63 0,-45-66 0,-1 0 0,-2 2 0,11 35 0,-20-51 0,-1 1 0,-1 0 0,-1 0 0,0 0 0,-1 0 0,-1 1 0,-3 33 0,-4-18 120,6-34-124,0-1 0,0 1 0,0 0 0,0 0 0,0 0 0,0 0 0,-1 0 0,1 0 1,0 0-1,0 0 0,0 0 0,0 0 0,0 0 0,0 0 0,0 0 0,0 0 0,0 0 0,0 0 0,0 0 0,0 0 0,0 0 0,0 0 0,-1 0 0,1 0 0,0 0 1,0 0-1,0 0 0,0 0 0,0 0 0,0 0 0,0 0 0,0 0 0,0 0 0,0 0 0,0 0 0,0 0 0,0 0 0,0 0 0,0 0 0,-1 0 0,1 0 0,0 0 1,0 0-1,0 1 0,0-1 0,0 0 0,0 0 0,0 0 0,0 0 0,0 0 0,-1-20-1280,0 2-5542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28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773 32 24575,'0'0'0,"0"0"0,1 0 0,0 0 0,0 0 0,1 0 0,-1-1 0,0 1 0,0 0 0,0-1 0,1 1 0,-1 0 0,0-1 0,0 0 0,0 1 0,0-1 0,0 0 0,0 1 0,0-1 0,0 0 0,0 0 0,0 0 0,0 0 0,-1 0 0,1 0 0,1-2 0,-2 3 0,0 0 0,0-1 0,0 1 0,0-1 0,1 1 0,-1 0 0,0-1 0,0 1 0,0-1 0,0 1 0,0 0 0,0-1 0,0 1 0,-1-1 0,1 1 0,0 0 0,0-1 0,0 1 0,0-1 0,0 1 0,-1 0 0,1-1 0,0 1 0,0 0 0,-1-1 0,1 1 0,0 0 0,-2-1 0,1 0 0,0 1 0,0-1 0,0 1 0,0-1 0,0 1 0,0-1 0,-1 1 0,1 0 0,0 0 0,0-1 0,-1 1 0,1 0 0,-1 0 0,-14 1 0,1 1 0,-1 0 0,1 1 0,0 1 0,0 0 0,0 1 0,1 0 0,0 1 0,0 1 0,-22 14 0,7-2 0,2 1 0,0 2 0,-46 47 0,9 5 0,2 3 0,-97 163 0,129-186-341,2 0 0,3 2-1,-33 103 1,48-121-6485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33.8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44 24575,'0'-1'0,"0"1"0,-1-1 0,1 1 0,0 0 0,0-1 0,-1 1 0,1-1 0,0 1 0,-1 0 0,1-1 0,0 1 0,-1 0 0,1-1 0,0 1 0,-1 0 0,1-1 0,-1 1 0,1 0 0,0 0 0,-1 0 0,1-1 0,-1 1 0,1 0 0,-1 0 0,0 0 0,1 0 0,-1 0 0,1 0 0,-1 0 0,1 0 0,-1 0 0,1 0 0,0-1 0,-1 1 0,1 0 0,-1 0 0,1 0 0,-1-1 0,1 1 0,0 0 0,-1 0 0,1-1 0,0 1 0,-1 0 0,1-1 0,0 1 0,-1 0 0,1-1 0,0 1 0,0 0 0,0-1 0,-1 1 0,1-1 0,0 1 0,0-1 0,0 1 0,0 0 0,0-1 0,0 1 0,-1-1 0,1 1 0,0-1 0,0 1 0,0-1 0,1 1 0,-1 0 0,0-1 0,0-1 0,0 1 0,1 0 0,-1 0 0,1 0 0,-1 0 0,1 0 0,-1 0 0,1 0 0,-1 0 0,1 0 0,0 0 0,0 0 0,0 0 0,-1 0 0,1 0 0,0 1 0,0-1 0,0 0 0,0 1 0,0-1 0,0 1 0,0-1 0,1 1 0,-1-1 0,0 1 0,2-1 0,1 2 0,0-1 0,-1 1 0,1-1 0,0 1 0,0 0 0,-1 1 0,5 1 0,107 47 0,-66-28 0,-46-20 0,0-1 0,0 1 0,0-1 0,-1 1 0,1 0 0,-1 0 0,1 0 0,-1 0 0,1 0 0,-1 1 0,0-1 0,0 1 0,0 0 0,-1-1 0,1 1 0,0 0 0,1 4 0,-2-2 0,0-1 0,0 1 0,-1-1 0,1 1 0,-1-1 0,0 1 0,0-1 0,0 1 0,-1 0 0,0-1 0,-1 6 0,-1 0 0,-1 0 0,0 0 0,0-1 0,-1 1 0,0-1 0,-1 0 0,0 0 0,0-1 0,-1 0 0,-8 9 0,-96 74 0,110-91 0,0 1 0,1 0 0,-1-1 0,1 1 0,-1 0 0,0-1 0,1 1 0,0 0 0,-1 0 0,1 0 0,-1-1 0,1 1 0,0 0 0,0 0 0,-1 0 0,1 0 0,0 0 0,0-1 0,0 1 0,0 0 0,0 0 0,0 0 0,0 0 0,0 0 0,1 0 0,-1 0 0,0-1 0,0 1 0,1 0 0,-1 0 0,0 0 0,1-1 0,-1 1 0,1 0 0,-1 0 0,1-1 0,0 1 0,0 1 0,1-1 0,-1 1 0,0-1 0,1 0 0,0 1 0,-1-1 0,1 0 0,0 0 0,-1 0 0,1 0 0,0 0 0,0 0 0,0 0 0,0-1 0,0 1 0,0-1 0,0 1 0,3-1 0,20-3 0,0-2 0,0-1 0,41-14 0,25-7 0,-52 16 18,-26 7-364,0 1 1,-1 0-1,18-2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34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24575,'76'-1'0,"89"-12"0,-81 8 0,-6 1 0,-50 0-682,50-12-1,-71 13-6143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34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0 24575,'-3'27'0,"7"171"0,2-69 0,-6 264-1365,0-372-5461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2.0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40 24575,'-3'0'0,"0"-1"0,1 1 0,-1-1 0,0 0 0,1 1 0,-1-1 0,1 0 0,-1-1 0,1 1 0,-1 0 0,1-1 0,0 1 0,-1-1 0,1 0 0,0 0 0,0 0 0,1 0 0,-1 0 0,0 0 0,-2-5 0,-1 0 0,32 16 0,49 13 0,-42-13 0,44 18 0,2 8 0,119 72 0,-189-100 0,0 1 0,-1 0 0,1 0 0,-2 1 0,15 19 0,34 55 0,-39-53 0,-10-18 0,6 9 0,-2 0 0,18 39 0,-27-54 0,-1 0 0,0 0 0,0 0 0,-1 1 0,1-1 0,-1 0 0,-1 1 0,1-1 0,-1 1 0,0-1 0,-1 1 0,0-1 0,0 0 0,0 1 0,-4 11 0,3-15-122,0 0-1,0-1 0,0 1 1,0 0-1,0-1 0,-1 1 1,1-1-1,-1 1 0,0-1 1,-3 2-1,6-4 107,-11 8-6810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2.3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636 0 24575,'-141'78'0,"119"-64"0,2 1 0,-1 1 0,2 1 0,-22 23 0,-3 11 0,-57 90 0,-24 64 0,72-114 0,45-77 0,0 1 0,1 0 0,1 1 0,0-1 0,1 1 0,-3 17 0,10-30 0,6-6 0,6-6 0,-2-3-1365,0 1-5461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3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24575,'2'2'0,"1"0"0,0 0 0,-1 1 0,0-1 0,1 0 0,2 6 0,0-3 0,40 39 0,-48-45 7,-1-1 0,1 0 0,-1 1 0,0-1-1,0 1 1,-7-1 0,-4-2-1420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3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0 24575,'28'4'0,"-10"-2"0,72 11 0,-81-11 0,-1 0 0,1 1 0,0 0 0,-1 0 0,1 1 0,-1 0 0,12 9 0,-18-11 0,1 0 0,0 0 0,-1 0 0,0 0 0,1 1 0,-1 0 0,0-1 0,0 1 0,0 0 0,-1 0 0,1 0 0,-1 0 0,0 0 0,0 0 0,0 0 0,2 7 0,-3-5 0,0-1 0,0 1 0,-1 0 0,1-1 0,-1 1 0,0-1 0,0 1 0,0-1 0,-1 0 0,1 1 0,-4 4 0,-1 2 0,-1 1 0,-1-2 0,0 1 0,0-1 0,-1 0 0,-1-1 0,-18 16 0,-7 0 0,0-2 0,-2-1 0,-1-2 0,-58 23 0,103-41 0,0 0 0,0 0 0,0-1 0,14 0 0,181-16 0,-148 9 0,-43 6 0,0-1 0,-1 2 0,1 0 0,0 0 0,-1 0 0,11 4 0,-15-3 0,-1-1 0,0 1 0,1 0 0,-1 0 0,0 1 0,0-1 0,0 1 0,-1 0 0,1 1 0,-1-1 0,0 1 0,8 8 0,-11-10 0,1 1 0,-1-1 0,0 1 0,0-1 0,0 1 0,-1 0 0,1-1 0,0 1 0,-1 0 0,0 0 0,0-1 0,0 1 0,0 0 0,0 0 0,0-1 0,-1 1 0,1 0 0,-1-1 0,0 1 0,0 0 0,0-1 0,0 1 0,0-1 0,-1 1 0,1-1 0,-1 0 0,1 1 0,-4 2 0,-2 4 0,-1-1 0,1-1 0,-2 1 0,1-1 0,-1-1 0,-11 8 0,5-6-136,-1 0-1,0-1 1,0 0-1,0-2 1,-1 0-1,0 0 1,0-2-1,0 0 0,-33 1 1,43-4-6690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5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0 24575,'0'0'0,"0"0"0,4 24 0,-3-22 0,-1 1 0,1-1 0,-1 1 0,0 0 0,0-1 0,-1 1 0,1-1 0,0 1 0,-1 0 0,0-1 0,1 1 0,-1-1 0,0 0 0,0 1 0,-1-1 0,1 0 0,0 0 0,-1 1 0,1-1 0,-1 0 0,0 0 0,1-1 0,-1 1 0,0 0 0,0-1 0,-1 1 0,1-1 0,0 1 0,0-1 0,-1 0 0,1 0 0,0 0 0,-1 0 0,1-1 0,-6 2 0,-40-5 0,37-1 0,31-1 0,-10 4 0,0 0 0,0 1 0,-1 0 0,18 3 0,-25-3 0,1 1 0,-1-1 0,0 1 0,0 0 0,0 0 0,0 0 0,0-1 0,-1 2 0,1-1 0,0 0 0,0 0 0,2 3 0,-3-3 0,0 0 0,-1 0 0,1 0 0,-1 1 0,1-1 0,-1 0 0,1 0 0,-1 0 0,0 1 0,1-1 0,-1 0 0,0 1 0,0-1 0,0 0 0,0 0 0,0 1 0,0-1 0,0 0 0,-1 1 0,1-1 0,0 0 0,-1 0 0,0 2 0,-1 2 0,-1 0 0,0 0 0,0-1 0,0 1 0,0-1 0,-1 1 0,0-1 0,1 0 0,-1-1 0,-1 1 0,1-1 0,-1 1 0,-5 2 0,2-1 0,-1-1 0,1 0 0,-1 0 0,0-1 0,0 0 0,-19 3 0,28-7 0,-1 0 0,1 1 0,-1-1 0,0 0 0,1 0 0,-1 0 0,1 0 0,0 0 0,-1 0 0,1 0 0,0 0 0,0 0 0,-1 0 0,1 0 0,0 0 0,0 0 0,0 0 0,0 0 0,0 0 0,1 0 0,-1-1 0,1-4 0,1 1 0,0 0 0,0 0 0,0 1 0,0-1 0,1 0 0,-1 1 0,1-1 0,0 1 0,1 0 0,-1 0 0,1 0 0,0 0 0,0 1 0,7-6 0,7-3 0,0 2 0,31-15 0,-48 25 0,0 0 0,0-1 0,0 1 0,0 0 0,0 0 0,0 0 0,0 0 0,0 0 0,0 0 0,0 0 0,0 0 0,0 0 0,0 0 0,0 0 0,0 1 0,0-1 0,0 0 0,-1 1 0,1-1 0,0 1 0,0-1 0,0 1 0,0-1 0,0 1 0,-1 0 0,1-1 0,0 1 0,-1 0 0,1 0 0,0-1 0,-1 1 0,1 0 0,-1 0 0,1 0 0,-1 0 0,0 0 0,1 0 0,-1 0 0,0 0 0,0 0 0,1 0 0,-1 0 0,0 0 0,0 0 0,0 0 0,0 0 0,0 0 0,-1 0 0,1 0 0,0 0 0,0 0 0,-1 0 0,1 0 0,0-1 0,-1 1 0,0 1 0,-2 3 0,0-1 0,-1 0 0,1 0 0,-1 0 0,0 0 0,0-1 0,0 1 0,-1-1 0,1 0 0,-1 0 0,1-1 0,-1 1 0,0-1 0,0 0 0,-1-1 0,1 1 0,0-1 0,0 0 0,-1 0 0,1-1 0,-9 1 0,-6-26-1365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6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6 139 24575,'-5'-21'0,"9"34"0,10 35 0,6 40 0,-4 0 0,-5 2 0,2 143 0,-13-207 0,-1-2 0,2-1 0,6 47 0,-6-65 0,0 0 0,0 0 0,1 0 0,0 0 0,0 0 0,0 0 0,0 0 0,1 0 0,-1-1 0,1 1 0,0-1 0,1 0 0,-1 0 0,1 0 0,0-1 0,0 1 0,0-1 0,9 6 0,-12-8 0,1-1 0,0 1 0,0 0 0,0-1 0,-1 1 0,1-1 0,0 0 0,0 1 0,0-1 0,0 0 0,0 0 0,0 0 0,-1-1 0,1 1 0,0 0 0,0-1 0,0 1 0,0-1 0,-1 0 0,1 1 0,0-1 0,-1 0 0,1 0 0,0 0 0,-1 0 0,1 0 0,-1-1 0,0 1 0,1 0 0,-1-1 0,0 1 0,0-1 0,0 1 0,0-1 0,1-2 0,5-7 0,-2 0 0,1-1 0,-1 0 0,3-13 0,-6 20 0,31-109 0,20-117 0,2-124 0,-53 338 0,1 1 0,0 0 0,1 0 0,7-18 0,-10 33 0,-1 0 0,1 0 0,0 0 0,-1 0 0,1 0 0,0 1 0,0-1 0,0 0 0,-1 0 0,1 1 0,0-1 0,0 1 0,0-1 0,0 1 0,0-1 0,0 1 0,0-1 0,0 1 0,1 0 0,-1 0 0,0-1 0,0 1 0,0 0 0,0 0 0,0 0 0,0 0 0,0 1 0,0-1 0,1 0 0,-1 0 0,0 1 0,0-1 0,0 0 0,0 1 0,0-1 0,0 1 0,0-1 0,0 1 0,0 0 0,-1-1 0,1 1 0,0 0 0,0 0 0,0 0 0,-1 0 0,1-1 0,0 1 0,0 2 0,3 4 0,0 1 0,-1-1 0,0 1 0,0 0 0,0 0 0,-1 0 0,2 15 0,2 64 0,-4-52 0,3 66 0,-3-39 0,3 1 0,15 72 0,-16-121 0,0 0 0,2-1 0,-1 0 0,2-1 0,0 1 0,0-1 0,17 21 0,-23-32 0,0 0 0,0 1 0,0-1 0,0 0 0,1 0 0,-1-1 0,0 1 0,1 0 0,-1 0 0,0-1 0,1 1 0,-1 0 0,1-1 0,-1 0 0,0 1 0,1-1 0,-1 0 0,1 0 0,0 1 0,-1-1 0,1 0 0,-1-1 0,1 1 0,-1 0 0,1 0 0,-1-1 0,1 1 0,-1-1 0,0 1 0,1-1 0,1-1 0,1 0 0,0 0 0,0-1 0,0 1 0,0-1 0,-1 0 0,1 0 0,-1-1 0,0 1 0,4-6 0,1-4 0,0 0 0,-2-1 0,0 0 0,7-22 0,13-63 0,-20 70 0,9-29 0,-4-1 0,-2 0 0,3-97 0,-13 145-341,0-1 0,0 1-1,-4-12 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7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1 24575,'0'0'0,"0"0"0,0 0 0,-1 10 0,0 0 0,-1 0 0,-3 14 0,-3 12 0,-1 51 0,2 134 0,6-199 0,2 2 0,2-28 0,5-17 0,2-18-1365,-5 21-5461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47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1 24575,'3'1'0,"-1"1"0,0 0 0,0 0 0,0 0 0,0 0 0,0 0 0,2 3 0,1 1 0,11 7 0,0-1 0,1 0 0,1-1 0,-1-1 0,2-1 0,26 10 0,-18-7 0,-12-6 0,-4-2 0,-1 1 0,-1 0 0,18 11 0,-24-14 0,-1 0 0,0 0 0,1 1 0,-1-1 0,0 0 0,0 1 0,0-1 0,-1 1 0,1 0 0,0 0 0,-1-1 0,0 1 0,0 0 0,0 0 0,0 0 0,0 0 0,-1 1 0,1 2 0,-1 1 0,0 0 0,-1 1 0,0-1 0,0 0 0,0 0 0,-1 0 0,0 0 0,-1-1 0,1 1 0,-2 0 0,1-1 0,0 0 0,-1 0 0,0 0 0,-1 0 0,-5 6 0,-8 7 0,-2 0 0,-41 31 0,37-35 0,0 0 0,0-2 0,-36 15 0,58-27 0,5-1 0,0-1 0,0 1 0,1 0 0,-1 0 0,0 0 0,0 1 0,1-1 0,3 2 0,5 0 0,60 4 0,-25-3 0,53 11 0,-96-13 0,1 0 0,-1 1 0,0 0 0,1 0 0,-1 0 0,0 0 0,0 1 0,0 0 0,0 0 0,-1 0 0,1 0 0,-1 0 0,0 1 0,0-1 0,0 1 0,0 0 0,-1 0 0,4 7 0,-4-6 0,1 0 0,-1 1 0,0-1 0,0 1 0,-1 0 0,0 0 0,0 0 0,0 0 0,-1-1 0,1 1 0,-2 0 0,1 0 0,0 0 0,-2 6 0,-2-3 0,1 1 0,-1-1 0,-1 0 0,1 0 0,-2-1 0,1 1 0,-1-1 0,0-1 0,-1 1 0,-14 12 0,-3 1 0,-53 34 0,25-25-95,-2-2-1,0-3 1,-69 21-1,68-25-887,39-15-5843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54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829 1936 24575,'18'-4'0,"-1"0"0,0-2 0,0 0 0,-1 0 0,1-2 0,-2 0 0,1-1 0,-1 0 0,0-2 0,-1 1 0,15-15 0,-1-5 0,-2-1 0,0-2 0,-2 0 0,-2-1 0,-1-2 0,-2 0 0,-1-1 0,24-72 0,-6-14 0,29-187 0,-29 23 0,-34 237 0,-2 1 0,-2-1 0,-15-84 0,12 110 0,-1 0 0,-2 1 0,0 0 0,-1 1 0,-2 0 0,0 0 0,-1 1 0,-1 0 0,-1 1 0,-1 1 0,0 0 0,-2 1 0,0 1 0,-1 0 0,-1 2 0,0 0 0,-1 1 0,-1 1 0,0 1 0,0 0 0,-30-10 0,29 14 0,0 2 0,-1 0 0,1 2 0,-1 0 0,0 1 0,0 2 0,-24 0 0,28 3 0,1 0 0,0 0 0,0 2 0,0 1 0,0 0 0,1 1 0,-1 0 0,2 2 0,-21 11 0,15-5 0,1 2 0,1 0 0,0 0 0,1 2 0,1 1 0,-24 30 0,-77 133 0,56-74-117,6 3-1,-56 151 0,87-188 48,3 1-1,4 1 0,3 1 1,-12 144-1,27-198 130,1 1 0,0 0 0,2-1 0,1 1-1,8 32 1,-9-47-38,1 0 0,1 1 0,0-1-1,0 0 1,0-1 0,1 1 0,1-1-1,-1 0 1,1 0 0,1-1 0,-1 1-1,1-2 1,1 1 0,-1-1 0,1 0-1,9 6 1,6-1-18,-1 0-1,2-2 0,-1 0 1,1-2-1,48 9 0,129 6-179,255-8-566,-106-5-532,-255-4-4735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55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458 71 24575,'-29'-2'0,"23"1"0,1 0 0,0 1 0,-1 0 0,1 0 0,-1 0 0,1 1 0,-1 0 0,-6 1 0,4 1 0,0 1 0,-1 0 0,1 0 0,0 1 0,1 0 0,-1 0 0,1 1 0,0 0 0,-10 11 0,-2 4 0,-29 44 0,25-28 0,1 1 0,2 0 0,-18 51 0,-31 129 0,54-160 0,4 0 0,-6 74 0,15-92 0,1 1 0,2 0 0,2 0 0,9 47 0,-9-74 0,0 0 0,2 0 0,0 0 0,0 0 0,1-1 0,1 0 0,0 0 0,1-1 0,0 0 0,1 0 0,0-1 0,1 0 0,0-1 0,0 0 0,2 0 0,-1-1 0,1 0 0,0-1 0,1-1 0,0 0 0,0-1 0,0 0 0,15 4 0,-5-3 0,0-1 0,0-1 0,1-1 0,-1-1 0,1-2 0,0 0 0,-1-1 0,1-1 0,0-1 0,-1-2 0,0 0 0,1-1 0,-1-2 0,-1 0 0,0-1 0,0-2 0,35-19 0,-36 15 0,-1 0 0,0-1 0,-1-1 0,-1 0 0,0-2 0,-1 0 0,19-28 0,-18 19 0,-2 0 0,0 0 0,-2-2 0,-2 0 0,12-37 0,-9 12 0,-3-1 0,-3 0 0,-1-1 0,-4 1 0,-1-1 0,-7-74 0,2 101 0,-1 0 0,-2 1 0,-1 0 0,-1 0 0,-1 0 0,-14-29 0,14 40 0,0 0 0,-1 1 0,-1 1 0,0 0 0,-1 0 0,-1 1 0,0 0 0,-1 1 0,-1 0 0,-24-17 0,4 9 0,-1 0 0,-1 3 0,-62-24 0,88 39-227,0 0-1,0 1 1,-1 0-1,1 1 1,-16-1-1,18 2-6598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56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806 1798 24575,'16'2'0,"0"-1"0,0-1 0,0 0 0,1-1 0,-1-1 0,0-1 0,-1 0 0,22-7 0,-15 2 0,0-2 0,0 0 0,0-1 0,-1-1 0,20-16 0,-7 2 0,-1-3 0,-1-1 0,-1-1 0,-2-1 0,44-65 0,-45 54 0,-2-2 0,-3-1 0,-1-1 0,-2-1 0,-3 0 0,-1-2 0,-3 0 0,10-69 0,-19 81 0,-2 0 0,-1-1 0,-2 1 0,-1-1 0,-2 1 0,-2 0 0,-1 1 0,-13-38 0,5 30 0,-2 1 0,-2 1 0,-1 1 0,-2 0 0,-2 2 0,-34-43 0,41 62 0,-1 0 0,-1 2 0,-1 0 0,-1 1 0,-1 1 0,0 1 0,-1 1 0,-1 1 0,0 1 0,0 1 0,-2 1 0,1 1 0,-1 2 0,-30-7 0,32 10 0,0 2 0,0 0 0,1 1 0,-1 1 0,0 2 0,0 0 0,0 2 0,0 0 0,0 2 0,1 0 0,0 2 0,0 0 0,1 2 0,0 0 0,0 2 0,-27 17 0,15-3 0,0 2 0,1 1 0,2 2 0,1 1 0,-50 67 0,39-38 0,2 1 0,-52 117 0,65-119 0,4 2 0,2 1 0,3 0 0,2 2 0,4 0 0,2 0 0,-1 123 0,11-159 0,1 0 0,1 0 0,1-1 0,2 0 0,0 0 0,14 34 0,-13-45 0,0-1 0,1 0 0,0-1 0,1 0 0,1-1 0,0 0 0,1 0 0,0-1 0,1 0 0,1-1 0,25 18 0,-10-12 0,0-2 0,1-1 0,1-1 0,0-1 0,1-1 0,39 7 0,-14-7 0,1-2 0,97 2 0,-112-11-136,-1-3-1,1-1 1,0-2-1,-1-1 1,0-3-1,-1-1 1,0-2-1,-1-2 0,60-31 1,-58 24-6690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07.4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3878 24575,'0'0'0,"0"0"0,0 0 0,0 0 0,0 0 0,0 0 0,0 0 0,21-5 0,-12 1 0,0 0 0,0 0 0,0-1 0,-1 0 0,0-1 0,0 0 0,0 0 0,0 0 0,-1-1 0,0 0 0,6-9 0,-10 12 0,28-26 0,0 2 0,37-25 0,14-13 0,68-70 0,-6-7 0,173-220 0,224-280 0,64 6-539,-274 291 323,638-571 216,-865 828 0,175-134 0,-234 195-203,1 2-1,90-36 1,-129 60-6623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07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24575,'19'3'0,"178"17"0,153 16 0,-127-11 0,-218-25 0,-1 1 0,1 0 0,0-1 0,0 2 0,-1-1 0,1 1 0,4 2 0,-8-4 0,0 1 0,0-1 0,0 1 0,0 0 0,0-1 0,0 1 0,-1 0 0,1 0 0,0 0 0,0-1 0,-1 1 0,1 0 0,-1 0 0,1 0 0,-1 0 0,1 0 0,-1 0 0,0 0 0,1 0 0,-1 0 0,0 0 0,0 0 0,0 1 0,0-1 0,0 0 0,0 0 0,0 0 0,0 0 0,0 0 0,0 0 0,-1 0 0,1 0 0,0 0 0,-1 0 0,1 0 0,-1 0 0,0 1 0,-5 8 0,0 0 0,-1 0 0,0 0 0,0-1 0,-1-1 0,0 1 0,-15 11 0,-74 50 0,11-19 0,56-34-341,0 1 0,1 1-1,-39 34 1,57-43-6485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08.2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 24575,'0'0'0,"0"0"0,0 0 0,13 0 0,446 11 0,-32 1 0,462-20-320,-112 0 59,980-24 261,-1183 29 581,-527 6-1263,46 10-1,-83-11-6143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08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24575,'24'0'0,"240"28"0,-3 21 0,-182-32 0,88 29 0,-164-45 0,1 1 0,-1-1 0,1 1 0,-1 0 0,1 0 0,4 4 0,-8-6 0,1 1 0,-1-1 0,1 0 0,-1 1 0,1 0 0,-1-1 0,1 1 0,-1-1 0,0 1 0,1-1 0,-1 1 0,0 0 0,1-1 0,-1 1 0,0 0 0,0-1 0,1 1 0,-1 0 0,0 0 0,0-1 0,0 1 0,0 0 0,0-1 0,0 1 0,0 0 0,-1 0 0,1-1 0,0 1 0,0 0 0,0-1 0,-1 1 0,1 0 0,0-1 0,-1 1 0,1 0 0,0-1 0,-1 1 0,1-1 0,-1 1 0,1-1 0,-1 1 0,1-1 0,-2 1 0,-3 4 0,-1-1 0,0 0 0,0 0 0,-1-1 0,1 0 0,-12 5 0,-48 11 0,48-14 0,-88 19 0,-59 19 0,121-24-1365,34-13-5461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09.3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24575,'5'1'0,"0"0"0,0 1 0,0 0 0,0 0 0,0 0 0,5 4 0,6 1 0,53 26 0,-1 2 0,-2 4 0,92 69 0,159 167 0,-147-120 0,146 151 0,125 277 0,-293-360 0,144 202 0,111 117-101,-187-241-440,209 263 525,53 11 16,-50 42 0,-227-246 699,-146-252-719,50 156-1,-97-250-98,-2-4-193,1 0 1,0-1-1,22 39 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09.6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680 0 24575,'0'0'0,"0"0"0,0 0 0,0 0 0,4 14 0,10 48 0,3 11 0,33 90 0,-46-153 0,0 0 0,0 0 0,-1-1 0,3 18 0,-5-26 0,-1 1 0,0 0 0,1-1 0,-1 1 0,0 0 0,0 0 0,0-1 0,0 1 0,0 0 0,-1-1 0,1 1 0,-1 0 0,1-1 0,-1 1 0,1 0 0,-1-1 0,0 1 0,0-1 0,0 1 0,0-1 0,0 1 0,0-1 0,0 0 0,0 0 0,0 1 0,-1-1 0,1 0 0,-3 2 0,-4 0 0,0-1 0,1 1 0,-1-1 0,0 0 0,0-1 0,-12 1 0,-53-2 0,42 0 0,-490-43-1365,445 33-5461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55.6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76 24575,'14'-8'0,"0"0"0,0 2 0,0-1 0,1 2 0,0 0 0,19-3 0,93-10 0,-94 14 0,28-1 0,0 3 0,0 2 0,0 3 0,0 3 0,-1 2 0,114 31 0,-113-17-1365,-45-16-5461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56.1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295 1 24575,'0'0'0,"0"0"0,0 0 0,0 0 0,0 0 0,-7 7 0,1 0 0,-1 2 0,1-1 0,0 1 0,1-1 0,0 2 0,0-1 0,1 0 0,-4 14 0,-19 86 0,19-74 0,-115 403 0,71-260 0,43-143 0,3 1 0,1 0 0,0 41 0,4-71 0,1 1 0,1-1 0,-1 1 0,1-1 0,0 1 0,1-1 0,0 0 0,2 8 0,-2-11 0,0 0 0,-1 0 0,1 0 0,0-1 0,0 1 0,1 0 0,-1-1 0,1 0 0,-1 0 0,1 0 0,0 0 0,-1 0 0,1 0 0,0 0 0,0-1 0,1 0 0,-1 0 0,4 2 0,6 0 0,1-1 0,-1 1 0,1-2 0,0 0 0,0-1 0,20-2 0,84-16 0,-90 12 0,104-28 0,-100 24 0,0 1 0,1 2 0,0 0 0,0 3 0,41-1 0,-13 6 0,-60-1 3,-1 0 0,1 0 0,-1 0-1,0 0 1,1 0 0,-1 0 0,1 0 0,-1 0-1,0 0 1,1 0 0,-1 0 0,0 0 0,1-1 0,-1 1-1,1 0 1,-1 0 0,0 0 0,1 0 0,-1-1-1,0 1 1,1 0 0,-1 0 0,0-1 0,0 1-1,1 0 1,-1-1 0,0 1 0,0 0 0,1-1-1,-1 1 1,0 0 0,0-1 0,1 0 0,-4-14-1464,-2 3-5365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56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0 24575,'0'0'0,"0"0"0,0 0 0,0 0 0,0 10 0,0 29 0,4 383 0,-4-408 0,0 0 0,-1-1 0,0 1 0,-1-1 0,0 0 0,-1 1 0,-6 17 0,8-30 0,1-1 0,0 1 0,0 0 0,-1-1 0,1 1 0,-1 0 0,1-1 0,0 1 0,-1 0 0,1-1 0,-1 1 0,1-1 0,-1 1 0,0-1 0,1 1 0,-1-1 0,0 1 0,1-1 0,-1 0 0,0 1 0,1-1 0,-1 0 0,0 1 0,0-1 0,1 0 0,-1 0 0,0 0 0,0 0 0,1 0 0,-1 0 0,0 0 0,0 0 0,1 0 0,-1 0 0,0 0 0,0-1 0,1 1 0,-1 0 0,0 0 0,0-1 0,1 1 0,-1 0 0,0-1 0,1 1 0,-1-1 0,0 0 0,-2-1 0,1 0 0,0 1 0,0-1 0,0 0 0,0 0 0,0-1 0,0 1 0,1 0 0,-1 0 0,1-1 0,0 1 0,-2-4 0,2-3 0,-1 0 0,1-1 0,1 1 0,-1 0 0,2-1 0,-1 1 0,1 0 0,1-1 0,0 1 0,0 0 0,0 0 0,1 0 0,5-9 0,2-4 0,2 1 0,0 0 0,28-38 0,-22 37 0,0 1 0,1 1 0,38-30 0,-48 42 0,0 1 0,1 1 0,0 0 0,1 0 0,-1 1 0,1 0 0,0 1 0,0 0 0,0 1 0,1 0 0,16-2 0,-16 5 0,-1 0 0,0 1 0,0 0 0,1 0 0,-1 1 0,0 1 0,-1 0 0,1 0 0,0 1 0,-1 1 0,0 0 0,0 0 0,12 9 0,-20-13 0,0 1 0,-1-1 0,1 1 0,0 0 0,-1-1 0,1 1 0,-1 0 0,1 0 0,-1 0 0,0 0 0,0 0 0,0 1 0,0-1 0,0 0 0,-1 0 0,1 1 0,0 4 0,-1-6 0,0 1 0,0-1 0,-1 0 0,1 1 0,0-1 0,-1 1 0,1-1 0,-1 1 0,0-1 0,1 0 0,-1 0 0,0 1 0,0-1 0,0 0 0,0 0 0,0 0 0,0 0 0,0 0 0,0 0 0,0 0 0,0 0 0,-1 0 0,1 0 0,0-1 0,-1 1 0,1-1 0,0 1 0,-1-1 0,1 1 0,-3-1 0,-14 4-455,-1-1 0,-20 0 0,2-1-6371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57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24575,'16'7'0,"-2"0"0,14-1 0,1-1 0,-1-1 0,1-2 0,50-1 0,-49-2 0,285 28 0,-314-26 0,6 0-136,1 0-1,0-1 1,-1 0-1,1 0 1,0 0-1,0-1 1,-1 0-1,1-1 0,8-2 1,-8 1-6690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58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1 24575,'-1'3'0,"0"0"0,-1 0 0,1 0 0,-1 0 0,0-1 0,0 1 0,0 0 0,-3 3 0,-1 2 0,-8 11 0,-5 10 0,-19 37 0,32-55 0,1 0 0,1 0 0,0 1 0,1-1 0,0 1 0,1 0 0,-1 14 0,3-24 0,-1 0 0,1 1 0,0-1 0,1 0 0,-1 0 0,0 0 0,0 0 0,1 0 0,-1 0 0,1 0 0,0 0 0,0 0 0,0 0 0,0 0 0,0 0 0,0 0 0,0 0 0,0-1 0,1 1 0,-1 0 0,2 1 0,0-2 0,0 1 0,0 0 0,0-1 0,0 0 0,0 1 0,0-1 0,0 0 0,1-1 0,-1 1 0,0 0 0,0-1 0,5 0 0,5 0 0,0-1 0,-1 0 0,1-1 0,-1-1 0,23-7 0,-6-2 0,-2-1 0,0-1 0,0-2 0,42-32 0,-94 32 0,6 15-1365,9 1-5461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58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0 24575,'-3'12'0,"-127"490"0,127-490 0,1-1 0,-2 23 0,-16-51 0,19 14 0,0-1 0,0 1 0,1 0 0,-1 0 0,1-1 0,0 1 0,0 0 0,0-1 0,0 1 0,0 0 0,1 0 0,-1-1 0,3-4 0,17-43 0,-12 33 0,8-21 0,2 2 0,27-45 0,-32 63 0,1 0 0,0 0 0,2 2 0,0 0 0,27-22 0,-37 34 0,0 0 0,1 0 0,-1 1 0,1 0 0,0 0 0,0 1 0,12-4 0,-3 23 0,12 18-1365,-22-27-5461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2:59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0,7 31 0,-6-29 0,0-1 0,0 1 0,0 0 0,0 0 0,1-1 0,-1 1 0,0-1 0,1 1 0,0-1 0,-1 0 0,1 0 0,0 1 0,2 0 0,30 16 0,-29-15 0,1-1 0,0 1 0,0 0 0,-1 1 0,0-1 0,0 1 0,0 0 0,0 0 0,0 1 0,5 6 0,-8-8 0,-1 0 0,1 0 0,-1 0 0,1 0 0,-1 1 0,0-1 0,0 1 0,-1-1 0,1 0 0,-1 1 0,1-1 0,-1 1 0,0-1 0,0 1 0,-1 0 0,1-1 0,-1 0 0,-1 6 0,-2 4 0,0 0 0,-1 0 0,0 0 0,-8 12 0,11-23 0,0 1 0,-1-1 0,1 1 0,0-1 0,-1 0 0,1 0 0,-1 0 0,0 0 0,0 0 0,-5 1 0,-30 13 0,10-8-1365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0.1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0 24575,'1'3'0,"0"1"0,-1-1 0,0 0 0,1 1 0,-1-1 0,-1 6 0,1-1 0,4 27 0,10 42 0,2 7 0,-10-33 0,-1 103 0,-6-153 0,1 0 0,-1 1 0,1-1 0,-1 0 0,0 0 0,0 0 0,0 1 0,0-1 0,0 0 0,0 0 0,0 0 0,0-1 0,0 1 0,-1 0 0,1 0 0,0-1 0,0 1 0,-1 0 0,1-1 0,0 0 0,-1 1 0,-1-1 0,1-1 0,0-1 0,0 1 0,0-1 0,0 0 0,1 0 0,-1 0 0,1 0 0,-1 0 0,1-1 0,0 1 0,0 0 0,0-1 0,0 1 0,0-1 0,0-2 0,-8-39 0,8 34 0,2-1 0,-1 1 0,1-1 0,1 1 0,-1 0 0,2-1 0,0 1 0,0 0 0,1 1 0,0-1 0,9-15 0,6-6 0,45-55 0,-57 77 0,-2 3 0,0 1 0,0 0 0,0 0 0,1 0 0,0 0 0,0 1 0,0 0 0,0 1 0,0-1 0,1 1 0,0 0 0,0 1 0,0 0 0,0 0 0,0 0 0,0 1 0,0 0 0,0 0 0,1 1 0,-1 0 0,0 0 0,0 1 0,1 0 0,-1 0 0,13 4 0,-19-4-49,1 0 0,-1 0 0,0 0 0,0 0 0,0 0 0,0 0 0,0 0 0,0 0-1,0 1 1,0-1 0,-1 0 0,1 1 0,1 2 0,-1-2-629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0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24575,'13'1'0,"1"0"0,16 4 0,18 3 0,-18-5 0,41 9 0,-27-3 0,-39-8-40,1 1-1,-1 0 1,0 0-1,0 1 1,9 5-1,-5-3-1081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0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 24575,'0'0'0,"0"0"0,0 0 0,0 0 0,199-8 0,-15 0 0,-176 8 120,-5 0-321,-5 0-1083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37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0,21 4 0,143 3 0,-4-1 0,-113 1 0,1 2 0,-2 2 0,1 2 0,-2 2 0,64 30 0,-98-39 0,-1 0 0,0 1 0,0 0 0,-1 1 0,0 0 0,0 0 0,-1 1 0,0 0 0,10 14 0,4 11 0,25 50 0,-46-82 0,12 24 0,-1 0 0,-1 1 0,7 30 0,-14-40 0,0-1 0,-2 1 0,0 0 0,0-1 0,-2 1 0,-2 26 0,2-51-1365,0-1-5461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37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616 1 24575,'-20'16'0,"1"1"0,0 0 0,1 2 0,1 0 0,1 1 0,-16 24 0,-73 140 0,82-140 0,-21 39 0,-206 423 0,232-457-682,-13 65-1,28-101-6143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1:38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 24575,'4'-1'0,"0"1"0,-1-1 0,1 1 0,0 0 0,0 0 0,-1 0 0,8 1 0,2 0 0,258-9 0,-269 8 0,1 0 0,-1 1 0,0-1 0,1 1 0,-1-1 0,0 1 0,1 0 0,-1 0 0,0 0 0,0 0 0,0 0 0,0 1 0,0-1 0,0 1 0,0-1 0,0 1 0,0 0 0,-1 0 0,1 0 0,-1 0 0,1 0 0,-1 0 0,0 0 0,0 0 0,0 0 0,0 1 0,0-1 0,-1 0 0,1 1 0,0 3 0,1 2 0,-1 1 0,0-1 0,-1 0 0,1 1 0,-2-1 0,1 1 0,-3 12 0,-2-4 0,0-1 0,0 0 0,-2 0 0,0-1 0,-10 16 0,-51 69 0,57-86 0,0 0 0,-1 0 0,-1-1 0,-19 15 0,28-26 0,-1 1 0,0 0 0,-1-1 0,1 0 0,-9 2 0,11-3 0,12-1 0,7-2 0,13-1 0,1 2 0,0 1 0,35 5 0,-50-3 0,1 1 0,-1 0 0,0 1 0,0 1 0,0 0 0,-1 1 0,26 14 0,-38-18 0,1 0 0,-1 1 0,0-1 0,0 0 0,-1 0 0,1 1 0,0-1 0,-1 1 0,1 0 0,-1-1 0,0 1 0,0 0 0,1 4 0,6 39 0,-7-36 0,-1-1 0,0 1 0,-1-1 0,0 1 0,0-1 0,-1 0 0,0 0 0,-1 1 0,0-1 0,0-1 0,-1 1 0,0 0 0,-1-1 0,0 0 0,0 0 0,-1 0 0,-10 10 0,1-3 0,0-1 0,-2 0 0,1-1 0,-2-2 0,0 1 0,0-2 0,-20 8 0,27-12-73,-98 39 275,98-41-388,-1-1-1,1 0 0,-1-1 0,1 0 0,-1-1 1,0 0-1,-20-2 0,12-2-6639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1.7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0 24575,'2'124'0,"-4"-32"0,8 347 0,-2-402 0,2 0 0,13 49 0,-13-68 0,0 0 0,1-1 0,0 1 0,2-1 0,0-1 0,17 24 0,-22-35 0,1 0 0,0 0 0,0-1 0,0 0 0,0 0 0,1 0 0,-1 0 0,1-1 0,0 0 0,0 0 0,0-1 0,0 0 0,1 0 0,-1 0 0,1-1 0,-1 0 0,1 0 0,-1-1 0,1 1 0,-1-1 0,1-1 0,0 1 0,-1-1 0,1-1 0,-1 1 0,1-1 0,-1 0 0,0 0 0,0-1 0,0 0 0,0 0 0,0 0 0,-1-1 0,0 0 0,1 0 0,-1 0 0,0-1 0,-1 0 0,8-9 0,7-13 0,-2-2 0,0 0 0,-2-1 0,-2 0 0,0-1 0,-2-1 0,-1 0 0,10-63 0,-9 11 0,-3-1 0,-4-111 0,-5 77 0,-11 309 0,-4 486 0,10-308 0,5-229 0,-5 114 0,4-230 0,0 0 0,-1 0 0,-8 26 0,9-42 0,-1 0 0,1 0 0,-1-1 0,0 0 0,0 1 0,-1-1 0,0 0 0,0 0 0,-1-1 0,1 1 0,-1-1 0,0 0 0,-1-1 0,-10 8 0,-1-1 0,-1-2 0,0 0 0,0-1 0,-1-1 0,0-1 0,0 0 0,0-2 0,-1 0 0,-23 1 0,29-4 0,0-1 0,-1 0 0,1-1 0,0-1 0,-1 0 0,1-1 0,0 0 0,0-2 0,1 1 0,-1-2 0,1 0 0,0 0 0,-20-14 0,29 16-65,-1 1 0,1-1 0,0 0 0,0-1 0,1 1 0,-1-1 0,1 1 0,0-1 0,0 0 0,1 0 0,0-1 0,-1 1 0,2 0 0,-1-1 0,1 1 0,-1-1 0,1 1 0,1-1 0,-1 0 0,1-6 0,1-11-6761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2.2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 24575,'100'8'0,"-17"0"0,89-8 0,-168-1-72,0 1 1,0-1-1,0 0 0,0 0 0,0-1 0,0 1 0,-1-1 0,1 0 1,0 0-1,-1 0 0,1 0 0,-1-1 0,0 0 0,0 1 0,0-1 1,0 0-1,0 0 0,2-4 0,4-5-6754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2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61 24575,'0'0'0,"0"0"0,1-3 0,0-1 0,1 1 0,0 0 0,0 0 0,0 1 0,0-1 0,4-4 0,0 0 0,7-13 0,-42 14-1365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3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82 24575,'-12'53'0,"3"1"0,2 0 0,-1 70 0,3-38 0,-16 723 0,23-799 0,2-27 0,1-36 0,-3 0 0,-1-1 0,-10-75 0,-37-163 0,37 244 0,-21-105 0,-22-148 0,51 289 0,0 1 0,0-1 0,1 1 0,1-1 0,2-15 0,-2 23 0,0 0 0,0 1 0,0-1 0,0 0 0,1 1 0,-1-1 0,1 1 0,0 0 0,0 0 0,0-1 0,1 1 0,-1 0 0,1 1 0,-1-1 0,1 0 0,0 1 0,0 0 0,0-1 0,6-2 0,2 1 0,1 0 0,0 0 0,-1 1 0,1 1 0,0 0 0,0 1 0,0 0 0,1 0 0,14 3 0,17 2 0,48 11 0,-88-14 0,17 4 0,-1 0 0,1 2 0,-1 1 0,-1 0 0,0 2 0,35 21 0,-48-27 0,0 1 0,0-1 0,0 1 0,-1 1 0,1-1 0,-1 1 0,0-1 0,-1 1 0,1 1 0,-1-1 0,-1 1 0,1-1 0,-1 1 0,0 0 0,-1 1 0,1-1 0,-2 0 0,3 12 0,-3-8 0,-1 1 0,0 0 0,0 0 0,-1 0 0,-1-1 0,0 1 0,0-1 0,-2 1 0,1-1 0,-11 21 0,5-12 0,-1-1 0,-1-1 0,-1 0 0,-1 0 0,0-1 0,-1-1 0,-1 0 0,0-1 0,-1-1 0,-1 0 0,-18 11 0,29-22 0,-1-1 0,1 1 0,-1-1 0,1 0 0,-1-1 0,0 0 0,0 0 0,0 0 0,0-1 0,-13-1 0,20 1-36,-1-1-1,1 0 0,0 0 1,-1 0-1,1 0 0,0 0 1,-1 0-1,1 0 0,0 0 1,0 0-1,0 0 1,0 0-1,0 0 0,0 0 1,0 0-1,0 0 0,1 0 1,-1-1-1,1 0-632,0-10-6157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4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48 24575,'0'0'0,"0"0"0,0 0 0,0 0 0,0 0 0,10-16 0,-5 8 0,2-5 0,-4 14 0,-2 7 0,-1 84 0,5 0 0,19 107 0,-24-197 0,0 1 0,0 0 0,0 0 0,-1 0 0,1-1 0,-1 1 0,0 0 0,1 0 0,-1-1 0,-1 1 0,0 2 0,-13-32 0,11 15 0,0-1 0,1 1 0,0-1 0,1 0 0,1 0 0,0 0 0,0 0 0,2 0 0,-1 0 0,2 0 0,0 0 0,0 0 0,1 1 0,9-24 0,-6 21 0,1 0 0,0 0 0,0 0 0,2 1 0,0 1 0,0-1 0,1 1 0,1 1 0,0 0 0,1 1 0,20-16 0,-27 24 0,0 0 0,0 1 0,1 0 0,-1 0 0,0 0 0,1 1 0,-1-1 0,1 1 0,-1 1 0,1-1 0,0 1 0,-1 0 0,8 1 0,9 1 0,41 11 0,-58-12 0,6 2-151,1 0-1,-1 1 0,0 1 0,0 0 1,0 0-1,0 1 0,-1 0 1,14 12-1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4.9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1 264 24575,'22'3'0,"-10"-2"0,0 0 0,0-1 0,0 0 0,0-1 0,0-1 0,0 1 0,0-2 0,0 0 0,-1 0 0,1-1 0,-1-1 0,0 0 0,0 0 0,-1-1 0,17-12 0,-13 8 0,8-6 0,24-22 0,-41 33 0,0 0 0,0 0 0,-1 0 0,0 0 0,0-1 0,0 0 0,-1 1 0,0-2 0,0 1 0,3-8 0,-5 11 0,-1 0 0,1 0 0,0-1 0,-1 1 0,0 0 0,0 0 0,0-1 0,0 1 0,0 0 0,-1 0 0,1 0 0,-2-5 0,1 6 0,0 0 0,0 1 0,0-1 0,0 0 0,0 1 0,-1-1 0,1 1 0,0-1 0,-1 1 0,1-1 0,-1 1 0,0 0 0,1 0 0,-1 0 0,0 0 0,0 0 0,1 0 0,-1 0 0,0 1 0,-4-1 0,-3-1 0,0 0 0,-1 1 0,1 0 0,-1 1 0,1 0 0,-1 0 0,1 1 0,0 0 0,-1 1 0,1 0 0,0 0 0,0 1 0,0 1 0,0-1 0,1 1 0,-1 1 0,-14 9 0,10-3 0,0-1 0,0 1 0,1 1 0,0 0 0,1 1 0,1 0 0,0 1 0,0 0 0,-7 17 0,14-24 0,1-1 0,0 0 0,0 1 0,0-1 0,1 1 0,0-1 0,0 1 0,1 0 0,0-1 0,0 1 0,1 0 0,0-1 0,0 1 0,0 0 0,1-1 0,4 11 0,-4-9 0,1-1 0,1 1 0,0-1 0,0 0 0,0-1 0,1 1 0,0-1 0,0 0 0,0 0 0,1 0 0,0-1 0,0 0 0,11 8 0,-1-5 0,0-1 0,0 0 0,0-1 0,1-1 0,0-1 0,0 0 0,1-1 0,29 1 0,0-3 0,94-12 0,-135 10-170,-1 0-1,1 0 0,-1-1 1,1 0-1,-1 0 0,0 0 1,7-4-1,1-1-6655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5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320 1045 24575,'0'0'0,"0"0"0,0 0 0,0 0 0,-14-19 0,3 11 0,-1 1 0,0 0 0,0 1 0,-1 0 0,0 1 0,0 0 0,0 1 0,0 1 0,-28-4 0,36 7 0,-1 0 0,1-1 0,0 1 0,-1 1 0,1-1 0,0 1 0,0 0 0,-1 0 0,1 1 0,0 0 0,0 0 0,0 0 0,1 0 0,-1 1 0,0-1 0,1 1 0,0 0 0,-1 1 0,1-1 0,1 1 0,-1 0 0,0 0 0,1 0 0,0 0 0,0 1 0,0-1 0,-3 9 0,2-5 0,0 1 0,0 0 0,1 0 0,1 0 0,-1 0 0,1 0 0,1 1 0,0-1 0,0 1 0,1-1 0,0 0 0,1 1 0,0-1 0,4 16 0,14 16 0,-15-27 0,-3-5 0,2 1 0,-1-1 0,1 0 0,7 14 0,-8-20 0,-1 0 0,2 0 0,-1 0 0,0-1 0,0 1 0,1 0 0,-1-1 0,1 0 0,0 0 0,0 0 0,0 0 0,0 0 0,0-1 0,0 1 0,0-1 0,6 2 0,-1-1 0,0 0 0,1-1 0,0 0 0,-1-1 0,1 1 0,0-1 0,-1-1 0,1 0 0,-1 0 0,1-1 0,-1 0 0,1 0 0,-1-1 0,0 0 0,13-7 0,-10 4 0,0-1 0,-1 1 0,0-2 0,0 1 0,-1-1 0,0-1 0,-1 0 0,1 0 0,-2 0 0,10-15 0,1-10 0,-1 0 0,-2-2 0,-1 1 0,-2-2 0,13-65 0,15-195 0,-36 252 0,3-49 0,-5-1 0,-11-114 0,6 50 0,3 109 0,1 115 0,-26 1053 0,49-788-1365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7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 24575,'3'0'0,"-1"-1"0,0 1 0,0 0 0,1 0 0,-1-1 0,0 2 0,0-1 0,4 1 0,5-1 0,27-4 0,1-2 0,-2-1 0,62-20 0,-82 22 0,-1 1-105,1 0 0,0 2 0,0 0 0,0 1 0,0 0 0,0 2 0,0 0 0,0 0 0,0 2 0,-1 0 0,1 1 0,18 7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8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370 56 24575,'10'28'0,"-8"-5"0,0 2 0,-2-1 0,-1 0 0,-4 31 0,1-14 0,-11 121 0,-8 188 0,24-331 0,0 0 0,2 0 0,0 0 0,1-1 0,0 1 0,2-1 0,0 0 0,2 0 0,-1-1 0,2 0 0,13 19 0,-19-32 0,0 0 0,0 0 0,1-1 0,-1 1 0,1-1 0,0 1 0,0-1 0,1-1 0,-1 1 0,1 0 0,5 1 0,-7-2 0,0-2 0,0 1 0,1 0 0,-1 0 0,1-1 0,-1 0 0,0 0 0,1 0 0,-1 0 0,0 0 0,1-1 0,-1 1 0,0-1 0,1 0 0,-1 0 0,0 0 0,0-1 0,5-2 0,5-4 0,-1-1 0,0-1 0,-1 0 0,0 0 0,-1-1 0,0 0 0,0-1 0,-1 0 0,-1-1 0,0 0 0,9-19 0,6-21 0,27-88 0,-46 129 0,77-269 0,-44 145 0,-29 108 0,-2 0 0,7-57 0,-12 73 0,-1 0 0,-1 0 0,1 1 0,-2-1 0,1 1 0,-2-1 0,0 1 0,0-1 0,-1 1 0,-7-14 0,11 25 0,0 0 0,0-1 0,0 1 0,0 0 0,0 0 0,0 0 0,0-1 0,-1 1 0,1 0 0,0 0 0,0 0 0,0 0 0,0-1 0,-1 1 0,1 0 0,0 0 0,0 0 0,0 0 0,-1 0 0,1 0 0,0 0 0,0 0 0,0-1 0,-1 1 0,1 0 0,0 0 0,0 0 0,-1 0 0,1 0 0,0 0 0,0 0 0,0 0 0,-1 0 0,1 1 0,0-1 0,0 0 0,-1 0 0,1 0 0,0 0 0,0 0 0,0 0 0,-1 0 0,-9 11 0,-6 19 0,0 18 0,1 1 0,3 1 0,-11 90 0,3 159 0,27 180 0,-5-434 0,-7 207 0,0-207 0,-1-1 0,-2 1 0,-22 66 0,25-97 0,-1-1 0,0 0 0,-1 0 0,0-1 0,0 0 0,-2 0 0,1-1 0,-2 0 0,1 0 0,-1-1 0,-1 0 0,0-1 0,0 0 0,-1-1 0,0 0 0,-1-1 0,1-1 0,-1 1 0,-24 6 0,9-4 0,-1 0 0,-1-2 0,1-2 0,-1-1 0,0-1 0,0-1 0,0-1 0,0-2 0,0-2 0,-38-7 0,52 6-273,-1 0 0,1-2 0,0 0 0,-19-10 0,25 10-6553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8.5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192 0 24575,'-7'27'0,"-167"659"0,170-671 0,2 0 0,-1 0 0,2 0 0,0 0 0,1 0 0,1 0 0,0 0 0,1 0 0,0 0 0,9 27 0,-10-38 0,1 0 0,0 0 0,0-1 0,0 1 0,0 0 0,0-1 0,1 0 0,0 1 0,0-1 0,0 0 0,0 0 0,0-1 0,0 1 0,1-1 0,4 3 0,-3-2 0,1 0 0,0-1 0,0 0 0,0 0 0,0-1 0,0 1 0,1-1 0,-1-1 0,11 1 0,-10-1 0,1 0 0,-1-1 0,0 0 0,1 0 0,-1-1 0,0 0 0,0 0 0,0-1 0,0 1 0,0-2 0,0 1 0,-1-1 0,1 0 0,-1 0 0,0-1 0,-1 1 0,10-10 0,-11 6-151,1 1-1,-1 0 0,-1-1 0,0 0 1,0 0-1,0 0 0,-1 0 1,2-13-1,-1 2-6674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8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64 24575,'153'-29'0,"-108"18"0,0 2 0,0 2 0,72-1 0,84 10-1365,-185-2-5461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09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0 24575,'0'0'0,"0"0"0,0 0 0,0 0 0,-3 19 0,-6 51 0,4 1 0,5 113 0,2-72 0,-2 150 0,0-262 0,0 0 0,0 0 0,0 0 0,0 0 0,0 0 0,0 0 0,0 0 0,0 1 0,0-1 0,0 0 0,0 0 0,0 0 0,0 0 0,0 0 0,0 0 0,0 0 0,0 0 0,0 0 0,0 0 0,0 0 0,0 0 0,-1 0 0,1 1 0,0-1 0,0 0 0,0 0 0,0 0 0,0 0 0,0 0 0,0 0 0,0 0 0,0 0 0,0 0 0,0 0 0,0 0 0,0 0 0,0 0 0,0 0 0,-1 0 0,1 0 0,0 0 0,0 0 0,0 0 0,0 0 0,0 0 0,0 0 0,0 0 0,0 0 0,0 0 0,0 0 0,0 0 0,-1 0 0,1 0 0,0 0 0,0 0 0,0 0 0,0 0 0,0 0 0,0 0 0,0 0 0,0 0 0,0 0 0,0 0 0,0-1 0,0 1 0,0 0 0,0 0 0,0 0 0,-8-8 0,-4-10 0,8 8 0,-1 0 0,2 0 0,0-1 0,0 1 0,1-1 0,0 0 0,1 0 0,0 0 0,0 0 0,2 0 0,-1 1 0,1-1 0,1 0 0,5-21 0,4-1 0,1 0 0,1 0 0,23-38 0,-31 62 0,1 0 0,0 0 0,1 0 0,0 1 0,0 0 0,1 0 0,0 1 0,0 0 0,0 1 0,1-1 0,0 2 0,1-1 0,-1 1 0,1 1 0,0-1 0,0 2 0,17-5 0,10-9-1365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0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32 24575,'0'0'0,"0"0"0,0 0 0,0 0 0,0 0 0,-6 19 0,-17 42 0,10-29 0,-9 39 0,14-40 0,2-1 0,1 1 0,1 0 0,2 1 0,1-1 0,1 0 0,7 42 0,-7-68 0,1-1 0,0 1 0,0-1 0,0 1 0,1-1 0,0 0 0,-1 1 0,1-1 0,1 0 0,3 5 0,-4-7 0,0 0 0,0 0 0,1 0 0,-1 0 0,1-1 0,-1 0 0,1 1 0,-1-1 0,1 0 0,-1 0 0,1 0 0,0-1 0,0 1 0,0 0 0,-1-1 0,1 0 0,0 0 0,4 0 0,-1 0 0,1 0 0,-1-1 0,1 0 0,-1 0 0,1 0 0,-1-1 0,0 0 0,0 0 0,0-1 0,0 1 0,0-1 0,0-1 0,10-7 0,-9 5 0,0-1 0,0 0 0,-1-1 0,0 1 0,0-1 0,0 0 0,-1-1 0,5-12 0,3-13 0,-1 1 0,-2-2 0,-2 1 0,4-38 0,-10 59 0,0 5 0,0 0 0,1 0 0,4-12 0,-7 20 0,0 0 0,0 0 0,0-1 0,0 1 0,0 0 0,0-1 0,0 1 0,0 0 0,0 0 0,1-1 0,-1 1 0,0 0 0,0 0 0,0-1 0,0 1 0,1 0 0,-1 0 0,0 0 0,0-1 0,0 1 0,1 0 0,-1 0 0,0 0 0,0 0 0,1 0 0,-1-1 0,0 1 0,0 0 0,1 0 0,-1 0 0,0 0 0,0 0 0,1 0 0,-1 0 0,1 0 0,1 21 0,-4 26 0,-11 53 0,7-62 0,1-1 0,1 68 0,4-101 0,0 5 0,1 0 0,0 0 0,1 0 0,3 14 0,-4-22 0,-1 0 0,0 0 0,0 0 0,1 0 0,-1 0 0,1 0 0,-1 0 0,1 0 0,0 0 0,-1 0 0,1 0 0,0 0 0,0 0 0,-1 0 0,1-1 0,0 1 0,0 0 0,0-1 0,0 1 0,0-1 0,0 1 0,0-1 0,0 1 0,0-1 0,0 0 0,0 1 0,0-1 0,0 0 0,0 0 0,1 0 0,-1 0 0,0 0 0,0 0 0,0 0 0,0 0 0,0 0 0,0-1 0,0 1 0,1 0 0,-1-1 0,0 1 0,0-1 0,0 1 0,0-1 0,0 1 0,-1-1 0,2-1 0,4-2 0,0 0 0,0-1 0,-1 0 0,1 0 0,-1 0 0,-1 0 0,1-1 0,5-10 0,3-7 0,11-26 0,-15 29 0,21-34 0,-26 47 0,1-1 0,0 2 0,1-1 0,-1 1 0,1-1 0,0 2 0,1-1 0,-1 1 0,1 0 0,1 0 0,-1 1 0,0-1 0,1 2 0,0-1 0,0 1 0,0 1 0,12-3 0,-10 2 0,13-1 0,0 0 0,-1-2 0,0-1 0,0-1 0,23-12 0,-32 12 0,0 0 0,0-1 0,-1 0 0,0-1 0,0-1 0,-1 0 0,11-14 0,-18 20 0,-1-1 0,1 0 0,-1 1 0,0-1 0,0 0 0,-1 0 0,1-1 0,1-9 0,-3 12 0,-1 0 0,0 0 0,0 0 0,0 0 0,0 0 0,0 0 0,-1 0 0,0 0 0,0 0 0,0 0 0,0 0 0,0 0 0,-1 0 0,-4-6 0,3 6 0,0 0 0,0 0 0,0 0 0,-1 1 0,0-1 0,1 1 0,-1 0 0,-1 0 0,1 0 0,0 1 0,-1-1 0,1 1 0,-1 0 0,0 1 0,1-1 0,-1 1 0,0 0 0,0 0 0,0 0 0,0 1 0,0 0 0,-5 0 0,-5 0 0,1 2 0,-1-1 0,1 2 0,0 0 0,0 0 0,-18 8 0,18-5 0,0 1 0,0 1 0,0 0 0,1 0 0,0 2 0,1-1 0,0 2 0,1-1 0,0 2 0,0-1 0,2 2 0,-1-1 0,1 1 0,1 1 0,-9 18 0,13-22 0,-1 0 0,1 0 0,1 1 0,0-1 0,0 1 0,1 0 0,1 0 0,0-1 0,0 1 0,1 0 0,0 0 0,1 0 0,0 0 0,1 0 0,0 0 0,1-1 0,0 1 0,1-1 0,0 0 0,0 0 0,1 0 0,10 14 0,-9-15 0,0-1 0,1 0 0,0 0 0,1-1 0,-1 0 0,2 0 0,-1-1 0,1 0 0,17 9 0,-14-9 0,0-2 0,1 0 0,0 0 0,-1-2 0,1 1 0,0-1 0,20 0 0,30-3-546,80-12 1,-136 12 271,7-1-6552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3.1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0 221 24575,'1'1'0,"1"1"0,-1 0 0,1 0 0,-1-1 0,1 1 0,-1-1 0,1 1 0,0-1 0,3 2 0,-2-1 0,9 7 0,1-1 0,0-1 0,0 0 0,0 0 0,1-2 0,0 0 0,0 0 0,1-1 0,-1-1 0,1 0 0,0-1 0,-1-1 0,20 0 0,488-16 0,-380 14 0,-141 1 0,-1-1 0,1 1 0,-1 0 0,1 0 0,-1 0 0,0 0 0,1 0 0,-1 0 0,1 0 0,-1 0 0,1 0 0,-1 0 0,0 0 0,1 1 0,-1-1 0,1 0 0,-1 0 0,0 0 0,1 0 0,-1 1 0,1-1 0,-1 0 0,0 0 0,1 1 0,-1-1 0,0 0 0,1 1 0,-1-1 0,0 0 0,0 1 0,1-1 0,-1 0 0,0 1 0,0 0 0,-8 12 0,-24 13 0,30-24 0,-5 21 0,4-8 0,-4 1 0,-2 0 0,0 0 0,0-1 0,-1 0 0,-15 16 0,-19 28 0,-6 27 0,4 2 0,-59 159 0,93-216 0,3-9 0,1 0 0,-8 33 0,15-58 0,0 1 0,0-1 0,0 1 0,0-1 0,-1 1 0,1-1 0,-1 1 0,-2-2 0,0-2 0,-4-8 0,2-1 0,0 1 0,0-1 0,1 0 0,-4-25 0,3 15 0,-10-27 0,-110-227 0,68 156 0,-131-297 0,183 400 0,6 17 0,-1 1 0,1 0 0,-1-1 0,0 1 0,1 0 0,-1 0 0,0-1 0,-3-2 0,3 4 0,0 1 0,0-1 0,0 0 0,0 0 0,0 1 0,0-1 0,0 1 0,0-1 0,0 1 0,0-1 0,-1 1 0,1 0 0,0-1 0,0 1 0,0 0 0,-1 0 0,1 0 0,0 0 0,0 0 0,-1 0 0,-1 1 0,9 15-1365,-2-8-5461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4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24575,'24'1'0,"30"6"0,5 0 0,47-1 0,121 23 0,-191-21 0,-13-3 0,30 3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4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0 24575,'-10'30'0,"-6"2"0,-1-2 0,-40 55 0,32-50 0,-29 53 0,31-40 0,2 0 0,2 2 0,3 0 0,1 1 0,3 0 0,-7 69 0,17-70 0,2 0 0,12 88 0,-10-125 0,-1-3 0,0 1 0,1-1 0,1 1 0,-1-1 0,9 18 0,-8-22 0,0-1 0,0 0 0,1 0 0,0 0 0,0 0 0,0 0 0,1-1 0,-1 1 0,1-1 0,0-1 0,8 6 0,4 0 0,1 0 0,1-1 0,-1-1 0,1-1 0,0 0 0,0-1 0,27 2 0,-15-3 0,0-2 0,0-2 0,61-5 0,-87 4 0,-1 0 0,1 1 0,0-2 0,0 1 0,-1 0 0,1-1 0,-1 0 0,1 0 0,-1 0 0,7-6 0,-9 7 0,0-1 0,0 0 0,0 0 0,-1-1 0,1 1 0,-1 0 0,1-1 0,-1 1 0,0-1 0,0 1 0,0-1 0,0 1 0,0-1 0,-1 0 0,1 1 0,-1-1 0,0 0 0,0 0 0,0 1 0,0-5 0,-1-2-341,-1-1 0,0 0-1,-4-13 1,-2 1-6485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4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54 24575,'0'0'0,"0"0"0,15 0 0,16-2 0,0-1 0,-1-2 0,36-9 0,29-5 0,-53 14 0,0 1 0,0 3 0,0 1 0,0 2 0,42 8 0,-64-8-1365,-10-2-5461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6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1 193 24575,'0'0'0,"0"0"0,0 0 0,24 18 0,-19-3 0,-1-1 0,0 1 0,-1 0 0,-1 0 0,0 1 0,-1 23 0,1-3 0,6 21 0,-6-43 0,1 0 0,-2 1 0,0-1 0,-1 18 0,-10-14 0,6-15 0,8-15 0,29-66 0,-26 56 0,2 0 0,0 1 0,1 1 0,1-1 0,1 2 0,19-25 0,-14 26 0,1 0 0,35-28 0,-44 39 0,0 2 0,0-1 0,1 1 0,0 0 0,-1 1 0,2 0 0,-1 1 0,0 0 0,13-2 0,-21 5 0,-1 0 0,0 0 0,1 1 0,-1-1 0,0 1 0,1-1 0,-1 1 0,0-1 0,1 1 0,-1 0 0,0-1 0,0 1 0,0 0 0,0 0 0,2 2 0,-2-3 0,-1 0 0,1 1 0,-1-1 0,1 0 0,-1 1 0,1-1 0,-1 1 0,1-1 0,-1 1 0,1-1 0,-1 1 0,0-1 0,1 1 0,-1-1 0,0 1 0,0-1 0,1 1 0,-1 0 0,0-1 0,0 1 0,0 0 0,0-1 0,0 1 0,0-1 0,0 1 0,0 1 0,-3 0 0,0 1 0,0 0 0,0 0 0,1 0 0,-1 0 0,1 1 0,-1-1 0,1 1 0,0-1 0,0 1 0,1 0 0,-1 0 0,-1 7 0,-1 8 0,-4 32 0,6-29 0,-4 26 0,1 81 0,5-125 0,1-1 0,-1 1 0,1 0 0,0 0 0,0 0 0,0-1 0,0 1 0,0 0 0,1-1 0,0 1 0,0-1 0,0 0 0,0 0 0,0 1 0,1-2 0,-1 1 0,1 0 0,5 4 0,-1-2 0,0 0 0,0-1 0,1 0 0,-1 0 0,1-1 0,-1 0 0,15 3 0,-19-6 0,0 0 0,1-1 0,-1 1 0,0-1 0,1 0 0,-1 1 0,0-1 0,0-1 0,0 1 0,0 0 0,0-1 0,0 0 0,0 0 0,0 1 0,0-2 0,3-2 0,-5 2 0,0-1 0,-1 1 0,1 0 0,-1 0 0,1-1 0,-1 1 0,0 0 0,0-1 0,0 1 0,-2-6 0,2 4 0,-2 6 0,1 0 0,0 0 0,0 0 0,0 0 0,-1 0 0,1 0 0,-1-1 0,1 1 0,0 0 0,-1-1 0,1 1 0,-1-1 0,0 1 0,1-1 0,-1 0 0,1 0 0,-1 0 0,0 1 0,1-2 0,-1 1 0,1 0 0,-3-1 0,1-1 0,0 0 0,0-1 0,1 1 0,-1-1 0,1 0 0,0 1 0,-1-1 0,1-1 0,1 1 0,-1 0 0,0 0 0,1-1 0,0 1 0,0 0 0,0-1 0,0 1 0,0-5 0,-2-9 0,1 1 0,1-22 0,1 32 0,-1-36 0,3 1 0,1-1 0,14-62 0,-15 96 0,1 0 0,0 1 0,0 0 0,1 0 0,-1 0 0,2 0 0,-1 0 0,1 1 0,0 0 0,0 0 0,8-7 0,5-4 0,1 2 0,27-17 0,-39 28 0,1-1 0,-1 1 0,1 1 0,0 0 0,14-4 0,-18 6 0,0 0 0,0 0 0,0 0 0,1 1 0,-1 0 0,0 0 0,1 0 0,-1 1 0,0-1 0,0 1 0,0 0 0,8 3 0,7 15 49,-11-10-1463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6.7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 16 24575,'1'3'0,"-1"0"0,0 1 0,1-1 0,-2 0 0,1 1 0,-1 5 0,-3 3 0,0 0 0,0 0 0,-1-1 0,-1 1 0,0-1 0,0-1 0,-1 1 0,-14 16 0,9-13 0,2 1 0,0 0 0,-12 25 0,18-29 0,0 0 0,0 0 0,1 1 0,1-1 0,0 1 0,-1 18 0,3-24 0,0 1 0,1-1 0,-1 1 0,1-1 0,0 0 0,1 0 0,0 0 0,0 1 0,0-2 0,1 1 0,-1 0 0,1 0 0,8 9 0,-10-13 0,1-1 0,0 1 0,0-1 0,0 1 0,0-1 0,0 0 0,0 0 0,0 0 0,0 0 0,1 0 0,-1-1 0,0 1 0,1-1 0,-1 1 0,0-1 0,1 0 0,-1 0 0,0 0 0,1 0 0,-1 0 0,0-1 0,1 1 0,-1-1 0,0 1 0,4-3 0,1 1 0,0-1 0,0 1 0,-1-2 0,1 1 0,-1-1 0,0 0 0,8-6 0,-4 0 0,0 0 0,-1-1 0,0-1 0,0 1 0,-1-1 0,-1-1 0,0 0 0,-1 0 0,0 0 0,-1 0 0,6-27 0,-4 10 0,-2 1 0,-2-2 0,0 1 0,-3-50 0,-1 78 0,1 0 0,0 0 0,0 1 0,-1-1 0,1 0 0,-1 0 0,1 1 0,-1-1 0,0 0 0,0 1 0,0-1 0,0 1 0,0-1 0,0 1 0,0 0 0,0-1 0,-1 1 0,1 0 0,0 0 0,-2-1 0,-1-1 0,0 1 0,0 0 0,0 1 0,0-1 0,0 1 0,-8-2 0,11 3-33,0 0 1,0 0-1,0 0 0,0 0 0,0 0 1,0 0-1,0 0 0,0 1 0,0-1 0,0 1 1,0-1-1,0 0 0,0 1 0,0-1 0,0 1 1,1 0-1,-1-1 0,0 1 0,0 0 0,-1 1 1,1 0-645,-7 5-6149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7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24575,'6'23'0,"4"25"0,5 92 0,-3-10 0,-6-92 0,-2 0 0,-1 40 0,-5-78 0,1 0 0,0 0 0,0 0 0,0 0 0,0 0 0,0 0 0,0 0 0,0 0 0,-1 0 0,1-1 0,0 1 0,0 0 0,0-1 0,0 1 0,0-1 0,0 1 0,0-1 0,0 1 0,0-1 0,1 0 0,-1 0 0,0 1 0,0-1 0,0 0 0,1 0 0,-1 0 0,0 0 0,1 0 0,-1 0 0,1 0 0,-1 0 0,1 0 0,0 0 0,-1 0 0,1-2 0,1-6 0,1 0 0,0-1 0,1 2 0,0-1 0,0 0 0,1 1 0,0-1 0,0 1 0,1 0 0,7-8 0,8-9 0,35-35 0,-54 59 0,6-5 0,1 0 0,-1 0 0,1 1 0,0 0 0,1 0 0,-1 1 0,1 0 0,0 1 0,0 0 0,0 0 0,0 1 0,1 0 0,-1 0 0,1 1 0,-1 0 0,1 1 0,-1 0 0,1 1 0,-1 0 0,1 0 0,16 6 0,-23-6-136,0 1-1,1-1 1,-1 1-1,-1 0 1,1 0-1,0 0 1,0 1-1,-1-1 0,4 5 1,-1 0-6690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7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0,18 10 0,17 1 0,0-1 0,1-2 0,0-1 0,49 2 0,-59-6 0,114 6 0,208-13 0,-190-1 0,153-8 0,82-1 0,757 15 0,-971-1 0,265-8 0,-420 8 0,-16 1 0,-15 0 0,-81 4-1365,74-4-5461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19.0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5 143 24575,'-1'1'0,"0"2"0,1 0 0,-1 0 0,0 0 0,1 0 0,0 1 0,-1-1 0,1 0 0,0 0 0,1 4 0,0-6 0,0 0 0,-1 1 0,1-1 0,0 0 0,0 0 0,0 0 0,0 0 0,0 0 0,0 0 0,1 0 0,-1 0 0,0-1 0,0 1 0,1 0 0,-1-1 0,0 1 0,1-1 0,-1 1 0,1-1 0,-1 0 0,0 1 0,3-1 0,25 5 0,0-2 0,1-1 0,0-1 0,48-6 0,22 2 0,164 8 0,-260-5 0,1 1 0,-1-1 0,1 0 0,-1 1 0,0 0 0,1 0 0,-1 1 0,0-1 0,0 1 0,0 0 0,0 0 0,0 0 0,0 0 0,0 1 0,-1-1 0,1 1 0,-1 0 0,4 4 0,-5-4 0,0-1 0,-1 1 0,1 0 0,-1 0 0,1 0 0,-1 0 0,0 0 0,0 0 0,0 1 0,0-1 0,-1 0 0,1 0 0,-1 1 0,0-1 0,0 0 0,0 1 0,0-1 0,-1 0 0,1 1 0,-1-1 0,0 0 0,0 0 0,0 0 0,-3 6 0,-10 16 0,-1-1 0,-1-1 0,-36 41 0,26-34 0,-24 37 0,19-17 0,-43 96 0,62-117 0,1 0 0,2 1 0,1 0 0,1 0 0,-3 35 0,9-25 0,-10-62 0,1-1 0,1 0 0,1 0 0,-10-46 0,7 25 0,-54-271 0,-11-41 0,72 345 0,-1-1 0,0 1 0,-1-1 0,-10-13 0,9 13 0,0 0 0,-10-23 0,29 86 46,-7-27-1457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0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24575,'0'0'0,"0"0"0,0 0 0,0 0 0,0 0 0,0 0 0,0 0 0,0 0 0,7 7 0,-4-3 0,0-1 0,0 1 0,0 0 0,0 0 0,-1 0 0,1 0 0,-1 0 0,0 0 0,0 1 0,-1-1 0,1 1 0,-1 0 0,0-1 0,0 1 0,-1 0 0,1 0 0,-1-1 0,0 8 0,11 124 0,0 5 0,-6-70 0,3-1 0,3 1 0,22 74 0,-27-131 0,-6-14 0,0 0 0,0 0 0,0 0 0,0 1 0,0-1 0,1 0 0,-1 0 0,0 0 0,0 0 0,0 0 0,1 0 0,-1 1 0,0-1 0,0 0 0,0 0 0,1 0 0,-1 0 0,0 0 0,0 0 0,1 0 0,-1 0 0,0 0 0,0 0 0,0 0 0,1 0 0,-1 0 0,0 0 0,0-1 0,1 1 0,-1 0 0,0 0 0,0 0 0,17-21 0,-16 19 0,10-17 0,-1 0 0,-1 0 0,-1-1 0,0 0 0,8-40 0,9-110 0,-16 97 0,-5 40 0,2-1 0,2 0 0,0 1 0,2 1 0,26-57 0,-33 93 0,-1 0 0,0 0 0,0 0 0,-1 0 0,1 0 0,-1 0 0,2 8 0,24 139 0,18 79 0,-33-181 0,3-1 0,33 77 0,-40-110 0,0 0 0,19 25 0,-25-39 0,-1-7 0,-4-15 0,1-15 0,107-575 0,-102 603 0,1 0 0,0 0 0,0 0 0,1 0 0,-1 1 0,7-8 0,-6 8 0,-8 11-85,-1-1 0,1 0-1,-1 0 1,0 0 0,0 0-1,-1 0 1,1-1 0,0 0-1,-1 0 1,1 0 0,-1 0-1,0-1 1,0 0 0,0 0-1,-7 0 1,1-1-6741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0.6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0 128 24575,'0'0'0,"0"0"0,0 0 0,0 0 0,0 0 0,0 0 0,2 0 0,95-2 0,96 3 0,-141 4 0,146 7 0,-161-11 0,1-3 0,-1-1 0,47-10 0,-102-5 0,-12-5-56,21 17 108,1 0 0,-15-14 0,21 18-129,1 0 0,-1 1 0,1-1 0,0 0-1,0 0 1,0 0 0,-1 0 0,2 0 0,-1 0 0,0 0 0,0 0 0,1 0 0,-1 0-1,1 0 1,-1 0 0,1-1 0,0 1 0,0-4 0,3-6-6749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0.9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0,0 0 0,0 0 0,0 0 0,0 0 0,0 0 0,0 0 0,0 0 0,0 0 0,0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1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0 24575,'2'13'0,"0"-1"0,-1 1 0,0 0 0,-1-1 0,-1 1 0,0 0 0,-3 15 0,-28 86 0,4-19 0,14-29 0,2 1 0,4 0 0,2 0 0,7 133 0,1-166 0,-3-24 0,2 0 0,-1-1 0,1 1 0,1-1 0,-1 1 0,2-1 0,-1 0 0,1 0 0,7 14 0,-8-21 0,0 1 0,1 0 0,-1-1 0,1 0 0,0 1 0,0-1 0,0 0 0,0 0 0,0-1 0,0 1 0,1-1 0,4 2 0,44 10 0,-4-5 0,83 1 0,4 0 0,-131-9 0,0 1 0,0-1 0,0 1 0,0-1 0,0-1 0,-1 1 0,1 0 0,0-1 0,0 0 0,0 0 0,0 0 0,-1 0 0,7-3 0,-8 2 0,1 0 0,-1 0 0,0 0 0,0-1 0,0 1 0,0 0 0,0-1 0,-1 1 0,1-1 0,-1 0 0,0 1 0,0-1 0,1 0 0,-2 0 0,1 0 0,0 0 0,0-5 0,2-17-1365,-1 2-5461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2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0 24575,'0'0'0,"0"0"0,0 0 0,0 0 0,0 17 0,-6 13 0,0 0 0,-17 48 0,3-14 0,3 13 0,3 2 0,-8 134 0,19 164 0,4-235 0,-2 0 0,-10-672 0,13 465 0,4-1 0,3 1 0,2 0 0,21-67 0,-23 100 0,3-11 0,2 2 0,31-69 0,-42 105 0,0-1 0,0 1 0,0 0 0,1 0 0,0 0 0,0 1 0,0 0 0,1-1 0,-1 1 0,1 1 0,0-1 0,0 1 0,0 0 0,1 0 0,-1 0 0,7-2 0,-5 3 0,1 1 0,0-1 0,-1 1 0,1 1 0,0-1 0,0 1 0,0 1 0,-1-1 0,1 1 0,0 1 0,14 4 0,4 3 0,-1 1 0,0 2 0,0 0 0,-1 2 0,-1 1 0,0 1 0,-1 0 0,-1 2 0,-1 0 0,0 2 0,-2 0 0,20 27 0,-32-39 0,0 0 0,-1 0 0,0 1 0,-1-1 0,0 1 0,0 0 0,-1 0 0,0 1 0,-1-1 0,0 1 0,0-1 0,-1 1 0,0 12 0,-1-11 0,-2 0 0,1 0 0,-2 0 0,1 0 0,-1 0 0,-1-1 0,0 1 0,0-1 0,-1 0 0,-1-1 0,-8 14 0,2-7 0,0 0 0,-1-1 0,0-1 0,-1 0 0,-1-1 0,0 0 0,-1-1 0,-20 11 0,10-8 0,0-3 0,-1 0 0,-1-1 0,-53 12 0,-40 3 0,121-26 0,0-1 0,0 0 0,0 1 0,0-1 0,0 0 0,0 1 0,0-1 0,0 0 0,0 1 0,0-1 0,1 0 0,-1 1 0,0-1 0,0 0 0,1 1 0,-1-1 0,1 1 0,-1-1 0,0 1 0,1-1 0,-1 1 0,1-1 0,-1 1 0,1-1 0,0 1 0,-1-1 0,1 1 0,-1 0 0,1-1 0,0 1 0,-1 0 0,1 0 0,0 0 0,-1-1 0,1 1 0,0 0 0,-1 0 0,1 0 0,0 0 0,-1 0 0,1 0 0,0 0 0,1 1 0,379 100 0,-220-69 0,-102-22 0,-30 2 120,-20-3-321,-9-8 161,0-1 0,0 0 0,1 1-1,-1-1 1,0 0 0,0 1 0,0-1 0,0 0 0,0 1 0,0-1 0,0 0-1,0 1 1,0-1 0,-1 0 0,1 1 0,0-1 0,0 0 0,0 1 0,0-1-1,0 0 1,-1 1 0,1-1 0,0 0 0,0 1 0,0-1 0,-1 0 0,1 0-1,0 0 1,0 1 0,-1-1 0,1 0 0,-7 5-6786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3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24575,'99'16'0,"93"10"0,-20-7 0,277 15 0,-439-34 0,71 2 0,-72-1 0,-1 0 0,1 1 0,0 0 0,-1 0 0,1 1 0,14 7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4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0,13 18 0,-8-10 0,0 1 0,-1 0 0,0 0 0,0 0 0,-1 0 0,0 1 0,1 13 0,6 72 0,-7-63 0,45 472 0,-36-164 0,-12-268 0,0-72 0,0 0 0,0 0 0,0 1 0,0-1 0,0 0 0,0 0 0,0 0 0,0 1 0,0-1 0,0 0 0,0 0 0,0 0 0,0 1 0,0-1 0,0 0 0,0 0 0,1 0 0,-1 0 0,0 1 0,0-1 0,0 0 0,0 0 0,0 0 0,0 0 0,0 1 0,1-1 0,-1 0 0,0 0 0,0 0 0,0 0 0,0 0 0,1 0 0,-1 0 0,0 0 0,0 1 0,0-1 0,1 0 0,-1 0 0,0 0 0,0 0 0,0 0 0,1 0 0,-1 0 0,0 0 0,12-6 0,10-16 0,-7-1 0,-1 0 0,-1 0 0,-1-2 0,-1 1 0,11-39 0,27-140 0,-29 116 0,-7 18 0,-9 44 0,1 1 0,1-1 0,1 1 0,10-24 0,-16 47 0,-1-1 0,1 1 0,-1 0 0,1-1 0,0 1 0,0 0 0,0 0 0,0 0 0,0-1 0,0 1 0,0 0 0,0 0 0,0 0 0,0 1 0,1-1 0,-1 0 0,3-1 0,-3 2 0,0 0 0,0 0 0,0 0 0,0 0 0,0 0 0,0 0 0,0 0 0,0 0 0,0 1 0,0-1 0,0 0 0,0 1 0,0-1 0,0 0 0,0 1 0,0 0 0,0-1 0,-1 1 0,3 1 0,1 2 0,0 0 0,-1 1 0,1-1 0,-1 1 0,1 0 0,-2 0 0,1 0 0,2 8 0,9 22 0,-3 1 0,10 53 0,5 77 0,-9-45 0,-12-91 0,1 0 0,11 32 0,-14-53 0,1 1 0,0 0 0,1-1 0,0 0 0,1 0 0,-1 0 0,2-1 0,-1 1 0,16 13 0,-22-22 0,0 0 0,1 1 0,-1-1 0,1 0 0,-1 0 0,0 0 0,1 0 0,-1 1 0,1-1 0,-1 0 0,1 0 0,-1 0 0,1 0 0,-1 0 0,0 0 0,1 0 0,-1 0 0,1-1 0,-1 1 0,1 0 0,-1 0 0,1 0 0,-1 0 0,0 0 0,1-1 0,-1 1 0,1 0 0,-1 0 0,0-1 0,1 1 0,-1 0 0,1-1 0,10-13 0,-10 13 0,4-7 0,0-1 0,0 1 0,-1-1 0,0 0 0,-1-1 0,0 1 0,0-1 0,-1 1 0,1-16 0,0-13 0,-2-44 0,-1 35 0,-1-104 0,0 28 0,24-212 0,-8 276-304,-11 46-757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4.7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0 176 24575,'29'6'0,"24"1"0,0-3 0,100-4 0,-92-1 0,579-44 0,-585 38 0,86-22 0,-140 29 0,-1 0 0,1 0 0,0 0 0,-1-1 0,1 1 0,-1 0 0,1 0 0,-1 0 0,1-1 0,-1 1 0,1 0 0,-1 0 0,1-1 0,-1 1 0,1 0 0,-1-1 0,1 1 0,-1-1 0,1 1 0,-1-1 0,0 1 0,1-1 0,-1 1 0,0-1 0,0 1 0,1-1 0,-1 1 0,0-1 0,0 1 0,0-1 0,1 0 0,-1 1 0,0-1 0,0 1 0,0-1 0,0 0 0,0 1 0,0-1 0,0 1 0,-1-1 0,1 1 0,0-1 0,0 0 0,0 1 0,-1-1 0,1 1 0,0-1 0,0 1 0,-1-1 0,1 1 0,-1-1 0,1 1 0,0-1 0,-1 1 0,0-1 0,-1-1 0,0 0 0,0 0 0,0 0 0,-1 0 0,1 0 0,-1 1 0,1-1 0,-1 1 0,1 0 0,-1 0 0,-3-1 0,-53-10-57,35 9-205,0-2 1,1-1-1,0 0 1,-29-14-1,25 7-6564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5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0,106 8 0,-33-8 0,1 4 0,-1 2 0,119 28 0,-189-33 5,0 0 1,0 0-1,0 0 0,0 0 0,0 1 0,0 0 1,-1-1-1,1 1 0,0 0 0,-1 0 1,1 1-1,-1-1 0,0 0 0,0 1 0,0 0 1,0-1-1,0 1 0,-1 0 0,1 0 0,-1 0 1,1 0-1,0 4 0,0 0-170,-1 0 0,0 0 0,0 1 0,0-1 0,-1 0 0,0 0 0,-1 1 0,-1 11 0,-2-3-6661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5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92 24575,'183'-42'0,"-126"26"0,94-13 0,-126 26 0,0 2 0,-1 1 0,1 0 0,0 2 0,-1 1 0,1 1 0,-1 1 0,0 1 0,0 1 0,-1 1 0,33 17 0,5 5-1365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9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24575,'6'27'0,"1"39"0,-3 1 0,-4 71 0,0-4 0,10 71 0,49 280 0,-21-145 0,-37-330 0,0 0 0,0 0 0,1 0 0,0 0 0,1 0 0,7 17 0,-9-26 0,-1 1 0,1 0 0,0 0 0,1-1 0,-1 1 0,0 0 0,0-1 0,1 1 0,-1-1 0,1 0 0,-1 1 0,1-1 0,0 0 0,-1 0 0,1 0 0,0 0 0,0 0 0,0 0 0,0-1 0,0 1 0,0-1 0,0 1 0,0-1 0,0 0 0,0 0 0,0 0 0,0 0 0,0 0 0,0 0 0,0 0 0,0-1 0,0 1 0,0-1 0,0 1 0,-1-1 0,1 0 0,0 0 0,0 0 0,2-2 0,1 1 0,0-2 0,-1 1 0,1 0 0,-1-1 0,0 0 0,0 0 0,-1 0 0,1-1 0,-1 1 0,0-1 0,3-5 0,4-9 0,10-30 0,-20 49 0,30-95 0,-3-1 0,16-125 0,-6 32 0,-21 122 0,2 0 0,4 2 0,54-113 0,-71 167 0,-1 2 0,1 0 0,0 0 0,0 0 0,1 1 0,7-9 0,-11 15 0,0 0 0,0 0 0,0 1 0,0-1 0,0 1 0,0 0 0,0-1 0,0 1 0,0 0 0,1 0 0,-1 0 0,0 1 0,1-1 0,-1 1 0,0-1 0,1 1 0,-1 0 0,1 0 0,-1 0 0,1 0 0,-1 0 0,1 0 0,-1 1 0,1-1 0,-1 1 0,4 1 0,4 3 0,0 0 0,0 1 0,-1-1 0,0 2 0,0-1 0,-1 1 0,1 1 0,-2-1 0,1 2 0,-1-1 0,6 10 0,6 9 0,-2 1 0,20 45 0,-18-30 0,24 88 0,1 53 0,-14-49 0,-26-120 0,22 77 0,-22-80 0,1 0 0,1 0 0,-1-1 0,2 1 0,9 12 0,-15-22 0,0-1 0,0 0 0,0 0 0,0 1 0,0-1 0,0 0 0,0 0 0,0 0 0,0 0 0,1 0 0,-1 0 0,0-1 0,1 1 0,-1 0 0,1-1 0,-1 1 0,0-1 0,1 1 0,-1-1 0,1 0 0,-1 1 0,1-1 0,0 0 0,-1 0 0,1 0 0,-1 0 0,1 0 0,-1-1 0,1 1 0,-1 0 0,1-1 0,-1 1 0,1-1 0,-1 0 0,0 1 0,1-1 0,-1 0 0,0 0 0,1 0 0,-1 0 0,0 0 0,0 0 0,0 0 0,0 0 0,0 0 0,1-3 0,4-4 0,0 0 0,0-1 0,-1 0 0,0 0 0,-1 0 0,4-11 0,12-47 0,22-139 0,-23 101 0,-3 18 0,53-228 0,-48 255 0,-11 36 0,9-41 0,-47 75 0,13-4-1365,2-1-5461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29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26 303 24575,'-24'4'0,"22"-2"0,17-3 0,72-9 0,135 2 0,87 21 0,-246-9 0,175 0 0,-162-4 0,-44-6 0,-30 5 0,-5-4 0,0 0 0,0 0 0,0 1 0,-7-8 0,-27-24 0,-64-50 0,57 51 0,-43-45 0,85 78-114,1 0 1,-1-1-1,1 1 0,-1 0 0,1-1 1,0 0-1,0 1 0,0-1 0,0 0 1,1 1-1,-2-6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30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0 24575,'0'0'0,"0"0"0,0 0 0,0 0 0,0 0 0,0 0 0,6 27 0,4 28 0,-2 1 0,-2 0 0,-3 0 0,-2 1 0,-10 76 0,6-119 13,0 0-1,-1 0 0,0 0 1,-1-1-1,-1 1 0,-9 15 1,-12 28-1465,21-41-5374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48.5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86 24575,'0'0'0,"0"0"0,0 0 0,0 0 0,0 0 0,0 0 0,0 0 0,0 0 0,18 3 0,67 6 0,135-3 0,-93-5 0,245-4 0,-260-5 0,145-29 0,-211 28 0,167-31 0,-182 32-1365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49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1 237 24575,'157'31'0,"-130"-28"0,1-1 0,-1-2 0,51-5 0,173-43 0,-45 6 0,-141 31 0,479-62 0,-518 72 0,49-11 0,-74 10 0,1 0 0,-1 0 0,0 0 0,0 0 0,0-1 0,0 1 0,0 0 0,1-4 0,-1 3 0,11-35-1365,-9 22-5461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3:51.8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302 310 24575,'-1'5'0,"0"-1"0,-1 1 0,1-1 0,-1 0 0,0 0 0,-4 8 0,-1 4 0,-5 19 0,2 2 0,2-1 0,-6 59 0,6-35 0,0 7 0,0 95 0,14 68 0,0-32 0,-19 625 0,10-719 0,-10 121 0,1-15 0,-29 217 0,5-108 0,8 328 0,3-50 0,20-467 0,-1 21 0,-8-73 0,14-76 0,0-1 0,-1 0 0,0 0 0,1 0 0,-1 0 0,0 0 0,0 0 0,1 0 0,-1 0 0,0 0 0,0 0 0,0 0 0,0 0 0,0 0 0,0-1 0,-1 1 0,1 0 0,0-1 0,0 1 0,-2 0 0,-5 4 0,24 2 0,-11-5 0,1-1 0,0 0 0,0 0 0,0 0 0,0-1 0,0 0 0,0 0 0,7-2 0,50-11 0,-27 5 0,71-10 0,0 5 0,154 0 0,-118 13 0,1-6 0,187-31 0,-272 28 0,0 3 0,67 3 0,-124 3 0,1 0 0,0 0 0,0 0 0,-1 0 0,1-1 0,0 1 0,-1-1 0,1 0 0,-1 0 0,1 0 0,0 0 0,-1 0 0,0 0 0,1 0 0,-1-1 0,0 0 0,0 1 0,0-1 0,4-4 0,-4 3 0,0-1 0,0 0 0,0 0 0,-1 0 0,1 0 0,-1 0 0,0 0 0,0 0 0,0-1 0,-1 1 0,1-9 0,-8-187 0,2 120 0,-8-412 0,6 353 0,-42-231 0,-45-361 0,84 639 0,-23-163 0,-3-30 0,-9-97 0,4 43 0,23-95 0,36 0 0,24 120 0,-11 111 0,-30 198 0,0 0 0,-1 0 0,0 1 0,0-1 0,-1 0 0,1 0 0,-1 0 0,0 0 0,0 1 0,-1-1 0,0 0 0,1 1 0,-4-6 0,5 10 4,-1 0 0,1-1 0,-1 1 0,1 0 0,-1-1 0,1 1 0,-1 0 0,0 0 0,1-1 0,-1 1 0,1 0 0,-1 0 0,1 0 0,-1 0 0,0 0 0,1 0 0,-1 0 0,1 0 0,-1 0 0,1 0 0,-1 0 0,0 0 0,1 1 0,-1-1 0,1 0 0,-1 0 0,1 1 0,-1-1 0,0 0 0,-16 10-1489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4:13.2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1490 24575,'0'0'0,"0"0"0,12 13 0,-5-7 0,0-1 0,1 0 0,-1 0 0,1 0 0,0-1 0,0 0 0,0 0 0,1-1 0,-1 0 0,1-1 0,0 0 0,0 0 0,10 0 0,5 0 0,1-1 0,0-1 0,35-5 0,-40 1 0,-1 0 0,1-1 0,-1-1 0,0 0 0,-1-2 0,35-18 0,-26 10 0,-1-2 0,-1 0 0,39-37 0,-47 38 0,0-2 0,-1 0 0,-1 0 0,-1-2 0,-1 0 0,16-33 0,-16 22 0,0 0 0,-3 0 0,0-1 0,5-41 0,-7 17 0,-4-1 0,-1 1 0,-3-1 0,-3 0 0,-13-76 0,8 91 0,-1 0 0,-3 0 0,-1 1 0,-2 0 0,-21-39 0,21 53 0,-1-1 0,-1 2 0,-2 0 0,0 1 0,-2 1 0,-1 1 0,-34-29 0,48 46 0,-1 1 0,0 0 0,1 0 0,-2 1 0,1 0 0,-1 1 0,1 0 0,-1 1 0,0 0 0,-1 0 0,1 1 0,0 0 0,-1 1 0,1 0 0,-1 0 0,1 1 0,-1 1 0,1 0 0,-1 0 0,1 1 0,0 1 0,0 0 0,0 0 0,0 0 0,0 2 0,-11 5 0,0 2 0,1 1 0,0 1 0,0 0 0,1 1 0,1 2 0,1 0 0,1 0 0,0 2 0,1 0 0,-23 39 0,22-29 0,2 0 0,1 1 0,2 0 0,0 1 0,2 1 0,2-1 0,-7 57 0,10-6-455,3-1 0,16 144 0,-9-170-6371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4:14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736 1762 24575,'17'15'0,"-13"-13"0,0 0 0,1-1 0,-1 0 0,0 1 0,1-2 0,-1 1 0,1 0 0,-1-1 0,1 0 0,-1 0 0,1 0 0,-1-1 0,1 0 0,-1 1 0,1-1 0,-1-1 0,0 1 0,1-1 0,-1 0 0,0 0 0,6-4 0,9-6 0,0-1 0,-1 0 0,17-18 0,-21 18 0,12-12 0,-1-1 0,-1-1 0,-2 0 0,-1-2 0,-1-1 0,-1-1 0,28-63 0,-5-14 0,32-121 0,-61 186 0,8-28 0,18-105 0,-35 152 0,-2 0 0,-1-1 0,0 1 0,-2 0 0,-1 0 0,-1 0 0,-1 0 0,-10-33 0,3 28 0,-1-1 0,-1 1 0,-1 1 0,-2 1 0,-1 0 0,-1 1 0,-1 1 0,-1 0 0,-2 2 0,-31-28 0,24 27 0,0 1 0,-2 2 0,0 1 0,-1 1 0,-1 2 0,0 2 0,-2 0 0,-55-14 0,68 23 0,0 2 0,0 1 0,0 0 0,0 2 0,0 0 0,0 2 0,-1 0 0,1 2 0,0 0 0,1 2 0,-1 0 0,1 1 0,0 1 0,0 1 0,1 1 0,0 1 0,0 1 0,-28 20 0,25-13 0,0 1 0,1 1 0,2 0 0,0 2 0,0 0 0,2 1 0,1 1 0,1 1 0,-20 42 0,14-18 0,2 2 0,2 0 0,3 1 0,-12 69 0,15-46 0,4 0 0,1 102 0,32 152 0,-20-295 0,2 0 0,1 0 0,2-1 0,1-1 0,1 0 0,2 0 0,1-1 0,2-1 0,20 29 0,-22-38 0,1-1 0,1 0 0,1-2 0,0 0 0,2-1 0,0-1 0,0-1 0,1-1 0,1 0 0,1-2 0,0 0 0,43 14 0,-34-16 0,1-2 0,1-1 0,-1-1 0,1-2 0,0-1 0,0-2 0,0-2 0,0 0 0,0-3 0,50-10 0,-79 12-151,-1 1-1,1-1 0,0 1 0,-1-1 1,1 0-1,-1-1 0,0 1 1,7-7-1,-4 3-6674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4:17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1 434 24575,'122'-1'0,"186"-23"0,-68-7 0,287 0 0,-415 27 0,0-5 0,152-31 0,-238 36 0,1 1 0,46 2 0,-71 1 0,-2 0 0,0 0 0,0 0 0,0 0 0,0-1 0,0 1 0,0 0 0,0 0 0,0 0 0,-1 0 0,1 0 0,0 0 0,0 0 0,0 0 0,0 0 0,0 0 0,0-1 0,0 1 0,0 0 0,0 0 0,0 0 0,0 0 0,0 0 0,0 0 0,0 0 0,0 0 0,0-1 0,0 1 0,0 0 0,0 0 0,0 0 0,0 0 0,0 0 0,0 0 0,0 0 0,0-1 0,0 1 0,0 0 0,0 0 0,0 0 0,0 0 0,0 0 0,1 0 0,-1 0 0,0 0 0,0 0 0,0 0 0,0-1 0,0 1 0,0 0 0,0 0 0,0 0 0,0 0 0,0 0 0,1 0 0,-1 0 0,-18-11 0,-26-10 0,24 12 0,1 0 0,0 0 0,1-2 0,-30-22 0,40 25 0,-1 0 0,1 0 0,0 0 0,0-1 0,1-1 0,1 1 0,-1-1 0,2 0 0,-1 0 0,-5-15 0,11 23 0,-1 0 0,0 1 0,1-1 0,-1 0 0,1 0 0,-1 1 0,1-1 0,0 0 0,0 0 0,0 0 0,0 0 0,0 1 0,0-1 0,0 0 0,1 0 0,-1 0 0,1 0 0,-1 1 0,1-1 0,0 0 0,-1 1 0,3-3 0,-2 2 0,1 0 0,0 1 0,0-1 0,0 1 0,0 0 0,0-1 0,0 1 0,1 0 0,-1 0 0,0 0 0,1 1 0,-1-1 0,0 0 0,5 0 0,6 0 0,0 1 0,0 0 0,0 0 0,25 5 0,185 47 0,-136-29 0,-63-17 0,34 14 0,-51-18 0,-1 1 0,0 0 0,0 0 0,0 1 0,0 0 0,0 0 0,-1 0 0,0 1 0,0 0 0,6 6 0,-10-8 0,1-1 0,-1 0 0,0 0 0,0 0 0,0 1 0,0-1 0,0 0 0,-1 1 0,1-1 0,-1 1 0,0-1 0,1 1 0,-1-1 0,0 1 0,-1 2 0,0 0 0,0 0 0,0 1 0,0-1 0,-1 0 0,0 0 0,-4 8 0,-4 4 0,-1-1 0,-23 28 0,28-37 0,-27 30 0,-1-2 0,-2-1 0,-1-2 0,-2-1 0,-1-3 0,-1 0 0,-2-3 0,0-2 0,-91 35 0,107-49-1365,7-4-5461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0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0 806 24575,'35'-14'0,"-8"8"0,0 2 0,54 0 0,56 9 0,-62-2 0,175 8 0,319 6 0,348-42 0,-63-36-505,-245-3 380,-154 11 148,830-98-23,-1084 123-133,580-61-961,-105 31 1094,435-63 0,139-2-474,-916 88 1346,-222 29-371,115 9 0,-186 1-811,-1 2-1,50 14 1,-71-15-6516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07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56 126 24575,'-28'-18'0,"26"18"0,1 0 0,-1-1 0,1 1 0,-1-1 0,1 0 0,-1 1 0,1-1 0,-1 0 0,1 0 0,0 0 0,-1 0 0,1 0 0,0 0 0,0 0 0,-2-2 0,3 1 0,-1 0 0,0 0 0,1 0 0,-1 0 0,1 0 0,0 0 0,0 0 0,0 0 0,0 0 0,0 0 0,0 0 0,1-4 0,0 6 0,1-1 0,-1 1 0,0-1 0,1 1 0,-1 0 0,0 0 0,1-1 0,-1 1 0,0 0 0,1 0 0,-1 0 0,3 1 0,0-1 0,129 2 0,15 1 0,155-16 0,-267 7 0,48-14 0,0 0 0,-32 13-1365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07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24575,'8'12'0,"-2"0"0,1 1 0,-2-1 0,0 1 0,7 23 0,9 72 0,-16-80 0,5 57 0,-2 163 0,-8-206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08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24575,'0'0'0,"0"0"0,-1 2 0,-1-1 0,1 1 0,0 0 0,0-1 0,0 1 0,1 0 0,-1-1 0,0 1 0,1 0 0,-1 3 0,0-4 0,-3 21 0,0 0 0,1 0 0,1 1 0,1-1 0,1 1 0,5 30 0,-2 12 0,0 109 0,18 355 0,-16-477 0,-1 57 0,-17-148 0,-1-22 0,-11-117 0,23 145 0,1 1 0,2-1 0,1 1 0,1-1 0,13-47 0,-15 76 0,0-1 0,1 0 0,0 1 0,0-1 0,0 1 0,0 0 0,1-1 0,0 1 0,-1 0 0,2 1 0,-1-1 0,0 0 0,1 1 0,0 0 0,-1 0 0,9-5 0,-4 4 0,1 0 0,-1 1 0,1 0 0,0 1 0,0-1 0,0 2 0,0-1 0,12 1 0,4-1 0,1 2 0,0 0 0,0 2 0,-1 1 0,1 1 0,43 13 0,-53-12 0,-1 1 0,0 0 0,0 2 0,0-1 0,-1 2 0,-1 0 0,1 0 0,-1 2 0,-1-1 0,0 2 0,18 21 0,-17-17 0,0 1 0,-2 0 0,1 1 0,-2 0 0,13 34 0,-20-46 0,-1 1 0,-1-1 0,1 1 0,-1-1 0,0 1 0,-1-1 0,0 1 0,0 0 0,0-1 0,-1 1 0,1 0 0,-2-1 0,1 1 0,-1-1 0,0 0 0,0 1 0,-1-1 0,0 0 0,0 0 0,0-1 0,-1 1 0,-5 6 0,0-2 0,-1 1 0,0-2 0,-1 1 0,0-2 0,0 1 0,-1-2 0,0 1 0,0-2 0,-1 1 0,0-2 0,0 0 0,-24 6 0,10-5 0,-1-1 0,0-1 0,0-2 0,0-1 0,-39-3 0,46-1-22,0 0 0,-34-12 0,23 6-1277,25 8-5527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1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24575,'31'3'0,"53"-4"0,-28-1 0,231-11-1365,-279 12-5461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1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24575,'0'30'0,"33"409"0,-33-436 0,2 11 40,0-1 0,6 23 0,-6-31-175,-1-1 0,1 1 0,0 0 0,1-1 0,-1 1 0,1-1 0,0 0 0,0 0 0,0 0 0,5 3 0,2 2-6691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24575,'6'24'0,"-1"12"0,-2 1 0,-1 59 0,-14 74 0,0-71 0,5-53 0,2 0 0,2 1 0,6 79 0,1-72 0,-5-90 0,0 1 0,2 1 0,1-1 0,11-63 0,-11 93 0,0 0 0,0 1 0,0-1 0,0 1 0,0 0 0,1 0 0,0 0 0,0 0 0,0 0 0,1 1 0,-1-1 0,1 1 0,-1 0 0,1 0 0,0 0 0,1 1 0,-1-1 0,0 1 0,1 0 0,-1 0 0,1 0 0,-1 1 0,8-2 0,-1 1 0,-1 0 0,0 1 0,1 0 0,-1 1 0,1 0 0,-1 1 0,0 0 0,1 0 0,-1 1 0,12 4 0,-13-3 0,0 1 0,-1 0 0,0 0 0,0 1 0,0 0 0,0 0 0,-1 1 0,0 0 0,0 1 0,0-1 0,-1 1 0,0 1 0,7 10 0,-11-15 0,0 0 0,0 1 0,0-1 0,-1 1 0,1 0 0,-1 0 0,0 0 0,0 0 0,0 0 0,0 0 0,-1 0 0,0 0 0,0 0 0,0 0 0,0 0 0,0 0 0,-1 0 0,0 0 0,0 0 0,0-1 0,0 1 0,-1 0 0,1 0 0,-1-1 0,0 1 0,0-1 0,0 1 0,-1-1 0,1 0 0,-1 0 0,0 0 0,0 0 0,-3 2 0,-16 12-85,1-2 1,-48 25-1,41-25-1026,16-8-5715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2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24575,'0'0'0,"0"0"0,0 0 0,17-4 0,330-68 0,-290 62 86,13-4-1537,-56 10-5375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3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24575,'0'0'0,"0"0"0,21 547 0,-2-44 0,-18-498-60,1-7 176,3-10-836,-5 10 19,5-11-6125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3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24575,'3'13'0,"7"62"0,-3 0 0,-4 103 0,-3-115 0,9 466 0,-11-525 0,-2-10 0,-3-13 0,-4-20 0,2-1 0,2 0 0,2 0 0,1 0 0,2-68 0,3 100 0,0 1 0,1-1 0,-1 1 0,1 0 0,0 0 0,1 0 0,0 0 0,0 0 0,6-9 0,-7 13 0,1 0 0,-1 0 0,0 0 0,1 1 0,-1-1 0,1 1 0,0 0 0,0-1 0,-1 1 0,2 1 0,-1-1 0,0 0 0,0 1 0,1-1 0,-1 1 0,0 0 0,1 0 0,-1 1 0,1-1 0,-1 1 0,6-1 0,2 2 0,0 0 0,0 1 0,0 0 0,0 1 0,-1 0 0,1 1 0,-1 0 0,0 0 0,12 8 0,2 3 0,0 0 0,29 27 0,-49-39 0,-1 0 0,0 0 0,0 0 0,0 1 0,-1-1 0,1 1 0,-1-1 0,0 1 0,0 0 0,0 0 0,0 0 0,-1 0 0,0 0 0,0 1 0,1 4 0,-1-2 0,-1 0 0,0-1 0,0 1 0,-1 0 0,0-1 0,0 1 0,0 0 0,-1-1 0,-3 8 0,0-1 0,-1-1 0,0 0 0,-1-1 0,0 0 0,-1 0 0,0 0 0,-1-1 0,0 0 0,-15 12 0,11-13-170,-1 0-1,0-1 0,0 0 1,-1-1-1,0-1 0,0 0 1,-20 4-1,6-2-6655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18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1173 1558 24575,'46'0'0,"-1"-3"0,1-1 0,59-14 0,-75 10 0,-1-1 0,0-1 0,-1-1 0,0-1 0,51-32 0,-56 27 0,0-1 0,-1 0 0,-1-2 0,-1 0 0,-1-2 0,0 0 0,29-48 0,-22 25 0,-2 0 0,-2-2 0,24-75 0,-38 95 0,0 0 0,-2 0 0,-1-1 0,-1 1 0,-2-1 0,0 0 0,-2 0 0,-1 0 0,-2 1 0,0-1 0,-2 0 0,-1 1 0,-1 0 0,-1 0 0,-1 1 0,-17-32 0,10 26 0,-3 0 0,0 1 0,-2 1 0,-1 1 0,-42-43 0,28 37 0,-1 2 0,-2 1 0,-67-41 0,84 61 0,0 1 0,0 1 0,-1 1 0,0 1 0,-1 1 0,1 1 0,-2 1 0,1 1 0,-31-1 0,12 4 0,-1 2 0,1 2 0,0 1 0,-58 14 0,55-6 0,1 2 0,1 2 0,0 2 0,-61 36 0,18-3 0,-82 66 0,43-15 0,105-82 0,1 1 0,1 0 0,-28 41 0,1 16 0,3 3 0,-43 114 0,75-167 0,2 0 0,0 0 0,2 1 0,1 0 0,1 0 0,1 1 0,2-1 0,1 1 0,2 0 0,0-1 0,2 1 0,2-1 0,0 0 0,2 0 0,1 0 0,1-1 0,2 0 0,1-1 0,20 35 0,2-7 0,2-3 0,2-1 0,3-2 0,1-1 0,3-3 0,60 48 0,-80-75 0,0-1 0,1-1 0,0-1 0,1-2 0,1-1 0,32 10 0,-11-8 0,0-2 0,89 10 0,-106-20-143,0-2 0,0-1 0,0-1-1,48-11 1,-58 10-506,-17 2-6177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27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24575,'0'0'0,"0"0"0,0 0 0,0 0 0,0 0 0,0 0 0,0 0 0,0 0 0,0 0 0,0 0 0,0 0 0,0 0 0,9-1 0,100-9 0,134 5 0,32-2 0,28 1 0,-198 8 0,191-21 0,-249 11 0,-18 2 0,1 1 0,0 2 0,55 1 0,-69 2 0,0 0 0,-25 1 0,-93 10 0,-21 2 0,-163-2 0,286-11 0,-131-5 0,-169-28 0,146-4 0,91 20 0,-90-12 0,138 27 0,0 1 0,1 0 0,-1 1 0,0 1 0,0 0 0,1 1 0,-23 6 0,63 5 0,-7-5 0,1-1 0,1-1 0,-1-1 0,30 3 0,87 3 0,-74-7 0,78 7 0,446 17 0,-426-41 0,-28 1 0,-83 13 0,-64-24 0,14 22 0,-1 0 0,0 0 0,0 0 0,1 1 0,-1-1 0,0 0 0,0 1 0,0-1 0,0 1 0,0-1 0,0 1 0,0-1 0,0 1 0,0 0 0,0 0 0,0-1 0,-1 1 0,1 0 0,0 0 0,-1 0 0,-27 3 0,17-2 0,-342 17 0,66-6 0,25-5 0,-3-1 0,241-5 0,-1 2 0,0 0 0,1 2 0,0 0 0,-32 13 0,57-18 0,0 0 0,0 0 0,0 0 0,-1 0 0,1 0 0,0 0 0,0 0 0,0 0 0,0 0 0,-1 0 0,1 0 0,0 1 0,0-1 0,0 0 0,0 0 0,-1 0 0,1 0 0,0 1 0,0-1 0,0 0 0,0 0 0,0 0 0,0 0 0,0 1 0,-1-1 0,1 0 0,0 0 0,0 0 0,0 1 0,0-1 0,0 0 0,0 0 0,0 1 0,0-1 0,0 0 0,0 0 0,0 0 0,0 1 0,0-1 0,1 0 0,-1 0 0,0 1 0,9 8 0,15 4 0,1-2 0,1-1 0,1-1 0,-1-1 0,1-2 0,1 0 0,29 1 0,172 0 0,-108-7 0,-14 4 0,-13 1 0,125-11 0,-141-6 0,-78 11 0,0 1 0,0-1 0,0 1 0,0 0 0,0-1 0,0 1 0,0-1 0,0 1 0,0 0 0,0-1 0,-1 1 0,1-1 0,0 1 0,0 0 0,0-1 0,0 1 0,-1 0 0,1-1 0,0 1 0,0 0 0,-1-1 0,1 1 0,0 0 0,0 0 0,-1-1 0,1 1 0,0 0 0,-1 0 0,1-1 0,-1 1 0,1 0 0,-1 0 0,-12-11 0,-4 3 0,-1 1 0,1 1 0,-1 1 0,-1 0 0,1 2 0,-26-3 0,10 1 0,33 5-8,-207-27 137,168 24-500,1 1-1,-1 3 0,-51 7 1,66-4-6455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2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10 24575,'-7'0'0,"-1"0"0,1 0 0,0 1 0,0 0 0,0 0 0,1 1 0,-1-1 0,0 2 0,0-1 0,1 1 0,0 0 0,-1 0 0,1 1 0,0 0 0,1 0 0,-1 0 0,1 1 0,-1 0 0,-5 8 0,-38 45 0,-59 93 0,66-89 0,-79 91 0,105-132 0,0 0 0,2 0 0,0 1 0,-19 43 0,34-64 0,-1 0 0,0-1 0,0 1 0,0-1 0,1 1 0,-1-1 0,0 1 0,1 0 0,-1-1 0,1 1 0,-1-1 0,0 0 0,1 1 0,-1-1 0,1 1 0,-1-1 0,1 0 0,0 1 0,-1-1 0,1 0 0,-1 1 0,1-1 0,-1 0 0,1 0 0,0 0 0,-1 0 0,1 0 0,0 1 0,-1-1 0,1 0 0,0 0 0,0-1 0,24 5 0,14-3 0,73-9 0,12 0 0,-69 8 0,23 2 0,84-11 0,-16-15 0,-143 24 0,-1-1 0,1 0 0,0 0 0,0 0 0,0 0 0,-1 0 0,1-1 0,0 1 0,-1-1 0,1 0 0,-1 0 0,0 0 0,0 0 0,1 0 0,-1 0 0,-1 0 0,1-1 0,0 1 0,-1-1 0,1 0 0,-1 1 0,0-1 0,1 0 0,-1 0 0,-1 0 0,1 0 0,0 1 0,-1-1 0,1 0 0,-1 0 0,0 0 0,0 0 0,0 0 0,-1 0 0,1 0 0,-1 0 0,1 0 0,-1 0 0,0 0 0,-2-3 0,-16-32 0,-2 2 0,-1 0 0,-34-41 0,25 35 0,-53-63 0,-14-21 0,93 118-120,-2-3-295,-1 0 0,-13-14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5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172 280 24575,'-5'3'0,"0"0"0,0 1 0,0-1 0,1 1 0,0 0 0,-1 0 0,1 1 0,-4 5 0,-25 43 0,23-31 0,0 0 0,2 1 0,0 0 0,1 0 0,-4 34 0,-8 124 0,17-162 0,-16 654 0,17-550 0,1-93 0,8 336 0,-2-303 0,2-1 0,4 0 0,35 112 0,-26-114 0,3-1 0,2-2 0,3 0 0,57 82 0,-67-112 0,1-2 0,1 0 0,1-2 0,1 0 0,1-2 0,1 0 0,1-2 0,1-1 0,0-1 0,59 27 0,-44-28 0,0-2 0,1-1 0,0-3 0,1-1 0,0-2 0,0-2 0,1-3 0,-1-1 0,1-2 0,-1-2 0,82-16 0,-79 9 0,-1-3 0,-1-2 0,0-2 0,85-44 0,-97 41 0,0-1 0,-1-1 0,-2-2 0,0-1 0,-2-1 0,41-48 0,-49 47 0,-1 0 0,-2-2 0,0 0 0,-3 0 0,0-2 0,10-33 0,42-193 0,-45 140 0,7-129 0,-16-120 0,-14 286 0,-5 0 0,-2 0 0,-4 1 0,-37-120 0,34 150 0,-2 2 0,-2 0 0,-3 1 0,-1 1 0,-2 2 0,-3 0 0,-44-52 0,7 21 0,-3 3 0,-138-110 0,174 155 0,-1 1 0,-2 2 0,-44-22 0,58 35 0,-1 0 0,1 2 0,-1 1 0,-1 1 0,1 1 0,-1 1 0,-27-1 0,2 3 0,0 3 0,0 1 0,0 3 0,0 2 0,1 2 0,-58 19 0,72-17 0,1 1 0,1 2 0,0 1 0,1 2 0,1 1 0,1 1 0,0 1 0,1 2 0,-38 39 0,48-42 40,1 2 0,-21 31 0,31-40-252,0 0 0,1 1 0,0-1-1,1 1 1,0 1 0,-3 16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6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1 453 24575,'3'0'0,"0"-1"0,0 0 0,0 0 0,0 0 0,0-1 0,0 1 0,-1-1 0,6-2 0,-4 1 0,111-67 0,20-9 0,344-126 0,-431 186 0,-18 7 0,-7 2 0,1 0 0,0 2 0,0 1 0,0 1 0,39-4 0,-59 9-124,0 1 0,0 1 0,1-1 0,-1 1 0,0-1 0,0 1-1,0 1 1,0-1 0,0 0 0,8 5 0,-1 1-6702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6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0 650 24575,'0'0'0,"14"-10"0,716-417 0,-599 362 0,220-76 0,-319 135 0,-32 6 0,0 0 0,0 0 0,0 0 0,0 0 0,1 0 0,-1 0 0,0 0 0,0 0 0,0 0 0,0 0 0,1 0 0,-1 0 0,0 0 0,0 0 0,0 0 0,0 0 0,0 0 0,1 0 0,-1 0 0,0 1 0,0-1 0,0 0 0,0 0 0,0 0 0,1 0 0,-1 0 0,0 0 0,0 0 0,0 1 0,0-1 0,0 0 0,0 0 0,0 0 0,0 0 0,0 1 0,0-1 0,1 0 0,-1 0 0,0 0 0,0 0 0,0 0 0,0 1 0,0-1 0,0 0 0,0 0 0,0 0 0,-14 14 0,-16 6-179,-58 29-1,61-35-826,-23 12-5820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1 759 24575,'0'0'0,"0"0"0,14-7 0,149-80 171,749-387-1176,-816 426 1283,1 4 0,153-46 0,-245 89-392,26-6 362,-18 8-540,-13-1 255,1 0 1,-1 0-1,0 0 1,0 1-1,1-1 1,-1 0-1,0 0 0,0 1 1,0-1-1,1 0 1,-1 0-1,0 1 1,0-1-1,0 0 0,0 0 1,1 1-1,-1-1 1,0 0-1,0 1 0,0-1 1,0 0-1,0 1 1,0-1-1,0 0 1,0 0-1,0 1 0,0-1 1,0 0-1,0 1 1,0-1-1,0 0 1,-1 1-1,-2 7-6789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7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1 638 24575,'28'-10'0,"178"-80"0,48-22 0,19-18 0,167-76 0,-400 189 0,1 1 0,1 2 0,0 2 0,0 2 0,79-9 0,-118 19-100,-3 0 65,1-1 0,0 1 0,0 0 0,-1 0 0,1 0-1,0-1 1,0 1 0,0 0 0,-1 0 0,1 0 0,0 0 0,0 0-1,-1 1 1,1-1 0,0 0 0,0 0 0,0 0 0,-1 1-1,1-1 1,0 0 0,-1 1 0,1-1 0,0 0 0,-1 1 0,1-1-1,0 1 1,-1-1 0,1 1 0,-1-1 0,1 1 0,-1 0 0,1-1-1,-1 1 1,0 0 0,1 0 0,-1 6-6791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7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1 634 24575,'0'0'0,"11"-7"0,125-71 0,-49 30 0,565-305 0,-450 263 0,-161 75 0,0 2 0,0 2 0,47-7 0,-88 18-3,0 0-59,1 0 0,-1 0 0,1 0 0,-1 0 0,1-1 0,-1 1 0,1 0 1,-1 0-1,0 0 0,1 0 0,-1 0 0,1 1 0,-1-1 0,1 0 0,-1 0 0,1 0 0,-1 0 1,0 0-1,1 0 0,-1 1 0,1-1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47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0 865 24575,'2'-1'0,"1"1"0,-1-1 0,0 1 0,0-1 0,0 0 0,0 0 0,0 0 0,0 0 0,0 0 0,3-3 0,4-2 0,55-31 0,144-80 0,-75 52 0,786-390 0,-847 419-273,2 4 0,1 2 0,1 4 0,94-19 0,-148 41-6553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04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14 195 24575,'-6'-25'0,"-2"-14"0,360 12 0,-280 16 0,-34 5 0,58-3 0,-33 9 0,-15 1 0,-1-3 0,89-13 0,-106 6 0,-26 6 0,-23 4 0,-36 3 0,-76-3 0,56-3 0,-17 1 0,0-5 0,-97-18 0,178 22 0,-34-6 0,31 4 0,13 2 0,6 1 0,60-5 0,-61 7 0,-1 0 0,0 0 0,0 0 0,0 0 0,-1 0 0,1 1 0,0-1 0,0 1 0,-1 0 0,1 0 0,2 3 0,7 3 0,5 2 0,1-1 0,0-2 0,0 1 0,1-2 0,21 5 0,98 12 0,-88-16 0,7-5 0,-36-4 0,-19 1 0,-8-1 0,-24-2 0,0 1 0,0 2 0,-45 2 0,6 1 0,65-2 0,-47 1 0,1-2 0,-1-2 0,-95-19 0,97 11 0,16 4 0,26 5 0,10 1 0,36 6 0,52 13 0,-14-3 0,99 6 0,-75-11 0,-56-8 0,-35-3 0,-31-2 0,-170-11 0,109 10 0,-113-19 0,170 18 0,-47-2 0,82 6 0,0 0 0,-1 0 0,1 1 0,0 1 0,0 0 0,-1 0 0,1 1 0,16 5 0,5 0 0,19 4 0,-22-5 0,-1 0 0,1-2 0,41 1 0,-66-5 0,0-1 0,-1 1 0,1-1 0,0 0 0,-1 0 0,1-1 0,-1 1 0,4-2 0,7-3 0,-39 3 0,12 2 0,1-1 0,-1 2 0,1 0 0,-22 3 0,27-2 0,0-1 0,-1 0 0,1-1 0,0 0 0,0 0 0,0 0 0,1-1 0,-10-3 0,-3-1 0,19 6-2,1 0 0,0 0 0,0 0 0,-1 0 0,1 0 0,0 0 0,0 0 0,-1 0 0,1 0 0,0 0 0,-1 0 0,1 0 0,0 0 0,0 0 0,-1 0 0,1 0 0,0 0 0,0 0 0,-1 0 0,1 1 0,0-1 0,0 0 0,-1 0 0,1 0 0,0 0 0,0 1 0,0-1 0,-1 0 0,1 0 0,0 0 0,0 1 0,0-1 0,0 0 0,0 0 0,-1 1 0,1-1 0,0 0 0,0 0 0,0 1 0,1 16 202,10 15-1685,-4-17-5341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15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31 107 24575,'-7'0'0,"6"0"0,-1 0 0,0 0 0,0 0 0,1 0 0,-1 0 0,0 0 0,0-1 0,0 1 0,1-1 0,-4 0 0,4-6 0,9-8 0,-7 15 0,0-1 0,-1 1 0,1-1 0,0 1 0,0-1 0,-1 1 0,1-1 0,0 1 0,0 0 0,0-1 0,-1 1 0,1 0 0,0 0 0,0-1 0,0 1 0,0 0 0,0 0 0,0 0 0,1 0 0,23 4 0,-7-1 0,30-2 0,1-3 0,58-9 0,94-25 0,-146 25 0,-35 9 0,0 1 0,33 3 0,-35-1 0,-27-6 0,5 3 0,0-1 0,0 1 0,0 0 0,0 0 0,-1 1 0,1-1 0,-1 1 0,1 0 0,-1 0 0,1 1 0,-1-1 0,1 1 0,-1 0 0,0 0 0,-6 1 0,-20 4 0,-54 14 0,74-16 0,1 1 0,0 0 0,0 1 0,0 0 0,0 0 0,1 1 0,0 1 0,-14 12 0,20-17-124,1 1 0,0-1 0,0 1 0,0-1 0,1 1 0,-1 0-1,1 0 1,-1 0 0,1 0 0,-1 5 0,-1 4-6702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1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1928 964 24501,'-1'38'0,"-1"-1"0,-2 1 0,-1-1 0,-2 1 0,-1-1 0,-1-1 0,-2 0 0,-2 0 0,0-1 0,-3 0 0,0-1 0,-2 0 0,-1-2 0,-1 0 0,-2-1 0,-1-1 0,-1 0 0,-1-2 0,-1-1 0,-2-1 0,0-1 0,-1-1 0,-1-1 0,-1-1 0,-1-2 0,-1-1 0,0-1 0,-1-1 0,-1-2 0,0-1 0,-1-2 0,0-1 0,-1-1 0,0-2 0,0-2 0,0 0 0,-1-3 0,0 0 0,0-3 0,1 0 0,-1-3 0,0 0 0,1-3 0,-1 0 0,1-2 0,1-2 0,0-1 0,0-1 0,1-2 0,0-1 0,1-2 0,0-1 0,2-1 0,0-1 0,1-2 0,1-1 0,0-1 0,2-1 0,1-1 0,1-1 0,1-1 0,1-2 0,1 0 0,1-1 0,2-1 0,1 0 0,1-2 0,1 0 0,2-1 0,1 0 0,2-1 0,1 0 0,1 0 0,2-1 0,2-1 0,0 1 0,3-1 0,0 1 0,3-1 0,0 0 0,3 0 0,0 0 0,3 1 0,0 0 0,2 0 0,2 0 0,1 1 0,1 0 0,2 1 0,1 0 0,2 1 0,1 1 0,1 0 0,1 1 0,2 1 0,1 1 0,1 1 0,1 1 0,1 0 0,1 2 0,1 1 0,2 1 0,0 1 0,1 1 0,1 2 0,0 1 0,2 1 0,0 2 0,1 0 0,0 3 0,1 0 0,0 2 0,0 2 0,1 1 0,1 1 0,-1 2 0,1 1 0,0 2 0,-1 1 0,1 2 0,0 1 0,0 2 0,-1 1 0,0 2 0,0 1 0,0 1 0,-1 2 0,0 2 0,-1 0 0,0 3 0,-1 0 0,-1 2 0,0 1 0,-1 1 0,-1 2 0,-1 1 0,-1 1 0,-1 1 0,0 1 0,-2 2 0,-1 0 0,-1 1 0,-1 1 0,-1 1 0,-2 1 0,-1 1 0,-1 0 0,-2 1 0,0 1 0,-3 0 0,0 1 0,-2 0 0,-2 1 0,-1 0 0,-1 0 0,-2 0 0,-1 1 0,-2 0 0,-1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18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87 350 24575,'0'0'0,"0"2"0,-1 1 0,1-1 0,-1 1 0,0-1 0,1 0 0,-1 1 0,-1-1 0,0 2 0,-4 9 0,-9 27 0,1 1 0,2 1 0,2 0 0,2 1 0,2 0 0,-2 72 0,26 145 0,-11-189 0,-5-52 0,1 1 0,1-1 0,1 0 0,1 0 0,0 0 0,2-1 0,0 0 0,0 0 0,2-1 0,0 0 0,2 0 0,-1-1 0,2-1 0,22 22 0,-12-14 0,1-1 0,1 0 0,0-2 0,2-1 0,1-2 0,0 0 0,1-2 0,53 21 0,-48-25 0,1-1 0,0-2 0,1-1 0,-1-2 0,1-1 0,1-2 0,58-4 0,-68 0 0,0-2 0,0-1 0,0-1 0,-1-2 0,0 0 0,0-2 0,-1-1 0,0 0 0,-1-2 0,37-26 0,-34 17 0,-1 0 0,-1-2 0,-1-1 0,-1-1 0,-1-1 0,35-57 0,-30 36 0,-2-1 0,-3 0 0,27-87 0,-38 95 0,-2-2 0,-2 1 0,-2-1 0,-2 0 0,-1-1 0,-3 1 0,-1 0 0,-2 0 0,-2 0 0,-15-51 0,16 74 0,-1 0 0,-1 0 0,-1 1 0,0-1 0,-2 2 0,0-1 0,-1 2 0,-1-1 0,-1 2 0,0-1 0,-1 2 0,-1 0 0,0 0 0,-1 2 0,-22-15 0,1 3 0,-2 2 0,0 2 0,-56-22 0,64 31 0,-1 2 0,0 1 0,-1 1 0,0 2 0,-39-2 0,51 8 0,-1 0 0,0 2 0,1 1 0,0 0 0,0 2 0,0 1 0,0 0 0,1 1 0,0 1 0,0 1 0,-36 24 0,20-10 0,2 3 0,1 1 0,0 1 0,3 1 0,-31 38 0,36-34-195,1 1 0,1 1 0,2 1 0,2 1 0,1 0 0,-14 45 0,9-15-6631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2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24575,'29'7'0,"-27"-7"0,1 0 0,-1 0 0,0 0 0,1 0 0,-1 0 0,1 0 0,-1-1 0,4 0 0,-3 0 0,-1 0 0,1 1 0,0-1 0,-1 1 0,1 0 0,0 0 0,0 0 0,-1 0 0,5 1 0,1 0 0,0-1 0,0 0 0,0 0 0,0 0 0,1-1 0,-1 0 0,0-1 0,0 0 0,-1 0 0,1 0 0,10-6 0,33-7 0,9 4 0,-16 4 0,47-15 0,-64 15 0,0 1 0,28-2 0,-25 4 0,40-11 0,3-3 0,0 4 0,77-6 0,6 14 0,-50 3 0,69 1-17,-109 2-1331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47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24575,'10'20'0,"28"59"0,-7-17 0,30 89 0,-48-118 0,1 0 0,19 32 0,18 43 0,-46-96 0,-4-8 0,0 0 0,0 0 0,1 0 0,0 0 0,0-1 0,0 1 0,5 6 0,-6-9 0,0 0 0,0-1 0,0 1 0,0 0 0,1-1 0,-1 1 0,0-1 0,0 1 0,1-1 0,-1 0 0,0 0 0,1 1 0,-1-1 0,0 0 0,0 0 0,1 0 0,-1 0 0,0 0 0,1-1 0,-1 1 0,0 0 0,1-1 0,-1 1 0,0-1 0,0 1 0,0-1 0,1 1 0,-1-1 0,0 0 0,1-1 0,14-9 0,0-1 0,-2 0 0,1-1 0,-2-1 0,0 0 0,17-23 0,-7 9 0,442-584-2095,-424 555-4001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48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24575,'-2'98'0,"3"81"0,3-76 0,7 67 0,-3-126 0,3 0 0,1-1 0,24 56 0,-31-85 0,-4-13 0,0 1 0,-1-1 0,1 1 0,0 0 0,-1-1 0,1 1 0,0-1 0,0 0 0,0 1 0,1-1 0,-1 0 0,0 0 0,0 1 0,1-1 0,-1 0 0,0 0 0,1-1 0,-1 1 0,1 0 0,-1 0 0,1-1 0,0 1 0,-1-1 0,1 1 0,0-1 0,-1 0 0,1 0 0,2 1 0,0-2 0,-1 1 0,0-1 0,0 0 0,0 0 0,1 0 0,-1 0 0,0 0 0,-1-1 0,1 1 0,0-1 0,0 0 0,-1 0 0,1 0 0,4-5 0,14-17 0,-1-1 0,-1-2 0,25-43 0,-13 19 0,202-330-1365,-200 326-5461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7:22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24575,'10'23'0,"12"23"0,-17-39 0,-1 1 0,0-1 0,-1 1 0,0 0 0,0 0 0,0 0 0,-1 0 0,0 1 0,0 11 0,2 37 0,3 0 0,2 0 0,2-1 0,3 0 0,24 62 0,-32-98 0,0-1 0,-2 1 0,-1 0 0,0 0 0,0 24 0,-2-19 0,1-1 0,10 41 0,-7-51 0,0-1 0,2 0 0,-1-1 0,14 18 0,-14-19 0,16-20 0,-20 8 0,1 0 0,-1 0 0,1-1 0,-1 1 0,0-1 0,0 1 0,1-1 0,-1 0 0,0 0 0,0 1 0,-1-1 0,3-3 0,-2 1 0,0-1 0,0 1 0,0-1 0,-1 1 0,1-1 0,0-5 0,54-181 0,-14 56 0,-22 59 0,40-125 0,-53 221 0,-2-9 0,5 30 0,-1 1 0,4 75 0,-5-31 0,40 197 0,-46-275 0,1 0 0,0 0 0,1-1 0,6 12 0,-8-15 0,-2-4 0,0 0 0,0 0 0,1 0 0,-1 0 0,0 0 0,0 0 0,0 1 0,0-1 0,0 0 0,0 0 0,0 0 0,1 0 0,-1 0 0,0 0 0,0 0 0,0 0 0,0 0 0,0 0 0,1 0 0,-1 0 0,0 0 0,0 0 0,0 0 0,0 0 0,0 0 0,0 0 0,1 0 0,-1 0 0,0 0 0,0 0 0,0 0 0,0 0 0,0 0 0,0 0 0,1 0 0,-1-1 0,0 1 0,0 0 0,0 0 0,0 0 0,0 0 0,0 0 0,0 0 0,1 0 0,6-9 0,5-13 0,2-11 0,-1-2 0,11-49 0,9-77 0,1-9 0,-25 135 0,2 1 0,26-59 0,-27 73 0,14-43 0,-43 89-1365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7:25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24575,'13'0'0,"0"-2"0,0 0 0,-1-1 0,1 0 0,0 0 0,15-8 0,-8 4 0,174-65 0,-153 54 0,-1-1 0,61-41 0,-94 56-17,0 1 1,0 0-1,0 0 0,1 1 0,-1 0 0,1 0 0,14-1 1,-1-1-1215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7:26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24575,'3'24'0,"8"63"0,36 254 0,-33-252 0,-6-33 0,24 86 0,-32-140 0,1 0 0,0 0 0,0 0 0,0-1 0,0 1 0,0 0 0,0 0 0,0-1 0,0 1 0,1-1 0,-1 1 0,1-1 0,2 2 0,-4-2 0,1-1 0,0 0 0,0 1 0,-1-1 0,1 0 0,0 0 0,0 0 0,-1 0 0,1 0 0,0 0 0,0 0 0,-1 0 0,1 0 0,0 0 0,0 0 0,-1 0 0,1-1 0,0 1 0,-1 0 0,1 0 0,0-1 0,-1 1 0,1 0 0,0-1 0,-1 1 0,1-1 0,0 1 0,-1-1 0,1 1 0,-1-1 0,1 0 0,-1 1 0,0-1 0,1 1 0,-1-1 0,1 0 0,-1 1 0,0-1 0,0 0 0,1-1 0,6-14-455,-1-1 0,6-21 0,-2 0-6371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7:26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24575,'0'0'0,"0"0"0,0 0 0,0-10 0,2-22 0,-2 32 0,0 0 0,0 0 0,0-1 0,0 1 0,0 0 0,0 0 0,0 0 0,1 0 0,-1-1 0,0 1 0,0 0 0,0 0 0,0 0 0,0 0 0,0 0 0,0-1 0,0 1 0,0 0 0,0 0 0,1 0 0,-1 0 0,0 0 0,0 0 0,0 0 0,0 0 0,0-1 0,1 1 0,-1 0 0,0 0 0,0 0 0,0 0 0,0 0 0,0 0 0,1 0 0,-1 0 0,0 0 0,0 0 0,0 0 0,0 0 0,1 0 0,-1 0 0,0 0 0,0 0 0,0 0 0,0 0 0,1 0 0,8 16 0,-2 5 0,0 1 0,-2-1 0,0 1 0,-2 1 0,2 34 0,-3-31 0,0 424 0,-6-336 0,5-44 0,19 134 0,-16-267 0,-9-52 0,2 77 0,1-1 0,2 0 0,1 1 0,10-54 0,-10 90 0,-1-1 0,1 0 0,0 0 0,0 1 0,0-1 0,1 0 0,-1 1 0,1-1 0,-1 1 0,1 0 0,0-1 0,0 1 0,0 0 0,0 0 0,0 0 0,0 0 0,4-1 0,-2 0 0,1 1 0,-1 1 0,0-1 0,1 1 0,0-1 0,-1 1 0,1 0 0,0 1 0,8-1 0,5 2 0,0 1 0,-1 0 0,1 1 0,28 9 0,-26-5 0,0 1 0,0 1 0,0 0 0,-1 2 0,-1 0 0,1 1 0,-2 1 0,0 0 0,-1 2 0,0 0 0,-1 0 0,-1 2 0,21 30 0,-28-38 0,-2 1 0,1 1 0,-1-1 0,-1 1 0,0 0 0,0-1 0,-1 2 0,0-1 0,-1 0 0,-1 1 0,1 12 0,-2-17 0,0 0 0,-1-1 0,0 1 0,0 0 0,0-1 0,-1 1 0,0-1 0,-1 1 0,1-1 0,-1 0 0,0 0 0,-1 0 0,1 0 0,-1-1 0,0 0 0,-1 1 0,1-1 0,-1-1 0,0 1 0,-7 5 0,-7 2 0,-1 0 0,1-1 0,-2-1 0,0-1 0,-25 7 0,-115 24 0,89-29-1365,45-8-5461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24575,'0'0'0,"0"0"0,0 0 0,0 0 0,0 0 0,0 0 0,0 0 0,0 0 0,24 1 0,43 9 0,-20-3 0,397 21 0,-11-39 0,-183 0 0,106-8 0,100-3 0,-319 22 0,1010 2 0,-720 20 0,-190-7 0,996 37 0,-167-47 0,-849-10 0,84 1 0,-242 9-1365,-50-4-5461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58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24575,'0'0'0,"0"0"0,0 0 0,0 0 0,0 0 0,-5 1 0,1 0 0,0 0 0,-1 0 0,1 1 0,0 0 0,0 0 0,-4 2 0,-8 4 0,8-6 0,-4 4 0,12-6 0,-1 0 0,1 0 0,0 1 0,0-1 0,0 0 0,0 0 0,-1 1 0,1-1 0,0 0 0,0 0 0,0 1 0,0-1 0,0 0 0,0 1 0,0-1 0,0 0 0,0 1 0,0-1 0,0 0 0,0 0 0,0 1 0,0-1 0,0 0 0,1 1 0,-1-1 0,0 0 0,0 0 0,0 1 0,0-1 0,1 0 0,-1 0 0,0 1 0,0-1 0,0 0 0,1 0 0,-1 0 0,1 1 0,5 6 0,2 0 0,-1 0 0,1-1 0,0 0 0,0-1 0,1 0 0,-1 0 0,1-1 0,0 0 0,17 5 0,9 0 0,60 8 0,-26-6 0,34 11 0,113 19 0,137 20 0,-314-53 0,15 1 0,88 4 0,57-11 0,37 2 0,169-10 0,-320 2 0,380-25 0,-107 21 0,-39 2 0,-215 1 0,286-23 0,-281 24 0,-72 4 0,50-7 0,-46 8 126,-3-1-1617,-30-1-5335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5:59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241 108 24575,'-31'-8'0,"27"8"0,0-1 0,0 0 0,-1 0 0,1 0 0,0 0 0,-5-3 0,0-1 0,-2-2 0,25 8 0,0 2 0,0 2 0,27 10 0,-29-9 0,0-2 0,0 1 0,1-2 0,24 5 0,44-3 0,125-10 0,-35-1 0,22 15 0,-184-9 0,0 0 0,0 0 0,-1-1 0,1 0 0,0-1 0,12-3 0,-27 6 0,0 0 0,0-1 0,0 1 0,0-2 0,0 1 0,0 0 0,-7-3 0,-4 1 0,-105-7 0,-187-10 0,219 16 0,-141-24 0,214 24 0,1-2 0,-1 0 0,1-1 0,-27-13 0,35 16 0,0 0 0,0 1 0,0 0 0,-1 0 0,-15-1 0,-13-2 0,23 2 0,14 3 0,0 0 0,0 0 0,0 0 0,0 0 0,0 0 0,0 0 0,0 0 0,0 0 0,0 0 0,0 0 0,0 0 0,0 0 0,0 0 0,0 0 0,0 0 0,0 1 0,0-1 0,0 0 0,0 0 0,0 0 0,0 0 0,0 0 0,0 0 0,0 0 0,0 0 0,0 0 0,0 0 0,0 0 0,0 0 0,0 0 0,0 0 0,0 0 0,0 0 0,0 0 0,0 0 0,0 0 0,0 0 0,0 0 0,0 0 0,0 0 0,0 0 0,0 0 0,20 10 0,-6-4 0,58 34-1365,-59-32-5461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3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126 230 24575,'0'0'0,"0"0"0,0 0 0,0 0 0,-6 0 0,1-1 0,0 0 0,-1 0 0,-9-4 0,-20-3 0,32 8 0,-1 0 0,1 0 0,-1 0 0,0 1 0,1 0 0,-1-1 0,1 1 0,0 0 0,-1 1 0,1-1 0,0 1 0,0-1 0,0 1 0,-4 3 0,23 18 0,-11-19 0,1 0 0,-1-1 0,1 0 0,0 0 0,0-1 0,0 0 0,0 0 0,1 0 0,-1-1 0,1 1 0,8-1 0,11 1 0,38-3 0,42-9 0,191-44 0,34-5 0,-72 40 0,20-3 0,-2-23 0,-145 13 0,-118 4 0,-10 20-1365,-1 1-5461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3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77 117 24575,'0'0'0,"0"0"0,0 0 0,-25 16 0,17-17 0,-19 2 0,26-1 0,0 0 0,0 1 0,0-1 0,0 0 0,1 1 0,-1-1 0,0 1 0,0-1 0,0 1 0,1-1 0,-1 1 0,0 0 0,1-1 0,-1 1 0,1 0 0,-1 0 0,1-1 0,-1 1 0,1 0 0,-1 0 0,1 0 0,0-1 0,-1 1 0,1 0 0,0 0 0,0 0 0,-1 1 0,1 15 0,1 0 0,1-1 0,0 0 0,1 1 0,1-1 0,8 23 0,-4-13 0,79 364 0,-38-152 0,-48-235 0,-1-1 0,1 1 0,0-1 0,-1 1 0,1-1 0,0 0 0,0 1 0,1-1 0,-1 0 0,0 0 0,1 0 0,0 0 0,-1 0 0,1 0 0,0 0 0,0 0 0,0-1 0,0 1 0,3 1 0,-4-3 0,1 1 0,0-1 0,-1 0 0,1 0 0,0 0 0,-1 0 0,1 0 0,0 0 0,-1 0 0,1-1 0,0 1 0,-1-1 0,1 1 0,-1-1 0,1 1 0,-1-1 0,1 0 0,-1 0 0,1 0 0,-1 0 0,0 0 0,1 0 0,-1 0 0,0 0 0,0-1 0,0 1 0,0 0 0,0-1 0,0 1 0,1-2 0,3-6 0,1-1 0,-1 0 0,0 1 0,-1-1 0,0-1 0,-1 1 0,3-14 0,8-81 0,-12 83 0,9-134 0,-9 95 0,2-1 0,25-113 0,-29 172 0,3-9 0,1-1 0,0 1 0,0-1 0,2 1 0,8-15 0,-14 26 0,1 1 0,0-1 0,-1 1 0,1-1 0,0 1 0,-1-1 0,1 1 0,0 0 0,-1-1 0,1 1 0,0 0 0,0-1 0,0 1 0,-1 0 0,1 0 0,0 0 0,0 0 0,0 0 0,-1 0 0,1 0 0,0 0 0,0 0 0,0 0 0,-1 1 0,1-1 0,0 0 0,0 0 0,0 1 0,-1-1 0,1 0 0,0 1 0,1 0 0,23 18 0,-10-5 0,-1 2 0,0 0 0,-2 1 0,21 33 0,35 84 0,-45-87 0,3 7 0,95 176 0,-121-229 0,1 1 0,-1-1 0,1 0 0,0 0 0,-1 0 0,1 0 0,0 0 0,0 0 0,-1 0 0,1 0 0,0 0 0,0-1 0,0 1 0,0 0 0,0-1 0,0 1 0,0 0 0,1-1 0,-1 1 0,0-1 0,0 0 0,0 1 0,1-1 0,-1 0 0,0 0 0,0 1 0,3-1 0,-2-1 0,0 0 0,0 0 0,0 0 0,-1 0 0,1-1 0,0 1 0,-1 0 0,1-1 0,-1 1 0,1-1 0,-1 1 0,0-1 0,1 0 0,1-3 0,3-6 0,0-1 0,-1 0 0,7-23 0,-1-9 0,-3-1 0,5-65 0,-6-91 0,-4 86 0,-3 103 0,2-42 0,13-87 0,-24 147 71,-9 10-572,13-12-434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34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24575,'0'0'0,"0"0"0,0 0 0,0 0 0,0 0 0,2 0 0,92-8 0,110 6 0,0 18 0,88 2 0,-242-18 0,-50-1 0,1 1 0,0 0 0,-1-1 0,1 1 0,-1 0 0,0-1 0,1 1 0,-1-1 0,1 1 0,-1-1 0,1 1 0,-1-1 0,0 1 0,0-1 0,1 0 0,-1 1 0,0-1 0,0 1 0,1-1 0,-1 0 0,0 1 0,0-1 0,0 1 0,0-1 0,0 0 0,0 1 0,0-1 0,0-1 0,-1-18 0,0 15 0,-1-1 0,1 1 0,-1 0 0,0 0 0,-1 0 0,1 0 0,-1 0 0,0 0 0,-5-6 0,-36-38 0,34 39 0,-41-34-1365,34 31-5461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2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0 24575,'-28'0'0,"5"0"0,-1 2 0,1 0 0,-1 1 0,1 1 0,0 2 0,1 0 0,-29 12 0,34-11 0,1 2 0,0-1 0,1 2 0,0 0 0,1 1 0,-1 0 0,2 1 0,0 1 0,-22 27 0,15-11 0,1 1 0,1 1 0,1 0 0,2 2 0,-16 49 0,-35 173 0,57-209 0,1 1 0,3 0 0,2 0 0,2 0 0,8 85 0,-2-102 0,1 0 0,1 0 0,1 0 0,1-1 0,2-1 0,1 0 0,2 0 0,0-1 0,36 48 0,-47-70 0,1-1 0,-1 1 0,1-1 0,1-1 0,-1 1 0,0 0 0,1-1 0,0 0 0,0 0 0,0 0 0,0-1 0,0 0 0,1 0 0,5 1 0,-3-1 0,0-1 0,0 0 0,-1-1 0,1 0 0,0 0 0,0 0 0,0-1 0,0-1 0,9-2 0,1-1 0,-1-2 0,0 0 0,0-1 0,0-1 0,-1 0 0,0-1 0,24-20 0,-22 14 0,-1-1 0,0 0 0,-2-1 0,0-1 0,-1 0 0,-1-1 0,18-35 0,-18 25 0,-1-1 0,-1 1 0,-2-2 0,-1 1 0,4-35 0,-6 8 0,-2 0 0,-3 0 0,-3 0 0,-2 0 0,-23-111 0,17 123 0,-3 1 0,-23-58 0,26 79 0,-1 1 0,-1 0 0,-1 1 0,-2 1 0,-32-39 0,39 51 12,-1 0 0,-1 1 0,0 1 0,0 0 0,0 0 0,-1 1 0,0 0 0,-1 1 0,-16-6 0,11 6-224,1 0 0,-2 2 0,1 0-1,0 1 1,-1 0 0,-19 2 0,25 1-6614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3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0 24575,'-16'23'0,"-76"92"0,-98 165 0,159-225 0,2 1 0,2 2 0,3 0 0,2 2 0,3 0 0,3 2 0,-13 96 0,26-139 0,2 1 0,1 0 0,0-1 0,2 1 0,0 0 0,1-1 0,1 1 0,1-1 0,11 30 0,-11-39 0,0 1 0,0-1 0,1-1 0,0 1 0,1-1 0,0 0 0,0-1 0,1 1 0,0-1 0,1-1 0,-1 0 0,1 0 0,1-1 0,0 0 0,-1 0 0,2-1 0,-1 0 0,13 3 0,-10-4 0,0-1 0,0 0 0,0-1 0,1 0 0,-1-1 0,0 0 0,1-2 0,-1 1 0,1-1 0,18-5 0,-16 2 0,0-1 0,0-1 0,0-1 0,0 0 0,-1 0 0,-1-2 0,21-15 0,-9 3 0,-1-1 0,-1-2 0,-1 0 0,-1-2 0,-2 0 0,0-1 0,31-60 0,17-55 0,-58 117 0,-2 1 0,0-1 0,-1-1 0,3-28 0,-10 44 0,1 1 0,-1-1 0,-1 1 0,0-1 0,0 1 0,-1 0 0,0-1 0,-1 1 0,0 0 0,0 1 0,-1-1 0,0 0 0,0 1 0,-1 0 0,0 0 0,-1 0 0,0 1 0,0 0 0,0 0 0,-1 0 0,-13-9 0,1 2 0,0 1 0,-1 0 0,-1 2 0,0 0 0,0 2 0,-1 0 0,-41-10 0,-37-4-682,-143-15-1,235 38-6143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615 997 24575,'0'0'0,"0"0"0,18 6 0,-14-5 0,-1 0 0,0 0 0,1-1 0,-1 1 0,0-1 0,1 0 0,-1 1 0,1-2 0,-1 1 0,0 0 0,1-1 0,-1 0 0,0 1 0,1-1 0,-1-1 0,0 1 0,0 0 0,0-1 0,0 1 0,0-1 0,0 0 0,0 0 0,-1 0 0,1-1 0,-1 1 0,0-1 0,1 1 0,2-5 0,0 0 0,-1-1 0,0 1 0,0 0 0,0-1 0,-1 0 0,0 0 0,-1 0 0,0 0 0,0 0 0,1-14 0,-2-5 0,-2-1 0,-1 1 0,-10-50 0,-27-79 0,35 143 0,-61-205 0,48 173 0,-1 0 0,-41-71 0,52 105 0,-1 0 0,0 0 0,0 0 0,-1 1 0,0 0 0,-1 1 0,0 0 0,-14-9 0,20 15 0,0 1 0,0-1 0,-1 1 0,1 0 0,-1 0 0,0 1 0,0-1 0,1 1 0,-1 0 0,0 0 0,0 1 0,0-1 0,0 1 0,0 0 0,0 0 0,0 1 0,0 0 0,0 0 0,0 0 0,0 0 0,1 1 0,-1 0 0,0 0 0,1 0 0,-9 5 0,-1 4 0,0 0 0,1 1 0,0 1 0,1 0 0,0 0 0,1 1 0,-15 26 0,-3 10 0,-23 54 0,28-47 0,2 0 0,3 2 0,3 0 0,2 0 0,3 2 0,2 0 0,3 0 0,3 0 0,5 67 0,-2-116 0,1 0 0,1 0 0,0 0 0,0 0 0,1 0 0,1-1 0,0 1 0,5 10 0,-5-16 0,-1 1 0,1-2 0,1 1 0,-1 0 0,1-1 0,0 0 0,0 0 0,1 0 0,-1-1 0,1 1 0,0-1 0,0-1 0,0 1 0,12 4 0,-2-3 0,-1 0 0,1-1 0,0-1 0,0 0 0,0-1 0,1-1 0,-1-1 0,0 0 0,1-1 0,-1 0 0,0-2 0,0 0 0,24-8 0,-20 5 0,-1-2 0,0 0 0,0-1 0,-1-1 0,0 0 0,-1-2 0,0 0 0,-1-1 0,0-1 0,17-19 0,-15 12-227,-1-1-1,-2 0 1,0-2-1,-1 0 1,12-29-1,-7 8-6598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5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561 1374 24575,'10'-33'0,"-6"-31"0,-5 53 0,1-1 0,1 1 0,0-1 0,1 1 0,0 0 0,0 0 0,1 0 0,6-13 0,-7 22 0,0 0 0,1 1 0,-1 0 0,1 0 0,-1-1 0,1 1 0,4-1 0,-1 0 0,40-13 0,-21 7 0,0-2 0,29-14 0,-46 20 0,0-1 0,0 0 0,0-1 0,-1 0 0,0 0 0,0-1 0,-1 0 0,1 0 0,-2 0 0,7-10 0,-4 2 0,-1 1 0,0-1 0,-2-1 0,0 1 0,0-1 0,-1 0 0,-1 0 0,-1-1 0,1-24 0,-3-14 0,-11-82 0,-22-67 0,23 161 0,-2 1 0,-31-72 0,35 96 0,-1 1 0,-1 0 0,0 1 0,-1 0 0,-1 0 0,-1 2 0,0-1 0,-1 1 0,0 1 0,-1 1 0,0 0 0,-1 1 0,-35-18 0,40 25 0,0 0 0,0 1 0,-1 1 0,1 0 0,-1 0 0,1 1 0,-1 1 0,0 0 0,0 1 0,1 0 0,-1 0 0,-20 6 0,9 0 0,-1 0 0,1 2 0,0 1 0,-42 25 0,48-24 0,1 1 0,1 0 0,0 2 0,0 0 0,2 0 0,0 1 0,0 1 0,1 0 0,2 1 0,-1 0 0,-12 30 0,6-5 0,1 1 0,3 0 0,-16 87 0,25-103 0,1 0 0,1 0 0,1 0 0,2 1 0,0-1 0,2 0 0,1 0 0,1 0 0,2-1 0,10 29 0,-10-37 0,1 1 0,1-1 0,0 0 0,2-1 0,0 0 0,1-1 0,0 0 0,2-1 0,-1 0 0,2-1 0,0-1 0,1 0 0,0-1 0,21 12 0,-19-14 0,2 0 0,-1-2 0,1 0 0,1-1 0,-1 0 0,1-2 0,0-1 0,0 0 0,38 0 0,-55-4 0,1 0 0,0-1 0,0 1 0,-1-1 0,1 0 0,-1-1 0,1 1 0,-1-1 0,1 0 0,-1 0 0,0 0 0,0 0 0,0-1 0,0 0 0,5-4 0,-3 1 0,0-1 0,-1 1 0,0-1 0,-1 1 0,1-2 0,-1 1 0,0 0 0,3-10 0,0-5 0,-1-1 0,0 1 0,-2-1 0,-1 0 0,1-31 0,-4-22-1365,-3 9-5461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6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406 992 24575,'0'0'0,"0"0"0,0 0 0,-9 16 0,3-9 0,-1 6 0,7-13 0,0 0 0,0 0 0,0 1 0,0-1 0,0 0 0,0 0 0,0 1 0,0-1 0,0 0 0,1 0 0,-1 1 0,0-1 0,0 0 0,0 0 0,0 0 0,0 1 0,0-1 0,1 0 0,-1 0 0,0 0 0,0 0 0,0 1 0,1-1 0,-1 0 0,0 0 0,0 0 0,1 0 0,-1 0 0,0 0 0,0 0 0,0 1 0,1-1 0,-1 0 0,0 0 0,0 0 0,1 0 0,-1 0 0,0 0 0,0 0 0,1 0 0,-1 0 0,0-1 0,0 1 0,1 0 0,-1 0 0,1 0 0,16 0 0,1-1 0,0-1 0,0 0 0,-1-1 0,0-1 0,1-1 0,20-9 0,-28 10 0,-1-1 0,0 0 0,0-1 0,0 1 0,-1-2 0,0 1 0,0-1 0,-1-1 0,0 1 0,0-1 0,0-1 0,-1 1 0,-1-1 0,6-9 0,-2-4 0,-1 1 0,0-1 0,-2-1 0,0 1 0,-2-1 0,0 0 0,0-28 0,-3 7 0,-1-1 0,-13-83 0,7 88 0,-3 0 0,-2 1 0,-1 0 0,-1 1 0,-3 0 0,-1 1 0,-36-58 0,47 87 0,1 0 0,-1 1 0,-1-1 0,1 1 0,-1 1 0,-1-1 0,1 1 0,-1 0 0,0 1 0,0 0 0,0 0 0,-1 1 0,-15-6 0,17 8 0,-1 0 0,0 1 0,0 0 0,0 0 0,1 1 0,-1 0 0,0 0 0,0 0 0,0 1 0,0 1 0,1-1 0,-1 1 0,0 1 0,1-1 0,0 1 0,-1 1 0,-7 4 0,-2 3 0,1 1 0,0 0 0,1 1 0,0 1 0,1 0 0,1 1 0,0 1 0,-16 26 0,2 2 0,2 2 0,-22 55 0,34-70 0,1 2 0,2-1 0,1 1 0,-5 37 0,11-50 0,2-1 0,0 1 0,1 0 0,1 0 0,1 0 0,1 0 0,0-1 0,11 32 0,-6-27 0,2 0 0,1-1 0,1 0 0,0-1 0,2 0 0,0-1 0,2-1 0,0 0 0,1-1 0,25 20 0,-30-29 0,0 0 0,1-1 0,0 0 0,0-1 0,1-1 0,-1 0 0,2-1 0,-1-1 0,1 0 0,0-1 0,0 0 0,0-1 0,0-1 0,1-1 0,-1 0 0,1 0 0,-1-2 0,24-3 0,-17-1 0,0-1 0,0-1 0,-1-1 0,0-1 0,0-1 0,-1 0 0,0-2 0,-1 0 0,0-2 0,-1 0 0,19-20 0,-11 9 0,-1-2 0,-2-1 0,-1-1 0,-1 0 0,-1-2 0,19-41 0,0-18-1365,-14 17-5461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6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1550 24575,'-7'-29'0,"-2"0"0,-1 1 0,-2 0 0,0 1 0,-20-31 0,23 44 0,-1 1 0,0 0 0,-1 0 0,0 1 0,-1 1 0,0 0 0,-1 1 0,0 0 0,-1 0 0,-28-14 0,1 7 0,-1 2 0,-42-10 0,6 3 0,30 14 0,48 8 0,0 0 0,1 0 0,-1 0 0,0 0 0,0 0 0,0 0 0,0 0 0,0 0 0,0-1 0,0 1 0,0 0 0,1 0 0,-1 0 0,0 0 0,0 0 0,0 0 0,0 0 0,0 0 0,0 0 0,0 0 0,0 0 0,0 0 0,0-1 0,0 1 0,0 0 0,0 0 0,0 0 0,0 0 0,0 0 0,0 0 0,0 0 0,0 0 0,0 0 0,0-1 0,0 1 0,0 0 0,0 0 0,0 0 0,0 0 0,0 0 0,0 0 0,0 0 0,0 0 0,0-1 0,0 1 0,0 0 0,0 0 0,0 0 0,0 0 0,0 0 0,0 0 0,0 0 0,0 0 0,0 0 0,0 0 0,-1 0 0,1 0 0,0-1 0,0 1 0,0 0 0,0 0 0,0 0 0,0 0 0,0 0 0,0 0 0,0 0 0,-1 0 0,1 0 0,14-8 0,17-5 0,-3 9 0,2 1 0,0-1 0,-1-1 0,1-2 0,-1-1 0,36-14 0,-42 10 0,0 0 0,0-1 0,-1-1 0,-1-1 0,0-1 0,-1-1 0,-1-1 0,-1-1 0,0 0 0,-2-1 0,0-1 0,-1-1 0,-1 0 0,-1 0 0,-1-2 0,-1 1 0,-1-2 0,-2 1 0,0-1 0,6-34 0,-10 27 0,-1-1 0,-1 1 0,-2 0 0,-1-1 0,-2 1 0,-1 0 0,-11-43 0,10 56 0,0 1 0,-1 0 0,-1 0 0,-1 1 0,-1 0 0,0 0 0,-1 1 0,-1 1 0,0-1 0,-1 2 0,-1-1 0,0 2 0,-27-22 0,30 28 0,-1 1 0,-1 0 0,1 0 0,-1 1 0,0 1 0,0 0 0,0 0 0,-1 1 0,1 1 0,-14-1 0,-7 1 0,0 1 0,-53 7 0,56-2 0,0 1 0,0 1 0,1 2 0,0 1 0,0 1 0,-47 24 0,60-25 0,0 0 0,0 1 0,1 0 0,0 2 0,1-1 0,0 2 0,1 0 0,0 0 0,1 2 0,1-1 0,0 1 0,-10 21 0,15-22 0,0 0 0,2 1 0,-1 0 0,2 0 0,0 0 0,1 1 0,0-1 0,2 0 0,-1 1 0,2-1 0,0 1 0,1-1 0,5 20 0,0-4 0,3-1 0,0 0 0,2 0 0,1-1 0,23 38 0,-21-44 0,0-1 0,2 0 0,0-1 0,2-1 0,0-1 0,38 29 0,-28-27 0,0-1 0,2-2 0,0-1 0,55 21 0,-78-36-151,0 1-1,1-2 0,-1 1 0,0-1 1,1 0-1,-1-1 0,1 0 1,11-1-1,-11 0-6674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7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0 24575,'-25'26'0,"-9"8"0,0 2 0,-41 59 0,47-51 0,2 1 0,-33 76 0,46-89 0,2-1 0,2 1 0,1 1 0,1-1 0,-3 42 0,9-57 0,2 0 0,0 0 0,1 0 0,1 0 0,0 0 0,1-1 0,1 1 0,0-1 0,2 0 0,-1-1 0,2 0 0,0 0 0,1 0 0,1-1 0,0 0 0,1-1 0,0 0 0,1-1 0,0 0 0,1-1 0,0-1 0,1 0 0,0 0 0,1-1 0,0-1 0,0-1 0,0 0 0,21 6 0,-29-11 0,0-1 0,1 1 0,-1-1 0,0-1 0,1 1 0,-1-1 0,1 0 0,-1-1 0,1 0 0,-1 0 0,0-1 0,1 0 0,8-3 0,-6 0 0,-1 1 0,0-2 0,0 1 0,0-1 0,-1 0 0,0-1 0,0 0 0,11-13 0,0-5 0,-1 0 0,-1-1 0,-2-1 0,0-1 0,14-39 0,-18 40 0,-1 0 0,-2-1 0,0 1 0,-2-1 0,-1-1 0,0-28 0,-4 43 0,-1 0 0,0 0 0,-1 1 0,-1-1 0,-1 0 0,1 1 0,-2 0 0,0-1 0,-1 1 0,0 1 0,-1-1 0,0 1 0,-1 0 0,-14-19 0,11 20 0,0 0 0,-1 1 0,0 1 0,-1-1 0,0 2 0,-1 0 0,1 0 0,-2 1 0,1 1 0,-1 0 0,0 0 0,0 2 0,0 0 0,-1 0 0,1 2 0,-18-2 0,7 2 0,0 1 0,0 2 0,0 0 0,0 1 0,0 2 0,0 1 0,1 0 0,-43 17 0,39-10-1365,12-2-5461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8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24575,'-6'20'0,"0"-3"0,-99 345 0,92-301 0,2 1 0,3-1 0,3 1 0,2 66 0,5-85 0,1 0 0,3 0 0,13 54 0,-13-77 0,1 0 0,0 0 0,1-1 0,1 0 0,1-1 0,1 0 0,0-1 0,2 0 0,14 16 0,-15-20 0,0-1 0,1 0 0,0-1 0,1 0 0,24 13 0,-34-21 0,0-1 0,0 0 0,1 0 0,-1 0 0,1 0 0,0-1 0,-1 0 0,1 0 0,0 0 0,0-1 0,0 1 0,-1-1 0,1 0 0,0-1 0,0 1 0,0-1 0,0 0 0,-1 0 0,1 0 0,0-1 0,-1 0 0,1 0 0,-1 0 0,8-5 0,1-4 0,1-1 0,-2 0 0,0-1 0,0-1 0,-1 0 0,-1 0 0,0-1 0,-1 0 0,-1-1 0,-1 1 0,8-22 0,1-10 0,-3-1 0,15-90 0,11-239 0,-34 320 0,-4 46 0,1-9 0,-1 0 0,-1 0 0,-4-38 0,4 53 0,-1 0 0,0 0 0,-1 0 0,1 0 0,-1 1 0,0-1 0,0 0 0,0 1 0,-1 0 0,1 0 0,-1-1 0,0 1 0,-1 1 0,1-1 0,0 0 0,-1 1 0,0 0 0,0 0 0,0 0 0,0 0 0,-6-2 0,-3 0 0,-1 1 0,1 0 0,-1 1 0,0 0 0,1 1 0,-1 1 0,0 0 0,0 1 0,-1 1 0,-15 2 0,-8 2 0,-1 3 0,-54 17 0,19 1-682,-131 66-1,141-58-6143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4:56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4:59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229 275 24575,'-20'19'0,"9"-13"0,1-1 0,-1 0 0,0-1 0,-1 0 0,1 0 0,-1-1 0,1-1 0,-1 0 0,0-1 0,0 0 0,0-1 0,0 0 0,0-1 0,1 0 0,-1-1 0,-12-3 0,58-18 0,-17 14 0,1 1 0,-1 0 0,1 1 0,1 1 0,-1 0 0,26-3 0,-4 4 0,0 2 0,42 1 0,441 10 0,-394-6 0,138-5 0,-208-2 0,230-13 0,148-9 0,-14 0 0,-350 27 0,324-18 0,-25-13 0,-159 26 0,283-19 0,26 7 0,-88 9 0,-179-4 0,-139 9 0,58-12 0,62 0 0,-174 16 0,5 1 0,-1-3 0,68-10 0,-111 8 0,35 0 0,-55 0-1365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0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802 1478 24575,'0'0'0,"11"6"0,9 3 0,0-2 0,1-1 0,0 0 0,0-1 0,1-2 0,0 0 0,-1-1 0,1-1 0,0-2 0,-1 0 0,1-1 0,0-1 0,-1-1 0,0 0 0,41-16 0,-35 6 0,-1 0 0,-1-2 0,0 0 0,-2-2 0,0-1 0,0 0 0,20-26 0,-28 26 0,0 0 0,-2 0 0,0-2 0,-2 0 0,0 0 0,-1-1 0,-2 0 0,10-35 0,-4-1 0,-2-1 0,5-71 0,-15 100 0,-2 0 0,-1 0 0,-1 1 0,-1-1 0,-1 1 0,-2-1 0,-1 2 0,-2-1 0,0 1 0,-24-46 0,15 39 0,-2 0 0,-2 2 0,-1 1 0,-1 1 0,-2 1 0,-1 1 0,-45-38 0,39 40 0,-1 2 0,0 1 0,-2 1 0,-72-32 0,83 45 0,0 1 0,-1 1 0,1 1 0,-1 2 0,-1 1 0,1 0 0,-1 2 0,-50 3 0,50 1 0,0 2 0,1 1 0,-1 1 0,1 1 0,1 2 0,-1 0 0,2 2 0,-1 0 0,1 2 0,1 1 0,0 0 0,1 2 0,1 0 0,1 2 0,-33 35 0,18-13 0,2 2 0,1 1 0,3 1 0,2 2 0,1 1 0,3 1 0,2 1 0,2 0 0,2 2 0,2 0 0,3 1 0,-11 94 0,22-130 0,0 1 0,1-1 0,1 1 0,1-1 0,0 1 0,1-1 0,1 0 0,0 0 0,2 0 0,-1-1 0,2 0 0,0 0 0,1 0 0,0-1 0,1 0 0,1-1 0,22 25 0,-9-16 0,0-1 0,1 0 0,1-2 0,1-1 0,1-1 0,1-2 0,0 0 0,42 15 0,12-2 0,155 33 0,-227-59-50,151 26 226,-141-25-389,-1-2 0,1-1 0,-1 0 0,1-1 0,-1-2 0,24-4 0,-32 3-6613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09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3096 1 24575,'-17'4'0,"1"4"0,0 2 0,1-1 0,0 2 0,1 0 0,0 1 0,-23 25 0,10-11 0,-68 68-122,-133 173 0,-54 125-276,112-150 295,-241 376 103,240-352 0,132-206 0,-434 647 0,359-546 43,-574 772 659,575-799-702,-28 35 0,172-226-1365,-14 27-5461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0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2900 0 24575,'-14'19'0,"-61"82"0,33-40 0,-64 87 0,-153 288 0,-120 439 0,174-363-234,-69 192-140,251-634 356,-287 797-1139,49-171 1157,116-280 0,-47 141 0,26 9 0,97-291-15,-131 494-53,23-35 569,174-722-7327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10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2651 0 24575,'0'0'0,"0"0"0,0 0 0,0 0 0,0 0 0,0 0 0,-7 7 0,-1 2 0,0 1 0,0 0 0,1 0 0,1 0 0,0 1 0,0 0 0,-4 11 0,-27 88 0,23-63 0,-90 243 0,25-70 0,-96 356 0,50-98 0,-1 6 0,-45 139 0,60-206 0,23-32-279,-1 4-5,-73 308 285,134-588-1,-83 398 0,3-10 0,-26 91 0,20-73 0,-29 149 0,-80 630 0,92-594 0,99-546 0,1-28 187,-5-2 1,-79 182-1,93-250-460,3 2 0,2 1 0,3 0 0,-10 88 0,22-132-6553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6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24575,'5'9'0,"0"9"0,-1 1 0,-1 0 0,0 0 0,0 32 0,-1-8 0,14 160 0,44 203 0,-55-386 0,0 0 0,9 20 0,-11-32 0,1-1 0,0 1 0,0-1 0,0 0 0,1 0 0,0 0 0,9 9 0,-13-15 0,0 0 0,0 0 0,0 0 0,0-1 0,0 1 0,1 0 0,-1-1 0,0 1 0,0-1 0,0 1 0,0-1 0,1 0 0,-1 1 0,0-1 0,1 0 0,-1 0 0,0 0 0,0 0 0,1 0 0,-1 0 0,0 0 0,1-1 0,-1 1 0,0 0 0,0-1 0,0 1 0,1-1 0,-1 1 0,0-1 0,0 1 0,0-1 0,0 0 0,0 0 0,0 0 0,0 1 0,0-1 0,1-2 0,4-3 0,0-1 0,-1 0 0,0-1 0,6-9 0,-8 11 0,13-23 0,-1-2 0,-1 0 0,-2 0 0,9-37 0,24-135 0,-40 178 0,9-51 0,25-115 0,-31 163 0,1 0 0,2 1 0,0 0 0,25-42 0,-30 60 0,0 0 0,0 0 0,1 1 0,0 0 0,10-9 0,-15 15 0,-1 1 0,1-1 0,0 1 0,0 0 0,0 0 0,0-1 0,0 1 0,0 0 0,0 1 0,0-1 0,0 0 0,0 1 0,1-1 0,-1 1 0,0 0 0,0-1 0,1 1 0,-1 0 0,0 0 0,0 1 0,1-1 0,-1 0 0,0 1 0,0 0 0,1-1 0,-1 1 0,0 0 0,0 0 0,0 0 0,0 0 0,2 2 0,-1 0 0,0 0 0,0 0 0,0 0 0,-1 0 0,1 1 0,-1-1 0,0 1 0,0-1 0,0 1 0,0 0 0,-1 0 0,1 0 0,0 7 0,2 6 0,2 34 0,-6-48 0,2 77 0,-11 124 0,0 55 0,12-202 0,19 217 0,-21-271 0,-1 0 0,1-1 0,0 1 0,0 0 0,0-1 0,0 1 0,0-1 0,0 1 0,1-1 0,-1 0 0,1 1 0,0-1 0,0 0 0,0 0 0,0 0 0,0 0 0,0 0 0,0-1 0,0 1 0,1-1 0,2 2 0,-3-3 0,0 1 0,-1 0 0,1-1 0,0 0 0,0 1 0,0-1 0,0 0 0,0 0 0,0 0 0,0 0 0,0-1 0,0 1 0,0 0 0,-1-1 0,1 1 0,0-1 0,0 0 0,0 0 0,-1 1 0,1-1 0,0 0 0,-1-1 0,1 1 0,-1 0 0,1 0 0,-1-1 0,1 1 0,-1 0 0,0-1 0,2-3 0,8-12 0,-2 0 0,1 0 0,-2-2 0,7-20 0,21-83 0,-28 92 0,6-18 0,1-4 0,-1-1 0,-3 0 0,6-75 0,-14 97 128,-2 25-476,-2 8-797,0 6-5681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8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24575,'-9'69'0,"15"61"0,-1 32 0,-8-122 0,-9 42 0,1-16 0,11-66-27,0 0 0,0 0-1,0-1 1,0 1 0,0 0-1,0 0 1,0 0 0,0 0 0,0 0-1,0 0 1,0 0 0,-1 0-1,1 0 1,0 0 0,0 0-1,0 0 1,0 0 0,0 0-1,0 0 1,0 0 0,0 0 0,0 0-1,0 0 1,-1 0 0,1 0-1,0 0 1,0 0 0,0 0-1,0 0 1,0 0 0,0 0-1,0 0 1,0 0 0,0 0 0,0 0-1,-1 0 1,1 0 0,0 0-1,0 1 1,0-1 0,0 0-1,0 0 1,0 0 0,0 0 0,0 0-1,0 0 1,0 0 0,0 0-1,0 0 1,-4-5-6799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8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24575,'0'0'0,"0"0"0,0 13 0,-9 384 0,10-377 0,1 0 0,7 31 0,-7-43 0,1-4 0,1-9 0,4-14 0,8-63-1365,-10 43-5461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24575,'0'13'0,"1"-1"0,6 22 0,-5-22 0,0 1 0,1 21 0,-2-11-682,7 40-1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9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24575,'0'0'0,"46"12"0,148 20 0,-156-24 0,-1 3 0,0 1 0,36 17 0,-47-15 0,0 1 0,-2 1 0,0 1 0,0 1 0,-2 1 0,0 1 0,20 25 0,-1 4 0,-2 1 0,37 65 0,-65-97 0,-1 1 0,0 1 0,-2-1 0,0 2 0,9 35 0,-15-47 0,0 0 0,-1 0 0,0 0 0,-1 1 0,1-1 0,-2 0 0,1 0 0,-1 0 0,-1 0 0,0 0 0,0 0 0,-1 0 0,0 0 0,0-1 0,-9 16 0,9-20-105,1 0 0,-1-1 0,0 0 0,0 1 0,-1-1 0,1-1 0,-1 1 0,1 0 0,-1-1 0,0 0 0,0 1 0,-7 1 0,-17 4-6721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542 1 24575,'-11'11'0,"-33"40"0,2 2 0,-43 72 0,-59 126 0,70-119 0,43-77 0,-29 73 0,49-98 0,1 0 0,1 1 0,2 0 0,-5 40 0,11-67 0,1 1 0,0-1 0,0 0 0,0 1 0,0-1 0,1 1 0,-1-1 0,1 0 0,0 1 0,0-1 0,1 0 0,-1 0 0,1 0 0,0 0 0,4 6 0,-4-8 0,0-1 0,0 1 0,0 0 0,0-1 0,0 1 0,1-1 0,-1 1 0,0-1 0,1 0 0,-1 0 0,1 0 0,-1-1 0,1 1 0,-1 0 0,1-1 0,0 0 0,-1 1 0,1-1 0,0 0 0,-1-1 0,1 1 0,0 0 0,-1-1 0,1 1 0,0-1 0,3-2 0,4 0 14,-1-1-1,0 0 0,0-1 0,0 0 1,0-1-1,-1 0 0,0 0 1,9-9-1,6-8-756,24-32 1,-22 23-6084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19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24575,'0'0'0,"13"10"0,-8-4 0,-1 1 0,1-1 0,-1 1 0,-1 0 0,1 0 0,-1 0 0,0 0 0,-1 0 0,0 1 0,0 0 0,-1-1 0,0 1 0,0 0 0,0-1 0,-1 1 0,-2 12 0,0 8 0,-2 0 0,-1 0 0,-10 31 0,-2-3 0,10-36 0,0 0 0,2 0 0,0 0 0,2 1 0,0 0 0,0 21 0,3-35 0,2 11 0,-2-18 0,0 1 0,0-1 0,1 0 0,-1 0 0,0 1 0,1-1 0,-1 0 0,0 0 0,1 0 0,-1 1 0,0-1 0,1 0 0,-1 0 0,0 0 0,1 0 0,-1 0 0,1 0 0,-1 0 0,0 0 0,1 0 0,-1 0 0,1 0 0,-1 0 0,0 0 0,1 0 0,-1 0 0,1 0 0,-1 0 0,0 0 0,1-1 0,-1 1 0,0 0 0,1 0 0,-1 0 0,0-1 0,1 1 0,-1 0 0,0-1 0,0 1 0,1 0 0,-1 0 0,0-1 0,1 0 0,22-25-1365,-13 12-5461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0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24575,'0'0'0,"0"0"0,18-4 0,201-17 0,-57 7 0,-36 1 0,136 2 0,-253 11-227,0 0-1,0-1 1,0-1-1,1 1 1,8-4-1,-9 2-6598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0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24575,'9'43'0,"-3"0"0,-1 0 0,-3 72 0,-1-70 0,2 122 0,-32 283 0,28-446 0,-1 14 0,3-14 0,3-8 0,11-21-140,-2 0-1,-1-2 1,16-49-1,-20 54-662,10-31-6023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1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13 24575,'2'230'0,"-19"71"0,0 125 0,17-425 0,-1 0 0,1 0 0,0 1 0,0-1 0,0 0 0,0 0 0,1 0 0,-1 0 0,0 0 0,0 0 0,0 0 0,1 0 0,-1 0 0,1 0 0,-1 0 0,1 0 0,-1 0 0,1 0 0,0 0 0,-1 0 0,1 0 0,0 0 0,1 1 0,-1-3 0,0 1 0,1 0 0,-1 0 0,0-1 0,0 1 0,0-1 0,0 1 0,0-1 0,0 0 0,0 1 0,0-1 0,0 0 0,0 0 0,0 1 0,-1-1 0,1 0 0,0 0 0,-1 0 0,1 0 0,0 0 0,-1 0 0,1 0 0,-1 0 0,1-2 0,12-24 0,0 0 0,15-55 0,10-65 0,-30 111 0,39-182-386,50-187 676,-96 403-285,-1 0 1,1 0-1,0 0 1,-1 0-1,1 1 1,0-1-1,0 0 1,0 0-1,0 0 1,0 1-1,1-1 1,-1 1 0,0-1-1,1 1 1,-1-1-1,1 1 1,0 0-1,2-2 1,-3 3-7,-1 0 0,1 0 1,-1 0-1,1 0 0,0 0 1,-1 0-1,1 0 1,0 0-1,-1 0 0,1 0 1,0 0-1,-1 0 0,1 1 1,-1-1-1,1 0 0,0 0 1,-1 1-1,1-1 0,-1 0 1,1 1-1,0 0 1,1 0 0,0 1 1,-1 0-1,0 0 1,1 0 0,-1 0-1,0 0 1,0 0 0,2 4-1,2 8 0,-1 0 0,-1 1 0,0-1 0,1 19 0,1 63 0,-5-67 0,0 165 0,1 15 0,1-153 0,18 93 0,-19-146 0,1 10 0,0 0 0,2 0 0,-1-1 0,2 1 0,10 22 0,-14-34 0,0 0 0,-1 0 0,1 0 0,0 0 0,0 0 0,0 0 0,-1 0 0,1-1 0,0 1 0,0 0 0,0 0 0,1-1 0,-1 1 0,0-1 0,0 1 0,0-1 0,0 1 0,0-1 0,1 0 0,-1 1 0,0-1 0,0 0 0,1 0 0,-1 0 0,0 0 0,0 0 0,1 0 0,-1-1 0,0 1 0,0 0 0,0 0 0,1-1 0,-1 1 0,0-1 0,0 1 0,0-1 0,0 0 0,0 1 0,0-1 0,0 0 0,0 0 0,0 0 0,1-1 0,4-4 0,0 0 0,0 0 0,-1-1 0,0 1 0,4-9 0,11-22 0,-2 0 0,-1-2 0,17-59 0,22-125 0,-51 202 0,59-325 0,-64 346 1,0 0 0,0 0 0,0 1 0,0-1 0,0 0-1,0 0 1,0 0 0,0 0 0,-1 0 0,1 0 0,0 0-1,0 0 1,0 0 0,0 1 0,0-1 0,0 0 0,0 0 0,0 0-1,0 0 1,0 0 0,0 0 0,0 0 0,0 0 0,0 0 0,0 0-1,-1 0 1,1 0 0,0 0 0,0 0 0,0 0 0,0 0 0,0 0-1,0 0 1,0 0 0,0 0 0,0 0 0,-1 0 0,1 0-1,0 0 1,0 0 0,0 0 0,0 0 0,0 0 0,0 0 0,0 0-1,0 0 1,0 0 0,-1 0 0,1 0 0,0 0 0,0 0 0,0 0-1,0 0 1,0 0 0,0 0 0,0 0 0,0 0 0,0 0-1,0-1 1,0 1 0,0 0 0,0 0 0,0 0 0,-8 8-1001,8-7 580,-7 8-6406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3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62 24575,'0'0'0,"0"0"0,-3-25 0,-1-11 0,3 37 0,-1-1 0,0 1 0,0 0 0,1 0 0,-1 0 0,0 1 0,1-1 0,0 0 0,-1 1 0,1-1 0,-1 1 0,1-1 0,0 1 0,0-1 0,0 1 0,-1 3 0,12 318 0,-4-120 0,-5-199 0,0-4 0,4-10 0,4-20 0,-1-9 0,24-103 0,-26 121 0,1 1 0,1 0 0,1 0 0,20-33 0,-26 49 0,-1 0 0,1 1 0,-1-1 0,1 1 0,0-1 0,0 1 0,0 0 0,1 0 0,-1 0 0,1 1 0,0-1 0,-1 1 0,1 0 0,0 0 0,1 0 0,-1 0 0,0 1 0,0 0 0,1 0 0,-1 0 0,0 0 0,1 1 0,-1-1 0,1 1 0,-1 0 0,1 1 0,-1-1 0,1 1 0,-1 0 0,0 0 0,1 0 0,-1 1 0,0-1 0,0 1 0,0 0 0,0 0 0,7 6 0,37 24 0,-25-15 0,1-1 0,1-2 0,1 0 0,30 11 0,-50-22 0,1-1 0,0 1 0,-1 1 0,0-1 0,0 1 0,10 8 0,-15-11 0,1 0 0,-1 0 0,0 0 0,0 0 0,0 0 0,0 1 0,0-1 0,0 0 0,-1 1 0,1-1 0,0 1 0,-1-1 0,1 1 0,-1-1 0,1 1 0,-1-1 0,0 1 0,1-1 0,-1 1 0,0 0 0,0-1 0,0 1 0,0-1 0,-1 1 0,1 0 0,0-1 0,-1 1 0,1-1 0,-1 1 0,1-1 0,-1 1 0,0-1 0,0 1 0,0-1 0,-1 3 0,-4 2 0,0 0 0,0-1 0,0 1 0,0-1 0,-1 0 0,0-1 0,0 1 0,-9 3 0,7-4 0,1 1 0,-1 0 0,1 1 0,0 0 0,-8 8 0,16-14 0,-1 0 0,1 1 0,0-1 0,-1 1 0,1-1 0,0 0 0,0 1 0,-1-1 0,1 1 0,0-1 0,0 0 0,0 1 0,-1-1 0,1 1 0,0-1 0,0 1 0,0-1 0,0 1 0,0-1 0,0 1 0,0-1 0,0 0 0,0 1 0,0-1 0,0 1 0,1-1 0,-1 1 0,0-1 0,0 1 0,1 0 0,12 11 0,-8-10 0,0 0 0,0 0 0,0 0 0,0 0 0,6 0 0,15 0 0,0-2 0,1 0 0,-1-2 0,0-1 0,1-1 0,-2-2 0,1 0 0,25-10 0,-43 12-124,1 1 0,-1-2 0,1 1 0,-1-1 0,-1 0 0,1-1-1,-1 0 1,0 0 0,0 0 0,6-8 0,-7 6-6702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3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24575,'3'18'0,"-2"-14"-124,-1 1 0,1-1 0,0 0 0,1 0 0,-1 0 0,1 0-1,0 0 1,0 0 0,0 0 0,3 4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4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24575,'10'0'0,"0"0"0,0 0 0,0 1 0,16 4 0,-7-1 0,-1-1 0,0 1 0,0 0 0,0 2 0,-1 0 0,0 1 0,-1 1 0,1 0 0,-1 1 0,-1 1 0,0 1 0,0 0 0,-1 0 0,-1 2 0,17 18 0,-7-4 0,-2 1 0,0 1 0,-2 1 0,-1 1 0,18 44 0,-30-58 0,-1 0 0,-1 0 0,0 0 0,-1 0 0,-1 1 0,-1 0 0,0-1 0,-1 1 0,-1-1 0,-1 1 0,-1 0 0,0-1 0,-1 0 0,-1 0 0,-7 17 0,10-28 0,-1 0 0,0 0 0,0-1 0,-5 8 0,8-13 0,0 1 0,-1-1 0,1 1 0,-1-1 0,1 1 0,0-1 0,-1 0 0,1 1 0,-1-1 0,1 0 0,-1 1 0,0-1 0,1 0 0,-1 0 0,1 1 0,-1-1 0,1 0 0,-1 0 0,0 0 0,1 0 0,-1 0 0,1 0 0,-2 0 0,1 0 0,1-1 0,-1 1 0,0-1 0,0 1 0,0-1 0,1 0 0,-1 0 0,0 1 0,1-1 0,-1 0 0,0 0 0,1 0 0,-1 0 0,1 0 0,0 1 0,-1-1 0,1 0 0,0 0 0,-1-2 0,-2-11 0,1-1 0,0 1 0,1-1 0,0 1 0,1-1 0,1 0 0,4-24 0,-2 12 0,7-65 0,4 0 0,4 1 0,34-99 0,-35 148 0,2-10 0,-19 52 0,0 0 0,0 0 0,0 0 0,0 0 0,0 0 0,1 0 0,-1 0 0,0-1 0,0 1 0,0 0 0,0 0 0,0 0 0,0 0 0,0 0 0,0 0 0,0 0 0,0 0 0,0-1 0,0 1 0,0 0 0,0 0 0,0 0 0,0 0 0,0 0 0,0 0 0,0 0 0,0 0 0,0-1 0,-1 1 0,1 0 0,0 0 0,0 0 0,0 0 0,0 0 0,0 0 0,0 0 0,0 0 0,0 0 0,0 0 0,0 0 0,0-1 0,-1 1 0,1 0 0,0 0 0,0 0 0,0 0 0,0 0 0,0 0 0,0 0 0,0 0 0,0 0 0,-1 0 0,1 0 0,0 0 0,0 0 0,0 0 0,0 0 0,0 0 0,0 0 0,0 0 0,-1 0 0,-8 6 0,-9 9 0,-36 44 0,4 2 0,-61 93 0,80-109 0,23-34-47,-31 45 134,-36 69-1,66-107-252,0 0 1,2 1-1,0 0 0,1 0 1,1 0-1,0 1 0,2 0 1,-2 29-1,5-40-6660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4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24575,'0'0'0,"0"0"0,13 6 0,177 97 0,-180-98 0,-1 0 0,0 1 0,0 1 0,14 11 0,-22-17 0,1 0 0,-1 1 0,1-1 0,-1 1 0,0-1 0,0 1 0,0 0 0,1 0 0,-2-1 0,1 1 0,0 0 0,0 0 0,0 0 0,-1 0 0,1 0 0,-1 0 0,0 0 0,0 0 0,1 0 0,-1 0 0,-1 0 0,1 0 0,0 0 0,0 0 0,-1 0 0,1 0 0,-1 0 0,1 0 0,-1-1 0,0 1 0,0 0 0,-1 2 0,-5 6 0,-1 0 0,0-1 0,0 0 0,-1 0 0,-13 9 0,-53 35 0,46-33 0,-92 57 0,121-77 0,0 1 0,-1-1 0,1 0 0,0 0 0,0 0 0,0 0 0,0 0 0,0 0 0,0 0 0,-1 0 0,1 0 0,0 0 0,0 0 0,0 1 0,0-1 0,0 0 0,0 0 0,0 0 0,0 0 0,0 0 0,-1 0 0,1 1 0,0-1 0,0 0 0,0 0 0,0 0 0,0 0 0,0 0 0,0 1 0,0-1 0,0 0 0,0 0 0,0 0 0,0 0 0,0 0 0,0 1 0,0-1 0,0 0 0,0 0 0,0 0 0,1 0 0,-1 0 0,0 0 0,0 1 0,0-1 0,0 0 0,0 0 0,0 0 0,0 0 0,0 0 0,0 0 0,1 0 0,-1 1 0,0-1 0,13 4 0,15-2 0,13-3 0,0-2 0,68-13 0,78-32 0,-173 45-114,-1-2 1,0 0-1,0 0 0,0-1 0,-1-1 1,0 0-1,0 0 0,-1-1 0,0-1 1,0 0-1,10-12 0,-3 0-6712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4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24575,'0'0'0,"0"0"0,0 0 0,2 0 0,199-16 0,8 0 0,-185 16-341,0-1 0,-1-1-1,47-10 1,-48 6-6485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24575,'0'0'0,"0"0"0,0 10 0,-12 337 0,4 146 0,12-316 0,19-217 0,40-138-765,-57 160 165,14-43-6226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5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24575,'5'6'0,"1"0"0,-1 1 0,0 0 0,-1-1 0,0 1 0,0 1 0,0-1 0,-1 1 0,0-1 0,-1 1 0,3 11 0,1 11 0,2 52 0,-7-67 0,-3 269 0,-2-58 0,4-206 0,2 0 0,5 26 0,-6-39 0,1 0 0,0 0 0,0 0 0,1-1 0,0 1 0,0-1 0,0 0 0,1 0 0,8 11 0,-11-16 0,0 0 0,0 0 0,0 0 0,0 0 0,1 0 0,-1 0 0,0 0 0,0 0 0,1-1 0,-1 1 0,0 0 0,1-1 0,-1 1 0,1-1 0,-1 0 0,1 1 0,-1-1 0,1 0 0,-1 0 0,1 0 0,-1 0 0,1 0 0,-1 0 0,1 0 0,-1-1 0,1 1 0,-1 0 0,1-1 0,-1 1 0,0-1 0,1 0 0,-1 1 0,0-1 0,1 0 0,-1 0 0,0 0 0,0 0 0,0 0 0,0 0 0,0 0 0,2-2 0,3-5 0,1-1 0,-1 1 0,-1-1 0,10-18 0,-1-6 0,-1 0 0,15-60 0,6-77 0,-19 89 0,-7 38 0,11-57 0,35-105 0,-51 199 0,-1 0 0,1-1 0,0 1 0,1 0 0,-1 0 0,1 1 0,1-1 0,7-8 0,-11 14 0,-1 0 0,0 0 0,0-1 0,1 1 0,-1 0 0,0 0 0,1 0 0,-1 0 0,0-1 0,1 1 0,-1 0 0,0 0 0,0 0 0,1 0 0,-1 0 0,0 0 0,1 0 0,-1 0 0,0 0 0,1 0 0,-1 0 0,0 0 0,1 0 0,-1 0 0,0 1 0,1-1 0,-1 0 0,0 0 0,1 0 0,-1 0 0,0 1 0,0-1 0,1 0 0,-1 0 0,0 0 0,0 1 0,1-1 0,-1 0 0,0 0 0,0 1 0,0-1 0,1 1 0,6 17 0,2 25 0,-1 1 0,-3 0 0,0 79 0,-4-80 0,3 88 0,11 209 0,-10-301 0,1-1 0,16 49 0,-22-86 0,1 0 0,-1 0 0,0 0 0,1 0 0,-1 0 0,1 0 0,-1 0 0,1 0 0,-1-1 0,1 1 0,0 0 0,0 0 0,-1 0 0,1-1 0,0 1 0,0 0 0,0-1 0,0 1 0,0-1 0,0 1 0,-1-1 0,1 0 0,0 1 0,1-1 0,-1 0 0,0 1 0,0-1 0,0 0 0,0 0 0,0 0 0,0 0 0,0 0 0,0 0 0,0 0 0,0-1 0,0 1 0,0 0 0,0-1 0,0 1 0,0 0 0,1-2 0,4 0 0,-1 0 0,0-1 0,-1 0 0,1 0 0,0 0 0,-1-1 0,5-3 0,-1-3 0,0 0 0,0 0 0,-1-1 0,0 0 0,-1 0 0,0-1 0,8-21 0,22-93 0,22-140 0,-24-6 0,-33 254-195,0 1 0,-1-1 0,0 0 0,-2 0 0,0 0 0,-7-25 0,6 34-6631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24575,'0'0'0,"0"0"0,0 0 0,0 0 0,-16 10 0,9-3 0,1 1 0,0-1 0,1 1 0,-1 0 0,2 0 0,-1 1 0,1 0 0,0 0 0,1 0 0,0 0 0,-3 14 0,-1 16 0,-3 58 0,8-66 0,-7 93-41,-20 168-1283,28-287-5502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24575,'0'0'0,"0"0"0,9 1 0,1 0 0,-1 1 0,0 1 0,0-1 0,10 6 0,2-1 0,16 4 0,105 38 0,-141-48 0,1-1 0,-1 1 0,1 0 0,-1-1 0,0 1 0,1 0 0,-1 0 0,0 0 0,1 0 0,-1 0 0,0 0 0,0 0 0,0 1 0,0-1 0,0 0 0,0 0 0,0 1 0,0-1 0,-1 1 0,1-1 0,-1 1 0,2 2 0,-2-2 0,0 0 0,-1 0 0,1 0 0,0 0 0,-1 0 0,1 0 0,-1 0 0,0 0 0,1 0 0,-1 0 0,0 0 0,0 0 0,0 0 0,-3 3 0,-3 3 0,0-1 0,-1 1 0,1-1 0,-2 0 0,-12 8 0,-1-2 0,-1-1 0,0-1 0,0-1 0,-1-1 0,-30 7 0,53-16 0,0 0 0,0 0 0,0 0 0,0 1 0,0-1 0,0 0 0,1 1 0,-1-1 0,0 0 0,0 1 0,0-1 0,0 1 0,1 0 0,-1-1 0,0 1 0,1 0 0,-1-1 0,0 1 0,1 0 0,-1 0 0,1-1 0,-1 1 0,1 0 0,0 0 0,-1 0 0,1 0 0,-1 1 0,1-1 0,1 1 0,-1-1 0,0 1 0,0-1 0,1 1 0,-1-1 0,1 1 0,0-1 0,-1 1 0,1-1 0,0 0 0,0 1 0,0-1 0,1 2 0,4 3 0,-1 0 0,1-1 0,0 0 0,1 0 0,10 7 0,1-4 0,29 10 0,16 7 0,-57-22 0,0 0 0,-1 1 0,1-1 0,-1 1 0,0 0 0,0 1 0,8 8 0,-11-11 0,-1 1 0,1 0 0,0-1 0,-1 1 0,0 0 0,1 0 0,-1 0 0,0 0 0,-1 1 0,1-1 0,-1 0 0,1 0 0,-1 0 0,0 1 0,0-1 0,0 0 0,-1 0 0,1 0 0,-1 1 0,1-1 0,-1 0 0,0 0 0,-1 0 0,1 0 0,0 0 0,-1-1 0,0 1 0,1 0 0,-4 3 0,-4 6 0,-1 0 0,0-1 0,-1-1 0,-21 18 0,14-15 20,-1 0 0,0-1 0,-1-2 0,0 1 0,-26 8 0,10-7-515,0-2 0,-47 8 0,69-16-6331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7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24575,'4'25'0,"-1"12"0,-3 39 0,0-35 0,22-66 0,-10 9-1365,-2 3-5461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8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24575,'23'3'0,"-7"0"0,-1 1 0,1 0 0,-1 1 0,0 0 0,-1 1 0,1 1 0,-1 0 0,0 1 0,-1 1 0,0 0 0,16 15 0,3 6 0,-1 1 0,-1 2 0,-2 0 0,-2 2 0,-1 1 0,-1 2 0,-3 0 0,-1 1 0,16 43 0,-32-67 0,0 1 0,-1 0 0,-1 0 0,0 0 0,-2 25 0,2 3 0,-3-156-1365,1 62-5461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9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0 24575,'-13'26'0,"-149"251"0,35-59 0,100-166 0,2 2 0,-21 71 0,41-75 0,54-139 0,34-53 0,-73 128 0,0 1 0,1 0 0,0 1 0,1 0 0,1 1 0,0 0 0,22-14 0,-30 22 0,-1 1 0,1 1 0,-1-1 0,1 0 0,0 1 0,0 0 0,7-1 0,1 1 0,-10 1 0,1 0 0,0 0 0,-1 1 0,1 0 0,-1 0 0,1 0 0,-1 0 0,6 3 0,2 0 0,14 4 0,0 1 0,-1 1 0,-1 1 0,43 27 0,-63-37 0,-1 1 0,0 0 0,-1 0 0,1 0 0,0 0 0,0 0 0,-1 0 0,1 1 0,-1-1 0,0 1 0,0-1 0,0 0 0,0 1 0,0 0 0,-1-1 0,1 1 0,-1 0 0,1-1 0,-1 1 0,0 0 0,0-1 0,0 1 0,0 0 0,-1-1 0,1 1 0,-1 0 0,-1 4 0,-3 6 0,0 0 0,0 0 0,-1-1 0,-8 12 0,13-22 0,-7 9 0,1 0 0,-2-1 0,1 0 0,-1-1 0,-1 0 0,0 0 0,-13 9 0,23-18 0,0 1 0,-1-1 0,1 1 0,0 0 0,0-1 0,0 1 0,0-1 0,0 1 0,0 0 0,0-1 0,0 1 0,0 0 0,0-1 0,0 1 0,0-1 0,1 1 0,-1-1 0,0 1 0,0 0 0,1-1 0,-1 1 0,0-1 0,1 1 0,-1-1 0,1 1 0,12 16 0,-1-7 0,0 0 0,1-1 0,0-1 0,20 10 0,-18-10 0,-1 0 0,1 1 0,-1 1 0,-1 0 0,13 12 0,-23-19 0,0 1 0,0-1 0,-1 1 0,1-1 0,-1 1 0,0 0 0,0 0 0,0 0 0,-1 0 0,1 0 0,-1 0 0,0 0 0,0 1 0,-1-1 0,1 0 0,-1 1 0,0-1 0,0 0 0,0 1 0,-1-1 0,1 0 0,-1 1 0,0-1 0,-2 5 0,-3 6 0,0 0 0,-1-1 0,-1 1 0,0-1 0,-1-1 0,0 1 0,-1-2 0,-1 1 0,0-1 0,0-1 0,-1 0 0,-1-1 0,0 0 0,0-1 0,-1 0 0,0-1 0,-1-1 0,-21 9 0,33-15 0,1-1 0,-1 1 0,0 0 0,0-1 0,1 1 0,-1-1 0,0 0 0,0 0 0,0 0 0,1 0 0,-1-1 0,0 1 0,0-1 0,1 0 0,-1 1 0,0-1 0,1 0 0,-4-3 0,3 3 0,1-1 0,0-1 0,-1 1 0,1 0 0,0 0 0,1-1 0,-1 0 0,0 1 0,1-1 0,-1 0 0,1 1 0,0-1 0,0 0 0,0 0 0,0 0 0,1 0 0,-1-4 0,0-7-227,0 1-1,1-1 1,1 0-1,0 1 1,7-27-1,-2 15-6598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9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24575,'2'1'0,"-1"0"0,1 1 0,0-1 0,0 0 0,0 0 0,0 0 0,0 0 0,0-1 0,0 1 0,0 0 0,4 0 0,14 1 0,0-1 0,0-1 0,0 0 0,34-6 0,-3 0 0,385-21 0,-428 26 20,0 1 0,1-1 0,-1-1 0,0 0 0,9-3 0,-13 4-126,0 0 0,-1-1 0,0 0 0,1 0 0,-1 0 0,0 0-1,0 0 1,0-1 0,0 0 0,-1 1 0,1-1 0,-1 0 0,4-5 0,2-7-6720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29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24575,'-25'741'0,"24"-725"0,-7 83 0,6 167 0,2-264 0,0 0 0,1 0 0,-1 0 0,0 1 0,1-1 0,-1 0 0,1 0 0,0 0 0,-1 0 0,1 0 0,0 0 0,0 0 0,0 0 0,1 0 0,-1 0 0,0-1 0,1 1 0,-1-1 0,1 1 0,0-1 0,3 3 0,-4-3 0,1-1 0,0 0 0,0 1 0,0-1 0,0 0 0,0 0 0,0 0 0,-1 0 0,1-1 0,0 1 0,0 0 0,0-1 0,0 0 0,-1 1 0,1-1 0,0 0 0,0 0 0,-1 1 0,1-2 0,-1 1 0,1 0 0,-1 0 0,1 0 0,-1-1 0,3-2 0,2-3 14,1-1-1,-1 0 0,0 0 0,-1 0 1,0-1-1,5-11 0,20-57-1066,-27 68 648,14-44-6421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3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24575,'3'23'0,"-2"0"0,-1 0 0,0 1 0,-6 30 0,2-18 0,-61 360 0,20-153 0,33-162 0,0 84 0,10-132 0,2 0 0,2-1 0,1 1 0,1 0 0,2-1 0,1 0 0,12 32 0,-9-42 0,-9-20 0,-6-15 0,-8-20 0,2-1 0,1 0 0,1 0 0,-5-48 0,12 63 0,1 1 0,1-1 0,0 0 0,1 0 0,2 1 0,0-1 0,0 1 0,2 0 0,13-35 0,-14 45 0,1 0 0,0 0 0,0 1 0,0 0 0,1 0 0,0 0 0,1 1 0,-1 0 0,1 0 0,10-6 0,-1 1 0,1 2 0,-1 0 0,35-13 0,-40 18 0,1 0 0,0 0 0,0 1 0,0 1 0,0 0 0,0 1 0,1 0 0,-1 1 0,0 0 0,0 1 0,1 0 0,-1 1 0,0 0 0,0 1 0,0 1 0,-1-1 0,1 2 0,-1 0 0,0 0 0,0 1 0,17 13 0,-18-12 0,-1 0 0,-1 1 0,1 1 0,-1-1 0,-1 1 0,0 1 0,0-1 0,0 1 0,-1 1 0,-1-1 0,0 1 0,0 0 0,-1 0 0,-1 0 0,0 0 0,0 1 0,-1-1 0,1 21 0,-3-17 0,0 1 0,-1 0 0,-1-1 0,0 1 0,-1-1 0,-1 1 0,0-1 0,-1 0 0,-1-1 0,0 1 0,-1-1 0,-1 0 0,-13 19 0,12-20 0,-1 0 0,-1 0 0,0-1 0,0-1 0,-1 0 0,-1 0 0,0-1 0,0-1 0,-1 0 0,0-1 0,-1 0 0,0-1 0,0-1 0,0 0 0,-26 5 0,29-8 0,-1-1 0,1 0 0,-1-1 0,0 0 0,-18-2 0,25 0 0,0 0 0,-1-1 0,1 1 0,0-1 0,0 0 0,0-1 0,0 0 0,1 0 0,-1 0 0,1 0 0,-1-1 0,-6-6 0,-12-9 0,18 15 0,1 0 0,0 0 0,-1 0 0,2-1 0,-1 0 0,-8-10 0,13 14 0,0 0 0,0 0 0,0-1 0,0 1 0,0 0 0,0 0 0,0 0 0,0 0 0,0 0 0,0 0 0,0 0 0,1-1 0,0 0 0,-1 1 0,0 1 0,0-1 0,0 1 0,0 0 0,0-1 0,0 1 0,1-1 0,-1 1 0,0-1 0,0 1 0,1 0 0,-1-1 0,0 1 0,0 0 0,1-1 0,-1 1 0,0 0 0,1 0 0,-1-1 0,0 1 0,1 0 0,-1 0 0,1-1 0,-1 1 0,0 0 0,1 0 0,-1 0 0,1 0 0,-1 0 0,0-1 0,1 1 0,-1 0 0,1 0 0,-1 0 0,1 0 0,0 1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30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24575,'0'0'0,"0"0"0,13 20 0,12 20 0,66 113 0,-72-115 0,-1 0 0,16 50 0,-22-51 0,-3 1 0,-1-1 0,-1 1 0,-2 1 0,-2-1 0,-4 67 0,-1-77 0,-2 0 0,0 0 0,-2 0 0,-2 0 0,0-1 0,-2-1 0,0 1 0,-2-1 0,-28 44 0,36-64-105,1 0 0,-2 1 0,1-2 0,-1 1 0,0 0 0,0-1 0,0 0 0,-1 0 0,0 0 0,0-1 0,0 0 0,-11 6 0,1-6-6721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0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24575,'20'-10'0,"12"4"0,-1 1 0,1 1 0,0 2 0,56 3 0,-55 0 0,6-1 0,8 0 0,47 7 0,-82-6 0,0 1 0,0 0 0,-1 1 0,1 1 0,0 0 0,-1 0 0,0 1 0,0 1 0,11 6 0,-19-9 0,0-1 0,-1 0 0,1 0 0,0 1 0,-1 0 0,0-1 0,1 1 0,-1 0 0,0 0 0,-1 0 0,1 0 0,0 1 0,-1-1 0,0 0 0,2 7 0,-2-5 0,-1 1 0,0-1 0,0 0 0,0 1 0,0-1 0,-1 0 0,0 0 0,0 0 0,-3 9 0,-4 5 0,0-1 0,-1 0 0,-1-1 0,-17 23 0,24-36 0,-113 154 0,-45 69 0,135-185 0,1 2 0,3 0 0,-27 74 0,46-107-273,-1 0 0,1 1 0,1 0 0,-2 22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01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24575,'0'0'0,"0"0"0,-2 52 0,-4 0 0,-13 61 0,19-109 0,-1 0 11,0 0 0,0 0 0,1 1 0,0-1 0,0 0 0,0 0-1,0 1 1,1-1 0,-1 0 0,3 5 0,-3-9-19,0 1 0,0 0 0,1-1 0,-1 1 0,0-1 0,1 1 0,-1-1 0,1 1 0,-1-1 0,1 1 0,-1-1 0,1 1-1,-1-1 1,1 1 0,-1-1 0,1 0 0,-1 1 0,1-1 0,0 0 0,-1 0 0,1 0 0,-1 1 0,1-1 0,1 0 0,0 0-91,0 0 0,-1-1 1,1 1-1,0-1 0,0 1 0,0-1 1,-1 0-1,1 1 0,0-1 0,-1 0 1,1 0-1,2-2 0,6-5-6727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01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0 24575,'-1'9'0,"0"1"0,0-1 0,-1 0 0,0 0 0,0 0 0,-1 0 0,-4 10 0,-34 59 0,24-48 0,10-17 0,-17 30 0,-25 64 0,43-93 0,1 0 0,1 1 0,1-1 0,0 1 0,1 0 0,0-1 0,1 1 0,1 0 0,2 18 0,-1-27 0,0 1 0,1-1 0,-1 1 0,2-1 0,-1 0 0,1 0 0,-1 0 0,2 0 0,-1 0 0,1-1 0,0 1 0,6 6 0,3 1 0,1-1 0,31 22 0,3 2 0,-45-34 0,1 1 0,-1 0 0,0 0 0,0 0 0,0 1 0,0-1 0,0 1 0,-1 0 0,1 0 0,-1 0 0,0 0 0,-1 0 0,1 0 0,0 0 0,-1 1 0,0-1 0,0 0 0,-1 1 0,1-1 0,-1 1 0,0-1 0,0 1 0,0-1 0,-1 1 0,0-1 0,0 1 0,0-1 0,0 0 0,0 0 0,-1 1 0,0-1 0,0 0 0,0 0 0,0 0 0,-1-1 0,0 1 0,0-1 0,1 1 0,-2-1 0,1 0 0,0 0 0,-6 4 0,0-2 0,0 1 0,0-1 0,0-1 0,0 0 0,-1 0 0,1 0 0,-1-1 0,0-1 0,0 0 0,-1 0 0,1-1 0,0 0 0,0-1 0,-1 0 0,1-1 0,0 0 0,0 0 0,0-1 0,0-1 0,0 0 0,0 0 0,0-1 0,1 0 0,0 0 0,-1-1 0,2 0 0,-1-1 0,1 0 0,0 0 0,0-1 0,0 0 0,1-1 0,-9-11 0,8 6 0,0 0 0,1-1 0,1 0 0,0-1 0,1 1 0,0-1 0,1 0 0,1 0 0,0-1 0,0-16 0,2-2 0,1 0 0,1 1 0,10-50 0,-8 66 0,0 1 0,2 0 0,0 1 0,0-1 0,2 1 0,0 0 0,1 0 0,0 1 0,14-19 0,-15 24 0,1 1 0,-1 0 0,2 0 0,-1 0 0,1 1 0,0 0 0,0 1 0,1 0 0,-1 0 0,2 1 0,-1 0 0,0 1 0,1 0 0,13-2 0,2 1 20,0 2 0,1 1 0,-1 2 0,0 0 0,37 5 0,-22 2-515,0 1 0,65 22 0,-87-24-6331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36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0 24575,'0'0'0,"0"0"0,0 0 0,0 0 0,0 0 0,0 0 0,-26 17 0,20-15 0,1 1 0,-1 1 0,1-1 0,0 1 0,0 0 0,0 0 0,0 0 0,1 1 0,-1-1 0,1 1 0,0 0 0,1 1 0,-1-1 0,-3 9 0,-5 13 0,2 0 0,0 0 0,2 1 0,1 0 0,-6 47 0,8-39 0,-3 0 0,-21 65 0,17-72 0,-1-1 0,-1 0 0,-2-2 0,-22 30 0,38-56 0,0 1 0,0-1 0,0 0 0,0 0 0,0 0 0,0 1 0,-1-1 0,1 0 0,0 0 0,0 1 0,0-1 0,0 0 0,0 0 0,0 1 0,0-1 0,0 0 0,1 0 0,-1 1 0,0-1 0,0 0 0,0 0 0,0 0 0,0 1 0,0-1 0,0 0 0,0 0 0,1 0 0,-1 1 0,0-1 0,0 0 0,0 0 0,1 0 0,-1 0 0,0 1 0,0-1 0,0 0 0,1 0 0,-1 0 0,0 0 0,0 0 0,0 0 0,1 0 0,17 7 0,25-1 0,285-9 0,-291 1 0,-1-3 0,1 0 0,67-21 0,-102 25 0,0 0 0,0-1 0,0 1 0,0-1 0,0 1 0,0-1 0,-1 0 0,1 1 0,-1-1 0,1 0 0,-1 0 0,0 0 0,1 0 0,-1 0 0,0-1 0,-1 1 0,1 0 0,0 0 0,-1-1 0,1 1 0,-1 0 0,1-1 0,-1 1 0,0 0 0,-1-5 0,1-6 0,0 0 0,-2 1 0,-2-16 0,-5-8 0,-1-1 0,-2 1 0,-1 1 0,-2 0 0,-1 1 0,-2 0 0,-2 2 0,-38-50 0,44 63-119,0 2 245,-22-23 1,31 35-277,0 1 0,0 0 0,0 0 0,0 1 0,-1-1 0,0 1 1,0 0-1,0 1 0,-8-4 0,6 5-6676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38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724 1062 24575,'0'0'0,"0"0"0,0 0 0,0 0 0,5 7 0,-3-5 0,6 8 0,-1 0 0,2-1 0,14 13 0,-19-19 0,0-1 0,0 1 0,0-1 0,1 1 0,-1-1 0,0-1 0,1 1 0,0-1 0,-1 0 0,1 0 0,0 0 0,8 0 0,-1-1 0,-1-1 0,1 0 0,-1-1 0,1 0 0,-1-1 0,0 0 0,0-1 0,0 0 0,-1-1 0,0 0 0,1-1 0,-2 0 0,1 0 0,9-9 0,4-4 0,-2-2 0,0 0 0,-1-1 0,23-33 0,-24 28 0,-2-2 0,-1 1 0,-2-2 0,15-40 0,-10 13 0,16-86 0,-30 118 0,-1 0 0,-2 0 0,-1-1 0,0 1 0,-2 0 0,-1 0 0,-1 0 0,-1 0 0,-13-43 0,12 53 0,-1 0 0,0 1 0,-1 0 0,0 0 0,-2 0 0,1 1 0,-2 0 0,1 1 0,-2 0 0,0 0 0,0 1 0,-1 0 0,0 1 0,-1 1 0,0 0 0,-20-10 0,13 10 0,-1 1 0,0 1 0,-1 0 0,0 2 0,0 0 0,0 2 0,0 0 0,-1 2 0,1 0 0,-1 2 0,1 0 0,-1 2 0,-36 8 0,23-2 0,0 2 0,1 2 0,0 1 0,2 1 0,-1 2 0,2 2 0,-47 34 0,31-13 0,2 2 0,1 2 0,2 2 0,3 2 0,1 1 0,-41 72 0,66-100 0,2 2 0,1-1 0,1 1 0,0 1 0,2 0 0,1 0 0,-5 26 0,10-32 0,0 1 0,1-1 0,0 0 0,2 1 0,0-1 0,2 0 0,-1 1 0,2-1 0,1-1 0,9 25 0,-6-24 0,0-1 0,2 0 0,0 0 0,1-1 0,1 0 0,0-1 0,1 0 0,1-1 0,0-1 0,1 0 0,0-1 0,23 13 0,-11-8 0,1-2 0,0-1 0,1-1 0,1-2 0,0-1 0,60 12 0,-65-18 0,0-1 0,1-1 0,-1-2 0,1 0 0,-1-2 0,1-1 0,-1 0 0,0-2 0,0-2 0,32-11 0,-37 10 0,1-1 0,-2-1 0,1 0 0,-2-2 0,1 0 0,-1-1 0,-1-1 0,-1-1 0,0 0 0,-1-1 0,0-1 0,14-21 0,-25 32 0,0 0 0,-1 0 0,0 0 0,0 0 0,0 0 0,-1-1 0,0 1 0,0-1 0,0 1 0,-1-1 0,0 0 0,0 0 0,-1 1 0,0-1 0,0 0 0,-1 0 0,0 0 0,0 1 0,0-1 0,-1 0 0,0 1 0,0-1 0,-1 1 0,0 0 0,0 0 0,0 0 0,-1 0 0,0 0 0,0 1 0,0 0 0,-1-1 0,0 2 0,0-1 0,0 0 0,0 1 0,-1 0 0,0 1 0,1-1 0,-1 1 0,-1 0 0,1 0 0,0 1 0,-9-2 0,-26-5-1365,6 5-5461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39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0 24575,'-7'13'0,"-158"246"0,131-200 0,3 2 0,-36 95 0,59-132 0,1 1 0,1-1 0,1 1 0,1 0 0,1 1 0,1-1 0,2 0 0,0 1 0,9 49 0,-6-57 0,1-1 0,1 0 0,12 29 0,-14-39 0,1-1 0,0 1 0,0-1 0,0 1 0,1-1 0,0 0 0,0-1 0,0 1 0,1-1 0,0 0 0,9 6 0,-2-3 0,0-1 0,1-1 0,0 0 0,0-1 0,0 0 0,1-2 0,-1 1 0,1-2 0,0 0 0,0 0 0,0-1 0,0-1 0,0-1 0,0 0 0,19-5 0,-18 3 0,0-2 0,0 0 0,-1-1 0,1 0 0,-1-1 0,0-1 0,-1 0 0,0-1 0,-1-1 0,1 0 0,-2-1 0,0 0 0,20-24 0,-9 5 0,-2 0 0,-2-1 0,0-2 0,-3 1 0,0-2 0,-2 0 0,-2-1 0,-1-1 0,-2 1 0,-1-1 0,-2-1 0,2-51 0,-7 74 0,-1 0 0,-1 0 0,-1 1 0,0-1 0,0 1 0,-2-1 0,-6-17 0,7 24 0,0 0 0,-1 1 0,1-1 0,-2 1 0,1 0 0,-1 0 0,0 0 0,0 1 0,0-1 0,-1 1 0,0 1 0,0-1 0,0 1 0,0 0 0,-8-3 0,-3-1 7,1 2 0,-2 0-1,1 0 1,-1 2 0,0 0-1,0 1 1,0 1-1,0 1 1,0 0 0,0 1-1,-1 1 1,1 1 0,0 1-1,0 0 1,1 1 0,-1 1-1,-18 8 1,7-1-156,1 2 1,1 0-1,0 2 1,1 1-1,1 1 1,1 1-1,0 1 1,2 1-1,-27 32 1,16-13-6678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0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607 1083 24575,'16'0'0,"-1"-1"0,0-1 0,1 0 0,-1-1 0,0-1 0,0 0 0,-1-1 0,21-9 0,-25 9 0,0-1 0,-1 1 0,0-1 0,0-1 0,-1 0 0,1 0 0,-2-1 0,1 0 0,-1 0 0,0-1 0,-1 0 0,10-16 0,-4-3 0,0 0 0,-2 0 0,-2-1 0,0 0 0,5-45 0,-7 14 0,-1-107 0,-7 103 0,-14-83 0,12 123 0,-1 1 0,-2 0 0,0 0 0,-1 0 0,-1 1 0,-20-35 0,25 50 0,-1 0 0,0 1 0,0 0 0,-1 0 0,1 0 0,-1 1 0,0 0 0,-1 0 0,0 0 0,1 1 0,-1 0 0,-1 0 0,1 1 0,0 0 0,-1 0 0,0 1 0,1 0 0,-1 0 0,0 1 0,0 0 0,0 0 0,0 1 0,-1 0 0,-7 1 0,1 1 0,1 0 0,-1 1 0,1 0 0,0 2 0,0-1 0,0 2 0,0 0 0,1 1 0,0 0 0,1 0 0,-1 2 0,-15 13 0,-6 10 0,2 2 0,2 1 0,1 1 0,2 2 0,-27 47 0,6 3 0,-49 125 0,64-132 0,4 2 0,3 1 0,-24 141 0,48-213 0,1 0 0,1 0 0,0 0 0,0 1 0,1-1 0,1 0 0,0 0 0,1 0 0,0 0 0,1 0 0,0-1 0,0 0 0,8 13 0,-6-15 0,-1 0 0,1-1 0,1 0 0,-1 0 0,2-1 0,-1 0 0,1 0 0,0 0 0,0-1 0,0-1 0,1 1 0,0-1 0,0-1 0,0 0 0,16 5 0,-4-4 12,0-1 0,1 0 0,-1-2 0,1-1 0,-1 0 0,1-2 0,0 0 0,-1-2 0,36-8 0,-10-1-383,0-3-1,-1-1 1,51-27 0,-77 33-6455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41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703 817 24575,'-5'8'0,"0"-1"0,-1 0 0,1 0 0,-1-1 0,-8 7 0,44-21 0,-21 4 0,0-1 0,0 1 0,-1-2 0,0 1 0,1-1 0,-2 0 0,1-1 0,-1 0 0,7-9 0,-4 4 0,0-1 0,-2 0 0,0-1 0,0 0 0,7-19 0,-6 8 0,-1 0 0,-1-1 0,-2 1 0,0-1 0,-1-1 0,-1-45 0,-4 45 0,-1 0 0,-1 0 0,-1 0 0,-2 1 0,0 0 0,-2 0 0,-18-40 0,19 50 0,-1 0 0,-1 1 0,-1 0 0,0 1 0,-1 0 0,0 0 0,-1 1 0,0 1 0,-1 0 0,-1 0 0,0 2 0,-26-16 0,31 21 0,-1 1 0,0 1 0,-1-1 0,1 2 0,-1-1 0,1 2 0,-1-1 0,0 1 0,1 1 0,-1 0 0,0 1 0,0 0 0,1 0 0,-1 1 0,1 0 0,-19 7 0,7 0 0,0 0 0,0 1 0,1 1 0,0 2 0,0 0 0,-25 22 0,23-15 0,0 2 0,2 0 0,0 2 0,2 0 0,0 1 0,2 1 0,1 0 0,-19 43 0,19-29 0,1 1 0,2 0 0,2 1 0,1 0 0,-5 67 0,10-53 0,2 1 0,3 0 0,9 73 0,-8-125 0,0 1 0,1 0 0,-1 0 0,1 0 0,0-1 0,1 1 0,-1-1 0,1 1 0,0-1 0,0 0 0,1 0 0,-1 0 0,1-1 0,0 1 0,1-1 0,5 5 0,-2-4 0,0 0 0,1 0 0,-1-1 0,1 0 0,0 0 0,1-1 0,-1 0 0,0-1 0,15 2 0,-3-1 0,1-2 0,0 0 0,0-2 0,0 0 0,0-1 0,0-2 0,-1 0 0,39-13 0,-31 6 0,0 0 0,-1-2 0,-1-1 0,0-2 0,43-32 0,-57 37 0,-1 0 0,0-1 0,-1-1 0,0 0 0,15-24 0,-26 36 3,1 1 1,-1-1-1,0 1 0,1-1 0,-1 1 0,0-1 0,1 1 0,-1-1 1,0 1-1,0-1 0,0 1 0,1-1 0,-1 1 0,0-1 1,0 1-1,0-1 0,0 0 0,0 1 0,0-1 0,0 1 0,0-1 1,0 1-1,-1-1 0,1 0 0,0 1 0,0-1 0,0 1 0,-1-1 1,1 1-1,0-1 0,0 1 0,-1-1 0,1 1 0,0 0 1,-1-1-1,1 1 0,-1-1 0,-1 0-152,0 0 1,0 0-1,0 0 1,0 1-1,-1-1 1,1 0-1,0 1 1,0 0-1,-3-1 1,-6 1-6678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32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47 24575,'-20'-22'0,"16"19"0,0 0 0,0 0 0,-1 1 0,1 0 0,-1 0 0,0 0 0,1 0 0,-1 1 0,0 0 0,0 0 0,0 0 0,0 0 0,0 1 0,0 0 0,0 0 0,0 0 0,0 1 0,0-1 0,0 1 0,0 0 0,0 1 0,0-1 0,1 1 0,-7 3 0,-3 2 0,1 1 0,0 0 0,0 1 0,1 1 0,0-1 0,-16 19 0,9-7 0,2 1 0,0 0 0,1 2 0,1 0 0,2 1 0,0 0 0,2 1 0,-10 32 0,-2 19 0,-19 129 0,-32 313 0,65-407 0,5 1 0,15 185 0,-7-271 0,1 0 0,1-1 0,2 1 0,0-1 0,2-1 0,20 40 0,-7-24 0,2-2 0,59 72 0,-73-100 0,0 0 0,1-1 0,0 0 0,1-1 0,0 0 0,1-1 0,28 12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3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62 24575,'0'0'0,"0"0"0,0 0 0,-2-10 0,2 8 0,0-1 0,0 1 0,-1-1 0,1 1 0,-1-1 0,0 1 0,0-1 0,0 1 0,0 0 0,0 0 0,0-1 0,0 1 0,-1 0 0,1 0 0,-1 0 0,0 0 0,0 1 0,0-1 0,1 0 0,-4-1 0,2 2 0,1 0 0,-1 0 0,1 1 0,-1-1 0,1 1 0,-1 0 0,1 0 0,-1 0 0,1 0 0,-1 0 0,1 1 0,-1-1 0,1 1 0,-1-1 0,1 1 0,-4 2 0,-5 2 0,0 1 0,0 0 0,1 1 0,0 0 0,0 0 0,-15 17 0,-9 14 0,1 2 0,2 2 0,2 0 0,-43 88 0,49-80 0,2 1 0,2 1 0,3 1 0,2 0 0,-12 95 0,19-83 0,3 0 0,3 0 0,3 0 0,16 102 0,-6-109 0,3-2 0,3 0 0,2 0 0,32 63 0,-50-115 0,0 1 0,0-1 0,-1 1 0,1 0 0,-1-1 0,0 1 0,0 9 0,-1-13 0,0 0 0,0 1 0,0-1 0,0 0 0,0 0 0,-1 0 0,1 0 0,0 0 0,-1 0 0,1 0 0,0 0 0,-1 0 0,1 0 0,-1 0 0,0 0 0,1 0 0,-1 0 0,0 0 0,1-1 0,-1 1 0,0 0 0,0 0 0,0-1 0,0 1 0,0-1 0,0 1 0,0-1 0,0 1 0,0-1 0,0 1 0,0-1 0,0 0 0,0 0 0,0 1 0,0-1 0,0 0 0,0 0 0,0 0 0,-1 0 0,0-1 0,-5 1 9,0-1 0,0 0 0,0-1-1,1 0 1,-1 0 0,0 0 0,-11-7 0,-44-29-667,47 28-120,-31-21-6048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33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0 196 24575,'17'-13'0,"8"-4"0,1 2 0,0 1 0,1 2 0,1 0 0,31-8 0,147-32 0,-130 37 0,1 3 0,0 4 0,1 3 0,124 8 0,-195-3-136,-1 1-1,1 1 1,-1-1-1,0 1 1,1 0-1,-1 0 1,0 1-1,0 0 0,6 4 1,5 3-6690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17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258 155 24575,'0'0'0,"0"0"0,0 0 0,0 2 0,-5 28 0,0 1 0,-2-1 0,-1 0 0,-2 0 0,0-1 0,-2-1 0,-1 0 0,-29 45 0,-99 133 0,140-205 0,1 0 0,-1-1 0,1 1 0,0 0 0,-1-1 0,1 1 0,-1 0 0,1 0 0,0 0 0,0-1 0,0 1 0,-1 0 0,1 0 0,0 0 0,0 0 0,0-1 0,0 1 0,0 0 0,1 0 0,-1 0 0,0 0 0,0-1 0,0 1 0,1 0 0,-1 0 0,0 0 0,1 0 0,0 0 0,1 1 0,-1-1 0,0 0 0,1 0 0,-1 0 0,1 0 0,-1 0 0,1 0 0,0 0 0,-1-1 0,1 1 0,2 0 0,5 1 0,0 0 0,0 0 0,17 0 0,44-3 0,99-14 0,32-2 0,-164 18 0,-20-1 0,0 1 0,0-2 0,1 0 0,31-8 0,-45 8 0,0 0 0,0-1 0,1 1 0,-1-1 0,0 0 0,0-1 0,-1 1 0,1-1 0,0 1 0,-1-1 0,0 0 0,0-1 0,0 1 0,0 0 0,0-1 0,0 0 0,-1 1 0,0-1 0,0 0 0,0 0 0,0-1 0,-1 1 0,3-8 0,-1-6 0,-1 1 0,-1-1 0,0 1 0,-1-1 0,-1 1 0,-1-1 0,0 1 0,-1-1 0,-7-18 0,-8-23 0,-32-69 0,3 24 0,38 88 0,0 0 0,-1 1 0,-1 0 0,-14-15 0,24 28 0,-1 1 0,1 0 0,-1-1 0,1 1 0,-1 0 0,1 0 0,-1-1 0,0 2 0,1-1 0,-1 0 0,0 0 0,0 0 0,0 1 0,1-1 0,-1 1 0,0-1 0,-2 1 0,2 0 0,1 0 0,0 1 0,-1-1 0,1 1 0,0-1 0,0 1 0,-1-1 0,1 1 0,0 0 0,0-1 0,0 1 0,0 0 0,0 0 0,0 0 0,0 0 0,0 0 0,0 0 0,0 0 0,1 0 0,-1 0 0,0 1 0,1-1 0,-1 0 0,1 0 0,-1 1 0,0 1 0,-5 21-455,1-1 0,-4 46 0,6-39-6371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18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6 24575,'-22'-3'0,"0"1"0,39 6 0,13 7-1365,-16-6-5461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19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241 106 24575,'0'0'0,"-25"-15"0,-4-2 0,0 1 0,-1 1 0,-1 1 0,-52-15 0,82 29 3,0 0-1,1 0 0,-1 0 1,1 0-1,-1 0 0,1 1 1,-1-1-1,1 0 0,-1 0 1,1 0-1,-1 1 0,1-1 1,-1 0-1,1 0 0,-1 1 1,1-1-1,-1 0 0,1 1 1,0-1-1,-1 0 0,1 1 1,0-1-1,-1 1 0,1-1 1,0 1-1,-1-1 0,1 1 1,0-1-1,0 1 1,0-1-1,-1 1 0,1-1 1,0 1-1,0-1 0,0 1 1,0-1-1,0 1 0,0 0 1,0-1-1,0 1 0,0 29-921,1-27 377,0 13-6284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19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0,11 0 0,3 0 0,-1 0-8191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1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0,7 11 0,35 75-1365,-35-71-5461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0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24575,'0'0'0,"-7"1"0,-2 1 0,0 0 0,2-1 0,12 8 0,4 2 0,1 0 0,-1-3 0,-2-2-8191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0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4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6 235 24575,'1'1'0,"0"1"0,0 0 0,0-1 0,0 1 0,0 0 0,0 0 0,0-1 0,0 1 0,0 0 0,-1 0 0,1 0 0,-1 0 0,0 0 0,1 0 0,-1 0 0,0 0 0,0 0 0,0 0 0,-1 0 0,1 0 0,0 0 0,-1 0 0,1 0 0,-1 0 0,0 0 0,-1 3 0,-3 2 0,-2 5 0,10-10 0,6-4 0,-6 1 0,0 1 0,1-1 0,-1 1 0,0 0 0,1 0 0,-1 0 0,0 0 0,1 0 0,-1 1 0,0 0 0,0-1 0,1 1 0,5 3 0,-4-2 0,0 0 0,0-1 0,0 0 0,10 1 0,528 5 0,-295 1 0,34 0 0,758-55 0,-702 28 0,25-3 0,57-20 0,63-8 0,-5-19 0,-320 45 0,243-4 0,54-7 0,-355 27 0,121 8 0,-169 2 0,27 2-1365,-69-3-5461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57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636 1247 24575,'0'0'0,"0"0"0,0 0 0,0 0 0,0 0 0,-22 16 0,22-13 0,1 0 0,-1 0 0,0 0 0,1 0 0,0 1 0,0-1 0,0 0 0,0 0 0,0-1 0,1 1 0,2 4 0,-2-7 0,1-1 0,-1 1 0,0 0 0,1-1 0,-1 0 0,0 1 0,0-1 0,4-2 0,-4 2 0,13-5 0,0-2 0,0 1 0,-1-2 0,0 0 0,0-1 0,-1 0 0,19-20 0,-15 12 0,-1-1 0,-1 0 0,-1-1 0,19-36 0,-13 14 0,-3 0 0,-1-1 0,-2 0 0,-2-2 0,8-52 0,-10 36 0,-3 0 0,-3-1 0,-4-68 0,-2 95 0,-2 0 0,-1 1 0,-2-1 0,-1 1 0,-2 1 0,-28-65 0,33 88 0,-1 1 0,1 0 0,-2 0 0,1 0 0,-1 1 0,0 0 0,-1 0 0,0 1 0,0 0 0,-1 1 0,1-1 0,-1 1 0,-1 1 0,1 0 0,-1 0 0,-15-4 0,12 5 0,-1 0 0,0 1 0,0 1 0,0 0 0,0 1 0,-1 0 0,1 2 0,0-1 0,0 2 0,-1 0 0,-26 7 0,20-2 0,1 0 0,-1 2 0,2 1 0,-1 0 0,1 1 0,-27 21 0,22-12 0,0 2 0,2 0 0,-40 50 0,23-16 0,3 2 0,2 2 0,-42 101 0,55-108 0,2 0 0,-22 102 0,34-117 0,1 1 0,3 0 0,1 0 0,6 75 0,-1-90 0,0-1 0,1 1 0,2-1 0,14 40 0,-16-54 0,0 0 0,1-1 0,0 0 0,0 0 0,1 0 0,0 0 0,0-1 0,1 0 0,0-1 0,0 1 0,0-1 0,1 0 0,0-1 0,15 8 0,-5-5 12,2-1 0,-1 0 0,1-1 0,0-1 0,0-1 0,0-1 0,0-1 0,1 0 0,37-3 0,-19-3-309,-1-1 0,1-2 0,-1-2 0,41-15 0,-51 15-6529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02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24575,'-3'0'0,"0"0"0,0 0 0,-1 1 0,1-1 0,0 1 0,0 0 0,0 0 0,0 0 0,0 0 0,0 1 0,0-1 0,0 1 0,1 0 0,-1 0 0,0 0 0,1 0 0,0 0 0,-1 0 0,1 1 0,0-1 0,0 1 0,0-1 0,1 1 0,-1 0 0,1 0 0,-1 0 0,1 0 0,0 0 0,0 0 0,0 0 0,0 4 0,-3 13 0,2-1 0,0 1 0,1-1 0,2 24 0,0-22 0,9 406 0,-7-342 0,15 96 0,-10-137 0,1 0 0,3 0 0,32 81 0,-33-100 0,-5-9 0,0-1 0,1 0 0,1 0 0,1 0 0,0-1 0,14 16 0,-20-27 0,-1-1 0,1 1 0,0-1 0,0 1 0,0-1 0,1 0 0,-1 0 0,0 0 0,1-1 0,-1 1 0,1-1 0,0 0 0,-1 0 0,1 0 0,0 0 0,0-1 0,0 0 0,-1 1 0,1-1 0,0-1 0,0 1 0,0-1 0,-1 1 0,1-1 0,6-2 0,-3 0 0,-1 0 0,1-1 0,-1 0 0,0 0 0,-1 0 0,1 0 0,-1-1 0,0 0 0,0 0 0,0-1 0,-1 1 0,1-1 0,4-9 0,12-26 0,31-79 0,6-53 0,-35 102 0,-4 10-14,84-241-299,24 11 66,-121 279 311,1 0 0,0 0-1,1 1 1,0 0 0,0 0 0,1 1 0,1 0-1,13-11 1,-21 19-64,0 1 0,-1 0 0,1 0 0,0 0 0,0 0 0,-1 0 0,1 0 0,0 1 0,0-1 0,0 1 0,0-1 0,0 1 0,0 0 0,0-1 0,0 1 0,0 0 0,0 0 0,0 1 0,1-1 0,-1 0 0,0 1 0,-1-1 0,1 1 0,0 0 0,0-1 0,0 1 0,0 0 0,0 0 0,-1 0 0,1 1 0,0-1 0,-1 0 0,3 3 0,1 1 0,-1 0 0,0 1 0,0 0 0,-1-1 0,0 1 0,0 0 0,0 1 0,-1-1 0,3 9 0,9 54 0,-2 0 0,3 131 0,-5-53 0,-5-95 0,12 52 0,-11-81 0,0 0 0,2-1 0,0 0 0,19 35 0,-17-38 0,21 27 0,-26-40 0,-1-1 0,1 1 0,1-1 0,-1 0 0,1 0 0,0-1 0,0 0 0,9 5 0,-12-8 0,-1 0 0,1-1 0,0 1 0,0-1 0,-1 1 0,1-1 0,0 0 0,0 0 0,0 0 0,-1 0 0,1-1 0,0 1 0,0-1 0,-1 0 0,1 0 0,0 0 0,-1 0 0,1 0 0,-1 0 0,1-1 0,-1 1 0,0-1 0,3-2 0,4-3 0,-1 0 0,0 0 0,0-1 0,12-17 0,-9 9 0,-2 0 0,0-1 0,-1 1 0,-1-2 0,0 1 0,-1-1 0,6-32 0,10-131 0,-21 169 0,-1 11 0,10-162 0,-10 129 0,-1-1 0,-9-55 0,7 78-170,0 0-1,-1 0 0,0 0 1,-1 0-1,0 0 0,-1 1 1,-12-18-1,0 4-6655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0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24575,'0'0'0,"0"0"0,0 0 0,16 2 0,374 25 0,265 32 0,-534-46 0,196-5 0,-243-8 0,-74 0 0,1 0 0,-1 0 0,1 0 0,-1 0 0,0 0 0,0 0 0,1 0 0,-1 0 0,0 0 0,1 0 0,-1 0 0,0 0 0,1-1 0,-1 1 0,0 0 0,0 0 0,1 0 0,-1-1 0,0 1 0,0 0 0,1 0 0,-1-1 0,0 1 0,0 0 0,0 0 0,1-1 0,-1 1 0,0 0 0,0-1 0,0 1 0,0 0 0,0-1 0,0 1 0,0 0 0,0-1 0,-2-16 0,-11-14 0,-4 5-80,-2 1-1,0 1 0,-1 0 0,-2 1 1,-30-24-1,26 22-800,0 1-5945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14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0 405 24575,'0'0'0,"0"0"0,0 0 0,0 0 0,0 0 0,16 23 0,33 34 0,-45-55 0,1 0 0,0 0 0,0 0 0,0-1 0,0 0 0,0 0 0,8 0 0,85 3 0,-16-2 0,125 5 0,-67-5 0,101-4 0,-68-2 0,182-6 0,210 7 0,6-3 0,-225-6 0,-255 12 0,183-5 0,-3-22 0,322-24 0,-272 34 0,138-49 0,9-1 0,-97 25 0,-8 1 0,-103 12 0,114-7 0,-371 36 0,274-11 0,1-22 0,-250 28-273,0-1 0,0-1 0,-1-1 0,34-16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03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760 742 24575,'17'-39'0,"-15"12"0,-2 0 0,-1-1 0,-1 1 0,-1 1 0,-1-1 0,-2 0 0,-1 1 0,0 0 0,-21-44 0,11 34 0,-3 1 0,0 0 0,-2 1 0,-2 1 0,-52-55 0,63 75 0,-1 0 0,0 1 0,-1 1 0,0 0 0,-1 1 0,0 1 0,-1 1 0,0 0 0,0 1 0,0 0 0,-1 2 0,0 0 0,-1 1 0,1 1 0,0 0 0,-1 2 0,-26 0 0,38 2 0,-1 0 0,0 0 0,1 1 0,-1 0 0,1 0 0,0 0 0,-1 1 0,1 0 0,1 1 0,-1 0 0,0 0 0,-8 7 0,-5 6 0,0 0 0,-20 25 0,39-42 0,-3 7-69,0 0 0,0 1 1,1-1-1,-1 1 0,2-1 0,-1 1 0,1 0 0,0 0 0,1 0 0,-1 9 0,1-9-538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04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24575,'7'34'0,"2"-1"0,1 1 0,22 48 0,-15-42 0,15 60 0,-26-78 0,0-1 0,-1 1 0,-1 0 0,-1 0 0,0 34 0,-3-55 0,0 0 0,0 1 0,0-1 0,0 1 0,0-1 0,0 0 0,-1 1 0,1-1 0,-1 0 0,1 0 0,-1 1 0,1-1 0,-1 0 0,0 0 0,1 0 0,-1 0 0,0 0 0,-2 2 0,2-2 0,1-1 0,-1 0 0,0 1 0,0-1 0,0 0 0,0 1 0,0-1 0,0 0 0,0 0 0,0 0 0,0 0 0,0 0 0,0 0 0,0 0 0,0 0 0,0 0 0,0 0 0,-2-1 0,-2-1 0,1 0 0,0 0 0,-1 0 0,1-1 0,0 1 0,0-1 0,1 0 0,-6-5 0,3 1 0,0 0 0,0 0 0,1 0 0,0 0 0,0-1 0,1 0 0,0 0 0,0 0 0,1-1 0,0 1 0,0-1 0,1 0 0,1 1 0,-1-1 0,1 0 0,1 0 0,-1 0 0,2 0 0,-1 0 0,1 0 0,1 0 0,-1 0 0,1 0 0,7-15 0,-4 11 0,0 0 0,1 1 0,1 0 0,0 0 0,1 0 0,0 1 0,18-20 0,-21 27 0,0-1 0,-1 1 0,1 0 0,1 0 0,-1 0 0,1 1 0,-1 0 0,1 0 0,0 1 0,0-1 0,0 1 0,1 0 0,-1 1 0,0 0 0,1 0 0,-1 0 0,1 1 0,-1 0 0,8 0 0,-9 1-227,1 1-1,0-1 1,-1 1-1,1 0 1,9 5-1,-3-1-6598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0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11 223 24575,'2'1'0,"1"1"0,0 0 0,1-1 0,0 1 0,-1-1 0,1 0 0,0 0 0,-1 0 0,1-1 0,0 1 0,0-1 0,0 0 0,0 0 0,-1 0 0,1 0 0,0-1 0,0 0 0,6-1 0,2-3 0,-1 1 0,0-2 0,0 1 0,0-1 0,-1-1 0,0 0 0,12-11 0,-2 0 0,-1-1 0,20-26 0,-38 43 0,0 1 0,0-1 0,0 1 0,0 0 0,0-1 0,0 0 0,-1 1 0,1-1 0,0 1 0,-1-1 0,1 0 0,-1 0 0,0 1 0,0-1 0,1 0 0,-1 1 0,0-1 0,-1 0 0,1 0 0,0 1 0,-1-3 0,0 2 0,0-1 0,0 1 0,0-1 0,-1 1 0,1 0 0,-1 0 0,1 0 0,-1 0 0,0 0 0,0 0 0,0 0 0,-3-2 0,0 1 0,1 0 0,0 0 0,-1 1 0,1 0 0,-1 0 0,0 0 0,0 0 0,0 1 0,0 0 0,0 0 0,0 0 0,0 1 0,0 0 0,-6 0 0,4 1 0,-1 1 0,1 1 0,0-1 0,-1 1 0,1 1 0,0-1 0,1 1 0,-1 0 0,1 1 0,0 0 0,0 0 0,-8 8 0,4-3 0,1 1 0,1 0 0,0 1 0,0 0 0,-11 25 0,16-31 0,1 1 0,0-1 0,1 1 0,0 0 0,0-1 0,0 1 0,1 0 0,0 0 0,0 7 0,3 9 0,6 27 0,-9-48 0,2 3 0,0 0 0,0 0 0,0 0 0,1 0 0,-1 0 0,1-1 0,0 1 0,0-1 0,1 0 0,0 1 0,-1-2 0,1 1 0,1 0 0,-1-1 0,0 0 0,1 0 0,0 0 0,-1 0 0,1-1 0,0 0 0,0 0 0,10 2 0,-3 0 0,0-2 0,0 1 0,0-2 0,0 1 0,1-2 0,-1 0 0,0 0 0,0-1 0,15-3 0,-17 2 30,1-1 0,-1 0 0,19-9 0,-25 11-136,-1-1 0,1-1 0,-1 1 0,0 0 0,0-1 0,0 1-1,0-1 1,0 0 0,0 0 0,-1 0 0,1-1 0,-1 1 0,3-6 0,0-2-6720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07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24575,'0'728'0,"-2"-712"0,1-14 0,1-1 0,0 1 0,0 0 0,-1 0 0,1-1 0,0 1 0,0 0 0,1 0 0,-1 0 0,0-1 0,1 4 0,-1-5 0,1 0 0,-1 0 0,0 0 0,0 0 0,0 0 0,0 0 0,1 0 0,-1 0 0,0 0 0,0 0 0,0 0 0,0 0 0,1 0 0,-1 0 0,0 0 0,0 0 0,0 0 0,0 0 0,1 0 0,-1 0 0,0 0 0,0 0 0,0 0 0,0 0 0,0 0 0,1-1 0,-1 1 0,0 0 0,0 0 0,0 0 0,0 0 0,0 0 0,0 0 0,0-1 0,1 1 0,-1 0 0,0 0 0,0 0 0,0 0 0,0-1 0,0 1 0,0 0 0,0 0 0,0 0 0,0 0 0,0-1 0,0 1 0,0 0 0,0 0 0,0-1 0,4-10 0,-1-19 0,0-49 0,-3 56 0,1-1 0,0 0 0,2 1 0,8-36 0,-8 51 0,0 0 0,0 0 0,1 0 0,0 0 0,1 0 0,8-11 0,-10 15 0,0 1 0,0-1 0,1 1 0,-1 0 0,1 0 0,0 0 0,0 0 0,0 1 0,0-1 0,1 1 0,-1 0 0,0 0 0,9-2 0,-11 4 0,-1 1 0,0-1 0,1 0 0,-1 0 0,0 0 0,1 1 0,-1-1 0,0 1 0,1-1 0,-1 1 0,0-1 0,0 1 0,0 0 0,1-1 0,-1 1 0,0 0 0,0 0 0,0 0 0,0 0 0,0 0 0,-1 0 0,1 0 0,0 0 0,0 1 0,-1-1 0,1 0 0,-1 0 0,1 2 0,3 5 0,-1 0 0,0 0 0,2 11 0,-3-3 0,0 0 0,-1 0 0,0 0 0,-4 29 0,1 20 0,3-58 0,-1-1 0,1 0 0,0 1 0,0-1 0,1 0 0,0 0 0,0 0 0,1 0 0,-1 0 0,5 5 0,-6-8 0,0-1 0,1 0 0,0 0 0,-1 0 0,1 0 0,0 0 0,0 0 0,0-1 0,0 1 0,0-1 0,0 1 0,1-1 0,-1 0 0,0 0 0,1 0 0,-1 0 0,1 0 0,-1 0 0,1-1 0,0 1 0,-1-1 0,1 0 0,-1 0 0,1 0 0,0 0 0,4-1 0,-1 0 0,0-1 0,0 0 0,0 0 0,0 0 0,0-1 0,0 0 0,-1 0 0,1 0 0,-1-1 0,9-8 0,-6 5 0,-1-1 0,0 0 0,0-1 0,-1 1 0,10-19 0,-5 3 0,0-2 0,-2 1 0,-1-1 0,6-32 0,3-46 0,-17 104 0,0 0 0,0 0 0,0 0 0,0-1 0,0 1 0,0 0 0,0 0 0,0-1 0,0 1 0,0 0 0,1 0 0,-1-1 0,0 1 0,0 0 0,-1 0 0,1-1 0,0 1 0,0 0 0,0 0 0,0-1 0,0 1 0,0 0 0,0 0 0,0-1 0,0 1 0,0 0 0,-1 0 0,1 0 0,0-1 0,0 1 0,0 0 0,0 0 0,-1 0 0,1-1 0,-7 7 0,-7 14 0,10-9 0,1 1 0,0-1 0,1 1 0,0 0 0,1-1 0,0 1 0,1 0 0,2 23 0,2 1 0,14 54 0,-3-37-1365,-13-47-5461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08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7 24575,'0'0'0,"0"0"0,0 0 0,0 0 0,-39-3 0,30 1 0,-1 1 0,1 1 0,-20 1 0,4 2 0,0 2 0,0 1 0,-27 11 0,40-13 0,0 1 0,0 1 0,1 0 0,0 0 0,1 1 0,-1 1 0,1-1 0,-10 12 0,17-15 0,0 0 0,1-1 0,-1 1 0,1 0 0,0 0 0,1 1 0,-1-1 0,-1 7 0,3-10 0,0 0 0,0 1 0,0-1 0,0 0 0,0 1 0,1-1 0,-1 0 0,1 1 0,-1-1 0,1 0 0,-1 1 0,1-1 0,0 0 0,-1 0 0,1 0 0,0 1 0,0-1 0,2 1 0,18 19 0,-20-20 0,10 8 0,1 0 0,0-1 0,1 0 0,-1-1 0,2-1 0,-1 0 0,18 6 0,102 20 0,-76-20 0,-57-12 0,0 0 0,0 0 0,0 0 0,1 0 0,-1 0 0,0 0 0,0 1 0,0-1 0,1 0 0,-1 0 0,0 0 0,0 0 0,0 0 0,1 0 0,-1 1 0,0-1 0,0 0 0,0 0 0,0 0 0,0 1 0,0-1 0,1 0 0,-1 0 0,0 0 0,0 1 0,0-1 0,0 0 0,0 0 0,0 0 0,0 1 0,0-1 0,0 0 0,0 0 0,0 0 0,0 1 0,0-1 0,0 0 0,0 0 0,0 1 0,0-1 0,0 0 0,0 0 0,-1 1 0,-7 12 0,-16 13 0,20-23-46,-6 7 81,-1 0-1,0-1 0,-1 0 1,-19 11-1,28-18-91,0-1-1,0 1 1,0-1 0,-1 0-1,1 0 1,0 0-1,-1 0 1,1-1 0,0 1-1,-1-1 1,1 0 0,-1 0-1,1 0 1,-1 0 0,1-1-1,-1 0 1,1 1 0,0-1-1,-1 0 1,1-1 0,0 1-1,0 0 1,0-1 0,0 0-1,-4-2 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0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24575,'2'3'0,"1"-1"0,0 1 0,-1 0 0,0 0 0,0 1 0,3 3 0,0 3 0,-1 1 0,0-1 0,-1 1 0,0 0 0,0 0 0,-1 0 0,-1 1 0,1-1 0,-2 16 0,-1 4 0,-1-1 0,-8 38 0,9-67 0,1-1 0,0 0 0,0 1 0,0-1 0,0 0 0,0 0 0,0 1 0,-1-1 0,1 0 0,0 1 0,0-1 0,-1 0 0,1 0 0,0 0 0,0 1 0,0-1 0,-1 0 0,1 0 0,0 0 0,-1 0 0,1 1 0,0-1 0,0 0 0,-1 0 0,1 0 0,0 0 0,-1 0 0,1 0 0,0 0 0,-1 0 0,1 0 0,0 0 0,-1 0 0,1 0 0,0 0 0,-1 0 0,1 0 0,0 0 0,0-1 0,-1 1 0,1 0 0,0 0 0,-1 0 0,1 0 0,0-1 0,0 1 0,-1 0 0,1 0 0,0 0 0,0-1 0,0 1 0,-1 0 0,1 0 0,0-1 0,0 1 0,0 0 0,0-1 0,0 1 0,-1 0 0,1 0 0,0-1 0,-2-5 0,0 0 0,0 0 0,0 0 0,1-1 0,0 1 0,0 0 0,1-1 0,-1 1 0,1 0 0,1-1 0,0-6 0,0-1 0,19-163 0,-10 110 0,-10 9-1365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09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426 118 24575,'-7'-25'0,"4"12"0,2 5 0,0 1 0,-1 0 0,0 0 0,-1-1 0,-3-6 0,5 12 0,0 0 0,-1 0 0,1 0 0,0 1 0,-1-1 0,0 0 0,1 1 0,-1-1 0,0 1 0,0-1 0,1 1 0,-1 0 0,0 0 0,0 0 0,-1 0 0,1 0 0,0 0 0,0 1 0,0-1 0,0 1 0,-5-1 0,1 1 0,-1 0 0,1 0 0,-1 1 0,1 0 0,0 0 0,-1 1 0,1 0 0,0 0 0,0 0 0,0 0 0,0 1 0,1 0 0,-1 1 0,1-1 0,0 1 0,-7 6 0,5-4 0,0 1 0,1 0 0,0 0 0,0 0 0,1 1 0,0 0 0,0 0 0,1 0 0,0 1 0,-5 14 0,4-7 0,1 0 0,1-1 0,0 2 0,1-1 0,1 0 0,0 0 0,2 0 0,0 1 0,0-1 0,6 25 0,-6-39 0,-1 0 0,1 0 0,0 0 0,-1 0 0,1 0 0,0 0 0,0 0 0,0 0 0,1-1 0,-1 1 0,0 0 0,1-1 0,-1 1 0,1-1 0,-1 1 0,1-1 0,0 0 0,-1 1 0,1-1 0,0 0 0,0 0 0,0-1 0,0 1 0,0 0 0,0 0 0,0-1 0,0 0 0,0 1 0,0-1 0,1 0 0,-1 0 0,0 0 0,0 0 0,0 0 0,0-1 0,0 1 0,0-1 0,4 0 0,2-2 0,0 0 0,0-1 0,0 0 0,-1 0 0,1-1 0,-1 0 0,0 0 0,8-8 0,-3 2 0,-1-1 0,-1-1 0,1 1 0,-2-2 0,0 0 0,-1 0 0,0 0 0,-1-1 0,0 0 0,-2-1 0,6-22 0,-11 38 0,0-1 0,0 1 0,0 0 0,0-1 0,0 1 0,0-1 0,1 1 0,-1 0 0,0-1 0,0 1 0,0-1 0,0 1 0,0 0 0,1-1 0,-1 1 0,0 0 0,0-1 0,0 1 0,1 0 0,-1 0 0,0-1 0,0 1 0,1 0 0,-1-1 0,0 1 0,1 0 0,-1 0 0,0 0 0,1-1 0,6 10 0,3 19 0,-4 0 0,-1 1 0,-2 0 0,0 53 0,-15 86 0,10-148 0,-1-1 0,-1 1 0,0-1 0,-2 0 0,0 0 0,-1-1 0,-11 21 0,13-30 0,-1-1 0,0 1 0,0-1 0,-1 0 0,0-1 0,0 0 0,-1 0 0,0 0 0,0-1 0,0 0 0,-1-1 0,0 1 0,0-2 0,0 1 0,-19 4 0,18-6 0,0 0 0,-1-1 0,1 0 0,-1-1 0,1 0 0,-1-1 0,0 0 0,1 0 0,-1-1 0,1-1 0,-16-4 0,19 4 0,1 0 0,0 0 0,-1-1 0,1 0 0,0-1 0,1 1 0,-1-1 0,0 0 0,1-1 0,0 1 0,0-1 0,0 0 0,1 0 0,0-1 0,0 1 0,0-1 0,1 0 0,-6-12 0,-3-18-1365,4 4-5461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0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24575,'2'1'0,"0"0"0,0 1 0,0-1 0,0 1 0,0-1 0,0 1 0,0 0 0,0-1 0,1 4 0,4 4 0,-1-1 0,0 1 0,-1 1 0,0-1 0,0 1 0,-1 0 0,0 0 0,-1 0 0,0 0 0,-1 1 0,0-1 0,-1 1 0,0 0 0,0 0 0,-1-1 0,-1 1 0,0 0 0,0-1 0,-1 1 0,0-1 0,-5 13 0,4-11 0,-4 8 0,0-22 0,-2-12 0,8 9 0,-1 1 0,1 0 0,0 0 0,0-1 0,1 1 0,-1 0 0,1-1 0,0 1 0,0-1 0,1 1 0,-1 0 0,1-1 0,0 1 0,0 0 0,0 0 0,1-1 0,-1 1 0,1 0 0,4-6 0,-1 1 0,1 0 0,0 0 0,0 1 0,1 0 0,0 1 0,0-1 0,12-8 0,-7 7 0,1 0 0,0 1 0,0 0 0,22-8 0,-31 14 0,1 0 0,0 1 0,-1-1 0,1 1 0,0 0 0,0 1 0,0-1 0,0 1 0,-1 0 0,1 0 0,0 1 0,0-1 0,0 1 0,0 0 0,-1 0 0,1 1 0,8 3 0,-10-3 0,0 1 0,0-1 0,0 0 0,0 1 0,-1 0 0,1 0 0,-1 0 0,1 0 0,-1 0 0,0 0 0,-1 0 0,1 1 0,-1-1 0,1 1 0,-1 0 0,0-1 0,0 1 0,0 7 0,2 7 0,-2 0 0,-2 30 0,1-30 0,0-11 0,-1 0 0,1 0 0,-1 0 0,0 0 0,-1 0 0,0 0 0,0 0 0,0-1 0,-5 8 0,8-17 0,-1 0 0,1 0 0,-1 0 0,0 0 0,0 0 0,0 0 0,-1-3 0,0-4 0,2-14 0,1 0 0,0 0 0,8-29 0,-8 49 0,0-1 0,0 1 0,0 0 0,0 0 0,1 1 0,-1-1 0,1 0 0,0 1 0,0 0 0,0-1 0,1 1 0,-1 1 0,7-5 0,-9 6 0,1 0 0,0 0 0,0 0 0,0 0 0,0 0 0,0 0 0,0 1 0,0-1 0,0 1 0,1-1 0,-1 1 0,0 0 0,2 0 0,-2 0 0,-1 1 0,0-1 0,0 0 0,1 1 0,-1-1 0,0 1 0,0-1 0,0 1 0,0 0 0,0-1 0,1 1 0,-1 0 0,0 0 0,-1 0 0,1 0 0,0 0 0,0 0 0,0 0 0,-1 0 0,1 0 0,0 0 0,0 3 0,12 32-1365,-12-29-5461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0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24575,'0'0'0,"0"0"0,1 5 0,0-1 0,0 0 0,0 1 0,0-1 0,1 0 0,1 4 0,6 17 0,-6-12 0,1 0 0,9 25 0,-13-38 0,1 1 0,0-1 0,-1 0 0,1 0 0,0 1 0,-1-1 0,1 0 0,0 0 0,-1 0 0,1 0 0,0 0 0,-1 0 0,1 0 0,0 0 0,-1 0 0,1 0 0,0 0 0,0 0 0,-1-1 0,1 1 0,0 0 0,0-1 0,18-6 0,-15 3 0,0 1 0,0-1 0,0 0 0,0 0 0,0-1 0,-1 1 0,0-1 0,0 0 0,0 0 0,-1 0 0,1 0 0,-1 0 0,2-11 0,-2 11 0,-1 0 0,0 0 0,0 0 0,0 0 0,-1 0 0,0 0 0,0 0 0,0 0 0,-1 0 0,0 0 0,1 0 0,-2 0 0,1 0 0,-1 0 0,1 0 0,-4-4 0,4 8-40,1 0 0,-1 0 0,0 0 0,0 0-1,0 0 1,0 0 0,0 0 0,0 0 0,0 0 0,0 0 0,-1 1-1,1-1 1,0 0 0,0 1 0,-1-1 0,1 1 0,0 0-1,-1-1 1,1 1 0,0 0 0,-1 0 0,1 0 0,-1 0 0,1 0-1,0 0 1,-1 0 0,1 0 0,-1 0 0,1 1 0,0-1-1,0 1 1,-1-1 0,-1 2 0,-6 5-6786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0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52 316 24575,'3'1'0,"1"0"0,-1-1 0,1 0 0,-1 1 0,0-2 0,1 1 0,4-1 0,4 0 0,-1 1 0,0 0 0,0-1 0,0 0 0,20-6 0,-28 6 0,1 0 0,0-1 0,-1 1 0,1-1 0,-1 0 0,0 1 0,1-2 0,-1 1 0,0 0 0,0-1 0,-1 1 0,1-1 0,0 0 0,-1 0 0,0 0 0,1 0 0,2-6 0,-5 8 0,1 1 0,-1-1 0,0 0 0,1 0 0,-1 0 0,0 0 0,1 0 0,-1 1 0,0-1 0,0 0 0,0 0 0,0 0 0,0 0 0,0 0 0,0 0 0,0 0 0,0 0 0,0 0 0,0 1 0,0-1 0,-1 0 0,1 0 0,0 0 0,-1 0 0,1 1 0,-1-1 0,1 0 0,-1 0 0,1 0 0,-1 1 0,0-1 0,1 1 0,-1-1 0,0 0 0,1 1 0,-1-1 0,0 1 0,0-1 0,0 1 0,1 0 0,-1-1 0,-2 0 0,0 1 0,0-1 0,0 1 0,0-1 0,0 1 0,0 0 0,0 0 0,0 0 0,0 0 0,0 1 0,0-1 0,0 1 0,-4 1 0,-3 2 0,1 1 0,0 0 0,0 1 0,1 0 0,-1 1 0,1-1 0,1 1 0,-1 1 0,1 0 0,-12 16 0,9-8 0,0 0 0,0 0 0,2 1 0,0 0 0,-8 26 0,14-36 0,1 1 0,-1 0 0,1 0 0,1 0 0,0-1 0,0 11 0,0-17 0,0 1 0,1-1 0,-1 0 0,0 0 0,0 0 0,1 0 0,-1 1 0,0-1 0,1 0 0,-1 0 0,1 0 0,0 0 0,-1 0 0,1 0 0,0 0 0,-1 0 0,1-1 0,0 1 0,0 0 0,1 1 0,0-2 0,-1 0 0,1 0 0,-1 0 0,1 0 0,-1 0 0,0 0 0,1 0 0,-1 0 0,1-1 0,-1 1 0,1 0 0,-1-1 0,0 1 0,1-1 0,-1 0 0,0 1 0,0-1 0,1 0 0,-1 0 0,0 0 0,0 0 0,1-1 0,13-11 0,0-2 0,-1 1 0,0-2 0,-1 0 0,-1 0 0,0-1 0,-2-1 0,10-19 0,5-18 0,26-84 0,-36 90 0,-9 26 0,1 0 0,21-43 0,-41 116 0,-5 13 0,3 0 0,3 1 0,2 1 0,0 73 0,9-131-170,1 0-1,1 0 0,-1 0 1,1 1-1,0-1 0,1 0 1,3 10-1,-1-9-6655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1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2 24575,'-3'0'0,"1"-1"0,0 1 0,-1 0 0,1 0 0,0 0 0,-1 0 0,1 0 0,-4 1 0,-2 0 0,-27 2 0,1 1 0,0 3 0,1 0 0,0 2 0,0 2 0,-39 18 0,69-28 0,0 1 0,-1 0 0,1 0 0,0 0 0,0 1 0,1-1 0,-1 1 0,0-1 0,1 1 0,-1 0 0,1 0 0,0 0 0,0 0 0,0 0 0,1 1 0,-1-1 0,1 1 0,-1-1 0,1 1 0,0-1 0,1 1 0,-1 0 0,1-1 0,-1 1 0,1 0 0,0 0 0,0-1 0,1 1 0,-1 0 0,1-1 0,0 1 0,0 0 0,0-1 0,0 1 0,1-1 0,0 0 0,-1 1 0,1-1 0,0 0 0,0 0 0,1 0 0,-1 0 0,4 2 0,7 6 0,1 0 0,0-2 0,1 0 0,0 0 0,1-2 0,31 12 0,8 4 0,-54-23 0,0 0 0,-1 1 0,1-1 0,0 0 0,-1 1 0,1-1 0,-1 0 0,1 1 0,0-1 0,-1 1 0,1-1 0,-1 1 0,1-1 0,-1 1 0,1-1 0,-1 1 0,0 0 0,1-1 0,-1 1 0,0-1 0,1 1 0,-1 0 0,0-1 0,0 1 0,1 0 0,-1 0 0,0-1 0,0 1 0,0 0 0,0 1 0,-1-1 0,1 1 0,-1 0 0,0 0 0,0-1 0,0 1 0,0 0 0,0-1 0,0 1 0,0-1 0,-1 1 0,-1 1 0,-6 5 0,0-1 0,-1 0 0,-10 5 0,8-5-136,-1-1-1,1-1 1,-1 0-1,0 0 1,0-1-1,0-1 1,0-1-1,-1 0 0,-20 1 1,25-4-6690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1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24575,'2'69'0,"-1"-28"0,-5 66 0,-6-41 120,7-55-321,5-44-1083,-1 7-5542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1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24575,'2'2'0,"0"0"0,-1 1 0,1-1 0,-1 1 0,1 0 0,-1-1 0,0 1 0,0 0 0,1 5 0,-1-3 0,4 16-175,0 1-1,-2-1 1,-1 1-1,0-1 1,-2 24-1,0-39-136,0 13-6514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24575,'0'0'0,"0"0"0,10 16 0,-5-5 0,0 0 0,-1 0 0,0 0 0,0 1 0,-2-1 0,1 1 0,-1 0 0,-1 0 0,0 0 0,-1 0 0,-1 15 0,1-29 0,8-42 0,14-46 0,-18 76 0,1 1 0,0-1 0,1 1 0,1 1 0,0-1 0,1 1 0,15-19 0,-22 30 0,1-1 0,0 1 0,0 0 0,0 0 0,0 0 0,-1 0 0,2 0 0,-1 0 0,0 0 0,0 1 0,0-1 0,0 1 0,0-1 0,1 1 0,-1 0 0,0 0 0,4 0 0,40 7 0,-36-5 0,-1 0 0,-1 1 0,1 0 0,-1 1 0,0 0 0,0 0 0,0 1 0,0 0 0,-1 0 0,0 1 0,0-1 0,0 2 0,-1-1 0,0 1 0,0 0 0,-1 0 0,0 1 0,0 0 0,0-1 0,-1 2 0,0-1 0,3 12 0,-5-7 28,0 0-1,-1 0 1,-1 27-1,-1-28-273,1 0 0,1 0 1,0 1-1,0-1 0,4 12 0,-2-13-6580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4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0 24575,'-29'21'0,"-75"59"0,116-56 0,-12-22 0,0 0 0,0 0 0,0 0 0,0 0 0,-1 0 0,1 0 0,0 0 0,-1 0 0,0 0 0,1 0 0,-1 0 0,-2 2 0,-5 21 0,5 21 0,3-32 0,-1 0 0,0-1 0,-7 28 0,18 3 0,-8-32 0,1 3 0,0-1 0,9 22 0,-10-31 0,1 0 0,0 0 0,0 0 0,0-1 0,0 1 0,0-1 0,1 0 0,0 0 0,0 0 0,6 4 0,99 66 0,-109-75 0,0 1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4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 24575,'-6'30'0,"-3"5"0,-20 103 0,25-113 0,1 1 0,1 0 0,3 39 0,0-60 0,-1-1 0,1 1 0,0 0 0,1-1 0,-1 1 0,1-1 0,-1 0 0,1 1 0,1-1 0,-1 0 0,1 0 0,4 6 0,-5-8 0,0-1 0,-1 1 0,1-1 0,0 0 0,-1 1 0,1-1 0,0 0 0,0 0 0,0 0 0,0 0 0,0-1 0,0 1 0,0 0 0,0-1 0,1 1 0,-1-1 0,0 0 0,0 0 0,0 0 0,0 0 0,1 0 0,-1 0 0,0-1 0,0 1 0,0-1 0,0 1 0,0-1 0,0 0 0,2-1 0,5-3 0,-1 0 0,0 0 0,0-1 0,0 0 0,-1-1 0,0 1 0,0-2 0,-1 1 0,0-1 0,0 1 0,-1-2 0,0 1 0,4-10 0,-2 3 0,0 0 0,-2 0 0,0 0 0,-1-1 0,0 0 0,-1 0 0,0-17 0,-2 14 0,-1 0 0,-3-32 0,2 45 0,0 0 0,0 1 0,0-1 0,-1 1 0,0-1 0,0 1 0,0-1 0,-1 1 0,0 0 0,0 0 0,0 0 0,0 1 0,-5-6 0,6 9-91,1 0 0,-1 0 0,0 0 0,1 0 0,-1 0 0,0 0 0,0 1 0,0-1 0,0 1 0,0-1 0,0 1 0,0-1 0,1 1 0,-4 0 0,-2 1-6735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24575,'0'0'0,"0"0"0,0 0 0,0 0 0,0 0 0,18-6 0,-2 2 0,-1 1 0,30-3 0,21-4 0,5-14-1365,-62 20-5461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5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24575,'0'0'0,"0"0"0,2 2 0,1-1 0,-1 1 0,0 0 0,1 0 0,-1 0 0,3 5 0,0-1 0,16 14 0,0 2 0,19 27 0,-34-39 0,1-1 0,-2 2 0,1-1 0,-1 1 0,-1-1 0,0 1 0,-1 1 0,4 16 0,-5-12 17,-1 1 0,0-1 1,-1 1-1,-1-1 0,0 1 0,-6 23 0,1-15-388,-1 0-1,-1 0 1,-15 30 0,15-38-6455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0 24575,'3'2'0,"0"0"0,-1 0 0,1 0 0,0 1 0,-1-1 0,1 0 0,-1 1 0,0 0 0,0 0 0,0 0 0,0-1 0,0 2 0,-1-1 0,1 0 0,-1 0 0,0 0 0,0 1 0,0-1 0,0 1 0,0-1 0,-1 1 0,0-1 0,0 5 0,0 1 0,0-1 0,-1 1 0,0-1 0,-1 0 0,1 1 0,-2-1 0,1 0 0,-7 13 0,0-6-195,0 0 0,-1 0 0,-1-1 0,-1-1 0,0 0 0,-22 19 0,7-8-6631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6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24575,'-2'2'0,"-1"-1"0,1 1 0,0-1 0,-1 1 0,1 0 0,0 0 0,0 0 0,0 0 0,0 0 0,1 0 0,-3 4 0,2-3 0,-16 21 20,1 0 0,2 1 0,0 0 0,1 2 0,-13 39 0,4-1-763,-15 78 1,31-113-6084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8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123 843 24575,'-24'9'0,"21"-8"0,1 0 0,-1-1 0,0 1 0,1-1 0,-1 0 0,0 0 0,1 0 0,-1 0 0,0 0 0,1 0 0,-1-1 0,0 1 0,1-1 0,-1 0 0,1 0 0,-1 0 0,1 0 0,-1 0 0,1 0 0,0-1 0,-1 1 0,1-1 0,0 0 0,0 1 0,0-1 0,0 0 0,1 0 0,-4-5 0,2 3 0,0 0 0,0-1 0,1 1 0,-1-1 0,1 1 0,0-1 0,1 0 0,-1 0 0,1 0 0,0 0 0,0 0 0,0 0 0,1 0 0,0-10 0,3 0 0,0 1 0,1 0 0,1 0 0,0 0 0,1 1 0,1 0 0,0 0 0,0 0 0,12-13 0,13-15 0,44-43 0,-72 80 0,57-57 0,3 2 0,3 4 0,2 2 0,143-83 0,-172 117 0,1 1 0,1 3 0,68-18 0,-53 18 0,-52 14-195,0 0 0,0 0 0,1 1 0,-1 0 0,0 0 0,8 1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1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1 630 24575,'13'-16'0,"-2"6"0,0 1 0,0 0 0,1 0 0,0 1 0,0 1 0,1 0 0,15-5 0,101-32 0,-103 36 0,126-38 0,183-58 0,-49 27 0,5 21 0,-214 43 0,1234-170 0,-916 171 0,-1 35 0,-273-14 0,198 35 0,-232-29 0,-15-6 0,0-3 0,119-4 0,145-30 0,-310 25 0,-17 2-195,1 0 0,-1-1 0,0 0 0,0-1 0,0 1 0,8-5 0,-5 0-6631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56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24575,'0'0'0,"0"0"0,0 0 0,0 0 0,0 0 0,0 0 0,0 0 0,0 0 0,0 0 0,0 0 0,23-9 0,-17 8 0,-1-1 0,1 2 0,-1-1 0,1 1 0,-1-1 0,1 2 0,-1-1 0,11 2 0,22 1 0,123-22 0,-95 10 0,82-2 0,242 4 0,220-2 0,490 8 0,-530 3 0,66-3 0,666 2 0,-951 5 0,253-1 0,499 4 0,91-31 0,-882-17 0,17-1 0,-287 38 0,-4-1 0,-1 1 0,44 5 0,-62 1 120,-19-4-170,1 0 1,-1 1-1,1-1 1,-1 0-1,1 0 1,-1 1-1,1-1 1,-1 0-1,1 1 1,-1-1-1,1 0 1,-1 1-1,0-1 1,1 1-1,-1-1 1,0 1-1,1-1 1,-1 1-1,0-1 1,0 1-1,1-1 1,-1 1-1,0-1 1,0 1-1,0-1 1,0 1-1,0 0 1,0-1-1,0 2 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57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24575,'0'0'0,"0"0"0,-6 10 0,2-2 0,1-1 0,0 0 0,1 0 0,0 1 0,0 0 0,1-1 0,0 1 0,0 0 0,1 13 0,1 8 0,8 36 0,-3-24 0,8 109 0,-11 283 0,-11-335-1365,8-112-5461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5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24575,'9'253'0,"-18"12"0,9-253 0,-1-2 0,1-14 0,1-46-1365,-1 22-5461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58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24575,'9'103'43,"-6"-58"-1451,-2-25-5418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59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16 24575,'-7'27'0,"0"15"0,1 0 0,3 1 0,1-1 0,4 51 0,-3 76 0,0-166 0,1 0 0,-1-1 0,1 1 0,-1 0 0,0 0 0,0 0 0,0 0 0,0-1 0,-1 1 0,1 0 0,-4 3 0,5-5 0,0-1 0,0 0 0,-1 1 0,1-1 0,0 0 0,0 0 0,-1 0 0,1 1 0,0-1 0,-1 0 0,1 0 0,0 0 0,-1 0 0,1 0 0,0 1 0,-1-1 0,1 0 0,0 0 0,-1 0 0,1 0 0,0 0 0,-1 0 0,1 0 0,0 0 0,-1 0 0,1 0 0,0-1 0,-1 1 0,1 0 0,0 0 0,-1 0 0,1 0 0,0 0 0,-1-1 0,0 0 0,0-1 0,-1 1 0,1-1 0,0 1 0,1-1 0,-1 0 0,0 1 0,0-1 0,1 0 0,-1 0 0,0-3 0,-3-14 0,1 0 0,1 0 0,1-1 0,1 1 0,0-1 0,2 1 0,5-31 0,-1 21 0,1 0 0,2 1 0,1 0 0,18-39 0,-20 53 0,0 0 0,1 0 0,11-13 0,-16 21 0,1 1 0,-1 0 0,1 1 0,0-1 0,0 1 0,1 0 0,-1 1 0,1-1 0,0 1 0,10-5 0,-13 8 0,-1-1 0,1 0 0,-1 1 0,1-1 0,0 1 0,-1-1 0,1 1 0,0 0 0,-1 1 0,1-1 0,-1 0 0,1 1 0,0-1 0,-1 1 0,1 0 0,-1 0 0,1 0 0,2 1 0,-2 0 0,0 1 0,0-1 0,0 1 0,-1-1 0,1 1 0,0 0 0,-1 0 0,0 0 0,0 1 0,0-1 0,2 5 0,1 5 0,-1-1 0,0 1 0,-1 0 0,0 0 0,-1 0 0,0 18 0,-1 16 0,-11 78 0,0 4 0,9-125-72,1 1 1,0-1-1,0 0 0,0 0 0,1 0 0,-1 0 0,1 0 0,0 0 1,0 0-1,1 0 0,-1 0 0,1 0 0,0 0 0,0-1 0,0 1 1,0-1-1,1 1 0,4 4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59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0 379 24575,'0'0'0,"0"0"0,0 0 0,12 13 0,-6-8 0,1 0 0,-1-1 0,1 1 0,-1-1 0,1 0 0,0-1 0,1 0 0,-1 0 0,1 0 0,-1-1 0,14 2 0,-6-1 0,1-1 0,0-1 0,0-1 0,27-2 0,-30-1 0,0 1 0,0-2 0,-1 0 0,1 0 0,-1-1 0,0-1 0,0 0 0,0 0 0,-1-1 0,19-16 0,-17 12 0,0 0 0,-1-2 0,-1 1 0,0-1 0,0-1 0,-1 0 0,15-29 0,-22 35 0,1-1 0,-2 1 0,1 0 0,-1-1 0,0 1 0,-1-1 0,0 0 0,0 0 0,-1 1 0,0-1 0,-1 0 0,-2-15 0,1 18 0,1-1 0,-1 1 0,0-1 0,-1 1 0,0 0 0,0-1 0,0 1 0,-1 1 0,0-1 0,0 0 0,0 1 0,0 0 0,-1 0 0,0 0 0,0 1 0,-8-6 0,9 8 0,0 1 0,1-1 0,-1 1 0,0 0 0,0 0 0,0 0 0,0 1 0,0-1 0,0 1 0,0 0 0,0 0 0,0 0 0,0 1 0,-1-1 0,2 1 0,-1 0 0,0 0 0,0 0 0,0 1 0,0-1 0,-5 5 0,-4 1 0,1 0 0,0 1 0,0 0 0,-17 18 0,15-12 0,2 0 0,0 1 0,0 1 0,2 0 0,0 0 0,0 1 0,2 0 0,0 1 0,1 0 0,1 0 0,-8 38 0,12-44 0,1 0 0,0 0 0,0 0 0,1 0 0,1 1 0,0-1 0,1 0 0,6 21 0,-6-24 0,1-1 0,1 0 0,0 0 0,0-1 0,0 1 0,1-1 0,0 0 0,1 0 0,0-1 0,0 1 0,0-1 0,0-1 0,10 8 0,-7-8 0,0 0 0,0 0 0,1-1 0,-1 0 0,1 0 0,0-1 0,0-1 0,0 0 0,1 0 0,-1-1 0,0 0 0,1 0 0,18-3 0,-15 1 0,0-1 0,-1-1 0,1 0 0,-1-1 0,0-1 0,0 0 0,-1 0 0,1-1 0,-1-1 0,12-8 0,-18 10-195,1-1 0,-1 1 0,-1-1 0,1-1 0,-1 1 0,5-8 0,-6 7-6631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00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191 105 24575,'-3'-25'0,"3"20"0,-1 0 0,0 1 0,0-1 0,0 0 0,-1 1 0,1-1 0,-1 1 0,0 0 0,-1-1 0,1 1 0,-1 0 0,0 0 0,-3-4 0,4 7 0,1-1 0,-1 1 0,0 0 0,0 0 0,0 0 0,1 0 0,-1 0 0,0 0 0,0 0 0,0 0 0,-1 1 0,1-1 0,0 1 0,0 0 0,0-1 0,0 1 0,0 0 0,0 0 0,-1 0 0,1 1 0,0-1 0,0 0 0,0 1 0,0 0 0,0-1 0,0 1 0,0 0 0,0 0 0,0 0 0,0 0 0,-2 2 0,-2 1 0,0 1 0,1-1 0,-1 1 0,1 0 0,0 1 0,0-1 0,0 1 0,1 0 0,0 0 0,-5 9 0,4-3 0,0 1 0,0-1 0,1 1 0,1 0 0,-3 17 0,3-4 0,1 0 0,1 0 0,2 0 0,0-1 0,8 38 0,-7-52 0,0-1 0,1 0 0,1 1 0,-1-1 0,11 19 0,-13-28 0,0 1 0,0 0 0,0 0 0,0-1 0,0 1 0,0-1 0,1 1 0,-1-1 0,0 1 0,1-1 0,-1 0 0,1 0 0,0 0 0,-1 0 0,1 0 0,0 0 0,0 0 0,-1 0 0,1-1 0,0 1 0,0-1 0,0 1 0,0-1 0,0 0 0,0 0 0,0 0 0,0 0 0,0 0 0,0 0 0,0 0 0,0-1 0,-1 1 0,1-1 0,0 1 0,0-1 0,0 0 0,0 0 0,-1 0 0,1 0 0,2-1 0,3-4 0,0 0 0,0 0 0,0-1 0,-1 0 0,1 0 0,-2-1 0,1 1 0,5-12 0,33-71 0,-43 86 0,8-20 0,-1 0 0,6-37 0,-5 23 0,-9 38 0,0-1 0,0 1 0,0 0 0,0 0 0,0-1 0,0 1 0,0 0 0,0-1 0,0 1 0,0 0 0,0-1 0,0 1 0,0 0 0,0 0 0,0-1 0,0 1 0,0 0 0,1 0 0,-1-1 0,0 1 0,0 0 0,0 0 0,0-1 0,1 1 0,-1 0 0,0 0 0,0-1 0,1 1 0,-1 0 0,0 0 0,0 0 0,1 0 0,-1 0 0,0-1 0,0 1 0,1 0 0,-1 0 0,0 0 0,1 0 0,4 13 0,2 23 0,-4 34 0,-3-44 0,1 0 0,1 1 0,2-1 0,7 27 0,-12-53 2,2 0 0,-1 1-1,0-1 1,0 0-1,0 1 1,0-1 0,0 0-1,0 1 1,0-1 0,0 0-1,0 0 1,0 1-1,1-1 1,-1 0 0,0 0-1,0 1 1,0-1 0,1 0-1,-1 0 1,0 1-1,0-1 1,1 0 0,-1 0-1,0 0 1,0 0 0,1 1-1,-1-1 1,0 0-1,1 0 1,-1 0 0,0 0-1,0 0 1,1 0 0,-1 0-1,0 0 1,1 0-1,-1 0 1,0 0 0,1 0-1,-1 0 1,0 0 0,1 0-1,-1 0 1,0 0-1,0 0 1,1-1 0,12-10-1103,-12 10 760,10-12-6485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00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24575,'17'35'0,"-8"7"0,5 52 0,9 41 0,5-43 0,-15-56 0,-3 1 0,8 43 0,-18-77 0,1 1 0,-1 0 0,0-1 0,-1 1 0,1 0 0,0-1 0,-1 1 0,0-1 0,-2 8 0,2-11 0,1 1 0,0-1 0,0 1 0,-1-1 0,1 1 0,0-1 0,-1 1 0,1-1 0,0 1 0,-1-1 0,1 0 0,0 1 0,-1-1 0,1 0 0,-1 1 0,1-1 0,-1 0 0,1 0 0,-1 1 0,1-1 0,-1 0 0,1 0 0,-1 0 0,0 0 0,0 1 0,0-2 0,0 1 0,0 0 0,0-1 0,0 1 0,0-1 0,0 0 0,0 1 0,0-1 0,0 0 0,0 1 0,0-1 0,0 0 0,0 0 0,0 0 0,1 0 0,-1 0 0,0-1 0,-4-5 0,1 0 0,0-1 0,0 1 0,1-1 0,0 0 0,1 0 0,0 0 0,0 0 0,0-1 0,1 1 0,0-10 0,1 4 0,0 1 0,1-1 0,0 1 0,1-1 0,0 1 0,6-17 0,-1 14 0,0 1 0,1 0 0,1 0 0,0 1 0,1 0 0,0 1 0,1 0 0,0 0 0,1 1 0,1 1 0,0 0 0,1 1 0,0 0 0,0 1 0,21-9 0,-27 14-76,1 0 1,-1 1-1,1 1 0,0 0 0,-1 0 0,1 0 0,0 1 0,0 0 1,0 1-1,0 0 0,0 1 0,0-1 0,0 2 0,0-1 1,0 1-1,-1 1 0,14 4 0,-3 3-6750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3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24575,'-13'17'0,"6"3"0,0-1 0,1 1 0,2 0 0,0 0 0,1 0 0,-1 27 0,-3 17 0,-5 7 0,5-33 0,1 0 0,-1 60 0,7-120 0,1 0 0,1 0 0,1 1 0,6-24 0,2 5 0,30-71 0,-31 90 0,1-1 0,1 2 0,0-1 0,27-30 0,-32 43 0,1 1 0,0 0 0,0 0 0,1 1 0,0 0 0,0 0 0,0 1 0,0 0 0,11-3 0,-16 7 0,0-1 0,-1 1 0,1 1 0,0-1 0,0 0 0,-1 1 0,1 0 0,0 0 0,0 0 0,0 1 0,0-1 0,4 2 0,-5-1 0,-1 0 0,1 0 0,-1 0 0,1 1 0,-1-1 0,0 1 0,0 0 0,0-1 0,1 1 0,-2 0 0,1 0 0,0 0 0,0 1 0,-1-1 0,1 0 0,-1 1 0,1-1 0,0 5 0,5 16 0,-1-1 0,-1 1 0,-1 0 0,-1 0 0,0 34 0,1-6 0,-1-17-114,6 104 362,-9-115-623,-1 0 0,-1 0 1,-10 44-1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3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24575,'3'24'0,"-2"7"0,0-1 0,-5 36 0,0 29 0,4-75 0,1 10 0,0 0 0,7 32 0,-7-55 0,1 1 0,-1-1 0,2 0 0,-1 0 0,1 0 0,0 0 0,0 0 0,1-1 0,0 1 0,0-1 0,1 0 0,-1 0 0,11 9 0,-13-13 0,1 0 0,0-1 0,-1 1 0,1 0 0,0-1 0,0 1 0,0-1 0,0 0 0,0 0 0,0 0 0,1-1 0,-1 1 0,0-1 0,0 0 0,1 0 0,3 0 0,-1-1 0,-1 0 0,0 0 0,0 0 0,0-1 0,0 0 0,0 0 0,0 0 0,-1-1 0,7-4 0,-3 1 0,0 0 0,-1 0 0,0-1 0,0 0 0,0 0 0,-1-1 0,0 0 0,-1 0 0,0 0 0,6-14 0,-7 11 0,0-2 0,-1 1 0,-1 0 0,0 0 0,-1-1 0,0 0 0,-1-21 0,-3 1 0,-12-53 0,12 75 0,0 0 0,0 1 0,-1 0 0,-1 0 0,-7-13 0,9 18 0,0 0 0,-1 0 0,1 0 0,-1 0 0,-1 0 0,1 1 0,-1 0 0,1 0 0,-1 0 0,-7-4 0,11 7 0,-1 1 0,1-1 0,0 0 0,-1 1 0,1 0 0,0-1 0,-1 1 0,1 0 0,0 0 0,-1 0 0,1-1 0,0 2 0,-1-1 0,1 0 0,-1 0 0,1 0 0,0 1 0,-1-1 0,1 0 0,0 1 0,-1-1 0,-1 2 0,1 0 0,-1 0 0,1 0 0,-1 0 0,1 0 0,0 1 0,0-1 0,0 1 0,0-1 0,-2 6 0,-1 2 0,0 1 0,1 0 0,1 0 0,-4 16 0,4-8-341,0 1 0,1-1-1,2 30 1,0-41-6485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4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24575,'0'0'0,"0"0"0,0 0 0,0 0 0,3 8 0,6 28 0,-1 0 0,-2 0 0,-1 1 0,-1 71 0,0-10 0,-3-42 0,-2-121 0,-1 18 0,2 16 0,1 0 0,3 0 0,0 0 0,13-45 0,-14 64 0,1 1 0,1 0 0,0-1 0,0 2 0,1-1 0,1 1 0,0 0 0,0 0 0,1 0 0,0 1 0,0 1 0,1-1 0,1 1 0,12-8 0,-15 11 0,0 1 0,1 0 0,-1 0 0,1 1 0,0 0 0,14-4 0,-19 6 0,0 1 0,0 0 0,0-1 0,0 1 0,0 0 0,0 0 0,0 1 0,-1-1 0,1 1 0,0-1 0,0 1 0,0 0 0,0 0 0,-1 0 0,1 0 0,-1 1 0,1-1 0,-1 1 0,1 0 0,-1-1 0,0 1 0,0 0 0,3 3 0,3 5 0,0 1 0,-1-1 0,-1 1 0,1 0 0,-2 1 0,0 0 0,0 0 0,4 15 0,-1 8 0,6 60 0,-15-81-341,0 0 0,-1 0-1,-7 25 1,10-46-6485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24575,'0'0'0,"0"18"0,-8 135 0,0 17 0,8-150 4,-3-30 6,-2-11-1389,-1 0-5447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5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0,1 7 0,0-1 0,1 0 0,0 0 0,0 0 0,0-1 0,4 9 0,1 0 0,53 125-1365,-55-128-5461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6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24575,'9'23'0,"-7"-5"0,-1 0 0,-1-1 0,-1 1 0,0-1 0,-8 35 0,3-16 0,-5 36 0,-13 119 0,23-163 0,1 0 0,1-1 0,1 1 0,11 52 0,-10-69-100,0-2-15,0 0 0,-1 1 0,0-1 0,-1 0 0,0 1 0,0-1 0,-1 1 0,0-1 0,-1 1 0,-3 18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6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24575,'16'-1'0,"73"-3"0,0-5 0,-1-4 0,109-29 0,-161 30-1365,-21 7-5461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7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13 24575,'0'0'0,"0"0"0,0 0 0,0 0 0,3 11 0,0 12 0,0 0 0,-1 0 0,-2 0 0,0 1 0,-5 28 0,0 12 0,4-31 0,0 1 0,2 0 0,2 0 0,1 0 0,2-1 0,1 0 0,12 36 0,-17-65 0,-1-1 0,1 0 0,0 0 0,-1 0 0,1 0 0,1 0 0,-1 0 0,0 0 0,1-1 0,-1 1 0,1-1 0,0 0 0,0 1 0,0-1 0,0-1 0,0 1 0,0 0 0,1-1 0,-1 0 0,0 1 0,1-1 0,-1-1 0,1 1 0,-1 0 0,6-1 0,-3 0 0,-1 0 0,1 0 0,-1 0 0,0-1 0,1 0 0,-1 0 0,1-1 0,-1 1 0,0-1 0,0 0 0,0 0 0,0-1 0,0 0 0,-1 0 0,1 0 0,4-5 0,-1 0 0,-1 0 0,0-1 0,0 0 0,-1-1 0,0 1 0,-1-1 0,0-1 0,7-19 0,0-9 0,7-45 0,-11 45 0,-7 37 0,29-155 0,-27 134 0,-1-1 0,-1 1 0,-1-1 0,-6-37 0,6 60 0,-2 4 0,0 11 0,-2 18 0,3 118 0,27 230 0,-6-172 0,-16-143 0,-3-1 0,-3 0 0,-17 113 0,11-136 0,-2 0 0,-1-1 0,-2 0 0,-2-1 0,-1-1 0,-38 65 0,45-91 0,0 0 0,-1 0 0,-1-1 0,0 0 0,0-1 0,-1 0 0,0-1 0,-1 0 0,0-1 0,0 0 0,-1-1 0,0-1 0,0 0 0,-1-1 0,-14 4 0,-17 1 0,-1-1 0,0-2 0,-71 1 0,57-6 0,0-3 0,-93-12 0,150 13 0,0-1 0,0 0 0,-1 0 0,1 0 0,0 0 0,0-1 0,1 0 0,-1 0 0,0 0 0,0 0 0,1 0 0,-1-1 0,-4-4 0,6 4 0,-1 0 0,1 0 0,1-1 0,-1 1 0,0 0 0,1-1 0,0 1 0,-1-1 0,2 0 0,-1 1 0,0-1 0,1 0 0,-1 1 0,1-1 0,0 0 0,1-4 0,0-3 0,1 0 0,0 0 0,1 1 0,0-1 0,0 1 0,1 0 0,1-1 0,0 2 0,12-19 0,7-6 0,36-39 0,-60 73 0,154-161 129,-16 16-1623,-101 103-5332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2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26 24575,'-1'2'0,"0"0"0,0-1 0,-1 1 0,1-1 0,0 1 0,-1-1 0,1 0 0,0 1 0,-1-1 0,0 0 0,1 0 0,-1 0 0,0 0 0,1 0 0,-1-1 0,0 1 0,0 0 0,0-1 0,0 1 0,0-1 0,1 0 0,-1 0 0,0 0 0,0 1 0,0-2 0,0 1 0,0 0 0,0 0 0,0-1 0,0 1 0,0-1 0,-2-1 0,-4 0 0,0-2 0,0 1 0,0-1 0,1 0 0,-14-10 0,20 13 0,-1-1 0,1 1 0,-1 0 0,1 0 0,-1 0 0,1 0 0,-1 0 0,0 0 0,1 1 0,-1-1 0,0 0 0,0 1 0,0 0 0,1-1 0,-1 1 0,-3 0 0,3 1 0,0-1 0,0 1 0,0 0 0,0 1 0,0-1 0,1 0 0,-1 1 0,0-1 0,0 1 0,1-1 0,-1 1 0,1 0 0,-3 3 0,-3 5 0,1 0 0,-1 1 0,2 0 0,-1 0 0,2 0 0,-1 0 0,2 1 0,-1 0 0,2 0 0,-1 0 0,0 20 0,2 6 0,1-1 0,9 56 0,-9-87 0,1 0 0,0 0 0,1 0 0,-1-1 0,1 1 0,4 7 0,-6-12 0,1 1 0,0-1 0,-1 0 0,1 0 0,0 0 0,0 1 0,0-1 0,0 0 0,0 0 0,0-1 0,0 1 0,0 0 0,1 0 0,-1 0 0,0-1 0,1 1 0,-1-1 0,0 1 0,1-1 0,-1 1 0,0-1 0,1 0 0,-1 1 0,1-1 0,-1 0 0,1 0 0,-1 0 0,0 0 0,1-1 0,2 1 0,2-3 0,1 1 0,-1-1 0,1 0 0,-1 0 0,0-1 0,0 1 0,0-2 0,-1 1 0,1 0 0,-1-1 0,0 0 0,7-10 0,5-7 0,25-44 0,-39 61 0,9-15 0,-2 0 0,0-1 0,-2 0 0,11-37 0,-19 43 0,0 1 0,-1-1 0,-1 0 0,-3-18 0,5 34 0,1 3 0,12 73 0,-11-57 0,1 0 0,1 0 0,1 0 0,1 0 0,0-1 0,17 34 0,-22-52 6,-1 0 0,0 0 0,1-1-1,-1 1 1,0 0 0,1 0 0,-1-1 0,1 1-1,0 0 1,-1 0 0,1-1 0,0 1-1,-1-1 1,1 1 0,0 0 0,-1-1 0,1 1-1,0-1 1,1 1 0,-1-2-105,0 1 0,0-1 1,0 0-1,0 1 0,0-1 1,0 0-1,0 0 0,-1 0 0,1 0 1,0 0-1,0 0 0,-1 0 0,1 0 1,0-2-1,6-9-6727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3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272 576 24575,'2'0'0,"0"0"0,0 0 0,0 0 0,0-1 0,0 1 0,-1 0 0,1-1 0,0 0 0,3-1 0,-5 2 0,1 0 0,-1-1 0,1 1 0,-1 0 0,1-1 0,-1 1 0,0 0 0,1-1 0,-1 1 0,0-1 0,1 1 0,-1-1 0,0 1 0,1-1 0,-1 1 0,0-1 0,0 1 0,0-1 0,1 1 0,-1-1 0,0 1 0,0-1 0,0 0 0,0 1 0,0-1 0,0 1 0,0-1 0,0 1 0,0-1 0,-1-1 0,-3-9 0,0-1 0,-1 1 0,-1 0 0,0 0 0,0 1 0,-1 0 0,0 0 0,-1 0 0,0 1 0,-1 0 0,-18-14 0,25 21 0,-1 1 0,1-1 0,-1 1 0,1 0 0,-1 0 0,1 0 0,-1 0 0,0 0 0,0 1 0,1-1 0,-1 1 0,0 0 0,0-1 0,0 2 0,0-1 0,1 0 0,-1 0 0,0 1 0,0-1 0,1 1 0,-1 0 0,0 0 0,1 0 0,-1 0 0,1 1 0,-1-1 0,1 1 0,0-1 0,-3 3 0,-4 2 0,1 1 0,0 0 0,0 1 0,1 0 0,-1 0 0,-5 10 0,5-6 0,0 0 0,1 1 0,1 0 0,0 0 0,1 1 0,0 0 0,1 0 0,1 0 0,0 0 0,1 1 0,0-1 0,1 1 0,1-1 0,0 1 0,1-1 0,5 25 0,-4-29 0,1 0 0,1-1 0,-1 1 0,2-1 0,-1 1 0,1-1 0,0-1 0,1 1 0,0-1 0,1 0 0,0 0 0,0-1 0,14 11 0,-17-14 0,2 0 0,-1-1 0,0 0 0,1 0 0,-1 0 0,1-1 0,0 0 0,0 0 0,0 0 0,0-1 0,0 0 0,0 0 0,0-1 0,0 1 0,1-1 0,-1-1 0,0 1 0,0-1 0,0 0 0,0 0 0,0-1 0,0 0 0,11-5 0,-9 3 0,0-1 0,0 0 0,-1-1 0,1 0 0,-1 0 0,0-1 0,-1 0 0,0 0 0,0 0 0,0-1 0,-1 1 0,0-2 0,-1 1 0,0 0 0,6-18 0,1-9 0,-1-1 0,8-62 0,-17 91 0,11-99 0,-1-123 0,-4 33 0,0 142 0,-6 48 0,-4 36 0,-14 321 0,12-159 0,-15 99 0,20-287 0,0 31 0,0-33 0,0 0 0,0 0 0,0-1 0,1 1 0,-1 0 0,1 0 0,-1-1 0,1 1 0,-1 0 0,1-1 0,0 1 0,0-1 0,0 1 0,0-1 0,2 3 0,-2-4 2,-1 0-1,1 0 1,-1 0 0,1 0-1,-1 0 1,1 0 0,-1 0-1,0 0 1,1 0-1,-1 0 1,1 0 0,-1 0-1,1-1 1,-1 1-1,1 0 1,-1 0 0,0-1-1,1 1 1,-1 0 0,1 0-1,-1-1 1,0 1-1,1 0 1,-1-1 0,0 1-1,0-1 1,1 1-1,-1 0 1,0-1 0,0 1-1,1-1 1,-1 1 0,0-1-1,0 1 1,0-1-1,0 0 1,9-21-941,-8 20 453,5-18-6340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0:31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215 687 24575,'-10'-21'0,"9"17"0,-1 0 0,0 0 0,0 1 0,-1-1 0,1 1 0,-1-1 0,1 1 0,-1 0 0,0 0 0,0 0 0,-7-4 0,8 6 0,0 0 0,-1 0 0,1 0 0,0 0 0,-1 0 0,1 1 0,0-1 0,-1 1 0,1 0 0,-1 0 0,1 0 0,-1 0 0,1 0 0,-1 0 0,1 1 0,0-1 0,-1 1 0,1-1 0,0 1 0,-1 0 0,1 0 0,-3 2 0,-2 1 0,0 1 0,0 0 0,0 1 0,0 0 0,1 0 0,0 0 0,1 1 0,-1 0 0,1 0 0,0 0 0,1 0 0,0 1 0,0 0 0,1 0 0,0 0 0,-4 13 0,2 1 0,0 1 0,1-1 0,2 1 0,0 0 0,2 28 0,0-34 0,2-1 0,0 1 0,1-1 0,0 1 0,2-1 0,6 17 0,-9-28 0,1 0 0,-1 0 0,1 0 0,0-1 0,0 1 0,1-1 0,-1 0 0,1 0 0,8 7 0,-10-9 0,1 0 0,0-1 0,0 1 0,0-1 0,0 0 0,0 1 0,1-1 0,-1-1 0,0 1 0,0 0 0,1-1 0,-1 0 0,0 0 0,1 0 0,-1 0 0,0 0 0,6-2 0,-4 1 0,0-1 0,0 0 0,0 0 0,0-1 0,0 0 0,-1 1 0,1-2 0,-1 1 0,0 0 0,0-1 0,0 0 0,-1 0 0,1 0 0,-1 0 0,0-1 0,0 1 0,0-1 0,3-7 0,4-10 0,-1-1 0,11-37 0,-19 55 0,35-147 0,23-210 0,-44 253 0,-9 66 0,3-27 0,32-121 0,-57 248 0,3-1 0,3 2 0,-6 84 0,16 198 0,4-186 0,9 249-1365,-11-382-5461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47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101 179 24575,'0'0'0,"0"0"0,0 0 0,0 0 0,0 0 0,-17 24 0,-7-32 0,21 9 0,16 6 0,-9-6 0,0-1 0,0 1 0,0-1 0,0 0 0,0 0 0,0 0 0,6-1 0,5 0 0,23-2 0,71-12 0,-31 3 0,-14 7 0,0 3 0,102 11 0,-156-9 0,207 7 0,6 1 0,-31 4 0,254 26 0,101 1 0,-456-35 0,652 6 0,-178-54 0,-118 13 0,-47 5 0,-112-21 0,-10 0 0,-154 33 0,212-53 0,-315 62 0,-1 1 0,1 0 0,-1 2 0,33 0 0,-28 2 0,-42 0 0,2 0 0,-70 0 0,-109 14 0,-288 24 0,115-14 0,-148-12 0,328-14 0,-119 1 0,-409 3 0,331 14 0,165-6 0,-3 2 0,-184 4 0,-243-50 0,541 27 0,-214 15 0,151 1 0,-19-8 0,97-2 0,44 9 0,41 20 0,7-27 0,1 0 0,-1 0 0,1 0 0,-1 0 0,1 0 0,0 0 0,-1 0 0,1 0 0,0 0 0,0 0 0,0 0 0,0 0 0,0 0 0,0 0 0,0 0 0,0 0 0,0 0 0,0 0 0,0 0 0,1 0 0,-1 0 0,0 0 0,1 0 0,-1-1 0,1 1 0,-1 0 0,1 0 0,0 0 0,-1 0 0,1-1 0,0 1 0,-1 0 0,1 0 0,0-1 0,0 1 0,0-1 0,0 1 0,-1-1 0,1 1 0,0-1 0,0 1 0,1-1 0,22 14 0,1 0 0,0-2 0,41 13 0,85 19 0,-27-16 0,142 15 0,131-12 0,328-27 0,-228-30 0,87-3 0,-166 10 0,53-1 0,207 9 0,-550 7 0,196-31 0,-300 31-455,0-1 0,43-14 0,-60 16-6371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8:4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1386 1406 24575,'0'0'0,"0"0"0,0 0 0,0 0 0,0 0 0,18 3 0,12 3 0,49 18 0,13 4 0,-37-18 0,0-1 0,1-4 0,94-1 0,-106-7 0,-1-1 0,1-2 0,-1-1 0,-1-3 0,54-19 0,-78 22 0,-1-2 0,1 0 0,-2-1 0,1 0 0,-1-1 0,-1-1 0,0-1 0,-1 0 0,0-1 0,-1 0 0,0-1 0,-1-1 0,-1 0 0,-1 0 0,0-1 0,-1-1 0,-1 1 0,-1-1 0,9-32 0,-6 11 0,-2 0 0,-1 0 0,-3-1 0,-1 0 0,-2-50 0,-3 66 0,-1 0 0,-1 1 0,0-1 0,-2 1 0,-1 0 0,-1 1 0,0 0 0,-2 0 0,-1 1 0,-17-26 0,11 22 0,-1 2 0,-2 0 0,0 1 0,-2 1 0,-25-19 0,11 13 0,-1 2 0,-71-36 0,-5 12 0,-181-53 0,224 80 0,-306-81 0,325 94 0,-1 1 0,1 3 0,-1 2 0,0 2 0,-77 9 0,91 0 0,1 2 0,0 1 0,0 2 0,-60 31 0,54-24 0,-7 3 0,1 2 0,1 2 0,-63 47 0,88-56 0,0 2 0,1 0 0,1 2 0,1 0 0,1 1 0,1 2 0,2-1 0,-16 29 0,8-2 0,2 1 0,2 1 0,2 1 0,3 0 0,2 1 0,3 0 0,2 1 0,2 0 0,4 107 0,4-135 0,2-1 0,1 0 0,1 0 0,1 0 0,1-1 0,1 0 0,2 0 0,18 32 0,-7-22 0,1-1 0,2-1 0,1-1 0,55 53 0,-59-67 0,1 0 0,1-2 0,1 0 0,1-2 0,0-1 0,0 0 0,41 12 0,-3-5 0,2-2 0,75 10 0,-85-20 0,1-2 0,0-3 0,59-3 0,-82-3 0,-1-1 0,0-2 0,0-1 0,0-2 0,-1-1 0,51-21 0,-52 16 0,-1-2 0,-1-1 0,0-1 0,-1-1 0,-1-1 0,-1-2 0,-1-1 0,-1-1 0,0-1 0,-2 0 0,22-36 0,-34 45 24,-1-1 0,-1 0 0,-1 0 0,9-34 0,8-72-1509,-16 66-5341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0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10490 24575,'-40'-10490'0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18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24575,'28'15'0,"-1"13"0,-7-18 0,1 0 0,0-1 0,0-2 0,1 0 0,27 5 0,117 12 0,-71-13 0,341 29 0,35-15 0,-150-6 0,-83-6 0,279 7 0,-156-18 0,470-6 0,36 2 0,-387 6 0,804-5 0,-1279 2-124,-1-1 0,0 0 0,1 1 0,-1 0 0,1 0 0,-1 0-1,0 1 1,0-1 0,0 1 0,7 4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19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24575,'32'6'0,"0"-2"0,1 2 0,-1 1 0,0 1 0,-1 2 0,0 1 0,43 23 0,-70-32 0,1 0 0,-1 1 0,0 0 0,0 0 0,0 0 0,0 0 0,0 1 0,-1 0 0,0-1 0,0 1 0,0 1 0,0-1 0,3 7 0,-3-4 0,1 2 0,-2-1 0,1 0 0,-1 1 0,0-1 0,-1 1 0,0 10 0,0 1 0,-2 0 0,-1 0 0,0-1 0,-1 1 0,-12 38 0,1-23 0,-29 57 0,-2 4 0,43-90-124,-1 0 0,2 0 0,-1 0 0,1 1 0,0-1 0,0 1-1,0-1 1,1 1 0,0-1 0,2 10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20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0 390 24575,'8'26'0,"6"74"0,-11-67 0,2 0 0,13 46 0,-18-78 0,1 1 0,-1-1 0,0 0 0,1 1 0,-1-1 0,1 0 0,-1 0 0,1 0 0,0 0 0,0 0 0,-1 0 0,1 0 0,0 0 0,0 0 0,0 0 0,0 0 0,2 1 0,-2-2 0,-1 0 0,1 0 0,0 0 0,-1 1 0,1-1 0,0-1 0,-1 1 0,1 0 0,0 0 0,-1 0 0,1 0 0,0 0 0,0 0 0,-1-1 0,1 1 0,-1 0 0,1-1 0,0 1 0,-1 0 0,1-1 0,-1 1 0,1-1 0,0 0 0,3-4 0,0 1 0,0-1 0,0 0 0,-1 0 0,0-1 0,3-7 0,15-39 0,-3 0 0,14-68 0,10-31 0,-32 124 0,0-1 0,2 2 0,20-34 0,-20 43 0,1 1 0,0 1 0,16-15 0,8-10 0,-37 41 0,0-1 0,0 0 0,0 0 0,0 0 0,0 0 0,0 0 0,0 0 0,0 0 0,0 0 0,0 0 0,0 0 0,0 0 0,0 1 0,0-1 0,0 0 0,0 0 0,0 0 0,0 0 0,1 0 0,-1 0 0,0 0 0,0 0 0,0 0 0,0 0 0,0 0 0,0 0 0,0 0 0,0 0 0,0 0 0,0 0 0,0 0 0,0 0 0,0 1 0,0-1 0,1 0 0,-1 0 0,0 0 0,0 0 0,0 0 0,0 0 0,0 0 0,0 0 0,0 0 0,0 0 0,0 0 0,0-1 0,0 1 0,1 0 0,-1 0 0,0 0 0,0 0 0,0 0 0,0 0 0,0 0 0,0 0 0,0 0 0,0 0 0,0 0 0,0 0 0,0 0 0,0 0 0,0 0 0,0 0 0,0 0 0,0 11 0,-5 15 0,-46 107 0,33-91 0,-18 60 0,35-96 0,0 0 0,0 1 0,0-1 0,1 0 0,0 1 0,0-1 0,1 0 0,0 1 0,0-1 0,0 0 0,1 0 0,0 0 0,0 0 0,0 0 0,1 0 0,0-1 0,6 10 0,-4-7 0,1-1 0,0 1 0,1-1 0,0 0 0,0-1 0,1 0 0,-1 0 0,1 0 0,1-1 0,14 7 0,0-3 0,0-1 0,41 7 0,-47-12 0,0 1 0,-1 0 0,0 1 0,0 0 0,0 2 0,-1 0 0,21 12 0,-34-18 0,-1 0 0,0 0 0,1 0 0,-1-1 0,0 1 0,0 0 0,1 1 0,-1-1 0,0 0 0,0 0 0,0 0 0,0 1 0,-1-1 0,1 1 0,0-1 0,-1 0 0,1 1 0,0-1 0,-1 1 0,0-1 0,1 1 0,-1 0 0,0-1 0,0 1 0,0-1 0,0 1 0,0 0 0,0-1 0,0 1 0,-1-1 0,1 1 0,-1-1 0,1 1 0,-2 1 0,0 1 0,-1 0 0,0 0 0,0 0 0,0-1 0,-1 1 0,1-1 0,-1 0 0,0 0 0,0 0 0,-5 2 0,-3 2 14,-1 0-1,0-2 0,0 1 0,0-2 1,-1 0-1,0 0 0,0-2 1,-17 3-1,-5-3-756,-72-5 1,65 0-6084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20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24575,'0'0'0,"20"3"0,3-5 0,0 0 0,0-2 0,-1 0 0,37-12 0,1 0 0,32-6 0,105-21 0,-193 42-124,1 1 0,-1 0 0,0 0 0,0 0 0,1 0 0,-1 1-1,0-1 1,0 1 0,0 0 0,5 2 0,4 2-6702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9:27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73 24575,'-24'18'0,"22"-16"0,0 0 0,1 1 0,0-1 0,-1 1 0,1-1 0,0 1 0,0-1 0,0 1 0,1 0 0,-1-1 0,1 1 0,-1 0 0,1 0 0,0 2 0,-1 48 0,1-51 0,1 17 0,2 0 0,0 0 0,6 18 0,-9-37 0,0 1 0,0-1 0,1 1 0,-1 0 0,0-1 0,1 1 0,-1 0 0,1-1 0,-1 1 0,1-1 0,-1 1 0,1-1 0,-1 1 0,1-1 0,-1 1 0,1-1 0,0 0 0,-1 1 0,1-1 0,0 0 0,-1 0 0,1 1 0,0-1 0,-1 0 0,1 0 0,0 0 0,-1 0 0,1 0 0,0 0 0,0 0 0,-1 0 0,1 0 0,0 0 0,-1 0 0,1 0 0,0-1 0,0 1 0,-1 0 0,1-1 0,-1 1 0,2-1 0,25-14 0,-18 7 0,-1-1 0,0 1 0,0-1 0,-1-1 0,0 1 0,-1-1 0,0-1 0,-1 1 0,0-1 0,6-18 0,-10 28 0,-1 0 0,1 0 0,-1 0 0,0 0 0,0 0 0,0-1 0,1 1 0,-1 0 0,0 0 0,0 0 0,-1 0 0,1-1 0,0 1 0,0 0 0,0 0 0,-1 0 0,1 0 0,-1 0 0,1 0 0,-1 0 0,1 0 0,-1 0 0,0 0 0,1 0 0,-1 0 0,0 0 0,0 0 0,1 1 0,-1-1 0,0 0 0,0 1 0,0-1 0,0 0 0,0 1 0,0-1 0,0 1 0,0 0 0,0-1 0,-1 1 0,1 0 0,0-1 0,0 1 0,0 0 0,0 0 0,0 0 0,-1 0 0,0 0 0,-4 0 0,1 1 0,0-1 0,-1 1 0,1 0 0,0 0 0,-1 0 0,1 1 0,-9 3 0,7-2 0,1 1 0,0-1 0,-1 1 0,1 0 0,1 0 0,-1 1 0,0 0 0,1 0 0,0 0 0,0 1 0,1-1 0,0 1 0,0 0 0,0 0 0,-3 8 0,7-11 0,-1 0 0,1 0 0,0 0 0,0 0 0,1 0 0,-1 0 0,1 0 0,-1 0 0,1 0 0,0-1 0,2 5 0,-2-5 0,-1-1 0,1-1 0,-1 0 0,1 0 0,-1 1 0,0-1 0,1 0 0,-1 0 0,1 0 0,-1 0 0,1 0 0,-1 0 0,1 0 0,-1 0 0,1 0 0,-1 0 0,1 0 0,-1 0 0,1 0 0,-1 0 0,1 0 0,-1 0 0,1-1 0,-1 1 0,1 0 0,-1 0 0,0 0 0,1-1 0,-1 1 0,1 0 0,-1-1 0,1 0 0,13-8 0,-9 4 0,0-1 0,0 1 0,0-1 0,-1 0 0,0-1 0,-1 1 0,1 0 0,-1-1 0,0 0 0,-1 0 0,0 0 0,0 0 0,0 0 0,1-13 0,-2 11 0,-1 0 0,0 0 0,0 0 0,-1 0 0,0 0 0,0 0 0,-1 0 0,0 0 0,-1 0 0,0 1 0,-6-13 0,9 20 0,-1 0 0,1 1 0,0-1 0,0 0 0,-1 1 0,1-1 0,-1 1 0,1-1 0,0 1 0,-1-1 0,1 1 0,-1-1 0,1 1 0,-1-1 0,0 1 0,1 0 0,-1-1 0,1 1 0,-1 0 0,0 0 0,1-1 0,-1 1 0,0 0 0,1 0 0,-1 0 0,0 0 0,1 0 0,-1 0 0,0 0 0,1 0 0,-2 0 0,1 0 0,-1 1 0,0 0 0,1 0 0,-1 0 0,1 0 0,-1 0 0,1 0 0,0 0 0,-1 1 0,1-1 0,-2 3 0,-2 3 0,-1 1 0,1 0 0,-5 13 0,6-11 0,0-1 0,1 1 0,0 0 0,1 0 0,0 1 0,1-1 0,0 0 0,0 1 0,1-1 0,2 16 0,-2-25 0,0 0 0,0 0 0,0 0 0,1 0 0,-1 0 0,0 0 0,0 0 0,1 0 0,-1 0 0,1 0 0,-1 0 0,1 0 0,-1 0 0,1 0 0,0 0 0,-1-1 0,1 1 0,0 0 0,-1 0 0,1-1 0,0 1 0,1 0 0,-1-1 0,0 0 0,0 0 0,1 0 0,-1-1 0,0 1 0,0 0 0,0-1 0,0 1 0,-1-1 0,1 1 0,0-1 0,0 1 0,0-1 0,0 0 0,0 0 0,-1 1 0,1-1 0,0 0 0,-1 0 0,2-1 0,1-1 0,-1 0 0,1 0 0,-1 0 0,0-1 0,0 1 0,0-1 0,0 1 0,-1-1 0,1 0 0,-1 1 0,0-1 0,0 0 0,0 0 0,0 0 0,-1 0 0,0 0 0,0 0 0,0 0 0,0 0 0,-1 0 0,1 0 0,-1 0 0,0 1 0,0-1 0,-2-5 0,3 9 0,0 0 0,0 0 0,0 0 0,-1 0 0,1-1 0,0 1 0,0 0 0,0 0 0,0 0 0,0 0 0,0 0 0,0 0 0,0 0 0,0 0 0,0 0 0,-1 0 0,1-1 0,0 1 0,0 0 0,0 0 0,0 0 0,0 0 0,0 0 0,-1 0 0,1 0 0,0 0 0,0 0 0,0 0 0,0 0 0,0 0 0,0 0 0,0 0 0,-1 0 0,1 0 0,0 0 0,0 0 0,0 0 0,0 0 0,0 0 0,0 0 0,-1 1 0,1-1 0,0 0 0,0 0 0,0 0 0,0 0 0,0 0 0,0 0 0,0 0 0,0 0 0,0 0 0,0 1 0,-1-1 0,-7 10 0,-7 13 0,12-18 0,1 1 0,-1 0 0,1 0 0,0 0 0,0 0 0,1 0 0,0 1 0,0-1 0,0 0 0,1 13 0,1-15 0,-1 0 0,0-1 0,1 1 0,0 0 0,0-1 0,0 1 0,0 0 0,0-1 0,1 1 0,-1-1 0,1 0 0,0 0 0,0 0 0,1 0 0,-1 0 0,0 0 0,1 0 0,0-1 0,5 5 0,-8-7 0,1 1 0,0-1 0,-1 0 0,1 1 0,0-1 0,-1 0 0,1 0 0,0 1 0,0-1 0,-1 0 0,1 0 0,0 0 0,-1 0 0,1 0 0,0 0 0,0 0 0,-1 0 0,1 0 0,0 0 0,0-1 0,-1 1 0,1 0 0,0 0 0,-1-1 0,1 1 0,1-1 0,-1-1 0,1 1 0,0-1 0,-1 1 0,1-1 0,-1 0 0,1 0 0,-1 0 0,2-3 0,1-3 0,0-1 0,-1 1 0,0 0 0,1-9 0,-1-1 0,2-31 0,-20 83 0,14 13 0,24-64 0,-13 6 0,0-1 0,0 0 0,-1 0 0,0-1 0,-1 0 0,-1-1 0,0 0 0,-1 0 0,0-1 0,-2 1 0,5-22 0,9 17-123,-13 14-1119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38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24575,'0'0'0,"0"0"0,0 0 0,0 0 0,0 0 0,0 0 0,0 0 0,0 0 0,0 0 0,0 0 0,12 24 0,-8-12 0,-1-1 0,-1 1 0,0 0 0,0 0 0,-1-1 0,-1 1 0,0 0 0,-2 16 0,2-27 0,-27 237 0,-1 28 0,23-65 0,-6 421 0,-5-238 0,1-78 0,-1 122 0,6-62 0,-4 202 0,12-439 0,6 284 0,4-116 0,0-8 0,0 26 0,-4-91 0,-3-35 0,6 92 0,-5-242 0,-6 75 0,-1-39 0,5-83 1,-1 1-1,0 0 1,-1 0 0,-3-9-1,-1-8-1368,0-7-5458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4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3600 0 24575,'-11'6'0,"0"1"0,1 0 0,-1 1 0,1 0 0,1 0 0,-17 19 0,18-18 0,-1 0 0,-1-1 0,1-1 0,-1 0 0,-1 0 0,1-1 0,-1 0 0,0-1 0,-1 0 0,1 0 0,-1-2 0,0 1 0,-17 2 0,-97 27 0,74-18 0,14-7 0,0-1 0,-1-3 0,-70 0 0,-30 3 0,28 7 0,-16 2 0,-129-1 0,75-13 0,46 1 0,-225-23 0,23-27 0,204 30 0,-238-21 0,304 36 0,-30 0 0,-125-19 0,145 12-65,-1 3 1,-93 6-1,89 1-1106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41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0 24575,'0'0'0,"0"0"0,0 0 0,0 0 0,-6 16 0,-57 123 0,34-80 0,3 1 0,-22 77 0,46-130 0,-2 5 0,1 0 0,1 0 0,-2 21 0,4-31 0,0 1 0,0-1 0,0 1 0,0 0 0,1-1 0,-1 1 0,1-1 0,-1 0 0,1 1 0,0-1 0,0 1 0,0-1 0,0 0 0,0 0 0,1 0 0,-1 0 0,1 0 0,-1 0 0,1 0 0,0 0 0,0 0 0,0-1 0,3 3 0,2 0 0,-1-2 0,1 1 0,-1-1 0,1 0 0,0 0 0,0-1 0,0 0 0,0 0 0,0-1 0,8 0 0,12-2 0,34-6 0,-35 4 0,9-1-455,0-1 0,65-22 0,-91 25-6371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41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24575,'-20'97'-107,"-13"92"339,31-161-530,0 1 0,2 0 0,1 0 0,7 48 0,-4-59-6528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4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24575,'0'0'0,"0"0"0,0 0 0,0 0 0,0 0 0,0 0 0,0 0 0,0 0 0,0 0 0,0 0 0,2 11 0,0 29 0,-2 1 0,-1-1 0,-11 62 0,6-51 0,4-40 0,1-1 0,0 1 0,1 0 0,0 0 0,1-1 0,0 1 0,1 0 0,5 17 0,-11-3 0,0-12 0,4-13 0,0 0 0,0 0 0,0 0 0,0-1 0,0 1 0,0 0 0,-1 0 0,1 0 0,0 0 0,0 0 0,0 0 0,0 0 0,0 0 0,0 0 0,0 0 0,0 0 0,0 0 0,0 0 0,0 0 0,0 0 0,0 0 0,-1 0 0,1 0 0,0 0 0,0 0 0,0 0 0,0 0 0,0 0 0,0 0 0,0 0 0,0 1 0,0-1 0,0 0 0,0 0 0,0 0 0,0 0 0,0 0 0,0 0 0,-1 0 0,1 0 0,0 0 0,0 0 0,0 0 0,0 0 0,0 0 0,0 0 0,0 0 0,0 0 0,0 1 0,0-1 0,0 0 0,0 0 0,0 0 0,0 0 0,0 0 0,0 0 0,-4-36 0,3 26 0,0 0 0,-1 0 0,0 0 0,0 0 0,-7-16 0,2 13 0,3 3 0,17-2 0,-9 11 0,-1 0 0,1 1 0,-1 0 0,1-1 0,-1 1 0,1 0 0,-1 1 0,1-1 0,-1 1 0,1-1 0,3 2 0,15 2 0,218-4 0,284 18 0,204 53 0,-536-53 0,221 3 0,0 1 0,-262-2 0,-81-9 0,78 3 0,1-11 0,462-1 0,-477-13 0,-117 8 0,0-1 0,0-1 0,0 0 0,-1-1 0,27-13 0,32-19 0,-73 37 0,0 0 0,-1 0 0,1 0 0,-1-1 0,0 1 0,1-1 0,-1 1 0,0-1 0,0 1 0,0-1 0,0 1 0,0-1 0,0 0 0,0 0 0,-1 0 0,1 1 0,-1-1 0,1 0 0,-1 0 0,0 0 0,0 0 0,1-2 0,-1-2 0,0 1 0,-1-1 0,1 1 0,-1-1 0,0 1 0,-3-9 0,-4-6 0,0 0 0,-1 1 0,-18-28 0,21 38 0,0 1 0,-1 0 0,1 0 0,-2 0 0,1 1 0,-1 0 0,0 1 0,-1-1 0,-11-5 0,17 10 0,1 1 0,-1 0 0,0 0 0,1 1 0,-1-1 0,0 1 0,0-1 0,0 1 0,0 0 0,1 0 0,-1 0 0,0 0 0,0 0 0,0 1 0,0-1 0,1 1 0,-1 0 0,0 0 0,1 0 0,-1 0 0,0 1 0,1-1 0,-4 3 0,1 0 0,0 0 0,0 0 0,0 0 0,0 1 0,1 0 0,0 0 0,0 0 0,0 1 0,-3 6 0,1-1 0,1-1 0,0 1 0,1 0 0,0 0 0,1 1 0,0-1 0,1 0 0,1 1 0,-1 0 0,2 23 0,0-34 0,0 1 0,1-1 0,-1 1 0,0-1 0,1 1 0,0-1 0,-1 1 0,1-1 0,0 1 0,0-1 0,-1 0 0,1 0 0,0 1 0,0-1 0,1 0 0,-1 0 0,0 0 0,0 0 0,0 0 0,1 0 0,-1 0 0,0-1 0,1 1 0,-1 0 0,1-1 0,-1 1 0,3 0 0,1-1 0,-1 1 0,0 0 0,0-1 0,1 0 0,-1 0 0,0 0 0,0-1 0,7-1 0,-5 1 0,-1 0 0,0-1 0,0 0 0,-1 0 0,1-1 0,0 0 0,-1 1 0,1-1 0,-1-1 0,4-3 0,2-3 0,0-1 0,10-16 0,-9 13 0,-11 13 0,0 1 0,0 0 0,0-1 0,0 1 0,0-1 0,0 1 0,0-1 0,0 1 0,0 0 0,0-1 0,0 1 0,-1-1 0,1 1 0,0 0 0,0-1 0,0 1 0,-1-1 0,1 1 0,0 0 0,-1-1 0,1 1 0,0 0 0,0 0 0,-1-1 0,1 1 0,-1 0 0,1 0 0,0-1 0,-1 1 0,0 0 0,-12-5 0,8 7 0,0 0 0,1 1 0,-1 0 0,1 0 0,0 0 0,0 0 0,0 1 0,-6 6 0,7-7 0,3-3 0,0 0 0,1 0 0,-1-1 0,0 1 0,0 0 0,0 0 0,0 0 0,0 0 0,0 0 0,0 0 0,0 0 0,-1-1 0,1 1 0,0 0 0,0 0 0,0 0 0,0 0 0,0 0 0,0 0 0,0 0 0,0 0 0,0 0 0,0-1 0,0 1 0,0 0 0,0 0 0,0 0 0,0 0 0,-1 0 0,1 0 0,0 0 0,0 0 0,0 0 0,0 0 0,0 0 0,0 0 0,0 0 0,0 0 0,0 0 0,-1 0 0,1 0 0,0 0 0,0 0 0,0 0 0,0 0 0,0 0 0,0 0 0,0 0 0,-1 0 0,1 0 0,0 0 0,0 0 0,0 0 0,0 0 0,0 0 0,0 0 0,0 0 0,0 0 0,0 0 0,-1 0 0,5-18 0,8-21 0,-2 6 0,-10 33 0,0 0 0,0 0 0,0 0 0,0 0 0,0 0 0,0 0 0,0 0 0,0 0 0,0 0 0,0 0 0,0 0 0,0 0 0,-1 0 0,1 0 0,0 0 0,0 0 0,0 0 0,0 0 0,0 0 0,0 0 0,0 0 0,0 0 0,0 0 0,0 0 0,0 0 0,-1 0 0,1 0 0,0 0 0,0 0 0,0 0 0,0 0 0,0 0 0,0 0 0,0 0 0,0 0 0,0-1 0,0 1 0,0 0 0,0 0 0,0 0 0,0 0 0,0 0 0,0 0 0,0 0 0,0 0 0,0 0 0,0 0 0,0 0 0,0-1 0,0 1 0,0 0 0,0 0 0,0 0 0,0 0 0,0 0 0,0 0 0,0 0 0,0 0 0,0 0 0,0 0 0,0-1 0,-12 18 0,8-9 0,0 1 0,1 0 0,-4 16 0,0-2 0,6-17 0,1 0 0,0 0 0,0 1 0,0-1 0,1 0 0,0 0 0,0 0 0,1 0 0,0 0 0,0 0 0,0 0 0,0-1 0,5 7 0,12 17 0,-4-42 0,9-6 0,-24 19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3:12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24575,'23'9'0,"-4"-1"0,1-1 0,0-2 0,0 0 0,0-1 0,1 0 0,27 0 0,29-5 0,148-21 0,36-2 0,-223 24 0,180-6 0,-162 2 0,105-22 0,125-31 0,-281 57 0,20-5 0,-22 2 0,-16-3 0,-29-1 0,1 2 0,-1 1 0,-82 4 0,101 0 0,-404 41 0,184-12 0,42-19 0,49-5 0,103-5 0,66 12 0,4-4 0,0-1 0,0-1 0,0-1 0,39 3 0,93 0 0,-133-8 0,147 3 0,1-8 0,168-27 0,-266 21-110,75-11 347,-115 19-735,-1 2 1,55 3 0,-64 1-6329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3:25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24575,'11'-19'0,"-9"18"0,1-1 0,-1 1 0,1-1 0,-1 1 0,1 0 0,0 0 0,-1 0 0,1 1 0,0-1 0,0 0 0,0 1 0,4 0 0,40 2 0,-29-1 0,307-1 0,-164-3 0,368 8 0,221-4 0,-633-5 0,148-24 0,-186 12 0,-78 16 3,-1 0 0,0-1-1,1 1 1,-1 0 0,1 0-1,-1 0 1,0 0 0,1 0-1,-1 0 1,1 0 0,-1 0-1,0 0 1,1 0 0,-1 0-1,0 0 1,1 0 0,-1 0-1,1 0 1,-1 0 0,0 1 0,1-1-1,-1 0 1,0 0 0,1 0-1,-1 1 1,0-1 0,1 0-1,-1 0 1,0 1 0,1-1-1,-1 0 1,0 1 0,0-1-1,0 0 1,1 1 0,-4 15-1465,-2-3-5364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3:33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11325 24575,'0'0'0,"0"0"0,0 0 0,0 0 0,0 0 0,0 0 0,0 0 0,0 0 0,0 0 0,0 0 0,-9 18 0,8-16 0,-3 6 0,0 1 0,0-1 0,1 1 0,-4 16 0,11 7 0,0-18 0,-4-14 0,0 0 0,0 0 0,0 0 0,0 0 0,0 0 0,0 0 0,0-1 0,0 1 0,0 0 0,0 0 0,0 0 0,0 0 0,0 0 0,0 0 0,0 0 0,0 0 0,0 0 0,1 0 0,-1 0 0,0 0 0,0 0 0,0 0 0,0 0 0,0 0 0,0 0 0,0 0 0,0 0 0,0 0 0,0 0 0,0 0 0,0 0 0,1 0 0,-1 0 0,0 0 0,0 0 0,0 0 0,0 0 0,0 0 0,0 0 0,0 0 0,0 0 0,0 0 0,0 0 0,0 0 0,0 0 0,0 0 0,0 1 0,1-1 0,0-11 0,2 0 0,0 1 0,0-1 0,1 1 0,0 0 0,0 0 0,1 0 0,1 1 0,7-10 0,-10 13 0,-1 0 0,0 0 0,0-1 0,0 1 0,-1 0 0,0-1 0,0 1 0,0-9 0,-1 8 0,0 2 0,1 0 0,-1 0 0,0 1 0,-1-1 0,1 0 0,-1 0 0,0 0 0,0 1 0,0-1 0,-1 0 0,0 1 0,0-1 0,0 1 0,0 0 0,-1-1 0,-3-4 0,6 9 0,1-1 0,-1 1 0,1 0 0,0-1 0,-1 1 0,1-1 0,-1 1 0,1-1 0,-1 1 0,1-1 0,-1 1 0,1-1 0,-1 1 0,0-1 0,1 0 0,-1 1 0,0-1 0,0 1 0,1-1 0,-1 0 0,0 1 0,0-1 0,0-1 0,7-20 0,-7 13 0,0-7 0,0 1 0,1 0 0,5-24 0,-5 29 0,0 0 0,0 0 0,-1 0 0,-1-16 0,0-17 0,14-83 0,4-61 0,-20 38 0,-1 39 0,-5-191 0,-1-80 0,12 115 0,2 47 0,-4-119 0,-2-292 0,17 359 0,1-25 0,0-162 0,0-20 0,-10-184 0,-15 25 0,-2 392 0,-8-345 0,12-179 0,5 414 0,-2-105 0,-1 276 0,-1-292 0,8 433 0,-1-128 0,0-72 0,-1-17 0,-7 21 0,0 1 0,3 116 0,25-239 0,-18 264 0,-4 69 0,2 0 0,4-35 0,-4 22 0,-29 34 0,3 4 0,23 3 0,-1 0 0,1 0 0,0 0 0,0-1 0,0 1 0,-1-1 0,1 1 0,0-1 0,0 0 0,0 0 0,0 0 0,0 0 0,0 0 0,0 0 0,0 0 0,0-1 0,1 1 0,-3-3 0,-4-5 0,8 7 0,14 8 0,5 2 0,-8-11 0,-6 2 0,0 0 0,-1-1 0,0 1 0,1-1 0,-1 0 0,7-4 0,-9 4 0,0 0 0,-1 0 0,1 1 0,0-1 0,-1 0 0,0 0 0,1 0 0,-1-1 0,0 1 0,0 0 0,0 0 0,0-1 0,-1 1 0,1 0 0,-1-1 0,1-4 0,0 1 0,-1-1 0,1 0 0,-1 0 0,-2-9 0,2 17 0,0 1 0,-1-1 0,1 1 0,-1-1 0,1 1 0,-1-1 0,0 1 0,0-1 0,1 1 0,-1-1 0,0 0 0,0 1 0,-2 0 0,-8 18 0,10-13 0,1 1 0,0-1 0,0 1 0,2 8 0,1 3 0,-2-15 0,-1-5 0,-5-39 0,4 39 0,1 1 0,-1 0 0,0 0 0,1-1 0,-1 1 0,0 0 0,1 0 0,-1 0 0,0 0 0,0 0 0,1 0 0,-1 0 0,0 0 0,1 0 0,-1 0 0,0 0 0,0 1 0,1-1 0,-1 0 0,0 0 0,1 1 0,-1-1 0,1 0 0,-1 1 0,0-1 0,1 1 0,-1-1 0,0 1 0,-23 13 0,18-9 0,1 0 0,-1 0 0,1 1 0,0 0 0,0 0 0,1 0 0,0 0 0,-6 14 0,1-4 0,9-16 0,0 0 0,0 0 0,0 0 0,0 0 0,0 0 0,0 0 0,0 0 0,0 0 0,0 0 0,0 0 0,0 0 0,0 0 0,0 0 0,0 0 0,0 0 0,0 0 0,1 0 0,-1 0 0,0 0 0,0 0 0,0 0 0,0 0 0,0 0 0,0 0 0,0 0 0,0 0 0,0 0 0,0 0 0,0 0 0,0 0 0,0 1 0,0-1 0,0 0 0,0 0 0,0 0 0,0 0 0,0 0 0,0 0 0,0 0 0,0 0 0,0 0 0,0 0 0,0 0 0,0 0 0,0 0 0,0 0 0,0 0 0,0 0 0,0 0 0,0 0 0,0 0 0,0 1 0,9-7 0,-8 5 0,0 0 0,0 0 0,0 0 0,0 0 0,-1 0 0,1 0 0,0 0 0,0 0 0,-1-1 0,1 1 0,-1 0 0,1 0 0,-1-1 0,1 1 0,-1 0 0,0 0 0,0-1 0,1-1 0,-2-5 0,-6-28 0,6 34 0,1 1 0,-1-1 0,1 1 0,-1-1 0,0 1 0,0 0 0,0-1 0,1 1 0,-1 0 0,0 0 0,-1-1 0,1 1 0,0 0 0,0 0 0,0 0 0,-1 0 0,1 1 0,0-1 0,-4-1 0,-20 8 0,13-2 0,22-10 0,-2 3 0,0-1 0,0 0 0,0-1 0,-1 1 0,1-1 0,-1-1 0,-1 1 0,1-1 0,-1 0 0,0-1 0,0 1 0,-1-1 0,0-1 0,6-10 0,-11 16 0,0 0 0,0 0 0,-1 0 0,1 0 0,-1 0 0,1 1 0,-1-1 0,0 0 0,1 0 0,-1 0 0,0 1 0,-2-4 0,-4-9 0,7 5 0,0 8 0,1-1 0,-1 1 0,0-1 0,0 0 0,0 1 0,0-1 0,0 1 0,0-1 0,0 0 0,-1 1 0,1-1 0,0 1 0,-1-1 0,0 1 0,1-1 0,-1 1 0,0-1 0,0 1 0,1 0 0,-1-1 0,0 1 0,0 0 0,-1 0 0,1 0 0,0 0 0,0 0 0,-1 0 0,1 0 0,0 0 0,-1 0 0,1 0 0,-2 0 0,-13-7 0,0 0 0,0 2 0,-20-7 0,-12-4 0,34 13 0,1 0 0,-1 1 0,-1 1 0,1 0 0,-21 0 0,10 0 0,-365-14 0,308 12 0,0-4 0,-114-26 0,117 19 0,28 5 0,14 2 0,0 2 0,-73-3 0,98 9 0,-10 0 0,21 0 0,1 0 0,-1 0 0,0 0 0,1 0 0,-1 0 0,1 0 0,-1 0 0,1 0 0,-1 1 0,1-1 0,-1 0 0,0 0 0,1 1 0,0-1 0,-1 0 0,1 1 0,-1-1 0,1 0 0,-1 1 0,1-1 0,0 0 0,-1 1 0,1-1 0,0 1 0,-1 0 0,-5 22-1365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3:35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24575,'0'0'0,"0"0"0,0 0 0,0 0 0,0 0 0,0 0 0,0 0 0,-23 24 0,35-6 0,-8-13 0,-3-3 0,0 0 0,1 0 0,-1 0 0,0 0 0,1-1 0,-1 1 0,1-1 0,0 1 0,2 1 0,-3-3 0,0 0 0,1 1 0,-1-1 0,0 0 0,1 0 0,-1 0 0,1 0 0,-1 0 0,0 0 0,1-1 0,-1 1 0,1 0 0,-1-1 0,0 1 0,1-1 0,1 0 0,4-3 0,0 1 0,0-1 0,-1 0 0,1-1 0,-1 0 0,0 0 0,0 0 0,-1-1 0,0 0 0,0 0 0,0 0 0,0 0 0,-1-1 0,0 0 0,4-10 0,-40 21 0,24-3 0,3-1 0,1 0 0,-1 0 0,1 1 0,-1 0 0,1 0 0,-1 0 0,1 1 0,-1-1 0,1 1 0,0 0 0,0 0 0,0 0 0,0 1 0,0-1 0,-5 6 0,2-2-1365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3:41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6890 84 24568,'151'80'0,"-306"-7"0,310-146 0,-7196-91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3:3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1181 24575,'0'0'0,"0"0"0,0 0 0,10 1 0,17 3 0,0-1 0,0-2 0,1-1 0,-1-1 0,0-1 0,0-2 0,0 0 0,0-2 0,0-1 0,-1-1 0,-1-1 0,1-1 0,24-15 0,-27 13 0,-1 0 0,0-2 0,-1-1 0,-1 0 0,0-1 0,-1-1 0,-1-1 0,0-1 0,28-41 0,-32 38 0,-1-1 0,-1 0 0,-1-1 0,-1-1 0,-1 1 0,-2-1 0,0-1 0,-2 1 0,0-1 0,-2 0 0,-1-1 0,-1 1 0,-1 0 0,-1 0 0,-7-38 0,0 25 0,-1-1 0,-1 1 0,-3 0 0,-31-67 0,34 89 0,0-1 0,-1 1 0,-1 1 0,-27-29 0,29 35 0,0 1 0,0 1 0,-1-1 0,0 2 0,-1 0 0,0 0 0,0 1 0,-17-6 0,7 5 0,-1 2 0,0 0 0,0 1 0,0 1 0,-1 2 0,1 0 0,0 1 0,-1 2 0,-25 4 0,-4 4 0,2 2 0,-97 36 0,125-39 0,1 1 0,0 1 0,1 1 0,0 0 0,1 2 0,0 0 0,1 2 0,1 0 0,1 1 0,0 0 0,-28 40 0,-4 15 0,3 1 0,4 3 0,3 1 0,-58 164 0,86-206 0,2 1 0,0 1 0,3-1 0,1 1 0,2 0 0,2 67 0,2-88 0,1-1 0,0 1 0,1-1 0,1 1 0,0-1 0,2 0 0,-1-1 0,2 1 0,0-1 0,0-1 0,1 1 0,1-1 0,0-1 0,1 1 0,1-1 0,0-1 0,0 0 0,23 16 0,-11-12 0,2-2 0,-1-1 0,1 0 0,1-2 0,0-1 0,1-1 0,-1-1 0,2-2 0,-1-1 0,37 2 0,30-4 0,157-16 0,-190 9 0,-1-2 0,-1-4 0,1-1 0,83-31 0,-137 40-227,0 1-1,-1-1 1,1 0-1,-1-1 1,10-7-1,-4 1-6598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3:3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904 1320 24575,'28'0'0,"1"-2"0,-1 0 0,0-2 0,0-1 0,52-17 0,-61 15 0,0-2 0,0 0 0,0 0 0,-2-2 0,1 0 0,-1-2 0,-1 1 0,27-29 0,-26 22 0,-1 0 0,-1-1 0,0-1 0,-2 0 0,-1-1 0,0-1 0,-2 0 0,-1 0 0,10-35 0,-12 27 0,0-1 0,-3 0 0,0 0 0,-2-1 0,-2 1 0,-6-61 0,0 46 0,-2 0 0,-16-50 0,17 75 0,-1 1 0,-1 0 0,0 0 0,-2 1 0,-1 0 0,-22-29 0,14 25 0,-2 1 0,0 1 0,-1 1 0,-2 1 0,0 1 0,-1 2 0,0 0 0,-2 2 0,0 0 0,0 2 0,-2 2 0,1 0 0,-1 2 0,-1 1 0,0 2 0,0 0 0,0 3 0,0 0 0,0 2 0,-1 1 0,1 2 0,-1 1 0,-46 11 0,43-6 0,1 2 0,0 2 0,1 0 0,1 3 0,0 0 0,1 2 0,-35 25 0,42-23 0,0 0 0,1 2 0,1 0 0,1 1 0,1 2 0,1 0 0,1 1 0,-26 48 0,25-31 0,1 0 0,3 1 0,1 0 0,2 2 0,3-1 0,1 1 0,2 1 0,2-1 0,2 1 0,8 84 0,-2-96 0,3 0 0,0 0 0,2-1 0,2 0 0,1-1 0,1 0 0,2-1 0,1 0 0,2-1 0,0-1 0,2-1 0,2-1 0,31 32 0,-35-41 0,1-1 0,1-1 0,1-1 0,0 0 0,1-2 0,0-1 0,1 0 0,27 8 0,-30-13 0,1-1 0,0-1 0,0-1 0,0-1 0,0-1 0,1-1 0,-1-1 0,1-1 0,-1 0 0,31-7 0,-11-2 0,0-2 0,-1-2 0,63-30 0,110-72 0,-154 82 0,35-21-1365,-59 33-5461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7:2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2508 0 24575,'-4'2'0,"-1"-1"0,1 1 0,0-1 0,0 1 0,0 0 0,1 0 0,-1 1 0,0-1 0,1 1 0,-4 3 0,-7 4 0,-2 2 0,-1 1 0,2 0 0,-1 1 0,2 1 0,-21 27 0,-15 13 0,37-42 0,0 1 0,1 0 0,0 1 0,-12 22 0,-38 92 0,-62 191 0,-1 4 0,95-257 0,-95 238 0,120-292 0,-44 131 0,-44 212 0,56-125 0,-13 70 0,16-128 0,-44 211 0,-22-3 0,77-296 0,-21 134 0,9 90 0,12 167 0,25 2 0,0-187 0,0-209 0,0-31 0,-2 0 0,-2 0 0,-13 71 0,-2-44 0,-163 724 0,167-748 0,-2 1 0,-3-2 0,-45 94 0,49-125 0,-1 0 0,-1-1 0,-18 19 0,15-17 0,14-18 0,-1 0 0,1 0 0,-1-1 0,0 1 0,0-1 0,0-1 0,-1 1 0,1-1 0,-1 0 0,0 0 0,0-1 0,0 0 0,0-1 0,-13 3 0,-10-2 0,0-1 0,-40-3 0,25 1 0,-433-4 0,490 5 0,1 1 0,-1 1 0,0 0 0,0 0 0,21 8 0,443 233 0,-444-224 0,-1 1 0,-1 1 0,-1 2 0,36 35 0,-20-11 0,63 85 0,-46-41 0,-5 2 0,86 191 0,-95-187 0,-26-56 0,30 81 0,-37-75 0,215 714 0,-211-677 0,-3 1 0,-4 0 0,1 165 0,-10-139 0,35 214 0,1 4 0,-25-131 0,3 152 0,-18 950 0,4-1254 0,1-1 0,2 0 0,3 0 0,26 82 0,-1-22 0,77 161 0,-108-260 0,0 0 0,0 0 0,1-1 0,0 1 0,0-1 0,0 0 0,1 0 0,0-1 0,-1 1 0,2-1 0,5 4 0,-4-4 0,0-1 0,1 1 0,0-1 0,-1-1 0,1 0 0,0 0 0,1 0 0,13 0 0,342-2-58,-238-4-1249,-77 2-5519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42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0 332 24575,'0'0'0,"0"0"0,0 0 0,0 0 0,0 0 0,0 0 0,0 0 0,15-1 0,-1 0 0,17-4 0,0-1 0,63-7 0,195-24 0,-28 12 0,230-18 0,203 23 0,-261 13 0,-413 6 0,485-35 0,-246-8 0,-187 27 0,107-38 0,-155 40-1365,-15 9-5461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14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30 152 24575,'-2'-1'0,"0"-1"0,-1-1 0,1 1 0,0 0 0,0 0 0,0-1 0,0 0 0,0 1 0,1-1 0,-1 0 0,1 0 0,0 1 0,0-1 0,0 0 0,0 0 0,0-1 0,0 1 0,1 0 0,0 0 0,0 0 0,0-5 0,-1 1 0,1 6 0,0 1 0,0 0 0,1-1 0,-1 1 0,0 0 0,0-1 0,0 1 0,0 0 0,1-1 0,-1 1 0,0 0 0,1-1 0,-1 1 0,0 0 0,0 0 0,1-1 0,-1 1 0,0 0 0,1 0 0,-1 0 0,0 0 0,1-1 0,-1 1 0,1 0 0,-1 0 0,0 0 0,1 0 0,-1 0 0,0 0 0,1 0 0,-1 0 0,1 0 0,-1 0 0,0 0 0,1 0 0,-1 0 0,1 1 0,20 2 0,-18-3 0,90 13 0,108 2 0,97-14 0,-263-2 0,8 1 0,1101-18 0,-692 0-150,48-1-549,335-8 699,-220 4 0,-448 23-212,0 6-1,-1 8 1,-1 7-1,0 8 0,172 53 1,-301-72-5855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22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23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24575,'0'0'0,"0"0"0,0 0 0,0 0 0,0 0 0,21-16 0,-8 10 0,1 1 0,-1 0 0,1 1 0,1 0 0,-1 1 0,16-1 0,91-3 0,-101 7 0,337-3 0,238-13 0,434-30-762,-992 46 759,2666-5-1475,-1529 35 798,-877-22 1532,172 0 1219,-463-8-2028,-1 0 0,1 1-1,-1-1 1,1 1 0,-1 0-1,0 0 1,6 2 0,-10-2-88,0-1 0,0 1 0,0-1 0,0 1 0,0-1 0,0 1 0,0 0 0,0-1 0,0 1 0,-1 0 1,1 0-1,0 0 0,-1-1 0,1 1 0,0 0 0,-1 0 0,1 0 0,-1 0 0,1 0 0,-1 0 0,0 0 1,1 0-1,-1 1 0,0-1 0,0 0 0,0 0 0,0 0 0,0 0 0,0 0 0,0 0 0,0 0 0,0 0 1,0 0-1,-1 1 0,1-1 0,0 0 0,-2 2 0,-4 11-6781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13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24575,'0'11'0,"0"3"0,0-1 0,0-2-8191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14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24575,'24'-2'0,"-4"-19"0,-6 13 0,-1 1 0,2 0 0,26-9 0,54-11 0,-85 24 0,21-1 0,706-1 0,-607 8 0,527-21-1365,-600 13-5461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31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24575,'0'0'0,"-4"26"0,2-7 0,-36 346 0,36-310 0,3 0 0,2 0 0,2 0 0,22 91 0,-24-131 0,2 0 0,0-1 0,1 1 0,0-1 0,1-1 0,12 19 0,-17-28 0,1-1 0,-1 1 0,1-1 0,0 0 0,0 0 0,0 0 0,1 0 0,-1 0 0,1-1 0,-1 0 0,1 1 0,0-1 0,0-1 0,0 1 0,0 0 0,0-1 0,0 0 0,1 0 0,-1 0 0,0-1 0,1 1 0,-1-1 0,0 0 0,1 0 0,-1-1 0,0 1 0,7-3 0,3-1 0,-1-1 0,-1-1 0,1 0 0,-1-1 0,0 0 0,0-1 0,-1 0 0,0-1 0,-1-1 0,0 1 0,0-1 0,-1-1 0,14-20 0,-8 9 0,-2-1 0,-1 0 0,0 0 0,-2-2 0,0 1 0,7-36 0,-11 36 0,-3-1 0,0 0 0,-1 0 0,-1 0 0,-1 0 0,-2 0 0,-7-41 0,5 47 0,0 0 0,-1 1 0,-2-1 0,1 1 0,-2 1 0,0-1 0,-2 1 0,0 1 0,0 0 0,-17-19 0,21 28 0,0 2 0,0-1 0,-1 1 0,1 0 0,-1 0 0,0 0 0,-1 1 0,1 0 0,-1 1 0,0 0 0,0 0 0,0 0 0,0 1 0,0 1 0,0-1 0,-13 0 0,14 2 0,0 1 0,0-1 0,0 1 0,0 0 0,0 1 0,0 0 0,0 0 0,1 0 0,-1 1 0,1 0 0,-1 0 0,1 0 0,0 1 0,0 0 0,1 0 0,-1 1 0,1 0 0,0 0 0,0 0 0,-4 6 0,-8 14-1365,4-3-5461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26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19 24575,'-4'0'0,"0"1"0,0-1 0,-1 1 0,1 0 0,1 1 0,-1-1 0,0 1 0,0 0 0,0-1 0,1 2 0,-1-1 0,1 0 0,0 1 0,-4 3 0,-3 3 0,0 2 0,-14 18 0,16-18 0,1 1 0,0-1 0,1 2 0,1-1 0,0 1 0,0 0 0,1 0 0,-2 14 0,-12 110 0,18-134 0,-9 207 0,10-179 0,2-1 0,0 0 0,2 1 0,17 55 0,-17-74 0,0 0 0,1 0 0,0-1 0,1 1 0,0-1 0,1-1 0,0 1 0,1-2 0,0 1 0,1-1 0,0 0 0,20 13 0,-15-12 0,0-2 0,0 0 0,1-1 0,0 0 0,0-1 0,0-1 0,1-1 0,0 0 0,23 2 0,-13-4 0,-1-2 0,1 0 0,0-2 0,-1-1 0,1 0 0,-1-3 0,0 0 0,-1-1 0,1-2 0,24-11 0,-33 11 0,0 0 0,0-1 0,-1 0 0,0-1 0,-1-1 0,0-1 0,-1 0 0,-1-1 0,0 0 0,0-1 0,-2-1 0,0 0 0,-1 0 0,12-26 0,-10 15 0,-2 0 0,-1-1 0,-1 0 0,-1-1 0,-2 1 0,-1-1 0,1-57 0,-5 68 0,-2 1 0,1-1 0,-2 1 0,0 0 0,-1 0 0,-1 0 0,-1 1 0,0-1 0,-1 1 0,-1 0 0,0 1 0,-1 0 0,-1 1 0,-17-22 0,10 20 0,0 1 0,0 0 0,-1 1 0,-1 1 0,-1 1 0,0 0 0,0 2 0,-1 0 0,0 1 0,-1 1 0,0 2 0,-24-6 0,10 5 0,-1 2 0,0 1 0,0 2 0,-1 2 0,1 1 0,-63 10 0,86-9-114,1 1 1,0 0-1,-1 1 0,1 1 0,1 0 1,-1 0-1,1 1 0,0 1 0,0 0 1,1 1-1,-16 13 0,6-1-6712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28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24575,'0'0'0,"0"0"0,0 0 0,0 0 0,0 0 0,-12 15 0,-23 23 0,23-26 0,0 1 0,-12 18 0,4 0 0,1 1 0,2 1 0,1 1 0,1 1 0,2 0 0,-16 69 0,23-73 0,2 0 0,0 1 0,2-1 0,2 1 0,0-1 0,2 1 0,2-1 0,12 52 0,-12-67 0,2 0 0,-1 0 0,2-1 0,0 0 0,1 0 0,1-1 0,14 19 0,-17-25 0,0-1 0,1 0 0,0 0 0,1 0 0,0-1 0,0 0 0,0 0 0,1-1 0,-1 0 0,1-1 0,0 0 0,1 0 0,16 3 0,-6-3 0,1-2 0,0 0 0,0-1 0,0-2 0,0 0 0,0-1 0,0-1 0,33-9 0,-6-2 0,0-3 0,64-31 0,-89 37 0,-1-2 0,-1 0 0,0-2 0,-1 0 0,-1-1 0,0-1 0,22-27 0,-17 14 0,-1 0 0,-1-2 0,-2 0 0,19-42 0,-35 66 0,0-2 0,-1 1 0,0 0 0,0-1 0,-1 0 0,-1 1 0,1-1 0,-1 0 0,-1 0 0,0 0 0,0 0 0,-4-15 0,2 12 0,-2 0 0,0 0 0,-1 1 0,0-1 0,-1 1 0,0 0 0,-1 1 0,-11-16 0,1 5 0,-1 2 0,-2 1 0,1 0 0,-2 1 0,0 1 0,-2 1 0,1 1 0,-39-18 0,40 23 0,-1 1 0,0 1 0,0 2 0,0 0 0,-1 1 0,0 1 0,0 1 0,0 1 0,0 1 0,0 1 0,0 2 0,0 0 0,0 1 0,0 1 0,-43 14 0,32-6-1365,9-2-5461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30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24575,'-4'4'0,"-1"0"0,0 0 0,1 1 0,0-1 0,0 1 0,0 0 0,0 0 0,1 1 0,-3 6 0,-21 55 0,19-42 0,-9 26 0,1 1 0,4 1 0,-9 71 0,17-86 0,1 0 0,3 0 0,1-1 0,2 1 0,12 64 0,-13-93 0,1-1 0,0 1 0,0-1 0,1 1 0,0-1 0,0 0 0,1-1 0,-1 1 0,2-1 0,-1 0 0,1 0 0,1-1 0,-1 1 0,14 9 0,-10-10 0,-1 0 0,1-1 0,0 0 0,0-1 0,0 0 0,1-1 0,-1 0 0,1 0 0,0-1 0,0-1 0,21 1 0,-17-2 0,1-2 0,-1 1 0,0-2 0,0 0 0,0-1 0,0 0 0,-1-2 0,0 1 0,0-2 0,0 0 0,-1 0 0,1-1 0,-2-1 0,0 0 0,0-1 0,0 0 0,-1-1 0,-1 0 0,10-13 0,-9 9 0,-1 1 0,0-2 0,-1 0 0,-1 0 0,0 0 0,-1-1 0,-1 0 0,0-1 0,-2 1 0,0-1 0,-1 0 0,0 0 0,-2 0 0,0 0 0,-3-36 0,0 45 0,0 0 0,0 1 0,0-1 0,-1 1 0,-1 0 0,0-1 0,0 2 0,0-1 0,-1 0 0,0 1 0,0 0 0,-1 0 0,0 0 0,0 1 0,-1 0 0,0 0 0,0 1 0,-13-9 0,12 10 0,0-1 0,0 1 0,-1 1 0,1-1 0,-1 2 0,0-1 0,0 1 0,0 0 0,-1 1 0,1 0 0,0 1 0,0-1 0,-1 2 0,1-1 0,0 2 0,0-1 0,0 1 0,-9 3 0,1 2-227,1 0-1,0 2 1,1-1-1,0 2 1,-27 22-1,20-13-6598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30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24575,'0'0'0,"0"0"0,-4 0 0,0 0 0,-1 0 0,1 1 0,0 0 0,0 0 0,0 0 0,0 0 0,0 1 0,0-1 0,0 1 0,0 0 0,0 0 0,1 1 0,-7 4 0,5-2 0,0 0 0,0 0 0,1 1 0,0 0 0,0 0 0,0 0 0,1 0 0,-4 9 0,-1 8 0,1 0 0,1 0 0,1 1 0,-3 32 0,3-5 0,2 2 0,6 91 0,1-108 0,1 1 0,2-1 0,2 0 0,21 58 0,-25-84 0,-1 1 0,2-1 0,-1 0 0,1 0 0,1-1 0,0 1 0,0-2 0,15 15 0,-16-18 0,-1-1 0,1 0 0,0 0 0,0 0 0,0-1 0,0 0 0,1 0 0,0-1 0,-1 1 0,1-1 0,0-1 0,0 0 0,0 0 0,0 0 0,8 0 0,-5-2 0,1 0 0,-1 0 0,1-1 0,-1 0 0,0-1 0,0 0 0,0 0 0,0-1 0,-1 0 0,10-7 0,-6 3 0,0-1 0,-1 0 0,-1-1 0,1 0 0,-1-1 0,12-16 0,-6 4 0,-2-1 0,0-1 0,-1 0 0,-1-1 0,-2 0 0,16-52 0,-20 51 0,-1 0 0,-1-1 0,2-45 0,-6 58 0,-2 0 0,0 0 0,0 0 0,-1 0 0,-1 0 0,-1 1 0,0-1 0,-8-18 0,9 28 0,0 0 0,1 0 0,-2 1 0,1-1 0,0 1 0,-1 0 0,0 0 0,0 0 0,0 0 0,-1 1 0,1-1 0,-1 1 0,1 0 0,-1 1 0,0-1 0,-1 1 0,1 0 0,-8-2 0,5 2 0,-1 0 0,1 1 0,-1 0 0,1 1 0,-1 0 0,1 0 0,-1 0 0,1 1 0,-1 1 0,1 0 0,-15 4 0,-2 5-170,0 1-1,1 1 0,1 1 1,0 0-1,1 2 0,0 1 1,-29 30-1,30-25-6655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31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24575,'-3'14'0,"-7"42"0,2 0 0,3 0 0,2 1 0,6 70 0,1-81 0,2-1 0,2 0 0,2 0 0,2-1 0,29 73 0,-36-107 0,0 0 0,0-1 0,1 1 0,0-1 0,1 0 0,0-1 0,0 0 0,1 0 0,0 0 0,0-1 0,16 11 0,-17-14 0,1 0 0,-1 0 0,1-1 0,0 0 0,0 0 0,0-1 0,0 0 0,0 0 0,1-1 0,-1 0 0,0 0 0,1-1 0,-1 0 0,1-1 0,13-2 0,-10 0 0,1 0 0,-1-1 0,0-1 0,0 0 0,-1 0 0,0-1 0,0-1 0,0 0 0,-1 0 0,19-17 0,-17 11 0,0 0 0,-1 0 0,0-2 0,-1 1 0,-1-1 0,0-1 0,8-20 0,-7 11 0,-1-1 0,-2 1 0,0-1 0,-2-1 0,-1 1 0,-1-1 0,-1 0 0,-1 1 0,-2-1 0,-5-36 0,4 49 0,-1 1 0,0-1 0,-1 1 0,-1 0 0,0 0 0,-1 1 0,0 0 0,-9-13 0,12 19 0,-1 1 0,0 0 0,0 0 0,-1 1 0,1-1 0,-1 1 0,0 0 0,0 0 0,-1 1 0,1-1 0,-1 1 0,1 0 0,-1 1 0,0-1 0,0 1 0,0 1 0,-1-1 0,1 1 0,-10-1 0,7 2 9,-1 0 1,1 1-1,0 0 0,0 0 0,-1 1 1,1 1-1,0-1 0,1 2 0,-1-1 0,1 1 1,-1 0-1,-8 7 0,0 0-306,1 2 0,0 0 0,1 0 0,-20 24 0,16-14-6529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34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136 235 24575,'0'0'0,"0"0"0,5 25 0,1 25 0,-1-1 0,-5 91 0,-1-84 0,-29 969 0,19-615 0,-15 218 0,-26-56 0,40-401 0,-5 44 0,16-213 0,1 1 0,-1 0 0,1-1 0,0 1 0,0 0 0,0-1 0,0 1 0,0 0 0,1-1 0,-1 1 0,1 0 0,-1-1 0,1 1 0,0-1 0,0 1 0,0-1 0,1 1 0,-1-1 0,1 0 0,-1 0 0,1 1 0,0-1 0,2 2 0,2 0 0,1 0 0,0-1 0,0 1 0,0-2 0,1 1 0,14 3 0,-15-4 0,144 50 0,-105-34 0,0-1 0,90 17 0,-25-22 0,147-3 0,-176-9 0,1063-4 0,-938 1 0,293 2 0,-88 3 0,-395-1 0,0 1 0,26 5 0,-16-1 0,-31-8 0,1 0 0,-1 0 0,1-1 0,0 1 0,0-1 0,-1 0 0,2 0 0,-5-4 0,13-474 0,2-50 0,-13 82 0,6-227 0,5-371 0,-28 637 0,20 397 0,0 1 0,0-1 0,-2 1 0,1 0 0,-2 0 0,1 1 0,-2-1 0,1 1 0,-12-15 0,-10 30 0,-6-2 0,-1-1 0,1-1 0,0-2 0,-60-10 0,-86-14 0,-246-3 0,-702 61 0,908-17 0,-162 14 0,-27-13-257,310-14-851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34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2475 0 24575,'-17'5'0,"0"1"0,0 1 0,1 1 0,0 0 0,0 1 0,1 0 0,0 2 0,0-1 0,-21 22 0,-7 13 0,-55 72 0,60-69 0,-6 5-5,-343 417-359,-18-14 49,-75 85 315,-146 122 684,577-614-684,21-19 0,-51 40 0,79-70-28,0 0-1,0 0 1,-1 1-1,1-1 1,0 0 0,-1 0-1,1 0 1,0 1-1,-1-1 1,1 0-1,0 0 1,-1 0-1,1 0 1,0 0 0,-1 1-1,1-1 1,-1 0-1,1 0 1,0 0-1,-1 0 1,1 0-1,-1 0 1,1 0 0,0-1-1,-1 1 1,1 0-1,0 0 1,-1 0-1,1 0 1,0 0-1,-1-1 1,1 1 0,0 0-1,-1 0 1,1 0-1,0-1 1,-1 1-1,1 0 1,0-1-1,0 1 1,-1 0 0,1 0-1,0-1 1,0 1-1,0 0 1,0-1-1,-1 0 1,-2-4-6798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3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37 24575,'-4'-1'0,"0"-1"0,-1 0 0,1 1 0,0-2 0,0 1 0,0 0 0,0-1 0,1 0 0,-5-4 0,1 2 0,7 5 0,-1 0 0,1-1 0,0 1 0,-1-1 0,1 1 0,-1 0 0,1-1 0,-1 1 0,1 0 0,-1-1 0,1 1 0,-1 0 0,1 0 0,-1-1 0,1 1 0,-1 0 0,1 0 0,-1 0 0,0 0 0,1 0 0,-2 0 0,3 16 0,3 3 0,1-1 0,0 0 0,1 0 0,13 26 0,39 65 0,-55-105 0,68 108 0,105 128 0,-48-72 0,239 336 0,-57-36-539,-139-202 313,102 167 226,-166-258 0,223 285-214,-308-431 137,2-2 0,1 0-1,1-1 1,40 29 0,-56-47-6749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28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56 24575,'-28'-28'0,"27"27"0,1 1 0,-1 0 0,0 0 0,0 0 0,1 0 0,-1 0 0,0 0 0,1 0 0,-1 0 0,0 1 0,0-1 0,1 0 0,-1 0 0,0 1 0,1-1 0,-1 0 0,1 1 0,-1-1 0,0 0 0,1 1 0,-1-1 0,1 1 0,-2 0 0,-15 15 0,8-6 0,1 1 0,0 1 0,1-1 0,0 1 0,1 1 0,0-1 0,1 1 0,1 0 0,-6 25 0,2 7 0,-4 75 0,8-60 0,-31 139 0,11-79 0,-61 439 0,56-132 0,19-194 0,-7 384 0,25 3 0,-5-490 0,-1 331 0,24 649 0,-18-963 0,16 150 0,48 286 0,-47-253 0,-15-245 0,9 109 0,-17-151 0,-2 0 0,-9 67 0,-5-38 0,42-64 0,-2-3 0,39 3 0,6 1 0,343 46 0,-324-46 0,145 34 0,-232-43 0,0 1 0,1 0 0,-1-1 0,1 0 0,-1 0 0,1 0 0,-1 0 0,1 0 0,-1-1 0,1 1 0,-1-1 0,0 0 0,1 0 0,4-2 0,-1-2 0,1 1 0,-1-1 0,0-1 0,8-7 0,2-1 0,-16 11 0,1 0 0,-1 1 0,0-1 0,0 0 0,0 1 0,0-1 0,0 0 0,0-3 0,2-4 0,8-29 0,-2-1 0,-2 0 0,4-64 0,4-24 0,9-162 0,-8 50 0,-10 188 0,21-270 0,-27 248 0,4-657 0,-6 521 0,-35-269 0,15 144 0,22-3 0,2 131 0,14-380 0,0 127 0,8-140 0,-18 501 0,34-838 0,-40 870 0,1 11 0,-2 0 0,-17-105 0,17 156 0,1 2 0,0-1 0,-1 1 0,0 0 0,0 0 0,0-1 0,0 1 0,0 0 0,-1 0 0,1 0 0,-1 0 0,0 0 0,0 0 0,0 1 0,0-1 0,-3-2 0,1 1 0,-1 1 0,1-1 0,-1 1 0,0 1 0,0-1 0,0 0 0,0 1 0,-1 0 0,-7-2 0,-56-8 0,30 5 0,-75-11 0,-1 5 0,-143 2 0,-100-20 0,262 20 0,39 7-1365,45 4-5461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3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39 24575,'-23'90'0,"4"1"0,-7 94 0,2-15 0,11-86 0,3 1 0,1 97 0,14-33 0,1 338 0,-10-245 0,-15 261 0,-43 210 0,52-460 0,2-34 0,-4-52 0,-12 302 0,17-287 0,0 43 0,14-164 0,19-59 0,34 0 0,0-3 0,110-16 0,31-1 0,-71 14 0,135-1 0,-192 8 0,117 18 0,-188-22 0,1 1 0,-1 0 0,1-1 0,-1 0 0,1 0 0,-1 1 0,0-1 0,0-1 0,1 1 0,-1 0 0,0 0 0,0-1 0,2-2 0,-13-17 0,4 9 0,1 1 0,1-1 0,0 0 0,1-1 0,0 1 0,-1-20 0,7-80 0,-3 94 0,16-223 0,13-239 0,-28-4 0,-22-911 0,25 223 0,-14 636 0,-18 540 0,-124 21 0,-246 33 0,264-49-682,-145-9-1,244-1-6143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32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 24575,'0'0'0,"0"0"0,0 0 0,0 0 0,0 0 0,0 0 0,0 0 0,-12-1 0,-3-1 0,0 0 0,3 1-8191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33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996 1 24575,'-140'21'0,"41"-8"0,-97 25 0,-149 20 0,157-48 0,160-7 0,28-3 0,0 0 0,0 0 0,0 0 0,0 0 0,0 0 0,0 0 0,0 0 0,0 0 0,0 1 0,0-1 0,0 0 0,0 0 0,0 0 0,0 0 0,0 0 0,0 0 0,0 0 0,0 0 0,0 0 0,0 0 0,0 0 0,0 0 0,17 0 0,51 4 0,-1 3 0,69 15 0,-64-9 0,186 20 0,-204-29 0,1-3 0,95-11 0,-133 9 0,30 1 0,-22 0 0,-24 0 0,-1 0 0,0 0 0,0 0 0,0 0 0,0 0 0,0 0 0,0 0 0,0 0 0,0 0 0,0 0 0,0-1 0,0 1 0,0 0 0,0 0 0,1 0 0,-1 0 0,0 0 0,0 0 0,0 0 0,0-1 0,0 1 0,0 0 0,0 0 0,0 0 0,0 0 0,0 0 0,0 0 0,0 0 0,0-1 0,0 1 0,0 0 0,-1 0 0,1 0 0,0 0 0,0 0 0,0 0 0,0 0 0,0 0 0,0 0 0,0-1 0,0 1 0,0 0 0,0 0 0,0 0 0,0 0 0,-1 0 0,1 0 0,0 0 0,0 0 0,0 0 0,0 0 0,0 0 0,0 0 0,0 0 0,0 0 0,-1 0 0,1 0 0,0 0 0,-12-11 0,-14-10 0,18 18 0,0-1 0,0 1 0,0 1 0,0-1 0,0 1 0,-1 1 0,1 0 0,-17-1 0,3 0 0,-311-58 0,269 46 0,51 12 0,-12-1 0,23 2 0,15 0 0,303 24 0,-155-8 0,-119-12 0,160 18 0,-202-21 0,0 0 0,0 0 0,0 0 0,0 0 0,1 0 0,-1 0 0,0 0 0,0 0 0,0 0 0,0 0 0,0 0 0,0 0 0,0 0 0,0 0 0,0 0 0,0 0 0,0 1 0,0-1 0,0 0 0,0 0 0,0 0 0,0 0 0,1 0 0,-1 0 0,0 0 0,0 0 0,0 0 0,0 1 0,0-1 0,0 0 0,0 0 0,0 0 0,0 0 0,0 0 0,-1 0 0,1 0 0,0 0 0,0 0 0,0 0 0,0 1 0,0-1 0,0 0 0,0 0 0,0 0 0,0 0 0,0 0 0,0 0 0,0 0 0,0 0 0,0 0 0,0 0 0,0 0 0,-1 0 0,1 0 0,0 1 0,0-1 0,0 0 0,0 0 0,0 0 0,0 0 0,0 0 0,0 0 0,0 0 0,-1 0 0,1 0 0,0 0 0,0 0 0,-12 8 0,-19 5 0,-200 49 0,-67 21 0,143-28-1365,101-34-5461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36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1428 1 24575,'-3'0'0,"0"0"0,0 0 0,1 0 0,-1 0 0,0 1 0,0-1 0,0 1 0,-3 1 0,-18 2 0,-213 4 0,132-3 0,-116 19 0,4 1 0,-95 12 0,242-27 0,11-3 0,-95 2 0,230 8 0,262 8 0,74 24 0,-356-45 0,0-2 0,84-8 0,8 0 0,-116 7 0,-22 0 0,-1 0 0,0 0 0,0-1 0,1-1 0,-1 0 0,0 0 0,0-1 0,17-5 0,-46-12 0,5 9 0,1 0 0,-1 2 0,-1-1 0,1 2 0,-1 0 0,-1 1 0,1 1 0,-1 0 0,0 1 0,-19-2 0,-27 0 0,-93 2 0,36 2 0,37-3 0,-16-1 0,-127 8 0,109-1 0,146-7 0,-13 1 0,259-25 0,-166 21 0,-52 3 0,1 3 0,-1 2 0,1 3 0,66 11 0,144 37-1365,-260-48-5461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38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1265 51 24575,'-25'-5'0,"-23"-4"0,-89-6 0,-175 12 0,36 1 0,164 1 0,-54-2 0,122 0 0,-88-6 0,119 9 0,18 4 0,21 5 0,205 0 0,-60-6 0,387 14-1365,-552-17-5461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48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28 24575,'-3'-2'0,"0"0"0,0 0 0,0 0 0,0 0 0,-1 0 0,-3-1 0,4 4 0,0 0 0,0 0 0,0 0 0,1 0 0,-1 1 0,0-1 0,1 1 0,-1 0 0,1 0 0,-1 0 0,1 0 0,0 0 0,0 0 0,0 1 0,0-1 0,1 1 0,-1-1 0,0 1 0,1 0 0,0-1 0,0 1 0,0 0 0,0 0 0,-1 5 0,1 2 0,0-1 0,0 1 0,2 15 0,-1-22 0,2-3 0,-1 1 0,1-1 0,0 0 0,-1 0 0,1 0 0,0 0 0,-1 0 0,1 0 0,0 0 0,-1 0 0,1-1 0,0 1 0,-1-1 0,1 1 0,-1-1 0,1 0 0,-1 0 0,1 1 0,1-3 0,-2 0 0,-1 0 0,1 1 0,-1-1 0,0 0 0,0 0 0,0 0 0,0 0 0,-1 0 0,1 0 0,-1 0 0,1 0 0,-1 1 0,0-1 0,0 0 0,-1 1 0,1-1 0,0 0 0,-1 1 0,0 0 0,1-1 0,-1 1 0,0 0 0,-4-4 0,3 7 0,0-1 0,0 1 0,0 0 0,0 0 0,0 1 0,0-1 0,0 1 0,1-1 0,-1 1 0,1 0 0,-1 0 0,-2 3 0,3-2 0,1-1 0,0 1 0,-1 0 0,1-1 0,1 1 0,-1 0 0,0 0 0,1 0 0,-1 0 0,1 0 0,0 0 0,0 0 0,0 0 0,0-1 0,1 1 0,-1 0 0,1 0 0,0 0 0,-1 0 0,3 4 0,1-6 0,-1-1 0,1 1 0,-1-1 0,0 0 0,1 0 0,-1 0 0,7-1 0,-7 1 0,-2-1 0,1 0 0,0 0 0,0-1 0,-1 1 0,1 0 0,0-1 0,-1 1 0,0-1 0,1 1 0,-1-1 0,0 0 0,0 0 0,0 1 0,0-1 0,1-4 0,4-3 0,5-9 0,16-31 0,-21 37 0,0-6 0,-10 15 0,-8 5 0,5 1 0,0-1 0,0 1 0,1 0 0,-1 1 0,1-1 0,-12 10 0,14-12 0,0 1 0,-1-1 0,1-1 0,-1 1 0,1-1 0,-1 0 0,1 0 0,-1 0 0,1 0 0,-6-2 0,5 1 0,14 8 10,-9-7-34,1 0-1,-1 1 1,0-1-1,0 0 1,0 1-1,1-1 0,-1 0 1,0 1-1,0-1 1,1 0-1,-1 0 1,0 1-1,1-1 1,-1 0-1,0 0 0,1 0 1,-1 1-1,0-1 1,1 0-1,-1 0 1,1 0-1,-1 0 0,0 0 1,1 0-1,-1 0 1,1 0-1,-1 0 1,0 0-1,1 0 1,-1 0-1,0 0 0,1 0 1,-1 0-1,1 0 1,-1 0-1,0 0 1,1-1-1,-1 1 1,0 0-1,1 0 0,-1 0 1,0-1-1,1 1 1,-1 0-1,0-1 1,0 1-1,1 0 0,-1 0 1,0-1-1,0 1 1,1 0-1,-1-1 1,0 1-1,0 0 1,0-1-1,4-6-6801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50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24575,'3'2'0,"0"-1"0,0 0 0,0 1 0,0 0 0,-1 0 0,1 0 0,0 0 0,-1 0 0,4 4 0,0 0 0,77 63 0,273 243 0,101 97 0,-342-311 0,209 210 0,37 30 0,1-50 0,-297-238 0,71 51 0,-110-84-1365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0,6 8 0,1 3 0,2 10 0,0 1 0,1 9 0,-1-1 0,-1 7 0,-2-4 0,-1-6 0,-3-9-8191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1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57 296 24575,'0'0'0,"4"11"0,32 105 0,-60-266 0,-30-60-1365,36 148-5461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1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69 24575,'0'0'0,"0"0"0,-2-5 0,-2-2 0,1 0 0,-3-6 0,1-1 0,1 1 0,0 4-8191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3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1287 24575,'0'0'0,"0"0"0,0 0 0,0 0 0,0 0 0,0 0 0,0 0 0,2 0 0,13-5 0,-1 0 0,0 0 0,0-1 0,0-1 0,-1-1 0,0 0 0,0 0 0,-1-1 0,0-1 0,-1 0 0,0 0 0,0-2 0,10-13 0,14-22 0,-2-2 0,27-52 0,-55 93 0,376-766 0,-339 681 0,6 6 0,-173 333 0,68-127 0,8-20 0,-57 161 0,96-227 0,0 1 0,2 1 0,2-1 0,1 1 0,2 0 0,1 1 0,2-1 0,8 70 0,-6-93 0,1 1 0,0-1 0,1 0 0,0 0 0,1 0 0,0-1 0,1 1 0,0-1 0,9 10 0,-10-14 0,0-1 0,0-1 0,1 1 0,0-1 0,0 0 0,0 0 0,1 0 0,0-1 0,0 0 0,0-1 0,0 1 0,0-2 0,1 1 0,-1-1 0,15 3 0,-7-3 0,0 0 0,0-1 0,0-1 0,0 0 0,1-1 0,-1-1 0,0 0 0,16-5 0,-23 4 0,0 1 0,-1-1 0,1-1 0,-1 1 0,1-1 0,-1 0 0,0-1 0,-1 0 0,1 0 0,-1 0 0,0-1 0,0 0 0,-1 0 0,0 0 0,0-1 0,7-12 0,-2-2 17,-2 0 0,0 0 1,-1-1-1,-1 0 0,-1-1 0,3-28 0,-5 8-512,-1 0 0,-5-61 0,-2 53-6331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3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0,5 0 0,0 1 0,0 1 0,0-1 0,0 1 0,10 4 0,8 3 0,16-1 0,0-1 0,66 3 0,83-8 0,-123-2 0,-43-1-101,44 2-531,105-14 0,-160 11-6194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3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24575,'0'0'0,"0"0"0,4 11 0,21 73 0,26 164 0,1 1 0,-14-112 0,-38-136 0,0-1 0,1 0 0,-1 1 0,0-1 0,0 0 0,0 0 0,0 1 0,0-1 0,0 0 0,0 1 0,0-1 0,0 0 0,0 0 0,0 1 0,0-1 0,0 0 0,-1 1 0,1-1 0,0 0 0,0 0 0,0 1 0,0-1 0,0 0 0,-1 0 0,1 1 0,0-1 0,0 0 0,0 0 0,-1 1 0,1-1 0,0 0 0,0 0 0,-1 0 0,-11 1 0,9-2 0,0 0 0,0 0 0,0 0 0,0 0 0,0 0 0,0 0 0,-3-3 0,0-2 0,-1-1 0,1 0 0,0 0 0,0 0 0,1-1 0,-6-9 0,-1-7 0,-10-25 0,17 36 0,0-1 0,1 1 0,1-1 0,1 0 0,-1 0 0,2 0 0,0-1 0,1 1 0,2-16 0,0 11 0,1 1 0,1-1 0,1 1 0,1 0 0,0 0 0,12-23 0,-4 16 0,1 1 0,0 0 0,2 1 0,1 1 0,0 1 0,2 0 0,0 1 0,2 1 0,29-19 0,-30 22 0,1 2 0,1 1 0,0 1 0,1 1 0,47-16 0,-61 25 30,0 0 0,0 0 0,18 1 0,-24 0-144,0 2 0,0-1-1,0 0 1,0 1 0,0 0 0,0 0-1,0 0 1,-1 0 0,1 1 0,0-1-1,-1 1 1,6 3 0,1 4-6712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4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420 197 24575,'0'0'0,"0"0"0,0 0 0,0-23 0,0 16 0,-1 1 0,0-1 0,-1 1 0,1-1 0,-1 1 0,0 0 0,-1 0 0,0 0 0,0 0 0,0 0 0,0 0 0,-7-7 0,2 3 0,-1 0 0,0 1 0,0 0 0,-1 0 0,-13-9 0,19 16 0,0-1 0,0 1 0,0 0 0,0 0 0,0 0 0,0 1 0,0-1 0,-1 1 0,1 0 0,0 0 0,-1 0 0,1 1 0,-1 0 0,1 0 0,-1 0 0,-4 1 0,3 0 0,0 1 0,0 0 0,0 0 0,1 0 0,-1 1 0,1 0 0,-1 0 0,1 0 0,0 1 0,-7 6 0,-2 5 0,0 0 0,1 1 0,1 0 0,1 1 0,0 0 0,-10 22 0,7-10 0,1 1 0,2 0 0,0 1 0,-8 45 0,16-59 0,0 1 0,2 0 0,0-1 0,0 1 0,2 0 0,0 0 0,1-1 0,1 1 0,9 29 0,-11-45 0,0 1 0,0 0 0,0 0 0,0 0 0,1-1 0,-1 1 0,1-1 0,0 1 0,0-1 0,0 0 0,0 0 0,0 1 0,0-1 0,1-1 0,-1 1 0,1 0 0,-1-1 0,5 3 0,-3-3 0,-1 0 0,1 0 0,0 0 0,0-1 0,0 0 0,0 1 0,0-1 0,0 0 0,0-1 0,0 1 0,0-1 0,5-1 0,1-2 0,1 1 0,-1-2 0,0 1 0,0-1 0,-1-1 0,0 0 0,1 0 0,13-14 0,-5 1 0,-1 0 0,-1-2 0,-1 0 0,-1 0 0,0-2 0,18-42 0,-13 16 0,-1-1 0,13-66 0,-27 96 0,2-36 0,-24 122 0,9-15 60,-5 102 0,14-122-357,1-1 0,1 1 0,2-1 0,13 52 0,-15-75-6529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4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0 24575,'0'0'0,"0"0"0,0 0 0,-10 0 0,-6 1 0,-1 1 0,1 0 0,-1 1 0,1 1 0,0 0 0,-27 12 0,11-2 0,0 2 0,-31 20 0,43-21 0,1 0 0,0 0 0,1 2 0,1 1 0,1 0 0,0 1 0,1 0 0,1 1 0,1 1 0,1 0 0,-18 42 0,27-54 0,-1 1 0,1-1 0,0 1 0,1 0 0,0 0 0,1 0 0,0 0 0,1 17 0,0-20 0,1 1 0,1-1 0,-1 0 0,1 0 0,1 0 0,-1 0 0,1-1 0,0 1 0,1-1 0,0 0 0,0 0 0,0 0 0,5 6 0,3-1 0,0 1 0,1-1 0,0-1 0,1-1 0,0 0 0,0 0 0,1-2 0,0 0 0,0 0 0,22 6 0,-14-7 0,1 0 0,-1-1 0,1-2 0,0 0 0,0-2 0,40-1 0,-52-2 8,-1 0-1,1 0 1,-1-1-1,0-1 1,0 1-1,0-2 1,0 0-1,-1 0 1,1-1-1,-2 0 1,1 0-1,0-1 1,-1-1-1,-1 0 1,15-16-1,-8 5-219,0 0 0,-2-2 0,0 0-1,-1 0 1,-1-1 0,11-33 0,-5 6-6614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5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0 24575,'6'24'0,"-4"0"0,-1 0 0,-1 1 0,-1-1 0,-1 0 0,-6 30 0,5-32 0,-94 535 0,23-147 0,61-300 0,-4 24 0,16-123 0,5-11 0,11-18 0,76-142 0,-62 103 0,2 2 0,3 1 0,52-64 0,-41 72 0,1 1 0,3 2 0,1 2 0,92-56 0,-124 84 0,-33 18 0,-5 3 0,-28 8 0,1 3 0,1 2 0,1 2 0,1 2 0,1 2 0,-63 52 0,98-73 0,-4 4 0,0 1 0,0 0 0,0 0 0,2 1 0,-14 19 0,22-27 0,-1-1 0,2 1 0,-1 0 0,0 0 0,1 0 0,0 0 0,0 0 0,0 0 0,0 0 0,1 0 0,-1 0 0,1 1 0,0-1 0,1 0 0,-1 0 0,1 0 0,-1 0 0,1 0 0,0 0 0,1 0 0,-1 0 0,1 0 0,0 0 0,0 0 0,0-1 0,4 6 0,3 2 0,0 0 0,1-1 0,0 0 0,1-1 0,0 0 0,0 0 0,1-2 0,0 1 0,1-1 0,24 9 0,13 3 0,79 18 0,-104-31 0,276 64 0,-291-66 0,-2-3 0,-1-16 0,-4 1-1365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5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24575,'-36'265'0,"13"-112"0,-4 29 0,-29 288 0,55-430 30,1 0-1,12 77 0,27 70-768,-29-143 25,-3-17-6112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08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60 24575,'-16'-33'0,"37"22"0,-17 8 0,0 1 0,0 0 0,0 1 0,0-1 0,0 1 0,0 0 0,0 0 0,0 0 0,1 0 0,-1 1 0,0 0 0,1 0 0,-1 0 0,0 0 0,1 0 0,-1 1 0,0 0 0,0 0 0,8 3 0,50 12 0,0-3 0,68 6 0,128-4 0,-164-12 0,355-3 0,-93-12 0,-113 7 0,157-3 0,-11 1 0,-252 3 0,322-15 0,-79 10 0,-118 5 0,-148 3 0,-96 6-1365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25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6004 1252 24575,'22'6'0,"-5"-1"0,0-2 0,1 0 0,-1-1 0,1 0 0,-1-2 0,1 0 0,-1-1 0,1-1 0,-1 0 0,1-1 0,17-6 0,-17 1 0,-1 0 0,1 0 0,-2-2 0,1 0 0,-1-1 0,-1-1 0,0 0 0,0-2 0,-2 1 0,22-28 0,-1-5 0,-1-1 0,33-68 0,12-42 0,-69 134 0,-1 0 0,-1-1 0,-1 0 0,7-48 0,-13 65 0,0 1 0,-1-1 0,0 1 0,0-1 0,0 1 0,0 0 0,-1-1 0,0 1 0,-1 0 0,1 0 0,-1 0 0,0 1 0,-1-1 0,0 1 0,1-1 0,-1 1 0,-1 0 0,-5-5 0,-9-7 0,-1 0 0,-1 1 0,-26-14 0,35 22 0,-59-38 0,-81-37 0,122 69 0,0 2 0,-1 1 0,0 1 0,-1 2 0,-60-9 0,-205 10 0,124 7 0,41-4 0,-273-1 0,323 8 0,-582 28 0,-537 1 0,974-37 0,-245-39 0,-478-67 0,719 86 0,148 15 0,-219-15 0,256 24 0,-1 3 0,0 1 0,1 3 0,-69 17 0,-63 30 0,139-39 0,0 3 0,-52 29 0,78-38 0,0 0 0,1 1 0,1 0 0,-1 1 0,2 1 0,-1-1 0,1 2 0,1-1 0,-14 23 0,13-15 0,1 0 0,1 0 0,1 0 0,0 1 0,2 0 0,-6 30 0,5-12 0,1-1 0,2 0 0,2 1 0,1 0 0,2-1 0,1 1 0,2-1 0,2 0 0,1 0 0,2 0 0,2-2 0,20 46 0,-14-44 0,2-1 0,1-2 0,1 0 0,2-1 0,2-1 0,1-2 0,1 0 0,1-2 0,2-1 0,66 44 0,-73-57 0,1-2 0,1-1 0,0-1 0,1-1 0,-1-2 0,2 0 0,31 3 0,11-3 0,116-3 0,-47-12-682,145-28-1,-210 25-6143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0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79 24575,'0'0'0,"0"0"0,24-12 0,-24 12 0,1 0 0,-1 0 0,0-1 0,1 1 0,-1 0 0,0 0 0,1-1 0,-1 1 0,0 0 0,0 0 0,1-1 0,-1 1 0,0 0 0,0-1 0,0 1 0,1 0 0,-1-1 0,0 1 0,0-1 0,0 1 0,0 0 0,0-1 0,0 1 0,0-1 0,0 1 0,0 0 0,0-1 0,0 1 0,0-1 0,0 1 0,0 0 0,0-1 0,0 1 0,0 0 0,-1-1 0,-11-17 0,-20-10 0,29 26 0,0 1 0,0 0 0,0 0 0,0 0 0,-1 0 0,1 1 0,0-1 0,0 1 0,-1 0 0,1 0 0,-1 0 0,1 0 0,0 1 0,0-1 0,-1 1 0,1 0 0,0 0 0,0 0 0,0 1 0,-4 1 0,-8 4 0,2 1 0,-24 16 0,23-12 0,-1 0 0,2 0 0,0 2 0,0 0 0,1 0 0,1 1 0,1 0 0,-10 20 0,6-10 0,2 2 0,1 0 0,1 0 0,-9 43 0,18-66 0,0 1 0,0 0 0,1 0 0,-1 0 0,1 0 0,0 0 0,1 0 0,-1 0 0,1 0 0,0 0 0,0 0 0,1 0 0,-1 0 0,1-1 0,0 1 0,0-1 0,1 1 0,-1-1 0,1 0 0,0 0 0,0 0 0,0 0 0,1-1 0,3 4 0,1-1 0,-1-1 0,1 0 0,0-1 0,0 1 0,0-1 0,0-1 0,1 0 0,0 0 0,-1-1 0,1 0 0,0 0 0,11 0 0,-5-2 0,-1 0 0,1 0 0,-1-2 0,1 0 0,-1 0 0,0-2 0,0 0 0,0 0 0,0-1 0,-1-1 0,1 0 0,-1-1 0,-1 0 0,0-1 0,0-1 0,16-14 0,-7 4 0,-1-2 0,-1 0 0,-2-1 0,0-1 0,-1 0 0,-1-1 0,19-41 0,-31 57 0,0 0 0,0 0 0,0 0 0,-1 0 0,0 0 0,-1 0 0,0-1 0,0 1 0,-1 0 0,0-1 0,0 1 0,-1 0 0,0-1 0,-1 1 0,1 0 0,-2 0 0,1 0 0,-1 0 0,0 0 0,-1 1 0,0-1 0,-9-12 0,11 18 0,1 1 0,-1-1 0,0 1 0,0 0 0,0 0 0,0 0 0,0 0 0,0 0 0,0 0 0,0 0 0,0 1 0,0-1 0,0 1 0,-1-1 0,1 1 0,-3 0 0,-36 3 0,28 0-1365,2 0-5461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0,7 29 0,-6-23-80,1 0 0,0 0-1,0 0 1,1 0 0,0-1-1,0 1 1,0-1 0,0 0-1,1 0 1,0 0 0,0 0 0,0-1-1,1 0 1,0 0 0,0 0-1,6 4 1,-3-4-6746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1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1 713 24575,'0'2'0,"0"-1"0,0 0 0,0 1 0,0-1 0,1 0 0,-1 1 0,1-1 0,-1 0 0,1 1 0,-1-1 0,1 0 0,0 0 0,0 0 0,0 0 0,-1 1 0,1-1 0,0 0 0,0-1 0,0 1 0,1 0 0,-1 0 0,0 0 0,0-1 0,0 1 0,1 0 0,-1-1 0,0 1 0,0-1 0,1 1 0,1-1 0,1 1 0,0 0 0,-1-1 0,1 0 0,0 1 0,0-1 0,-1 0 0,1-1 0,0 1 0,5-2 0,2-2 0,1-1 0,-1-1 0,-1 1 0,1-2 0,-1 1 0,0-2 0,0 1 0,-1-1 0,0-1 0,-1 1 0,1-1 0,-2-1 0,1 0 0,-2 0 0,10-18 0,3-8 0,-3 0 0,-1-2 0,15-56 0,-18 52 0,-2 0 0,-2 0 0,-1-1 0,-3 0 0,-1-66 0,-3 105 0,0-1 0,-1 1 0,0 0 0,1 0 0,-1 0 0,-1 0 0,1 0 0,-1 0 0,1 0 0,-1 1 0,0-1 0,0 0 0,-6-6 0,6 9 0,0-1 0,0 0 0,0 1 0,0-1 0,0 1 0,0 0 0,-1 0 0,1 0 0,-1 0 0,1 0 0,-1 0 0,1 1 0,-1-1 0,1 1 0,-1 0 0,0-1 0,1 1 0,-1 0 0,1 1 0,-1-1 0,0 0 0,-3 2 0,-5 1 0,0 0 0,0 1 0,0 0 0,1 1 0,-1 1 0,1-1 0,0 1 0,1 1 0,0 0 0,0 0 0,0 1 0,-10 12 0,7-6 0,1 0 0,1 1 0,0 0 0,1 1 0,1 0 0,0 0 0,-7 24 0,10-24 0,1 1 0,0-1 0,2 1 0,0-1 0,0 1 0,2 21 0,1-36 0,-1 1 0,0-1 0,1 1 0,0-1 0,0 0 0,0 1 0,0-1 0,0 0 0,0 0 0,0 1 0,1-1 0,-1 0 0,1 0 0,0 0 0,-1-1 0,1 1 0,0 0 0,0-1 0,0 1 0,0-1 0,1 0 0,-1 1 0,0-1 0,0 0 0,1 0 0,-1-1 0,1 1 0,-1 0 0,1-1 0,2 1 0,3 0 0,0 0 0,-1-1 0,1 1 0,0-2 0,0 1 0,-1-1 0,1 0 0,0 0 0,8-4 0,9-5 0,-13 5 0,0 0 0,21-5 0,-30 10 0,-1-1 0,1 1 0,0-1 0,0 1 0,0 0 0,0 0 0,0 0 0,-1 0 0,1 1 0,0-1 0,0 1 0,0 0 0,-1 0 0,1 0 0,0 0 0,-1 0 0,4 3 0,-4-3 0,0 1 0,-1 0 0,1-1 0,-1 1 0,0 0 0,1 0 0,-1 0 0,0 0 0,0 0 0,0 0 0,0 1 0,-1-1 0,1 0 0,-1 0 0,1 1 0,-1-1 0,0 0 0,0 4 0,0 7 0,0-1 0,-4 18 0,2-16 0,-18 132 0,-23 190 0,26 5 0,19-288 0,-1-25 0,0 0 0,-7 48 0,6-74-59,0 0 0,0 0-1,0-1 1,-1 1-1,1 0 1,-1-1 0,1 1-1,-1-1 1,0 1 0,0-1-1,0 1 1,0-1 0,0 1-1,0-1 1,0 0-1,0 1 1,0-1 0,0 0-1,-1 0 1,1 0 0,-1 0-1,-1 1 1,-6 1-6767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4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0 24575,'0'0'0,"0"0"0,0 0 0,0 0 0,0 0 0,-10 8 0,-10 7 0,2 1 0,-1 1 0,2 1 0,1 0 0,0 1 0,1 1 0,1 1 0,1 0 0,1 0 0,1 1 0,1 1 0,1 0 0,0 0 0,2 1 0,1 0 0,1 0 0,1 0 0,1 1 0,1 0 0,2-1 0,0 1 0,5 30 0,-4-45 0,2 1 0,0-1 0,0 0 0,1 0 0,0-1 0,0 1 0,1-1 0,1 0 0,0 0 0,0-1 0,0 1 0,1-1 0,0-1 0,1 1 0,11 7 0,-14-11 0,0 0 0,0-1 0,1 0 0,-1 0 0,1 0 0,0 0 0,0-1 0,0 0 0,0-1 0,0 1 0,1-1 0,-1 0 0,0-1 0,1 1 0,-1-1 0,0-1 0,1 1 0,-1-1 0,0 0 0,0 0 0,1-1 0,-1 0 0,0 0 0,0-1 0,-1 1 0,9-6 0,-4 1 0,0 0 0,-1-1 0,1-1 0,-2 1 0,1-2 0,-1 1 0,-1-1 0,0 0 0,0 0 0,-1-1 0,0 0 0,6-18 0,-1 0 0,-2 0 0,-1 0 0,7-58 0,-12 63 0,0-1 0,-2 0 0,-1 1 0,-4-36 0,3 52 0,-1 0 0,0 0 0,0 0 0,0 0 0,-1 1 0,0-1 0,0 1 0,-1 0 0,0 0 0,0 0 0,-1 0 0,0 1 0,0-1 0,-1 1 0,1 1 0,-1-1 0,-8-5 0,13 10 4,-1 0-1,1 0 1,0 0-1,0 1 0,-1-1 1,1 0-1,0 1 1,-1-1-1,1 1 0,-1-1 1,1 1-1,-1 0 1,1 0-1,-1 0 1,1-1-1,-1 1 0,1 1 1,-1-1-1,1 0 1,-1 0-1,1 0 1,-1 1-1,1-1 0,-1 1 1,1-1-1,0 1 1,-1 0-1,1-1 0,0 1 1,0 0-1,-1 0 1,1 0-1,0 0 1,-1 2-1,-2 1-189,1 1 1,-1 0-1,1-1 0,1 2 1,-1-1-1,1 0 1,-4 10-1,3-6-6640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4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1 668 24575,'4'23'0,"-4"-20"0,1 0 0,-1 0 0,1 0 0,-1 0 0,1 0 0,0 0 0,0-1 0,1 1 0,-1 0 0,0-1 0,1 1 0,0-1 0,-1 1 0,1-1 0,0 0 0,0 0 0,1 0 0,-1 0 0,0 0 0,0 0 0,1-1 0,0 1 0,-1-1 0,1 1 0,0-1 0,-1 0 0,1 0 0,0 0 0,5 0 0,-2-1 0,0 0 0,-1 0 0,1-1 0,-1 0 0,1 0 0,-1 0 0,1-1 0,-1 1 0,0-2 0,0 1 0,0 0 0,0-1 0,0 0 0,0 0 0,5-5 0,14-15 0,-1 0 0,-2-2 0,0 0 0,31-52 0,-41 61 0,-3 3 0,67-105 0,-65 100 0,-1 0 0,-1-1 0,0 0 0,8-36 0,-12 14 0,-4 39 0,0 1 0,0-1 0,0 1 0,0-1 0,0 1 0,-1-1 0,1 1 0,0-1 0,-1 1 0,1 0 0,-1-1 0,1 1 0,-1-1 0,0 1 0,1 0 0,-1-1 0,0 1 0,0 0 0,0 0 0,0 0 0,0 0 0,0 0 0,-2-1 0,2 2 0,-1 0 0,1 0 0,0 0 0,-1 0 0,1 0 0,-1 0 0,1 1 0,-1-1 0,1 1 0,0-1 0,-1 1 0,1-1 0,0 1 0,-1 0 0,1 0 0,0-1 0,0 1 0,0 0 0,0 0 0,0 0 0,0 0 0,0 0 0,-1 2 0,-22 31 0,22-32 0,-11 17 0,2 1 0,0 0 0,2 1 0,0 0 0,1 0 0,1 1 0,1 0 0,1 0 0,1 1 0,1-1 0,0 26 0,3-43 0,0 0 0,0 0 0,1 0 0,0-1 0,0 1 0,0 0 0,1 0 0,0-1 0,0 1 0,0-1 0,0 0 0,0 1 0,1-1 0,0 0 0,0 0 0,0-1 0,0 1 0,1-1 0,0 1 0,-1-1 0,1 0 0,0 0 0,0-1 0,1 1 0,-1-1 0,0 0 0,1 0 0,7 2 0,-5-3 0,1 1 0,0-1 0,0 0 0,0 0 0,0-1 0,0 0 0,0-1 0,0 0 0,0 0 0,-1-1 0,1 0 0,0 0 0,-1 0 0,1-1 0,-1 0 0,0-1 0,8-5 0,1-2 0,-1-1 0,-1 0 0,0-1 0,-1-1 0,0 0 0,-1-1 0,-1 0 0,0-1 0,-1 0 0,9-21 0,-4 5 0,-2 0 0,-2 0 0,-1-1 0,11-62 0,-19 81 0,-1-1 0,0 0 0,-1 0 0,-1 0 0,0 1 0,-1-1 0,-1 0 0,0 1 0,-1 0 0,-7-19 0,10 30 0,0 1 0,0-1 0,0 1 0,-1 0 0,1-1 0,-1 1 0,1 0 0,-1 0 0,0 0 0,0 0 0,0 0 0,0 0 0,0 1 0,0-1 0,0 1 0,-1-1 0,1 1 0,-5-2 0,3 2 0,1 1 0,-1-1 0,1 1 0,-1 0 0,1 0 0,-1 0 0,1 0 0,-1 1 0,1 0 0,-1-1 0,1 1 0,-6 3 0,-4 2 0,0 1 0,0 0 0,0 1 0,1 1 0,-16 14 0,22-17-151,0 0-1,0 0 0,1 0 0,0 1 1,0 0-1,1 0 0,-1 0 1,-4 13-1,-1 3-6674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5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0 24575,'0'0'0,"0"0"0,0 0 0,0 0 0,-1 3 0,-68 128 0,44-87 0,-37 87 0,56-116 0,1 2 0,1-1 0,0 1 0,1-1 0,1 1 0,1 0 0,0 0 0,1 0 0,3 27 0,1-26 0,0-1 0,1 0 0,1 0 0,1 0 0,0-1 0,1 1 0,1-2 0,0 1 0,1-2 0,1 1 0,0-1 0,1-1 0,26 24 0,3-3 0,3-2 0,0-2 0,64 33 0,-105-61 0,1 0 0,-1 0 0,1 0 0,-1 1 0,0-1 0,0 1 0,0 0 0,0 0 0,0 0 0,-1 0 0,0 0 0,1 1 0,-1-1 0,0 1 0,0-1 0,-1 1 0,1 0 0,-1 0 0,0-1 0,0 1 0,0 0 0,0 7 0,-1-7 0,-1-1 0,1 1 0,-1 0 0,0-1 0,0 1 0,0-1 0,-1 1 0,1-1 0,-1 1 0,0-1 0,0 0 0,0 0 0,0 0 0,0 0 0,-1 0 0,0-1 0,1 1 0,-1-1 0,0 1 0,0-1 0,0 0 0,-1 0 0,1 0 0,-7 2 0,-11 5 10,0-2 0,-1 0 0,0-1 0,0-1 0,-1-1 0,1-2 0,-1 0 0,1-1 0,-1-1 0,0-1 0,-33-6 0,36 4-116,1-2 0,-1 0 0,1-1 0,0-1 0,1 0 0,-1-2-1,2 0 1,-1-1 0,1-1 0,1 0 0,0-2 0,0 0 0,-16-18 0,7 2-6720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5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24575,'0'0'0,"11"-1"0,152-27 0,38-5 0,-17 25-1365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6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 24575,'-23'10'0,"11"-4"0,0 1 0,1 0 0,0 1 0,0 0 0,0 1 0,1 0 0,1 0 0,0 1 0,0 0 0,0 1 0,2 0 0,-1 0 0,1 1 0,-7 18 0,6-9 0,0 1 0,2 0 0,0 0 0,2 0 0,0 1 0,2 0 0,0 41 0,3-30 0,1 0 0,10 50 0,-9-69 0,0-1 0,2 1 0,0-1 0,1 0 0,0-1 0,1 1 0,0-1 0,11 14 0,-13-21 0,1 1 0,-1-1 0,1 0 0,0 0 0,0-1 0,1 1 0,0-2 0,7 5 0,-10-7 0,1 0 0,-1 0 0,1 0 0,-1-1 0,1 0 0,0 0 0,0 0 0,-1 0 0,1-1 0,0 0 0,0 0 0,0 0 0,0-1 0,8-1 0,-4-1 0,0 1 0,0-1 0,0-1 0,0 0 0,-1 0 0,1-1 0,-1 0 0,0 0 0,-1-1 0,1 0 0,7-8 0,-6 4 0,-1 0 0,0-1 0,0 0 0,-1 0 0,0-1 0,-1 0 0,7-20 0,-3 1 0,-1 0 0,-1-1 0,-2 0 0,-1-1 0,1-45 0,-5 53 0,-2 1 0,0-1 0,-2 1 0,-1-1 0,-1 1 0,-1 0 0,-17-44 0,21 62 0,-1 1 0,0-1 0,-1 1 0,1 0 0,-1 0 0,0 1 0,0-1 0,0 1 0,-1 0 0,0 0 0,0 0 0,0 0 0,0 1 0,0 0 0,-1 0 0,1 1 0,-1-1 0,-7-1 0,8 3 0,0-1 0,0 2 0,0-1 0,0 1 0,0-1 0,0 1 0,0 1 0,0-1 0,0 1 0,0 0 0,1 0 0,-1 0 0,0 0 0,0 1 0,1 0 0,-1 0 0,1 1 0,-1-1 0,1 1 0,0 0 0,0 0 0,-6 6 0,4-3-124,0 1 0,0 0 0,1 0 0,0 1 0,0-1 0,1 1-1,0 0 1,0 1 0,1-1 0,-4 14 0,3-4-6702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6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0 594 24575,'6'29'0,"-3"-18"0,1 0 0,-1-1 0,9 17 0,-11-27 0,-1 0 0,1 1 0,-1-1 0,1 0 0,-1 0 0,1 0 0,0 1 0,-1-1 0,1 0 0,0 0 0,-1 0 0,1 0 0,-1 0 0,1 0 0,0 0 0,-1 0 0,1 0 0,-1 0 0,1-1 0,0 1 0,-1 0 0,1 0 0,-1-1 0,1 1 0,-1 0 0,2-1 0,17-9 0,-8 2 0,0-1 0,-1 0 0,0-1 0,0 0 0,-1 0 0,0-1 0,-1-1 0,-1 1 0,11-21 0,5-16 0,19-57 0,-30 72 0,-1 4 0,34-77 0,-45 105 0,0 0 0,0 1 0,0-1 0,1 0 0,-1 1 0,0-1 0,0 0 0,0 0 0,0 1 0,0-1 0,0 0 0,-1 0 0,1 1 0,0-1 0,0 0 0,-1 0 0,1 1 0,0-1 0,0 0 0,-1 1 0,1-1 0,-1 1 0,1-1 0,-2-1 0,2 2 0,0 0 0,0 0 0,0-1 0,-1 1 0,1 0 0,0 0 0,0-1 0,-1 1 0,1 0 0,0 0 0,0 0 0,-1 0 0,1-1 0,0 1 0,-1 0 0,1 0 0,0 0 0,0 0 0,-1 0 0,1 0 0,0 0 0,-1 0 0,1 0 0,0 0 0,-1 0 0,1 0 0,0 0 0,-1 0 0,1 0 0,0 0 0,-1 0 0,1 0 0,0 0 0,0 1 0,-1-1 0,1 0 0,0 0 0,0 0 0,-1 1 0,1-1 0,0 0 0,0 0 0,-1 0 0,1 1 0,0-1 0,0 0 0,0 0 0,0 1 0,-1-1 0,1 0 0,0 1 0,0-1 0,0 1 0,-12 37 0,1 0 0,3 1 0,-7 67 0,15-101 0,0-1 0,0 1 0,1-1 0,0 1 0,0-1 0,0 1 0,0-1 0,1 0 0,0 0 0,0 1 0,0-1 0,0-1 0,0 1 0,1 0 0,0 0 0,0-1 0,5 6 0,-2-4 0,-1 0 0,1 0 0,0-1 0,0 1 0,0-1 0,1-1 0,-1 1 0,1-1 0,14 5 0,-16-7 0,0 0 0,0 0 0,0 0 0,1-1 0,-1 0 0,0 0 0,0 0 0,1 0 0,-1-1 0,0 0 0,0 0 0,0-1 0,0 1 0,0-1 0,0 0 0,0 0 0,0-1 0,4-2 0,-2-1 0,-1 1 0,0-1 0,0 0 0,0 0 0,-1-1 0,1 1 0,-2-1 0,1-1 0,-1 1 0,6-14 0,-2 1 0,-1-1 0,-1 0 0,0 0 0,-2 0 0,0-1 0,1-40 0,-5 33 0,-1 1 0,-2-1 0,-1 0 0,-12-47 0,15 71 0,0 1 0,-1 0 0,1-1 0,-1 1 0,0 0 0,0 0 0,-1 0 0,1 0 0,-1 1 0,0-1 0,0 1 0,0-1 0,0 1 0,-1 0 0,1 0 0,-1 1 0,0-1 0,1 1 0,-8-3 0,8 3 0,-1 1 0,0 0 0,0 1 0,0-1 0,0 1 0,0 0 0,0 0 0,0 0 0,0 0 0,0 0 0,1 1 0,-1 0 0,0 0 0,0 0 0,0 0 0,1 1 0,-1 0 0,1-1 0,-1 1 0,1 0 0,0 1 0,-6 3 0,-3 5-151,1 0-1,0 0 0,1 1 0,0 1 1,0-1-1,2 2 0,0-1 1,-11 24-1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07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24575,'0'0'0,"0"0"0,0 0 0,0 0 0,0 0 0,-3 10 0,-6 25 0,2 0 0,1 1 0,-2 48 0,8 113 0,1-101 0,0-38 0,1-14 0,-3-1 0,-1 1 0,-15 83 0,3-54 0,-8 123 0,7-43 0,14-136-682,-1 35-1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13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7 24575,'0'0'0,"0"0"0,0 0 0,0 0 0,0 0 0,0 0 0,-10 1 0,3 0 0,0 0 0,1 0 0,-1-1 0,0 0 0,0 0 0,1 0 0,-1-1 0,0 0 0,1-1 0,-1 1 0,-9-5 0,58 23 0,355 56 0,-218-42 0,73 6 20,288 5 0,260-34-276,-466-8-427,625-11 683,-627 5 0,77 18-165,-310-2 480,0 5 1,107 30-1,-184-40-347,-7-1-271,0 0-1,-1 1 0,23 10 0,-29-11-6522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3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609 713 24575,'-8'118'0,"-3"14"0,-32 104 0,0-2 0,33-158 0,-1 84 0,0 254 0,-1 173 0,1-179 0,-92 587 0,55-468 38,27-234-613,-21 45 442,-7 104 159,23 144-145,-5 69-22,18-163 659,5-121-182,-8 374-286,-5-515-50,4-73 0,9 48 0,8-177 0,0-3 0,2 0 0,7 34 0,-7-47 0,-2-7 0,0 0 0,0 0 0,-1 0 0,0 0 0,0 0 0,0 0 0,-1 0 0,1 0 0,-1 0 0,0 0 0,-1-1 0,1 1 0,-1-1 0,0 0 0,-5 6 0,4-4 0,0 0 0,0 0 0,0 1 0,1 0 0,0-1 0,-3 12 0,6-16 0,0-1 0,0 1 0,0-1 0,0 1 0,1 0 0,-1-1 0,1 1 0,-1-1 0,1 1 0,-1-1 0,1 0 0,0 1 0,0-1 0,-1 1 0,1-1 0,0 0 0,0 0 0,1 0 0,-1 0 0,0 1 0,0-1 0,0-1 0,3 3 0,6 6 0,-8-8 0,0 0 0,0-1 0,1 1 0,-1 0 0,0-1 0,0 1 0,0-1 0,1 0 0,-1 0 0,3 0 0,6 1 0,100 10 0,0-5 0,0-5 0,0-5 0,0-4 0,135-29 0,-227 34 0,0 2 0,27 0 0,20-1 0,-63 2 0,0 0 0,-1-1 0,1 1 0,0-1 0,0 0 0,0 1 0,0-1 0,-1 0 0,1-1 0,0 1 0,-1 0 0,1-1 0,-1 0 0,0 1 0,1-1 0,2-4 0,-3 3 0,0 0 0,0-1 0,-1 1 0,1-1 0,-1 1 0,0-1 0,0 0 0,0 0 0,-1 0 0,1 1 0,-1-1 0,0-7 0,0-41 0,20-325 0,10 158 0,41-380 0,-39 159-1,32-604-961,-58 529 962,0 80 0,-1 182 0,9-372 0,-1-385 0,-10 512 0,-22-494-92,-50 181 141,50 638-44,-23-306 718,22 224-445,14 119-278,2 12 0,0 90 0,0-29 0,3 61 0,1-1 0,-1 1 0,0 0 0,0-1 0,0 1 0,0 0 0,0 0 0,0 0 0,-1 0 0,1 0 0,-3-2 0,2 1 0,14 12 0,-8-6 0,-3-1 0,0 0 0,0 0 0,0 0 0,0 0 0,0 0 0,-1 0 0,1 0 0,0 5 0,1 3 0,-18-13 0,-11-2 0,-88-22 0,100 22 0,0-1 0,0 0 0,1-1 0,0-1 0,-20-13 0,-106-69 0,137 88 0,0-1 0,1 1 0,0-1 0,-1 0 0,1 0 0,-3-5 0,-6-5 0,10 13 0,0 0 0,1 0 0,-1 1 0,1-1 0,-1 0 0,1 1 0,-1-1 0,1 0 0,-1 1 0,1-1 0,-1 1 0,1-1 0,0 1 0,-1-1 0,1 1 0,0-1 0,-1 1 0,1-1 0,0 1 0,0-1 0,-1 1 0,1 0 0,0-1 0,0 1 0,0-1 0,0 1 0,0 0 0,0-1 0,0 1 0,0 0 0,-5 29 0,1 0 0,0 40 0,0-3 0,-10 119 0,-25 220 0,15-202 0,7-41 0,16-156-170,0 1-1,1-1 0,0 0 1,1 1-1,0-1 0,0 1 1,3 8-1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33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0 24575,'0'0'0,"0"0"0,0 0 0,-8 9 0,-19 19 0,1 1 0,2 1 0,1 1 0,2 1 0,-27 52 0,21-32 0,0-4 0,-37 100 0,61-139 0,1 0 0,-1 0 0,2 0 0,0 0 0,0 0 0,0 1 0,1-1 0,2 17 0,-1-22 0,-1 0 0,1 0 0,0-1 0,1 1 0,-1 0 0,0-1 0,1 1 0,0-1 0,0 1 0,0-1 0,0 0 0,1 0 0,-1 0 0,1 0 0,0 0 0,0 0 0,0-1 0,0 0 0,0 1 0,0-1 0,1 0 0,-1 0 0,5 1 0,10 3 0,2-1 0,-1 0 0,0-2 0,1 0 0,0-1 0,0-1 0,0-1 0,-1 0 0,23-5 0,22-6 0,90-27 0,-61 13 0,-93 25-13,4-1 30,0 1 0,-1-1 0,1 0-1,-1-1 1,1 1 0,-1-1 0,6-3 0,-8 5-65,-1-1 0,1 0 0,-1 0 0,1 0 0,-1 0 0,1 0 0,-1 1 0,0-1 0,1 0 0,-1 0 0,0 0 0,0 0 0,1 0 0,-1 0 0,0 0 0,0 0 0,0 0 0,-1 0 0,1 0 0,0 0 1,0 0-1,0 0 0,-1 0 0,1 0 0,0 0 0,-1 0 0,1 0 0,-1 0 0,1 0 0,-2 0 0,-5-14-6778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33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24575,'0'0'0,"0"0"0,0 0 0,0 0 0,0 0 0,0 0 0,1 4 0,0 0 0,0-1 0,0 1 0,-1 0 0,1 7 0,-3 3 0,0-1 0,-1 1 0,0 0 0,-1-1 0,-1 0 0,-7 17 0,4-12 0,1 0 0,-7 33 0,3 24 0,3 1 0,3 105 0,4-164 0,-1-1 0,0 1 0,-1 0 0,-7 21 0,-5 25 0,15-63 0,0 0 0,-1 0 0,1 0 0,0-1 0,0 1 0,0 0 0,0 0 0,-1 0 0,1 0 0,0 0 0,0-1 0,0 1 0,0 0 0,-1 0 0,1 0 0,0 0 0,0 0 0,-1 0 0,1 0 0,0 0 0,0 0 0,0 0 0,-1 0 0,1 0 0,0 0 0,0 0 0,-1 0 0,1 0 0,0 0 0,0 0 0,0 0 0,-1 0 0,1 0 0,0 0 0,0 0 0,0 0 0,-1 1 0,1-1 0,0 0 0,0 0 0,0 0 0,0 0 0,-1 0 0,1 1 0,0-1 0,0 0 0,0 0 0,0 0 0,0 1 0,0-1 0,-1 0 0,1 0 0,0 0 0,0 1 0,0-1 0,0 0 0,-7-23 0,15-9-1365,-2 17-5461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3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49 574 24575,'-1'24'0,"-2"-1"0,-1 0 0,-10 35 0,-1 12 0,10-47 0,2 0 0,1 1 0,0 0 0,2-1 0,1 1 0,1 0 0,7 34 0,-9-57 0,1 1 0,-1-1 0,1 1 0,-1-1 0,1 1 0,-1-1 0,1 0 0,0 1 0,0-1 0,0 0 0,0 1 0,0-1 0,0 0 0,0 0 0,0 0 0,0 0 0,0 0 0,1 0 0,-1 0 0,0-1 0,3 2 0,-2-1 0,0-1 0,1 0 0,-1 1 0,0-1 0,1 0 0,-1 0 0,0 0 0,1 0 0,-1-1 0,0 1 0,1-1 0,3 0 0,5-4 0,0 0 0,0 0 0,-1-1 0,13-10 0,-18 14 0,8-8 0,-1 1 0,0-1 0,0-1 0,-1 0 0,0-1 0,-1 0 0,0 0 0,-1-1 0,-1-1 0,0 1 0,-1-1 0,0-1 0,9-28 0,-11 25 0,-1 0 0,-1-1 0,0 1 0,-2-1 0,0 0 0,-1 1 0,-1-1 0,0 0 0,-2 1 0,0-1 0,-8-25 0,8 34 0,0 1 0,-1-1 0,1 1 0,-2 0 0,-6-11 0,8 17 0,1 0 0,-1-1 0,0 2 0,0-1 0,0 0 0,0 1 0,-1-1 0,1 1 0,0 0 0,-1 0 0,0 0 0,0 0 0,1 1 0,-1 0 0,-7-2 0,8 2 0,-1 1 0,0-1 0,1 1 0,-1 0 0,1 0 0,-1 0 0,0 0 0,1 1 0,-1-1 0,0 1 0,-6 2 0,9-2 0,-1 0 0,1-1 0,-1 1 0,1 0 0,0 0 0,-1 0 0,1 0 0,0 0 0,0 1 0,0-1 0,0 0 0,0 0 0,0 1 0,0-1 0,0 1 0,0-1 0,1 1 0,-1-1 0,1 1 0,-1-1 0,1 1 0,-1-1 0,1 1 0,0 0 0,0-1 0,0 1 0,0 0 0,0 1 0,0 1 0,1 0 0,-1 1 0,1-1 0,0 0 0,0 0 0,0 0 0,0 0 0,1 0 0,0 0 0,0-1 0,0 1 0,0 0 0,0-1 0,6 6 0,-6-7 0,1 0 0,-1 0 0,1 0 0,0-1 0,0 1 0,-1-1 0,1 1 0,0-1 0,1 0 0,-1 0 0,0 0 0,0-1 0,0 1 0,0-1 0,1 0 0,-1 0 0,0 0 0,0 0 0,1 0 0,4-2 0,-1 0 0,0 0 0,0 0 0,0-1 0,0 0 0,0 0 0,-1 0 0,0-1 0,1 0 0,-1-1 0,9-8 0,4-6 0,27-32 0,-28 29 0,0-1 0,0 0 0,-2-1 0,-1-1 0,17-37 0,34-108 0,-39 94 0,-22 61 0,-5 15 0,0 0 0,0 0 0,0 0 0,0 0 0,0 0 0,0 1 0,1-1 0,-1 0 0,0 0 0,0 0 0,0 0 0,0 0 0,0 0 0,0 0 0,0 0 0,0 0 0,0 0 0,0 0 0,0 0 0,0 0 0,0 0 0,0 0 0,0 0 0,0 0 0,0 0 0,0 0 0,0 0 0,0 0 0,0 0 0,0 0 0,-5 25 0,-1 4 0,-12 212 0,11-107 0,-17 406 0,24-527 0,-2 34 0,2 0 0,10 80 0,11-245 0,-19 109 0,15-69 0,4 2 0,3 0 0,50-106 0,-67 170 0,0 0 0,0 1 0,1 0 0,1 0 0,0 1 0,0 0 0,1 1 0,0 0 0,0 0 0,1 1 0,17-9 0,-57 64 0,21-37 0,0 0 0,-1 0 0,0-1 0,0 0 0,-19 13 0,-58 34 0,61-41 0,18-10 0,-1-1 0,2 2 0,-1-1 0,0 1 0,1 0 0,0 0 0,1 0 0,-1 1 0,-4 7 0,9-11 0,0-1 0,-1 1 0,1-1 0,0 1 0,0 0 0,0-1 0,1 1 0,-1 0 0,1 0 0,-1-1 0,1 1 0,0 0 0,0 0 0,0-1 0,1 1 0,-1 0 0,1 0 0,-1-1 0,1 1 0,0 0 0,0-1 0,0 1 0,0 0 0,1-1 0,-1 0 0,1 1 0,-1-1 0,1 0 0,0 0 0,4 4 0,3 2 0,1 0 0,0 0 0,0-1 0,1 0 0,0-1 0,0-1 0,0 1 0,1-2 0,20 6 0,10 0 0,66 6 0,-73-12 0,1 1 0,52 15 0,-70-14-170,0 0-1,0 1 0,-1 0 1,0 2-1,-1 0 0,0 1 1,19 15-1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35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24575,'28'7'0,"18"2"0,1-2 0,1-2 0,62-2 0,-17 0 0,338 4 0,-268-22 0,-348 28-1365,175-13-5461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35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79 24575,'-13'7'0,"12"-7"0,0 1 0,0 0 0,1 0 0,-1-1 0,0 1 0,0-1 0,0 1 0,0 0 0,0-1 0,0 0 0,0 1 0,-1-1 0,1 0 0,0 0 0,0 1 0,0-1 0,0 0 0,-2 0 0,-37-23 0,17 12 0,25 13 0,-1 1 0,1-1 0,0 0 0,0 0 0,0-1 0,0 1 0,1 0 0,-1-1 0,0 1 0,1-1 0,-1 0 0,1 1 0,-1-1 0,1 0 0,0-1 0,-1 1 0,1 0 0,0-1 0,5 1 0,85-2 0,0-3 0,-1-4 0,113-25 0,22-8 0,-201 40 0,-26 1 0,0 0 0,0 0 0,1 0 0,-1 0 0,0 0 0,0 0 0,0 0 0,0 0 0,0 1 0,0-1 0,0 0 0,0 0 0,0 0 0,0 0 0,0 0 0,0 0 0,0 0 0,0 0 0,0 0 0,0 0 0,1 0 0,-1 0 0,0 0 0,0 0 0,0 1 0,0-1 0,0 0 0,0 0 0,0 0 0,0 0 0,0 0 0,0 0 0,0 0 0,0 0 0,0 0 0,0 0 0,0 0 0,0 0 0,0 1 0,-1-1 0,1 0 0,0 0 0,0 0 0,0 0 0,0 0 0,0 0 0,0 0 0,0 0 0,0 0 0,0 0 0,0 0 0,0 0 0,0 0 0,0 0 0,0 0 0,0 0 0,0 1 0,0-1 0,-1 0 0,1 0 0,0 0 0,0 0 0,-13 6 0,-13 3-1365,17-6-5461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36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816 874 24575,'-2'0'0,"-1"0"0,1 0 0,-1 1 0,0-1 0,1 1 0,-1 0 0,1 0 0,-1 0 0,1 0 0,0 0 0,-1 0 0,1 1 0,0-1 0,0 1 0,0 0 0,0-1 0,0 1 0,0 0 0,-1 3 0,-4 4 0,1 1 0,0 0 0,-6 14 0,-11 19 0,-10-8 0,28-57 0,-7-17 0,-1 1 0,-2 1 0,-28-51 0,-240-371 0,260 427 0,-2 2 0,-40-39 0,-10-10 0,51 51 0,-7-10 0,-37-32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48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24575,'3'0'0,"0"1"0,0-1 0,0 0 0,0 1 0,0-2 0,1 1 0,2-1 0,2 1 0,-5 0 0,1 1 0,0 0 0,0 0 0,0 0 0,-1 0 0,1 0 0,6 4 0,14 5 0,17 1 0,0-3 0,0-1 0,44 2 0,131-5 0,-65-3 0,1128-37 0,-295-8-563,398 38 460,-1113 8 93,996 7 10,-1060-6 338,301 44 0,-496-45-476,0 1-1,-1-1 1,1 2-1,-1-1 0,9 6 1,-12-6-396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26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24575,'13'20'0,"-1"2"0,-1 0 0,-1 1 0,-2 0 0,0 1 0,7 37 0,13 130 0,-18-105 0,36 461 0,-33-266 0,10 338 0,-24-408 0,5 117 0,-2-303 0,1 1 0,12 44 0,-31-85 0,-2-29-1365,11 21-5461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28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2 203 24575,'0'0'0,"0"0"0,0 0 0,0 0 0,0 0 0,11-3 0,39-7 0,1 2 0,56-1 0,105 5 0,11 1 0,528-63 0,-346 29 0,-95 11 0,83 11 0,-39 3 0,-303 12 0,-40 0 0,0 1 0,0-2 0,1 1 0,-1-2 0,0 1 0,16-6 0,-28 12 0,1 0 0,-1-1 0,1 1 0,0-1 0,1 7 0,-1-4 0,-11 205 0,1-31 0,-32 578 0,12 92 0,29-708 0,1 14 0,2-33 0,-26 222 0,20-323 0,-1 45 0,-24-75 0,25 6 0,-1 0 0,0 0 0,0 0 0,1 0 0,-1 1 0,0 0 0,0 0 0,0 0 0,1 1 0,-10 1 0,-43 7 0,0-2 0,-1-3 0,-86-5 0,5 1 0,32 4 0,-131 1 0,134-7 0,-373-28 0,-208-35 0,660 63 0,-347 1 0,165 5 0,182-5 0,10 1 0,0-1 0,1 2 0,-1 0 0,0 1 0,-14 4 0,38-10 0,-1 0 0,1 0 0,-1-1 0,-1 0 0,1 0 0,7-7 0,-8 4 0,1 0 0,-1 0 0,0-1 0,-1 0 0,0 0 0,-1-1 0,0 1 0,7-20 0,0-8 0,9-45 0,-6 21 0,19-103 0,-33 159 0,1-2 0,0-1 0,0 0 0,-1-1 0,0 1 0,-1 0 0,0-15 0,0 23 2,0-1 1,0 1-1,0-1 0,0 1 0,-1-1 0,1 1 0,0 0 0,0-1 1,0 1-1,0 0 0,-1-1 0,1 1 0,0 0 0,0-1 0,-1 1 0,1 0 1,0-1-1,-1 1 0,1 0 0,0 0 0,-1-1 0,1 1 0,0 0 1,-1 0-1,1 0 0,-1-1 0,1 1 0,0 0 0,-1 0 0,1 0 1,-1 0-1,1 0 0,-1 0 0,1 0 0,0 0 0,-1 0 0,1 0 1,-1 0-1,1 0 0,0 0 0,-1 0 0,1 1 0,-1-1 0,1 0 0,0 0 1,-1 0-1,1 1 0,0-1 0,-1 0 0,1 0 0,0 1 0,-1-1 1,1 0-1,0 1 0,-1-1 0,-21 19-1487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6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24575,'0'0'0,"-2"41"0,-3-1 0,-1 1 0,-2-1 0,-15 42 0,-2 16 0,-23 141 0,-33 463 0,23-279 0,63-513 0,0 39 0,3 1 0,2 0 0,2 1 0,29-74 0,-35 110 0,1 0 0,1 0 0,0 1 0,1 0 0,0 1 0,1 0 0,0 0 0,1 1 0,0 0 0,0 1 0,1 0 0,0 1 0,1 0 0,0 1 0,20-8 0,-29 14 0,0 0 0,0 0 0,0 0 0,0 1 0,0-1 0,1 1 0,-1 0 0,0 0 0,0 1 0,0-1 0,0 1 0,0 0 0,0 0 0,0 1 0,0-1 0,-1 1 0,1-1 0,5 5 0,7 3 0,0 2 0,22 19 0,-31-25 0,6 6 0,-1 1 0,0 0 0,-1 0 0,-1 1 0,1 0 0,-2 1 0,0 1 0,13 27 0,-18-33 0,-1 1 0,1 0 0,-2-1 0,1 2 0,-1-1 0,-1 0 0,0 0 0,0 0 0,-1 1 0,0-1 0,-1 0 0,0 1 0,-1-1 0,0 0 0,-5 13 0,4-13 0,-2 0 0,1-1 0,-1 1 0,-1-1 0,0 0 0,0 0 0,-1-1 0,0 0 0,0 0 0,-1 0 0,0-1 0,0 0 0,-14 8 0,4-5 0,1-1 0,-1-1 0,0-1 0,-1 0 0,0-2 0,-31 6 0,46-10 0,-28 6 0,0-2 0,-1-1 0,1-1 0,-43-2 0,70-2 12,1 1 0,0-1 0,0 0 0,0 0 0,0 0 0,0-1 0,0 1 0,0-1 0,-6-4 0,8 5-86,0-1-1,1 1 1,-1-1 0,0 0 0,1 1-1,0-1 1,-1 0 0,1 0 0,0 0-1,0 0 1,0 0 0,0 0 0,0 0-1,1 0 1,-1-1 0,0 1 0,1 0-1,0 0 1,0-3 0,0-12-6752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7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506 333 24575,'0'0'0,"3"-17"0,0 5 0,-2 1 0,1-1 0,-2 0 0,0 0 0,-2-21 0,1 28 0,0 0 0,0 0 0,0 1 0,-1-1 0,0 0 0,0 1 0,0 0 0,0-1 0,-1 1 0,0 0 0,1 0 0,-2 0 0,1 1 0,0-1 0,-1 1 0,1 0 0,-5-3 0,-2-1 0,0 1 0,0 0 0,0 1 0,0 0 0,-1 1 0,0 0 0,0 0 0,0 1 0,0 1 0,0 0 0,-1 0 0,1 1 0,-1 1 0,1 0 0,-1 0 0,1 1 0,-1 1 0,1 0 0,0 0 0,0 1 0,0 1 0,0 0 0,0 0 0,1 1 0,0 0 0,0 1 0,0 0 0,0 1 0,1 0 0,0 0 0,1 1 0,0 0 0,0 1 0,-10 13 0,6-3 0,0 1 0,1 0 0,1 1 0,1 0 0,1 0 0,1 1 0,1 0 0,0 0 0,2 0 0,1 1 0,0 0 0,2 0 0,1 0 0,0 0 0,2-1 0,1 1 0,0 0 0,10 28 0,-8-35 0,1-1 0,0 0 0,1 0 0,1 0 0,0-1 0,1 0 0,1-1 0,0 0 0,12 12 0,-18-21 0,0-1 0,0 1 0,0-1 0,0 0 0,0 0 0,1 0 0,-1 0 0,1-1 0,-1 0 0,1 0 0,0 0 0,0-1 0,0 1 0,0-1 0,0 0 0,1-1 0,-1 1 0,0-1 0,0 0 0,0-1 0,1 1 0,-1-1 0,0 0 0,0 0 0,0 0 0,0-1 0,0 0 0,0 0 0,-1 0 0,1-1 0,-1 1 0,7-6 0,1-2 0,0 0 0,-1 0 0,0-1 0,-1-1 0,0 0 0,-1 0 0,-1-1 0,10-17 0,49-117 0,-55 115 0,27-48 0,-46 101 0,0-1 0,2 1 0,0 1 0,2-1 0,0 1 0,1 27 0,2-19 0,1 0 0,2 0 0,13 58 0,-15-82 0,0-1 0,1 1 0,0-1 0,0 0 0,1 0 0,0 0 0,-1 0 0,1 0 0,1 0 0,-1-1 0,1 0 0,6 6 0,-8-9 0,-1 1 0,2-1 0,-1 0 0,0 0 0,0 0 0,0 0 0,0 0 0,1-1 0,-1 1 0,0-1 0,1 0 0,-1 1 0,0-1 0,1 0 0,-1 0 0,0 0 0,1-1 0,-1 1 0,0-1 0,1 1 0,-1-1 0,0 0 0,0 0 0,0 0 0,1 0 0,-1 0 0,0 0 0,0 0 0,-1-1 0,1 1 0,0-1 0,2-2 0,7-7 0,0 0 0,0-1 0,-1-1 0,-1 1 0,0-2 0,-1 1 0,0-1 0,8-21 0,0-7 0,19-74 0,-10-20 0,-10 42 0,-13 86 0,-1 6 0,0 0 0,-1 1 0,1-1 0,-1 0 0,1 0 0,-1 0 0,0 0 0,0 0 0,0 0 0,0 1 0,0-3 0,0 4 0,-1 0 0,1 0 0,0 0 0,0 0 0,0 0 0,-1 0 0,1 0 0,0 0 0,0 0 0,0 0 0,-1 0 0,1 0 0,0 0 0,0 1 0,0-1 0,0 0 0,-1 0 0,1 0 0,0 0 0,0 0 0,0 1 0,0-1 0,0 0 0,0 0 0,-1 0 0,1 0 0,0 1 0,0-1 0,0 0 0,0 0 0,0 0 0,0 1 0,0-1 0,0 0 0,0 0 0,0 1 0,0-1 0,0 0 0,0 0 0,0 0 0,0 1 0,-3 10 0,-3 57 0,4-1 0,10 123 0,-4-138 0,0 13 0,6 148 0,-10-251 0,20-339 0,-14 319 0,4-1 0,2 2 0,2-1 0,34-85 0,-39 121 0,2 1 0,21-34 0,-25 46 0,-1 0 0,2 0 0,-1 1 0,1 0 0,1 0 0,-1 0 0,17-9 0,-23 15 0,1 1 0,0 0 0,0-1 0,0 1 0,0 0 0,0 1 0,0-1 0,0 1 0,0-1 0,0 1 0,0 0 0,0 0 0,0 0 0,0 1 0,0-1 0,0 1 0,0-1 0,0 1 0,0 0 0,0 0 0,0 0 0,-1 1 0,1-1 0,0 1 0,-1-1 0,1 1 0,-1 0 0,1 0 0,2 4 0,2 1 0,0 1 0,0 0 0,-1 0 0,0 0 0,-1 1 0,0 0 0,7 17 0,-5-6 0,-1 1 0,0 0 0,-2 0 0,0 0 0,0 30 0,-7 111 0,0-26 0,4-124-227,0 0-1,1 0 1,0-1-1,1 1 1,5 13-1,-5-15-6598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8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315 220 24575,'0'0'0,"0"0"0,15-19 0,-12 16 0,-1-2 0,1 1 0,-1 0 0,0 0 0,0-1 0,-1 1 0,1-1 0,-1 0 0,0 1 0,0-1 0,0-7 0,0-1 0,-1 0 0,-4-25 0,3 35 0,1 0 0,-2 0 0,1 0 0,0 1 0,0-1 0,-1 0 0,0 0 0,0 1 0,1-1 0,-1 1 0,-1 0 0,1-1 0,0 1 0,0 0 0,-1 0 0,-2-1 0,-2-2 0,-1 0 0,1 1 0,-1 0 0,-12-4 0,16 7 0,-1-1 0,0 1 0,0 0 0,0 0 0,0 1 0,0-1 0,0 1 0,0 0 0,0 1 0,0-1 0,0 1 0,0 0 0,0 0 0,-9 4 0,7-2 0,1 0 0,0 1 0,0 0 0,0 0 0,0 0 0,0 1 0,1 0 0,0 0 0,-6 9 0,-2 3 0,1 2 0,1 0 0,1 0 0,1 0 0,-13 42 0,11-26 0,2 0 0,2 0 0,1 1 0,-2 42 0,7-51 0,2 0 0,0-1 0,2 1 0,1-1 0,1 0 0,11 35 0,-14-55 0,0 1 0,1-1 0,0 0 0,0 0 0,0-1 0,1 1 0,0-1 0,0 0 0,0 0 0,1 0 0,0 0 0,6 4 0,-8-7 0,0 0 0,0 0 0,1 0 0,-1 0 0,1-1 0,-1 0 0,1 0 0,-1 0 0,1 0 0,-1 0 0,1-1 0,0 0 0,0 1 0,-1-1 0,1-1 0,0 1 0,-1 0 0,1-1 0,0 0 0,-1 0 0,1 0 0,4-2 0,1-2 0,0 0 0,-1-1 0,1 1 0,-1-2 0,-1 1 0,1-1 0,-1 0 0,0-1 0,-1 1 0,0-1 0,0-1 0,6-12 0,3-7 0,-1-1 0,15-46 0,-16 36 0,-1 1 0,-2-2 0,-2 1 0,-2-1 0,3-68 0,-9 107 0,1 7 0,1 18 0,0 33 0,-7 325 0,4-377-91,1 0 0,0 0 0,0 0 0,0 0 0,1 0 0,-1 0 0,1 0 0,0 0 0,1 0 0,-1 0 0,1 0 0,0-1 0,0 1 0,4 5 0,1 0-6735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9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24575,'0'0'0,"0"0"0,0 0 0,13 20 0,-11-14 0,0 0 0,0 0 0,-1 0 0,0 1 0,0-1 0,-1 0 0,1 1 0,-2 5 0,-6 56 0,3-43 0,-54 372 0,18-200 0,35-180 0,5-17 0,0 0 0,0 0 0,0 0 0,0 0 0,-1 0 0,1 0 0,0 0 0,0 0 0,0 0 0,0 0 0,0 0 0,0 0 0,-1 0 0,1 0 0,0 0 0,0 0 0,0 0 0,0 0 0,0 0 0,0 0 0,0 0 0,-1 0 0,1 0 0,0 0 0,0 0 0,0-1 0,0 1 0,0 0 0,0 0 0,0 0 0,0 0 0,0 0 0,-1 0 0,1 0 0,0 0 0,0-1 0,0 1 0,0 0 0,0 0 0,0 0 0,0 0 0,0 0 0,0 0 0,0-1 0,0 1 0,0 0 0,0 0 0,0 0 0,0 0 0,0 0 0,0 0 0,0 0 0,0-1 0,0 1 0,0 0 0,-4-37 0,1-47 0,9-108 0,-3 158 0,2 0 0,2 0 0,1 0 0,1 1 0,2 0 0,15-32 0,-16 45 0,0 0 0,1 0 0,1 2 0,1-1 0,17-18 0,-24 31 0,-1 1 0,1 0 0,0 1 0,0-1 0,0 1 0,1 0 0,-1 0 0,8-2 0,-9 4 0,0 1 0,0 0 0,0 0 0,0 0 0,0 0 0,0 1 0,0 0 0,0 0 0,0 0 0,0 0 0,0 1 0,0 0 0,6 2 0,-7-2 0,0 1 0,0 0 0,0 0 0,0 1 0,-1-1 0,1 1 0,-1 0 0,1 0 0,-1 0 0,0 0 0,0 0 0,0 1 0,0 0 0,-1-1 0,0 1 0,1 0 0,-1 0 0,-1 0 0,2 5 0,4 11 0,-1 0 0,6 38 0,-10-47 0,7 45 0,-2 0 0,-2 0 0,-6 108 0,-3-118 0,1-21 0,1 0 0,1 0 0,3 37 0,-2-61-38,0 1 0,0-1 0,1 0 1,-1 1-1,0-1 0,0 0 0,1 0 0,-1 1 0,1-1 0,-1 0 0,1 0 0,0 1 0,-1-1 0,1 0 0,0 0 0,0 0 1,0 0-1,0 0 0,0 0 0,0 0 0,0 0 0,0-1 0,0 1 0,0 0 0,0-1 0,1 1 0,-1-1 0,0 1 0,0-1 1,1 1-1,-1-1 0,0 0 0,1 0 0,-1 1 0,3-1 0,3-1-6788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41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613 211 24575,'-1'-2'0,"-1"0"0,1 0 0,0-1 0,0 1 0,0 0 0,0-1 0,0 1 0,-1-4 0,-3-9 0,1 4 0,-1 0 0,0 1 0,-1 0 0,0 0 0,-1 0 0,0 1 0,-1 0 0,0 0 0,0 1 0,-1 0 0,1 1 0,-2 0 0,1 0 0,-1 1 0,0 0 0,-1 0 0,1 1 0,-1 1 0,0 0 0,0 0 0,-1 1 0,-13-2 0,15 4 0,1 0 0,-1 1 0,0 0 0,0 1 0,1 0 0,-1 0 0,1 1 0,-1 0 0,1 1 0,-1 0 0,1 0 0,-11 6 0,8-2 0,1 0 0,0 1 0,0 0 0,1 1 0,0 0 0,0 1 0,1 0 0,-9 12 0,2 2 0,2 0 0,0 0 0,2 2 0,0-1 0,2 1 0,1 1 0,1 0 0,-5 29 0,-5 54 0,6 1 0,2 199 0,10-294 0,0 0 0,2 1 0,0-1 0,1 0 0,5 16 0,-6-27 0,0 0 0,0-1 0,0 1 0,0-1 0,1 1 0,-1-1 0,1 0 0,1 0 0,-1 0 0,0-1 0,1 1 0,0-1 0,-1 0 0,1 0 0,1 0 0,-1 0 0,0-1 0,1 0 0,-1 0 0,8 3 0,-4-3 0,0 0 0,0-1 0,1 1 0,-1-2 0,0 1 0,0-1 0,1 0 0,-1-1 0,0 0 0,14-4 0,-10 2 0,1-2 0,-1 1 0,0-2 0,0 0 0,-1 0 0,13-9 0,-1-4 0,0 0 0,-1-1 0,-1-1 0,-1-1 0,21-30 0,2-13 0,-3-2 0,-2-2 0,51-133 0,-67 149 0,-4-1 0,-1-1 0,15-98 0,-31 153 0,-1-1 0,0 1 0,0 0 0,0-1 0,0 1 0,1 0 0,-1-1 0,0 1 0,0 0 0,0-1 0,0 1 0,0 0 0,0-1 0,0 1 0,0 0 0,0-1 0,0 1 0,0 0 0,0-1 0,0 1 0,0 0 0,0-1 0,0 1 0,-1 0 0,1-1 0,0 1 0,0 0 0,0-1 0,-1 1 0,1 0 0,0 0 0,0-1 0,0 1 0,-1 0 0,1 0 0,0 0 0,-1-1 0,1 1 0,-1 0 0,-10 10 0,-10 24 0,10-6 0,1 0 0,2 1 0,-5 31 0,-9 90 0,20-132 0,-5 47 0,2 104 0,6-131 0,3 0 0,1 0 0,2 0 0,12 40 0,-15-68-221,0 0 0,10 16-1,-12-20-479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43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489 829 24575,'0'0'0,"0"0"0,0 0 0,0 0 0,0 0 0,0 0 0,0 0 0,-16-6 0,0-2 0,1 0 0,-1-1 0,-26-21 0,24 16 0,-35-19 0,48 30 0,0 0 0,0 1 0,0-1 0,-1 1 0,1 0 0,0 1 0,-1 0 0,0 0 0,1 0 0,-1 0 0,0 1 0,1 0 0,-1 0 0,0 0 0,0 1 0,1 0 0,-1 0 0,1 0 0,-1 1 0,1 0 0,-1 0 0,1 0 0,0 1 0,-5 3 0,2-1 0,1 1 0,0 1 0,0-1 0,0 1 0,1 0 0,0 0 0,0 1 0,1 0 0,0 0 0,0 0 0,-4 12 0,-3 12 0,-16 57 0,26-83 0,-14 60 0,4 0 0,-10 131 0,20-93 0,13 125 0,-10-211 0,2-1 0,0 1 0,0-1 0,2 0 0,7 19 0,-10-31 0,0 0 0,1 0 0,-1 0 0,1 0 0,1 0 0,-1-1 0,1 1 0,-1-1 0,1 0 0,0 0 0,1-1 0,-1 1 0,1-1 0,-1 0 0,1 0 0,0 0 0,0-1 0,0 1 0,8 1 0,-6-2 0,-1 0 0,1-1 0,0 0 0,0 0 0,0-1 0,-1 1 0,13-2 0,-15 0 0,-1 0 0,1 0 0,0 0 0,0-1 0,-1 0 0,1 1 0,-1-1 0,1 0 0,-1 0 0,0-1 0,1 1 0,-1-1 0,-1 0 0,1 0 0,3-3 0,4-7 0,-1 0 0,-1-1 0,0 1 0,-1-2 0,6-14 0,23-80 0,-30 88 0,147-660-584,-96 388 423,59-251 906,-112 511-745,-4 33 0,0 0 0,0 0 0,0-1 0,0 1 0,0 0 0,0 0 0,0 0 0,0 0 0,0 0 0,0 0 0,0 0 0,0 0 0,0 0 0,0-1 0,0 1 0,0 0 0,0 0 0,0 0 0,0 0 0,0 0 0,0 0 0,0 0 0,-1 0 0,1 0 0,0 0 0,0-1 0,0 1 0,0 0 0,0 0 0,0 0 0,0 0 0,0 0 0,0 0 0,0 0 0,-1 0 0,1 0 0,0 0 0,0 0 0,0 0 0,0 0 0,0 0 0,0 0 0,0 0 0,0 0 0,-1 0 0,1 0 0,0 0 0,0 0 0,0 0 0,0 0 0,0 0 0,0 0 0,0 0 0,0 0 0,0 0 0,-1 0 0,1 0 0,0 0 0,0 0 0,0 1 0,0-1 0,0 0 0,0 0 0,-10 15 0,1 3 0,2 0 0,0 0 0,1 1 0,-6 31 0,-6 80 0,15-105 0,-21 464 0,41 4 0,-18-331 0,1-161 0,0 1 0,0 0 0,1 0 0,-1 0 0,0-1 0,1 1 0,-1 0 0,1 0 0,0-1 0,-1 1 0,1-1 0,2 3 0,-3-3 0,1-1 0,-1 0 0,1 0 0,-1 1 0,1-1 0,-1 0 0,1 0 0,-1 0 0,1 0 0,0 1 0,-1-1 0,1 0 0,-1 0 0,1 0 0,-1 0 0,1-1 0,-1 1 0,1 0 0,0 0 0,-1 0 0,1 0 0,-1 0 0,1-1 0,-1 1 0,1 0 0,-1-1 0,1 1 0,-1 0 0,0-1 0,1 1 0,-1 0 0,1-1 0,-1 1 0,0-1 0,1 1 0,-1 0 0,0-1 0,0 1 0,1-1 0,-1 1 0,0-1 0,0 0 0,6-7 9,-1-1-1,0 0 1,-1 0-1,0 0 1,5-17-1,10-52-339,-12 44-754,5-23-5741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44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24575,'30'16'0,"-39"-8"0,0-1 0,1 1 0,0 0 0,0 1 0,1 0 0,0 0 0,1 1 0,0 0 0,0 0 0,1 0 0,0 0 0,1 1 0,0 0 0,1 0 0,0 0 0,-2 19 0,0 16 0,2 0 0,5 85 0,0-97 0,-2-22 0,1 44 0,3 0 0,2 0 0,16 65 0,-22-121 0,1 6 0,1 1 0,0-1 0,1 0 0,4 9 0,-6-14 0,0 1 0,0-1 0,0 1 0,0-1 0,0 1 0,1-1 0,-1 0 0,0 0 0,1 0 0,-1 0 0,1 0 0,-1 0 0,1 0 0,0 0 0,-1 0 0,1-1 0,0 1 0,-1-1 0,1 1 0,0-1 0,0 0 0,2 1 0,3-2 0,1 0 0,-1 0 0,0 0 0,0-1 0,0 0 0,0 0 0,0-1 0,0 0 0,-1 0 0,0-1 0,1 0 0,5-4 0,0-1 0,-1 0 0,-1-1 0,0 0 0,0 0 0,12-17 0,-13 12 0,0 0 0,-1-1 0,-1 0 0,0-1 0,-1 0 0,-1 0 0,0 0 0,-2 0 0,3-23 0,-3 2 0,-1 0 0,-2 1 0,-6-51 0,4 80 0,0 0 0,0 1 0,0-1 0,-1 1 0,0-1 0,0 1 0,-1 0 0,0 0 0,0 0 0,-1 1 0,0-1 0,0 1 0,0 0 0,-1 1 0,0-1 0,0 1 0,0 0 0,-1 1 0,1-1 0,-1 1 0,0 1 0,-1-1 0,1 1 0,0 0 0,-1 1 0,-13-3 0,17 4 9,1 1 1,-1-1-1,1 1 0,-1 0 0,0 0 1,1 0-1,-1 0 0,0 1 0,1-1 0,-1 1 1,1 0-1,-7 3 0,8-3-68,0 0-1,1 0 1,-1 0-1,0 0 1,1 0 0,-1 1-1,1-1 1,0 1-1,-1-1 1,1 1 0,0-1-1,0 1 1,0 0-1,0 0 1,0-1 0,0 1-1,1 0 1,-1 0-1,0 0 1,1 0 0,0 0-1,-1 0 1,1 0-1,0 3 1,0 6-6767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45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628 191 24575,'0'0'0,"0"0"0,7-26 0,-6 22 0,-1 0 0,1 1 0,-1-1 0,0 0 0,-1 0 0,1 0 0,-1 0 0,1 0 0,-1 0 0,0 0 0,-1 0 0,1 1 0,-1-1 0,1 1 0,-5-7 0,2 5 0,1 1 0,-2-1 0,1 0 0,0 1 0,-1 0 0,0 0 0,0 0 0,0 1 0,-9-5 0,7 4 0,-1 1 0,0 0 0,0 0 0,0 0 0,0 1 0,0 0 0,-1 1 0,1 0 0,-1 0 0,1 1 0,-1 0 0,1 0 0,-1 1 0,-15 3 0,15 0 0,-1 0 0,1 1 0,1 0 0,-1 0 0,1 1 0,-1 0 0,2 0 0,-1 1 0,1 0 0,0 0 0,0 1 0,-7 11 0,1 0 0,0 2 0,2 0 0,-19 44 0,22-42 0,1 1 0,1 0 0,1 0 0,1 0 0,1 1 0,2-1 0,0 1 0,1-1 0,5 33 0,0-27 0,1 0 0,1 0 0,2-1 0,1 0 0,1-1 0,1 0 0,18 29 0,-27-52 0,0 1 0,1-1 0,0 0 0,0 0 0,0-1 0,0 1 0,1-1 0,-1 0 0,1 0 0,0 0 0,1-1 0,-1 0 0,0 0 0,1 0 0,0-1 0,0 1 0,0-1 0,11 2 0,-10-4 0,0 1 0,0-1 0,0 0 0,0-1 0,0 0 0,0 0 0,0 0 0,0-1 0,-1 0 0,1 0 0,-1-1 0,1 0 0,-1 0 0,0 0 0,0-1 0,8-6 0,0-2 0,-1-1 0,0 0 0,-1 0 0,0-1 0,-1-1 0,-1 0 0,0-1 0,-1 0 0,7-18 0,10-29 0,19-73 0,-29 83 0,80-279 0,-90 290 0,-5 40 0,-1 1 0,0-1 0,0 1 0,0-1 0,1 1 0,-2-1 0,1 1 0,0-1 0,0 1 0,0-1 0,-1 1 0,1-1 0,-1 1 0,1 0 0,-1-1 0,0 1 0,1-1 0,-1 1 0,0 0 0,0 0 0,0 0 0,-2-3 0,2 4 0,-1 0 0,1 0 0,0 0 0,-1 0 0,1 0 0,0 0 0,-1 0 0,1 0 0,0 1 0,-1-1 0,1 0 0,0 1 0,0-1 0,-1 1 0,1-1 0,0 1 0,0 0 0,0 0 0,0-1 0,0 1 0,0 0 0,0 0 0,0 0 0,0 0 0,-1 2 0,-22 29 0,24-32 0,-10 19 0,0-1 0,1 2 0,1-1 0,1 1 0,-7 30 0,-13 105 0,24-133 0,-8 78 0,2 158 0,26 100 0,-1-61 0,-14-239 0,1-11 0,-5 61 0,1-96 0,0 1 0,-1 0 0,-1-1 0,0 1 0,-1-1 0,0 0 0,-1 0 0,0-1 0,-12 19 0,10-21 0,0-1 0,-1 1 0,0-1 0,0-1 0,-1 0 0,0 0 0,0 0 0,0-1 0,-1-1 0,-19 9 0,0-3 0,0-2 0,-51 12 0,60-18 0,0 0 0,1-1 0,-1-1 0,0-1 0,0-1 0,0 0 0,0-2 0,-26-6 0,34 6 0,0 0 0,1-2 0,-1 1 0,1-1 0,0-1 0,0 0 0,1 0 0,0-1 0,0 0 0,0-1 0,1 0 0,0-1 0,1 0 0,-13-17 0,16 18 0,1 1 0,0-1 0,0 0 0,0 0 0,1-1 0,1 1 0,-1-1 0,1 1 0,1-1 0,0 0 0,0 1 0,0-1 0,1 0 0,1 0 0,-1 0 0,1 1 0,4-15 0,0 8 0,0-1 0,1 1 0,1 1 0,0-1 0,1 1 0,1 1 0,0-1 0,18-20 0,-4 9 0,0 1 0,2 0 0,1 2 0,1 1 0,0 1 0,2 1 0,0 2 0,1 1 0,60-23 0,-4 11 0,1 4 0,1 3 0,177-17 0,-192 34 0,1 3 0,0 3 0,0 3 0,-1 3 0,90 23 0,-128-22-455,0 1 0,50 24 0,-54-19-6371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50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1066 1 24575,'0'0'0,"0"0"0,0 0 0,-10 19 0,-7 4 0,-1-2 0,-1-1 0,-37 32 0,10-11 0,-273 291 0,254-254 0,4 4 0,-78 135 0,24-18 0,-62 117 0,176-313-116,-10 16 366,11-19-274,0 0 0,0 0 1,0 1-1,0-1 0,0 0 0,0 0 0,0 0 1,0 1-1,0-1 0,0 0 0,0 0 1,0 0-1,-1 1 0,1-1 0,0 0 0,0 0 1,0 0-1,0 0 0,0 1 0,-1-1 0,1 0 1,0 0-1,0 0 0,0 0 0,-1 0 0,1 0 1,0 0-1,0 0 0,-1 1 0,1-1 0,0 0 1,0 0-1,0 0 0,-1 0 0,1 0 0,0 0 1,0 0-1,-1 0 0,1 0 0,0-1 0,0 1 1,0 0-1,-1 0 0,1 0 0,0 0 1,0 0-1,0 0 0,-1 0 0,1 0 0,0-1 1,0 1-1,0 0 0,0 0 0,-1 0 0,1 0 1,0-1-1,0 1 0,0 0 0,0 0 0,0 0 1,0 0-1,-1-1 0,0-5-6802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50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24575,'11'23'0,"13"19"0,2-1 0,2-1 0,1-1 0,45 44 0,151 130 0,-177-170 0,92 79 0,48 45 0,-129-110 0,55 69 0,-114-125 0,0-1 0,0 0 0,1 1 0,-1-1 0,0 0 0,0 1 0,0-1 0,1 0 0,-1 1 0,0-1 0,0 0 0,1 0 0,-1 1 0,0-1 0,0 0 0,1 0 0,-1 0 0,0 1 0,1-1 0,-1 0 0,0 0 0,1 0 0,-1 0 0,1 0 0,-1 0 0,0 0 0,1 0 0,1-9 0,-1 0 0,0-3-1365,1 2-5461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52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329 118 24575,'0'0'0,"0"0"0,0 0 0,0 0 0,0 0 0,-17-3 0,15 3 0,0-1 0,0 1 0,1-1 0,-1 1 0,0 0 0,0 0 0,0 0 0,0 0 0,0 0 0,0 0 0,1 1 0,-1-1 0,0 0 0,0 1 0,-2 1 0,-8 4 0,0 1 0,0 0 0,0 1 0,1 0 0,1 1 0,-1 0 0,1 1 0,1 0 0,0 0 0,0 1 0,-11 19 0,-4 12 0,-38 86 0,50-97 0,2 0 0,1 0 0,1 1 0,1 1 0,2-1 0,-1 46 0,16 194 0,-8-257 0,1 0 0,0 0 0,1 0 0,0-1 0,1 0 0,1 0 0,0 0 0,9 13 0,-4-9 0,0-1 0,1-1 0,1 1 0,1-2 0,21 19 0,-25-26 0,1 0 0,0-1 0,0-1 0,0 0 0,1-1 0,0 0 0,0 0 0,0-2 0,1 1 0,-1-2 0,1 1 0,0-2 0,21 1 0,0-2 0,-1-2 0,0-1 0,1-1 0,33-10 0,-25 4 0,-1-2 0,0-2 0,-1-1 0,0-3 0,48-28 0,-78 39 0,0-1 0,0 0 0,-1-1 0,0 0 0,0 0 0,-1-1 0,0 0 0,-1-1 0,0 0 0,-1 0 0,0 0 0,5-13 0,0-7 0,0 0 0,-2-1 0,7-47 0,-8 23 0,0-87 0,-13-55 0,5 186 0,-1-4 0,0 0 0,0 1 0,-2-1 0,0 1 0,-1 0 0,0 0 0,-1 0 0,-1 0 0,0 1 0,-1 0 0,-1 0 0,0 1 0,-1 0 0,0 0 0,-1 1 0,0 0 0,-1 1 0,-1 0 0,1 1 0,-2 0 0,-21-13 0,6 7 0,0 1 0,-1 1 0,-1 1 0,-1 2 0,0 1 0,0 1 0,0 2 0,-1 1 0,0 2 0,-56-1 0,76 5 30,-1 1 0,0 0 0,-22 6 0,30-5-129,1-1 0,0 1 0,-1-1 0,1 1 0,0 0 0,0 1 0,1-1 0,-1 1 0,0 0 0,1 0 0,-1 0 0,1 0 0,0 0 0,-3 6 0,0 0-6727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53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0 24575,'0'0'0,"0"0"0,0 0 0,0 0 0,0 0 0,-20 5 0,12-4 0,1 1 0,-1 0 0,0 0 0,1 1 0,-1 0 0,1 0 0,0 1 0,-12 7 0,10-3 0,-1 0 0,1 1 0,0 0 0,1 0 0,-8 12 0,-10 15 0,1 1 0,2 1 0,1 2 0,3 0 0,-22 62 0,30-67 0,2 1 0,1 1 0,1-1 0,3 1 0,1 0 0,1 0 0,4 38 0,1-41 0,0-1 0,3 0 0,9 35 0,-11-54 0,1-1 0,1 1 0,0-1 0,0 0 0,1 0 0,1-1 0,0 0 0,1-1 0,17 18 0,-17-20 0,0-1 0,0 0 0,1-1 0,1 0 0,-1 0 0,1-1 0,0 0 0,1-1 0,-1-1 0,1 1 0,0-2 0,0 0 0,0 0 0,0-1 0,1-1 0,-1 0 0,1 0 0,-1-1 0,0-1 0,1 0 0,-1-1 0,17-4 0,-14 1 0,0 0 0,0-1 0,-1 0 0,0-2 0,0 1 0,-1-2 0,1 0 0,-2 0 0,1-1 0,-2-1 0,1 0 0,-1 0 0,-1-1 0,16-23 0,-6 3 0,-1 0 0,-2-1 0,-1-1 0,-1 0 0,11-42 0,-13 31 0,9-23 0,-3 0 0,17-117 0,-35 173 0,-1 0 0,-1-1 0,1 1 0,-2 0 0,0 0 0,0 0 0,-1 0 0,-1 0 0,0 0 0,0 1 0,-1-1 0,-1 1 0,0 1 0,0-1 0,-1 1 0,-1 0 0,1 0 0,-2 1 0,1 0 0,-1 1 0,-1 0 0,1 0 0,-17-9 0,12 9 0,0 1 0,-1 0 0,0 1 0,0 1 0,-20-5 0,-82-10 0,77 14 0,21 5-1365,5 1-5461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5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371 366 24575,'0'0'0,"0"0"0,0 0 0,0 0 0,0 0 0,-11 1 0,-1 0 0,0 1 0,1 0 0,-1 1 0,1 0 0,0 1 0,0 0 0,0 1 0,1 0 0,-19 13 0,13-7 0,0 1 0,1 0 0,1 1 0,0 0 0,-22 29 0,21-20 0,1 0 0,1 1 0,1 1 0,1 0 0,1 1 0,2 0 0,0 1 0,1 0 0,-5 44 0,7-19 0,3-1 0,1 1 0,3 0 0,9 60 0,-9-99 0,1 0 0,0 0 0,0 0 0,1-1 0,1 1 0,0-1 0,0 0 0,1 0 0,1-1 0,0 0 0,0 0 0,1 0 0,0-1 0,1-1 0,0 1 0,0-1 0,19 12 0,-12-8 0,1-2 0,-1 0 0,2-1 0,0 0 0,0-2 0,0 0 0,1-1 0,21 4 0,-27-8 0,0 0 0,1-1 0,-1-1 0,1 0 0,-1-1 0,0 0 0,1-1 0,-1-1 0,0 0 0,0-1 0,0 0 0,20-11 0,-6 2 0,-2-1 0,1-1 0,-2-2 0,0 0 0,-1-1 0,0-2 0,-2 0 0,-1-2 0,0 0 0,-1-1 0,-2-1 0,-1 0 0,0-2 0,-2 1 0,-1-2 0,-1 0 0,11-37 0,-8 16 0,13-85 0,-25 109 0,0 0 0,-2 1 0,-1-1 0,-1 0 0,-7-43 0,3 49 0,0 0 0,-1 1 0,-1 0 0,-1 0 0,-1 0 0,-18-25 0,-74-88 0,93 121 0,-28-34 0,-3 2 0,-48-41 0,69 67 0,-1 0 0,-1 2 0,0 0 0,-1 1 0,0 1 0,-1 1 0,-39-12 0,33 15-682,-49-5-1,66 11-6143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624 27 24575,'-25'-6'0,"0"0"0,0 1 0,-1 1 0,0 1 0,1 1 0,-1 2 0,-34 3 0,45-2 0,0 2 0,0 0 0,0 1 0,0 1 0,0 0 0,1 1 0,0 0 0,0 1 0,1 1 0,0 0 0,-24 19 0,9-1 0,-48 56 0,63-66 0,1 1 0,1-1 0,0 2 0,1 0 0,-11 27 0,19-37 0,0 1 0,0-1 0,1 1 0,0-1 0,1 1 0,-1-1 0,2 1 0,-1-1 0,1 1 0,0-1 0,1 0 0,0 1 0,0-1 0,7 14 0,-4-10 0,1 0 0,0 0 0,1 0 0,1-1 0,0 0 0,0-1 0,1 0 0,14 13 0,-13-15 0,0-1 0,1 0 0,0-1 0,0-1 0,0 0 0,0 0 0,1-1 0,0 0 0,0-1 0,0 0 0,0-1 0,0-1 0,1 0 0,13 0 0,17-3 0,1-1 0,68-14 0,-29-1-682,102-37-1,-167 49-6143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2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0 24575,'-1'14'0,"-29"219"0,8-71 0,-85 603 0,62-551 0,10-58 0,34-139 0,-1 5 0,2-22 0,0 0 0,0 0 0,0 0 0,0 0 0,0 0 0,0 0 0,0 0 0,0 0 0,0 0 0,0 0 0,0 0 0,0 0 0,0 0 0,0 0 0,0 0 0,0 0 0,0 0 0,0 0 0,0 0 0,0 0 0,0 0 0,0 0 0,0 0 0,-1 0 0,1 0 0,0 0 0,0 0 0,0 0 0,0 0 0,0 0 0,0 0 0,0 0 0,0 0 0,0 0 0,0 0 0,0 0 0,0 0 0,0 0 0,0 0 0,-2-13 0,0-20 0,1 1 0,2-1 0,1 0 0,1 1 0,2-1 0,16-56 0,-13 64 0,0 1 0,2-1 0,1 2 0,0 0 0,2 0 0,1 1 0,1 0 0,0 2 0,23-24 0,-37 43 0,0-1 0,1 1 0,-1 0 0,0-1 0,1 1 0,-1 0 0,0 0 0,1 0 0,0 0 0,-1 1 0,1-1 0,-1 0 0,1 0 0,0 1 0,-1-1 0,1 1 0,0 0 0,0-1 0,0 1 0,-1 0 0,1 0 0,2 0 0,-2 2 0,0-1 0,0 0 0,0 0 0,0 1 0,0-1 0,0 1 0,0-1 0,0 1 0,-1 0 0,1-1 0,-1 1 0,1 0 0,-1 0 0,0 1 0,0-1 0,0 0 0,1 3 0,13 34 0,-1 1 0,-3 0 0,11 68 0,-12-58 0,-4-20-195,-2 1 0,0 0 0,-2 0 0,-2 0 0,0 0 0,-10 57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2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24575,'6'20'0,"-4"-7"0,0 1 0,-2 1 0,0-1 0,0 0 0,-3 15 0,-16 73 0,5-37 0,12-54-65,-15 108 258,16-100-491,0 0-1,1 0 0,1 0 1,5 27-1,-5-40-6527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2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24575,'12'24'0,"-7"-11"0,0-1 0,-1 1 0,-1 0 0,3 18 0,1 4 0,4 15-1365,-9-42-5461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2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389 129 24575,'0'0'0,"0"0"0,0 0 0,0 0 0,0 0 0,0 0 0,-5-9 0,-3-4 0,1 0 0,-1 1 0,-1 1 0,0-1 0,-17-15 0,22 24 0,0 0 0,0 0 0,0 0 0,0 0 0,0 1 0,0-1 0,-1 1 0,1 0 0,-1 1 0,0-1 0,1 1 0,-1 0 0,0 0 0,0 0 0,0 1 0,0-1 0,0 1 0,1 1 0,-1-1 0,-9 2 0,2 2 0,0 1 0,0 0 0,0 1 0,0 0 0,1 0 0,0 1 0,1 1 0,-1 0 0,1 0 0,1 1 0,0 1 0,0-1 0,1 1 0,0 1 0,0 0 0,2 0 0,-1 0 0,1 1 0,1-1 0,0 1 0,-4 15 0,6-11 0,0 1 0,1 0 0,0 0 0,2 0 0,2 32 0,1-23 0,1 0 0,2 0 0,8 28 0,-11-48 0,0 1 0,0-1 0,0 0 0,0 1 0,1-2 0,0 1 0,1 0 0,-1-1 0,1 0 0,0 0 0,0 0 0,0 0 0,1-1 0,0 0 0,0 0 0,0-1 0,0 1 0,1-1 0,-1-1 0,1 1 0,-1-1 0,12 2 0,-7-2 0,0-1 0,0 0 0,1 0 0,-1-1 0,0 0 0,0-1 0,0-1 0,1 1 0,-1-2 0,-1 0 0,1 0 0,0-1 0,15-7 0,0-6-195,0 0 0,-2-1 0,0-1 0,-1-2 0,-1 0 0,26-33 0,-16 15-6631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3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 24575,'0'0'0,"0"0"0,0 0 0,0 8 0,-4 74 0,-4 0 0,-20 86 0,-31 112 0,-29 191 0,63-1-1365,25-464-5461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0 24575,'-30'9'0,"3"-1"0,-9 8 0,0 1 0,1 3 0,0 0 0,2 3 0,-46 39 0,73-57 0,-1 1 0,1 0 0,0 0 0,1 0 0,-9 13 0,13-18 0,1 0 0,-1 1 0,0-1 0,0 1 0,1-1 0,-1 1 0,1 0 0,-1-1 0,1 1 0,-1-1 0,1 1 0,0 0 0,0-1 0,0 1 0,0 0 0,0-1 0,0 1 0,1 0 0,-1-1 0,1 1 0,-1 0 0,1-1 0,-1 1 0,1-1 0,0 1 0,0-1 0,-1 0 0,1 1 0,0-1 0,0 0 0,1 1 0,-1-1 0,0 0 0,3 2 0,13 7 0,0 0 0,1-1 0,0 0 0,0-2 0,1 0 0,32 7 0,-5-1 0,-10-4 0,1-2 0,-1-1 0,64 1 0,-56-10-1365,-28 1-5461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4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112 353 24575,'3'0'0,"0"0"0,0 0 0,0 0 0,1-1 0,-1 0 0,0 1 0,5-3 0,1 1 0,10-2 0,0 0 0,0-1 0,34-14 0,-43 14 0,0 0 0,0-1 0,0 0 0,-1-1 0,0 0 0,0 0 0,-1-1 0,8-9 0,-2 1 0,-1-1 0,21-36 0,-30 45 0,0 0 0,0-1 0,-1 1 0,0-1 0,0 0 0,-1 0 0,0 0 0,-1 0 0,1-14 0,-2 21 0,0-1 0,0 1 0,0 0 0,-1-1 0,1 1 0,-1 0 0,1-1 0,-1 1 0,0 0 0,0 0 0,0 0 0,0-1 0,0 1 0,0 0 0,-1 0 0,1 1 0,-1-1 0,1 0 0,-4-2 0,2 2 0,0 0 0,0 1 0,0-1 0,0 1 0,-1 0 0,1 0 0,0 0 0,0 0 0,-1 1 0,1-1 0,-1 1 0,-3 0 0,-8 1 0,0 0 0,0 2 0,0-1 0,-26 10 0,18-4 0,0 0 0,0 2 0,1 1 0,1 0 0,-34 25 0,46-30 0,0 1 0,1 0 0,0 0 0,0 1 0,1 0 0,0 1 0,0 0 0,1 0 0,0 0 0,1 0 0,0 1 0,0 0 0,1 0 0,-5 21 0,8-22 0,0 0 0,0 0 0,1 0 0,0 0 0,1 0 0,0 0 0,0 0 0,1 0 0,1 0 0,-1-1 0,1 1 0,0-1 0,1 1 0,0-1 0,1-1 0,-1 1 0,12 13 0,-7-10 0,1 0 0,0-1 0,1 0 0,0-1 0,1 0 0,-1-1 0,2 0 0,-1-1 0,1 0 0,19 6 0,-9-5 0,0-2 0,1 0 0,0-1 0,0-2 0,45 1 0,-52-4 0,0 0 0,-1-2 0,1 0 0,-1-1 0,0 0 0,1-2 0,-2 0 0,1 0 0,22-13 0,-28 12-273,0-1 0,0 0 0,-1-1 0,9-9 0,-8 6-6553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0:34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24575,'-2'21'0,"-1"0"0,0-1 0,-10 31 0,1-3 0,-48 254 0,46-204 0,14-98 0,0-1 0,0 1 0,-1 0 0,1 0 0,0 0 0,0 0 0,0-1 0,0 1 0,0 0 0,-1 0 0,1 0 0,0 0 0,0 0 0,0 0 0,-1 0 0,1 0 0,0-1 0,0 1 0,0 0 0,-1 0 0,1 0 0,0 0 0,0 0 0,0 0 0,-1 0 0,1 0 0,0 0 0,0 0 0,0 0 0,-1 0 0,1 0 0,0 1 0,0-1 0,0 0 0,-1 0 0,1 0 0,0 0 0,0 0 0,0 0 0,0 0 0,-1 1 0,1-1 0,0 0 0,0 0 0,0 0 0,0 0 0,0 0 0,0 1 0,-1-1 0,1 0 0,0 0 0,0 0 0,0 1 0,0-1 0,0 0 0,0 0 0,0 0 0,0 1 0,0-1 0,-7-22 0,9 2 0,0-1 0,2 1 0,0 0 0,1 1 0,1-1 0,8-18 0,-2 5 0,-4 8 0,0 0 0,2 0 0,1 1 0,1 1 0,1 0 0,30-40 0,-36 55 0,0 1 0,0 0 0,1 0 0,0 1 0,0 0 0,1 0 0,-1 1 0,18-8 0,-23 12 0,1-1 0,0 1 0,0 0 0,-1 0 0,1 0 0,0 0 0,0 1 0,0 0 0,0 0 0,0 0 0,0 0 0,0 0 0,0 1 0,0 0 0,0 0 0,0 0 0,-1 0 0,1 1 0,0-1 0,-1 1 0,1 0 0,-1 0 0,0 0 0,1 0 0,2 4 0,1 1 0,-1 0 0,1 1 0,-1 0 0,-1 1 0,0-1 0,0 1 0,0 0 0,-1 0 0,-1 0 0,0 1 0,0-1 0,0 1 0,1 18 0,0 10 0,-3-1 0,-3 51 0,1-48 0,0-4 0,2 1 0,2-1 0,1 1 0,2-1 0,19 61 0,-17-71-1365,-6-19-5461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1:56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1009 1342 24575,'19'-3'0,"58"-6"0,102 1 0,-19 3 0,1031-47 0,-814 43 0,72 1 0,-61 5 0,385 6 0,-586-3 0,249-33 0,-268 19 0,44-6 0,-171 13 0,0-1 0,-1-2 0,45-17 0,19-14 0,-2-5 0,116-69 0,-212 110 0,1 0 0,-1 0 0,0 0 0,-1-1 0,1 0 0,-1 0 0,0 0 0,-1-1 0,0 0 0,0 0 0,0 0 0,0 0 0,-1-1 0,-1 1 0,1-1 0,-1 0 0,-1 1 0,1-1 0,-1 0 0,-1 0 0,1 0 0,-1 0 0,-1 0 0,1 0 0,-1 0 0,-1 0 0,0 0 0,0 0 0,0 1 0,-1-1 0,-6-12 0,-8-10 0,0 2 0,-2 0 0,-1 1 0,-1 1 0,-1 1 0,-2 1 0,-32-26 0,-11-3 0,-121-72 0,-43 3 0,179 100 0,0 3 0,-93-21 0,25 15 0,-1 6 0,-1 5 0,0 5 0,-127 8 0,-609 91 0,761-73 0,-425 57 0,-462-43 0,690-33 0,-218 2 0,283 1 0,-115 4 0,300-2 0,1 2 0,0 2 0,0 1 0,1 3 0,0 1 0,1 2 0,0 2 0,1 1 0,-41 26 0,49-24 0,1 1 0,0 2 0,-27 26 0,43-33 0,0 1 0,2 0 0,-1 0 0,2 1 0,0 1 0,-18 38 0,13-17 0,1 1 0,2 0 0,-14 68 0,23-82 0,2 0 0,0 0 0,2 0 0,1 1 0,1-1 0,1 0 0,7 32 0,-4-38 0,0 0 0,2-1 0,0 1 0,1-1 0,1-1 0,0 1 0,2-2 0,0 1 0,1-2 0,0 1 0,2-2 0,0 1 0,0-2 0,2 0 0,-1-1 0,2-1 0,0 0 0,0-1 0,20 9 0,21 7 0,0-3 0,2-2 0,62 13 0,-27-14 0,125 12 0,-87-24 60,148-8 0,131-30-1545,-391 27-5341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13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24575,'97'-5'0,"190"-36"0,-272 39 0,53-14 0,-33 8 0,48-7 0,-74 14 0,1 1 0,-1-1 0,1 2 0,-1-1 0,1 1 0,-1 1 0,0 0 0,1 0 0,-1 0 0,9 5 0,-18-7 0,1 1 0,-1-1 0,0 1 0,0-1 0,0 0 0,1 1 0,-1-1 0,0 1 0,0-1 0,0 1 0,0-1 0,0 1 0,0-1 0,0 1 0,0-1 0,0 1 0,0-1 0,0 1 0,0-1 0,0 1 0,0-1 0,0 0 0,0 1 0,0-1 0,-1 1 0,-5 17 0,4-13 0,-19 48 0,-47 83 0,-5 10 0,63-122 0,2 0 0,0 0 0,2 0 0,-6 39 0,0 198 0,10-263 0,0 0 0,0 0 0,0 0 0,0 0 0,0 1 0,0-1 0,-4-2 0,1 1 0,-9-12 0,0 0 0,0-1 0,1 0 0,1-1 0,1-1 0,-16-34 0,1 7 0,-34-63 0,-77-192 0,129 259-1365,7 35-5461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48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388 143 24575,'0'0'0,"0"0"0,0 0 0,0 0 0,0 0 0,-7-25 0,7 24 0,-3-12 0,-1 1 0,0-1 0,-8-15 0,10 25 0,0-1 0,0 1 0,-1 0 0,1 0 0,0 0 0,-1 0 0,0 0 0,0 0 0,0 1 0,0-1 0,0 1 0,-1 0 0,1 0 0,0 0 0,-7-2 0,5 3 0,0 0 0,0 0 0,-1 0 0,1 0 0,0 1 0,0 0 0,-1 0 0,1 0 0,0 1 0,0 0 0,0 0 0,0 0 0,0 0 0,0 1 0,0 0 0,0 0 0,0 0 0,1 1 0,-1 0 0,-7 6 0,-4 4 0,0 1 0,1 0 0,-23 32 0,25-31 0,1 1 0,1 1 0,1 0 0,0 1 0,1 0 0,1 0 0,1 1 0,0 0 0,2 0 0,0 1 0,1-1 0,1 1 0,-1 24 0,4-43 0,0 1 0,0 0 0,0 0 0,0 0 0,0 0 0,1 0 0,-1 0 0,1-1 0,-1 1 0,1 0 0,0 0 0,-1-1 0,1 1 0,0 0 0,0-1 0,0 1 0,0-1 0,1 1 0,-1-1 0,0 1 0,3 1 0,-2-2 0,1 0 0,-1 0 0,1 0 0,-1 0 0,1-1 0,-1 1 0,1-1 0,-1 1 0,1-1 0,0 0 0,-1 0 0,1 0 0,4-1 0,5-1 0,0-1 0,-1-1 0,1 0 0,-1 0 0,14-8 0,-12 5 0,-1 0 0,0-1 0,0-1 0,-1 0 0,0 0 0,-1-1 0,0 0 0,0-1 0,15-24 0,-11 13 0,-2-2 0,0 1 0,-2-2 0,12-38 0,-19 51 0,5-6 0,-7 19 0,-1 0 0,1 0 0,0 0 0,0 1 0,-1-1 0,1 0 0,-1 0 0,1 1 0,-1-1 0,0 0 0,1 0 0,-1 1 0,0-1 0,0 0 0,0 1 0,0 1 0,8 51-455,-2 1 0,-2 94 0,-4-143-6371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48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42 24575,'0'0'0,"0"0"0,0 0 0,0 0 0,0 0 0,0-24 0,0 23 0,0 1 0,-1-1 0,1 0 0,0 0 0,0 0 0,-1 1 0,1-1 0,-1 0 0,1 0 0,-1 1 0,1-1 0,-1 0 0,1 1 0,-1-1 0,1 1 0,-1-1 0,0 1 0,1-1 0,-1 1 0,0-1 0,1 1 0,-1-1 0,0 1 0,0 0 0,0 0 0,1-1 0,-1 1 0,0 0 0,0 0 0,0 0 0,-1 0 0,-31-1 0,29 1 0,-9 1 0,-1 1 0,0 0 0,0 1 0,1 1 0,-1 0 0,1 0 0,0 2 0,1 0 0,-1 0 0,1 1 0,0 0 0,1 1 0,0 1 0,-13 11 0,6-2 0,0 1 0,1 0 0,2 2 0,0-1 0,1 2 0,-22 44 0,34-60 0,-1 1 0,1-1 0,0 1 0,0 0 0,1 0 0,0 0 0,0 0 0,1-1 0,0 1 0,0 0 0,1 0 0,-1 0 0,4 10 0,-4-13 0,1 0 0,1-1 0,-1 1 0,1 0 0,-1-1 0,1 0 0,0 1 0,0-1 0,0 0 0,1 0 0,-1 0 0,1 0 0,0 0 0,0 0 0,0-1 0,0 0 0,0 1 0,0-1 0,1 0 0,-1-1 0,1 1 0,-1 0 0,1-1 0,6 2 0,0-2 0,-1-1 0,1 1 0,-1-2 0,1 1 0,-1-1 0,0-1 0,1 0 0,-1 0 0,0-1 0,0 0 0,0 0 0,0-1 0,-1 0 0,16-10 0,-2-1 0,-1-1 0,0 0 0,-1-2 0,21-23 0,-14 8 0,-2-1 0,-1 0 0,25-49 0,-35 58 0,25-32 0,-39 55 0,-5 6 0,-7 10 0,-3 12 0,2 1 0,0 0 0,2 1 0,1 1 0,-10 43 0,-16 151 0,27-40 0,-1 2 0,7-159 0,-1-1 0,-1 1 0,-2-1 0,-18 47 0,19-60 0,0 0 0,-1 0 0,-1-1 0,0 0 0,0 0 0,-1-1 0,-1 0 0,0 0 0,0-1 0,0-1 0,-1 1 0,-1-2 0,1 0 0,-1 0 0,-1-1 0,1 0 0,-1-1 0,-24 6 0,18-7 0,0 0 0,0-2 0,0 0 0,0 0 0,-1-2 0,1-1 0,0 0 0,0-2 0,0 0 0,0-1 0,0 0 0,-33-14 0,40 12-227,0 0-1,1-1 1,-1 0-1,1-1 1,-11-10-1,8 5-6598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49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78 280 24575,'0'0'0,"0"0"0,0 0 0,0 0 0,10 0 0,10-1 0,1-1 0,0 0 0,-1-2 0,0 0 0,0-1 0,0-1 0,0-1 0,31-17 0,-25 10 0,-1-1 0,0-1 0,-2-1 0,0-2 0,34-33 0,-53 47 0,0 1 0,0-1 0,0 0 0,-1 0 0,0 0 0,5-10 0,-8 14 0,1 0 0,-1 0 0,1 0 0,-1 0 0,0 0 0,1-1 0,-1 1 0,0 0 0,0 0 0,0 0 0,0-1 0,0 1 0,0 0 0,0 0 0,-1 0 0,1 0 0,0-1 0,-1 1 0,1 0 0,0 0 0,-1 0 0,0 0 0,1 0 0,-1 0 0,0 0 0,1 0 0,-1 0 0,0 0 0,0 1 0,0-1 0,0 0 0,1 0 0,-1 1 0,0-1 0,-1 1 0,1-1 0,0 1 0,0-1 0,0 1 0,-2-1 0,-6-2 0,-1 1 0,0 1 0,1-1 0,-1 1 0,0 1 0,1 0 0,-1 1 0,0-1 0,0 2 0,-16 3 0,-2 3 0,0 1 0,-37 18 0,38-15 0,1 2 0,-47 34 0,59-38 0,1 1 0,0 0 0,1 1 0,1 0 0,0 1 0,-16 24 0,24-32 0,1-1 0,-1 1 0,1-1 0,0 1 0,0 0 0,1 0 0,0 0 0,0 0 0,0 0 0,0 0 0,1 0 0,-1 0 0,1 0 0,1 0 0,-1 0 0,1 1 0,0-1 0,0 0 0,0-1 0,3 7 0,-1-5 0,0-1 0,0 1 0,1-1 0,-1 0 0,1 0 0,0 0 0,1 0 0,-1-1 0,1 0 0,0 1 0,0-2 0,1 1 0,-1-1 0,1 0 0,9 5 0,13 2 0,1-1 0,-1 0 0,1-3 0,54 7 0,-39-10 0,0-1 0,70-8 0,-42-4-1365,-65 9-5461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0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24575,'0'0'0,"0"0"0,0 0 0,0 0 0,0 0 0,0 0 0,0 0 0,0 0 0,0 0 0,18 6 0,0-2 0,0-1 0,0 0 0,1-1 0,-1-2 0,33-1 0,-10 0 0,39 0 0,158-22 0,-232 23-101,-6 0 74,1 0 1,-1 0 0,1 1-1,0-1 1,-1 0 0,1 0-1,-1 0 1,1 0 0,0 0-1,-1 0 1,1 0 0,-1 0-1,1 0 1,0 0 0,-1 0-1,1 0 1,-1 0 0,1-1-1,-1 1 1,1 0 0,0 0-1,-1-1 1,1 1 0,-1 0-1,1-1 1,-1 1 0,0 0-1,1-1 1,-1 1 0,1-1-1,-1 1 1,0-1 0,1 1-1,-1-1 1,0 1 0,1-1 0,-1 1-1,0-1 1,0 1 0,0-1-1,1 0 1,-1 1 0,0-1-1,0 1 1,0-1 0,0 0-1,0 0 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2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24575,'0'0'0,"0"0"0,0 0 0,0 0 0,0 0 0,0 0 0,0 0 0,0 0 0,0 0 0,-3 10 0,-83 228 0,45-134 0,35-86 0,0 0 0,-6 26 0,11-37 0,0 0 0,1 0 0,-1-1 0,2 1 0,-1 0 0,0 0 0,1-1 0,1 1 0,-1-1 0,4 11 0,-2-10 0,1 0 0,0 0 0,0 0 0,0-1 0,1 1 0,0-1 0,0 0 0,0-1 0,1 1 0,0-1 0,0 0 0,0 0 0,1-1 0,7 4 0,-9-5 0,1 0 0,-1-1 0,0 0 0,1 0 0,0 0 0,-1-1 0,1 0 0,0 0 0,0-1 0,0 1 0,-1-1 0,1 0 0,0-1 0,0 1 0,0-1 0,-1-1 0,1 1 0,0-1 0,10-4 0,-12 3-97,0 0-1,0 0 1,0-1-1,0 1 1,-1-1-1,1 0 1,-1 0-1,0 0 1,0 0-1,0-1 1,-1 1-1,0-1 0,4-8 1,-1-1-6729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3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24575,'0'0'0,"0"0"0,0 0 0,0 0 0,10 0 0,201-12 0,-21 1 0,58 10-1365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8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0 24575,'0'0'0,"0"0"0,0 0 0,-16 11 0,7-1 0,0 1 0,1 0 0,0 0 0,1 1 0,-9 20 0,3-9 0,-54 105 0,6 3 0,-50 158 0,79-187 0,4 3 0,5 0 0,-15 167 0,36-252 0,1 1 0,1-1 0,1 1 0,1-1 0,0 0 0,2 1 0,0-1 0,2 0 0,0-1 0,1 0 0,1 0 0,0 0 0,2-1 0,0 0 0,1-1 0,1 0 0,25 28 0,-24-31 0,1-1 0,0 0 0,1-1 0,0-1 0,1 0 0,0-1 0,1-1 0,0 0 0,0-2 0,1 0 0,26 7 0,-26-10-227,-1-1-1,1 0 1,0-2-1,0 0 1,18-1-1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4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401 164 24575,'-17'-21'0,"14"17"0,-16-23 0,5 7 0,-1 0 0,-26-28 0,38 46 0,1 0 0,-1-1 0,1 1 0,-1 1 0,0-1 0,1 0 0,-1 1 0,0-1 0,0 1 0,0 0 0,0 0 0,-1 0 0,1 0 0,0 1 0,0-1 0,-1 1 0,-4 0 0,3 0 0,0 1 0,-1 0 0,1 1 0,0-1 0,0 1 0,1 0 0,-1 0 0,0 0 0,1 1 0,-6 3 0,-3 4 0,0 1 0,0 1 0,1 0 0,1 0 0,-17 24 0,16-19 0,1 0 0,1 1 0,1 0 0,1 1 0,0-1 0,-6 25 0,10-28 0,1 0 0,1 0 0,0 1 0,1-1 0,0 1 0,1-1 0,1 1 0,5 26 0,-5-37 0,0 0 0,0-1 0,1 1 0,0 0 0,0-1 0,0 1 0,1-1 0,-1 0 0,1 0 0,0 0 0,0 0 0,1 0 0,-1-1 0,1 1 0,0-1 0,0 0 0,0 0 0,0 0 0,0-1 0,1 1 0,7 2 0,-6-3 0,0 0 0,0-1 0,0 0 0,1 0 0,-1 0 0,0-1 0,1 0 0,-1 0 0,0-1 0,0 1 0,1-1 0,-1-1 0,0 1 0,0-1 0,0 0 0,0-1 0,7-3 0,0-2 0,0-1 0,0 0 0,-1-1 0,0 0 0,-1-1 0,0-1 0,0 1 0,-2-2 0,1 1 0,-2-1 0,1-1 0,-2 0 0,0 0 0,-1 0 0,0-1 0,-1 0 0,-1 0 0,3-17 0,-6 28 0,-1 0 0,1 0 0,0 0 0,0 0 0,0 1 0,0-1 0,1 0 0,-1 0 0,1 1 0,0-1 0,0 1 0,1-1 0,2-2 0,1 31 0,5 52-6,-10-62-145,0-1 0,1 1 0,1-1 0,1 1 0,0-1 0,0 0 0,1-1 0,8 16 0,0-10-6675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4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90 24575,'-16'-1'0,"7"1"0,-1 0 0,1 0 0,0 1 0,0 0 0,0 1 0,0-1 0,-13 6 0,8-2 0,0 2 0,1-1 0,0 2 0,0-1 0,0 2 0,1 0 0,1 0 0,-1 1 0,1 0 0,1 1 0,-12 16 0,15-17 0,1 0 0,0 0 0,0 0 0,1 1 0,1-1 0,-1 1 0,2 1 0,0-1 0,0 0 0,1 1 0,0-1 0,1 1 0,0 0 0,1 0 0,2 12 0,-2-21 0,1 0 0,0 0 0,0-1 0,0 1 0,0 0 0,1-1 0,-1 1 0,1-1 0,-1 0 0,1 1 0,0-1 0,0 0 0,0 0 0,0 0 0,0 0 0,1-1 0,-1 1 0,0 0 0,1-1 0,-1 0 0,1 1 0,0-1 0,3 1 0,1 0 0,0 0 0,0 0 0,0 0 0,0-1 0,0 0 0,0-1 0,0 1 0,10-2 0,-6-1 0,-1-1 0,1 0 0,-1 0 0,1-1 0,-1 0 0,0-1 0,-1 0 0,1-1 0,-1 0 0,0 0 0,-1-1 0,1 0 0,12-15 0,3-5 0,-2-1 0,37-60 0,-44 65 0,-2-2 0,-1 0 0,0-1 0,-2 0 0,-1 0 0,-1-1 0,6-38 0,-24 115 0,-16 92 0,3 65 0,-67 388 0,85-574 0,-1-1 0,-1 0 0,-1 0 0,0-1 0,-2 0 0,-13 22 0,17-33 0,1 0 0,-2-1 0,1 1 0,-1-1 0,0-1 0,0 1 0,-1-1 0,0 0 0,0-1 0,0 0 0,-1 0 0,0-1 0,1 0 0,-2 0 0,-16 4 0,12-6-80,-1 0 0,1-1-1,-1 0 1,0-1 0,1 0-1,-1-2 1,0 0 0,1 0-1,0-1 1,0-1 0,0 0 0,0-1-1,0-1 1,1 0 0,0-1-1,-15-10 1,8 3-6746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1 304 24575,'82'18'0,"-56"-11"0,-1-1 0,1-1 0,39 1 0,-57-6 0,1 0 0,-1-1 0,1 0 0,-1 0 0,1-1 0,-1 0 0,1-1 0,-1 1 0,0-2 0,0 1 0,-1-1 0,1 0 0,-1-1 0,12-9 0,-1-2 0,-1-1 0,-1 0 0,-1-1 0,-1-1 0,0 0 0,-1-1 0,-1-1 0,15-34 0,-26 51 0,1 0 0,-1 0 0,0 0 0,0 0 0,0 0 0,-1-1 0,0 1 0,0 0 0,0-1 0,0 1 0,0 0 0,-1 0 0,-1-7 0,1 9 0,0 0 0,0 0 0,0 0 0,0 0 0,-1 0 0,1 0 0,-1 1 0,1-1 0,-1 0 0,0 1 0,1-1 0,-1 1 0,0 0 0,0-1 0,0 1 0,0 0 0,0 0 0,0 0 0,0 1 0,0-1 0,-1 0 0,1 1 0,0 0 0,0-1 0,-1 1 0,-3 0 0,-8 0 0,1 1 0,0 0 0,-1 1 0,1 1 0,0 0 0,0 0 0,0 2 0,1-1 0,-14 8 0,4-1 0,1 2 0,0 0 0,0 1 0,-20 19 0,23-16 0,-1 0 0,2 2 0,1 1 0,0 0 0,1 0 0,1 2 0,-13 28 0,20-34 0,0 0 0,0 0 0,2 1 0,0 0 0,1 1 0,1-1 0,1 1 0,0-1 0,1 1 0,1-1 0,3 24 0,-3-34 0,2-1 0,-1 0 0,1 0 0,0 1 0,0-1 0,0-1 0,1 1 0,0 0 0,0 0 0,1-1 0,-1 0 0,1 0 0,1 0 0,4 5 0,-2-4 0,1 0 0,-1-1 0,1 0 0,0 0 0,1-1 0,-1 0 0,0 0 0,19 4 0,-5-3 0,1-1 0,-1-2 0,1 0 0,0-1 0,-1-1 0,1-1 0,28-6 0,-27 3 40,-1-1 0,41-14 0,-53 15-205,-1 0 0,-1-1 0,1 0 0,-1-1 0,0 0 0,0-1 0,-1 1 0,10-11 0,-9 7-6661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5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24575,'0'0'0,"0"0"0,0 0 0,0 0 0,-1 2 0,-8 51 0,1 1 0,0 58 0,8 111 0,2-101 0,3-29 0,-3-64 0,0 1 0,-2-1 0,-5 49 0,5-78-1,0 1-1,0-1 0,0 0 1,0 0-1,0 1 1,0-1-1,0 0 1,0 1-1,0-1 0,0 0 1,0 1-1,0-1 1,0 0-1,0 1 0,0-1 1,-1 0-1,1 0 1,0 1-1,0-1 0,0 0 1,0 0-1,-1 1 1,1-1-1,0 0 1,0 0-1,0 1 0,-1-1 1,1 0-1,0 0 1,0 0-1,-1 0 0,1 1 1,0-1-1,0 0 1,-1 0-1,1 0 1,0 0-1,-1 0 0,1 0 1,0 0-1,-1 0 1,-8-12 166,-4-21-1629,6 9-5362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6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24575,'0'0'0,"0"0"0,0 0 0,1-2 0,1-1 0,0 0 0,-1 1 0,1-1 0,0 1 0,1 0 0,-1-1 0,3-1 0,5-3 0,0 0 0,1 1 0,-1 0 0,2 1 0,-1 0 0,0 0 0,1 1 0,0 1 0,0 0 0,20-2 0,-2 2 0,0 1 0,1 1 0,38 5 0,-53-2 0,0 0 0,0 2 0,0 0 0,0 0 0,-1 1 0,1 1 0,-1 1 0,-1 0 0,17 11 0,-28-16 0,0 1 0,0-1 0,0 1 0,-1 0 0,1 0 0,-1 0 0,0 0 0,0 0 0,0 1 0,0-1 0,-1 1 0,1-1 0,-1 1 0,0 0 0,0 0 0,0-1 0,0 1 0,-1 0 0,1 0 0,-1 0 0,0 0 0,-1 3 0,1 2 0,-1-1 0,-1 0 0,1 0 0,-1 0 0,-1 0 0,1 0 0,-1 0 0,-8 14 0,3-10 0,-1-1 0,0 0 0,-1-1 0,0 0 0,0 0 0,-1-1 0,0 0 0,-1-1 0,-23 12 0,5-5 0,0-1 0,-1-2 0,-38 9 0,24-9-455,-1-2 0,-51 4 0,88-13-6371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7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 24575,'-14'-3'0,"0"1"0,13 4 0,7 4 0,12 11 0,-2 0 0,0 1 0,-1 1 0,-1 0 0,22 42 0,-14-17 0,-2 1 0,14 47 0,-14-23 0,-3 1 0,12 99 0,-8 149 0,-22-219 0,-5 0 0,-4-1 0,-4 0 0,-29 105 0,33-159 0,3 1 0,-2 62 0,3-70-1365,3-24-5461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08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24575,'0'0'0,"0"0"0,0 0 0,0 0 0,0 0 0,-16 3 0,15-3 0,0 0 0,0 0 0,0 0 0,0 0 0,0 1 0,0-1 0,0 0 0,1 1 0,-1-1 0,0 1 0,0-1 0,0 1 0,0-1 0,0 1 0,0-1 0,1 1 0,-1 0 0,0 0 0,1-1 0,-1 1 0,0 0 0,1 0 0,-1 0 0,0 1 0,1-1 0,0 1 0,0 0 0,0-1 0,0 1 0,1 0 0,-1 0 0,0-1 0,1 1 0,-1 0 0,1-1 0,-1 1 0,1-1 0,0 1 0,1 1 0,3 6 0,1-1 0,-1 0 0,2-1 0,-1 1 0,1-1 0,0-1 0,0 1 0,1-1 0,0 0 0,11 5 0,13 7 0,48 19 0,-49-23 0,-16-8 0,19 9 0,55 33 0,-86-47 0,0 1 0,0 0 0,-1 1 0,1-1 0,-1 0 0,1 1 0,-1-1 0,0 1 0,0 0 0,0 0 0,0-1 0,0 1 0,-1 1 0,1-1 0,-1 0 0,0 0 0,0 1 0,1 3 0,-2-3 0,0 1 0,0 0 0,0-1 0,0 1 0,-1-1 0,0 1 0,0-1 0,0 1 0,-1-1 0,0 0 0,1 1 0,-4 3 0,-5 9 0,-1-1 0,-1-1 0,-1 1 0,0-2 0,-19 18 0,-62 47 0,-3-3 0,-125 73 0,214-141 0,10-3 0,20-1 0,30-6 0,1-2 0,99-22 0,-110 18 0,381-91-1916,-349 78-4359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43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63 24575,'0'0'0,"0"0"0,0 0 0,0 0 0,0 0 0,0 0 0,0 0 0,0 0 0,0 10 0,11 148 0,-6-111 0,-2 0 0,-5 89 0,1-130 0,0-1 0,0 1 0,0-1 0,-1 1 0,1-1 0,-2 0 0,1 0 0,0 0 0,-7 9 0,5-14 0,2-7 0,3-12 0,5-38 0,29-110 0,-23 128 0,1 1 0,1 1 0,35-63 0,-47 96 0,0 1 0,0 0 0,0 0 0,0 0 0,1 0 0,0 0 0,-1 1 0,1-1 0,0 1 0,0 0 0,0 0 0,0 0 0,1 0 0,-1 0 0,0 1 0,1-1 0,-1 1 0,1 0 0,0 0 0,-1 0 0,1 1 0,0-1 0,-1 1 0,1 0 0,7 1 0,-4 0 0,0 0 0,0 1 0,1 0 0,-1 1 0,-1-1 0,1 1 0,0 1 0,-1-1 0,1 1 0,-1 0 0,10 9 0,-4-2 0,0 0 0,-1 0 0,0 1 0,-1 1 0,-1 0 0,0 0 0,0 1 0,-1 0 0,-1 0 0,-1 1 0,0 0 0,0 0 0,-2 1 0,0-1 0,-1 1 0,2 23 0,-2 26 0,-14-94 0,6 0 0,1 0 0,-1-55 0,5 65 0,1 1 0,1 0 0,1-1 0,0 1 0,11-30 0,-13 44 0,1 0 0,0 0 0,1 1 0,-1-1 0,0 1 0,1-1 0,0 1 0,0 0 0,0 0 0,0 0 0,1 0 0,-1 0 0,1 1 0,-1 0 0,1 0 0,0 0 0,0 0 0,0 0 0,0 1 0,0 0 0,7-2 0,-1 1 0,0 1 0,1 0 0,-1 0 0,0 1 0,0 1 0,1 0 0,17 3 0,-21-2 0,0 1 0,0-1 0,0 1 0,0 0 0,-1 1 0,1 0 0,-1 0 0,0 0 0,0 1 0,-1 0 0,1 0 0,-1 0 0,0 0 0,0 1 0,-1 0 0,0 0 0,0 1 0,0-1 0,-1 1 0,0 0 0,0 0 0,2 8 0,1 4 0,-1 1 0,-1 0 0,-1-1 0,-1 2 0,0-1 0,-3 39 0,0-50 0,1 5 0,-1 0 0,-1 0 0,0 0 0,0 0 0,-9 24 0,11-54-1365,0 8-5461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4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24575,'0'0'0,"0"0"0,0 0 0,0 0 0,1 2 0,8 232 0,-1-19 0,-3 3 0,-4-209 0,0 0 0,0 0 0,5 13 0,-5-17 0,-1 0 0,1 0 0,-1 0 0,0 0 0,0 0 0,-1 0 0,0 0 0,0 1 0,0-2 0,0 1 0,-1 0 0,0 0 0,0 0 0,0-1 0,-4 7 0,6-10 0,-1-1 0,0 1 0,1-1 0,-1 1 0,0 0 0,1-1 0,-1 0 0,0 1 0,1-1 0,-1 1 0,0-1 0,0 0 0,0 1 0,1-1 0,-1 0 0,0 0 0,-1 0 0,1 0 0,1 0 0,-1 0 0,1 0 0,-1 0 0,1 0 0,-1 0 0,1 0 0,-1 1 0,1-1 0,-1 0 0,1 0 0,-1 0 0,1 0 0,-1 1 0,1-1 0,-1 0 0,1 0 0,0 1 0,-1-1 0,1 0 0,-1 1 0,1-1 0,0 0 0,-1 1 0,1-1 0,0 1 0,0-1 0,-1 0 0,1 1 0,0-1 0,0 1 0,0-1 0,-1 1 0,1-1 0,0 1 0,0-1 0,0 1 0,0-1 0,0 1 0,0-1 0,0 1 0,0-1 0,0 1 0,0-1 0,0 1 0,1 0 0,7 26 0,-1 1 0,-1-1 0,4 55 0,-9 87 0,-2-166 0,2 158 0,1-66 0,-13 116 0,8-133 0,2-42 0,20-640 0,-15 348 0,-2 161 0,-3 0 0,-22-145 0,22 234 0,1-1 0,-1 1 0,2-1 0,-1 1 0,1-1 0,0 1 0,0 0 0,4-12 0,-4 16 0,1 1 0,1 1 0,-1-1 0,1 1 0,-1-1 0,1 1 0,-1 0 0,1 0 0,4 1 0,-1-1 0,8 0 0,141 7 0,-138-5 0,0 1 0,-1 0 0,1 1 0,-1 1 0,0 1 0,0 0 0,16 10 0,-29-14 0,0-1 0,0 1 0,0 0 0,-1 0 0,1 0 0,-1 0 0,1 1 0,-1-1 0,0 1 0,0-1 0,0 1 0,0 0 0,0 0 0,-1 0 0,1 0 0,-1 0 0,0 0 0,0 0 0,0 0 0,0 1 0,-1-1 0,1 0 0,-1 1 0,0 4 0,-1-1 0,0-1 0,0 0 0,-1 0 0,0 0 0,0 0 0,0-1 0,-1 1 0,1 0 0,-1-1 0,-1 0 0,1 0 0,-9 9 0,-15 15 0,-1-1 0,-47 35 0,-73 43 0,95-70 0,-22 9 0,38-24 0,34-20-50,6-3 153,6-6-947,-7 7 270,8-8-6252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46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83 24575,'0'0'0,"0"0"0,0 0 0,0 0 0,0 0 0,0 0 0,0 0 0,0 0 0,0 0 0,0 0 0,0 0 0,0 0 0,-15-25 0,12 21 0,0-1 0,0 1 0,0 0 0,-1 0 0,0 1 0,1-1 0,-1 1 0,0-1 0,-1 1 0,1 1 0,0-1 0,-1 0 0,0 1 0,0 0 0,-7-2 0,6 3 0,-1 0 0,1 0 0,-1 0 0,1 1 0,-1 0 0,0 1 0,1-1 0,-1 1 0,1 0 0,0 1 0,-7 2 0,0 1 0,1 0 0,0 1 0,0 0 0,1 1 0,0 0 0,0 1 0,0 0 0,1 1 0,0 0 0,1 1 0,-12 15 0,12-11 0,0 0 0,1 0 0,0 1 0,2 0 0,0 0 0,-7 27 0,10-34 0,1 1 0,1 0 0,0 0 0,0 0 0,1 0 0,0 0 0,0 0 0,1 0 0,0-1 0,1 1 0,0 0 0,0 0 0,6 14 0,-5-18 0,-1 0 0,2 0 0,-1 0 0,0-1 0,1 1 0,0-1 0,0 0 0,0 0 0,0 0 0,1 0 0,-1-1 0,1 0 0,0 0 0,0 0 0,0-1 0,1 1 0,-1-1 0,1 0 0,-1-1 0,1 1 0,-1-1 0,1-1 0,0 1 0,0-1 0,-1 1 0,1-2 0,0 1 0,10-3 0,-5 1 0,0 0 0,0-1 0,-1-1 0,1 0 0,-1 0 0,0-1 0,0 0 0,-1-1 0,1 0 0,-1-1 0,-1 1 0,1-2 0,-1 1 0,9-11 0,-8 5 0,0 0 0,-1-1 0,0 1 0,-1-1 0,0-1 0,-1 0 0,-1 0 0,0 0 0,-1 0 0,-1-1 0,0 1 0,-1-1 0,0-19 0,-3 30 0,1 0 0,-1 1 0,0-1 0,0 1 0,-2-8 0,-8 36 0,1 13 0,1 0 0,2 1 0,-3 62 0,9 117 0,0 0 0,-1-198 0,0 1 0,-1 0 0,-1-1 0,-1 0 0,0 1 0,-2-2 0,0 1 0,-1-1 0,-1 0 0,-1-1 0,-15 22 0,18-31 0,0-1 0,0 0 0,-1 0 0,0-1 0,0 0 0,-1 0 0,1-1 0,-1 0 0,0-1 0,-1 0 0,1 0 0,-1-1 0,-19 4 0,16-4 0,1-1 0,-1-1 0,0 0 0,0 0 0,0-2 0,0 0 0,0 0 0,1-1 0,-1 0 0,-19-8 0,18 5 0,1 0 0,1-2 0,-1 1 0,1-2 0,0 1 0,1-2 0,0 1 0,0-2 0,-10-11 0,18 18 0,0 0 0,0-1 0,1 0 0,-1 0 0,1 1 0,0-2 0,0 1 0,0 0 0,0 0 0,1 0 0,-1-1 0,1 1 0,1-1 0,-1 1 0,0-1 0,1 1 0,0-1 0,0 0 0,1 1 0,-1-1 0,1 1 0,0-1 0,0 1 0,0-1 0,1 1 0,-1 0 0,1 0 0,0 0 0,0 0 0,1 0 0,4-6 0,1 0 0,1 1 0,0 0 0,0 1 0,0 0 0,1 0 0,0 1 0,1 1 0,0 0 0,17-8 0,14-2 0,53-15 0,-84 28 0,35-11 0,1 1 0,0 3 0,1 2 0,0 2 0,51 0 0,-85 6 0,1 1 0,0 1 0,20 4 0,-31-5 0,0 1 0,1-1 0,-1 0 0,0 1 0,0 0 0,0 0 0,0 0 0,0 1 0,0-1 0,-1 1 0,1 0 0,-1 0 0,0 0 0,0 1 0,5 6 0,-4-2-195,0 1 0,-1-1 0,-1 1 0,1 0 0,-1 0 0,1 13 0,0 13-6631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9:4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24575,'0'1'0,"-1"-1"0,1 0 0,-1 1 0,1-1 0,-1 1 0,1-1 0,-1 1 0,1-1 0,0 1 0,-1-1 0,1 1 0,0 0 0,-1-1 0,1 1 0,0-1 0,0 1 0,0 0 0,-1-1 0,1 1 0,0 0 0,0 1 0,-2 14 0,2-16 0,0 5 0,0-1 0,0 1 0,1-1 0,0 1 0,-1-1 0,1 0 0,1 0 0,-1 1 0,1-1 0,-1 0 0,1 0 0,0 0 0,1-1 0,-1 1 0,1 0 0,0-1 0,5 6 0,-5-6 0,-1-1 0,0 0 0,1 0 0,-1-1 0,1 1 0,0 0 0,0-1 0,-1 0 0,1 1 0,0-1 0,0 0 0,0-1 0,0 1 0,1 0 0,-1-1 0,0 0 0,0 0 0,0 0 0,0 0 0,0 0 0,0-1 0,1 1 0,-1-1 0,0 0 0,5-2 0,-25 4 0,15-1 0,0-1 0,1 1 0,-1 0 0,0 0 0,1 0 0,-1 0 0,0 0 0,0 0 0,1 1 0,-1-1 0,1 1 0,-1-1 0,0 1 0,1-1 0,-3 2 0,-19 18 0,23-18 0,2-3 0,11-12 0,-6 6 0,-1 1 0,0 0 0,0-1 0,0 0 0,8-13 0,-21 51 0,6-21 0,3-9 0,1-1 0,-1 0 0,1 0 0,-1 0 0,1 0 0,-1 0 0,1 0 0,3-1 0,-5 0 0,1 1 0,0-1 0,0 1 0,0-1 0,-1 0 0,1 0 0,0 0 0,-1 0 0,1 0 0,0 0 0,-1 0 0,0 0 0,1-1 0,-1 1 0,0-1 0,0 1 0,1-1 0,-1 1 0,0-1 0,-1 0 0,1 0 0,0 1 0,0-1 0,-1 0 0,2-3 0,-2 4 0,0 1 0,0 0 0,-1 0 0,1 0 0,0 0 0,0 0 0,0-1 0,0 1 0,0 0 0,0 0 0,0 0 0,0 0 0,0 0 0,0 0 0,0-1 0,0 1 0,0 0 0,0 0 0,-1 0 0,1 0 0,0 0 0,0 0 0,0 0 0,0 0 0,0 0 0,0-1 0,-1 1 0,1 0 0,0 0 0,0 0 0,0 0 0,0 0 0,0 0 0,-1 0 0,1 0 0,0 0 0,0 0 0,0 0 0,0 0 0,0 0 0,-1 0 0,1 0 0,0 0 0,0 0 0,0 0 0,0 0 0,0 1 0,0-1 0,-1 0 0,1 0 0,-15 5 0,-12 8 0,25-12 7,1 0-1,-1 0 0,1 0 0,-1 0 1,1 1-1,0-1 0,0 0 1,0 1-1,0-1 0,0 1 1,0-1-1,0 1 0,0 0 0,1-1 1,-1 1-1,0 0 0,1 0 1,-1 2-1,1 0-218,-1 0 0,1 0 0,0 0-1,0 0 1,1 1 0,0 5 0,3 4-6614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1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24575,'0'0'0,"0"0"0,0 0 0,2 0 0,281-8 0,52-2 0,-253 3 0,0-4 0,87-23 0,-9-2-1365,-145 33-5461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51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24575,'6'53'0,"1"-2"0,-10 152 0,1 31 0,2-229 0,0 0 0,0 0 0,1 0 0,-1 0 0,1-1 0,0 1 0,1 0 0,-1 0 0,1-1 0,0 1 0,0-1 0,6 9 0,-8-13 0,1 0 0,0-1 0,0 1 0,-1 0 0,1 0 0,0-1 0,0 1 0,-1 0 0,1-1 0,0 1 0,-1-1 0,1 1 0,-1-1 0,1 1 0,-1-1 0,1 1 0,-1-1 0,1 0 0,-1 1 0,1-1 0,0-1 0,13-17 0,-4 0 0,-1 1 0,-1-1 0,9-31 0,13-67 0,-23 83 0,4-24 0,-3 82 0,1 79 0,-7-67 0,2 1 0,1-1 0,18 67 0,-21-98 0,0-1 0,0 0 0,0 0 0,0 0 0,1 0 0,-1 0 0,1 0 0,0-1 0,0 0 0,1 1 0,-1-1 0,0 0 0,1 0 0,0-1 0,0 1 0,0-1 0,0 0 0,0 0 0,0 0 0,6 1 0,-7-2 0,1 0 0,0-1 0,-1 1 0,1-1 0,0 0 0,0 0 0,-1 0 0,1 0 0,0-1 0,-1 0 0,1 1 0,0-1 0,-1-1 0,1 1 0,-1 0 0,0-1 0,1 0 0,-1 1 0,0-2 0,0 1 0,0 0 0,0 0 0,0-1 0,-1 0 0,3-2 0,2-4 0,-1 1 0,-1-1 0,1 0 0,-1-1 0,-1 1 0,0-1 0,5-17 0,-2-5 0,5-36 0,-8 41 0,-4 20-46,0 1 0,0 0-1,-1 0 1,0 0 0,0 0-1,0 0 1,-5-12 0,3 7-949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51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24575,'0'23'0,"1"-9"0,-1 174 0,-1-179-84,-1 11-130,1 0 1,1 0-1,1 0 1,0 0-1,6 26 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52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49 272 24575,'17'0'0,"0"0"0,1-2 0,-1 0 0,0 0 0,0-2 0,0 0 0,-1-1 0,1-1 0,-1 0 0,0-1 0,-1-1 0,0-1 0,25-17 0,-30 19 0,-1-1 0,0 0 0,0-1 0,-1 0 0,0 0 0,0 0 0,8-15 0,-15 21 0,0 1 0,0-1 0,0 1 0,0-1 0,0 0 0,0 1 0,-1-1 0,1 0 0,-1 0 0,0 1 0,0-1 0,0 0 0,0 0 0,0 0 0,-1-4 0,-1 5 0,1-1 0,0 0 0,-1 0 0,0 0 0,1 1 0,-1-1 0,0 1 0,0 0 0,-1-1 0,1 1 0,0 0 0,-1 0 0,1 0 0,-1 1 0,0-1 0,0 1 0,-2-2 0,-4 0 0,1-1 0,-1 2 0,0-1 0,1 1 0,-1 0 0,0 1 0,0 0 0,-1 1 0,1 0 0,0 0 0,0 1 0,0 0 0,0 0 0,0 1 0,0 1 0,1-1 0,-1 1 0,1 1 0,-15 7 0,12-5 0,1 0 0,0 1 0,0 0 0,0 0 0,1 1 0,0 1 0,1-1 0,0 1 0,0 1 0,1 0 0,0 0 0,0 0 0,1 1 0,-7 17 0,8-12 0,0 0 0,1 1 0,1 0 0,1 0 0,0 0 0,1 0 0,2 33 0,0-41 0,0 0 0,0 0 0,1 0 0,1 0 0,-1 0 0,1-1 0,1 1 0,0-1 0,0 0 0,0 0 0,1 0 0,0 0 0,1-1 0,0 0 0,0 0 0,9 8 0,-10-12 0,1 1 0,0-1 0,0 0 0,0-1 0,0 1 0,0-1 0,1-1 0,-1 1 0,0-1 0,10 1 0,6 0 0,36-2 0,-42-1 0,0 0 0,0-1 0,0 0 0,-1-1 0,1-1 0,-1 0 0,0-1 0,0-1 0,0-1 0,-1 0 0,0 0 0,0-2 0,20-16 0,20-25-1365,-36 31-5461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5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24575,'0'0'0,"0"0"0,0 0 0,0 0 0,4 20 0,0 26 0,-2 62 0,0-1 0,1-66 0,10 44 0,-13-85 0,0 0 0,0 0 0,0 0 0,0 0 0,0 0 0,0 0 0,0 0 0,0 0 0,0 0 0,0 0 0,0 0 0,0 0 0,0 0 0,0 0 0,0 0 0,0 0 0,0 0 0,0 0 0,0 0 0,1 0 0,-1 0 0,0 0 0,0 0 0,0 0 0,0 0 0,0 0 0,0 0 0,0 0 0,0 0 0,0 0 0,0 0 0,0 0 0,1-12 0,0-20 0,-1-31 0,5-162 0,-1 168 0,2 1 0,15-58 0,-16 95 0,25-90 0,-23 165 0,0 28-1365,-6-68-5461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53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699 71 24575,'0'0'0,"0"0"0,0 0 0,0 0 0,-3-10 0,2 7 0,0 0 0,0-1 0,0 1 0,0 0 0,-1 0 0,0 0 0,1 0 0,-1 1 0,0-1 0,0 0 0,0 1 0,-1-1 0,1 1 0,-1 0 0,1 0 0,-1 0 0,-5-3 0,4 3 0,0 1 0,0-1 0,-1 1 0,1 0 0,0 0 0,-1 1 0,1-1 0,-1 1 0,1 0 0,-1 0 0,-7 2 0,-2 1 0,0 0 0,1 1 0,0 1 0,0 0 0,0 0 0,1 2 0,-22 13 0,12-4 0,1 1 0,0 1 0,2 0 0,-27 33 0,33-35 0,1 0 0,1 1 0,0 0 0,2 1 0,0 1 0,-12 32 0,19-45 0,1 1 0,-1-1 0,1 1 0,0-1 0,1 1 0,-1 0 0,1 0 0,1-1 0,-1 1 0,1 0 0,0-1 0,1 1 0,-1-1 0,1 1 0,4 8 0,-3-11 0,-1 1 0,1-1 0,0 0 0,0 0 0,0 0 0,1-1 0,-1 1 0,1-1 0,0 0 0,0 0 0,0 0 0,0-1 0,0 1 0,1-1 0,-1 0 0,1 0 0,-1 0 0,1-1 0,0 0 0,9 2 0,-3-3 0,-1 0 0,1 0 0,-1 0 0,1-2 0,-1 1 0,1-1 0,-1-1 0,0 0 0,0 0 0,0-1 0,-1 0 0,1-1 0,-1 0 0,0-1 0,0 1 0,0-2 0,13-12 0,-2 0 0,0-2 0,-2 0 0,0-1 0,-1 0 0,18-34 0,-23 32 0,0-1 0,-2-1 0,-1 1 0,12-54 0,-13 46 0,-5 30 0,1 10 0,0 11 0,-3 29 0,-2 1 0,-2 0 0,-13 64 0,8-60 0,-24 145 0,-79 269 0,100-428 0,-2 0 0,-2-1 0,-26 48 0,33-72 0,0 0 0,-1 0 0,0 0 0,-1-2 0,-1 1 0,0-1 0,0-1 0,-1 0 0,-1 0 0,1-1 0,-25 12 0,24-14 0,-1-2 0,1 1 0,-1-2 0,0 0 0,0 0 0,-22 1 0,30-4 0,0-1 0,0 0 0,0 0 0,0 0 0,-1-1 0,1 0 0,0-1 0,1 1 0,-1-1 0,0 0 0,0 0 0,1-1 0,-1 0 0,1 0 0,0 0 0,0 0 0,0-1 0,-7-6 0,3-1 16,0 0-1,1 0 1,0 0-1,1-1 1,0 0-1,-7-17 1,-24-79-1490,19 41-5352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54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24575,'0'0'0,"0"0"0,6 14 0,4 14 0,-2 1 0,-1 0 0,-1 0 0,-2 0 0,-1 0 0,-1 54 0,-25 180 0,14-190 0,-44 269 0,19-134 0,32-204 0,1-7 0,-1-15 0,0-30 0,4 1 0,3 0 0,12-59 0,-9 75 0,0 1 0,2 0 0,1 0 0,21-38 0,-28 61 0,1 1 0,-1 0 0,1 0 0,1 0 0,-1 0 0,1 1 0,0 0 0,0 0 0,9-5 0,-15 10 0,1-1 0,0 1 0,0-1 0,0 1 0,0 0 0,0-1 0,0 1 0,-1 0 0,1-1 0,0 1 0,0 0 0,0 0 0,0 0 0,0 0 0,0 0 0,0 0 0,0 0 0,0 0 0,0 0 0,0 1 0,0-1 0,0 0 0,0 1 0,1 0 0,0 0 0,0 0 0,0 1 0,0-1 0,0 1 0,0 0 0,-1 0 0,1 0 0,0 0 0,1 2 0,2 6 0,1 0 0,-1 0 0,3 12 0,-8-22 0,11 31 0,-2 1 0,-2 0 0,-1 0 0,4 52 0,-8 133 0,-3-142 0,1-70 0,0 0 0,0 0 0,1-1 0,0 1 0,0 0 0,0-1 0,3 7 0,-4-11 0,0 1 0,0 0 0,1-1 0,-1 1 0,0-1 0,1 1 0,-1-1 0,0 1 0,1-1 0,-1 1 0,1-1 0,-1 1 0,1-1 0,-1 0 0,1 1 0,-1-1 0,1 0 0,-1 0 0,1 1 0,0-1 0,-1 0 0,1 0 0,1 1 0,-1-2 0,0 1 0,0 0 0,0-1 0,1 1 0,-1-1 0,0 1 0,0-1 0,0 0 0,0 1 0,0-1 0,0 0 0,0 0 0,0 0 0,0 0 0,-1 0 0,1 0 0,1-1 0,13-21 0,0 0 0,-2-1 0,-1-1 0,12-30 0,-8 17 0,8-19 0,90-195 0,-80 185 0,73-106 0,-91 150 0,26-34 0,-37 51 0,0 1 0,0 0 0,1 0 0,-1 0 0,1 1 0,0-1 0,9-3 0,-14 7 0,-1 1 0,1-1 0,0 1 0,0 0 0,0-1 0,0 1 0,0 0 0,0-1 0,0 1 0,0 0 0,-1 0 0,1 0 0,0 0 0,0 0 0,0 0 0,0 0 0,0 0 0,0 0 0,0 1 0,0-1 0,0 0 0,0 0 0,0 1 0,-1-1 0,1 1 0,0-1 0,1 2 0,-1-1 0,0 0 0,0 1 0,0 0 0,0-1 0,0 1 0,0 0 0,-1-1 0,1 1 0,-1 0 0,1 0 0,-1-1 0,1 1 0,-1 2 0,0 7 0,1 0 0,-2 0 0,-2 16 0,-9 39 0,-23 72 0,17-75 0,-12 83 0,26-114 0,1 65 0,4-81 0,0 1 0,2-1 0,0 1 0,0-1 0,11 26 0,-12-38 0,0 0 0,0 0 0,1 0 0,-1 0 0,1-1 0,0 1 0,0-1 0,0 0 0,1 0 0,-1 0 0,1 0 0,0-1 0,-1 1 0,1-1 0,0 0 0,0 0 0,1-1 0,-1 1 0,0-1 0,1 0 0,5 1 0,3 0 0,0 0 0,0-1 0,-1-1 0,1 0 0,0-1 0,13-2 0,-18 1 9,0 0-1,0 0 1,0 0-1,-1-1 1,1 0 0,-1-1-1,1 0 1,-1 0-1,0 0 1,-1-1-1,1 0 1,-1 0-1,7-8 1,-5 4-174,-1 0 0,0-1 0,0 0 0,-1 0 0,-1 0 0,1-1 0,-2 0 0,6-16 0,-1-5-6661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8:54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24575,'8'1'0,"-1"0"0,1-1 0,0 0 0,-1 0 0,15-3 0,2 1 0,639-49 0,-584 51 0,-104 0-1365,15 0-5461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15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24575,'14'0'0,"132"-4"0,193-31 0,141-51 0,-212 35 0,203-44 0,-452 92-455,0 0 0,40-1 0,-52 4-6371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7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67 117 24575,'-9'-15'0,"-1"2"0,-1-1 0,0 1 0,-13-11 0,34 1 0,-7 9 0,-10 19 0,0 6 0,7-12 0,0 1 0,0 0 0,0 0 0,0 0 0,0 0 0,0 0 0,1 0 0,-1 0 0,0 0 0,0 0 0,0 0 0,0 0 0,0 0 0,0 0 0,0 1 0,0-1 0,0 0 0,0 0 0,0 0 0,1 0 0,-1 0 0,0 0 0,0 0 0,0 0 0,0 0 0,0 0 0,0 0 0,0 0 0,0 0 0,0 0 0,0 0 0,0 0 0,0 0 0,0 1 0,0-1 0,0 0 0,0 0 0,0 0 0,0 0 0,0 0 0,0 0 0,0 0 0,0 0 0,0 0 0,0 0 0,0 0 0,0 1 0,0-1 0,0 0 0,24-14-1365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7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24575,'-7'30'0,"-89"313"0,84-308 0,3 0 0,-9 59 0,18-91 0,1-1 0,-1 1 0,0 0 0,1 0 0,-1 0 0,1 0 0,0 0 0,0 0 0,0-1 0,1 1 0,-1 0 0,0-1 0,1 1 0,0-1 0,0 0 0,-1 1 0,1-1 0,1 0 0,-1 0 0,0 0 0,0-1 0,1 1 0,-1 0 0,1-1 0,4 3 0,3 0 0,0 1 0,0-1 0,0-1 0,0 0 0,20 3 0,-7-4 0,0-2 0,-1 0 0,1-2 0,-1 0 0,0-1 0,1-2 0,-1 0 0,42-17 0,-61 21-151,0-1-1,0 1 0,0-1 0,1 0 1,-2 0-1,1 0 0,0 0 1,4-5-1,-2 1-6674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7 24575,'-3'30'0,"-90"608"0,92-629 0,-38 235 0,37-236 0,2-10 0,-1-19 0,12-405 0,-8 374 0,-2 26 0,0 1 0,2-1 0,1 1 0,1 0 0,1 0 0,2 0 0,0 1 0,1 0 0,14-24 0,-9 21 0,-3 7 0,20-31 0,-28 46 0,1 1 0,0-1 0,0 1 0,0 0 0,0 0 0,1 0 0,0 0 0,0 1 0,0-1 0,0 2 0,6-4 0,1 2 0,0 1 0,0 1 0,0 0 0,0 0 0,0 1 0,1 1 0,-1 0 0,0 0 0,0 2 0,0-1 0,1 2 0,-2-1 0,1 2 0,0-1 0,18 10 0,-18-8 0,-1 1 0,1 0 0,-1 1 0,0 0 0,-1 1 0,1 0 0,-2 1 0,1 0 0,-1 0 0,-1 1 0,1 0 0,-2 0 0,0 1 0,10 18 0,-15-21 0,1 1 0,-1-1 0,0 1 0,-1-1 0,0 1 0,-1 0 0,1-1 0,-2 1 0,1 0 0,-1-1 0,0 1 0,-1-1 0,-3 11 0,0-4 0,0-1 0,0 0 0,-2 0 0,1 0 0,-2-1 0,-16 23 0,18-29 0,0 0 0,0-1 0,-1 0 0,0 0 0,0 0 0,-1-1 0,1 0 0,-1 0 0,0-1 0,-1 0 0,1 0 0,-1-1 0,0 0 0,0-1 0,1 0 0,-18 2 0,-5-3 0,0 0 0,-1-2 0,-47-9 0,51 7 0,47 19 0,14 0 0,0-2 0,1 0 0,62 14 0,-54-16 0,52 14-105,86 28 334,-160-46-441,0 0-1,0 2 0,-1 0 0,-1 2 1,0 0-1,24 21 0,-26-18-6613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3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182 112 24575,'0'0'0,"0"0"0,0 0 0,0 0 0,0 0 0,0 0 0,0 0 0,0 0 0,0 0 0,0 0 0,-4 8 0,1-2 0,1-1 0,0 1 0,1-1 0,-1 1 0,1 0 0,0 0 0,1 0 0,0 0 0,0 6 0,6 58 0,-2-43 0,33 600 0,-45 376 0,-7-444 0,9-259 0,-2-87 0,-2 164 0,9-325 0,-7-62 0,-1 0 0,0 1 0,0 0 0,-1 0 0,0 1 0,-1 0 0,0 1 0,-14-8 0,23 15 0,-25-15 0,19 5 0,8 10 0,1-1 0,-1 1 0,0 0 0,0-1 0,0 1 0,1-1 0,-1 1 0,0 0 0,0-1 0,1 1 0,-1 0 0,0-1 0,1 1 0,-1 0 0,0 0 0,1-1 0,-1 1 0,0 0 0,1 0 0,-1 0 0,1-1 0,-1 1 0,0 0 0,1 0 0,-1 0 0,1 0 0,-1 0 0,1 0 0,-1 0 0,7-1 0,0 1 0,-1 0 0,1 0 0,0 1 0,-1-1 0,1 2 0,10 2 0,18 2 0,263 1 0,-120-7 0,472 22 0,-92-19 0,-148-5 0,1304-4-550,-905-18 550,-304 12 0,74-3 0,259-2 0,-771 17 123,86 4 304,-144-3-427,82 5 0,-112-24 0,42-23 0,-15 31 0,0-1 0,-1 1 0,0-1 0,3-13 0,2-30 0,-2 0 0,-2 0 0,-3-80 0,1 10 0,33-428 0,-19 337 0,13-270 0,-28 387 0,-8-545 0,-3 475 0,14-173 0,-4 326 0,1 0 0,0 0 0,9-27 0,-6 24 0,6-31 0,-38 49 0,-176 3 0,-72-1 0,-83 17 0,104-1 0,-501 3 0,608-18 0,-396-20 0,-43 2 0,-184 22 0,134 7 0,375-5 0,-239-7 0,49-2 0,-61-11 0,307-2 0,-135-12 0,300 21 0,0-1 0,0-1 0,1-3 0,0-1 0,1-2 0,-47-21 0,80 31-151,0 0-1,0 1 0,-1-1 0,1 1 1,-1 0-1,1 0 0,-1 1 1,-4-1-1,-2 1-6674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57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5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30 24575,'0'0'0,"0"0"0,0 0 0,0 0 0,0 0 0,0 0 0,-3-12 0,3 11 0,0 0 0,0 0 0,0 0 0,0 0 0,-1 0 0,1 0 0,0 0 0,0 0 0,-1 1 0,1-1 0,-1 0 0,1 0 0,0 0 0,-1 0 0,0 0 0,1 1 0,-1-1 0,0-1 0,-5 4 0,1-1 0,-1 1 0,1 0 0,0 0 0,-1 1 0,1 0 0,0 0 0,1 0 0,-1 0 0,-5 6 0,-4 3 0,-23 27 0,27-28 0,1 2 0,0-1 0,1 1 0,0 0 0,1 1 0,1-1 0,0 2 0,-4 14 0,8-24 0,1 0 0,0 0 0,0 0 0,1 0 0,-1 0 0,1 1 0,0-1 0,1 0 0,-1 0 0,1 0 0,0 0 0,0 0 0,1 0 0,-1 0 0,1 0 0,0 0 0,0 0 0,1-1 0,0 1 0,-1-1 0,1 0 0,1 0 0,-1 0 0,1 0 0,-1-1 0,1 1 0,5 3 0,22 12 0,0 0 0,2-2 0,35 13 0,8 4 0,70 27 0,-96-41 0,-47-19 0,1 0 0,-1 1 0,0 0 0,0 0 0,0 0 0,0 0 0,0 0 0,0 1 0,0-1 0,2 4 0,-4-5 0,-1 0 0,1-1 0,-1 1 0,0 0 0,1-1 0,-1 1 0,0 0 0,1 0 0,-1 0 0,0-1 0,0 1 0,0 0 0,0 0 0,0 0 0,0 0 0,0-1 0,0 1 0,0 0 0,0 1 0,-1-1 0,0 0 0,1 1 0,-1-1 0,0 0 0,0 0 0,0 0 0,0 0 0,1 0 0,-1 0 0,-1 0 0,1 0 0,0 0 0,0-1 0,0 1 0,-2 0 0,-9 4 0,0 0 0,-1-1 0,1-1 0,-1 0 0,0-1 0,-24 1 0,10-1 0,-119 10 0,-67 9 0,213-21 0,-1 0 0,1 0 0,-1-1 0,1 1 0,0 0 0,-1 0 0,1 0 0,-1 0 0,1 0 0,0-1 0,-1 1 0,1 0 0,0 0 0,-1-1 0,1 1 0,0 0 0,-1-1 0,1 1 0,0 0 0,-1-1 0,1 1 0,0 0 0,0-1 0,0 1 0,-1 0 0,1-1 0,0 1 0,0-1 0,0 1 0,0-1 0,0 0 0,-1-13 0,14-4-1365,-7 11-5461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3:00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65 24575,'0'0'0,"0"0"0,0 0 0,0 0 0,0 0 0,0 0 0,0 0 0,0 0 0,0 0 0,19-15 0,-17 14 0,-1 0 0,0 0 0,0 0 0,0-1 0,0 1 0,0 0 0,0-1 0,0 1 0,0 0 0,-1-1 0,1 1 0,-1-1 0,1 1 0,-1-1 0,1 0 0,-1 1 0,0-1 0,0 1 0,1-1 0,-1 0 0,0 1 0,-1-1 0,1 0 0,-1-2 0,1-6 0,3 12 0,0 0 0,0 0 0,0 0 0,0 0 0,1 0 0,3 0 0,-3 0 0,-5-2 0,-1-1 0,1 0 0,-1 1 0,1-1 0,-1 1 0,1 0 0,-1-1 0,0 1 0,1 0 0,-1 0 0,0 0 0,1 0 0,-1 0 0,0 0 0,1 1 0,-1-1 0,0 0 0,1 1 0,-1-1 0,1 1 0,-3 1 0,-3 2 0,1 1 0,0 0 0,-11 11 0,15-14 0,-121 128 0,107-109 0,0 0 0,1 1 0,2 0 0,-22 46 0,32-60 0,0 0 0,1 0 0,0 1 0,0-1 0,0 0 0,1 1 0,1-1 0,-1 1 0,1 0 0,1-1 0,2 16 0,-2-18 0,1-1 0,0 1 0,0-1 0,1 1 0,-1-1 0,1 0 0,0 0 0,1 0 0,-1 0 0,1-1 0,0 1 0,0-1 0,0 0 0,1 0 0,-1-1 0,1 1 0,9 4 0,1 0 0,1-1 0,0-1 0,0 0 0,0-1 0,1-1 0,0 0 0,0-1 0,0-1 0,0 0 0,0-2 0,18-1 0,-20 0 0,0-1 0,0 0 0,0-1 0,-1-1 0,1 0 0,-1-1 0,0 0 0,0-1 0,0-1 0,-1 0 0,0-1 0,20-17 0,-31 24 0,0 0 0,-1-1 0,1 1 0,-1-1 0,0 1 0,1-1 0,-1 1 0,0-1 0,0 0 0,0 0 0,0 1 0,0-1 0,0 0 0,-1 0 0,1 0 0,-1 0 0,1 0 0,-1 0 0,0 0 0,1 0 0,-1 0 0,-1-3 0,1 2 0,-1 0 0,0 1 0,0-1 0,-1 0 0,1 1 0,0-1 0,-1 1 0,0-1 0,1 1 0,-1 0 0,0 0 0,0 0 0,-1 0 0,-3-3 0,-6-3 0,1 1 0,-2 0 0,1 1 0,-1 1 0,0 0 0,0 1 0,0 0 0,-1 1 0,0 0 0,1 1 0,-1 1 0,-21 0 0,29 1 0,-1 1 0,0 0 0,0 0 0,-6 3 0,45 3 0,15-2 0,0-3 0,59-5 0,-28 1 0,-71 1 0,0 1 0,1 0 0,-1 0 0,0 1 0,0 0 0,0 0 0,0 1 0,-1 0 0,1 0 0,0 0 0,-1 1 0,1 0 0,-1 1 0,0-1 0,0 1 0,6 5 0,-11-8 0,0 1 0,0 0 0,0-1 0,0 1 0,0 0 0,-1 0 0,1 0 0,0-1 0,-1 1 0,0 0 0,1 0 0,-1 0 0,0 0 0,0 0 0,0 0 0,0 0 0,0 0 0,0 0 0,-1 3 0,-12 42 0,9-35 0,-1 2 0,-43 157 0,49-169 0,3-5 0,5-9 0,7-29-1365,-9 20-5461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3:00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14 24575,'-12'23'0,"6"-8"0,0 0 0,2 1 0,0-1 0,1 1 0,-2 17 0,0 83 0,4-77 0,0 4 0,-12 181 0,-3-315 0,-50-331 0,66 420 0,0 1 0,0-1 0,0 1 0,1-1 0,-1 0 0,0 1 0,1-1 0,-1 0 0,1 1 0,-1-1 0,1 1 0,0-1 0,-1 1 0,1-1 0,0 1 0,0 0 0,0-1 0,0 1 0,1 0 0,-1 0 0,0 0 0,0 0 0,1 0 0,-1 0 0,0 0 0,1 0 0,-1 1 0,4-2 0,1-1 0,1 0 0,0 1 0,0 0 0,0 1 0,9-2 0,21 1 0,0 2 0,0 1 0,0 2 0,-1 1 0,1 2 0,62 19 0,-89-22 0,-1 0 0,1 1 0,-1 0 0,0 0 0,0 1 0,-1 0 0,1 1 0,-1 0 0,0 0 0,-1 1 0,11 11 0,-13-12 0,-1 1 0,1 0 0,-1 0 0,0 0 0,-1 1 0,0-1 0,0 1 0,-1 0 0,1 0 0,-2 0 0,1 0 0,-1 0 0,-1 0 0,1 12 0,-2-9 0,1 0 0,-2 1 0,1-1 0,-2 0 0,1 0 0,-1 0 0,-1 0 0,0 0 0,-1-1 0,-7 13 0,4-11 0,-1 1 0,0-1 0,-1-1 0,0 1 0,-1-2 0,-22 18 0,-2-4 0,-2-2 0,0-1 0,-2-3 0,-58 22 0,-30 2 0,105-37 0,0 0 0,-1-1 0,-44 1 0,55-6-455,0 0 0,-21-4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24575,'2'3'0,"0"0"0,0-1 0,0 1 0,0 0 0,-1 0 0,0 0 0,2 6 0,-1-6 0,7 20 0,-1 1 0,-1-1 0,5 29 0,7 75 0,-9-54 0,-4-37 0,-1-3 0,0 0 0,0 62 0,-6-93 0,1 0 0,0 0 0,0-1 0,0 1 0,1 0 0,-1 0 0,0 0 0,1 0 0,-1 0 0,1-1 0,1 3 0,-2-3 0,0-1 0,0 0 0,0 0 0,0 0 0,0 0 0,1 0 0,-1 1 0,0-1 0,0 0 0,0 0 0,0 0 0,1 0 0,-1 0 0,0 0 0,0 0 0,0 0 0,0 0 0,1 0 0,-1 0 0,0 0 0,0 0 0,0 1 0,1-1 0,-1-1 0,0 1 0,0 0 0,0 0 0,1 0 0,-1 0 0,0 0 0,0 0 0,0 0 0,0 0 0,1 0 0,-1 0 0,0 0 0,9-12 0,4-18 0,-2-1 0,-1 0 0,10-61 0,-13 60 0,6-31 0,-2-1 0,1-67 0,-11 126 0,0 1 0,0-1 0,0 0 0,0 0 0,1 1 0,2-7 0,0 2 0,-4 8 0,1 1 0,-1 0 0,0 0 0,0 0 0,0-1 0,1 1 0,-1 0 0,0 0 0,0 0 0,1 0 0,-1 0 0,0 0 0,1 0 0,-1-1 0,0 1 0,0 0 0,1 0 0,-1 0 0,0 0 0,0 0 0,1 0 0,-1 0 0,0 1 0,1-1 0,-1 0 0,0 0 0,0 0 0,1 0 0,-1 0 0,0 0 0,0 0 0,1 0 0,-1 1 0,0-1 0,0 0 0,1 1 0,11 8 0,-5-1 0,-1 0 0,0 0 0,0 1 0,0 0 0,-1 0 0,-1 1 0,0 0 0,4 10 0,19 88 0,-19-74 0,11 54 0,47 173 0,-63-254 0,-1 0 0,1 0 0,1-1 0,0 1 0,0-1 0,0 1 0,0-1 0,1-1 0,8 9 0,-11-13 0,0 1 0,-1-1 0,1 0 0,0 1 0,0-1 0,0 0 0,0 0 0,0 0 0,0-1 0,0 1 0,0 0 0,0-1 0,0 1 0,0-1 0,1 0 0,-1 0 0,0 0 0,0 0 0,0 0 0,1 0 0,-1-1 0,0 1 0,0-1 0,0 1 0,0-1 0,0 0 0,0 0 0,0 0 0,0 0 0,0 0 0,0 0 0,-1 0 0,1-1 0,0 1 0,-1-1 0,3-2 0,2-3 0,-1 0 0,1 0 0,-1-1 0,-1 0 0,1 0 0,-2 0 0,1-1 0,-1 1 0,3-11 0,2-11 0,4-41 0,-5 19 0,-3 1 0,-1-1 0,-3 0 0,-13-100 0,12 149-50,1-1-1,-1 0 1,0 1-1,1-1 0,-2 1 1,1-1-1,0 1 1,-1 0-1,1 0 1,-1-1-1,0 1 0,0 0 1,0 0-1,-1 1 1,1-1-1,-1 0 1,1 1-1,-1 0 0,0-1 1,0 1-1,0 0 1,0 0-1,0 1 1,0-1-1,-1 1 1,-4-2-1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3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24575,'0'0'0,"0"0"0,16 0 0,69 4 0,129 24 0,-32-3 0,107-12 0,-288-13 0,0 0 0,-1 0 0,1 0 0,0 0 0,-1 0 0,1 0 0,0-1 0,0 1 0,-1 0 0,1-1 0,0 1 0,-1 0 0,1-1 0,-1 1 0,1 0 0,0-1 0,-1 1 0,1-1 0,-1 1 0,1-1 0,-1 1 0,0-1 0,1 0 0,-1 1 0,0-1 0,1 0 0,-1 1 0,0-1 0,1 0 0,-1 1 0,0-1 0,0 0 0,0 1 0,0-1 0,0 0 0,0 0 0,0 1 0,0-1 0,0 0 0,0 1 0,0-1 0,-1-1 0,1-2 0,-1 0 0,0 1 0,0-1 0,-1 1 0,1-1 0,-3-5 0,-5-3-97,-1 0-1,0 0 1,0 1-1,-1 0 1,-1 1-1,0 0 1,0 1-1,-1 1 1,0-1-1,0 2 1,-1 0-1,0 1 0,-21-7 1,27 10-6729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3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24575,'1'4'0,"-1"1"0,1-1 0,0 1 0,0-1 0,3 7 0,4 16 0,-4 19 29,-1 0-1,-3 0 1,-8 76 0,0 38-1509,8-142-5346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3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24575,'88'-1'0,"98"3"0,-178-2-80,0 0 0,0 1-1,-1 0 1,1 0 0,0 1-1,-1 0 1,1 0 0,-1 1-1,0 0 1,0 0 0,0 0 0,0 1-1,0 0 1,-1 1 0,0 0-1,6 5 1,-5-1-6746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4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24575,'0'0'0,"5"-1"0,-1 1 0,1-1 0,-1 0 0,1-1 0,-1 1 0,0-1 0,6-2 0,12-6 0,60-15 0,1 3 0,0 4 0,133-12 0,-161 31 0,-42 0 0,0-1 0,0 0 0,-1-1 0,1 0 0,0-1 0,19-5 0,-29 6-72,-1 0 1,0 0-1,0 0 0,0 0 0,0-1 0,0 1 0,0-1 0,0 1 1,0-1-1,0 0 0,-1 0 0,1 0 0,-1 0 0,1 0 0,-1 0 1,0 0-1,0-1 0,1-2 0,3-8-6754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4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24575,'58'220'0,"-21"-65"0,3 13 0,-31-147 0,-3-21 0,2-12 0,0-7 0,-1-1 0,0 0 0,-2 0 0,5-25 0,5-87 0,-11 92 0,0-9 0,-2 19 0,1-1 0,2 1 0,8-31 0,-13 60 0,0 0 0,0 0 0,1 0 0,-1 0 0,0 0 0,1 0 0,-1 1 0,0-1 0,1 0 0,-1 0 0,1 0 0,-1 1 0,1-1 0,-1 0 0,1 0 0,0 1 0,-1-1 0,1 0 0,0 1 0,0-1 0,-1 1 0,1-1 0,0 1 0,0 0 0,1-1 0,-1 1 0,0 0 0,0 0 0,0 1 0,0-1 0,0 1 0,0-1 0,0 1 0,0-1 0,0 1 0,0-1 0,0 1 0,0 0 0,0-1 0,0 1 0,-1 0 0,1 0 0,1 1 0,4 7 0,0 0 0,-1 0 0,6 14 0,14 43 0,27 113 0,-38-122 0,3 0 0,1-2 0,35 70 0,-51-120 0,0-1 0,1 1 0,0-1 0,0 0 0,0 0 0,1 0 0,-1-1 0,1 1 0,0-1 0,0 0 0,0 0 0,0 0 0,6 3 0,-8-5 0,0-1 0,0 1 0,1-1 0,-1 1 0,0-1 0,0 0 0,0 0 0,0 0 0,0 0 0,0 0 0,0 0 0,1-1 0,-1 1 0,0-1 0,0 1 0,0-1 0,0 0 0,0 0 0,0 0 0,-1 0 0,1 0 0,0 0 0,0 0 0,-1-1 0,1 1 0,-1-1 0,1 1 0,-1-1 0,1 0 0,-1 1 0,0-1 0,1-3 0,4-3 0,-2-1 0,1 0 0,-2 0 0,1-1 0,-1 1 0,3-15 0,6-62 0,-9 58 0,13-187 0,-3 26 0,-12 184-124,-1 1 0,1-1 0,-1 1 0,0-1 0,-1 1 0,1-1-1,-1 1 1,0-1 0,0 1 0,-2-6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5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10 102 24575,'-9'-9'0,"9"8"0,0 1 0,0 0 0,0 0 0,0 0 0,0-1 0,-1 1 0,1 0 0,0 0 0,0-1 0,0 1 0,0 0 0,0 0 0,0 0 0,0-1 0,0 1 0,0 0 0,0 0 0,0-1 0,0 1 0,0 0 0,0 0 0,0-1 0,0 1 0,0 0 0,1 0 0,-1 0 0,0-1 0,0 1 0,0 0 0,0 0 0,0 0 0,1-1 0,-1 1 0,0 0 0,0 0 0,0 0 0,0 0 0,1 0 0,-1-1 0,0 1 0,0 0 0,0 0 0,1 0 0,-1 0 0,0 0 0,0 0 0,1 0 0,-1 0 0,0 0 0,0 0 0,1 0 0,-1 0 0,0 0 0,0 0 0,0 0 0,1 0 0,-1 0 0,1 0 0,30 4 0,48 12 0,-7-1 0,-51-12 0,121 16 0,-118-18 0,0-1 0,0 0 0,0-2 0,24-5 0,-31 4 0,47-11 0,-59 12 0,1 0 0,-1 0 0,0-1 0,0 1 0,0-1 0,0 0 0,-1-1 0,1 1 0,4-5 0,-8 7 4,0 0 0,0 0-1,0 0 1,-1-1-1,1 1 1,0 0 0,-1 0-1,1-1 1,-1 1 0,1 0-1,-1-1 1,1 1-1,-1 0 1,0-1 0,0 1-1,0-1 1,0 1 0,0 0-1,0-1 1,0 1-1,0-1 1,0 1 0,-1 0-1,1-1 1,-1 1 0,1 0-1,-1-1 1,1 1-1,-1 0 1,0 0 0,1-1-1,-3-1 1,-1-2-216,0 1 0,0-1 0,-1 1-1,1 0 1,-1 0 0,-6-4 0,3 4-6614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2:25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0,15 6 0,-3-2 0,1 0 0,0-1 0,0 0 0,25 2 0,58-4 0,-9 1 0,-62 0-1365,-20-1-5461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3:02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24575,'0'0'0,"0"0"0,0 0 0,-1 9 0,-1 10 0,1 0 0,1 0 0,1 0 0,4 29 0,22 72 0,0-8 0,-19-61 0,-2 0 0,-3 1 0,-1-1 0,-10 87 0,-5 25 0,12 257 0,8 20 0,-12-295 0,-26 150 0,3-119 0,-43 316 0,67-440 0,4 67 0,1-52 0,6-21 0,25-31 0,-23 33 0,14 50 0,-23-95 0,0 1 0,0-1 0,0 1 0,-1-1 0,1 0 0,-1 1 0,0-1 0,0 0 0,0 1 0,-2 3 0,-4 18 0,-12-22 0,6 0 0,24-8 0,0 0-227,0 0-1,0 1 1,1 1-1,-1 0 1,18-2-1,-10 3-6598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3:22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24575,'-17'0'-80,"1"0"272,32 3-1669,-4-1-5349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3:2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20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753 123 24575,'26'4'0,"-17"-4"0,-23-15 0,3 5 0,-1 1 0,0 0 0,0 1 0,-1 0 0,0 1 0,0 1 0,-28-10 0,0 3 0,-60-10 0,92 22 0,-1 0 0,1 1 0,0 0 0,-1 0 0,1 1 0,0 0 0,0 1 0,0 0 0,0 0 0,0 1 0,0 0 0,0 1 0,1 0 0,-1 0 0,1 1 0,-13 9 0,-6 8 0,1 0 0,1 2 0,-24 28 0,42-44 0,-15 19 0,1 0 0,1 2 0,1 0 0,2 1 0,1 1 0,1 0 0,-15 51 0,18-44 0,2 0 0,2 0 0,1 1 0,2 0 0,2 0 0,3 53 0,1-71 0,1 0 0,1 1 0,1-1 0,1-1 0,1 1 0,1-1 0,0 0 0,2 0 0,13 22 0,-16-31 0,1-1 0,1 0 0,0 0 0,0-1 0,1 0 0,0 0 0,0-1 0,1 0 0,0-1 0,1 0 0,-1 0 0,1-1 0,1-1 0,-1 0 0,1 0 0,0-1 0,12 2 0,4-1 0,0-2 0,0 0 0,0-2 0,0-2 0,0 0 0,0-2 0,-1-1 0,1-1 0,-1-1 0,0-2 0,0-1 0,-1 0 0,0-2 0,34-20 0,-55 28 0,101-60 0,-105 63 0,0-1 0,-1 0 0,1-1 0,0 1 0,-1 0 0,1 0 0,-1 0 0,1 0 0,-1 0 0,0 0 0,0-1 0,1 1 0,-1 0 0,0 0 0,0 0 0,0-1 0,0 1 0,0 0 0,-1 0 0,1-1 0,0 1 0,-1 0 0,1 0 0,0 0 0,-1 0 0,1 0 0,-1 0 0,0 0 0,1 0 0,-1 0 0,0 0 0,0 0 0,1 0 0,-1 0 0,0 0 0,0 0 0,0 1 0,0-1 0,-2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26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35 242 24575,'2'17'0,"4"70"0,-6 96 0,-2-111 0,-13 258 0,0-49 0,16-173 0,-2 48 0,-3-121 0,1-28 0,2-24 0,1-5 0,-2-469 0,30 2 0,-17 404 0,3 0 0,28-91 0,-38 163 0,0 0 0,0 0 0,2 0 0,0 1 0,7-13 0,-9 20 0,-1 1 0,1-1 0,0 1 0,0 0 0,1 0 0,-1 0 0,1 1 0,0-1 0,0 1 0,0 0 0,0 1 0,0-1 0,1 1 0,7-3 0,-5 3 0,-1 0 0,0 1 0,0-1 0,1 1 0,-1 1 0,1 0 0,-1 0 0,1 0 0,-1 1 0,0-1 0,1 2 0,-1-1 0,0 1 0,0 1 0,0-1 0,0 1 0,0 0 0,-1 1 0,1-1 0,-1 1 0,0 1 0,7 5 0,92 90 0,-91-85 0,-1 1 0,0 0 0,-1 1 0,-1 1 0,9 20 0,-16-31 0,-1 0 0,-1 1 0,1-1 0,-2 1 0,1 0 0,-1 0 0,0 0 0,0 0 0,-1 0 0,0 0 0,-1 0 0,-1 9 0,0-6 0,-1-1 0,-1 1 0,1 0 0,-2-1 0,1 0 0,-1 0 0,-13 17 0,2-6 0,-2 0 0,0-1 0,-2-1 0,0-1 0,-1-1 0,-31 20 0,14-13 0,-59 30 0,77-46 0,1 0 0,-1-1 0,0-1 0,0-1 0,-31 4 0,95-11 0,54 3 0,-41 0 0,-22 0 0,0 1 0,0 1 0,0 2 0,-1 2 0,66 21 0,-85-22 0,0 0 0,-1 1 0,0 0 0,0 1 0,-1 1 0,0 0 0,0 1 0,-1 0 0,0 1 0,-1 0 0,0 1 0,-1 0 0,-1 1 0,0 0 0,11 21 0,-15-23 0,-1 0 0,0 0 0,-1 0 0,0 1 0,-1-1 0,0 1 0,0-1 0,-2 1 0,1 0 0,-2 0 0,0-1 0,0 1 0,-1 0 0,0-1 0,-1 0 0,-6 17 0,0-4 0,-1-2 0,-1 1 0,-1-1 0,-2-1 0,0 0 0,-28 32 0,29-40 0,-1 0 0,0 0 0,-1-1 0,0-1 0,-1-1 0,-1 0 0,1-1 0,-2 0 0,1-2 0,-1 0 0,0-1 0,0-1 0,-23 4 0,12-5 0,1 0 0,-1-2 0,0-1 0,1-2 0,-1 0 0,1-2 0,-1-1 0,-33-10 0,53 12-124,1-1 0,-1-1 0,1 1 0,0-1 0,1-1 0,-1 1-1,1-1 1,-1-1 0,2 1 0,-12-12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478 174 24575,'-4'1'0,"1"0"0,-1 0 0,0 0 0,0-1 0,0 1 0,-5-1 0,-7 2 0,1 1 0,0 1 0,0 0 0,0 1 0,0 1 0,1 0 0,0 1 0,0 1 0,1 0 0,0 1 0,0 0 0,1 1 0,0 0 0,1 1 0,0 1 0,1-1 0,0 2 0,1-1 0,0 1 0,1 1 0,-8 18 0,-19 41 0,3 2 0,-22 80 0,42-109 0,1 1 0,3-1 0,1 1 0,0 88 0,10-64 0,2-1 0,3 1 0,3-2 0,4 0 0,37 112 0,-48-170 0,1 0 0,0-1 0,0 0 0,1 0 0,0 0 0,1-1 0,0 0 0,9 10 0,-4-8 0,1 0 0,1 0 0,0-1 0,0-1 0,16 7 0,-10-5 0,1-1 0,0-1 0,0-1 0,1-1 0,0-1 0,0 0 0,0-2 0,1-1 0,0-1 0,0 0 0,25-3 0,-10-2 0,0-2 0,0-2 0,0-1 0,-1-2 0,-1-2 0,50-22 0,-46 15 0,0-1 0,-1-3 0,-1-1 0,-1-1 0,-2-3 0,0 0 0,-2-2 0,-2-2 0,31-38 0,-34 35 0,-2-2 0,-2-1 0,-1 0 0,-2-2 0,-2 0 0,-1-2 0,-2 0 0,-2 0 0,-2-2 0,8-57 0,-12 33 0,-1-92 0,-8 123 0,-2 0 0,-1 0 0,-1 1 0,-13-41 0,12 58 0,-1 0 0,-1 0 0,-1 1 0,0 0 0,-1 1 0,-1 0 0,-22-27 0,15 24 0,-1 2 0,0 0 0,-1 1 0,-1 1 0,-29-17 0,2 7 0,0 3 0,-2 2 0,0 1 0,-1 4 0,-66-14 0,88 24 0,-1 1 0,0 1 0,0 2 0,-1 0 0,-35 5 0,45-1 0,0 1 0,0 1 0,1 1 0,-1 1 0,1 0 0,0 2 0,1 0 0,-21 13 0,11-3-1365,7-4-5461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3:59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51 24575,'0'0'0,"-24"-12"0,10 5 0,0 1 0,0 1 0,-1 0 0,0 1 0,0 0 0,0 1 0,0 1 0,0 1 0,-1 0 0,1 1 0,0 0 0,-1 1 0,1 1 0,0 0 0,0 2 0,0-1 0,0 2 0,1 0 0,0 1 0,0 0 0,-14 9 0,17-7 0,-1 1 0,2 0 0,-1 1 0,1 0 0,1 1 0,0 0 0,0 0 0,1 1 0,-12 24 0,7-10 0,1 1 0,1 1 0,-13 52 0,21-64 0,0 0 0,1 1 0,0-1 0,1 1 0,2 0 0,2 27 0,-1-33 0,0-1 0,1 1 0,0-1 0,0 0 0,1 0 0,0 0 0,1-1 0,0 0 0,1 1 0,0-2 0,12 15 0,-12-17 0,1-1 0,-1 1 0,1-1 0,1-1 0,-1 1 0,1-1 0,0 0 0,0-1 0,0 0 0,0 0 0,0-1 0,1 0 0,-1 0 0,1-1 0,13 1 0,4-2 0,1-1 0,-1 0 0,46-10 0,-55 7 0,-1-1 0,0-1 0,0 0 0,0-1 0,-1 0 0,15-10 0,82-62 0,-92 64 0,31-25 0,-53 24-1365,0 8-5461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3:59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 24575,'-3'18'0,"-133"655"0,99-511 0,20-72 0,4 1 0,5 0 0,2 109 0,6-184-1365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0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335 143 24575,'0'0'0,"0"0"0,0 0 0,-7-26 0,4 18 0,0 1 0,0-1 0,-1 1 0,0-1 0,0 1 0,-1 0 0,0 1 0,0-1 0,0 1 0,-1 0 0,0 0 0,-13-9 0,15 13 0,0-1 0,0 1 0,0 0 0,0 1 0,0-1 0,0 0 0,-1 1 0,1 0 0,0 0 0,-1 1 0,1-1 0,-1 1 0,1 0 0,-1 0 0,1 0 0,-1 1 0,1 0 0,-1-1 0,1 2 0,0-1 0,-1 0 0,1 1 0,0 0 0,0 0 0,-6 4 0,0 1 0,0 1 0,0 0 0,1 1 0,0 0 0,1 1 0,0 0 0,1 0 0,-1 0 0,2 1 0,0 0 0,0 1 0,1-1 0,0 1 0,-5 24 0,3-9 0,2 1 0,1-1 0,1 1 0,1 0 0,4 51 0,-1-58 0,1-1 0,1 0 0,2 0 0,-1 0 0,2 0 0,1-1 0,10 21 0,-16-38 0,0-1 0,0 1 0,0-1 0,0 0 0,0 1 0,1-1 0,-1 0 0,1 0 0,-1 0 0,1 0 0,-1 0 0,1 0 0,-1 0 0,1 0 0,0-1 0,0 1 0,-1-1 0,1 1 0,0-1 0,0 0 0,-1 0 0,1 0 0,0 0 0,0 0 0,0 0 0,2 0 0,3-1 0,1-1 0,-1 0 0,0 0 0,12-4 0,-7 0 0,-1 0 0,0 0 0,-1-1 0,1 0 0,-1-1 0,-1 0 0,0-1 0,0 0 0,0 0 0,-1-1 0,0 0 0,-1-1 0,-1 1 0,1-1 0,7-20 0,4-15 0,-2-1 0,17-82 0,-20 72 0,-13 57 0,0 0 0,0 0 0,0 0 0,0 0 0,0 0 0,0 0 0,0 0 0,0 1 0,0-1 0,0 0 0,0 0 0,0 0 0,0 0 0,0 0 0,0 0 0,0 0 0,0 0 0,0 0 0,0 0 0,1 0 0,-1 0 0,0 0 0,0 0 0,0 0 0,0 0 0,0 0 0,0 0 0,0 0 0,0 0 0,0 0 0,0 0 0,0 0 0,0 0 0,0 0 0,0 0 0,0 0 0,0 0 0,1 0 0,-1 0 0,0 0 0,0 0 0,0 0 0,0 0 0,0 0 0,0 0 0,2 11 0,1 16 0,-6 29 0,-14 80 0,1-10 0,15-103-1365,1-13-5461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0 24575,'0'0'0,"0"0"0,0 0 0,0 0 0,-1 1 0,-32 9 0,0 1 0,-55 28 0,68-28 0,0 1 0,1 1 0,0 0 0,1 1 0,-20 20 0,32-27 0,-1 0 0,2 0 0,-1 0 0,1 1 0,0 0 0,-4 8 0,8-12 0,-1 0 0,1 0 0,0-1 0,0 1 0,0 0 0,0 0 0,1 0 0,0 0 0,-1 0 0,1 0 0,1 0 0,-1 0 0,1 0 0,-1 0 0,1 0 0,2 5 0,1-1 0,-1-1 0,1 0 0,1 0 0,-1 0 0,1-1 0,0 0 0,1 1 0,-1-2 0,1 1 0,0-1 0,1 0 0,-1 0 0,1 0 0,0-1 0,14 6 0,9 2 0,0-1 0,54 12 0,-39-12 0,-37-8 0,3-1 0,0 1 0,0 0 0,0 1 0,-1 0 0,1 1 0,-1 0 0,15 11 0,-24-15 0,-1-1 0,1 0 0,-1 1 0,0-1 0,1 0 0,-1 1 0,0-1 0,1 0 0,-1 1 0,0-1 0,1 1 0,-1-1 0,0 1 0,0-1 0,1 1 0,-1-1 0,0 1 0,0-1 0,0 1 0,0-1 0,0 1 0,0-1 0,0 1 0,0-1 0,0 1 0,0-1 0,0 1 0,0-1 0,0 1 0,0-1 0,0 1 0,-1-1 0,1 1 0,0-1 0,0 1 0,-1-1 0,1 0 0,0 1 0,0-1 0,-1 1 0,1-1 0,-1 0 0,1 1 0,0-1 0,-1 0 0,1 1 0,-1-1 0,1 0 0,-1 0 0,1 1 0,-1-1 0,1 0 0,0 0 0,-1 0 0,0 0 0,-35 12 0,35-12 0,-76 15 0,-121 8 0,180-22 0,12 0 0,0-1 0,0 0 0,0 0 0,0-1 0,-7-1 0,12 2 0,0 0 0,0 0 0,0 0 0,0-1 0,0 1 0,0 0 0,0-1 0,0 1 0,0-1 0,0 1 0,0-1 0,0 0 0,1 1 0,-1-1 0,0 0 0,0 1 0,0-1 0,1 0 0,-1 0 0,1 0 0,-1 0 0,0 0 0,1 0 0,-1 0 0,1 0 0,0 0 0,-1 0 0,1 0 0,0 0 0,0 0 0,0 0 0,-1 0 0,1 0 0,0 0 0,1 0 0,-1-2 0,1-2-195,1 1 0,0-1 0,0 1 0,1-1 0,-1 1 0,7-8 0,4-7-6631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21 24575,'10'1'0,"0"0"0,1-1 0,-1 0 0,1 0 0,18-4 0,-9 1 0,-12 3 0,104-16 0,-112 16 0,0 0 0,0 0 0,0 0 0,0 0 0,0 0 0,0 1 0,0-1 0,0 0 0,-1 0 0,1 0 0,0 0 0,0 0 0,0 0 0,0 0 0,0 0 0,0 0 0,0 0 0,0 0 0,0 0 0,0 0 0,0 0 0,0 0 0,0 1 0,0-1 0,0 0 0,0 0 0,0 0 0,0 0 0,0 0 0,0 0 0,0 0 0,0 0 0,0 0 0,0 0 0,0 1 0,0-1 0,0 0 0,0 0 0,0 0 0,0 0 0,0 0 0,0 0 0,0 0 0,0 0 0,0 0 0,0 0 0,0 1 0,0-1 0,0 0 0,0 0 0,0 0 0,0 0 0,0 0 0,0 0 0,0 0 0,0 0 0,1 0 0,-1 0 0,0 0 0,0 0 0,0 0 0,-11 11 0,-15 11 0,-37 19 0,45-31 0,1 1 0,1 1 0,0 0 0,0 1 0,1 1 0,-14 16 0,28-28 0,-1-1 0,1 1 0,0 0 0,-1 0 0,1 0 0,0 0 0,0 0 0,0 1 0,0-1 0,1 0 0,-1 0 0,0 1 0,1-1 0,0 0 0,-1 1 0,1-1 0,0 0 0,0 1 0,1-1 0,-1 0 0,0 1 0,1-1 0,-1 0 0,1 0 0,0 1 0,0-1 0,0 0 0,0 0 0,0 0 0,0 0 0,1 0 0,-1 0 0,0 0 0,1-1 0,0 1 0,-1 0 0,1-1 0,3 2 0,5 5 0,1-1 0,0-1 0,1 1 0,-1-2 0,22 7 0,-2-2 0,32 5 0,-37-10 0,0 2 0,35 13 0,-61-20 0,1 0 0,-1 0 0,0 0 0,1 1 0,-1-1 0,0 0 0,1 0 0,-1 0 0,0 0 0,1 1 0,-1-1 0,0 0 0,1 0 0,-1 1 0,0-1 0,0 0 0,1 0 0,-1 1 0,0-1 0,0 0 0,0 1 0,1-1 0,-1 0 0,0 1 0,0-1 0,0 0 0,0 1 0,0-1 0,0 1 0,0-1 0,0 0 0,0 1 0,-9 10 0,-21 4 0,28-14 0,-55 23 0,-83 23 0,135-45-97,0-1-1,-1 1 1,1-1-1,-1-1 1,1 1-1,0-1 1,-1 0-1,1 0 1,-1-1-1,1 0 1,-1 0-1,1 0 0,-9-3 1,5-1-6729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1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24575,'1'2'0,"1"1"0,-1-1 0,0 1 0,0 0 0,0 0 0,0-1 0,0 1 0,0 3 0,0-5 0,2 13 0,-1 1 0,0-1 0,-1 0 0,0 1 0,-1-1 0,-3 28 0,-25 85 0,20-95 0,0 1 0,2-1 0,-2 40 0,8-67-26,1 0-1,0 1 0,0-1 0,0 0 1,2 5-1,0 0-1178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1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24575,'0'28'0,"2"1"-273,1 0 0,1-1 0,2 1 0,16 47 0,-20-69-6553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2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732 114 24575,'3'-2'0,"-1"-1"0,1 1 0,-1 0 0,0-1 0,0 1 0,0-1 0,0 1 0,2-5 0,-4 6 0,8-12 0,-1 0 0,0 0 0,-1 0 0,4-17 0,-10 30 0,1 0 0,-1 0 0,0 0 0,0 0 0,0-1 0,0 1 0,0 0 0,0 0 0,0 0 0,0 0 0,0 0 0,0 0 0,0-1 0,0 1 0,0 0 0,0 0 0,0 0 0,0 0 0,0 0 0,0-1 0,0 1 0,0 0 0,0 0 0,0 0 0,0 0 0,-1 0 0,1 0 0,0 0 0,0-1 0,0 1 0,0 0 0,0 0 0,0 0 0,0 0 0,0 0 0,0 0 0,-1 0 0,1 0 0,0 0 0,0 0 0,0 0 0,0 0 0,0-1 0,0 1 0,-1 0 0,1 0 0,-9 2 0,-11 7 0,20-9 0,-21 12 0,1 1 0,0 1 0,1 1 0,0 0 0,2 2 0,0 0 0,0 1 0,-13 19 0,-11 20 0,-46 87 0,54-81 0,2 3 0,3 0 0,3 2 0,3 0 0,-22 123 0,26-70 0,6 1 0,5 191 0,11 350 0,-4-655 0,0 10 0,0 0 0,-1 0 0,-1 0 0,0-1 0,-2 1 0,0-1 0,-9 23 0,13-38 0,-1-1 0,0 1 0,0 0 0,1-1 0,-1 0 0,0 1 0,0-1 0,-1 1 0,1-1 0,0 0 0,0 0 0,-1 0 0,1 0 0,-1 0 0,1 0 0,-1 0 0,1 0 0,-1 0 0,1-1 0,-1 1 0,0-1 0,1 1 0,-1-1 0,0 0 0,0 1 0,1-1 0,-1 0 0,0 0 0,0 0 0,1 0 0,-1-1 0,0 1 0,1 0 0,-1-1 0,0 1 0,1-1 0,-3-1 0,-2-1 0,0 0 0,0-1 0,0 1 0,0-2 0,0 1 0,1-1 0,0 1 0,-7-10 0,-12-17-682,-21-37-1,17 22-6143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2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24575,'85'-8'0,"379"-24"0,-313 23-1365,-137 7-5461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24575,'0'0'0,"0"0"0,0 0 0,0 0 0,6 16 0,-3-4 0,0 0 0,-1 0 0,0 1 0,0-1 0,-2 1 0,0 0 0,-1 15 0,0 3 0,1 16 0,1 1 0,-2 1 0,-15 94 0,15-132 120,4-17-1605,0 0-5341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3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24575,'19'21'0,"-12"-10"0,0 1 0,-1 0 0,-1 0 0,0 1 0,5 20 0,11 67 0,-20-95 0,12 87-1365,-11-77-5461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3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62 24575,'-15'-10'0,"4"1"0,4 6 0,-1 1 0,1 0 0,0 1 0,-1-1 0,1 1 0,-1 1 0,1-1 0,-1 1 0,0 1 0,1 0 0,-15 2 0,7 1 0,0 0 0,0 0 0,1 2 0,-26 12 0,26-9 0,1-1 0,0 2 0,1 0 0,0 0 0,0 2 0,1-1 0,1 1 0,0 1 0,1-1 0,0 2 0,1-1 0,0 1 0,1 1 0,0-1 0,-7 29 0,10-31 0,2-1 0,-1 1 0,1-1 0,1 1 0,0 0 0,1 0 0,0 0 0,1-1 0,0 1 0,1 0 0,0-1 0,1 1 0,0-1 0,1 1 0,0-1 0,1-1 0,0 1 0,1-1 0,0 1 0,1-2 0,13 18 0,-15-22 0,0-1 0,0 1 0,0-1 0,0 0 0,1 0 0,0-1 0,-1 0 0,1 0 0,1 0 0,-1-1 0,0 1 0,1-1 0,9 1 0,-6-2 0,0 0 0,0-1 0,0 0 0,0-1 0,0 0 0,0 0 0,-1-1 0,13-4 0,4-4 0,-1 0 0,1-2 0,-2-1 0,0-1 0,34-25 0,218-188 0,-257 210 0,-6 6 0,-1-1 0,0 0 0,0 0 0,18-28 0,-27 36 0,-1 0 0,0 1 0,0-1 0,0 0 0,-1 0 0,1-1 0,-1 1 0,0 0 0,0 0 0,0-1 0,-1 1 0,1 0 0,-1-1 0,0 1 0,-1 0 0,1-1 0,-1 1 0,0 0 0,0-1 0,0 1 0,0 0 0,-1 0 0,1 0 0,-1 0 0,-3-4 0,3 4 0,-1 0 0,0 0 0,0 1 0,0-1 0,0 1 0,-1-1 0,1 1 0,-1 0 0,0 1 0,0-1 0,0 0 0,0 1 0,0 0 0,0 0 0,-1 1 0,1-1 0,-1 1 0,1 0 0,-1 0 0,0 0 0,1 0 0,-1 1 0,0 0 0,0 0 0,1 0 0,-1 1 0,0 0 0,1 0 0,-1 0 0,1 0 0,-1 1 0,-4 2 0,-4 1 0,2 1 0,-1 0 0,1 1 0,0 0 0,0 1 0,1 0 0,0 0 0,0 1 0,1 1 0,-13 16 0,12-12 0,1 1 0,0 0 0,1 1 0,0-1 0,-8 28 0,13-34 0,1 1 0,0 0 0,0-1 0,1 1 0,0 0 0,0 0 0,1 0 0,1 0 0,0 0 0,0 0 0,4 12 0,-3-13 0,1 0 0,0-1 0,1 1 0,0-1 0,0 0 0,1 0 0,-1-1 0,2 1 0,-1-1 0,8 7 0,-9-10 0,0-1 0,0 0 0,1 0 0,-1-1 0,0 1 0,1-1 0,0 0 0,-1 0 0,1 0 0,0-1 0,0 0 0,0 0 0,0 0 0,0-1 0,0 1 0,0-1 0,0 0 0,0-1 0,9-1 0,-4 0 0,0 0 0,-1 0 0,1-1 0,-1-1 0,0 0 0,0 0 0,0 0 0,0-1 0,-1-1 0,10-7 0,-7 3 0,-1 1 0,-1-1 0,1-1 0,-2 0 0,0 0 0,11-20 0,-2-4 0,-3 0 0,0 0 0,-2-2 0,10-53 0,-19 75 0,-2 8 0,0 0 0,1 1 0,0-1 0,0 1 0,4-8 0,-6 14 0,0 0 0,0-1 0,0 1 0,0 0 0,0 0 0,0 0 0,0 0 0,0 0 0,0 0 0,0 0 0,0 0 0,0 0 0,0 0 0,0 0 0,1 0 0,-1 0 0,0 0 0,0 0 0,0 0 0,0-1 0,0 1 0,0 0 0,0 0 0,0 0 0,0 0 0,0 0 0,0 0 0,0 0 0,0 0 0,0 0 0,0 0 0,1 0 0,-1 0 0,0 0 0,0 0 0,0 0 0,0 0 0,0 0 0,0 0 0,0 0 0,0 0 0,0 0 0,0 0 0,0 0 0,0 1 0,0-1 0,1 0 0,-1 0 0,0 0 0,0 0 0,0 0 0,0 0 0,0 0 0,0 0 0,0 0 0,0 0 0,0 0 0,0 0 0,0 0 0,0 0 0,0 0 0,0 0 0,0 0 0,0 1 0,0-1 0,0 0 0,2 8 0,0 10 0,-19 121 0,1-5 0,16-121 0,-1 60 0,1-66 0,1 0 0,0 1 0,0-1 0,1 0 0,0 0 0,0-1 0,7 14 0,-8-19 5,0 1 0,0-1 0,0 1-1,0-1 1,0 1 0,0-1 0,0 0-1,1 0 1,-1 1 0,0-1 0,1 0-1,-1 0 1,1 0 0,0-1 0,-1 1-1,1 0 1,0-1 0,-1 1 0,1-1-1,0 1 1,0-1 0,-1 0 0,1 1-1,3-1 1,-1-1-170,1 1 0,-1-1 0,1 0 1,0-1-1,-1 1 0,0-1 0,1 1 0,5-5 0,11-6-6661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4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0 24575,'0'0'0,"0"0"0,0 0 0,0 3 0,-2 72 0,-15 93 0,-25 73 0,-15 149 0,55-375 0,1 0 0,1 0 0,0 0 0,1 0 0,1 0 0,0 0 0,6 18 0,-4-27 0,-2-9 0,1-15 0,-7-22-123,-2 0-1,-2 1 0,-16-54 0,15 61-746,-7-26-5956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4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24575,'165'9'0,"-89"-6"0,0 4 0,0 4 0,-1 2 0,91 30 0,-46-13-1365,-111-29-5461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4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24575,'-3'18'0,"-12"68"0,4 1 0,0 130 0,12-204 0,-1 16 0,5 35 0,-3-59 0,2-13 0,1-16 0,-4 21 0,6-32-1365,-1 0-5461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4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24575,'0'27'0,"-14"169"-1365,13-167-5461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5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149 196 24575,'0'0'0,"0"0"0,0 0 0,-1 2 0,-55 133 0,32-82 0,2 1 0,-20 80 0,41-130 0,0 0 0,1 0 0,-1-1 0,1 1 0,0 0 0,0 0 0,0 0 0,0 0 0,1-1 0,0 1 0,-1 0 0,1 0 0,1-1 0,-1 1 0,1-1 0,-1 1 0,1-1 0,0 1 0,0-1 0,0 0 0,1 0 0,3 4 0,-4-5 0,1 0 0,0 0 0,0 0 0,0-1 0,0 1 0,0-1 0,0 1 0,1-1 0,-1 0 0,0 0 0,1 0 0,-1-1 0,0 1 0,1-1 0,-1 0 0,1 0 0,-1 0 0,1-1 0,-1 1 0,0-1 0,1 1 0,-1-1 0,0 0 0,6-3 0,3-2 0,0 0 0,-1-1 0,0-1 0,0 1 0,-1-2 0,0 0 0,0 0 0,-1-1 0,0 0 0,-1 0 0,0-1 0,0 0 0,10-21 0,-5 4 0,0-1 0,-2 0 0,-1 0 0,11-57 0,-15 45 0,0 1 0,-3-1 0,-4-81 0,1 117 0,-1 1 0,1 0 0,-1-1 0,0 1 0,-1 0 0,1 0 0,-1 0 0,1 0 0,-1 0 0,0 0 0,-1 0 0,-4-6 0,5 8 0,0 0 0,0 0 0,0 1 0,-1-1 0,1 0 0,0 1 0,-1-1 0,1 1 0,-1 0 0,0 0 0,1 0 0,-1 0 0,0 0 0,0 1 0,1-1 0,-1 1 0,0 0 0,0 0 0,0 0 0,-4 1 0,-6 1-91,1 1 0,-1 1 0,1 0 0,0 0 0,0 1 0,1 1 0,-1 0 0,1 0 0,1 2 0,-1-1 0,1 1 0,0 0 0,1 1 0,-17 20 0,14-13-6735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05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104 103 24575,'6'70'0,"-3"-51"0,-1 0 0,-1 32 0,-4-6 0,-3 0 0,-1-1 0,-2 0 0,-23 65 0,31-106 0,0 0 0,-1 0 0,1 0 0,-1 0 0,0 0 0,0-1 0,0 1 0,0-1 0,0 0 0,0 1 0,-1-1 0,-4 3 0,7-5 0,-1 1 0,1-1 0,-1 0 0,0 0 0,1 1 0,-1-1 0,1 0 0,-1 0 0,0 0 0,1 0 0,-1 0 0,0 0 0,1 0 0,-1 0 0,0 0 0,1 0 0,-1 0 0,1 0 0,-1 0 0,0 0 0,1-1 0,-1 1 0,0 0 0,0-1 0,0 0 0,0 0 0,0-1 0,0 1 0,0 0 0,0-1 0,0 1 0,1 0 0,-1-1 0,0 1 0,1-1 0,-1 1 0,1-1 0,0 1 0,0-1 0,-1-2 0,0-15 0,0 0 0,1 0 0,1 0 0,1 0 0,0 0 0,1 0 0,2 1 0,12-37 0,-2 17 0,2 0 0,1 1 0,26-38 0,-35 62 0,1-1 0,0 2 0,0-1 0,2 2 0,-1-1 0,1 1 0,1 1 0,0 1 0,1-1 0,0 2 0,24-12 0,-27 16 0,0 0 0,0 0 0,0 1 0,1 0 0,-1 1 0,1 1 0,-1 0 0,1 0 0,0 1 0,-1 0 0,1 1 0,0 1 0,-1 0 0,1 0 0,-1 1 0,17 7 0,-20-6 0,0 0 0,0 1 0,-1 0 0,0 0 0,0 1 0,0-1 0,-1 2 0,1-1 0,-1 1 0,-1 0 0,0 0 0,0 0 0,0 1 0,-1-1 0,0 1 0,3 10 0,3 10 0,-1 0 0,-1 1 0,5 41 0,-7-22 13,-2 0-1,-2 0 0,-6 65 0,-27 140-286,13-128-866,13-81-5686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3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427 159 24575,'-19'5'0,"0"0"0,0 2 0,-18 8 0,27-10 0,1 1 0,0-1 0,0 1 0,1 1 0,0 0 0,0 0 0,-10 12 0,-10 16 0,2 1 0,1 2 0,2 0 0,2 1 0,1 2 0,-14 43 0,16-29 0,2 0 0,2 1 0,3 1 0,-5 75 0,15-98 0,1 1 0,2-1 0,1 1 0,1-1 0,3 0 0,0-1 0,2 0 0,2 0 0,16 34 0,-16-41 0,2 0 0,1-1 0,1-1 0,1 0 0,1-1 0,1-1 0,1-1 0,1-1 0,1 0 0,1-1 0,32 21 0,-37-31 0,0 0 0,0-2 0,1 0 0,-1 0 0,2-2 0,-1 0 0,1-1 0,32 2 0,-20-4 0,0-2 0,0-1 0,0-1 0,47-10 0,-56 7 0,0-1 0,0-1 0,-1-1 0,0-1 0,-1-1 0,0-1 0,-1-1 0,0 0 0,0-2 0,-2 0 0,0-1 0,0 0 0,-1-2 0,-1 0 0,-1 0 0,-1-1 0,0-1 0,-1-1 0,-1 1 0,-1-2 0,11-31 0,-11 24 0,-2-1 0,-1 1 0,-1-1 0,-2 0 0,-1 0 0,-1-1 0,-3-46 0,-3 36 0,-1 0 0,-3 1 0,-1 0 0,-1 0 0,-17-38 0,4 21 0,-3 1 0,-1 0 0,-3 2 0,-3 2 0,-1 1 0,-3 1 0,-2 2 0,-2 2 0,-2 1 0,-1 3 0,-64-46 0,86 73-136,0 1-1,0 0 1,-2 2-1,1 1 1,-2 0-1,1 2 1,-1 1-1,0 1 0,-47-5 1,66 10-6690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24575,'3'1'0,"0"0"0,0 0 0,0 0 0,0 0 0,0 1 0,-1 0 0,1-1 0,4 4 0,2 1 0,64 35 0,96 61 0,10 26 0,511 342 0,2-88-588,-231-186 588,-343-149 0,83 34 0,332 142 0,-94-28 588,-178-80-588,-246-109 0,-1-1 0,18 3 0,-24-6 0,-8-2 1,0 0 0,0 0 0,0 1 0,0-1 1,0 0-1,0 0 0,0 0 0,0 0 0,0 0 0,0 0 0,0 0 0,0 0 0,0 0 0,0 0 0,0 1 0,0-1 0,0 0 0,0 0 0,0 0 0,0 0 0,0 0 0,0 0 0,0 0 0,0 0 1,0 0-1,0 0 0,0 1 0,0-1 0,0 0 0,0 0 0,0 0 0,0 0 0,0 0 0,0 0 0,0 0 0,1 0 0,-1 0 0,0 0 0,0 0 0,0 0 0,0 0 0,0 0 0,0 0 0,0 0 1,0 0-1,0 0 0,0 1 0,1-1 0,-1 0 0,0 0 0,0 0 0,0 0 0,0 0 0,0 0 0,0 0 0,0-1 0,0 1 0,0 0 0,0 0 0,1 0 0,-10 3-863,8-3 295,-8 2-6259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5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1575 24575,'31'-7'0,"0"-2"0,-1-1 0,38-18 0,85-51 0,-98 49 0,324-169-223,129-70-122,642-306 345,-894 469 284,412-114 0,-523 179-284,-136 40 0,-7 3 0,-18 10 0,-64 23-1365,39-18-5461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7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317 227 24575,'0'0'0,"0"0"0,-5-1 0,1 0 0,0 0 0,0-1 0,0 1 0,0-1 0,0 0 0,0 0 0,-6-5 0,0 0 0,-31-18 0,1-3 0,-54-47 0,5 3 0,93 74 0,0 0 0,0 0 0,0 0 0,0-1 0,0 0 0,1 1 0,4-1 0,19 7 0,14 12 0,0 2 0,-2 1 0,60 45 0,-74-50 0,214 173 0,-12-10 0,28-1 0,88 62 0,-15 21 0,239 274 0,-303-279 0,65 87 0,-314-323 0,2-2 0,1 0 0,40 33 0,-63-52 0,0 0 0,-1 0 0,1 0 0,-1 0 0,-7-1 0,-12 0-1365,1-1-5461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1 735 24575,'26'-1'0,"26"-2"0,-1-3 0,-1-1 0,59-18 0,149-56 0,-102 30 0,789-213-591,-285 144 1046,-359 73-319,-50 12-136,-125 19 0,-114 14-105,0 1 0,-1-1 0,1-1 0,-1 0 0,0-1 0,0 0 0,0 0 0,0-1 0,-1-1 0,1 0 0,-1 0 0,13-12 0,-8 3-6721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8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3552 13160 24575,'-1'3'0,"0"-1"0,0 0 0,1 1 0,-1-1 0,1 1 0,0-1 0,-1 1 0,1 3 0,0 1 0,-2 8 0,1 0 0,0 16 0,1-21 0,0-10 0,-1 1 0,0-1 0,0 1 0,0-1 0,1 0 0,-1 1 0,0-1 0,0 0 0,0 0 0,0 0 0,0 0 0,0 0 0,0 0 0,0 0 0,1 0 0,-1 0 0,0 0 0,0 0 0,0 0 0,0-1 0,0 1 0,0 0 0,0-1 0,-1 0 0,-1 1 0,1-1 0,0 1 0,-1-1 0,1 0 0,0 0 0,0 0 0,0 0 0,0-1 0,-3-1 0,-3-11 0,2 1 0,-1-1 0,2 0 0,0-1 0,-6-27 0,0 4 0,-159-424 0,90 259 0,-35-93-100,-206-584-430,84 63-354,17 53 87,-68-277 797,15 35-1308,84 330 587,111 387 721,-251-1010 0,-110-500 0,259 1095 0,41-7 0,101 452-583,-47-283 273,-37 7 608,95 444 1341,-29-187 1,10-87-34,38 306-1556,7 58-40,1 0 0,0 0 0,0 0 0,0 0 0,0 1 0,0-1 1,0 0-1,0 0 0,0 0 0,0 0 0,1 0 0,-1 1 0,0-1 0,0 0 0,1 0 0,-1 0 0,1 0 0,-1 1 0,1-1 0,-1 0 0,1 1 0,-1-1 0,1 0 0,-1 1 0,1-1 0,0 1 0,-1-1 0,1 1 0,0-1 0,0 1 0,0-1 0,-1 1 1,3-1-1,-1 1-142,0-1 1,0 1 0,0 0-1,1 0 1,-1 0 0,0 0 0,0 0-1,0 0 1,0 0 0,1 1 0,-1-1-1,3 2 1,4 2-6695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3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3766 1 24575,'-13'26'0,"-96"235"0,40-87 0,-158 333 22,-135 328-1012,-87 411-1075,-35 292 562,55 17 590,305-1045 913,-201 804 0,-231 1066 0,381-1503-535,31-143 8,-11 101 590,152-815-25,-43 261 655,-25-2 4495,49-201-6024,20-70-5990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4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24575,'0'0'0,"0"0"0,0 0 0,-6 19 0,-2 11 0,2-1 0,-5 58 0,6 62 0,5-82 0,-5 303 0,-3 135 0,8-162 0,2-126 0,-7-234 0,-2-18 0,-13-197-1365,16 193-5461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4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24575,'21'-11'0,"1"0"0,0 2 0,1 0 0,0 1 0,36-6 0,123-11 0,-106 20 0,0 4 0,0 3 0,91 13 0,-56 3 0,167 50 0,-238-57 0,-1 3 0,-1 1 0,0 2 0,63 39 0,-82-42 0,0 0 0,-1 0 0,0 2 0,-1 0 0,-1 1 0,-1 1 0,0 0 0,-2 1 0,0 1 0,12 23 0,-13-16 0,0 1 0,-2 0 0,-1 0 0,-2 1 0,-1 0 0,0 0 0,-3 1 0,0 0 0,-2-1 0,-3 42 0,-1-44 0,0-1 0,-2 1 0,-1-1 0,-1-1 0,-1 1 0,-2-1 0,0-1 0,-1 0 0,-2 0 0,0-1 0,-32 40 0,8-22 0,-3-1 0,-1-3 0,-1-1 0,-2-2 0,-1-2 0,-97 51 0,-319 117 0,372-165 0,67-26 0,-1 0 0,0-1 0,0-2 0,0 0 0,-1-1 0,0-2 0,-29 1 0,52-4 5,-1 1 0,0-1 0,0-1 0,1 1 0,-1 0 0,0 0 0,1-1 0,-1 1-1,0-1 1,1 1 0,-1-1 0,1 0 0,-1 1 0,1-1 0,-1 0 0,1 0 0,-1 0 0,1 0 0,0-1-1,0 1 1,-1 0 0,1 0 0,-1-3 0,1 1-140,-1 0 0,1 0 1,0-1-1,1 1 0,-1-1 0,0 1 0,1-1 0,0 1 1,0-1-1,0-4 0,3-17-6691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43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24575,'0'0'0,"0"0"0,0 0 0,0 0 0,-2 2 0,1 1 0,0-1 0,0 0 0,0 1 0,0-1 0,0 1 0,1 0 0,-1-1 0,1 1 0,-1 3 0,-8 105 0,8 153 0,3-153 0,8 741 0,-10-390-1365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43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24575,'0'0'0,"6"-20"0,-3 10 0,1 0 0,0 0 0,0 0 0,1 1 0,0-1 0,1 1 0,0 1 0,1-1 0,-1 1 0,2 0 0,13-12 0,-8 10 0,1 1 0,-1 0 0,2 1 0,-1 1 0,1 0 0,31-10 0,-2 6 0,1 3 0,1 1 0,0 2 0,67 1 0,-71 4 0,-1 2 0,0 2 0,75 16 0,-93-14 0,-1 1 0,0 0 0,0 2 0,-1 1 0,0 1 0,-1 0 0,0 2 0,22 17 0,-35-24 0,0 1 0,-1 0 0,0 0 0,-1 0 0,1 1 0,-1-1 0,-1 1 0,0 1 0,0-1 0,0 0 0,-1 1 0,0 0 0,-1 0 0,0 0 0,0 0 0,-1 0 0,-1 0 0,1 0 0,-2 15 0,0-7 0,-1 0 0,-1 0 0,-1-1 0,0 1 0,-1-1 0,-1 0 0,0 0 0,-1 0 0,-13 21 0,5-16 0,1 0 0,-2-1 0,-1-1 0,-1 0 0,0-2 0,-29 23 0,19-21 0,-1 0 0,-1-2 0,-1-1 0,-37 14 0,1-7 0,-1-3 0,0-3 0,-1-3 0,-77 5 0,7-11-1365,127-8-5461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55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24575,'0'0'0,"0"0"0,0 0 0,0 0 0,0 0 0,0 0 0,0 0 0,0 0 0,3 15 0,-1-4 0,-1 0 0,-1 0 0,0 1 0,-1-1 0,0 0 0,-3 17 0,-1 0 0,-38 270 0,-12 97 0,54-392-41,0 7 97,0 1-1,1 18 0,0-26-138,0-1 1,1 0-1,-1 1 0,1-1 0,-1 0 0,1 1 1,0-1-1,0 0 0,0 1 0,0-1 0,0 0 1,0 0-1,1 0 0,-1 0 0,1 0 1,-1-1-1,5 4 0,2 0-6743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5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34 24575,'-8'28'0,"-4"10"0,-11 68 0,21-91 0,1 0 0,0 0 0,1 0 0,1 0 0,0 0 0,1 0 0,7 26 0,-8-37 0,1 0 0,0 0 0,0-1 0,0 0 0,1 1 0,-1-1 0,1 0 0,0 0 0,0 0 0,0 0 0,0-1 0,0 1 0,1-1 0,-1 0 0,1 0 0,-1 0 0,5 2 0,-1-1 0,0-1 0,0 1 0,1-1 0,-1 0 0,0-1 0,1 0 0,-1 0 0,12 0 0,-7-3 0,-1 1 0,0-2 0,-1 1 0,1-2 0,0 1 0,-1-2 0,0 1 0,0-1 0,0-1 0,-1 1 0,1-2 0,-1 1 0,-1-1 0,1-1 0,-1 0 0,-1 0 0,0 0 0,12-17 0,-14 17 0,0 0 0,0-1 0,-1 1 0,0-1 0,0 0 0,-1 0 0,0 0 0,0-1 0,-1 1 0,-1-1 0,0 1 0,0-1 0,-1 0 0,0 1 0,0-1 0,-1 0 0,0 1 0,-1-1 0,0 1 0,-1 0 0,-6-16 0,7 20 0,0-1 0,-1 1 0,0 0 0,0 0 0,0 0 0,-1 1 0,1-1 0,-1 1 0,0 0 0,-1 0 0,1 0 0,-1 0 0,0 1 0,1 0 0,-1 0 0,-1 0 0,1 0 0,0 1 0,-1 0 0,1 0 0,-1 1 0,0-1 0,1 1 0,-1 1 0,0-1 0,0 1 0,0 0 0,1 0 0,-1 0 0,-10 3 0,5-1-341,0 1 0,0 0-1,-19 8 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56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24575,'0'0'0,"-3"20"0,-22 88 0,-8 44 0,30-128 0,1 0 0,1 1 0,1-1 0,5 37 0,-5-54 0,1 0 0,1-1 0,-1 1 0,1-1 0,0 1 0,1-1 0,-1 0 0,5 7 0,-5-11 0,0 1 0,0-1 0,0 0 0,0 0 0,0 0 0,0 0 0,1 0 0,-1-1 0,0 1 0,1-1 0,0 1 0,-1-1 0,1 0 0,0 0 0,0 0 0,0-1 0,-1 1 0,1 0 0,0-1 0,0 0 0,4 0 0,6 0 0,-1-2 0,0 1 0,0-1 0,0-1 0,0 0 0,0-1 0,0 0 0,-1-1 0,0 0 0,0-1 0,0 0 0,-1-1 0,11-8 0,-5 2 0,0-1 0,-1 0 0,-1-1 0,0 0 0,-1-1 0,-1-1 0,13-21 0,-16 20 0,0 1 0,-1-1 0,-1-1 0,0 0 0,4-21 0,-10 33 0,1 0 0,-1 0 0,0 0 0,-1 1 0,0-1 0,0 0 0,0 0 0,-1 0 0,0 0 0,0 0 0,-1 1 0,0-1 0,0 0 0,-1 1 0,1-1 0,-1 1 0,-1 0 0,-4-8 0,6 12 0,0 0 0,0-1 0,-1 1 0,1 0 0,-1 0 0,1 0 0,-1 0 0,1 1 0,-1-1 0,0 1 0,0-1 0,0 1 0,0 0 0,0 0 0,0 0 0,0 1 0,-4-1 0,3 1 0,-1 0 0,1 0 0,-1 1 0,0-1 0,1 1 0,0 0 0,-1 1 0,1-1 0,-1 1 0,-6 3 0,1 2 0,-1 0 0,1 0 0,0 1 0,0 0 0,1 1 0,0 0 0,-12 16 0,-7 18-1365,21-30-5461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56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13 24575,'0'0'0,"0"0"0,22-6 0,-20 5 0,0 0 0,0 0 0,1 0 0,-1 1 0,0-1 0,1 1 0,-1-1 0,0 1 0,3 0 0,-4 0 0,0 1 0,0-1 0,0 0 0,-1 1 0,1-1 0,0 1 0,0-1 0,-1 1 0,1-1 0,0 1 0,-1 0 0,1-1 0,-1 1 0,1 0 0,-1 0 0,1-1 0,-1 1 0,1 0 0,-1 0 0,0 0 0,1 0 0,-1-1 0,0 1 0,0 0 0,0 0 0,0 0 0,0 0 0,0 0 0,0 0 0,0 1 0,1 12 0,-1 0 0,-1 1 0,0-1 0,-5 25 0,-21 59 0,1-1 0,22-80 0,-3 14 0,-2 33 0,8-56 0,1 0 0,0-1 0,0 1 0,1-1 0,0 1 0,0-1 0,0 1 0,1-1 0,0 1 0,4 7 0,-5-13 0,1 1 0,-1 0 0,1-1 0,0 1 0,0-1 0,0 1 0,0-1 0,0 0 0,1 0 0,-1 0 0,1 0 0,-1 0 0,1-1 0,0 1 0,-1-1 0,1 0 0,3 2 0,-1-2 0,-1 0 0,1-1 0,0 1 0,0-1 0,-1 0 0,1 0 0,0 0 0,0-1 0,-1 1 0,7-3 0,0 0 0,0-1 0,-1 0 0,1 0 0,-1-2 0,0 1 0,-1-1 0,1 0 0,14-14 0,-11 7 0,-1 0 0,0-1 0,-2-1 0,1 0 0,-2 0 0,0-1 0,13-32 0,-17 34 0,1 0 0,-2-1 0,0 0 0,-1 0 0,-1 0 0,0 0 0,-1 0 0,0-1 0,-3-25 0,1 36-57,1-1 0,-1 1 1,0 0-1,-1 0 0,1 0 0,-1 0 0,0 0 0,-1 0 0,1 1 0,-1-1 0,0 1 1,0-1-1,0 1 0,0 0 0,-1 0 0,0 0 0,1 1 0,-2-1 0,1 1 1,0 0-1,-1 0 0,1 1 0,-10-5 0,-10 0-6769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4:59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24575,'0'0'0,"0"0"0,0 0 0,0 0 0,0 0 0,0 0 0,24 4 0,26-2 0,0-1 0,83-9 0,99-29 0,-43 6 0,-153 30-1365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24575,'0'0'0,"0"0"0,0 0 0,0 0 0,0 0 0,246-20 0,-35 0 0,-199 20 0,0 0 0,1 1 0,-1 0 0,0 1 0,0 0 0,-1 1 0,1 0 0,17 8 0,-23-8 0,0 0 0,0 0 0,0 1 0,-1-1 0,0 2 0,1-1 0,-2 0 0,1 1 0,0 0 0,-1 0 0,0 0 0,0 1 0,0 0 0,-1-1 0,0 1 0,4 9 0,-2 3 0,0 0 0,-2 1 0,0-1 0,0 1 0,-2-1 0,0 1 0,-2 0 0,0-1 0,-6 34 0,-6 10 0,-31 88 0,-29 52 0,-14 42 0,72-191 0,2 0 0,-11 93 0,24-143 0,-1 8 0,0 1 0,2 22 0,-1-33 0,0 1 0,0 0 0,0 0 0,1-1 0,-1 1 0,0 0 0,1-1 0,-1 1 0,1 0 0,0-1 0,-1 1 0,1-1 0,0 1 0,0-1 0,0 1 0,0-1 0,0 0 0,1 1 0,-1-1 0,0 0 0,1 0 0,-1 0 0,0 0 0,1 0 0,-1 0 0,1 0 0,3 0 0,-3-1 0,1 0 0,0-1 0,-1 1 0,1-1 0,-1 0 0,0 0 0,1 0 0,-1 0 0,0 0 0,1 0 0,-1-1 0,0 1 0,0-1 0,0 1 0,0-1 0,0 0 0,-1 0 0,1 0 0,2-4 0,15-18-219,-1-2 0,-2 1 0,-1-2 0,17-38 0,-29 58-51,24-50-6556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00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24575,'18'6'0,"13"2"0,79-5 0,-75-4 0,1 2 0,55 8 0,-85-8 0,0 1 0,0-1 0,-1 1 0,1 0 0,-1 0 0,0 1 0,0-1 0,1 1 0,-2 0 0,1 1 0,7 6 0,-9-7 0,0 0 0,0 1 0,0 0 0,-1 0 0,1 0 0,-1 0 0,0 0 0,0 0 0,0 1 0,-1-1 0,0 1 0,0-1 0,0 1 0,0 8 0,0 11 0,-1-1 0,-2 1 0,0 0 0,-11 44 0,-37 95 0,39-130 0,-124 400 0,49-152 0,61-221-1365,17-42-5461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02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24575,'0'0'0,"0"0"0,0 0 0,0 0 0,-6 21 0,-60 212 0,-26 98 0,88-316 0,1 0 0,0 0 0,2 0 0,-1 0 0,2 0 0,1 18 0,-1-27 0,1 0 0,0 0 0,1-1 0,-1 1 0,1-1 0,0 1 0,0-1 0,1 0 0,0 0 0,-1 0 0,2 0 0,-1 0 0,1 0 0,-1-1 0,1 0 0,1 0 0,-1 0 0,0 0 0,8 4 0,6 2 0,0 0 0,1-2 0,35 12 0,65 10 0,-53-14 0,-25-6 0,-20-6 0,0 0 0,-1 2 0,1 1 0,-1 1 0,37 19 0,-54-25 0,-1 0 0,1 0 0,-1 0 0,1 1 0,-1-1 0,0 1 0,0-1 0,0 1 0,0-1 0,-1 1 0,1 0 0,-1 0 0,1 0 0,-1 0 0,0 0 0,0 0 0,0 1 0,-1-1 0,1 0 0,-1 0 0,0 0 0,0 1 0,0-1 0,0 0 0,0 0 0,-1 1 0,1-1 0,-1 0 0,-2 6 0,0 0 0,-1-1 0,0 0 0,0 0 0,-1 0 0,0 0 0,0-1 0,0 0 0,-1 0 0,0 0 0,-8 6 0,2-3 20,-2-1 0,1 0 0,-1 0 0,0-1 0,-28 10 0,12-7-763,-62 12 1,59-17-6084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02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24575,'12'-1'0,"1"-1"0,-1 0 0,0-1 0,0-1 0,0 0 0,18-9 0,-8 4 0,30-12 0,101-36 0,-123 48 0,1 1 0,0 1 0,38-2 0,-37 6-97,328-37-1171,-346 38-5558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03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24575,'-8'7'0,"-1"4"0,1 1 0,1-1 0,0 1 0,0 1 0,1-1 0,0 1 0,1 0 0,1 1 0,-5 23 0,0 15 0,-3 63 0,11-104 0,-2 39 0,4 68 0,0-95 0,2-1 0,1 1 0,0 0 0,2-1 0,10 25 0,-14-41 0,1 0 0,0 0 0,0-1 0,0 1 0,1-1 0,0 0 0,0 0 0,0 0 0,0 0 0,1-1 0,0 0 0,0 0 0,0 0 0,1 0 0,-1-1 0,1 0 0,0 0 0,-1 0 0,1-1 0,1 0 0,-1 0 0,0-1 0,0 0 0,1 0 0,9 0 0,-8-1 0,0 0 0,-1-1 0,1 0 0,-1 0 0,0 0 0,1-1 0,-1-1 0,0 1 0,0-1 0,0 0 0,0-1 0,-1 0 0,1 0 0,-1 0 0,0-1 0,0 0 0,-1 0 0,1 0 0,-1-1 0,0 0 0,4-6 0,0-4 0,-1 0 0,0 0 0,-2-1 0,0 0 0,0 0 0,-2 0 0,5-34 0,-3-4 0,-2-67 0,-4 105 0,-1 0 0,0 0 0,-2 0 0,1 0 0,-10-29 0,10 39 0,-1 1 0,1 0 0,-1 0 0,-1 0 0,1 1 0,-1-1 0,0 1 0,0 0 0,0 0 0,-1 0 0,1 1 0,-1-1 0,0 1 0,-1 0 0,1 1 0,-1-1 0,-11-4 0,13 6-80,0 1 0,-1 0-1,1 1 1,-1-1 0,1 1-1,-1-1 1,0 1 0,1 1-1,-1-1 1,1 1 0,-1 0 0,1 0-1,-1 0 1,1 0 0,0 1-1,-6 2 1,-3 2-6746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03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0 616 24575,'6'25'0,"0"-1"0,11 26 0,-12-40 0,0 1 0,0-1 0,1-1 0,0 1 0,0-1 0,1 0 0,9 9 0,-13-15 0,0-1 0,0 1 0,1-1 0,-1 0 0,1 1 0,-1-1 0,1-1 0,0 1 0,0-1 0,0 1 0,0-1 0,0 0 0,0-1 0,0 1 0,0-1 0,0 1 0,0-1 0,0 0 0,0-1 0,5 0 0,-2 0 0,-1-1 0,1 0 0,-1 0 0,0-1 0,0 1 0,0-1 0,0-1 0,0 1 0,-1-1 0,1 0 0,-1 0 0,7-7 0,4-7 0,-1 0 0,-1-1 0,0-1 0,-2-1 0,15-29 0,40-116 0,-62 151 0,25-66 0,-3-3 0,17-96 0,-44 180 0,0-1 0,0 1 0,0 0 0,0-1 0,0 1 0,0 0 0,0 0 0,0-1 0,0 1 0,0 0 0,0-1 0,0 1 0,0 0 0,-1-1 0,1 1 0,0 0 0,0 0 0,0-1 0,0 1 0,0 0 0,-1-1 0,1 1 0,0 0 0,0 0 0,0 0 0,-1-1 0,1 1 0,0 0 0,0 0 0,-1 0 0,1-1 0,0 1 0,0 0 0,-1 0 0,1 0 0,0 0 0,-1 0 0,1 0 0,0 0 0,-1 0 0,1 0 0,0 0 0,-1 0 0,1 0 0,0 0 0,0 0 0,-1 0 0,1 0 0,0 0 0,-1 0 0,1 0 0,0 0 0,-1 0 0,1 0 0,0 1 0,0-1 0,-1 0 0,-17 9 0,11-2 0,1-1 0,0 1 0,0 1 0,1-1 0,-1 1 0,2 0 0,-1 0 0,1 0 0,-3 10 0,-25 80 0,27-77 0,1 1 0,1-1 0,1 1 0,0-1 0,2 1 0,1 0 0,0-1 0,2 1 0,6 28 0,-7-44 0,0 0 0,0-1 0,0 1 0,1 0 0,0-1 0,0 0 0,0 1 0,1-1 0,0-1 0,0 1 0,0 0 0,0-1 0,1 0 0,-1 0 0,1 0 0,0-1 0,1 0 0,-1 0 0,1 0 0,-1 0 0,1-1 0,0 0 0,11 3 0,-6-3 0,0 0 0,0 0 0,0-1 0,0-1 0,0 0 0,0 0 0,0-1 0,0-1 0,0 0 0,0 0 0,0-1 0,16-6 0,-15 4 0,1-1 0,-1-1 0,0 0 0,0 0 0,-1-1 0,0 0 0,0-1 0,-1-1 0,-1 1 0,1-2 0,-1 1 0,-1-1 0,0-1 0,-1 1 0,0-1 0,0-1 0,-2 1 0,1-1 0,-2 0 0,6-23 0,-8 18 0,0 0 0,-1 0 0,-1-1 0,-1 1 0,0-1 0,-2 1 0,0 0 0,-1 0 0,-1 0 0,-10-26 0,10 33 0,0-1 0,0 1 0,-1 1 0,0-1 0,-1 1 0,0 0 0,-1 1 0,0 0 0,0 0 0,-1 0 0,0 1 0,-1 1 0,0 0 0,0 0 0,0 0 0,-22-8 0,24 12-105,-1 1 0,1 0 0,-1 1 0,0 0 0,0 0 0,1 1 0,-1 0 0,0 0 0,1 1 0,-1 0 0,0 1 0,-15 5 0,16-5-6721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0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24575,'0'0'0,"0"0"0,0 0 0,0 0 0,0 2 0,-20 205 0,7 210 0,41 207 0,-12-339 120,-16-199-863,-15 112 1,13-183-6084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1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24575,'9'366'0,"-2"-147"0,11 60 0,-18-274 0,1 0 0,0-1 0,1 1 0,-1 0 0,1 0 0,-1-1 0,1 1 0,1-1 0,2 5 0,-5-9 0,1 0 0,-1 0 0,1 0 0,-1 0 0,1 0 0,-1 0 0,0-1 0,1 1 0,-1 0 0,1 0 0,-1 0 0,0-1 0,1 1 0,-1 0 0,0 0 0,1-1 0,-1 1 0,0 0 0,1 0 0,-1-1 0,0 1 0,0-1 0,1 1 0,-1 0 0,0-1 0,0 1 0,0 0 0,0-1 0,1 0 0,9-17 0,5-22 0,-1 0 0,-2-1 0,12-82 0,-14 67 0,32-153 0,-41 202 0,1 1 0,0 1 0,0-1 0,0 0 0,1 0 0,0 1 0,0 0 0,5-7 0,-7 11 0,0-1 0,0 1 0,0 0 0,0 0 0,0 0 0,0-1 0,1 1 0,-1 0 0,0 1 0,1-1 0,-1 0 0,1 0 0,-1 0 0,1 1 0,-1-1 0,1 1 0,-1-1 0,1 1 0,-1 0 0,1 0 0,0-1 0,-1 1 0,1 0 0,-1 0 0,1 1 0,0-1 0,-1 0 0,1 1 0,-1-1 0,1 0 0,0 1 0,-1 0 0,0-1 0,1 1 0,1 1 0,2 2 0,-1-1 0,0 1 0,0 0 0,0 1 0,0-1 0,-1 0 0,0 1 0,0 0 0,0 0 0,2 6 0,21 58 0,-24-62 0,52 194 0,-35-123 0,2-1 0,37 84 0,-56-156 0,0 0 0,0-1 0,1 1 0,0-1 0,0 0 0,0 0 0,1 0 0,-1 0 0,1 0 0,0-1 0,0 1 0,0-1 0,8 4 0,-10-6 0,1 0 0,-1 0 0,1 0 0,-1-1 0,1 1 0,-1-1 0,1 1 0,-1-1 0,1 0 0,0 0 0,-1 0 0,1-1 0,-1 1 0,1-1 0,-1 1 0,1-1 0,-1 0 0,1 0 0,-1 0 0,0 0 0,1 0 0,-1-1 0,0 1 0,0-1 0,0 1 0,0-1 0,0 0 0,0 0 0,1-2 0,11-12 0,-2-1 0,1 0 0,-2 0 0,0-2 0,-1 1 0,-1-1 0,-1-1 0,-1 1 0,8-36 0,1-19 0,7-103 0,-17 121 0,15-91 0,-20 144-97,-1 0-1,0 0 1,-1 0-1,1 0 1,0 0-1,-1 0 1,0 0-1,1 0 1,-1 0-1,0 0 1,-1 0-1,1 1 0,-2-4 1,-4-5-6729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15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1 240 24575,'0'0'0,"0"0"0,0 0 0,0 0 0,0 0 0,2 0 0,378 17 0,-248-9 0,-21 0 0,153 5 0,-201-13 0,-1-3 0,76-13 0,-135 15 0,1 0 0,0 0 0,0 0 0,0-1 0,0 1 0,-1-1 0,1 0 0,-1 0 0,1 0 0,-1 0 0,0-1 0,0 0 0,0 1 0,0-1 0,3-4 0,-5 5 0,0 0 0,0 0 0,0 1 0,0-1 0,0 0 0,-1 0 0,1 0 0,-1 0 0,1 0 0,-1 0 0,0 0 0,1 0 0,-1 0 0,0 0 0,0 0 0,-1 0 0,1 0 0,0 0 0,-1 0 0,1 0 0,-1 0 0,0 0 0,1 0 0,-1 1 0,0-1 0,0 0 0,0 0 0,0 1 0,-1-1 0,1 1 0,-3-4 0,-10-7 0,1-1 0,-2 2 0,0 0 0,-29-16 0,11 9 0,-51-18 0,52 26-195,0 1 0,0 2 0,-1 1 0,1 1 0,-1 2 0,-61 2 0,52 4-6631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25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31 24575,'0'0'0,"0"0"0,-24 16 0,72-26 0,129-20 0,-142 26 0,1 2 0,0 1 0,39 5 0,4 1 30,-40-3-728,53 8 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26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1 24575,'-1'2'0,"0"0"0,0 0 0,0 0 0,0 0 0,1 0 0,-1 0 0,1 0 0,-1 0 0,1 1 0,0 3 0,-2 45 0,3-1 0,13 96 0,-6-92 0,-3 0 0,-2 78 0,-54 262 0,21-200 0,-59 727 0,25-209 0,-1 187 0,29 168 0,13-359-337,6-125 85,-24 2295 252,61-2326 0,-4-170 0,-2 1129 538,-14-1174-487,-17 15-51,-17-163 0,14-93 0,5-22 0,14-73 0,1 0 0,-1 0 0,1 0 0,-1 0 0,0 0 0,0 0 0,1 0 0,-1 0 0,0-1 0,0 1 0,0 0 0,0 0 0,0-1 0,0 1 0,0-1 0,0 1 0,0-1 0,0 0 0,0 1 0,-2-1 0,-6 5 0,26 4 0,18-1 0,1-1 0,0-1 0,61 0 0,-28-1 0,145 8 0,-166-6-1365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2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80 24575,'4'-1'0,"-1"1"0,1-1 0,0 0 0,0-1 0,-1 1 0,6-4 0,7-1 0,44-11 0,1 2 0,0 4 0,1 2 0,62-1 0,-37 11 0,-93 23 0,2 21 0,3 85 0,3-29 0,-45 751 0,9-372 0,29-411 0,-43 773 0,33-411-186,-6 112-405,-6 215 591,10-169 0,-35 314-1358,24-151 1358,23 0 0,5-619 0,9 613 0,-2-352 0,18 498-397,-12-505 285,6 58 112,3 74 0,-22-507-58,38 858 2760,-29-812-2702,2 1 0,2-1 0,27 70 0,-38-120 0,0-3 0,0 0 0,-1 0 0,0 0 0,0 0 0,-1 0 0,1 0 0,-1 0 0,0 0 0,-1 0 0,1 0 0,-2 6 0,0-8 0,0 0 0,0 0 0,-1-1 0,1 1 0,-1-1 0,1 1 0,-1-1 0,0 0 0,0 0 0,0-1 0,0 1 0,0 0 0,-1-1 0,1 0 0,-4 1 0,-8 2 0,0-1 0,-19 2 0,12-3 0,-279 54 0,55-8 0,78-22-1365,113-19-5461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0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24575,'13'-8'0,"1"0"0,0 1 0,0 1 0,1 0 0,26-7 0,82-11 0,-73 15 0,-35 6-273,-1-1 0,1 0 0,-1-1 0,15-8 0,-21 9-6553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1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640 1 24575,'0'0'0,"0"0"0,0 2 0,-32 189 0,-5 29 0,-54 260 0,16 98 0,4 147 0,18-212 0,28-298 0,-4 292 0,6-71 0,-19 261-623,9 39 623,-34 409 0,30 194 0,31-917 0,-12 445 0,25 246 0,4-721 0,9 344-21,16-69 540,7-319-391,4 49-131,-42-132 3,-4-268 0,0 1 0,0 0 0,0 0 0,0-1 0,1 1 0,-1 0 0,1 0 0,-1 0 0,1 1 0,0-1 0,0 0 0,0 1 0,0-1 0,0 1 0,0 0 0,0-1 0,0 1 0,4-1 0,256-31 0,-183 32 0,-1 2 0,0 4 0,100 20 0,-169-23-136,0-1-1,0-1 1,0 1-1,0-1 1,0-1-1,0 1 1,0-2-1,0 1 0,14-5 1,-2-3-6690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2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131 127 24575,'0'0'0,"0"0"0,0 0 0,0 0 0,0 0 0,-2 1 0,0 0 0,0 0 0,0 1 0,0-1 0,1 0 0,-1 1 0,0 0 0,0-1 0,1 1 0,-1 0 0,0 2 0,-1 0 0,-10 12 0,1 0 0,1 1 0,1 1 0,0-1 0,1 2 0,1-1 0,1 1 0,0 1 0,2-1 0,0 1 0,-3 31 0,8-49 0,-1 0 0,1 0 0,0 0 0,0-1 0,0 1 0,0 0 0,1 0 0,-1 0 0,0 0 0,1 0 0,-1 0 0,1-1 0,0 1 0,0 0 0,0 0 0,-1-1 0,1 1 0,1-1 0,-1 1 0,0-1 0,0 1 0,1-1 0,-1 1 0,0-1 0,1 0 0,1 1 0,0-1 0,0 0 0,0 0 0,0 0 0,1-1 0,-1 1 0,0-1 0,0 0 0,0 0 0,0 0 0,1 0 0,-1 0 0,0-1 0,0 0 0,0 1 0,5-3 0,7-2 0,0-1 0,-1-1 0,0 0 0,0-1 0,-1 0 0,0-1 0,0 0 0,-1-1 0,0-1 0,-1 0 0,0 0 0,-1-1 0,12-18 0,-15 20 0,-1-1 0,0 0 0,-1 0 0,0 0 0,-1-1 0,0 0 0,0 0 0,-2 0 0,1 0 0,-2 0 0,1-1 0,-2 1 0,0 0 0,0-1 0,-1 1 0,0 0 0,-6-20 0,6 28 0,0 1 0,0-1 0,0 0 0,-1 1 0,0-1 0,0 1 0,0-1 0,0 1 0,0 0 0,-1 0 0,1 0 0,-1 0 0,0 0 0,0 1 0,0-1 0,0 1 0,-1 0 0,1 0 0,0 0 0,-1 0 0,0 0 0,1 1 0,-1 0 0,0 0 0,0 0 0,1 0 0,-1 0 0,0 1 0,0 0 0,0 0 0,0 0 0,0 0 0,0 0 0,0 1 0,0 0 0,0 0 0,1 0 0,-1 0 0,0 1 0,1-1 0,-5 3 0,-6 4-455,0 0 0,-18 15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3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24575,'8'14'0,"0"0"0,8 22 0,-12-24 0,0-1 0,2 0 0,-1-1 0,1 0 0,1 1 0,7 8 0,-4-9-1365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3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36 415 24575,'20'-1'0,"-9"-2"0,0 0 0,0 0 0,-1-1 0,1-1 0,-1 0 0,0 0 0,0-1 0,-1 0 0,1-1 0,-1 0 0,-1 0 0,1-1 0,-1 0 0,8-12 0,1-2 0,-1-2 0,0 0 0,-2 0 0,17-42 0,-30 62 0,1-1 0,-1 1 0,0-1 0,0 0 0,-1 0 0,1 1 0,-1-1 0,0 0 0,0 0 0,-1 1 0,1-1 0,-1 0 0,0 1 0,-1-1 0,1 0 0,-1 1 0,0 0 0,0-1 0,0 1 0,0 0 0,-1 0 0,-3-4 0,3 4 0,0 0 0,0 0 0,-1 1 0,1-1 0,-1 1 0,0 0 0,0 0 0,0 0 0,0 1 0,0-1 0,-1 1 0,1 0 0,-1 0 0,1 1 0,-1-1 0,0 1 0,0 0 0,1 1 0,-1-1 0,0 1 0,-5 0 0,0 1 0,0 1 0,0 0 0,1 1 0,-1 0 0,1 1 0,-18 9 0,-50 36 0,55-33 0,22-16 0,-1 1 0,1 0 0,-1 0 0,1 0 0,0 0 0,-1-1 0,1 1 0,0 0 0,0 0 0,0 0 0,0 0 0,0 0 0,0 0 0,0 0 0,0 0 0,0 0 0,0 0 0,0 0 0,0-1 0,1 1 0,-1 0 0,0 0 0,1 0 0,-1 0 0,1 0 0,-1-1 0,1 1 0,-1 0 0,1 0 0,0-1 0,-1 1 0,2 0 0,-1 1 0,0 0 0,1 0 0,-1 0 0,1-1 0,0 1 0,-1 0 0,1-1 0,0 0 0,0 1 0,0-1 0,0 0 0,0 0 0,4 2 0,1-3 0,-1 1 0,0-1 0,1 2 0,-1-1 0,0 1 0,0 0 0,0 0 0,0 1 0,0-1 0,10 8 0,-13-7 0,0-1 0,-1 1 0,1 0 0,-1 0 0,0 0 0,0 0 0,0 1 0,0-1 0,0 1 0,-1-1 0,0 1 0,1-1 0,-2 1 0,1 0 0,0-1 0,-1 1 0,1 0 0,-1 0 0,0 0 0,-1 6 0,-10 97 0,-39 173 0,-9 61 0,46-218 0,30-188-1365,-8 31-5461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 24575,'0'0'0,"0"0"0,0 0 0,0 0 0,-20 11 0,8-1 0,0 1 0,1 0 0,0 1 0,-18 26 0,11-11 0,-20 42 0,33-60 0,1 1 0,0 0 0,1 0 0,0 1 0,0-1 0,1 1 0,0-1 0,1 1 0,0 0 0,1-1 0,0 1 0,0 0 0,2-1 0,-1 1 0,1 0 0,1-1 0,0 0 0,0 1 0,1-1 0,0-1 0,1 1 0,0 0 0,0-1 0,1 0 0,0-1 0,1 1 0,10 9 0,3 1 0,0-2 0,2 0 0,27 16 0,-24-17 0,-1 1 0,30 28 0,-52-44 0,0 1 0,0 0 0,0-1 0,-1 1 0,1 0 0,-1 0 0,0 0 0,1 0 0,-1 0 0,0 0 0,0 0 0,0 0 0,0 0 0,-1 1 0,1-1 0,-1 0 0,1 0 0,-1 1 0,0-1 0,0 0 0,0 1 0,0-1 0,0 1 0,0-1 0,-1 0 0,1 0 0,-1 1 0,0-1 0,0 0 0,1 0 0,-1 0 0,-1 1 0,1-1 0,0 0 0,0-1 0,-1 1 0,1 0 0,-1 0 0,0 0 0,1-1 0,-1 1 0,0-1 0,0 0 0,0 1 0,-3 0 0,-8 5 0,1-1 0,-1 0 0,0-2 0,-1 1 0,1-1 0,-1-1 0,0-1 0,1 0 0,-1 0 0,-19-2 0,18 0 0,0-1 0,-1 0 0,1-2 0,0 1 0,0-2 0,1 0 0,-1-1 0,1 0 0,-21-12 0,26 11-273,0 0 0,1-1 0,0 0 0,-11-11 0,1-3-6553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5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550 353 24575,'105'15'0,"179"4"0,-248-17 0,-21-1 0,1-1 0,-1-1 0,1 0 0,29-6 0,-40 5 0,0 1 0,-1-1 0,1 0 0,0 0 0,-1 0 0,1-1 0,-1 1 0,0-1 0,0 0 0,0 0 0,0-1 0,-1 1 0,1-1 0,-1 0 0,0 0 0,0 0 0,0 0 0,-1-1 0,3-5 0,5-16 0,-2 1 0,-1-2 0,-1 1 0,2-29 0,8-31 0,-16 83 0,1 0 0,0-1 0,0 1 0,1 0 0,-1 0 0,1 0 0,0 0 0,-1 0 0,1 0 0,1 0 0,-1 1 0,0-1 0,1 1 0,-1 0 0,1-1 0,-1 1 0,5-2 0,-2 1 0,1 1 0,0-1 0,-1 1 0,1 1 0,0-1 0,0 1 0,0 0 0,0 0 0,7 0 0,2 1 0,1 1 0,-1 1 0,0 0 0,0 0 0,0 2 0,28 9 0,-41-11 0,1-1 0,-1 1 0,1-1 0,-1 1 0,0 0 0,0 0 0,0 0 0,0 0 0,0 1 0,0-1 0,0 0 0,-1 1 0,1-1 0,-1 1 0,0 0 0,0-1 0,0 1 0,0 0 0,0 0 0,0 0 0,0 4 0,0 8 0,1-1 0,-2 0 0,-1 15 0,1-19 0,-49 419 0,46-408 0,-25 134 0,-15 124 0,-13 273 0,25-279 0,-117 756-606,90-662 480,-82 605 126,45 5 0,90-883-18,-63 796-1109,-3 136 898,26 339 229,41-1234 0,-37 2345-835,41-2304 1013,11 515 408,37-292 1618,-13-161-2231,-14-109 27,-12-85 0,-2 1 0,-1 1 0,-1 54 0,-5-93 0,-1 0 0,1 0 0,-1 0 0,0 0 0,0-1 0,0 1 0,0 0 0,-1-1 0,1 1 0,-1-1 0,1 1 0,-1-1 0,0 0 0,0 0 0,0 0 0,0 0 0,0 0 0,-1 0 0,1 0 0,-1-1 0,1 1 0,-4 0 0,-1 2 0,-1-1 0,1 0 0,-1 0 0,0-1 0,0 0 0,-11 2 0,-537 39-1365,470-41-5461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7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24575,'-2'1'0,"0"1"0,0 0 0,1 0 0,-1 0 0,1 0 0,0 0 0,0 0 0,-1 0 0,1 0 0,0 3 0,-1-2 0,-11 26 0,1 1 0,2 0 0,1 1 0,1 0 0,-7 59 0,14-80 0,0 1 0,1 0 0,1-1 0,0 1 0,0-1 0,1 1 0,0-1 0,1 0 0,0 0 0,6 13 0,-7-19 0,-1 0 0,2 1 0,-1-1 0,0 0 0,1-1 0,0 1 0,0 0 0,0-1 0,0 1 0,0-1 0,1 0 0,0 0 0,-1 0 0,1-1 0,0 1 0,0-1 0,1 0 0,-1 0 0,0-1 0,1 1 0,-1-1 0,1 0 0,-1 0 0,10 0 0,-12-1 0,0 0 0,0-1 0,0 0 0,0 1 0,0-1 0,0 0 0,0 0 0,-1 0 0,1 0 0,0 0 0,-1-1 0,1 1 0,0 0 0,-1-1 0,0 1 0,1-1 0,-1 0 0,0 1 0,0-1 0,0 0 0,2-3 0,1-3 0,0-1 0,-1 0 0,4-13 0,-3 4 0,-1 0 0,-1 0 0,-1-1 0,0 1 0,-2-1 0,0 1 0,-1-1 0,0 1 0,-2 0 0,0 0 0,-2 0 0,-12-32 0,15 45 17,0 0 0,0 0 1,0 1-1,-1-1 0,0 1 0,-4-5 0,6 7-123,0 0 0,-1 0 0,1 0 0,-1 0 0,1 0 0,-1 1-1,0-1 1,0 1 0,0 0 0,1-1 0,-1 2 0,0-1 0,-4-1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0,5 10 0,-3-5-89,5 11-336,1 0-1,10 15 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24575,'-19'20'0,"9"-9"0,0 2 0,1-1 0,1 1 0,0 0 0,1 1 0,-8 22 0,11-25 0,0-1 0,1 1 0,1 0 0,0 0 0,0 0 0,1 0 0,0 0 0,1 0 0,0 0 0,2 12 0,-1-19 0,0 1 0,0 0 0,1 0 0,-1-1 0,1 1 0,0-1 0,0 1 0,1-1 0,-1 0 0,1 0 0,0 0 0,0 0 0,1-1 0,-1 1 0,0-1 0,1 0 0,6 5 0,-5-6 0,0 1 0,0-1 0,0 0 0,0-1 0,1 1 0,-1-1 0,0 0 0,1 0 0,-1-1 0,1 1 0,-1-1 0,1 0 0,-1-1 0,1 1 0,7-3 0,0 0 0,-1 0 0,0-1 0,0-1 0,-1 0 0,1 0 0,12-9 0,-18 10 0,0 0 0,0 0 0,-1-1 0,1 0 0,-1 0 0,0 0 0,-1-1 0,1 1 0,-1-1 0,0 0 0,0-1 0,3-8 0,-6 11 0,0 0 0,0 0 0,-1 0 0,1 0 0,-1-1 0,0 1 0,0 0 0,0 0 0,-1-1 0,0 1 0,0 0 0,-2-7 0,-21-48 0,18 45 0,4 11 8,1-1-1,-1 0 1,-1 1-1,1 0 1,-1-1-1,1 1 1,-1 0-1,0 0 1,0 0-1,0 1 1,0-1-1,-1 1 1,1 0-1,-1 0 1,-4-2-1,1 1-193,0 0 1,0 1-1,0 1 0,-1-1 1,1 1-1,0 0 1,-11 1-1,7 0-6640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8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24575,'0'0'0,"0"0"0,0 0 0,0 0 0,0 0 0,1 17 0,3 62 0,2 4 0,-11 162 0,-7-16-1365,12-219-5461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39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24575,'0'0'0,"0"20"0,-4 101 0,0-77 0,2 0 0,3 0 0,1 0 0,11 61 0,-11-96 0,1 0 0,0 0 0,0 0 0,1 0 0,0 0 0,0-1 0,7 9 0,-9-13 0,1-1 0,0 1 0,0-1 0,0 0 0,1 0 0,-1 0 0,1 0 0,-1-1 0,1 0 0,0 1 0,0-1 0,0 0 0,0-1 0,1 1 0,-1-1 0,8 1 0,-9-1 0,0-1 0,0 1 0,0-1 0,0 0 0,0-1 0,0 1 0,0 0 0,0-1 0,0 0 0,0 1 0,-1-1 0,1 0 0,0-1 0,0 1 0,-1 0 0,1-1 0,-1 1 0,5-5 0,-3 3 0,-1-1 0,1-1 0,-1 1 0,0-1 0,0 1 0,0-1 0,0 0 0,-1 0 0,3-8 0,-1-1 0,0-1 0,-1 1 0,-1-1 0,-1 1 0,0-1 0,-1-25 0,-1 25 0,-1-1 0,-1 1 0,-1 0 0,0 0 0,0 0 0,-2 1 0,0-1 0,0 1 0,-1 1 0,-1-1 0,-14-17 0,20 28 0,-1 1 0,0-1 0,0 1 0,1 0 0,-1 0 0,-1 0 0,1 0 0,0 0 0,0 1 0,-1 0 0,1-1 0,-1 1 0,1 0 0,-1 1 0,-4-1 0,-5-1 0,-1 1 0,-20 2 0,33-1 0,-3 0 5,1 1-1,-1-1 0,1 1 0,-1 0 1,1 0-1,0 0 0,-1 1 0,1-1 1,0 1-1,0 0 0,0 0 1,0 0-1,0 0 0,1 0 0,-1 1 1,1-1-1,-1 1 0,1 0 1,0-1-1,0 1 0,0 0 0,0 0 1,1 1-1,-1-1 0,1 0 0,0 0 1,-1 5-1,-1 2-169,0 0 0,2 0 0,-1 0 0,1 0 0,0 1 0,1-1 0,1 0 0,1 12 0,2 2-6661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0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0 0,0 0 0,0 9 0,0 31-1365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24575,'0'0'0,"0"0"0,-5 25 0,-18 72 0,-20 116 0,42-210 0,1 1 0,0 0 0,0-1 0,0 1 0,1 0 0,-1-1 0,1 1 0,0-1 0,0 1 0,0-1 0,1 1 0,-1-1 0,1 0 0,-1 1 0,1-1 0,0 0 0,1 0 0,-1 0 0,0-1 0,1 1 0,0 0 0,-1-1 0,1 0 0,0 0 0,0 0 0,0 0 0,1 0 0,-1 0 0,0-1 0,1 1 0,4 0 0,-3 0 0,0-1 0,0 0 0,0 0 0,0 0 0,0-1 0,0 1 0,0-1 0,0-1 0,0 1 0,0-1 0,0 1 0,0-1 0,-1-1 0,1 1 0,0-1 0,0 0 0,-1 0 0,1 0 0,-1-1 0,0 1 0,1-1 0,4-5 0,-3 2 0,-1 0 0,0 0 0,-1-1 0,0 0 0,0 0 0,0 0 0,-1-1 0,0 1 0,0-1 0,-1 1 0,0-1 0,0 0 0,-1 0 0,0 0 0,0-16 0,-2 3 0,0 1 0,-2-1 0,0 1 0,-2-1 0,-7-22 0,9 36 0,0-1 0,0 1 0,0 0 0,-1 1 0,0-1 0,0 0 0,-1 1 0,0 0 0,0 0 0,0 1 0,-1-1 0,0 1 0,0 0 0,0 1 0,-1 0 0,1 0 0,-1 0 0,0 0 0,-15-4 0,19 7-59,0 1 0,0 0-1,0 0 1,0 0-1,0 0 1,0 0 0,0 0-1,0 1 1,0-1 0,0 1-1,0 0 1,0 0 0,1 0-1,-1 0 1,0 1 0,1-1-1,-1 1 1,0 0-1,1-1 1,0 1 0,-1 0-1,-3 5 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0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0,0 0 0,1 2 0,27 19 0,1-1 0,39 20 0,-39-24 0,-1 1 0,50 40 0,-75-55 0,-1 1 0,0-1 0,1 1 0,-1-1 0,0 1 0,-1 0 0,1-1 0,0 1 0,-1 0 0,0 0 0,1 0 0,-1 1 0,-1-1 0,1 0 0,0 5 0,0-3 0,-1 1 0,-1-1 0,1 0 0,-1 1 0,0-1 0,0 0 0,0 0 0,-4 9 0,-3 4 0,-2-1 0,1 0 0,-2-1 0,-13 16 0,23-30 0,-41 49 0,-50 48 0,52-58 0,36-37 0,0 1 0,0-1 0,0 1 0,1 0 0,-1 0 0,1 0 0,1 1 0,-3 5 0,4-9 0,1-1 0,0 0 0,-1 0 0,1 1 0,0-1 0,0 0 0,0 0 0,0 1 0,0-1 0,0 0 0,0 1 0,1-1 0,-1 0 0,0 0 0,1 0 0,-1 1 0,2 0 0,-1 0 0,0-1 0,0 1 0,1-1 0,-1 0 0,0 0 0,1 0 0,-1 1 0,1-1 0,0-1 0,-1 1 0,1 0 0,0 0 0,-1-1 0,1 1 0,3 0 0,8 1 0,0 0 0,0 0 0,0-2 0,0 1 0,0-2 0,19-2 0,79-19 0,-95 18 0,86-19-1365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3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22 24575,'0'0'0,"0"0"0,-9 26 0,2 0 0,2 0 0,0 0 0,0 30 0,1 84 0,3-59 0,0-45 0,5 45 0,-3-70 0,1-1 0,0 1 0,0-1 0,1 0 0,0 0 0,1 0 0,0 0 0,10 16 0,-11-23 0,-1-1 0,0 1 0,1-1 0,-1 0 0,1 0 0,-1 0 0,1-1 0,0 1 0,0 0 0,0-1 0,0 0 0,0 0 0,0 0 0,0 0 0,1 0 0,-1 0 0,0-1 0,0 0 0,1 0 0,-1 0 0,0 0 0,0 0 0,1 0 0,-1-1 0,5-1 0,3-1 0,1 0 0,-1 0 0,0-2 0,0 1 0,20-12 0,-18 6 0,0 0 0,-1 0 0,0-1 0,0-1 0,-1 0 0,0 0 0,-2-1 0,1 0 0,-1-1 0,-1 0 0,11-25 0,-7 8 0,-1 0 0,-1-1 0,-2 0 0,8-58 0,-15 80 0,-1 0 0,0 0 0,-1 0 0,0 0 0,0 0 0,-1 1 0,0-1 0,-1 0 0,0 1 0,-1-1 0,0 1 0,0 0 0,-1 1 0,-10-16 0,11 18 0,-1 0 0,1 1 0,-1-1 0,0 1 0,-1 0 0,1 0 0,-1 1 0,0 0 0,0 0 0,-1 0 0,1 1 0,-1 0 0,1 0 0,-1 0 0,0 1 0,0 0 0,0 1 0,-1-1 0,1 1 0,-11 0 0,15 2 6,0-1-1,0 0 1,1 1-1,-1 0 0,0-1 1,1 1-1,-1 0 1,1 0-1,-1 1 1,1-1-1,-1 0 1,1 1-1,0 0 0,0-1 1,-1 1-1,1 0 1,1 0-1,-1 0 1,0 0-1,0 1 1,-1 2-1,0 1-170,0 0 0,0 0 0,1 0 0,0 0 0,0 0 0,0 0 0,1 0 0,-1 8 0,1 4-6661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3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24575,'0'0'0,"0"0"0,0 0 0,0 0 0,0 0 0,0 0 0,0 0 0,0 0 0,19-18-1365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4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22 24575,'-5'122'0,"1"-81"0,2 0 0,2 1 0,9 70 0,-8-107 0,0 0 0,0-1 0,0 1 0,1 0 0,-1-1 0,1 0 0,0 1 0,0-1 0,1 0 0,0 0 0,-1 0 0,1 0 0,0-1 0,1 1 0,-1-1 0,1 0 0,-1 0 0,1 0 0,0 0 0,0-1 0,0 1 0,1-1 0,-1 0 0,0 0 0,1-1 0,-1 0 0,1 1 0,5-1 0,-7-1 0,0 0 0,1 0 0,-1 0 0,1-1 0,-1 0 0,0 1 0,0-1 0,1 0 0,-1-1 0,0 1 0,0-1 0,0 1 0,0-1 0,0 0 0,-1 0 0,1 0 0,2-3 0,1 0 0,0-1 0,-1 1 0,0-1 0,0 0 0,-1-1 0,6-8 0,-5 2 0,0-1 0,0 1 0,-2-1 0,1 0 0,-2 0 0,0-1 0,1-27 0,-4 9 0,-1 0 0,-7-42 0,7 67 0,1 1 0,-1-1 0,0 1 0,-1 0 0,0 0 0,0 0 0,0 0 0,-1 0 0,0 1 0,-8-11 0,9 14 0,0 0 0,-1 0 0,1 0 0,-1 0 0,1 1 0,-1 0 0,0-1 0,0 1 0,1 1 0,-2-1 0,1 0 0,0 1 0,0 0 0,0 0 0,-1 0 0,1 1 0,0-1 0,-1 1 0,-6 1 0,10-1 0,-1 0 0,0 0 0,0 0 0,1 0 0,-1 1 0,1-1 0,-1 1 0,0-1 0,1 1 0,-1 0 0,1-1 0,-1 1 0,1 0 0,0 0 0,-1 0 0,1 0 0,0 0 0,0 0 0,-1 1 0,1-1 0,0 0 0,0 1 0,0-1 0,0 2 0,0-1 0,1-1 0,0 0 0,-1 1 0,1-1 0,0 1 0,0-1 0,0 1 0,0-1 0,0 1 0,1-1 0,-1 0 0,0 1 0,1-1 0,-1 1 0,1-1 0,-1 0 0,1 1 0,-1-1 0,1 0 0,0 0 0,0 0 0,0 1 0,0-1 0,0 0 0,0 0 0,0 0 0,1 1 0,5 3-91,0 0 0,0-1 0,1 0 0,-1 0 0,1 0 0,-1-1 0,1 0 0,0-1 0,1 0 0,-1 0 0,0-1 0,0 0 0,1 0 0,11-1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7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0,0 0 0,0 0 0,0 0 0,0 0 0,0 0 0,20 1 0,-1 1 0,0 2 0,37 10 0,-19-5 0,-19-5 0,0 1 0,0 0 0,-1 1 0,0 1 0,20 11 0,-32-15 0,-1 1 0,1-1 0,-1 1 0,1 0 0,-1 0 0,0 0 0,0 0 0,-1 1 0,1-1 0,-1 1 0,0 0 0,-1 0 0,1 1 0,-1-1 0,0 0 0,0 1 0,0-1 0,-1 1 0,0 0 0,1 9 0,-2-4 0,0 0 0,-1 0 0,0 0 0,0 0 0,-1 0 0,-1-1 0,0 1 0,0-1 0,-1 1 0,-1-1 0,1 0 0,-2 0 0,-7 11 0,-10 10 0,-1-1 0,-39 39 0,47-52 0,11-13 0,1 1 0,0 0 0,0 0 0,0 1 0,1-1 0,0 1 0,0 0 0,0 0 0,-2 8 0,4-12 0,1 0 0,0-1 0,-1 1 0,1 0 0,0 0 0,0 0 0,1 0 0,-1 0 0,0 0 0,0-1 0,1 1 0,-1 0 0,1 0 0,0-1 0,0 1 0,-1 0 0,1 0 0,0-1 0,0 1 0,0-1 0,1 1 0,-1-1 0,0 0 0,1 1 0,-1-1 0,1 0 0,-1 0 0,1 0 0,-1 0 0,1 0 0,0 0 0,-1 0 0,1-1 0,0 1 0,0-1 0,3 1 0,6 2 0,0 0 0,1-1 0,-1 0 0,1-1 0,-1-1 0,1 1 0,-1-2 0,13-1 0,14-5 0,41-11 0,4-1 0,-62 15 0,-5 0 0,0 1 0,1 1 0,-1 0 0,1 2 0,28 1 0,-44-1 6,1 1 0,-1-1 0,1 0 0,-1 1 0,1-1 0,-1 1 0,0-1 0,1 1 0,-1-1 0,0 1 0,1 0 0,-1 0 0,0 0 0,0 0 0,0 0 0,0 0 0,0 0 0,0 0 0,1 2 0,-2-2-61,1 0 0,-1 0 0,0 0 0,0 0 0,1 0 0,-1 0 0,0 0 0,0 0 0,0 0 0,-1 0 0,1 0 0,0 0 0,0 0 0,0 0 0,-1 0 0,1 0 0,-1 0 0,1 0 0,0 0 0,-1 0 0,0 0 0,1 0 0,-1-1 0,0 1 0,1 0 0,-2 1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8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24575,'0'0'0,"0"0"0,-16 3 0,6 0 0,1 0 0,0 0 0,-1 1 0,1 0 0,0 0 0,1 1 0,-13 9 0,-50 45 0,60-49 0,1 0 0,0 1 0,1-1 0,1 2 0,0-1 0,0 1 0,1 1 0,1-1 0,0 1 0,1 0 0,0 0 0,1 1 0,0-1 0,1 1 0,1 0 0,0 0 0,1 0 0,0 0 0,1 1 0,1-1 0,4 23 0,-4-31 0,1-1 0,-1 0 0,1 1 0,0-1 0,1 0 0,-1 0 0,1 0 0,0-1 0,1 1 0,-1-1 0,1 1 0,-1-1 0,6 4 0,7 5 0,0 0 0,22 12 0,-20-13 0,112 63 0,-46-30 0,-75-39 0,1-1 0,-1 1 0,-1 1 0,1 0 0,10 10 0,-17-14 0,0 0 0,1 0 0,-1 0 0,0 1 0,0-1 0,-1 0 0,1 1 0,-1-1 0,0 1 0,0-1 0,0 1 0,0 0 0,0 0 0,-1-1 0,0 1 0,0 0 0,0 0 0,0-1 0,-1 7 0,-1-2 0,-1-1 0,0 1 0,0 0 0,0-1 0,-1 0 0,0 0 0,0 0 0,-1 0 0,0-1 0,0 1 0,-1-1 0,1 0 0,-1-1 0,0 0 0,-1 0 0,-11 7 0,-10 5 0,-1-1 0,-52 19 0,70-30 0,0-1 0,1 0 0,-2-1 0,1 0 0,0-1 0,-1 0 0,1-1 0,0 0 0,-1-1 0,0 0 0,-12-3 0,21 3-151,0-1-1,0-1 0,0 1 0,0 0 1,0-1-1,0 1 0,1-1 1,-5-4-1,-3-3-6674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49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86 24575,'0'0'0,"0"0"0,0 0 0,0 0 0,-7 22 0,2 5 0,1 0 0,-1 50 0,9 56 0,-4-126 0,0-1 0,1 1 0,0-1 0,1 1 0,-1-1 0,1 0 0,0 1 0,1-1 0,-1 0 0,5 6 0,-5-9 0,-1-1 0,1 0 0,0 0 0,1 1 0,-1-1 0,0 0 0,0-1 0,1 1 0,-1 0 0,1-1 0,0 0 0,0 1 0,-1-1 0,1 0 0,0 0 0,0-1 0,0 1 0,0 0 0,0-1 0,0 0 0,0 0 0,0 0 0,0 0 0,6-1 0,-2-1 0,-1 1 0,1-1 0,0-1 0,-1 1 0,0-1 0,1 0 0,-1-1 0,0 0 0,-1 1 0,1-2 0,-1 1 0,0-1 0,0 0 0,0 0 0,0 0 0,-1-1 0,0 1 0,6-12 0,4-9 0,-1 1 0,-2-2 0,10-30 0,6-35 0,-18 57 0,2 0 0,27-60 0,-38 160 0,0 113 0,2-142 0,2 0 0,16 69 0,-19-100 11,1 0 0,0 0 0,0 0 0,0 0 0,0-1 0,1 1-1,-1-1 1,1 1 0,0-1 0,5 5 0,-6-7-82,0-1 1,0 1-1,0-1 0,1 1 0,-1-1 1,0 1-1,1-1 0,-1 0 1,1 0-1,-1-1 0,1 1 0,0 0 1,-1-1-1,1 0 0,0 1 1,-1-1-1,1 0 0,0 0 0,0-1 1,4 0-1,3-1-6755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50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24575,'0'0'0,"0"0"0,3 1 0,0 0 0,0 0 0,0 1 0,0 0 0,0-1 0,0 1 0,2 3 0,1-1 0,-1 0 0,1 0 0,-2 1 0,1 0 0,0-1 0,-1 2 0,0-1 0,0 1 0,-1-1 0,1 1 0,-1 0 0,0 0 0,-1 0 0,0 1 0,3 7 0,0 13 0,0-1 0,2 35 0,-4-28 0,-1-11 0,-1 0 0,-1 1 0,-4 39 0,2-37 0,3-18 0,2-17 0,13-87 0,9-41 0,-23 132 0,0 0 0,0 1 0,0 0 0,1-1 0,0 1 0,0 0 0,0 0 0,1 0 0,0 1 0,5-6 0,5-3 0,26-20 0,-37 31 0,0 0 0,0 1 0,0-1 0,1 1 0,-1 0 0,0-1 0,0 2 0,1-1 0,-1 0 0,1 1 0,-1-1 0,1 1 0,-1 0 0,1 0 0,-1 1 0,1-1 0,-1 1 0,0 0 0,1-1 0,-1 2 0,4 0 0,0 1 0,1 0 0,-1 0 0,0 1 0,0 0 0,-1 0 0,1 0 0,9 10 0,-7-4 0,-1 0 0,-1 1 0,1 0 0,-2 0 0,0 0 0,0 1 0,-1 0 0,0 0 0,-1 0 0,-1 0 0,0 1 0,0 0 0,-1 0 0,-1 0 0,0 14 0,-8-71 0,7 27 0,2 1 0,0 0 0,1 0 0,1 0 0,0 0 0,1 1 0,9-19 0,1 3 0,0 2 0,30-43 0,-40 65 0,0 0 0,1 1 0,0-1 0,0 1 0,0 1 0,0-1 0,1 1 0,9-6 0,-12 9 0,-1 0 0,1 1 0,-1-1 0,1 1 0,0 0 0,-1 0 0,1 0 0,0 1 0,0-1 0,-1 1 0,1 0 0,0 0 0,0 0 0,0 1 0,-1-1 0,1 1 0,0 0 0,0 0 0,-1 0 0,6 3 0,-1 0 0,0 0 0,-1 1 0,1 0 0,-1 1 0,-1 0 0,1 0 0,-1 0 0,0 1 0,0-1 0,-1 2 0,0-1 0,0 0 0,0 1 0,4 13 0,-2-5 0,-2 0 0,0 0 0,-1 1 0,0 0 0,-1-1 0,0 28 0,-3 14-27,0-38-241,0 0 1,1 1-1,0-1 1,6 22-1,-4-32-6558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50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0 0,2 0 0,58 2-455,-1 2 0,63 13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50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24575,'0'0'0,"1"1"0,-1 0 0,1 0 0,-1 0 0,1 0 0,-1 0 0,1-1 0,0 1 0,-1 0 0,1-1 0,0 1 0,0 0 0,-1-1 0,1 1 0,0-1 0,0 1 0,0-1 0,0 1 0,0-1 0,-1 0 0,1 1 0,2-1 0,20 6 0,5-2 0,0-2 0,1-1 0,35-3 0,0 0 0,83 2 0,-137-30 0,-3 19-341,0 1 0,1 0-1,13-13 1,-14 16-6485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51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24575,'0'0'0,"0"0"0,0 0 0,0 0 0,0 0 0,0 0 0,19-24 0,-15 19 0,-8 11 0,3-5 0,0 1 0,0-1 0,1 0 0,-1 0 0,0 0 0,1 1 0,-1-1 0,1 0 0,-1 1 0,1-1 0,0 0 0,-1 1 0,1-1 0,0 3 0,9 14 0,-1 1 0,0 0 0,-2 0 0,0 1 0,-1 0 0,-1 0 0,2 29 0,-3 149 0,-4-129 0,-15 202 0,16-269 14,-1 1-1,1 0 0,-1 0 0,1 0 1,-1-1-1,0 1 0,0-1 1,-2 4-1,3-6-20,0 0 0,-1 0 0,1 1 0,0-1 0,0 0 0,0 0 0,-1 1 1,1-1-1,0 0 0,0 0 0,0 0 0,-1 0 0,1 0 0,0 1 0,0-1 0,-1 0 0,1 0 0,0 0 0,-1 0 0,1 0 0,0 0 1,0 0-1,-1 0 0,1 0 0,0 0 0,0 0 0,-1 0 0,1 0 0,-10-10-1277,4-2-5542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57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4 24575,'0'0'0,"0"0"0,0 0 0,0 0 0,0 0 0,0 0 0,0 0 0,-7-2 0,-2 1 0,-1 6 0,2 2 0,1 0-8191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5:58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53 24575,'-25'-3'0,"20"2"0,-1 0 0,1 0 0,-1 0 0,1 1 0,-1 0 0,0 0 0,1 0 0,-1 0 0,1 1 0,-1 0 0,1 1 0,-6 1 0,-9-25 0,10 12 0,-6-7 0,11 13 0,4 9 0,4 12-1365,-2-10-5461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01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24575,'13'21'0,"4"7"-1365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02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2 0,1 0 0,0 1 0,1-1 0,-1 0 0,0 0 0,1 0 0,-1 0 0,3 3 0,1 1 0,4 5 0,0-1 0,0 0 0,1-1 0,0 0 0,13 9 0,9 9 0,-6-2-455,-1 1 0,41 56 0,-61-75-6371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3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1 24575,'-13'0'0,"-18"0"0,-32 4 0,52-3 0,0 1 0,-1 1 0,1 0 0,0 1 0,0 0 0,-12 7 0,6-2 0,1 1 0,0 1 0,0 1 0,2 0 0,-1 1 0,-13 17 0,8-7 0,2 1 0,1 0 0,-19 34 0,29-42 0,0-1 0,0 1 0,2 1 0,0-1 0,1 1 0,0 0 0,1 0 0,1 0 0,1 0 0,1 0 0,2 29 0,-1-35 0,1 0 0,0 0 0,0 0 0,1 0 0,1 0 0,0 0 0,0-1 0,1 0 0,0 0 0,1 0 0,0-1 0,1 1 0,0-2 0,0 1 0,1-1 0,0 0 0,0 0 0,15 10 0,-3-7 0,0-1 0,0-1 0,1-1 0,0 0 0,0-2 0,1 0 0,0-1 0,35 2 0,-21-4 0,0-2 0,0-1 0,0-2 0,56-11 0,-79 11-72,-1-1 1,1-1-1,-1 0 0,0-1 0,0 0 0,0-1 0,0 0 0,-1-1 1,0 0-1,-1-1 0,0 0 0,0-1 0,-1 0 0,1 0 0,-2-1 1,0 0-1,0-1 0,9-16 0,-2 0-6754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3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0 24575,'-1'19'0,"-2"0"0,0 0 0,-9 33 0,-1-2 0,-94 652 0,81-194 0,26-507-2,0-1 0,0 0 0,0 1 0,0-1-1,0 0 1,0 1 0,0-1 0,0 0 0,0 1-1,0-1 1,0 0 0,1 1 0,-1-1 0,0 0 0,0 1-1,0-1 1,0 0 0,0 0 0,1 1 0,-1-1-1,0 0 1,0 1 0,0-1 0,1 0 0,-1 0 0,0 0-1,0 1 1,1-1 0,-1 0 0,0 0 0,1 0 0,-1 0-1,0 1 1,1-1 0,-1 0 0,0 0 0,0 0-1,1 0 1,16-6 183,16-21-1184,-31 26 545,16-16-6368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4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315 256 24575,'3'-1'0,"1"0"0,-1-1 0,1 1 0,-1-1 0,1 0 0,-1 0 0,0-1 0,0 1 0,0-1 0,0 1 0,-1-1 0,1 0 0,-1 0 0,1 0 0,-1 0 0,0 0 0,0-1 0,0 1 0,-1-1 0,1 1 0,-1-1 0,0 0 0,0 1 0,1-8 0,1-1 0,-1 1 0,0-1 0,-1 1 0,0-1 0,-1 0 0,0 1 0,0-1 0,-2 0 0,1 1 0,-6-18 0,6 27 0,-1-1 0,1 1 0,-1 0 0,0-1 0,0 1 0,0 0 0,0 0 0,0 1 0,0-1 0,0 0 0,-1 1 0,1-1 0,-1 1 0,1 0 0,-1 0 0,1 0 0,-1 0 0,0 0 0,1 0 0,-1 1 0,0-1 0,-3 1 0,-2-1 0,0 1 0,0-1 0,1 1 0,-1 1 0,0 0 0,0 0 0,-7 2 0,2 2 0,0 0 0,1 1 0,0 0 0,0 1 0,0 0 0,1 1 0,0 1 0,0-1 0,1 2 0,0-1 0,1 2 0,0-1 0,0 1 0,1 0 0,1 1 0,0 0 0,-5 13 0,0 0 0,2 0 0,1 1 0,1 0 0,1 0 0,2 1 0,0 0 0,-1 50 0,5-67 0,2 0 0,-1 0 0,2 0 0,-1 0 0,1 0 0,1 0 0,-1 0 0,8 16 0,-8-23 0,-1 0 0,1 0 0,-1-1 0,1 1 0,0 0 0,0-1 0,0 1 0,1-1 0,-1 0 0,0 0 0,1 0 0,-1 0 0,1 0 0,0 0 0,0-1 0,0 1 0,0-1 0,0 0 0,0 0 0,0 0 0,0 0 0,0 0 0,0-1 0,0 1 0,1-1 0,-1 0 0,0 0 0,0 0 0,1-1 0,3 0 0,4-2 0,0 0 0,-1-1 0,1-1 0,-1 0 0,1 0 0,-2-1 0,1 0 0,-1 0 0,13-12 0,4-5 0,39-46 0,24-50 0,-17 21 0,-71 97 0,-1 1 0,0 0 0,0-1 0,0 1 0,1 0 0,-1 0 0,0-1 0,0 1 0,1 0 0,-1 0 0,0-1 0,0 1 0,1 0 0,-1 0 0,0 0 0,1 0 0,-1-1 0,0 1 0,1 0 0,-1 0 0,0 0 0,1 0 0,-1 0 0,1 0 0,-1 0 0,0 0 0,1 0 0,-1 0 0,0 0 0,1 0 0,0 0 0,5 11 0,0 18 0,-5 13 0,-2 1 0,-7 54 0,0 5 0,7-98 0,1 1 0,0 0 0,1 0 0,-1 0 0,3 6 0,-3-10 0,0 0 0,0 0 0,0 0 0,1-1 0,-1 1 0,1 0 0,-1 0 0,0 0 0,1 0 0,-1-1 0,1 1 0,0 0 0,-1 0 0,1-1 0,0 1 0,-1-1 0,1 1 0,0 0 0,0-1 0,-1 1 0,1-1 0,0 0 0,0 1 0,0-1 0,0 0 0,0 1 0,-1-1 0,1 0 0,0 0 0,0 0 0,0 0 0,0 0 0,0 0 0,2 0 0,2-1 0,1-1 0,-1 0 0,1 0 0,-1 0 0,1-1 0,-1 0 0,0 0 0,0 0 0,-1-1 0,6-4 0,45-47 0,-51 51 0,191-231 0,-93 107 0,-87 111 0,1 1 0,1 1 0,1 0 0,0 1 0,32-19 0,-50 33 0,0 0 0,0 0 0,0 0 0,0 0 0,0 0 0,0 0 0,0 0 0,1 0 0,-1 0 0,0 0 0,0 0 0,0 0 0,0 0 0,0 0 0,0 0 0,1 0 0,-1 0 0,0 0 0,0 0 0,0 0 0,0 0 0,0 0 0,0 0 0,0 0 0,0 0 0,1 0 0,-1 0 0,0-1 0,0 1 0,0 0 0,0 0 0,0 0 0,0 0 0,0 0 0,0 0 0,0 0 0,0 0 0,0-1 0,0 1 0,0 0 0,0 0 0,0 0 0,0 0 0,0 0 0,0 0 0,0-1 0,0 1 0,0 0 0,0 0 0,0 0 0,0 0 0,0 0 0,0 0 0,0 0 0,0-1 0,0 1 0,0 0 0,0 0 0,0 0 0,0 0 0,0 0 0,-1 0 0,1 0 0,0 0 0,-12 0 0,-16 5 0,9 2 0,0 1 0,1 0 0,-30 18 0,40-20 0,-1-1 0,1 1 0,1 1 0,-1 0 0,1 0 0,1 0 0,-1 1 0,1-1 0,-7 14 0,11-18 0,0 0 0,0 0 0,1 1 0,0-1 0,0 1 0,0-1 0,0 1 0,0-1 0,0 1 0,1-1 0,0 1 0,0 0 0,0-1 0,0 1 0,1-1 0,-1 1 0,1 0 0,0-1 0,2 6 0,-1-4 0,1 0 0,0-1 0,0 1 0,1-1 0,-1 0 0,1 0 0,0 0 0,0 0 0,1-1 0,-1 0 0,8 5 0,9 3 0,0-1 0,0-2 0,0 0 0,42 9 0,3-3 0,-35-9 0,44 15 0,-75-20 0,0 0 0,0 0 0,1 0 0,-1 0 0,0 0 0,0 0 0,0 0 0,0 0 0,1 1 0,-1-1 0,0 0 0,0 0 0,0 0 0,0 0 0,1 0 0,-1 1 0,0-1 0,0 0 0,0 0 0,0 0 0,0 0 0,0 1 0,0-1 0,0 0 0,1 0 0,-1 0 0,0 1 0,0-1 0,0 0 0,0 0 0,0 1 0,0-1 0,0 0 0,0 0 0,0 0 0,0 1 0,0-1 0,-1 0 0,1 0 0,0 0 0,0 1 0,0-1 0,0 0 0,0 0 0,0 0 0,0 0 0,0 1 0,-1-1 0,-11 13 0,-18 7 0,-21 7 0,-1-1 0,0-4 0,-2-1 0,-64 15 0,71-26-1365,29-8-5461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4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 24575,'0'0'0,"0"0"0,0 0 0,0 0 0,0 0 0,0 0 0,-8 7 0,-18 13 0,-45 25 0,51-33 0,0 0 0,1 1 0,1 1 0,0 1 0,-18 19 0,34-32 0,0 0 0,0 0 0,0 0 0,0 1 0,0-1 0,1 1 0,-1-1 0,1 1 0,0-1 0,-1 1 0,1 0 0,0 0 0,1 0 0,-1 0 0,1 0 0,-1 0 0,1-1 0,0 1 0,0 0 0,0 0 0,0 0 0,1 0 0,-1 0 0,1 0 0,0 0 0,0 0 0,0 0 0,0-1 0,0 1 0,0 0 0,1-1 0,0 1 0,-1-1 0,1 1 0,0-1 0,0 0 0,0 0 0,0 0 0,3 2 0,6 5 0,1-1 0,0 0 0,1 0 0,-1-2 0,1 1 0,24 7 0,-2-3 0,0-2 0,64 8 0,-93-16 0,1 0 0,-1 0 0,1 1 0,-1 0 0,0 0 0,0 1 0,0 0 0,6 3 0,-11-5 0,1 0 0,0 0 0,-1 1 0,1-1 0,-1 0 0,0 1 0,1-1 0,-1 1 0,0-1 0,0 1 0,0 0 0,0-1 0,0 1 0,0 0 0,-1 0 0,1-1 0,-1 1 0,1 0 0,-1 0 0,1 0 0,-1 0 0,0 0 0,0 0 0,0 0 0,0 0 0,-1 0 0,1 0 0,0-1 0,-1 1 0,1 0 0,-2 3 0,-2 2 0,1 0 0,-1 0 0,-1-1 0,1 1 0,-1-1 0,0 0 0,-1 0 0,1-1 0,-1 0 0,0 0 0,-13 8 0,4-4 0,1-1 0,-1 0 0,0-1 0,-27 8 0,40-15 6,0 1 0,0 0-1,0-1 1,-1 1 0,1-1-1,0 1 1,-1-1 0,1 0 0,0 0-1,-1 0 1,1 0 0,0-1-1,-1 1 1,1-1 0,0 1-1,0-1 1,-1 0 0,1 0 0,0 0-1,-2-1 1,3 0-71,-1 1 1,1-1-1,0 1 1,0-1-1,0 0 1,0 0-1,0 1 0,1-1 1,-1 0-1,0 0 1,1 0-1,-1 0 1,1 0-1,0 0 0,0 0 1,0 0-1,0 0 1,0 0-1,0 0 1,0 0-1,1 0 0,0-4 1,5-15-6762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24575,'7'0'0,"0"0"0,1 0 0,-1 1 0,0 0 0,1 1 0,-1 0 0,14 5 0,-19-6 0,1 0 0,-1 1 0,0-1 0,1 1 0,-1-1 0,0 1 0,0 0 0,0 0 0,0 0 0,0 0 0,-1 1 0,1-1 0,-1 0 0,1 1 0,-1-1 0,0 1 0,0-1 0,0 1 0,0-1 0,-1 1 0,1 0 0,-1 0 0,1 5 0,-2 17 0,0 1 0,-2 0 0,-1-1 0,-1 1 0,-12 33 0,-4 27 0,-2 31-1365,22-110-5461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5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24575,'0'0'0,"0"0"0,9 10 0,0 5 0,0 1 0,-1-1 0,-1 1 0,8 26 0,15 74 0,-12-40 0,-8-35 0,-7-24 0,2 1 0,0-1 0,0 0 0,2 0 0,0-1 0,13 21 0,-18-34-85,0 0 0,1 0-1,-1 0 1,1-1 0,0 1-1,0-1 1,0 0 0,0 0-1,0 0 1,1 0 0,-1 0-1,1-1 1,-1 0 0,1 0-1,4 1 1,4 0-6741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817 1 24575,'-17'7'0,"1"1"0,1 0 0,0 1 0,0 1 0,0 0 0,-17 17 0,-71 79 0,92-95 0,-33 40 0,1 2 0,3 1 0,2 2 0,3 2 0,2 1 0,3 2 0,3 1 0,2 1 0,-31 127 0,30-70 0,5 1 0,6 1 0,0 189 0,18-195 0,-1 278 0,-2-381 0,-1 0 0,0 0 0,-1-1 0,-5 21 0,6-30 0,0 0 0,0 0 0,-1 0 0,1 0 0,-1 0 0,0 0 0,0 0 0,0 0 0,0-1 0,0 1 0,-1-1 0,1 1 0,-1-1 0,1 0 0,-1 0 0,0 0 0,0-1 0,0 1 0,0-1 0,0 1 0,0-1 0,-5 1 0,-26 3-1365,2-3-5461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5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24575,'10'-1'0,"1"-1"0,-1 0 0,1 0 0,-1-1 0,0 0 0,11-5 0,9-4 0,47-12 0,1 3 0,1 3 0,1 4 0,0 3 0,1 4 0,-1 3 0,92 8 0,39 15-1365,-197-19-5461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6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24575,'-7'20'0,"-32"95"0,-26 137 0,62-238 0,1-1 0,0 0 0,0 0 0,2 1 0,0-1 0,0 1 0,4 18 0,-4-32 0,0 0 0,0 0 0,1-1 0,-1 1 0,0 0 0,0-1 0,0 1 0,0 0 0,1 0 0,-1-1 0,0 1 0,0 0 0,1 0 0,-1 0 0,0-1 0,0 1 0,1 0 0,-1 0 0,0 0 0,0 0 0,1 0 0,-1 0 0,0-1 0,1 1 0,-1 0 0,0 0 0,1 0 0,-1 0 0,0 0 0,1 0 0,-1 0 0,0 0 0,1 0 0,-1 0 0,0 1 0,0-1 0,1 0 0,-1 0 0,0 0 0,1 0 0,-1 0 0,0 1 0,0-1 0,1 0 0,-1 0 0,0 0 0,0 1 0,1-1 0,-1 0 0,0 0 0,0 1 0,0-1 0,0 0 0,1 0 0,-1 1 0,0-1 0,0 0 0,0 1 0,0-1 0,0 0 0,0 1 0,0-1 0,0 0 0,0 0 0,0 1 0,0 0 0,14-25 0,-5-3-1365,-1 1-5461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24575,'0'0'0,"11"30"0,-5 8 0,-1 0 0,-2 0 0,-3 74 0,0-14 0,1-59-227,1 0-1,2 0 1,2 0-1,1 0 1,13 37-1,-17-67-6598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7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527 454 24575,'-2'-2'0,"-1"0"0,1 1 0,-1-2 0,1 1 0,0 0 0,0 0 0,-3-4 0,1 1 0,-7-6 0,-1 0 0,-1 0 0,-24-15 0,30 21 0,-1 1 0,0 0 0,0 1 0,-1 0 0,1 0 0,-1 1 0,1 0 0,-15-1 0,11 3 0,0 0 0,0 0 0,1 2 0,-1-1 0,0 1 0,1 1 0,0 0 0,0 1 0,0 0 0,0 0 0,-17 11 0,14-6 0,-1 0 0,2 1 0,-1 1 0,2 0 0,-1 0 0,1 2 0,-15 20 0,18-20 0,1 0 0,0 1 0,1 0 0,1 0 0,0 1 0,1 0 0,1 0 0,0 0 0,1 0 0,0 1 0,1-1 0,1 31 0,1-33 0,1 0 0,1 0 0,0 0 0,0 0 0,1 0 0,1-1 0,0 1 0,1-1 0,1 0 0,0 0 0,0-1 0,1 1 0,0-1 0,1-1 0,16 18 0,-12-17 0,0-2 0,1 1 0,-1-1 0,2-1 0,-1-1 0,1 0 0,0 0 0,1-1 0,0-1 0,0-1 0,0 0 0,0-1 0,0 0 0,1-1 0,-1-1 0,1-1 0,0 0 0,-1-1 0,1 0 0,-1-2 0,0 0 0,1 0 0,-1-1 0,-1-1 0,22-10 0,-9 0 0,0-2 0,-1 0 0,-1-2 0,40-38 0,-24 15 0,57-76 0,-87 103 0,-1-1 0,0 0 0,-1-1 0,-1 0 0,-1 0 0,0-1 0,-2 0 0,0 0 0,4-24 0,-9 39 0,1 0 0,-1 1 0,0-1 0,0 0 0,0 0 0,0 0 0,0 1 0,-1-1 0,1 0 0,-1 1 0,0-1 0,1 0 0,-1 1 0,-1-1 0,1 1 0,0-1 0,0 1 0,-1 0 0,0-1 0,1 1 0,-1 0 0,-2-2 0,1 2 0,0 0 0,0 0 0,0 0 0,-1 1 0,1 0 0,0-1 0,-1 1 0,1 0 0,-1 1 0,1-1 0,-1 0 0,1 1 0,-1 0 0,1 0 0,-1 0 0,-6 1 0,1 1 0,-1 1 0,1-1 0,0 2 0,0-1 0,0 1 0,0 0 0,1 1 0,-1 0 0,1 1 0,0 0 0,1 0 0,0 0 0,0 1 0,0 0 0,-9 12 0,1 1 0,1 1 0,1 1 0,0 0 0,-16 42 0,21-42 0,0 0 0,1 1 0,-5 35 0,11-48 0,0 0 0,0 0 0,1 0 0,0 0 0,1 0 0,0 0 0,0 0 0,1 0 0,0 0 0,8 17 0,-8-22 0,0-1 0,0 0 0,1 0 0,-1 0 0,1 0 0,0 0 0,0 0 0,1-1 0,-1 1 0,1-1 0,-1 0 0,1 0 0,0-1 0,1 1 0,-1-1 0,0 0 0,1 0 0,6 2 0,-6-2 0,1-2 0,-1 1 0,1 0 0,0-1 0,0 0 0,-1-1 0,1 1 0,0-1 0,-1 0 0,1 0 0,-1-1 0,1 0 0,-1 0 0,1 0 0,5-3 0,5-5 0,0-1 0,-1 0 0,0-1 0,0 0 0,-1-1 0,-1-1 0,0 0 0,-1-1 0,-1 0 0,18-31 0,-8 7 0,-2-2 0,-1 0 0,17-61 0,-16 21 0,-20 81 0,1 0 0,0 0 0,0 0 0,0 0 0,0-1 0,0 1 0,0 0 0,0 0 0,0 0 0,0 0 0,0 0 0,0-1 0,0 1 0,0 0 0,0 0 0,0 0 0,0 0 0,0 0 0,0-1 0,0 1 0,0 0 0,0 0 0,0 0 0,0 0 0,1 0 0,-1 0 0,0-1 0,0 1 0,0 0 0,0 0 0,0 0 0,0 0 0,0 0 0,0 0 0,1 0 0,-1 0 0,0-1 0,0 1 0,0 0 0,0 0 0,0 0 0,1 0 0,-1 0 0,0 0 0,0 0 0,0 0 0,0 0 0,0 0 0,1 0 0,-1 0 0,0 0 0,0 0 0,0 0 0,0 0 0,5 11 0,0 15 0,2 195 0,-8-156 0,3 0 0,13 81 0,-15-140 0,2-1 0,-1 1 0,0 0 0,1-1 0,0 0 0,1 1 0,-1-1 0,5 6 0,-6-9 0,0-1 0,0 0 0,1 1 0,-1-1 0,0 0 0,1 0 0,-1 0 0,1 0 0,-1 0 0,1 0 0,0 0 0,-1 0 0,1-1 0,0 1 0,0-1 0,-1 1 0,1-1 0,0 0 0,0 1 0,0-1 0,-1 0 0,1 0 0,0 0 0,0-1 0,0 1 0,-1 0 0,1-1 0,3-1 0,2 0 0,-1-1 0,0 0 0,0 0 0,0-1 0,0 0 0,0 0 0,-1 0 0,0-1 0,0 0 0,6-7 0,6-9 0,19-30 0,-29 39 0,33-53 0,46-102 0,17-77 0,-53 116 0,85-151 0,-131 271 0,1 0 0,0 0 0,1 0 0,0 0 0,0 1 0,14-13 0,-20 20 0,0 0 0,0 0 0,0 0 0,0 0 0,0-1 0,0 1 0,0 0 0,1 0 0,-1 0 0,0 0 0,0 0 0,0 0 0,0 0 0,1 0 0,-1-1 0,0 1 0,0 0 0,0 0 0,0 0 0,1 0 0,-1 0 0,0 0 0,0 0 0,0 0 0,0 0 0,1 0 0,-1 0 0,0 0 0,0 0 0,0 0 0,0 0 0,1 0 0,-1 1 0,0-1 0,0 0 0,0 0 0,0 0 0,1 0 0,-1 0 0,0 0 0,0 0 0,0 0 0,0 1 0,0-1 0,0 0 0,1 0 0,-1 0 0,0 0 0,0 0 0,0 1 0,0 13 0,-7 20 0,-66 203 0,1-6 0,66-211 0,-51 198 0,43-150 0,-8 89 0,19-131 0,0 29 0,8-63-1365,-2-3-5461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7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24575,'25'17'0,"-1"-7"0,-1 0 0,1-1 0,1-2 0,-1-1 0,37 5 0,-13-1 0,439 58-1365,-481-68-5461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8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24575,'-9'398'-1365,"9"-383"-5461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50 24575,'-3'2'0,"1"0"0,0 0 0,0 0 0,0 0 0,0 0 0,0 0 0,0 0 0,1 1 0,-3 3 0,1-2 0,-46 68 0,-62 120 0,102-174 0,0 0 0,2 0 0,0 0 0,1 1 0,1 0 0,-4 32 0,8-41 0,1 1 0,0-1 0,0 0 0,1 1 0,0-1 0,1 0 0,0 0 0,1 0 0,0 0 0,0 0 0,1-1 0,1 1 0,-1-1 0,9 11 0,-10-16 0,0 0 0,1 0 0,0 0 0,0-1 0,0 0 0,0 1 0,1-1 0,-1-1 0,1 1 0,0-1 0,-1 0 0,1 0 0,0 0 0,0-1 0,9 2 0,5 0 0,1-1 0,32 0 0,-52-2 0,10 0 0,1 0 0,-1-1 0,0-1 0,1 0 0,-1 0 0,0-1 0,0 0 0,0-1 0,-1 0 0,0 0 0,12-8 0,-10 4 0,0 0 0,0-1 0,-1 0 0,0-1 0,0 0 0,-1 0 0,14-22 0,-12 13 0,-1 0 0,-1 0 0,0-1 0,-1 0 0,-1 0 0,-1-1 0,-1 0 0,-1 0 0,-1 0 0,1-39 0,-4 42 0,-1 1 0,-1-1 0,-1 1 0,0 0 0,-1 0 0,-1 0 0,-1 0 0,0 1 0,-11-22 0,11 28 0,0 0 0,-1 0 0,0 1 0,0 0 0,-1 0 0,0 1 0,0 0 0,-1 0 0,0 1 0,0 0 0,-1 1 0,0 0 0,0 0 0,-1 1 0,-11-4 0,17 8 0,0 0 0,0 1 0,0-1 0,0 1 0,0 0 0,-1 0 0,1 0 0,0 1 0,0 0 0,0 0 0,0 0 0,0 1 0,0-1 0,0 1 0,1 0 0,-1 1 0,1-1 0,-7 6 0,-3 1 0,1 1 0,0 1 0,1 0 0,-16 18 0,20-21 0,1 1 0,0-1 0,0 1 0,1 1 0,0-1 0,1 1 0,0 0 0,0 0 0,1 0 0,1 1 0,-1 0 0,-1 11 0,4-8-1365,0-4-5461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8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0 24575,'0'14'0,"-2"36"0,-2 0 0,-12 57 0,-29 97 0,38-177 0,-20 58 0,61-150-1365,-26 50-5461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29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95 24575,'-10'29'0,"-4"23"0,3 1 0,-9 98 0,12 111 0,9-242 0,9-102 0,29-167 0,-30 212 0,1 0 0,2 1 0,1 0 0,28-53 0,-36 78 0,1 1 0,0 1 0,1-1 0,0 1 0,14-14 0,-19 20 0,1 1 0,0 0 0,0 0 0,1 0 0,-1 0 0,0 0 0,1 1 0,-1-1 0,1 1 0,-1 0 0,1 0 0,0 0 0,-1 0 0,1 1 0,0 0 0,0 0 0,0 0 0,-1 0 0,1 0 0,0 1 0,4 0 0,5 3 0,-1 1 0,0 0 0,-1 0 0,1 1 0,-1 0 0,0 1 0,-1 1 0,1-1 0,-1 2 0,-1-1 0,0 1 0,10 12 0,-3-1 0,-1 0 0,-1 1 0,-1 1 0,-1 0 0,14 33 0,-14-22 0,-2 1 0,-1 0 0,-1 1 0,4 58 0,-4 144 0,-8-169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40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1 367 24575,'0'0'0,"0"0"0,0 0 0,0 0 0,0 0 0,5 20 0,21 49 0,27 86 0,-41-112 0,-4-9 0,1 1 0,3-1 0,0-1 0,34 63 0,-44-92 0,0-1 0,1 1 0,0-1 0,-1 0 0,1 0 0,0 0 0,1 0 0,4 4 0,-6-7 0,-1 1 0,1 0 0,-1-1 0,1 1 0,-1-1 0,1 1 0,-1-1 0,1 0 0,-1 1 0,1-1 0,0 0 0,-1 0 0,1 0 0,0 0 0,-1-1 0,1 1 0,-1 0 0,1-1 0,-1 1 0,1-1 0,-1 1 0,1-1 0,-1 0 0,1 0 0,-1 0 0,0 0 0,2-1 0,8-6 0,-1-2 0,0 0 0,0 0 0,-1 0 0,10-15 0,36-65 0,-44 72 0,121-226-382,-60 105-592,118-169 0,-159 266-4887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0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24575,'0'0'0,"0"0"0,0 0 0,0 0 0,0 0 0,0 0 0,2 0 0,63 6 0,6 2 0,0-3 0,98-7 0,8-18 0,138-9 0,61 42 0,-205-3 0,212-14 0,-353 1 0,142-5 0,-185 2 0,0 0 0,-1 1 0,-23-6 0,-17 8 0,0 2 0,-84 9 0,80-4 0,-41 3 0,-466 25 0,123 4 0,410-34 0,32-3 0,8-2 0,55-10 0,83-6 0,0 8 0,171 7 0,-7 19-1365,-275-13-5461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3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1101 1919 24575,'0'0'0,"0"0"0,10 3 0,17 4 0,1-1 0,0-1 0,0-1 0,0-2 0,0-1 0,1-1 0,-1-1 0,36-7 0,-46 4 0,-1-1 0,0 0 0,0-2 0,-1 0 0,1 0 0,-1-2 0,-1 0 0,0-1 0,0 0 0,-1-1 0,0-1 0,-1 0 0,-1-1 0,20-25 0,-12 10 0,-1 0 0,-1-2 0,-1 0 0,-2 0 0,-1-2 0,19-62 0,-10 8 0,-3-1 0,-4-1 0,-4 0 0,0-90 0,-13 134 0,-3 1 0,-1 1 0,-2-1 0,-2 1 0,-2 0 0,-1 1 0,-3 0 0,-1 2 0,-25-46 0,11 31 0,-3 2 0,-1 2 0,-3 1 0,-2 1 0,-83-77 0,107 111 0,0 0 0,-2 1 0,1 1 0,-2 0 0,0 1 0,0 1 0,-1 1 0,0 0 0,0 2 0,-33-9 0,16 10 0,0 2 0,0 2 0,0 1 0,-1 2 0,1 1 0,0 2 0,0 2 0,1 1 0,-1 1 0,-61 25 0,63-17 0,1 1 0,0 1 0,1 2 0,1 2 0,2 0 0,-37 36 0,18-10 0,2 3 0,-62 88 0,66-74 0,2 2 0,3 2 0,3 1 0,4 2 0,-28 94 0,40-96 0,2 0 0,4 1 0,2 0 0,1 119 0,9-169 0,1 1 0,2-1 0,0 1 0,1-1 0,1 0 0,1 0 0,1-1 0,19 39 0,-18-45 0,0 0 0,1 0 0,1-1 0,0 0 0,1-1 0,0 0 0,1-1 0,0 0 0,1-1 0,0 0 0,0-1 0,24 12 0,-15-12 0,0-1 0,0-1 0,1-1 0,0-1 0,0 0 0,0-2 0,0-1 0,1-1 0,30-2 0,20-6 0,115-24 0,-143 21 0,1-2 0,-1-2 0,-1-2 0,-1-2 0,0-2 0,42-26 0,26-27-1365,-93 58-5461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36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812 1951 24575,'14'-2'0,"12"-4"0,-1-1 0,0-2 0,0-1 0,-1 0 0,0-2 0,-1-1 0,0 0 0,20-18 0,26-24 0,66-68 0,-45 39 0,-48 47 0,148-139 0,-142 127 0,72-95 0,-108 126 0,-1-1 0,0 0 0,-1 0 0,-1-1 0,-1 0 0,-1-1 0,-1 0 0,-1 0 0,-1 0 0,0-1 0,-2 1 0,0-31 0,-2 25 0,-2 0 0,-1 0 0,-2 0 0,0 1 0,-1 0 0,-2 0 0,-1 0 0,-1 1 0,-21-40 0,4 21 0,-1 1 0,-2 2 0,-2 1 0,-1 1 0,-2 1 0,-2 2 0,-78-57 0,78 66 0,-2 2 0,-1 2 0,-1 2 0,-1 1 0,0 3 0,-2 1 0,0 2 0,0 2 0,-49-6 0,65 14 0,0 2 0,1 2 0,-1 0 0,0 2 0,0 1 0,1 1 0,-29 8 0,21-2 0,1 2 0,0 1 0,1 1 0,0 2 0,-29 20 0,21-8 0,1 1 0,2 2 0,1 2 0,1 1 0,2 1 0,1 3 0,3 0 0,-33 53 0,42-54 0,3 0 0,0 1 0,3 1 0,1 1 0,2 0 0,2 0 0,1 1 0,2 1 0,-2 80 0,9-63 0,2 1 0,3-1 0,2 0 0,3 0 0,3-1 0,26 77 0,-22-93 0,1 0 0,3-1 0,1-1 0,49 67 0,-17-38 0,92 89 0,-116-128 0,2-1 0,1-2 0,1-1 0,39 21 0,-46-32 0,0-2 0,1 0 0,1-2 0,0-1 0,0-1 0,43 6 0,-40-11 14,-1-1-1,1-1 0,0-2 0,0-1 1,-1-1-1,1-2 0,-1-2 1,51-14-1,-56 11-148,-1 0 0,0-2 0,0-1 0,-1-1 0,-1-1 0,0-1 0,-1-1 0,-1 0 0,0-2 0,26-29 0,-33 31-6691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3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1146 2037 24575,'3'-2'0,"1"1"0,-1-1 0,0 1 0,1-1 0,-1 1 0,1 0 0,5-1 0,4-1 0,24-12 0,-1-2 0,0-1 0,59-43 0,-37 18 0,62-61 0,-90 77 0,-2-2 0,0-1 0,-2-1 0,-2-1 0,-1-1 0,-1-1 0,-2-2 0,17-40 0,-18 27 0,-2 0 0,-3-1 0,-2-1 0,-2 0 0,-2-1 0,2-75 0,-9 61 0,-3 1 0,-2-1 0,-4 1 0,-23-99 0,22 132 0,0 1 0,-3 0 0,0 1 0,-2 0 0,-1 1 0,-1 1 0,-2 0 0,-1 2 0,-1 0 0,-1 1 0,-30-29 0,26 32 0,-1 0 0,-1 2 0,0 1 0,-2 1 0,0 1 0,-1 2 0,0 0 0,-1 3 0,-1 0 0,0 2 0,-1 2 0,0 1 0,-58-5 0,53 10 0,-1 2 0,0 2 0,1 2 0,-1 1 0,1 2 0,1 2 0,-1 1 0,1 2 0,1 1 0,0 2 0,1 2 0,1 1 0,1 1 0,-44 35 0,24-12-47,3 2 0,1 2 0,3 3 0,2 1 0,-46 67 0,57-66 0,1 1 0,3 1 0,2 1 0,3 2 0,-34 115 0,47-127 80,2 1 0,1 0 0,3 0 0,0 48 0,6-70-6,0-1 1,1 0 0,1 0 0,1 0 0,1 0-1,1 0 1,1-1 0,1 0 0,1 0-1,16 27 1,-3-15-22,1-1-1,2-1 1,1-1-1,2-1 1,1-2-1,0-1 1,2-1-1,1-1 1,1-2 0,1-1-1,1-2 1,1-2-1,0-1 1,1-1-1,1-3 1,46 11-1,-38-14-5,1-1 0,0-3 0,0-1 0,0-3 0,0-2 0,0-2 0,0-1 0,0-3 0,56-16 0,-64 11 0,-1-1 0,-1-2 0,-1-1 0,66-41 0,-83 44 0,0-1 0,-2 0 0,0-1 0,0-1 0,-1 0 0,-1-1 0,-1-1 0,-1-1 0,0 0 0,10-22 0,-19 32-91,0-1 0,-1 0 0,0 0 0,0-1 0,-1 1 0,-1-1 0,0 1 0,0-1 0,-1 1 0,0-1 0,-1 1 0,0-1 0,-1 1 0,-3-12 0,2 12-6735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38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1803 24575,'3'-2'0,"1"-1"0,-1 1 0,0 1 0,1-1 0,-1 0 0,7-1 0,5-3 0,41-23 0,86-61 0,-125 77 0,-2 0 0,1 0 0,-2-2 0,0 1 0,0-2 0,-2 0 0,0-1 0,-1 0 0,13-25 0,-13 14 0,-1-1 0,-2 0 0,0 0 0,-2-1 0,-1 1 0,-2-1 0,-1 0 0,-1-1 0,-4-42 0,-8-18 0,-38-162 0,44 231 0,-72-252 0,65 242 0,-1 1 0,-2 0 0,0 1 0,-2 1 0,-2 1 0,-32-40 0,23 36 0,-1 1 0,-2 2 0,-1 1 0,-63-43 0,79 62 0,-1-1 0,1 2 0,-1 0 0,-1 1 0,0 1 0,1 1 0,-2 0 0,1 2 0,0 0 0,-1 0 0,0 2 0,1 0 0,-31 4 0,8 3 0,1 3 0,0 0 0,0 3 0,2 2 0,-48 22 0,29-8 0,2 3 0,-90 67 0,107-69 0,2 3 0,1 0 0,2 2 0,1 2 0,1 1 0,3 1 0,-29 50 0,39-55 0,1 1 0,1 1 0,2 1 0,2 0 0,1 1 0,2 0 0,1 0 0,2 1 0,-2 58 0,9-47 0,1 0 0,2-1 0,20 89 0,-14-98 0,2-2 0,1 1 0,2-2 0,1 0 0,26 42 0,-25-53 0,1-1 0,1 0 0,0-2 0,2 0 0,1-2 0,0 0 0,28 18 0,-20-18 0,2-1 0,0-1 0,0-2 0,1-1 0,54 16 0,-64-26 0,0 0 0,0-1 0,1-2 0,-1 0 0,0-2 0,1 0 0,-1-2 0,1 0 0,35-9 0,-29 3 0,1-1 0,-2-2 0,1 0 0,-2-2 0,0-1 0,43-29 0,-48 25 0,-1 0 0,-1-2 0,0 0 0,-2-1 0,-1-1 0,0 0 0,-1-2 0,15-30 0,-5 2 0,-1-1 0,33-109 0,-46 120-682,11-75-1,-22 98-6143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39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1043 1707 24575,'0'0'0,"24"6"0,7 1 0,0-2 0,0-1 0,1-2 0,0-1 0,-1-2 0,40-4 0,-47 1 0,0-1 0,-1 0 0,0-2 0,0-1 0,-1-1 0,0 0 0,0-2 0,39-26 0,-32 16 0,-2-1 0,0-2 0,-1 0 0,-2-2 0,0-1 0,-2 0 0,-1-2 0,-2 0 0,0-2 0,-2 0 0,-2-1 0,0 0 0,-2-2 0,12-52 0,-21 69 0,-2-1 0,-1 0 0,0 0 0,-1 0 0,-1 0 0,-1 0 0,0 0 0,-1 0 0,-1 1 0,-1 0 0,-10-26 0,-3 1 0,-2 1 0,-2 1 0,-36-49 0,12 26 0,-3 3 0,-2 2 0,-3 2 0,-2 2 0,-2 3 0,-97-65 0,95 77 0,-2 4 0,-118-51 0,130 67 0,0 2 0,-2 2 0,0 3 0,-72-9 0,98 19 0,0 1 0,0 0 0,0 2 0,0 2 0,0 0 0,-37 10 0,46-8 0,1 0 0,-1 2 0,1 0 0,0 1 0,1 0 0,0 1 0,0 1 0,1 0 0,0 1 0,-19 20 0,12-7-17,1 1-1,1 0 0,1 2 0,1 0 0,-15 33 1,14-18-42,1 0 1,2 2-1,-9 46 0,7-4-26,5 1 0,3 1 0,4 111 0,30 185 85,-13-306 0,3 0 0,46 138 0,-51-192 34,0 1 0,2-1 0,0-1 0,2 0 0,1 0 0,0-2 0,2 0 0,0-1 0,29 25 0,-29-30-5,1-1-1,1 0 1,1-1-1,0-2 0,0 0 1,1-1-1,0 0 1,1-2-1,0-1 0,1-1 1,25 4-1,-18-6-28,0-3 0,0 0 0,0-2 0,0-1 0,0-1 0,-1-2 0,1-1 0,-1-1 0,0-1 0,-1-2 0,31-14 0,-6-2 0,-2-2 0,-1-2 0,-1-2 0,78-68 0,-90 67 0,-1-1 0,-2-2 0,-1-2 0,-2 0 0,-2-2 0,-1-2 0,-3 0 0,32-70 0,-50 94-76,-1 1 1,-1-1-1,-1 0 0,0 0 0,-1 0 0,-1-1 0,-1 1 0,0-1 1,-2 1-1,0-1 0,-1 1 0,-1-1 0,0 1 0,-1 0 1,-2 1-1,1-1 0,-16-30 0,3 14-6750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27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24575,'2'23'0,"-2"-12"0,8 397 0,-9-322 0,-30 394 0,13-369 0,-59 201 0,77-365 0,-7-155-1116,7 201 867,-3-59-6577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28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24575,'0'0'0,"0"0"0,0 0 0,0 0 0,0 0 0,0 0 0,0 0 0,11-1 0,212-42 0,-118 21 0,25-5 0,304-56 0,-400 78 0,49-2 0,-67 6 0,-1 2 0,0 0 0,0 1 0,1 0 0,21 8 0,-33-9 0,-1 0 0,0 1 0,0 0 0,0 0 0,0 0 0,-1 0 0,1 0 0,0 0 0,-1 1 0,1 0 0,-1-1 0,0 1 0,0 0 0,0 0 0,-1 0 0,1 0 0,0 0 0,-1 0 0,0 1 0,2 5 0,0 8 0,1-1 0,-2 1 0,1 17 0,-3-26 0,2 110 0,-25 219 0,-1 10 0,23-287 0,0 92 0,19 171 0,-17-319 0,0 0 0,-1 0 0,0 0 0,0 0 0,0 0 0,0 0 0,0 0 0,-1 0 0,0 0 0,0 0 0,0-1 0,0 1 0,-1 0 0,-1 3 0,1-4 0,0-1 0,-1 1 0,1-1 0,0 0 0,-1 0 0,1 0 0,-1 0 0,0 0 0,0-1 0,0 1 0,1-1 0,-1 0 0,-1 0 0,1 0 0,0 0 0,0 0 0,-5 0 0,-31 2 0,0-1 0,0-2 0,-45-5 0,24 1 0,-17 0 0,-248-7 0,227 13 0,-128 17 0,276-26-1365,-30 1-5461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29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0,20 5 0,21-1 0,1-2 0,49-3 0,-17-1 0,-52 2 0,255 3 0,-2 18 0,-208-7 0,-46-9 0,0 0 0,25 1 0,-43-6-85,0 0 0,-1 0-1,1 0 1,0-1 0,-1 1-1,1-1 1,0 0 0,-1 0-1,1 0 1,-1 0 0,0 0-1,1 0 1,-1-1 0,0 1-1,3-3 1,5-4-6741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29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24575,'27'3'0,"526"81"0,-521-77 0,82 19 0,-101-21 0,1-1 0,-1 2 0,0 0 0,-1 0 0,24 17 0,-34-22 0,-1 0 0,0 0 0,1 0 0,-1 1 0,0-1 0,1 1 0,-1-1 0,0 1 0,0-1 0,0 1 0,0 0 0,-1-1 0,1 1 0,0 0 0,-1 0 0,1 0 0,-1-1 0,1 1 0,-1 0 0,0 0 0,0 0 0,0 0 0,0 0 0,0 0 0,-1-1 0,1 1 0,0 0 0,-1 0 0,1 0 0,-1 0 0,0-1 0,0 1 0,1 0 0,-1-1 0,0 1 0,-2 1 0,-5 8 0,0-1 0,0 0 0,-1-1 0,-14 12 0,17-16 0,-103 84-239,-165 104 0,190-137-1176,0 1-4883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33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24575,'5'21'0,"-3"-15"0,17 54 0,-6-22 0,-2 0 0,9 61 0,-4 131 0,1 12 0,-16-230 0,0-1 0,0-1 0,0 0 0,2 0 0,4 16 0,-7-25 0,1 0 0,-1 1 0,1-1 0,-1 0 0,1 1 0,-1-1 0,1 0 0,0 0 0,0 0 0,0 0 0,0 0 0,-1 0 0,1 0 0,1 0 0,-1 0 0,0 0 0,0 0 0,0-1 0,0 1 0,1 0 0,-1-1 0,0 1 0,0-1 0,1 1 0,-1-1 0,1 0 0,-1 0 0,0 1 0,1-1 0,-1 0 0,0 0 0,1-1 0,-1 1 0,1 0 0,-1 0 0,0-1 0,1 1 0,-1 0 0,0-1 0,1 1 0,-1-1 0,2-1 0,2-1 0,1-1 0,-1 0 0,1 0 0,-1 0 0,0-1 0,-1 1 0,1-1 0,-1-1 0,6-9 0,2-4 0,15-35 0,5-25 0,36-132 0,3-90 0,-49 206 0,-22 95 0,0 0 0,0-1 0,0 1 0,0 0 0,0 0 0,0 0 0,0-1 0,1 1 0,-1 0 0,0 0 0,0 0 0,0-1 0,0 1 0,0 0 0,0 0 0,0-1 0,0 1 0,0 0 0,0 0 0,0 0 0,-1-1 0,1 1 0,0 0 0,0 0 0,0 0 0,0-1 0,0 1 0,0 0 0,0 0 0,-1 0 0,1 0 0,0-1 0,0 1 0,0 0 0,0 0 0,0 0 0,-1 0 0,1 0 0,0-1 0,0 1 0,0 0 0,-1 0 0,1 0 0,0 0 0,0 0 0,-1 0 0,1 0 0,0 0 0,0 0 0,0 0 0,-1 0 0,1 0 0,0 0 0,0 0 0,0 0 0,-1 0 0,1 0 0,0 0 0,0 0 0,0 0 0,-1 1 0,1-1 0,0 0 0,-1 0 0,0 1 0,0-1 0,1 0 0,-1 1 0,0-1 0,1 1 0,-1-1 0,0 1 0,1-1 0,-1 1 0,1-1 0,-1 1 0,1 0 0,-1-1 0,1 1 0,-1 0 0,0 1 0,0 8 0,0 0 0,1 1 0,0-1 0,3 15 0,-1 5 0,12 206 0,8 276 0,-22-463 0,-3-1 0,-2 1 0,-2 0 0,-19 65 0,15-76 0,-1-2 0,-2 1 0,-2-2 0,-1 0 0,-2-1 0,-24 34 0,34-56 0,0 0 0,-2 0 0,1-1 0,-1 0 0,-1 0 0,0-2 0,-19 14 0,25-20 0,1 0 0,-1-1 0,0 1 0,0-1 0,0 0 0,0 0 0,0-1 0,0 0 0,0 0 0,0 0 0,0-1 0,-1 0 0,1 0 0,0-1 0,0 1 0,-1-1 0,1-1 0,0 1 0,0-1 0,0 0 0,-8-4 0,1-2 0,0 0 0,1-1 0,0 0 0,0-1 0,1 0 0,0-1 0,1 0 0,0-1 0,1 0 0,0 0 0,1-1 0,-10-21 0,2 0 0,2-1 0,1 0 0,-15-70 0,11 20-1365,6 14-5461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33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0 285 24575,'9'1'0,"1"0"0,-1 1 0,0 0 0,12 4 0,7 2 0,20 1 0,1-2 0,-1-3 0,1-1 0,0-2 0,57-8 0,240-54 0,-292 49 0,-17 5 0,0-1 0,-1-3 0,57-23 0,-91 34 0,0-1 0,-1 0 0,1 0 0,0 0 0,0 0 0,-1 0 0,1 0 0,-1-1 0,1 1 0,-1 0 0,0-1 0,1 1 0,-1-1 0,0 0 0,0 1 0,0-1 0,0 0 0,1-3 0,-2 3 0,0 0 0,0 0 0,0 0 0,0 0 0,-1-1 0,1 1 0,-1 0 0,1 0 0,-1 0 0,0 0 0,1 0 0,-1 0 0,0 1 0,0-1 0,-1 0 0,1 0 0,0 1 0,-2-2 0,-11-13-195,0 1 0,-1 1 0,-1 0 0,0 1 0,0 1 0,-34-19 0,36 24-6631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38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87 24575,'0'0'0,"0"0"0,0 0 0,0 0 0,0 0 0,0 0 0,0 0 0,0 0 0,0 0 0,-13 12 0,13-12 0,-1 1 0,0-1 0,1 0 0,-1 1 0,0-1 0,1 1 0,-1-1 0,1 1 0,-1-1 0,1 1 0,-1-1 0,1 1 0,-1 0 0,1-1 0,-1 1 0,1 0 0,0-1 0,-1 1 0,1 0 0,0 0 0,0-1 0,0 1 0,0 0 0,-1 1 0,18-3 0,-14 1 0,0-1 0,0 1 0,0-1 0,0 1 0,0 0 0,0 0 0,0 0 0,0 1 0,3 0 0,29 13 0,1-2 0,1-2 0,0-1 0,0-2 0,57 4 0,195-7 0,-178-5 0,44 1 0,638-6 0,322-4 0,47-4 0,-657-8 0,-4-41 0,-432 52 0,0 4 0,89 0 0,-158 7 0,1 0 0,-1 0 0,0 0 0,0 0 0,0 0 0,0 0 0,0 0 0,0 0 0,0 0 0,1 0 0,-1-1 0,0 1 0,0 0 0,0 0 0,0 0 0,0 0 0,0 0 0,0 0 0,0 0 0,0 0 0,0 0 0,1 0 0,-1 0 0,0-1 0,0 1 0,0 0 0,0 0 0,0 0 0,0 0 0,0 0 0,0 0 0,0 0 0,0 0 0,0-1 0,0 1 0,0 0 0,0 0 0,0 0 0,0 0 0,0 0 0,0 0 0,0 0 0,0-1 0,0 1 0,0 0 0,0 0 0,0 0 0,0 0 0,0 0 0,0 0 0,-1 0 0,1 0 0,0-1 0,0 1 0,0 0 0,0 0 0,0 0 0,0 0 0,0 0 0,0 0 0,0 0 0,-1 0 0,-9-11 0,7 9 0,1 0 0,0 0 0,-1 1 0,0-1 0,1 1 0,-1-1 0,0 1 0,1 0 0,-1 0 0,-4-1 0,-102 3 0,-135 18 0,18 1 0,-128-12 0,-23 1 0,-68-7 0,-1-28 0,-35 23 0,244 6 0,-55-2 0,-441-2 0,305-19 0,-75 0 0,482 20 0,-105 0 0,-235 30 0,377-31 0,0 0 0,0 2 0,0-1 0,22 6 0,3-2 0,90 7 0,429 29 0,-229-23 0,386 7 0,-21-52 0,-425 14 0,268 9 0,-163 4 0,683 45 0,-1023-41 0,-2 2 0,1 1 0,-1 2 0,40 14 0,-74-22 2,0 0 0,1 0-1,-1 0 1,0 0 0,0 0 0,0 0-1,1 0 1,-1 0 0,0 0-1,0 0 1,0 0 0,1 0 0,-1 0-1,0 1 1,0-1 0,0 0 0,0 0-1,1 0 1,-1 0 0,0 0-1,0 0 1,0 1 0,0-1 0,0 0-1,1 0 1,-1 0 0,0 0-1,0 1 1,0-1 0,0 0 0,0 0-1,0 0 1,0 1 0,0-1 0,0 0-1,0 0 1,0 0 0,0 1-1,0-1 1,0 0 0,0 0 0,0 0-1,0 1 1,0-1 0,0 0-1,0 0 1,0 0 0,0 1 0,0-1-1,0 0 1,-11 7-1455,0-2-5373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58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24575,'0'0'0,"0"6"0,0 3 0,0 0 0,0-3 0,0-1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8:29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8:30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33 24575,'0'0'0,"-10"24"0,-17 51 0,3 1 0,-20 117 0,42-185 0,1 1 0,0-1 0,0 1 0,1-1 0,0 1 0,1-1 0,0 1 0,0-1 0,1 0 0,0 1 0,0-1 0,1 0 0,0 0 0,1 0 0,-1-1 0,2 1 0,-1-1 0,1 0 0,0 0 0,0 0 0,1-1 0,0 0 0,0 0 0,8 6 0,-10-10 0,-1 0 0,0-1 0,0 1 0,0-1 0,1 0 0,-1 0 0,1 0 0,-1 0 0,1-1 0,-1 1 0,1-1 0,0 0 0,-1 0 0,1 0 0,-1-1 0,1 1 0,-1-1 0,1 0 0,-1 0 0,1 0 0,-1 0 0,0-1 0,4-1 0,7-5 0,0 0 0,0-1 0,19-17 0,-28 22 0,11-10 0,-1 0 0,0-1 0,-1-1 0,-1 0 0,0-1 0,-2 0 0,1-1 0,-2-1 0,-1 1 0,0-2 0,-1 1 0,-1-1 0,-1 0 0,-1-1 0,-1 1 0,2-28 0,-5 31 0,-1 1 0,-1-1 0,0 1 0,-2 0 0,0-1 0,0 1 0,-9-21 0,11 33 0,0 1 0,-1 0 0,0-1 0,1 1 0,-1 0 0,0 0 0,-1 0 0,1 0 0,0 1 0,-1-1 0,0 0 0,1 1 0,-1 0 0,0 0 0,0 0 0,-6-3 0,3 3 0,1 0 0,-1 0 0,0 0 0,0 1 0,0 0 0,0 0 0,0 1 0,0 0 0,-9 0 0,4 1 0,0 1 0,0 0 0,0 0 0,0 1 0,0 1 0,0 0 0,1 0 0,0 1 0,0 0 0,-11 9 0,-30 30-1365,42-36-5461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8:3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24575,'11'17'0,"-7"-12"0,3 6 0,-1 0 0,-1 1 0,1 0 0,-2 0 0,0 0 0,0 0 0,-1 1 0,-1-1 0,2 22 0,-2-16 0,1 0 0,0 0 0,12 33 0,-14-49 0,1 1 0,-1 0 0,1-1 0,-1 1 0,1-1 0,0 0 0,0 1 0,0-1 0,0 0 0,0 0 0,0 0 0,1-1 0,2 3 0,-3-3 0,-1-1 0,0 1 0,1-1 0,-1 1 0,0-1 0,1 1 0,-1-1 0,1 0 0,-1 0 0,0 0 0,1 0 0,-1 0 0,1 0 0,-1 0 0,1 0 0,-1-1 0,0 1 0,1-1 0,-1 1 0,0-1 0,1 1 0,-1-1 0,0 1 0,0-1 0,1 0 0,-1 0 0,0 0 0,0 0 0,0 0 0,1-2 0,6-6-341,-1-1 0,-1-1-1,7-13 1,2-4-6485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8:31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 24575,'0'0'0,"0"0"0,-4 13 0,-11 14 0,0-1 0,-2 0 0,-34 38 0,6-7 0,17-19 0,2 1 0,-22 45 0,41-68 0,-1 0 0,2 0 0,0 1 0,1 0 0,1 0 0,1 0 0,0 1 0,-1 29 0,5-40 0,0 1 0,0-1 0,0 0 0,1 0 0,0 0 0,0 0 0,1 0 0,0-1 0,0 1 0,0-1 0,1 0 0,0 0 0,0 0 0,1 0 0,0-1 0,0 1 0,0-1 0,0 0 0,11 7 0,9 4 0,1-1 0,0-1 0,41 17 0,-54-26 0,4 2 0,165 81 0,-164-78 0,0 2 0,-1 0 0,0 1 0,-1 0 0,-1 1 0,0 1 0,21 27 0,-34-39 0,-1-1 0,1 1 0,0-1 0,-1 1 0,0 0 0,1 0 0,-1 0 0,-1-1 0,1 1 0,0 0 0,-1 0 0,1 0 0,-1 1 0,0-1 0,0 0 0,0 0 0,-1 6 0,0-5 0,-1 0 0,1 0 0,-1 0 0,0 0 0,0 0 0,-1 0 0,1 0 0,-1-1 0,0 1 0,0-1 0,-3 4 0,-8 4 0,0 0 0,-1-1 0,0 0 0,-31 13 0,24-12-97,-1-2-1,-1-1 1,1 0-1,-1-2 1,-1-1-1,1-1 1,-1 0-1,1-2 1,-1-1-1,0-2 1,0 0-1,0-1 0,-47-11 1,44 6-6729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8:3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24575,'106'-26'0,"1"4"0,1 6 0,158-5 0,-219 21-455,-1 1 0,47 10 0,-81-10-6371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8:32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110 133 24575,'27'-10'0,"47"-13"0,2 3 0,102-14 0,162 0 0,-112 23 0,-262 13 0,-62 12 0,32-4 0,20-4 0,-235 39 0,206-30 0,-129 47 0,135-35 0,36-13 0,0-2 0,0-1 0,-50 10 0,226-20 0,-58-9 0,-1-4 0,113-30 0,30-5 0,-219 45 0,1-1 0,17-8 0,-3-2 0,-55 18-19,0 1 0,-39 13 0,27-6-1289,1-2-5518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21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24575,'0'0'0,"0"0"0,-9 17 0,-1 5 0,2 0 0,0 1 0,1 0 0,2 0 0,0 1 0,-2 33 0,4 148 0,62 579 0,-58-775-119,0-8 83,-1 0 1,0 0-1,1 0 1,-1 0-1,0 0 0,1 0 1,-1 0-1,0 0 1,0 1-1,0-1 0,0 0 1,0 0-1,0 0 1,0 0-1,-1 0 0,1 0 1,0 0-1,-1 0 1,1 0-1,0 0 0,-1 0 1,1 0-1,-1 0 1,0 0-1,1 0 0,-1 0 1,0-1-1,1 1 1,-1 0-1,0 0 0,0-1 1,0 1-1,0 0 1,-1 0-1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21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24575,'13'-17'0,"0"2"0,1 1 0,0 1 0,1 0 0,0 0 0,21-11 0,-24 17 0,1 0 0,0 1 0,1 0 0,-1 2 0,1-1 0,0 1 0,27-3 0,-10 5 0,0 1 0,0 1 0,0 2 0,0 1 0,33 7 0,-3 4 0,90 34 0,-132-41 0,0 0 0,-1 2 0,0 0 0,0 1 0,28 23 0,-35-24 0,-1 0 0,0 1 0,-1 0 0,0 1 0,-1 0 0,0 0 0,-1 1 0,0 0 0,7 18 0,-7-11 0,0 1 0,-2 0 0,0 0 0,-1 0 0,-1 0 0,-1 1 0,0 0 0,-2-1 0,-1 1 0,0 0 0,-1-1 0,-2 1 0,0-1 0,-1 0 0,-1 0 0,-1-1 0,0 1 0,-2-2 0,0 1 0,-1-1 0,-1 0 0,0-1 0,-17 18 0,8-13 0,-1-1 0,-1 0 0,-1-2 0,-1-1 0,-1 0 0,0-2 0,-2-1 0,1-1 0,-2-1 0,1-2 0,-44 13 0,-6-1-455,-2-4 0,-89 12 0,155-30-6371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23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961 141 24575,'-3'-1'0,"0"0"0,0 0 0,0-1 0,1 1 0,-1-1 0,0 0 0,-4-4 0,-3-2 0,-21-11 0,0 1 0,-1 2 0,0 1 0,-55-17 0,71 27 0,-1 2 0,0-1 0,0 2 0,0 1 0,0 0 0,-1 1 0,1 0 0,0 2 0,0 0 0,0 1 0,-31 9 0,28-4 0,-1 1 0,1 1 0,1 1 0,0 0 0,0 2 0,1 0 0,1 1 0,0 1 0,1 0 0,1 1 0,0 1 0,-13 20 0,-7 15 0,2 1 0,3 2 0,-25 59 0,40-77 0,1 1 0,2 1 0,1 0 0,3 1 0,1 0 0,-3 61 0,9-44 0,2 0 0,2-1 0,3 1 0,15 58 0,-16-96 0,0-2 0,1 1 0,1-1 0,1 0 0,0 0 0,1-1 0,1 0 0,1 0 0,0-1 0,1-1 0,0 0 0,1-1 0,1 0 0,0-1 0,1 0 0,0-1 0,1-1 0,0 0 0,0-2 0,1 0 0,0 0 0,1-2 0,0 0 0,0-1 0,0-1 0,30 4 0,-16-5 0,0-1 0,1-2 0,-1-1 0,33-6 0,-44 4 0,1-1 0,-1-2 0,0 0 0,0-1 0,0-1 0,35-20 0,-42 19-273,0-1 0,-1-1 0,0 0 0,17-20 0,-16 16-6553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18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23 24575,'0'0'0,"0"0"0,0 0 0,0 0 0,-21-12 0,14 9 0,-1 1 0,0 0 0,1 1 0,-1 0 0,0 0 0,0 1 0,0 0 0,0 0 0,0 0 0,0 1 0,1 1 0,-1-1 0,0 1 0,-11 5 0,3-1 0,1 1 0,0 0 0,1 1 0,0 0 0,0 1 0,-13 12 0,6-3 0,2 2 0,0 0 0,1 1 0,1 0 0,-21 37 0,12-12 0,-37 94 0,51-108 0,2 0 0,1 1 0,-5 37 0,11-51 0,1 0 0,1 0 0,1-1 0,0 1 0,2 0 0,0 0 0,6 21 0,-6-34 0,0 1 0,0-1 0,1 0 0,-1 0 0,2 0 0,-1 0 0,1 0 0,0-1 0,0 1 0,0-1 0,1 0 0,9 8 0,-6-7 0,1-1 0,-1 0 0,1 0 0,0 0 0,0-1 0,1 0 0,17 4 0,2-3 0,0-1 0,1-1 0,0-1 0,50-4 0,-44 0 0,0-2 0,-1-1 0,0-2 0,0-2 0,56-21 0,-80 26-170,0-1-1,-1 0 0,0-1 1,0-1-1,-1 1 0,0-1 1,15-15-1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19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23 179 24575,'1'9'0,"0"0"0,1 0 0,0 0 0,0-1 0,5 11 0,4 18 0,2 35 0,-2 1 0,1 100 0,-16 153 0,0-113 0,4-94 0,-14-311 0,6-416-653,10 564 746,2 0 1,1 0-1,3 1 0,1 0 1,2 0-1,32-76 0,-41 114-93,0 0 0,1 1 0,-1-1 0,1 1 0,0 0 0,0 0 0,1 0 0,-1 0 0,1 0 0,0 1 0,0 0 0,0 0 0,1 0 0,-1 0 0,1 0 0,9-3 0,-7 4 0,0 0 0,1 1 0,-1 0 0,1 0 0,-1 1 0,1-1 0,-1 2 0,1-1 0,-1 1 0,13 3 0,-1 1 0,-1 1 0,0 1 0,0 0 0,-1 2 0,1 0 0,-2 0 0,0 2 0,22 17 0,-24-15 0,-1 0 0,0 1 0,-1 0 0,0 1 0,11 20 0,-16-24 0,-1 0 0,-1 0 0,1 1 0,-2 0 0,0 0 0,0 0 0,-1 0 0,2 22 0,-5-25 0,0 0 0,-1 0 0,0 0 0,-1 0 0,0-1 0,0 1 0,-1-1 0,0 1 0,-1-1 0,1 0 0,-2 0 0,1-1 0,-1 1 0,0-1 0,-1 0 0,-6 7 0,-12 10 0,0 0 0,-50 36 0,-191 114 0,145-101 0,120-73 0,0 1 0,0-1 0,0 0 0,0 0 0,0 0 0,0 0 0,0 0 0,0 0 0,0 0 0,0 1 0,0-1 0,0 0 0,0 0 0,0 0 0,0 0 0,0 0 0,0 0 0,0 0 0,0 1 0,0-1 0,0 0 0,0 0 0,0 0 0,0 0 0,0 0 0,0 0 0,0 1 0,0-1 0,0 0 0,0 0 0,0 0 0,0 0 0,0 0 0,0 0 0,0 0 0,0 0 0,1 0 0,-1 1 0,0-1 0,0 0 0,0 0 0,0 0 0,0 0 0,0 0 0,0 0 0,1 0 0,-1 0 0,0 0 0,0 0 0,0 0 0,0 0 0,0 0 0,0 0 0,1 0 0,-1 0 0,0 0 0,15 5 0,15 2 0,83 4 0,-79-10 0,-1 2 0,0 2 0,0 1 0,0 1 0,36 14 0,-52-14 0,0 1 0,-1 0 0,0 2 0,0 0 0,-1 0 0,-1 2 0,0 0 0,15 16 0,-22-21 0,-1 0 0,-1 1 0,1 0 0,-1-1 0,0 2 0,-1-1 0,0 1 0,0-1 0,-1 1 0,0 0 0,-1 0 0,0 1 0,0-1 0,-1 0 0,0 1 0,-1-1 0,-1 18 0,0-18 0,-1 0 0,0 0 0,0-1 0,-1 1 0,0-1 0,0 0 0,-1 0 0,0 0 0,0 0 0,-1-1 0,0 1 0,0-1 0,-10 9 0,5-7 0,0 0 0,-1-1 0,1-1 0,-2 1 0,1-2 0,-1 0 0,0 0 0,-16 5 0,-6-2 0,0 0 0,0-3 0,-1-1 0,0-1 0,0-2 0,-35-2 0,46-1 0,0-1 0,-34-7 0,49 7 0,-1 0 0,0-1 0,1-1 0,0 0 0,0 0 0,0 0 0,0-1 0,-13-10 0,22 14 0,0 1 0,0-1 0,1 1 0,-1-1 0,0 0 0,0 1 0,0-1 0,0 1 0,1 0 0,-1-1 0,0 1 0,0-1 0,1 1 0,-1-1 0,0 1 0,1-1 0,-1 1 0,0 0 0,1-1 0,-1 1 0,1 0 0,-1-1 0,0 1 0,1 0 0,0 0 0,14-11 0,17-1-1365,-16 8-5461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17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56 257 24575,'24'-15'0,"-24"15"0,0 0 0,0 0 0,0 0 0,0 0 0,0 0 0,0 0 0,0 0 0,0 0 0,0 0 0,0 0 0,0 0 0,0 0 0,0 0 0,-15 22 0,16-24 0,1 0 0,-1 0 0,0 0 0,0 0 0,1 0 0,-1 0 0,-1-1 0,1 1 0,0 0 0,-1-1 0,1 1 0,-1-1 0,0 1 0,1-1 0,-1 1 0,-1 0 0,1-1 0,0 1 0,0-1 0,-1 1 0,0 0 0,1-1 0,-1 1 0,-2-4 0,2 4 0,0 0 0,0 0 0,1 0 0,-1 0 0,0 0 0,1 0 0,-1 0 0,1 0 0,0 0 0,0-2 0,-2-9 0,-36-153 0,39 172 0,1 0 0,0 0 0,0 0 0,5 8 0,-4-8 0,0 0 0,0 0 0,-1 0 0,0 0 0,2 9 0,0 27 0,-3 1 0,-3 51 0,0 0 0,2 12 0,0 215 0,-20-3 0,4-205 0,7-64 0,3 1 0,1 1 0,4 89 0,3-114 8,2 23-1381,-2-43-5453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7:17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24575,'0'0'0,"0"0"0,0 0 0,0 0 0,10 2 0,55 11 0,0 3 0,63 25 0,-33-10 0,-22-11 0,48 17 0,-100-29 0,0 0 0,0 2 0,27 17 0,-43-24 0,-1 0 0,1 0 0,-1 1 0,0-1 0,0 1 0,0 0 0,-1 0 0,1 0 0,-1 1 0,0-1 0,0 1 0,-1 0 0,1 0 0,-1 0 0,2 9 0,-3-10 0,0 1 0,-1-1 0,0 0 0,0 1 0,0-1 0,-1 1 0,1-1 0,-1 1 0,0-1 0,-1 0 0,1 0 0,-1 1 0,1-1 0,-1 0 0,-1 0 0,1-1 0,0 1 0,-1 0 0,-6 6 0,-11 12 0,-2-1 0,-1-1 0,-1-1 0,0-1 0,-1-1 0,-38 19 0,-1-5 0,-110 37 0,89-42 0,-2-3 0,-1-4 0,-112 10 0,175-26-1365,2 0-5461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9:21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0 24575,'0'0'0,"0"0"0,0 0 0,0 0 0,0 0 0,0 0 0,-16 12 0,11-7 0,1 1 0,0-1 0,0 1 0,1 0 0,-1 1 0,1-1 0,1 1 0,-4 12 0,0 1 0,-5 36 0,9-34 0,1 0 0,1-1 0,4 37 0,16 66 0,-3-29 0,-6-20 0,25 198 0,-22 2 0,-14-259-120,1-3-129,-1 0 0,-1 0 0,0 0 0,-6 23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9:22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0 24575,'-2'1'0,"0"0"0,0 0 0,0 0 0,1 0 0,-1 0 0,0 0 0,1 0 0,-1 1 0,-1 1 0,-1 1 0,-107 86 0,55-43 0,-114 75 0,44-39 0,151-73 0,51-1 0,19 3 0,-45 0 0,64 23 0,-87-24 0,-1 1 0,0 1 0,44 31 0,-65-41-117,-2-1-39,0 0 0,1 1 0,-1-1 0,0 1 0,0 0 0,0 0 0,4 5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9:27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1030 18 24575,'0'0'0,"0"0"0,-8-2 0,-5-2 0,1 1 0,-1 0 0,1 1 0,-1 0 0,0 1 0,0 1 0,0 0 0,1 1 0,-1 0 0,0 1 0,0 0 0,1 1 0,-1 0 0,1 1 0,0 1 0,-20 10 0,14-4 0,1 0 0,0 0 0,1 2 0,0 0 0,1 1 0,1 0 0,0 2 0,1-1 0,-21 35 0,11-11 0,2 2 0,2 0 0,2 2 0,-17 62 0,-29 182 0,40-156 0,6 2 0,1 197 0,78 931-106,-12 7-427,-54-1104 531,-8 0 0,-7-1 0,-66 271 0,77-402 48,-1-1 1,-2 0-1,-1 0 0,-1-1 0,-1-1 1,-2-1-1,-1 0 0,-1-1 0,-2 0 0,0-2 1,-2-1-1,0 0 0,-38 29 0,-16 7-46,74-59 0,1-1 0,0 0 0,-1 0 0,1 1 0,-1-1 0,1 0 0,0 0 0,-1 0 0,1-1 0,-1 1 0,1 0 0,0-1 0,-1 1 0,1 0 0,0-1 0,-1 1 0,1-1 0,0 0 0,0 0 0,0 1 0,0-1 0,-2-2 0,1 2 0,2 1 0,0 0 0,0 0 0,0 0 0,0 0 0,0-1 0,0 1 0,0 0 0,0 0 0,-1 0 0,1 0 0,0 0 0,0-1 0,0 1 0,0 0 0,0 0 0,0 0 0,0 0 0,0 0 0,0-1 0,1 1 0,-1 0 0,0 0 0,0 0 0,0 0 0,0 0 0,0-1 0,0 1 0,0 0 0,0 0 0,0 0 0,0 0 0,0 0 0,1 0 0,-1 0 0,0-1 0,0 1 0,0 0 0,0 0 0,0 0 0,0 0 0,1 0 0,-1 0 0,0 0 0,0 0 0,0 0 0,13-8 0,13-3 0,-23 10 0,0 1 0,0-1 0,0 1 0,0 0 0,0 0 0,0 0 0,0 1 0,0-1 0,0 0 0,0 1 0,0 0 0,0 0 0,4 2 0,41 20 0,-33-15 0,2 2 0,-1 0 0,0 1 0,-1 1 0,0 1 0,-1 0 0,0 0 0,-1 2 0,-1 0 0,0 0 0,-1 1 0,12 23 0,2 8 0,-3 2 0,31 95 0,-36-83 0,-3 0 0,8 76 0,0 128 0,-8-66 0,18 113 0,19 218 0,-35 375 0,-18-603 0,8 361 0,-5-604 0,1 33 0,19 120 0,-19-198 0,1 0 0,0-1 0,1 1 0,1-1 0,0 0 0,14 24 0,-15-31 0,0 1 0,1-1 0,-1 0 0,2 0 0,-1-1 0,1 0 0,-1 0 0,1 0 0,1 0 0,-1-1 0,1 0 0,0 0 0,0-1 0,9 4 0,1-2 0,0 0 0,0-1 0,0-1 0,1-1 0,-1 0 0,22-1 0,-28-2-341,0 1 0,0-2-1,12-2 1,-11 1-6485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55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0 24575,'-46'5'0,"15"-3"0,22-2 0,0 2 0,1-1 0,-1 1 0,0 0 0,1 1 0,0 0 0,0 0 0,0 1 0,0 0 0,0 1 0,1-1 0,-1 1 0,1 1 0,1-1 0,-1 1 0,1 1 0,0-1 0,0 1 0,1 0 0,-6 10 0,-14 22 0,2 1 0,-27 67 0,42-87 0,1 1 0,0 0 0,2 1 0,0-1 0,2 1 0,0 0 0,1 33 0,3-49 0,0 0 0,0 0 0,0-1 0,1 1 0,0 0 0,0-1 0,1 0 0,-1 1 0,1-1 0,0 0 0,1 0 0,-1-1 0,1 1 0,7 6 0,5 4 0,1 0 0,26 17 0,-36-28 0,12 8 0,0 0 0,1-2 0,35 14 0,65 15 0,-65-23 0,-52-15 0,0 0 0,0 0 0,0 0 0,0 0 0,0 1 0,0-1 0,-1 1 0,1 0 0,0 0 0,-1 0 0,0 0 0,1 0 0,-1 1 0,0-1 0,0 1 0,0-1 0,0 1 0,-1 0 0,1-1 0,-1 1 0,0 0 0,0 0 0,0 0 0,0 0 0,1 4 0,-2-3 0,0 1 0,0-1 0,0 0 0,-1 1 0,1-1 0,-1 0 0,0 0 0,0 1 0,-1-1 0,1 0 0,-1 0 0,0 0 0,0-1 0,0 1 0,-1 0 0,1-1 0,-1 1 0,-3 3 0,-4 1 0,0 1 0,0-1 0,0-1 0,-1 0 0,0 0 0,0-1 0,-1-1 0,0 0 0,-19 6 0,-15 1 0,-54 8 0,95-19 0,3-1-18,-29 6 88,-49 1 0,72-6-194,0-1 0,0-1 0,0 1 1,0-1-1,0-1 0,1 0 0,-1 0 0,0 0 0,1-1 0,-1 0 0,-10-6 0,9 2-6702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55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 24575,'0'23'0,"-7"98"0,1 115 0,6-220 0,1 0 0,1 0 0,1 0 0,1 0 0,8 26 0,-10-38 0,0 0 0,0 1 0,0-1 0,1 0 0,-1 0 0,1 0 0,0-1 0,0 1 0,1 0 0,5 4 0,-7-7 0,1 1 0,-1-1 0,1 0 0,0 1 0,-1-1 0,1 0 0,0 0 0,0-1 0,0 1 0,0-1 0,0 1 0,0-1 0,0 0 0,0 0 0,-1 0 0,1-1 0,0 1 0,4-2 0,1 0 0,-1-1 0,1 0 0,-1-1 0,0 1 0,0-1 0,-1-1 0,1 1 0,-1-1 0,0 0 0,0-1 0,5-6 0,4-5 0,-1-1 0,21-33 0,-8 4 0,-2-1 0,-2-1 0,-2-2 0,-2 0 0,-2-1 0,-3 0 0,10-68 0,-24 120 0,0 0 0,0-1 0,0 1 0,0 0 0,0 0 0,0-1 0,0 1 0,0 0 0,0-1 0,0 1 0,0 0 0,0 0 0,0-1 0,0 1 0,0 0 0,0-1 0,0 1 0,0 0 0,0 0 0,0-1 0,0 1 0,-1 0 0,1 0 0,0-1 0,0 1 0,0 0 0,0 0 0,-1-1 0,1 1 0,0 0 0,-1 0 0,-7 4 0,-9 18 0,13-8 0,1 0 0,1 0 0,0 1 0,1-1 0,0 0 0,1 1 0,3 18 0,-2-12 0,20 346 0,-20-360-136,-1-1-1,1 1 1,0-1-1,1 1 1,-1-1-1,1 1 1,1-1-1,-1 0 0,6 9 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56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24575,'1'12'0,"0"0"0,6 22 0,0 4 0,3 38 0,-3 0 0,-4 0 0,-3 0 0,-10 77 0,10-150 0,-5 20 0,-1-18 0,-2-12 0,7 5 0,0 1 0,1-1 0,-1 0 0,1 1 0,-1-1 0,1 0 0,0 0 0,0 1 0,-1-1 0,1 0 0,1 0 0,-1 1 0,0-1 0,1-2 0,6-27 0,-5 23 0,10-32 0,2 0 0,1 2 0,2 0 0,2 0 0,1 2 0,41-55 0,-57 86 0,0 0 0,0 0 0,0 1 0,1-1 0,-1 1 0,1 0 0,0 1 0,0-1 0,0 1 0,1 0 0,-1 0 0,1 1 0,0-1 0,0 1 0,0 1 0,0-1 0,6 0 0,-6 1 0,-1 1 0,1 0 0,-1 1 0,1-1 0,-1 1 0,0 0 0,1 0 0,-1 1 0,0-1 0,0 1 0,0 0 0,0 1 0,0-1 0,0 1 0,-1 0 0,1 0 0,-1 1 0,0-1 0,5 6 0,0 2 0,0 1 0,0 0 0,-1 0 0,-1 1 0,0 0 0,-1 0 0,0 1 0,-1 0 0,0 0 0,-1 0 0,2 18 0,-2-3 0,0-1 0,-2 1 0,-1 0 0,-6 52 0,3-71 0,0 0 0,-1-1 0,0 1 0,-6 14 0,8-22 0,-7-28 0,7 3 0,1 0 0,1 0 0,1 1 0,10-46 0,33-85 0,-42 142 0,1-1 0,1 1 0,0 1 0,1-1 0,0 1 0,0 0 0,1 0 0,1 1 0,-1 0 0,2 0 0,9-8 0,-14 14 0,0-1 0,1 1 0,-1 1 0,1-1 0,-1 1 0,1 0 0,0 0 0,0 0 0,0 1 0,1-1 0,-1 1 0,0 1 0,0-1 0,1 1 0,-1 0 0,0 0 0,0 0 0,1 1 0,-1-1 0,0 1 0,0 1 0,0-1 0,0 1 0,0 0 0,0 0 0,8 5 0,-4-2 0,0 1 0,-1 0 0,0 0 0,0 1 0,-1 0 0,1 0 0,-2 1 0,12 15 0,-9-9 0,-1 0 0,-1 0 0,-1 1 0,0 0 0,5 16 0,0 18 0,-2 0 0,4 86 0,-9-84 0,-1-16-682,-2 53-1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5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24575,'15'1'0,"0"-1"0,0 0 0,21-4 0,17 0 0,169 4-1365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6:57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1 695 24575,'28'5'0,"3"-3"0,0-2 0,0 0 0,40-8 0,93-23 0,-38 6 0,-109 22 0,6 0 0,44-14 0,-61 15 0,0 0 0,0 0 0,0-1 0,0 0 0,-1 0 0,1-1 0,-1 0 0,0 1 0,0-2 0,0 1 0,0-1 0,4-5 0,-1-3 0,0 1 0,-1-2 0,-1 1 0,0-1 0,5-16 0,15-77 0,-1 7 0,43-67 0,-26 73 0,-40 118 0,-5 41 0,-16 84 0,8-72 0,-10 95 0,3 327 0,32 8-1365,-14-466-5461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39:47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0,2 0 0,351 10 0,-159-10 0,393 1 0,-56-2 0,40-1 0,-33-1 0,5 5-1365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24575,'0'0'0,"0"0"0,0 0 0,-3 18 0,2 5 0,0-1 0,2 1 0,0-1 0,9 43 0,-2-12 0,-6-36 0,1-1 0,0 1 0,2-1 0,-1 0 0,2 0 0,0 0 0,13 22 0,-14-30 0,0-1 0,1 1 0,-1-1 0,2 0 0,-1-1 0,1 1 0,0-1 0,0-1 0,0 1 0,1-1 0,0-1 0,0 1 0,0-1 0,0-1 0,14 5 0,-16-6 0,0-1 0,0 1 0,0-1 0,1 0 0,-1-1 0,1 1 0,-1-1 0,0-1 0,1 1 0,-1-1 0,0 0 0,1-1 0,-1 1 0,0-1 0,0 0 0,0-1 0,0 1 0,-1-1 0,1-1 0,-1 1 0,1-1 0,-1 0 0,0 0 0,-1 0 0,1 0 0,-1-1 0,0 0 0,6-9 0,-6 6 0,0 0 0,-1 0 0,0 0 0,-1 0 0,0-1 0,0 1 0,-1-1 0,0 1 0,0-1 0,-1 1 0,0-1 0,0 1 0,-4-16 0,-2-4 0,-1 2 0,-21-51 0,25 71 0,-1 1 0,0-1 0,0 0 0,0 1 0,-1 0 0,1 0 0,-1 0 0,-1 1 0,1 0 0,-11-7 0,5 3 0,10 7 0,-1 0 0,1 0 0,0 0 0,-1 1 0,1-1 0,0 0 0,-1 1 0,1-1 0,-1 1 0,1-1 0,-1 1 0,0 0 0,1 0 0,-1 0 0,1-1 0,-1 1 0,1 1 0,-1-1 0,1 0 0,-1 0 0,0 1 0,1-1 0,-1 1 0,1-1 0,0 1 0,-1-1 0,1 1 0,-1 0 0,1 0 0,0 0 0,0 0 0,-1 0 0,1 0 0,0 0 0,0 0 0,0 0 0,0 1 0,0-1 0,0 0 0,1 1 0,-2 1 0,-2 4 0,0 0 0,1 1 0,0 0 0,0-1 0,0 1 0,-1 11 0,1 3-1365,1-6-5461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2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0,5 24-1365,-3-17-5461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2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24575,'37'6'0,"0"3"0,-1 1 0,1 1 0,-2 2 0,0 2 0,-1 1 0,46 29 0,-75-42 0,-1 0 0,1 1 0,-1 0 0,1-1 0,-1 1 0,-1 1 0,1-1 0,0 1 0,-1-1 0,0 1 0,0 0 0,-1 0 0,1 0 0,-1 0 0,0 1 0,0-1 0,-1 1 0,0-1 0,0 1 0,0-1 0,0 7 0,-1-2 0,-1 1 0,0-1 0,-1 0 0,0 0 0,0 0 0,-1 0 0,0 0 0,-1-1 0,0 1 0,-10 15 0,-4 2 0,-1-1 0,-2 0 0,0-1 0,-2-2 0,0 0 0,-2-1 0,-46 31 0,45-28 0,25-24 0,-1 1 0,1 0 0,0 0 0,0 0 0,0-1 0,0 1 0,0 0 0,0 0 0,0 0 0,1 0 0,-1 1 0,1-1 0,-1 4 0,2-5 0,-1 0 0,1 0 0,-1 0 0,1 0 0,-1 0 0,1 0 0,0 0 0,0 0 0,0 0 0,-1 0 0,1 0 0,0 0 0,0 0 0,0 0 0,0-1 0,1 1 0,-1-1 0,0 1 0,0 0 0,0-1 0,0 0 0,1 1 0,-1-1 0,0 0 0,3 1 0,34 3 0,-35-3 0,57-1 0,1-2 0,0-3 0,71-15 0,-129 20-1365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3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24575,'-12'29'0,"4"-7"0,1 1 0,1 0 0,1 0 0,1 1 0,1-1 0,1 1 0,2 0 0,0 0 0,1-1 0,1 1 0,2 0 0,11 43 0,-14-64 0,1 0 0,-1 0 0,0 0 0,1 0 0,0 0 0,0-1 0,0 1 0,0-1 0,0 1 0,1-1 0,-1 0 0,0 0 0,1 0 0,0 0 0,0 0 0,-1 0 0,1-1 0,0 0 0,0 1 0,0-1 0,1 0 0,-1 0 0,0-1 0,0 1 0,0-1 0,1 0 0,-1 1 0,4-2 0,0 1 0,1 0 0,0-1 0,-1 0 0,0-1 0,1 1 0,-1-2 0,0 1 0,0-1 0,0 0 0,13-7 0,-10 2 0,-1 0 0,1 0 0,-1 0 0,-1-1 0,0-1 0,0 1 0,-1-2 0,7-10 0,-6 6 0,0-1 0,0 0 0,-2-1 0,0 0 0,4-18 0,-9 26 0,0 0 0,0 0 0,-1 0 0,0 1 0,-1-1 0,0 0 0,0 0 0,-1 0 0,0 1 0,0-1 0,-1 1 0,0 0 0,-1-1 0,0 1 0,0 1 0,-1-1 0,1 1 0,-2-1 0,-8-9 0,13 16 0,0 0 0,0 0 0,0 0 0,0 1 0,0-1 0,0 0 0,0 0 0,0 1 0,0-1 0,-1 0 0,1 1 0,0-1 0,0 1 0,-1-1 0,1 1 0,0 0 0,-1 0 0,1 0 0,0-1 0,-1 1 0,-1 1 0,0-1 0,0 1 0,0 0 0,0 0 0,0 0 0,0 0 0,0 0 0,1 0 0,-1 1 0,-2 2 0,-5 2 0,2 2 0,-1-1 0,-14 18 0,-15 25-1365,25-31-5461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3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0,0 0 0,0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4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0,10 5 0,25 13 0,1-3 0,48 16 0,-68-26 0,1 1 0,-2 1 0,1 0 0,20 14 0,-32-19 0,0 1 0,0 0 0,-1 0 0,1 0 0,-1 0 0,0 1 0,0-1 0,0 1 0,0 0 0,-1 0 0,0 0 0,1 0 0,-2 0 0,1 1 0,0-1 0,-1 0 0,0 1 0,0-1 0,0 1 0,0 0 0,-1 6 0,-1 1 0,0 1 0,-2-2 0,1 1 0,-2 0 0,1 0 0,-2-1 0,1 0 0,-2 0 0,1 0 0,-1-1 0,-12 15 0,-6 7 0,-2-2 0,-32 31 0,24-30 0,15-14 0,-22 26 0,40-42 0,1-1 0,-1 1 0,1 0 0,-1-1 0,1 1 0,-1-1 0,1 1 0,-1 0 0,1 0 0,-1-1 0,1 1 0,0 0 0,0 0 0,-1 0 0,1-1 0,0 1 0,0 0 0,0 0 0,0 0 0,0 0 0,0-1 0,0 1 0,0 0 0,0 2 0,1-3 0,0 1 0,-1 0 0,1-1 0,0 1 0,0 0 0,-1-1 0,1 1 0,0-1 0,0 1 0,0-1 0,0 0 0,-1 1 0,1-1 0,0 0 0,0 1 0,0-1 0,2 0 0,4 1 0,1-1 0,-1 0 0,1 0 0,8-2 0,12-2-195,-1-2 0,0 0 0,0-2 0,0-1 0,-1-1 0,33-18 0,-45 19-6631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4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24575,'0'0'0,"0"0"0,0 4 0,-1 0 0,0 0 0,0-1 0,0 1 0,0 0 0,-2 3 0,-5 17 0,0 22 0,2 0 0,2 0 0,2 51 0,4-66 0,0 0 0,2 0 0,1 0 0,2 0 0,16 45 0,-20-68 0,0 1 0,1-1 0,1 0 0,-1 0 0,1-1 0,0 1 0,1-1 0,0 0 0,0-1 0,10 10 0,-12-14 0,0 1 0,0-1 0,-1 1 0,2-1 0,-1 0 0,0-1 0,0 1 0,0-1 0,1 0 0,-1 0 0,1 0 0,-1 0 0,1-1 0,-1 0 0,1 0 0,-1 0 0,1-1 0,-1 1 0,1-1 0,-1 0 0,0 0 0,7-3 0,-1 0 0,-1-1 0,0 0 0,0-1 0,0 0 0,-1 0 0,0-1 0,0 0 0,-1-1 0,0 1 0,0-1 0,-1-1 0,0 1 0,0-1 0,5-12 0,-2 2 0,-1 1 0,-1-1 0,0 0 0,-2-1 0,0 1 0,3-32 0,-6 37 0,0 0 0,-1 0 0,-1 0 0,-1-1 0,0 1 0,0 0 0,-2 0 0,1 0 0,-6-15 0,6 27 4,1-1 0,-1 0-1,1 1 1,-1-1 0,0 1 0,0 0-1,0-1 1,0 1 0,0 0 0,0 0-1,-1 0 1,1 1 0,-1-1 0,1 1-1,-1-1 1,1 1 0,-1 0 0,0 0-1,0 0 1,0 0 0,0 0 0,0 1-1,0-1 1,0 1 0,0 0 0,0 0-1,0 0 1,0 0 0,0 1 0,0-1-1,-3 2 1,-4 0-190,0 1 1,0 0-1,0 1 0,0 0 1,1 0-1,-1 1 1,-11 9-1,11-7-6640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4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0,0 0 0,0 0 0,1 8 0,1 2 0,0 0 0,-1-2-8191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5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0,29 1 0,-5 2 0,1 2 0,-1 1 0,0 0 0,0 2 0,-1 1 0,30 16 0,31 10 0,-80-33 0,1-1 0,-1 1 0,1 1 0,-1-1 0,0 0 0,0 1 0,0 0 0,0 0 0,0 0 0,-1 0 0,0 1 0,1 0 0,-1-1 0,0 1 0,-1 0 0,1 0 0,-1 1 0,0-1 0,0 0 0,0 1 0,0 0 0,-1-1 0,0 1 0,1 5 0,-1-2 0,-1 0 0,0-1 0,-1 1 0,0 0 0,0-1 0,0 1 0,-1-1 0,0 1 0,-1-1 0,1 0 0,-1 0 0,-1 0 0,0 0 0,-5 8 0,-7 5 0,0-1 0,-1 0 0,-2-2 0,1 1 0,-31 19 0,23-17 0,2 0 0,-39 41 0,57-50 0,9-6 0,20-6 0,-1 0 0,100 8 131,-16-2-1627,-93-4-5330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24575,'0'0'0,"0"0"0,0 0 0,0 0 0,0 0 0,-6 9 0,-40 49 0,35-46 0,0 1 0,1 0 0,0 1 0,1 0 0,0 0 0,1 1 0,1 0 0,-8 23 0,12-22 0,0 1 0,1-1 0,1 0 0,0 0 0,4 32 0,18 80 0,-19-122 0,0-1 0,0 1 0,1 0 0,0-1 0,0 0 0,0 1 0,0-1 0,1-1 0,4 6 0,1-1 0,-1 0 0,1-1 0,16 12 0,-22-18 0,1 1 0,-1-1 0,0 0 0,1-1 0,-1 1 0,1 0 0,0-1 0,-1 0 0,1 0 0,0 0 0,0 0 0,0-1 0,0 0 0,0 0 0,0 0 0,0 0 0,5-1 0,-4 0 0,-1-1 0,1 0 0,-1 0 0,0 0 0,0 0 0,0 0 0,0-1 0,0 0 0,0 0 0,-1 0 0,1 0 0,4-7 0,1-3 0,0 1 0,-1-2 0,-1 1 0,0-1 0,0-1 0,-2 1 0,7-27 0,-7 17 0,-1 0 0,-1-1 0,-2 1 0,0-1 0,-2 1 0,0 0 0,-8-41 0,8 63 0,0-1 0,1 0 0,-1 0 0,0 1 0,-1-1 0,1 1 0,0-1 0,-1 1 0,1 0 0,-1-1 0,0 1 0,1 0 0,-1 0 0,0 0 0,0 0 0,-1 0 0,1 1 0,0-1 0,-1 1 0,1-1 0,-1 1 0,1 0 0,-1 0 0,1 0 0,-1 0 0,0 1 0,0-1 0,1 1 0,-1-1 0,0 1 0,0 0 0,-4 1 0,1-1 0,0 0 0,-1 1 0,1 0 0,0 0 0,0 1 0,0-1 0,0 1 0,0 1 0,0-1 0,0 1 0,0 0 0,1 1 0,-6 3 0,-9 12-1365,5-1-5461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6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0,16 12 0,29 29-1365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6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24575,'0'0'0,"0"0"0,24 16 0,25-6 0,91 23 0,-120-27 0,0 1 0,0 1 0,0 1 0,31 20 0,-43-24 0,0 1 0,0 0 0,-1 0 0,0 1 0,0 0 0,-1 0 0,1 0 0,5 10 0,-9-11 0,0-1 0,-1 1 0,0-1 0,0 1 0,0 0 0,0 0 0,-1 0 0,0 0 0,0 0 0,-1 0 0,0 0 0,0 0 0,-1 11 0,-1-6 0,0-1 0,-1 1 0,0-1 0,0 0 0,-1 0 0,-1 0 0,1-1 0,-2 0 0,1 1 0,-13 14 0,-4 0 0,0-1 0,-32 24 0,-16 17 0,70-64 0,0 0 0,-1 1 0,1-1 0,0 0 0,0 0 0,0 0 0,0 1 0,-1-1 0,1 0 0,0 0 0,0 1 0,0-1 0,0 0 0,0 0 0,-1 1 0,1-1 0,0 0 0,0 1 0,0-1 0,0 0 0,0 0 0,0 1 0,0-1 0,0 0 0,0 1 0,0-1 0,0 0 0,1 0 0,-1 1 0,0-1 0,0 0 0,0 1 0,0-1 0,0 0 0,1 1 0,10 6 0,17-1 0,1-5-25,1-1-1,-1-1 1,0-2-1,31-7 1,-8 3-1213,-37 5-5588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7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11 24575,'0'0'0,"0"0"0,0 0 0,0 0 0,-10 1 0,6 0 0,0 0 0,1 0 0,-1 1 0,0-1 0,1 1 0,-1 0 0,1 0 0,-1 0 0,1 1 0,0-1 0,0 1 0,0-1 0,0 1 0,0 0 0,1 0 0,-1 1 0,1-1 0,0 0 0,-3 6 0,-2 6 0,1-1 0,0 1 0,-6 22 0,9-23 0,0 0 0,1 1 0,1-1 0,0 1 0,1-1 0,0 1 0,1-1 0,1 0 0,3 15 0,2-2 0,1 0 0,1-1 0,20 42 0,-25-61 0,0 0 0,0-1 0,1 1 0,0-1 0,0 0 0,0-1 0,1 1 0,0-1 0,0 0 0,0 0 0,1-1 0,-1 0 0,1 0 0,0-1 0,0 0 0,1 0 0,-1 0 0,0-1 0,1 0 0,0 0 0,-1-1 0,1 0 0,0-1 0,0 0 0,0 0 0,0 0 0,-1-1 0,1 0 0,0-1 0,-1 1 0,1-2 0,-1 1 0,1-1 0,-1 0 0,0 0 0,0-1 0,-1 0 0,1 0 0,-1-1 0,0 0 0,0 0 0,0 0 0,6-8 0,-4 1 0,0-1 0,-1 0 0,0-1 0,-1 1 0,0-1 0,-1 0 0,-1-1 0,0 1 0,2-21 0,-3 5 0,0 1 0,-2-1 0,-6-55 0,4 72 0,-1 0 0,-1 0 0,-1 0 0,-7-21 0,9 29 0,0 1 0,0-1 0,0 1 0,-1 0 0,0-1 0,1 1 0,-2 1 0,1-1 0,0 0 0,-1 1 0,1 0 0,-1-1 0,0 1 0,0 1 0,-9-5 0,11 6 6,1 1 0,-1-1 0,0 1 0,0 0 0,0 0 0,0 0 0,0 0 0,0 0 0,0 0 0,0 0 0,0 1 0,1-1 0,-1 1 0,0-1 0,0 1 0,0 0 0,1-1 0,-1 1 0,-2 2 0,-2 1-377,0 0-1,1 1 1,-10 9 0,9-6-6455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0,3 4 0,0 1 0,0 0 0,0-1 0,-1-1 0,-1-1 0,0-1 0,-1-1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07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0,9 1 0,71 10 0,-50-9 0,0 2 0,0 2 0,0 0 0,31 12 0,-56-16 0,-1 0 0,1 0 0,-1 0 0,0 1 0,0 0 0,0 0 0,0 0 0,-1 0 0,1 0 0,-1 1 0,0-1 0,1 1 0,-2 0 0,1 0 0,3 6 0,-3-3 0,-1 0 0,0-1 0,0 1 0,0 0 0,-1 0 0,0 0 0,0 1 0,-1-1 0,0 11 0,-3 4 0,0 0 0,-2 0 0,0 0 0,-2-1 0,-15 36 0,-4-5 0,-54 84 0,34-62 0,44-72 0,1 0 0,0 0 0,0 0 0,0 0 0,1 0 0,-1 0 0,1 0 0,-1 0 0,1 0 0,-1 0 0,1 0 0,0 0 0,0 1 0,0-1 0,1 3 0,-1-3 0,1-1 0,-1 0 0,1 0 0,-1 0 0,1 0 0,0 0 0,-1 0 0,1 0 0,0 0 0,0 0 0,0 0 0,0 0 0,0 0 0,0-1 0,0 1 0,0 0 0,0-1 0,0 1 0,0 0 0,1-1 0,-1 0 0,0 1 0,0-1 0,1 0 0,-1 1 0,0-1 0,0 0 0,2 0 0,21 0 0,0-1 0,1-1 0,-2-1 0,32-8 0,9-1 0,-32 7-1365,-8 2-5461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12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24575,'-12'392'0,"1"-264"0,-28 132 0,37-247 0,1 0 0,1-1 0,0 1 0,1-1 0,3 23 0,-4-34 5,0 0 0,1 0 0,-1 0-1,0-1 1,0 1 0,0 0 0,1 0 0,-1 0-1,0-1 1,1 1 0,-1 0 0,0 0 0,1-1-1,-1 1 1,1 0 0,0-1 0,-1 1-1,1-1 1,-1 1 0,1 0 0,0-1 0,0 0-1,-1 1 1,2 0 0,-1-1-111,1 0 0,-1 1 0,1-1 0,-1 0 0,1 0 0,-1 0-1,1 0 1,-1-1 0,1 1 0,-1 0 0,0-1 0,1 1 0,1-1 0,6-3-6720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1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24575,'0'0'0,"0"0"0,0 0 0,0 0 0,0 0 0,2 3 0,0-1 0,-1 1 0,1-1 0,0 1 0,-1 0 0,2 5 0,-12 4 0,-1 0 0,0-1 0,-1 0 0,0-1 0,-1 0 0,-15 10 0,-5 4 0,15-9 0,0-1 0,-1-1 0,0 0 0,-2-2 0,1 0 0,-32 12 0,85-3 0,-15-12 0,0-1 0,1-1 0,-1 0 0,27 3 0,84 5 0,-82-10 0,-32-3-83,113 14 297,-106-11-588,-1 1 0,0 1 0,36 14 0,-37-10-6452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56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10 24575,'-3'-1'0,"1"0"0,0 1 0,-1-1 0,1 1 0,0 0 0,-1 0 0,1-1 0,-3 2 0,-2-1 0,-16-3 0,18 1 0,-1 2 0,0-1 0,0 1 0,1 0 0,-11 1 0,13-1 0,1 1 0,-1 0 0,1 0 0,0 0 0,-1 0 0,1 0 0,0 0 0,0 1 0,0-1 0,0 1 0,0 0 0,0-1 0,0 1 0,1 0 0,-1 0 0,-2 4 0,0 0-1365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0:56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34 24575,'0'0'0,"0"0"0,2 0 0,1-1 0,-1 0 0,1 1 0,-1-1 0,1 0 0,-1 0 0,4-3 0,16-4 0,12 4 0,-1 2 0,1 1 0,0 2 0,55 8 0,-20-2 0,768 32 0,-179-52-91,-162-4-200,25-1 124,-519 18 167,399-17 275,-303 18-183,1 3-1,102 20 0,-172-19-91,42 13 0,-108-9 0,-169 36-200,-2-8 1,-320 15-1,156-47 200,-591-70 0,589 27 0,-11 0 0,168 16 50,-261 6 0,69 20 449,409-4-499,-1 0 0,1 0 0,0 0 0,0 0 0,0 0 0,-1 0 0,1 0 0,0 0 0,0 0 0,0 0 0,-1 0 0,1 0 0,0 0 0,0 0 0,0 0 0,0 0 0,-1 0 0,1 0 0,0 0 0,0 0 0,0 0 0,0 1 0,-1-1 0,1 0 0,0 0 0,0 0 0,0 0 0,0 0 0,0 0 0,-1 1 0,1-1 0,0 0 0,0 0 0,0 0 0,0 0 0,0 1 0,0-1 0,0 0 0,0 0 0,0 0 0,0 1 0,0-1 0,5 9 0,12 7 0,-1-6 0,1 0 0,0-2 0,0 0 0,0-1 0,1 0 0,35 7 0,116 12 0,-140-23 0,177 16-494,339-15-1,210-59 597,-728 52-122,509-25 20,1 24 0,-345 3 0,-101 1 78,52-2 336,143 18 1,-232-13-415,-55-3 0,1 0 0,0 0 0,0 0 0,0 0 0,-1 1 0,1-1 0,0 0 0,0 0 0,0 0 0,0 1 0,-1-1 0,1 0 0,0 0 0,0 1 0,0-1 0,0 0 0,0 0 0,0 0 0,0 1 0,0-1 0,0 0 0,0 0 0,0 1 0,0-1 0,0 0 0,0 1 0,0-1 0,0 0 0,0 0 0,0 1 0,0-1 0,0 0 0,0 0 0,0 0 0,0 1 0,0-1 0,1 0 0,-1 0 0,0 1 0,0-1 0,0 0 0,0 0 0,1 0 0,-1 0 0,0 1 0,0-1 0,0 0 0,1 0 0,-1 0 0,0 0 0,0 0 0,1 0 0,-1 1 0,0-1 0,0 0 0,1 0 0,-1 0 0,0 0 0,0 0 0,1 0 0,-1 0 0,0 0 0,0 0 0,1 0 0,-1-1 0,-21 18 0,-75 35-1365,48-29-5461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54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1 381 24575,'0'0'0,"0"0"0,0 0 0,0 0 0,0 0 0,0 0 0,12-15 0,5-3 0,2 0 0,0 2 0,1 0 0,35-21 0,-20 13 0,-16 12 0,1 0 0,0 2 0,1 0 0,0 1 0,1 1 0,-1 1 0,30-5 0,17 0 0,75-1 0,58-10 0,-98 2 0,423-64 0,-450 83 0,102 9 0,-26 1 0,3-7 0,310 14 0,-76 8 0,-67-6 0,-84 11 0,67 4 0,164-4 0,304 7 0,-160-27 0,577-9 0,-544-1 0,-341 4 0,311 18 0,809-2 0,-1249-27 0,128-1 0,-277 10-85,169 8 301,-164-5-515,-1 2 0,0 1-1,0 1 1,33 13 0,-30-6-6527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11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24575,'16'3'0,"0"-1"0,0-1 0,0 0 0,0-2 0,31-3 0,-34 2 0,358-61-275,-42 5-138,-158 42 585,203 8 0,172 35 172,-349-6-1709,-157-16-5461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07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24575,'23'5'0,"8"0"0,1 0 0,0-2 0,1-2 0,-1-1 0,34-4 0,-43-2-1365,-14 3-5461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0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24575,'0'0'0,"-15"23"0,11-17 0,1 0 0,0 0 0,1 0 0,-1 0 0,1 0 0,1 0 0,-3 13 0,0 50 0,2-26 0,-13 135 0,-8 213 0,22-144 0,7 189 0,24-145 0,-23-246 0,-8-44 0,1 0 0,0-1 0,0 1 0,-1 0 0,1-1 0,0 1 0,-1 0 0,1-1 0,-1 1 0,1-1 0,-1 1 0,1-1 0,-1 1 0,1-1 0,-1 1 0,1-1 0,-1 0 0,1 1 0,-1-1 0,0 0 0,1 1 0,-1-1 0,0 0 0,1 0 0,-2 1 0,-7 4 0,9-4 0,0-1 0,0 0 0,0 1 0,0-1 0,0 0 0,0 0 0,0 1 0,0-1 0,0 0 0,0 1 0,0-1 0,0 0 0,0 0 0,0 1 0,0-1 0,0 0 0,1 0 0,-1 1 0,0-1 0,0 0 0,0 0 0,1 1 0,-1-1 0,0 0 0,0 0 0,0 0 0,1 1 0,-1-1 0,0 0 0,0 0 0,1 0 0,-1 0 0,0 0 0,0 0 0,1 0 0,0 1 0,29 18-59,-17-11-202,0 0 0,1 0-1,0-1 1,17 6 0,-25-11-6565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08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24575,'0'0'0,"0"0"0,0 0 0,0 0 0,0 0 0,0 0 0,0 0 0,0 0 0,0 0 0,2 1 0,-1 0 0,1 0 0,0 1 0,-1-1 0,1 0 0,0-1 0,0 1 0,-1 0 0,1 0 0,0-1 0,0 1 0,3 0 0,27 2 0,-1-1 0,57-3 0,-30 0 0,-56 1 0,0 0 0,0 0 0,-1 0 0,1 0 0,0 0 0,0-1 0,-1 1 0,1-1 0,0 1 0,-1-1 0,1 1 0,2-2 0,-4 1 0,1 0 0,0 0 0,0 0 0,-1 1 0,1-1 0,-1 0 0,1 0 0,-1 0 0,1 0 0,-1 0 0,0 0 0,1 0 0,-1 0 0,0 0 0,0 0 0,0 0 0,0 0 0,0 0 0,0-2 0,0-15-1365,0 12-5461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09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 24575,'-6'70'0,"1"-32"0,-11 106 0,-8 84 0,14 188 0,8-256 0,6 147 0,0-122 0,-11 40 0,7-212 0,0-1 0,-1 1 0,-1 0 0,0-1 0,0 1 0,-2-1 0,1 1 0,-8 14 0,8-9 0,3-18 0,0 1 0,0 0 0,0 0 0,0 0 0,0 0 0,0 0 0,0 0 0,0 0 0,-1 0 0,1 0 0,0 0 0,0 0 0,-1-1 0,1 1 0,-1 0 0,1 0 0,-1 0 0,1 0 0,-1-1 0,0 1 0,1 0 0,-1-1 0,-1 2 0,-61 11-64,-123 7 0,113-14-1173,37-2-5589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14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66 24575,'-20'19'0,"12"-11"0,0-1 0,0 1 0,1 0 0,0 0 0,1 1 0,0 0 0,-9 18 0,5-3 0,1 0 0,1 1 0,2 0 0,0 0 0,2 0 0,1 1 0,0 39 0,3-59 0,0 1 0,1-1 0,0 0 0,0 0 0,1 0 0,0 0 0,0 0 0,0 0 0,1 0 0,0-1 0,0 1 0,5 6 0,-6-9 0,0-1 0,1 1 0,-1-1 0,0 1 0,1-1 0,-1 0 0,1 0 0,0 0 0,0 0 0,0-1 0,0 1 0,0-1 0,0 0 0,0 0 0,0 0 0,0 0 0,1 0 0,-1-1 0,0 1 0,1-1 0,-1 0 0,0 0 0,7-1 0,8-3 0,0-1 0,-1 0 0,0-2 0,1 0 0,-2-1 0,1 0 0,-1-1 0,-1-1 0,0-1 0,0 0 0,-1-1 0,0-1 0,17-20 0,-23 23 0,-1 0 0,1 0 0,-2-1 0,1 0 0,-2-1 0,1 1 0,-2-1 0,1 0 0,-2 0 0,1 0 0,-2-1 0,3-21 0,-5 24 0,1 0 0,-1 0 0,-1 0 0,0 0 0,0 1 0,-1-1 0,0 0 0,0 0 0,-1 1 0,-1 0 0,0-1 0,0 1 0,0 1 0,-1-1 0,-1 1 0,-11-15 0,14 19 0,-1 1 0,1-1 0,-1 1 0,0 0 0,0 0 0,0 1 0,0-1 0,0 1 0,-1 0 0,1 0 0,-6-1 0,8 2 0,-1 0 0,0 1 0,0 0 0,0 0 0,0 0 0,0 0 0,1 0 0,-1 0 0,0 1 0,0 0 0,0-1 0,1 1 0,-1 0 0,0 0 0,1 0 0,-1 1 0,1-1 0,-1 1 0,-3 3 0,-27 26-1365,22-19-5461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15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24575,'-20'15'0,"10"-7"0,1 1 0,-1 1 0,2-1 0,0 1 0,0 1 0,1-1 0,0 1 0,1 1 0,0-1 0,1 1 0,0 0 0,1 0 0,-5 20 0,5-11 0,0 0 0,1-1 0,2 1 0,0 0 0,1 0 0,1 0 0,6 35 0,-6-51 0,1 1 0,-1-1 0,1 1 0,0-1 0,0 0 0,1 0 0,-1 0 0,1 0 0,1 0 0,-1 0 0,6 6 0,-6-9 0,-1 0 0,1 1 0,0-1 0,0-1 0,0 1 0,0 0 0,0-1 0,0 1 0,0-1 0,0 0 0,1 0 0,-1 0 0,0 0 0,1-1 0,-1 0 0,0 1 0,1-1 0,-1 0 0,7-2 0,-1 1 0,0-2 0,0 1 0,-1-1 0,1 0 0,-1-1 0,0 0 0,0-1 0,0 1 0,-1-1 0,1-1 0,-1 1 0,-1-1 0,11-12 0,-4 3 0,-2 0 0,0 0 0,0-1 0,-2-1 0,13-28 0,-17 32 0,0-1 0,-1 0 0,-1-1 0,-1 1 0,0-1 0,0 1 0,-2-1 0,0 0 0,0 1 0,-1-1 0,-1 1 0,-1-1 0,0 1 0,-5-15 0,-18 52 0,-5 11-1365,26-28-5461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15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7 24575,'0'0'0,"0"0"0,0 0 0,0 0 0,0 0 0,0 0 0,-9-2 0,1 1 0,-1 0 0,-1-1 0,1 2 0,-1-1 0,-18 2 0,26 0 0,0-1 0,0 0 0,-1 1 0,1 0 0,0-1 0,0 1 0,0 0 0,0 0 0,0 0 0,0 1 0,0-1 0,0 0 0,0 1 0,1-1 0,-1 1 0,1 0 0,-1-1 0,1 1 0,-1 0 0,1 0 0,0 0 0,0 0 0,0 0 0,0 0 0,0 0 0,0 3 0,-1 9 0,0-1 0,1 0 0,0 0 0,1 1 0,1-1 0,0 0 0,5 22 0,3 36 0,-7-44-69,2-1-1,0 0 1,15 43 0,-10-35-1019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30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88 24575,'0'0'0,"0"0"0,-2 3 0,0-1 0,0 1 0,0 0 0,1-1 0,-1 1 0,1 0 0,-2 3 0,3 8 0,1 0 0,0-1 0,1 1 0,6 23 0,23 56 0,-19-57 0,28 87 0,43 120 0,-82-240 0,0-1 0,-1 0 0,1 0 0,0 1 0,0-1 0,1 0 0,-1 0 0,0 0 0,1-1 0,-1 1 0,1 0 0,-1 0 0,1-1 0,3 3 0,-4-4 0,0 0 0,1 1 0,-1-1 0,0 0 0,1 0 0,-1 0 0,0 0 0,0 0 0,1-1 0,-1 1 0,0 0 0,1-1 0,-1 1 0,0-1 0,0 1 0,1-1 0,-1 1 0,0-1 0,0 0 0,0 0 0,0 1 0,0-1 0,0 0 0,0 0 0,0 0 0,0 0 0,0-2 0,14-13 0,-1-1 0,0-1 0,-2-1 0,17-31 0,35-89 0,-54 117 0,131-323-1902,-105 254-4387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55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24575,'-4'2'0,"1"0"0,0 1 0,-1-1 0,1 0 0,-1-1 0,1 1 0,-6 1 0,6-2 0,-20 10-1365,0-1-5461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3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1371 24575,'18'14'0,"1"0"0,0-2 0,0 0 0,41 18 0,-14-8 0,-13-6 0,0-2 0,67 18 0,75 7 0,-158-35 0,58 8 0,1-2 0,89-1 0,154-22 0,-176-7 0,-84 11 0,83-4 0,69 12 0,335-16 0,-491 11 0,84-6 0,148-35 0,-178 24 0,102-28 0,-203 48 0,0 0 0,1-1 0,-2 0 0,1-1 0,0 0 0,-1 0 0,0-1 0,0 0 0,0 0 0,-1 0 0,11-14 0,1-6 0,30-55 0,-44 73 0,1-3 0,-1 0 0,0 0 0,0-1 0,-1 1 0,-1-1 0,0 0 0,0 0 0,-1 0 0,-1 0 0,-1-14 0,-2-12 0,-14-67 0,11 81 0,-1 1 0,-1-1 0,-1 1 0,-15-28 0,-56-80 0,51 87 0,-2 1 0,-3 2 0,0 2 0,-3 1 0,-82-66 0,69 66 0,-2 2 0,-1 2 0,-2 3 0,-1 2 0,-104-38 0,83 45 0,-125-21 0,-85 9 0,201 29 0,-1 3 0,0 5 0,-88 13 0,-252 68 0,386-73 0,0 1 0,1 3 0,1 1 0,0 1 0,1 3 0,1 1 0,-53 39 0,-18 21 0,-138 134 0,228-195 0,0 1 0,2 1 0,0 0 0,-19 38 0,-39 101 0,67-139 0,0-1 0,-5 36 0,-3 10 0,5-37 0,-2 0 0,-1-1 0,-32 53 0,40-58-19,5-15-1327,-2 1-5480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00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00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24575,'0'0'0,"0"0"0,0 0 0,0 0 0,0 0 0,-11 24 0,7-18-1365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01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19 0,0 11-1365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0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24575,'25'0'0,"58"4"0,103 18 0,-138-14 0,34 4 0,-18-1 0,98 3 0,0-15-1365,-155 1-5461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1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0 24575,'-1'15'0,"-12"150"0,-14 164 0,1 67 0,11-107 0,-6 191 0,18-404 0,-3 0 0,-30 142 0,29-192 0,5-18 0,0 0 0,0 1 0,0-1 0,1 0 0,1 0 0,-1 1 0,2 14 0,0-17 0,0-3 0,0 0 0,-1 0 0,1 0 0,-1 0 0,0 0 0,0 0 0,0 0 0,0 0 0,0 0 0,-1 0 0,1 0 0,-1 0 0,0 0 0,0 0 0,0 0 0,0 0 0,0 0 0,-1 0 0,-2 3 0,13 42 0,7-9 0,5-31 0,10 2-20,1-1 0,-1-2 0,47 5 0,-21-3-1265,-40-6-5541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2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3 24575,'9'-1'0,"1"0"0,0 0 0,-1 1 0,16 2 0,3-1 0,164-1 0,-194 2 0,0-1 0,0 1 0,0 0 0,0 0 0,1 0 0,-1 0 0,-2 4 0,1-1 0,0 0 0,0 1 0,0-1 0,0 1 0,1 0 0,0 0 0,0 0 0,1 0 0,0 0 0,0 1 0,0-1 0,1 0 0,0 1 0,0 7 0,-1 14 0,-3 44 0,-26 458 0,25-312 0,-11 215 0,8 1 0,4 213 0,5-615 0,5 40 0,1 0 0,-7-54 0,-1 0 0,-1 0 0,0 0 0,-1-1 0,-1 1 0,-7 19 0,-31-28 0,-192 44-1365,174-40-5461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2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172 166 24575,'0'0'0,"0"0"0,0 0 0,0 0 0,0 0 0,0 0 0,0 0 0,0 0 0,-7-15 0,6 13 0,-1 0 0,0 0 0,0 0 0,1 1 0,-1-1 0,0 1 0,-1-1 0,1 1 0,0 0 0,0-1 0,0 1 0,-1 0 0,1 1 0,-1-1 0,1 0 0,0 1 0,-1-1 0,1 1 0,-1 0 0,0 0 0,1 0 0,-1 0 0,1 0 0,-1 0 0,1 1 0,-1-1 0,1 1 0,0 0 0,-1 0 0,1 0 0,0 0 0,-1 0 0,1 0 0,-4 3 0,1 0 0,-1 0 0,1 0 0,0 1 0,0 0 0,0-1 0,1 2 0,-1-1 0,1 0 0,1 1 0,-1 0 0,1 0 0,-3 7 0,0 7 0,1 0 0,1 0 0,1 0 0,1 1 0,1-1 0,0 1 0,5 34 0,-4-51 0,1 0 0,-1-1 0,1 1 0,0 0 0,1-1 0,-1 1 0,1-1 0,-1 1 0,1-1 0,0 0 0,0 0 0,1 0 0,-1 0 0,0 0 0,1 0 0,0-1 0,0 1 0,0-1 0,0 0 0,0 1 0,0-2 0,0 1 0,1 0 0,-1-1 0,8 3 0,-5-2 0,1-1 0,0 1 0,-1-1 0,1-1 0,0 1 0,0-1 0,0 0 0,-1-1 0,1 1 0,0-1 0,0-1 0,-1 0 0,9-2 0,4-5 0,0 0 0,-1-1 0,0-1 0,-1-1 0,0-1 0,-1 0 0,0-1 0,16-19 0,-24 24 0,-1-1 0,0 0 0,0 0 0,-1-1 0,0 0 0,-1 0 0,0-1 0,-1 1 0,0-1 0,-1 0 0,0 0 0,-1 0 0,0 0 0,-1 0 0,-1-1 0,0 1 0,0 0 0,-1 0 0,-1-1 0,0 1 0,-1 0 0,-7-21 0,8 29 0,0 0 0,0-1 0,0 1 0,-1 0 0,1 0 0,-1 1 0,0-1 0,0 1 0,-1-1 0,1 1 0,-1 0 0,0 0 0,0 1 0,1-1 0,-2 1 0,1-1 0,0 1 0,-9-2 0,2 1 0,1 1 0,-1 1 0,0 0 0,0 0 0,1 1 0,-1 0 0,-15 3 0,18-2 0,-13 4 0,21-5 0,-1 1 0,1-1 0,0 1 0,-1-1 0,1 1 0,0-1 0,0 1 0,-1-1 0,1 1 0,0-1 0,0 1 0,0-1 0,0 1 0,0 0 0,0-1 0,0 1 0,0-1 0,0 1 0,0-1 0,0 1 0,0 0 0,0-1 0,0 1 0,0-1 0,1 1 0,-1-1 0,0 1 0,0-1 0,1 1 0,-1-1 0,0 1 0,1-1 0,-1 1 0,1 0 0,20 27-1365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3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24575,'2'3'0,"0"0"0,0 1 0,0-1 0,0 0 0,0 1 0,-1-1 0,1 1 0,-1 0 0,0-1 0,1 7 0,-2-8 0,3 11 0,1 0 0,8 23 0,-9-32 0,-1 0 0,1 1 0,-1-1 0,1 0 0,0 0 0,1-1 0,-1 1 0,1-1 0,-1 1 0,9 4 0,0-1-1365,-3-1-5461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0 375 24575,'3'-1'0,"0"1"0,-1-1 0,1 1 0,0-1 0,-1 1 0,1 0 0,5 1 0,16-3 0,-12-3 0,-1 0 0,0-1 0,0 0 0,0 0 0,-1-1 0,0-1 0,0 0 0,16-16 0,-15 11 0,0 0 0,0-1 0,-1 0 0,-1 0 0,-1-1 0,8-16 0,-13 23 0,0 0 0,0 1 0,-1-1 0,0-1 0,-1 1 0,0 0 0,0 0 0,0 0 0,-1-1 0,0 1 0,-3-13 0,2 17 0,1 1 0,-2-1 0,1 0 0,0 1 0,-1-1 0,1 1 0,-1 0 0,0-1 0,0 1 0,-1 0 0,1 0 0,0 0 0,-1 1 0,0-1 0,0 1 0,0-1 0,0 1 0,0 0 0,0 0 0,0 0 0,-1 0 0,1 1 0,-1 0 0,1-1 0,-1 1 0,0 0 0,-4 0 0,4 1 0,0 0 0,0 0 0,0 0 0,0 0 0,0 1 0,0 0 0,0 0 0,0 0 0,0 0 0,1 1 0,-1-1 0,0 1 0,1 0 0,-1 0 0,1 0 0,-6 6 0,-2 1 0,1 0 0,0 1 0,-11 15 0,18-22 0,1 0 0,0 0 0,0 0 0,0 0 0,0 1 0,1-1 0,-1 0 0,1 1 0,0-1 0,0 1 0,0-1 0,0 1 0,0 4 0,2-3 0,-1 1 0,1-1 0,0 0 0,0 0 0,0 0 0,1 0 0,0 0 0,4 8 0,6 13 0,2 0 0,0-1 0,2 0 0,1-2 0,1 0 0,31 32 0,7-4 0,30 33 0,-84-82 0,0 0 0,0 0 0,0 1 0,-1-1 0,1 1 0,0-1 0,-1 1 0,0 0 0,0 0 0,0-1 0,0 1 0,0 0 0,0 0 0,-1 0 0,1 0 0,-1 0 0,0 0 0,0 5 0,-1-6 0,0 0 0,1 0 0,-1 0 0,0 0 0,0 0 0,0 0 0,-1 0 0,1 0 0,0 0 0,-1 0 0,1-1 0,-1 1 0,0-1 0,1 1 0,-1-1 0,0 0 0,0 1 0,0-1 0,0 0 0,0 0 0,0-1 0,0 1 0,0 0 0,0-1 0,-3 1 0,-4 2 0,-1-1 0,0-1 0,1 0 0,-1 0 0,0-1 0,0 0 0,1-1 0,-1 0 0,0 0 0,1-1 0,-1-1 0,-12-4 0,10 2 0,1 0 0,1-1 0,-1 0 0,1 0 0,0-1 0,1-1 0,-1 0 0,2 0 0,-15-17 0,17 18 0,0-1 0,0-1 0,1 1 0,0-1 0,0 0 0,1 0 0,-4-13 0,6 16 0,1 0 0,0 0 0,0-1 0,0 1 0,1 0 0,0 0 0,0-1 0,0 1 0,1 0 0,0 0 0,0 0 0,4-10 0,-3 12 0,-1 1 0,1 0 0,0 0 0,1 0 0,-1 0 0,1 0 0,-1 0 0,1 1 0,0-1 0,0 1 0,0 0 0,0-1 0,0 2 0,1-1 0,-1 0 0,0 1 0,6-3 0,7-1 0,-1 1 0,29-4 0,-1 2-1365,-36 5-5461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4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24575,'0'0'0,"0"0"0,0 0 0,9 16 0,-7-2 0,-1-1 0,-1 1 0,0 0 0,0-1 0,-1 1 0,-5 19 0,0 9 0,-1 94 0,8-133 0,0 0 0,-1 0 0,1-1 0,0 1 0,0 0 0,1-1 0,-1 1 0,0-1 0,1 1 0,0-1 0,0 0 0,-1 1 0,1-1 0,0 0 0,1 0 0,-1 0 0,0-1 0,0 1 0,1-1 0,-1 1 0,1-1 0,0 0 0,-1 0 0,1 0 0,0 0 0,0 0 0,-1 0 0,1-1 0,3 1 0,-2-2 0,-1 1 0,1-1 0,-1 0 0,1 0 0,-1 0 0,1-1 0,-1 1 0,0-1 0,0 0 0,1 0 0,-1 0 0,-1 0 0,1 0 0,0-1 0,0 1 0,-1-1 0,0 0 0,1 1 0,-1-1 0,0 0 0,0 0 0,-1-1 0,1 1 0,-1 0 0,1-1 0,0-4 0,2-5 0,0 0 0,-2 0 0,1 0 0,-1 0 0,-1-26 0,-1 30 0,0-1 0,-1 1 0,0 0 0,0 0 0,-1 0 0,-1 0 0,1 0 0,-6-10 0,5 13 0,0 0 0,-1 0 0,0 1 0,0 0 0,0 0 0,-1 0 0,0 0 0,0 0 0,0 1 0,0 0 0,-12-7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4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1 352 24575,'0'3'0,"1"0"0,0 0 0,0-1 0,0 1 0,0 0 0,1 0 0,2 3 0,5 13 0,-9-17 0,1 1 0,0-1 0,0 1 0,0-1 0,0 1 0,0-1 0,1 0 0,-1 0 0,1 0 0,0 0 0,-1 0 0,1 0 0,0 0 0,0 0 0,0 0 0,0-1 0,1 1 0,-1-1 0,3 1 0,-4-1 0,1-1 0,0 1 0,0-1 0,0 1 0,0-1 0,0 0 0,0 0 0,0 0 0,0 0 0,0-1 0,0 1 0,0 0 0,0-1 0,0 1 0,0-1 0,0 0 0,0 0 0,-1 0 0,1 0 0,0 0 0,0 0 0,-1 0 0,1 0 0,-1-1 0,3-1 0,10-13 0,0-1 0,0 0 0,-2 0 0,0-1 0,11-25 0,38-99 0,-37 74 0,7-19 0,-33 95 0,1 1 0,0-1 0,1 15 0,-2 23 0,-8 31 0,1-19 0,0 87 0,9-58-1365,0-78-5461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24575,'-7'23'0,"-7"32"0,1 0 0,3 1 0,-3 74 0,13-123 0,1 0 0,0 0 0,0-1 0,1 1 0,-1-1 0,1 1 0,1-1 0,-1 0 0,1 0 0,0 0 0,1 0 0,-1 0 0,1-1 0,1 0 0,-1 1 0,0-1 0,7 5 0,-9-8 0,1 0 0,-1 0 0,0-1 0,1 1 0,-1-1 0,1 1 0,-1-1 0,1 0 0,0 0 0,0 0 0,-1 0 0,1 0 0,0-1 0,0 1 0,0-1 0,0 0 0,0 0 0,0 0 0,0 0 0,-1 0 0,1-1 0,0 1 0,0-1 0,0 0 0,0 0 0,-1 0 0,1 0 0,0 0 0,-1-1 0,1 1 0,-1-1 0,0 1 0,1-1 0,-1 0 0,0 0 0,0 0 0,0-1 0,0 1 0,0 0 0,1-3 0,2-3 0,-1 1 0,0-1 0,0 0 0,-1 0 0,0 0 0,0 0 0,-1-1 0,0 1 0,0-1 0,0-11 0,0-12 0,-4-46 0,1 58 0,0 12 0,0-1 0,0 1 0,-1 0 0,0 0 0,-1-1 0,1 1 0,-2 1 0,1-1 0,-1 0 0,-7-9 0,10 14 0,-1 0 0,0 0 0,0 1 0,-1-1 0,1 1 0,0-1 0,-1 1 0,0 0 0,1 0 0,-1 0 0,0 1 0,0-1 0,0 1 0,0-1 0,0 1 0,-1 0 0,1 0 0,0 0 0,0 1 0,-1-1 0,1 1 0,0 0 0,-1 0 0,1 0 0,-1 0 0,1 1 0,0-1 0,-4 2 0,-16 6-1365,17-5-5461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5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24575,'5'24'0,"-4"-15"0,0 1 0,-1 0 0,-1 12 0,1-13 0,-1 0 0,2-1 0,-1 1 0,3 10 0,-3-18-3,0 0 0,0 0 0,0 0 0,0 0 0,1 0 0,-1 0 0,0-1 0,1 1-1,-1 0 1,1 0 0,-1 0 0,1 0 0,-1-1 0,1 1 0,0 0 0,-1-1 0,1 1 0,0 0 0,0-1-1,-1 1 1,1-1 0,0 1 0,0-1 0,0 1 0,1-1 0,-1 0 17,1 0 0,-1 0 1,1 0-1,-1 0 0,1 0 1,-1 0-1,1-1 0,-1 1 0,1 0 1,-1-1-1,1 0 0,-1 1 1,3-2-1,3-3-311,0 0 0,0 0 0,-1-1 0,7-6 0,4-6-6529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46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0,9 20 0,1 7 0,-2 0 0,0 1 0,-2 0 0,-1 0 0,-1 0 0,-1 56 0,-21 173 0,18-253 0,-13 191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4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81 24575,'-4'2'0,"-1"0"0,1 1 0,-1-2 0,0 1 0,0 0 0,0-1 0,0 0 0,0 0 0,0-1 0,0 1 0,0-1 0,-9-1 0,14 1 0,0 0 0,-1 0 0,1 0 0,0 0 0,0 0 0,-1 0 0,1 0 0,0 0 0,-1 0 0,1 0 0,0 0 0,0 0 0,-1 0 0,1 0 0,0 0 0,0 0 0,-1 0 0,1 0 0,0 1 0,0-1 0,0 0 0,-1 0 0,1 0 0,0 0 0,0 1 0,0-1 0,-1 0 0,1 0 0,0 0 0,0 1 0,0-1 0,0 0 0,0 0 0,0 0 0,-1 1 0,1-1 0,0 0 0,0 0 0,0 1 0,0-1 0,0 0 0,0 0 0,0 1 0,0-1 0,0 0 0,0 0 0,0 1 0,0-1 0,0 0 0,0 1 0,0-1 0,0 0 0,1 0 0,-1 1 0,0 0 0,0-1 0,1 1 0,-1 0 0,1 0 0,-1 0 0,0-1 0,1 1 0,0 0 0,-1-1 0,1 1 0,-1 0 0,1-1 0,0 1 0,-1-1 0,1 1 0,0-1 0,0 1 0,1 0 0,23 6 0,0-2 0,32 4 0,-11-2 0,58 7 0,150 2 0,108-21 0,-107 0 0,-162 4 0,882-20 0,-784 8 0,191-7 0,-336 18 0,1-2 0,0-2 0,71-19 0,-113 23 0,0 0 0,0-1 0,0 1 0,0-1 0,6-5 0,-4 4 0,-36-13 0,7 10 0,1 1 0,-1 0 0,0 2 0,-37-2 0,-93 3 0,105 3 0,-775 26 0,179-3 0,614-23 0,-458 15 0,-5 27-1365,479-40-5461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4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0,8 5 0,33 19 0,1-2 0,82 31 0,-101-44 0,24 8 0,1-3 0,0-2 0,1-2 0,92 7 0,204-11 0,-231-7 0,434-37 0,299-25 0,-419 36 0,-387 24 0,32-3 0,105 6 0,-111 3-1365,-52-3-5461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5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8 0,24 432 0,-3-135 0,-19-200 0,4 72 0,-3-150 0,1-2 0,1 1 0,1 0 0,15 38 0,-16-56 0,-2-14 0,-3-21 0,-10-68-1365,3 48-5461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5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 24575,'59'3'0,"-1"4"0,-1 1 0,82 24 0,-35-8 0,-83-19 0,2-1 0,0 1 0,0 1 0,-1 1 0,33 16 0,-50-21 0,0 1 0,0 0 0,-1 0 0,1 0 0,-1 0 0,0 1 0,0-1 0,0 1 0,-1 0 0,1 1 0,-1-1 0,0 0 0,0 1 0,0 0 0,-1 0 0,0 0 0,0 0 0,0 0 0,0 0 0,-1 0 0,0 1 0,0-1 0,0 0 0,-1 1 0,0 6 0,-1 0 0,-1 0 0,0 0 0,0-1 0,-2 1 0,1-1 0,-2 1 0,1-1 0,-1-1 0,-1 1 0,0-1 0,-1 0 0,0 0 0,-12 14 0,-4-1 0,0 0 0,-1-1 0,-45 31 0,-58 28 0,-143 67 0,218-122-455,-1-2 0,-68 20 0,68-29-6371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8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77 385 24575,'0'0'0,"0"0"0,0 0 0,0 0 0,-1 3 0,0 0 0,-1-1 0,1 0 0,-1 1 0,0-1 0,0 0 0,0 1 0,-3 1 0,-1 3 0,4-6 0,0 1 0,0-1 0,0 1 0,0-1 0,0 0 0,0 1 0,-1-1 0,1 0 0,-1-1 0,1 1 0,0 0 0,-1-1 0,1 1 0,-1-1 0,1 0 0,-5 0 0,0 1 0,7-1 0,0 0 0,0 0 0,0 0 0,0 0 0,0 0 0,0 0 0,0 0 0,-1 0 0,1 0 0,0 0 0,0 0 0,0 0 0,0 0 0,0 1 0,0-1 0,0 0 0,0 0 0,0 0 0,-1 0 0,1 0 0,0 0 0,0 0 0,0 0 0,0 1 0,0-1 0,0 0 0,0 0 0,0 0 0,0 0 0,0 0 0,0 0 0,0 1 0,0-1 0,0 0 0,0 0 0,0 0 0,0 0 0,0 0 0,0 0 0,0 0 0,0 1 0,0-1 0,0 0 0,0 0 0,0 0 0,0 0 0,1 0 0,-1 0 0,0 0 0,0 0 0,0 1 0,0-1 0,0 0 0,0 0 0,0 0 0,0 0 0,0 0 0,1 0 0,-1 0 0,0 0 0,0 0 0,0 0 0,0 0 0,13 11 0,17 9 0,-18-13 0,6 3 0,0 1 0,-1 1 0,16 13 0,-4-3 0,0-1 0,2-1 0,0-2 0,50 21 0,-35-17 0,0-3 0,1-1 0,0-3 0,1-1 0,1-3 0,0-2 0,67 4 0,296-22 0,-2-33 0,-267 18 0,14-2 0,-60 10 0,151-44 0,-218 52 0,305-63 0,6 23 0,-68 11 0,-27-9 0,-2 1 0,131 7 0,11-2 0,19 2 0,-385 37 0,524-77 0,-334 41 0,-141 26 0,266-39 0,-227 39 0,121 3 0,-225 8-33,108-1 190,-98-1-405,1 1 0,0-2 0,-1 0-1,1-1 1,18-7 0,-23 7-6578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9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146 555 24575,'0'0'0,"-2"0"0,0 0 0,0 1 0,0 0 0,0-1 0,0 1 0,0 0 0,0 0 0,-3 2 0,-14 6 0,1-6 0,7 0 0,0-1 0,0 0 0,0-1 0,-16 1 0,12-7 0,13 2 0,9 1 0,81 1 0,-57 2 0,0-1 0,42-7 0,99-24 0,241-31 0,-405 62 0,403-45 0,-245 17 0,181-26 0,1 21 0,534-45 0,-480 47 0,1 26 0,-22 0 0,-1-21 0,149-19 0,161 6 0,-530 28 0,183-22 0,-93 8 0,384 9-345,-506 17-675,-100-1-5806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16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1999 24575,'0'0'0,"0"0"0,0 0 0,-24-3 0,17 0 0,18 0 0,35 0 0,1 3 0,0 1 0,78 13 0,-3 0 0,546 41 0,-72-40 0,-208-12 0,539-17 0,-839 4 0,-1-4 0,-1-3 0,0-4 0,143-56 0,-162 49 0,-2-3 0,-1-3 0,-1-2 0,-2-4 0,-2-2 0,64-58 0,-100 78 0,-2 0 0,0-1 0,-1-1 0,-1-1 0,-1-1 0,14-28 0,-23 35 0,0 0 0,-1-1 0,-2 0 0,0 0 0,-1 0 0,0-1 0,-2 0 0,-1 1 0,0-41 0,-4 31 0,-1 0 0,-2 0 0,-1 0 0,-1 1 0,-2 0 0,0 1 0,-2-1 0,-30-52 0,22 49 0,-2 1 0,-1 0 0,-1 2 0,-2 1 0,-1 0 0,-52-41 0,24 29 0,-102-59 0,-71-15 0,84 53-219,-3 5-1,-185-45 1,-321-21 95,507 105 124,-2 7 0,1 7 0,-223 22 0,258-4 111,1 5 1,0 5 0,2 5 0,2 4 0,0 4-1,-150 80 1,173-73-112,2 4 0,-99 79 0,127-84 0,1 2 0,3 2 0,-84 108 0,-29 84 0,138-198 0,2 2 0,2 0 0,1 1 0,-11 49 0,10-20 0,5 1 0,-12 136 0,25-176 0,1 1 0,3-1 0,0 0 0,3 0 0,0 0 0,3 0 0,0-1 0,18 44 0,-17-59 0,0-1 0,1 0 0,1 0 0,1-1 0,1 0 0,27 28 0,-19-25 0,2 0 0,0-2 0,2 0 0,31 16 0,4-4 0,1-2 0,1-3 0,101 25 0,-76-29 0,1-4 0,0-4 0,106 3 0,268-24 0,-292-6 0,106-3 0,-223 9 0,-65-15 0,7 11-1365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19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63 24575,'0'0'0,"0"0"0,0 0 0,0 0 0,-12-12 0,-47-38 0,32 64-1365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20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24575,'3'0'0,"1"1"0,-1-1 0,1 0 0,-1-1 0,1 1 0,3-1 0,9-1 0,68 6 0,-1 4 0,86 20 0,-75-11 0,110 6 0,272-18 0,-178-4 0,69 1-204,260 6-251,275-5 455,-611-6 0,600-50 650,-827 47-641,75-17-9,-41 4 0,-107-13 0,-19-2-1365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56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24575,'0'0'0,"0"0"0,0 0 0,0 0 0,0 0 0,-19 3 0,14-2-170,-1 0-1,1 0 0,-1 1 1,1-1-1,-1 2 0,1-1 1,-6 4-1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57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24575,'0'0'0,"-4"5"0,-1 2 0,1 0-8191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57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5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24575,'16'6'0,"0"-2"0,0 1 0,0-2 0,0 0 0,0-1 0,1-1 0,-1 0 0,20-3 0,15-3 0,64-16 0,-17 3 0,-80 16-350,-1 1 0,23 1-1,-37 0 37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51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0 24575,'-1'5'0,"-1"0"0,1-1 0,-1 1 0,0-1 0,0 1 0,0-1 0,0 1 0,-6 6 0,-1 3 0,-2 6 0,0-3 0,2 0 0,0 1 0,0 0 0,2 1 0,0-1 0,-4 23 0,-16 199 0,16-121 0,-69 528 0,-54 123 0,69-315 0,63-272 0,3-140 0,27-37 0,5 0 0,1-2 0,62-1 0,4 1 0,-41 3 0,-33-3 0,1-1 0,41-1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52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24575,'7'27'0,"1"4"0,53 235 0,-51-208 0,-2 0 0,-1 98 0,-14-113-1365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53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31 24575,'0'0'0,"0"0"0,0 0 0,0 0 0,0 0 0,0 0 0,0 0 0,0 0 0,2 0 0,24 5 0,1-2 0,-1-1 0,1-1 0,-1-1 0,29-4 0,132-29 0,-182 32 0,-1 0 0,0 0 0,1 0 0,-1 1 0,1 0 0,-1 0 0,9 1 0,-12-1 0,0 1 0,0-1 0,1 1 0,-1-1 0,0 1 0,0 0 0,0 0 0,0 0 0,0-1 0,0 1 0,0 0 0,0 0 0,0 1 0,0-1 0,0 0 0,0 0 0,-1 0 0,1 0 0,-1 1 0,1-1 0,-1 0 0,1 1 0,-1-1 0,0 0 0,1 1 0,-1-1 0,0 0 0,0 3 0,0 12 0,0 1 0,-1-1 0,-1 0 0,0 1 0,-7 21 0,1-2 0,-31 161 0,-66 436 0,93-511 0,-26 305 0,21 4 0,-1 98 0,0-48 0,5-203 0,13-276 0,-1 1 0,1 0 0,0-1 0,-1 1 0,1 0 0,-1-1 0,0 1 0,0-1 0,0 1 0,0-1 0,-1 0 0,1 1 0,0-1 0,-1 0 0,0 0 0,0 0 0,1 0 0,-1 0 0,0 0 0,0-1 0,-1 1 0,1-1 0,-4 3 0,2-3 0,0 0 0,0 0 0,0 0 0,-1-1 0,1 0 0,0 1 0,0-1 0,0-1 0,-1 1 0,1-1 0,0 1 0,0-1 0,0-1 0,-6-1 0,-168-79-208,133 60-949,2 0-5669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5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24575,'-4'6'0,"-1"-1"0,2 1 0,-1 0 0,1 0 0,0 0 0,0 0 0,0 1 0,1-1 0,0 1 0,1 0 0,-1-1 0,1 1 0,0 0 0,1 0 0,0 0 0,0 0 0,0-1 0,1 1 0,1 7 0,0 0 0,1-1 0,0 1 0,0-1 0,1 0 0,1 0 0,11 22 0,-13-30 0,0 0 0,0 0 0,1 0 0,0-1 0,0 1 0,0-1 0,0 0 0,1 0 0,-1 0 0,1-1 0,0 1 0,0-1 0,1 0 0,-1-1 0,1 1 0,-1-1 0,10 2 0,-12-3 0,1-1 0,-1 0 0,0 0 0,0 0 0,0 0 0,0 0 0,0-1 0,0 1 0,0-1 0,0 0 0,0 0 0,0 0 0,0 0 0,0-1 0,-1 1 0,1-1 0,0 1 0,-1-1 0,1 0 0,-1 0 0,0 0 0,0-1 0,0 1 0,0 0 0,0-1 0,0 1 0,0-1 0,-1 0 0,0 0 0,1 1 0,-1-1 0,0 0 0,0 0 0,-1 0 0,1 0 0,0-4 0,-1 0-54,-1-1-1,0 1 0,0 0 1,0-1-1,-1 1 1,0 0-1,-1 0 0,1 0 1,-1 0-1,-1 1 1,1-1-1,-1 1 0,0-1 1,-1 1-1,1 1 0,-1-1 1,-1 1-1,1 0 1,-1 0-1,1 0 0,-1 1 1,-1 0-1,1 0 1,-10-4-1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53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41 24575,'-10'20'0,"5"-7"0,0 0 0,1 0 0,0 1 0,1-1 0,1 1 0,-2 16 0,4-22 0,0 0 0,0 0 0,1 0 0,0 0 0,0-1 0,1 1 0,0 0 0,0-1 0,1 1 0,0-1 0,0 0 0,7 10 0,-5-9 0,0 0 0,1 0 0,0-1 0,1 0 0,0 0 0,14 11 0,-17-16 0,0 1 0,1-1 0,-1 0 0,0 0 0,1 0 0,-1-1 0,1 1 0,0-1 0,-1 0 0,1-1 0,0 1 0,-1-1 0,1 0 0,0 0 0,9-2 0,-4 1 0,-1-1 0,0-1 0,0 0 0,0 0 0,0-1 0,0 0 0,-1 0 0,0-1 0,0 0 0,0-1 0,0 0 0,-1 0 0,0 0 0,0-1 0,-1 0 0,0 0 0,6-10 0,-8 11 0,0-1 0,-1 0 0,0 1 0,0-1 0,-1 0 0,0-1 0,0 1 0,0 0 0,-1-1 0,0 1 0,-1 0 0,0-1 0,0 1 0,0-1 0,-1 1 0,0-1 0,0 1 0,-1 0 0,0 0 0,-1-1 0,1 1 0,-7-10 0,6 10 0,-1 0 0,0 1 0,-1 0 0,0 0 0,0 0 0,0 0 0,0 1 0,-1 0 0,0 0 0,-11-7 0,13 10 0,-1-1 0,1 1 0,-1 0 0,0 0 0,0 1 0,0-1 0,0 1 0,0 0 0,0 1 0,0-1 0,0 1 0,-1 0 0,1 0 0,0 1 0,0-1 0,0 1 0,-7 2 0,-2 3-227,0 0-1,0 1 1,0 0-1,1 2 1,-21 16-1,11-8-6598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14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24575,'0'0'0,"17"4"0,71 18 0,-27-6 0,86 11 0,43-11 0,0-8 0,0-8 0,1-8 0,309-55 0,-464 56 0,263-45 0,0 22 0,-131 32-1365,-153-1-5461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15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24575,'17'-3'0,"1"1"0,-1 1 0,34 0 0,-17 2 0,394 9 0,-354-7 0,403 25 0,77 4 0,-252-24-213,212 10-260,-232 3 473,282 5 0,228-33 632,-625 7-578,-310-11-54,35 1 0,-377 4-837,-3 32-393,288-13 1378,-459 36-1711,5 41 1044,189 6-299,364-74-2554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5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288 367 24575,'5'103'0,"5"0"0,24 106 0,-25-160 0,-8-43 0,0 1 0,1 0 0,0 0 0,0-1 0,0 1 0,1-1 0,0 1 0,0-1 0,9 11 0,-10-15 0,0 1 0,1-1 0,0 0 0,-1 0 0,1 0 0,0 0 0,0 0 0,0-1 0,0 1 0,0-1 0,1 0 0,-1 0 0,0 0 0,0 0 0,1 0 0,-1-1 0,1 0 0,-1 0 0,1 0 0,-1 0 0,0 0 0,4-1 0,4-1 0,-1-1 0,1 0 0,-1-1 0,0 0 0,0 0 0,0-1 0,-1 0 0,1-1 0,-1 0 0,-1-1 0,1 0 0,-1 0 0,0-1 0,-1 0 0,7-9 0,7-10 0,-2-1 0,0 0 0,21-46 0,-3-8 0,34-106 0,12-90 0,-54 174 0,-21 78 0,-7 25 0,-2 6 0,-10 45 0,-4 26 0,-8 90 0,8 77 0,8-110 0,3-72 0,-24 305 0,14-256 0,-35 140 0,42-225 0,0 1 0,-2-1 0,-1 0 0,-1-1 0,-23 37 0,27-50 0,0-1 0,-1 0 0,0-1 0,-1 0 0,0 0 0,0 0 0,-1-2 0,0 1 0,-1-1 0,1 0 0,-1-1 0,-1-1 0,1 1 0,-13 2 0,1-2 0,-1-1 0,0-1 0,1-1 0,-2-1 0,1-1 0,-41-4 0,16-3 0,0-2 0,-59-18 0,95 23-195,0-2 0,1 1 0,-1-2 0,1 0 0,0 0 0,-12-9 0,5 1-6631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0 24575,'0'0'0,"0"0"0,0 0 0,-8 7 0,-3 3 0,1 0 0,1 0 0,0 1 0,0 0 0,1 1 0,0 0 0,1 0 0,1 1 0,0-1 0,0 2 0,1-1 0,-3 18 0,-3 17 0,3 1 0,-2 60 0,4-44 0,-54 291 0,27-187 0,30-154 0,-14 62 0,17-77 0,0 1 0,0-1 0,0 0 0,0 1 0,0-1 0,0 0 0,0 0 0,0 1 0,0-1 0,0 0 0,0 0 0,0 1 0,-1-1 0,1 0 0,0 0 0,0 0 0,0 1 0,-1-1 0,1 0 0,0 0 0,0 0 0,0 1 0,-1-1 0,1 0 0,0 0 0,0 0 0,-1 0 0,1 0 0,0 0 0,0 0 0,-1 1 0,1-1 0,-7-7 0,-4-19 0,10 23 0,-23-69-1365,15 42-5461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24575,'0'0'0,"0"0"0,20-9 0,-7 5 0,0 0 0,1 1 0,-1 1 0,0 0 0,1 1 0,26 1 0,-9 2 0,59 11 0,-77-11 0,0 1 0,0 0 0,0 1 0,0 1 0,-1 0 0,1 0 0,-1 1 0,-1 1 0,1 0 0,-1 0 0,0 1 0,-1 1 0,14 14 0,-21-19 0,0 0 0,0 0 0,-1 1 0,0-1 0,0 0 0,0 1 0,0 0 0,-1-1 0,0 1 0,0 0 0,0 0 0,0 0 0,-1 5 0,0-1 0,0 0 0,0-1 0,-1 1 0,-1 0 0,1-1 0,-5 12 0,2-10 0,-1 0 0,0-1 0,-1 1 0,0-1 0,0 0 0,-1-1 0,-1 1 0,1-1 0,-1-1 0,0 1 0,-1-2 0,-13 10 0,-14 6 0,-69 32 0,99-52 0,-5 3 0,-15 8 0,-32 9 0,52-20 0,-1 0 0,0 0 0,0 0 0,-1-1 0,1 0 0,0-1 0,0 0 0,0 0 0,-15-2 0,21 1 3,0 1 0,0 0 0,0 0 0,0-1 0,0 1 0,0-1 0,1 1 0,-1-1-1,0 1 1,0-1 0,0 1 0,0-1 0,1 0 0,-1 0 0,0 1 0,0-1 0,1 0 0,-1 0-1,1 0 1,-1 0 0,1 0 0,-1 0 0,1 0 0,-1 0 0,1 0 0,0 0 0,0 0 0,-1 0 0,1 0-1,0 0 1,0 0 0,0 0 0,0 0 0,0 0 0,1 0 0,-1 0 0,0-2 0,2-3-242,0 0 0,0-1 0,1 1 0,4-9 0,-6 12-42,7-12-6545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24575,'7'19'0,"-4"-3"0,0 0 0,0 0 0,-2 1 0,0-1 0,-1 1 0,0-1 0,-2 1 0,-3 15 0,1 6 0,-24 185 0,5-53 0,20-153 0,-1-1 0,-1 0 0,0 0 0,-13 28 0,15-39 0,0-47 0,3-6 0,2 0 0,10-54 0,-8 83 0,0 0 0,2 0 0,0 0 0,1 1 0,0 0 0,2 1 0,0-1 0,13-17 0,-16 27 8,1 0-1,-1 0 1,2 1-1,-1 0 1,1 0-1,0 1 1,0 0-1,1 0 1,0 1-1,0 0 1,0 1-1,0 0 1,1 0-1,0 1 1,16-3-1,-7 3-193,-1 1 1,1 1-1,0 1 0,0 0 1,-1 1-1,1 2 1,28 6-1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27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18 743 24575,'0'0'0,"0"0"0,0 0 0,2 0 0,27 2 0,0-1 0,0-1 0,1-2 0,-2-1 0,1-1 0,31-8 0,-49 7 0,-1 0 0,1 0 0,0-1 0,-1 0 0,0-1 0,-1 0 0,0-1 0,17-17 0,-11 11 0,-9 8 0,0 1 0,0-1 0,-1-1 0,0 1 0,0-1 0,0 0 0,4-9 0,-8 14 0,0-1 0,0 0 0,0 0 0,0 0 0,-1 1 0,1-1 0,-1 0 0,0 0 0,1 0 0,-2 0 0,1 0 0,0 0 0,0 0 0,-1 0 0,0 1 0,1-1 0,-1 0 0,0 0 0,0 1 0,-1-1 0,1 0 0,-4-3 0,2 1 0,0 1 0,0 0 0,0 0 0,-1 0 0,0 1 0,0 0 0,0-1 0,0 1 0,-1 0 0,1 1 0,-1-1 0,1 1 0,-1 0 0,0 0 0,-8-2 0,6 3 0,0 1 0,0-1 0,0 1 0,1 0 0,-1 0 0,0 1 0,0 0 0,0 0 0,1 1 0,-1 0 0,-11 5 0,0 1 0,1 0 0,0 2 0,0 0 0,2 1 0,-1 1 0,1 0 0,1 1 0,-24 27 0,29-29 0,0 1 0,1 0 0,0 0 0,0 1 0,2 0 0,0 0 0,0 0 0,1 1 0,1 0 0,0 0 0,1 0 0,-3 23 0,6-31 0,0 0 0,0 0 0,1 0 0,-1 0 0,1 1 0,0-1 0,1 0 0,0 0 0,0-1 0,0 1 0,1 0 0,-1-1 0,1 1 0,1-1 0,3 5 0,-2-4 0,1 0 0,0 0 0,0-1 0,0 0 0,1 0 0,0 0 0,-1-1 0,2 0 0,-1 0 0,11 3 0,-4-2 0,0-1 0,0-1 0,0 0 0,0-1 0,0-1 0,1 0 0,-1 0 0,1-2 0,-1 0 0,1 0 0,-1-2 0,22-5 0,1-7 0,-1-1 0,64-39 0,-22 11 0,94-54 0,-147 82 0,-1-1 0,0-2 0,-2 0 0,33-36 0,-53 51 0,1 1 0,0-1 0,-1 0 0,0 1 0,0-1 0,3-7 0,-5 11 0,-1-1 0,1 1 0,0-1 0,0 1 0,-1-1 0,1 1 0,0-1 0,-1 1 0,1-1 0,-1 1 0,1 0 0,0-1 0,-1 1 0,1 0 0,-1-1 0,1 1 0,-1 0 0,1 0 0,-1-1 0,1 1 0,-1 0 0,1 0 0,-1 0 0,1 0 0,-1 0 0,-18-6 0,16 6 0,-9-2 0,-1 1 0,0 1 0,0 0 0,0 1 0,0 0 0,1 1 0,-1 0 0,-23 8 0,24-6 0,-1 1 0,1 1 0,0 0 0,0 0 0,1 1 0,-1 1 0,2 0 0,-1 1 0,1-1 0,0 2 0,1 0 0,0 0 0,-13 21 0,12-17 0,2 0 0,0 1 0,1-1 0,0 2 0,1-1 0,1 1 0,1 0 0,0 0 0,1 0 0,0 1 0,1 17 0,2-24 0,0 1 0,1 0 0,1-1 0,0 1 0,0-1 0,1 1 0,0-1 0,1 0 0,5 10 0,-7-16 0,1 1 0,-1-1 0,1 0 0,0 0 0,0 0 0,0 0 0,1-1 0,-1 1 0,1-1 0,0 0 0,0 0 0,0 0 0,0 0 0,0-1 0,1 0 0,-1 0 0,1 0 0,0 0 0,-1-1 0,1 0 0,0 0 0,6 1 0,-2-2 0,0 1 0,0-2 0,0 1 0,0-1 0,0-1 0,0 0 0,0 0 0,0-1 0,0 0 0,-1 0 0,11-6 0,-9 3 0,0-1 0,0 0 0,-1 0 0,0-1 0,0 0 0,-1-1 0,13-15 0,-3-4 0,-2 0 0,0-1 0,-2 0 0,-1-1 0,13-44 0,54-253-354,-27 89 136,-44 204 295,-3 16 22,-1 1 0,-1-1 0,-1-1 0,2-24 0,-5 38-99,0-20 0,-3 19 0,-3 12 0,-3 8 0,1 1 0,1 0 0,1 1 0,0-1 0,-4 18 0,-16 88 0,15-64 0,-13 61 0,5 1 0,-6 193 0,25-214 0,22 157 0,-21-249 81,-4-18-1454,3 12 1300,-3-12-6753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0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0 24575,'-6'23'0,"-7"33"0,2 1 0,-4 88 0,11 118 0,4-227 0,-21 356 0,19-384 0,0 1 0,0 0 0,-6 12 0,-1 6 0,10-25-41,3-5 138,4-4-1287,-7 7 959,7-9-6595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1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77 24575,'2'2'0,"-1"0"0,0 1 0,0-1 0,0 0 0,0 0 0,0 1 0,0-1 0,0 0 0,-1 1 0,1-1 0,-1 1 0,0 3 0,1 21 0,-6 43 0,0 15 0,5-83 0,0 13 0,1-1 0,0 1 0,2-1 0,5 25 0,-7-37 0,-1 1 0,1-1 0,0 0 0,0 0 0,0 1 0,0-1 0,0 0 0,0 0 0,1 0 0,-1 0 0,1 0 0,-1-1 0,1 1 0,0 0 0,-1-1 0,1 1 0,0-1 0,0 0 0,0 1 0,0-1 0,1 0 0,-1 0 0,0-1 0,0 1 0,1 0 0,-1-1 0,0 1 0,1-1 0,-1 0 0,0 0 0,1 0 0,-1 0 0,1 0 0,-1 0 0,0-1 0,1 1 0,2-2 0,2 0 0,0-1 0,0 0 0,-1-1 0,0 1 0,0-1 0,0 0 0,0-1 0,0 0 0,-1 0 0,0 0 0,0 0 0,0-1 0,-1 1 0,5-9 0,6-11 0,-1-1 0,12-30 0,-20 41 0,-1 4 0,-1-1 0,-1 0 0,0 0 0,0 0 0,-1 0 0,-1 0 0,0 0 0,0 0 0,-2-1 0,-1-16 0,1 24 0,0 0 0,0 0 0,-1 0 0,1 0 0,-1 0 0,0 1 0,0-1 0,-1 1 0,0-1 0,1 1 0,-7-7 0,6 8 0,0 1 0,0-1 0,0 1 0,-1 0 0,1 0 0,0 0 0,-1 0 0,0 1 0,1-1 0,-1 1 0,0 0 0,0 0 0,1 0 0,-1 1 0,0-1 0,-8 1 0,4 1 0,-1 0 0,1 0 0,0 0 0,0 1 0,0 1 0,0-1 0,0 1 0,0 1 0,1-1 0,0 1 0,-1 1 0,-11 9 0,8-5 0,1 0 0,0 0 0,0 1 0,1 1 0,1 0 0,0 0 0,-8 15 0,3 5-1365,9-18-5461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1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1 24575,'-3'0'0,"-1"1"0,0 0 0,1 0 0,-1 0 0,1 1 0,0 0 0,-5 2 0,-4 2 0,-30 10 0,2 2 0,0 2 0,1 2 0,1 1 0,-51 41 0,88-63 0,0 0 0,-1 0 0,1 0 0,0 1 0,0-1 0,0 0 0,0 1 0,0-1 0,0 0 0,0 1 0,0-1 0,0 1 0,1 0 0,-1-1 0,1 1 0,-1-1 0,1 1 0,0 0 0,-1 0 0,1-1 0,0 3 0,1-2 0,-1 1 0,1-1 0,0 0 0,0 0 0,-1 0 0,2 1 0,-1-1 0,0 0 0,0 0 0,1 0 0,-1-1 0,1 1 0,2 2 0,3 3 0,0-1 0,1-1 0,0 0 0,0 0 0,1 0 0,13 5 0,276 76 0,-272-80 0,-21-4 0,1-1 0,-1 1 0,1 0 0,7 5 0,-12-7 0,-1 0 0,1 1 0,0-1 0,0 0 0,-1 1 0,1-1 0,0 1 0,-1-1 0,1 1 0,-1-1 0,1 1 0,0 0 0,-1-1 0,1 1 0,-1 0 0,1-1 0,-1 1 0,0 0 0,1-1 0,-1 1 0,0 0 0,0 0 0,1 0 0,-1-1 0,0 1 0,0 0 0,0 0 0,0 0 0,0 0 0,0-1 0,0 1 0,0 0 0,0 0 0,0 0 0,-1-1 0,1 1 0,0 0 0,-1 0 0,1-1 0,0 1 0,-2 1 0,-1 2 0,-1 1 0,0-1 0,-1-1 0,1 1 0,-1-1 0,1 0 0,-1 0 0,-10 5 0,-47 16 0,41-17 0,4-1 24,-1 0 0,0-1 0,0-2 0,-30 4 0,38-6-159,1-1 0,-1-1 0,0 1 0,1-1 0,0-1 0,-1 0 0,1 0 0,0-1 0,0 0 0,-13-6 0,11 2-6691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 24575,'0'0'0,"0"0"0,0 0 0,0 0 0,-14 19 0,-7 5 0,-2-2 0,0-1 0,-35 26 0,17-16 0,38-28 0,0-1 0,0 1 0,1 0 0,-1 0 0,1 0 0,-1 0 0,1 0 0,0 1 0,0-1 0,0 1 0,1-1 0,-1 1 0,1 0 0,0 0 0,0-1 0,0 1 0,1 0 0,-1 0 0,1 0 0,0 0 0,0 0 0,0 0 0,2 6 0,-1-5 0,0 0 0,1 0 0,0-1 0,-1 1 0,2 0 0,-1-1 0,1 0 0,-1 1 0,1-1 0,0 0 0,1 0 0,-1-1 0,1 1 0,-1-1 0,1 0 0,0 0 0,8 5 0,2-1 0,2 0 0,-1-1 0,1-1 0,-1 0 0,1-1 0,19 2 0,102 5 0,-53-5 0,-88-3 0,0 1 0,-1-1 0,1 0 0,-1 0 0,0 0 0,-6 2 0,-48 20 51,-84 24 0,27-11-1518,102-33-5359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1 24575,'-17'8'0,"0"1"0,1 0 0,0 2 0,0-1 0,1 2 0,1 0 0,0 1 0,-16 20 0,13-13 0,2 2 0,0-1 0,2 2 0,0 0 0,-14 38 0,14-24 0,1 0 0,3 1 0,0 0 0,3 0 0,1 1 0,2 0 0,2 0 0,3 43 0,0-68 0,0 0 0,0 0 0,2 0 0,0-1 0,0 1 0,1-1 0,1 0 0,0 0 0,0-1 0,2 0 0,-1 0 0,2-1 0,-1 0 0,20 19 0,-11-15 0,1-1 0,0 0 0,0-2 0,1 0 0,1-1 0,0-1 0,0-1 0,34 10 0,-43-15-136,-1-2-1,1 0 1,0 0-1,0 0 1,0-2-1,0 1 1,0-1-1,0-1 0,15-3 1,-10 1-6690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4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50 239 24575,'119'-23'0,"95"0"0,-212 23 0,1 0 0,-1-1 0,0 1 0,1 0 0,-1-1 0,0 0 0,0 1 0,0-1 0,1 0 0,-1 0 0,0 0 0,0-1 0,0 1 0,-1 0 0,4-4 0,-3 2 0,0 0 0,0 0 0,-1 0 0,0-1 0,1 1 0,-1-1 0,0 1 0,0-6 0,0 8 0,-1 0 0,1 0 0,-1 0 0,1 0 0,-1 0 0,1 0 0,0 1 0,-1-1 0,1 0 0,0 0 0,0 1 0,0-1 0,-1 0 0,3 0 0,-2 0 0,0 1 0,0-1 0,0 0 0,-1 1 0,1-1 0,0 0 0,0 0 0,0 0 0,0 0 0,-1 0 0,1 0 0,-1 0 0,1 0 0,0 0 0,-1 0 0,1-1 0,0-4 0,0 1 0,-1-1 0,1 1 0,-1-1 0,0 1 0,-1-1 0,0 1 0,1-1 0,-2 1 0,0-6 0,0 8 0,1 1 0,0-1 0,0 1 0,-1-1 0,0 1 0,1 0 0,-1 0 0,0 0 0,0 0 0,0 0 0,0 0 0,-1 0 0,1 0 0,0 1 0,-1 0 0,1-1 0,-1 1 0,1 0 0,-1 0 0,0 0 0,-4 0 0,-1-1 0,0 0 0,0 1 0,0 0 0,0 0 0,0 1 0,0 0 0,-1 1 0,1 0 0,0 0 0,0 1 0,0 0 0,0 0 0,0 1 0,-9 4 0,6-1 0,1 1 0,0-1 0,0 2 0,1-1 0,0 1 0,0 1 0,1 0 0,-13 17 0,-2 10 0,2 1 0,1 0 0,2 2 0,-17 53 0,22-56 0,2-11 0,2 2 0,1-1 0,-10 54 0,17-76 0,1 0 0,0 1 0,0-1 0,0 0 0,0 0 0,1 0 0,-1 1 0,1-1 0,0 0 0,1 0 0,-1 0 0,1 0 0,-1-1 0,1 1 0,0 0 0,1-1 0,-1 1 0,1-1 0,-1 1 0,1-1 0,0 0 0,0 0 0,6 4 0,-2-3 0,0 0 0,1 0 0,-1-1 0,0 0 0,1-1 0,0 0 0,0 0 0,0 0 0,-1-1 0,1 0 0,13-1 0,17-1 0,1-3 0,-1-1 0,0-2 0,0-2 0,-1-1 0,-1-2 0,1-1 0,-2-2 0,36-21 0,-62 31 0,-1 0 0,1 0 0,-1-1 0,0-1 0,-1 1 0,1-1 0,-1 0 0,-1-1 0,1 1 0,-1-1 0,-1-1 0,0 1 0,8-18 0,-4 4 0,-2-1 0,-1 0 0,-1 0 0,4-39 0,-9 62 0,17-101 0,-14 88 0,0 1 0,2 0 0,-1 0 0,2 1 0,13-22 0,-19 33 0,0-1 0,0 1 0,0 0 0,0 0 0,0 0 0,0 0 0,0 0 0,0 0 0,0 0 0,0 0 0,1 0 0,-1 0 0,0 0 0,0 0 0,0 0 0,0 0 0,0 0 0,0 0 0,0-1 0,1 1 0,-1 0 0,0 0 0,0 0 0,0 1 0,0-1 0,0 0 0,0 0 0,1 0 0,-1 0 0,0 0 0,0 0 0,0 0 0,0 0 0,0 0 0,0 0 0,0 0 0,0 0 0,1 0 0,-1 0 0,0 0 0,0 0 0,0 1 0,0-1 0,0 0 0,0 0 0,0 0 0,0 0 0,0 0 0,0 0 0,0 0 0,0 0 0,0 1 0,6 10 0,1 13 0,34 102 0,-25-82 0,-2 1 0,14 78 0,-26-106 0,1-1 0,1 1 0,9 23 0,-32-65 0,17 22 0,1 0 0,0 0 0,0 0 0,0 0 0,0-1 0,0 1 0,1 0 0,-1-1 0,1 1 0,0 0 0,0-1 0,1 1 0,-1 0 0,0-1 0,3-5 0,0 2 0,0 1 0,0-1 0,1 1 0,0 0 0,1 0 0,5-6 0,101-111-1365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24575,'-6'24'0,"-1"26"0,3 0 0,2 63 0,-1 35 0,1-106 0,1-25 0,-4 31 0,2-44 0,-3-10 0,-3-7 0,3-6 0,1 1 0,0-1 0,2 0 0,0 0 0,1-1 0,1 1 0,0 0 0,2-1 0,0 1 0,6-25 0,-3 24 0,2 0 0,0 1 0,12-27 0,-16 43 0,0-1 0,1 0 0,-1 1 0,1 0 0,0-1 0,0 1 0,0 0 0,0 0 0,0 1 0,7-5 0,42-21 0,-33 19 0,-11 4-227,1 0-1,0 1 1,0 1-1,0-1 1,11-1-1,-7 3-6598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24575,'0'0'0,"0"0"0,2 2 0,-1 0 0,1 1 0,0-1 0,-1 0 0,0 1 0,1-1 0,0 6 0,-1 3 0,-1 0 0,0 0 0,-1 0 0,0-1 0,-1 1 0,-6 19 0,-28 65 0,2-7 0,29-72 0,1 1 0,-5 32 0,9-43 0,-1 1 0,1-1 0,1 1 0,-1-1 0,1 1 0,1-1 0,-1 1 0,1-1 0,0 0 0,5 11 0,-6-15 0,0-1 0,0 1 0,0-1 0,0 1 0,0-1 0,0 0 0,0 0 0,0 1 0,1-1 0,-1 0 0,0 0 0,1 0 0,-1 0 0,1 0 0,-1-1 0,1 1 0,0 0 0,2 0 0,0 0 0,-1-1 0,1 0 0,-1 0 0,0 0 0,1 0 0,-1 0 0,0-1 0,1 1 0,3-2 0,2-1 0,0-1 0,0 1 0,0-2 0,-1 1 0,14-11 0,-12 8 0,0-1 0,0 0 0,-1-1 0,0 1 0,-1-2 0,0 1 0,-1-1 0,0-1 0,0 1 0,-1-1 0,0 0 0,-1-1 0,0 1 0,-1-1 0,-1 0 0,1 0 0,-2-1 0,0 1 0,1-15 0,-3 5 0,-3-38 0,2 53 0,0 0 0,-1-1 0,1 1 0,-2 0 0,1 0 0,-1 0 0,0 0 0,0 1 0,-5-7 0,7 10-32,-1 1 1,1 0-1,-1 0 0,1 1 0,-1-1 1,0 0-1,0 0 0,0 1 0,0-1 1,0 1-1,0 0 0,0 0 0,0-1 1,-1 1-1,1 1 0,0-1 0,-1 0 1,1 1-1,-1-1 0,1 1 0,-1-1 1,1 1-1,-1 0 0,1 0 0,-1 0 1,1 1-1,-1-1 0,1 1 0,-1-1 1,1 1-1,0 0 0,-1 0 0,1 0 1,0 0-1,0 0 0,0 0 0,-1 1 1,1-1-1,0 1 0,1 0 0,-1-1 1,-2 3-1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5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24575,'24'-2'0,"-22"1"0,0 1 0,0 0 0,0-1 0,0 1 0,0 0 0,0 0 0,0 0 0,0 0 0,0 0 0,0 0 0,0 1 0,0-1 0,0 1 0,0-1 0,0 1 0,0 0 0,3 2 0,1 1 0,0 1 0,-1 0 0,1 1 0,-1-1 0,0 1 0,0 0 0,-1 0 0,0 1 0,0-1 0,0 1 0,-1 0 0,5 14 0,2 11 0,9 53 0,-15-64 0,-2-7 0,-1 0 0,0 0 0,-1 0 0,0 0 0,-1 1 0,-1-1 0,0 0 0,-1 0 0,-6 17 0,7-17 0,-1-1 0,3-21 0,2-32 0,2 0 0,16-64 0,-15 84 0,1 0 0,2 1 0,0-1 0,0 2 0,2-1 0,23-33 0,-30 48 0,0 1 0,0 0 0,0-1 0,1 1 0,-1 0 0,1 0 0,0 1 0,0-1 0,0 1 0,0 0 0,0 0 0,0 0 0,1 0 0,-1 1 0,1 0 0,-1 0 0,1 0 0,-1 0 0,1 1 0,4 0 0,-6 0-22,-1 1 0,0 0-1,0 1 1,0-1 0,0 0-1,0 0 1,0 1 0,0-1-1,0 1 1,-1 0 0,3 2 0,1 1-1076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25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24575,'10'19'0,"3"11"0,-1 1 0,-1 0 0,8 42 0,12 101 0,-5-23 0,-16-104 0,6 85 0,-16-107 0,0 0 0,-1-1 0,-2 1 0,0 0 0,-8 27 0,5-36-76,-1 0 0,-1-1-1,0 0 1,-1 0 0,0-1-1,-1 0 1,-15 15 0,14-14-679,6-10-6071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33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24575,'0'0'0,"9"-6"0,14-7 0,1 1 0,0 1 0,0 2 0,30-9 0,108-17 0,-133 30 0,-1 2 0,1 1 0,0 1 0,0 2 0,0 0 0,0 2 0,44 11 0,-60-11 0,1 2 0,-1 0 0,0 0 0,0 1 0,-1 1 0,0 0 0,19 15 0,-23-16 0,0 2 0,-1-1 0,0 1 0,-1 0 0,0 0 0,0 0 0,0 1 0,-1 0 0,-1 0 0,1 1 0,4 15 0,-1 8 0,-1 0 0,-1 1 0,-1 0 0,-1 60 0,-6-32 0,-17 107 0,12-133 0,-2 0 0,-1 0 0,-2-1 0,-1-1 0,-2 0 0,-1-1 0,-2 0 0,-1-2 0,-25 33 0,39-58 0,0 0 0,-1 0 0,1 0 0,-1-1 0,0 0 0,-1 0 0,1 0 0,-1-1 0,0 0 0,0 0 0,0-1 0,-1 0 0,1 0 0,-1-1 0,1 0 0,-1 0 0,0-1 0,0 1 0,0-2 0,0 1 0,0-1 0,0-1 0,0 1 0,0-2 0,0 1 0,0-1 0,1 0 0,-1 0 0,0-1 0,-12-6 0,10 2 0,0 0 0,1-1 0,0 0 0,0-1 0,1 0 0,0 0 0,0 0 0,1-1 0,0 0 0,1-1 0,0 0 0,1 0 0,0 0 0,1 0 0,0-1 0,1 0 0,-4-23 0,4 9 0,0-1 0,2 0 0,1 0 0,1 0 0,1 0 0,1 1 0,8-31 0,-8 47 0,0-1 0,0 1 0,1 0 0,1 0 0,-1 1 0,1-1 0,1 1 0,0 0 0,0 0 0,1 1 0,0 0 0,0 0 0,1 0 0,0 1 0,1 0 0,-1 1 0,1 0 0,0 0 0,1 1 0,-1 0 0,1 1 0,0 0 0,0 1 0,1-1 0,-1 2 0,1 0 0,-1 0 0,1 1 0,0 0 0,0 1 0,-1 0 0,1 1 0,0 0 0,11 3 0,21 8 0,-1 2 0,-1 2 0,74 39 0,-62-28 0,-29-15 0,-1 0 0,0 2 0,34 28 0,-48-35 0,-1 0 0,0 1 0,-1 0 0,1 1 0,-2 0 0,1 0 0,-1 0 0,-1 0 0,1 1 0,-2 0 0,7 18 0,-10-24-57,0 1 0,-1 0 1,1 0-1,-1 0 0,0 0 0,0 0 0,-1 0 0,1 0 0,-1 0 0,0-1 0,-1 1 1,1 0-1,-1 0 0,0-1 0,0 1 0,0-1 0,0 0 0,-1 1 0,0-1 1,0 0-1,0-1 0,0 1 0,-8 6 0,-7 6-6769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34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1 614 24575,'0'0'0,"0"0"0,0 0 0,2 0 0,151-16 0,182-12 0,244-25 0,59-1 0,349-31-1746,-630 48 1376,786-76 370,201-1 0,-94 22 0,-1111 78 329,0 7 0,0 6 1,148 18-1,-264-14 40,-16-1-307,1-1-1,0 0 0,0 0 1,0-1-1,0 0 1,12-2-1,-97 24-61,-154 20 0,192-37 0,-191 26-1726,140-21-4739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35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32 126 24575,'0'0'0,"0"0"0,1-3 0,1 1 0,-1 0 0,0 0 0,0 0 0,1 0 0,-1 0 0,1 0 0,0 1 0,2-3 0,0 0 0,5-5 0,0 1 0,1 0 0,0 1 0,0 0 0,1 0 0,0 1 0,0 1 0,0 0 0,1 0 0,14-4 0,-1 3 0,1 0 0,-1 2 0,51-3 0,-49 7 0,1 2 0,-1 1 0,1 1 0,-1 1 0,0 2 0,-1 0 0,0 2 0,39 19 0,-30-11 0,-1 2 0,-1 1 0,-1 2 0,-1 1 0,43 40 0,-56-45 0,-1 0 0,0 2 0,-2 0 0,0 0 0,21 43 0,-30-53 0,-2 0 0,1 1 0,-2-1 0,1 1 0,-2 0 0,1 0 0,-1 1 0,-1-1 0,0 0 0,-1 1 0,0-1 0,0 0 0,-2 1 0,1-1 0,-5 16 0,-3-3 0,-1-1 0,-1 0 0,-1-1 0,0 0 0,-2-1 0,-1 0 0,0-2 0,-2 1 0,0-2 0,-1 0 0,-1-1 0,0-1 0,-36 22 0,26-20 0,0-1 0,-1-2 0,-1-1 0,0-1 0,-1-2 0,0-1 0,-1-2 0,0-1 0,-59 5 0,61-11 0,-1-1 0,1-1 0,-37-7 0,51 5 0,0-1 0,0 0 0,0-2 0,1 1 0,0-2 0,0 0 0,-17-12 0,28 16 0,0-1 0,0 1 0,0-1 0,1 0 0,-1 0 0,1-1 0,0 1 0,0-1 0,1 0 0,-1 0 0,1-1 0,0 1 0,1 0 0,-1-1 0,1 0 0,0 0 0,1 1 0,-1-1 0,1 0 0,0 0 0,0-12 0,2 9 0,0 0 0,0 0 0,1 0 0,0 0 0,1 0 0,0 0 0,0 1 0,1-1 0,0 1 0,0 0 0,1 0 0,0 1 0,1-1 0,7-8 0,6-3 0,0 1 0,1 0 0,1 1 0,0 2 0,1 0 0,1 1 0,0 1 0,1 1 0,1 2 0,0 0 0,0 1 0,0 2 0,1 1 0,0 0 0,1 2 0,36-1 0,-3 4 0,0 3 0,-1 2 0,89 17 0,-107-12 0,-1 1 0,0 3 0,-1 1 0,0 2 0,66 37 0,-88-41 0,1 0 0,-1 1 0,-1 1 0,0 1 0,-1 0 0,-1 1 0,0 1 0,-2 0 0,0 1 0,0 0 0,-2 1 0,0 0 0,-1 0 0,-1 1 0,-1 1 0,-1-1 0,-1 1 0,4 29 0,-11-34 120,-1-14-321,1-10-1083,1 3-5542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36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24575,'0'0'0,"0"0"0,0 2 0,7 77 0,-3 82 0,-13 83 0,0-13 0,7-178 0,1-7 0,4 48 0,-3-89 0,1 0 0,0 0 0,0-1 0,0 1 0,0 0 0,1-1 0,0 1 0,0-1 0,0 1 0,1-1 0,3 6 0,-4-9 0,-1 1 0,1-1 0,-1 0 0,1 0 0,-1 0 0,1 0 0,-1 0 0,1 0 0,0 0 0,0 0 0,-1-1 0,1 1 0,0 0 0,0-1 0,0 0 0,0 0 0,0 1 0,0-1 0,0 0 0,-1 0 0,1-1 0,0 1 0,0 0 0,0-1 0,0 1 0,0-1 0,-1 1 0,1-1 0,0 0 0,0 0 0,2-2 0,2 0 0,0-1 0,0-1 0,0 1 0,-1-1 0,1 0 0,-1-1 0,-1 1 0,1-1 0,4-6 0,5-12 0,13-26 0,-21 38 0,86-209 0,-60 138 0,57-108 0,-89 191 0,0 0 0,0 0 0,-1 0 0,1-1 0,0 1 0,0 0 0,0 0 0,1 0 0,-1 0 0,0 0 0,0 0 0,0 0 0,0-1 0,0 1 0,0 0 0,0 0 0,0 0 0,0 0 0,0 0 0,0 0 0,0 0 0,0 0 0,0-1 0,0 1 0,0 0 0,1 0 0,-1 0 0,0 0 0,0 0 0,0 0 0,0 0 0,0 0 0,0 0 0,0 0 0,0 0 0,1 0 0,-1 0 0,0 0 0,0 0 0,0 0 0,0 0 0,0 0 0,0 0 0,1 0 0,-1 0 0,0 0 0,0 0 0,0 0 0,0 0 0,0 0 0,0 0 0,0 0 0,1 0 0,-1 0 0,0 0 0,0 0 0,0 0 0,0 0 0,0 0 0,0 1 0,0-1 0,0 0 0,0 0 0,1 0 0,0 12 0,-1 17 0,-16 117 0,-7 88 0,22-187 0,1 0 0,2-1 0,9 48 0,-8-79 0,0 0 0,1-1 0,0 1 0,2-1 0,-1 0 0,2 0 0,11 17 0,-16-27 0,0 0 0,1-1 0,-1 1 0,1-1 0,0 0 0,0 0 0,0 0 0,0 0 0,1 0 0,-1-1 0,1 0 0,0 1 0,0-1 0,0-1 0,0 1 0,0-1 0,0 1 0,0-1 0,0 0 0,1 0 0,-1-1 0,0 0 0,1 1 0,-1-1 0,0-1 0,0 1 0,1-1 0,-1 1 0,0-1 0,8-3 0,-3 0 0,-1 0 0,1 0 0,-1-1 0,0 0 0,-1-1 0,1 0 0,-1 0 0,0 0 0,-1-1 0,1 0 0,-1 0 0,5-10 0,8-12 0,27-61 0,-44 87 0,24-54 0,-2-1 0,-3 0 0,-2-2 0,-3 0 0,12-91 0,-27 142 0,0-1 0,0 1 0,-1 0 0,-1-1 0,1 1 0,-2 0 0,-2-11 0,3 17 0,0-1 0,-1 1 0,1-1 0,-1 1 0,0 0 0,0 0 0,0 0 0,-1 0 0,1 0 0,-1 0 0,1 1 0,-1-1 0,0 1 0,0-1 0,0 1 0,0 0 0,-1 1 0,1-1 0,0 0 0,-7-1 0,-18-5-341,-1 2 0,0 0-1,-54-2 1,44 6-6485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36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0 281 24575,'16'-3'0,"0"1"0,0 1 0,0 0 0,0 2 0,22 2 0,-4-1 0,40 2 0,319 8 0,-317-14 0,0-4 0,0-3 0,89-22 0,-123 21 0,-20 6 0,-1-1 0,0-1 0,-1 0 0,35-17 0,-54 22 0,1 0 0,0 0 0,-1 0 0,1 0 0,-1 0 0,1 0 0,-1 0 0,1-1 0,-1 1 0,0-1 0,0 1 0,0-1 0,0 1 0,0-1 0,0 1 0,0-1 0,0 0 0,1-3 0,-2 4 0,0 0 0,-1-1 0,1 1 0,0 0 0,0-1 0,-1 1 0,1 0 0,0-1 0,-1 1 0,1 0 0,-1 0 0,0-1 0,1 1 0,-1 0 0,0 0 0,0 0 0,0 0 0,0 0 0,-1-1 0,-5-4 0,0 1 0,-1 0 0,1 1 0,-1 0 0,0 0 0,-14-5 0,-139-41 134,32 11-1633,89 25-5327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3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195 198 24575,'-33'-2'0,"-50"-8"0,23 1 0,41 7 0,31 3 0,34 4 0,73 15 0,268 30 0,-8-44 0,-106-4 0,-243 0 0,-20-1 0,-1 0 0,1 0 0,0-1 0,0-1 0,-1 1 0,1-2 0,0 1 0,16-6 0,-26 7 0,1-1 0,0 1 0,0-1 0,-1 1 0,1-1 0,0 1 0,-1-1 0,1 0 0,-1 1 0,1-1 0,-1 0 0,1 0 0,-1 1 0,1-1 0,-1 0 0,0 0 0,1 0 0,-1 1 0,0-1 0,0 0 0,1 0 0,-1 0 0,0 0 0,0 0 0,0 1 0,0-1 0,0 0 0,-1 0 0,1 0 0,0 0 0,0 0 0,0 1 0,-1-1 0,1 0 0,0 0 0,-1 0 0,1 1 0,-1-1 0,1 0 0,-1 0 0,0 0 0,-3-5 0,-1 0 0,1 0 0,-11-9 0,-4-1 15,0 0 0,-1 2 0,-1 0 0,0 1 0,-1 1 0,0 1 0,-43-14 0,8 7-510,-1 3 0,-62-8 0,52 13-6331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4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24575,'0'17'0,"-10"267"0,-5 73 0,0 67 0,15-422-105,0 1 0,0 0 0,0 0 0,1-1 0,-1 1 0,1 0 0,-1 0 0,1-1 0,0 1 0,0-1 0,0 1 0,3 3 0,1 1-6721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5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24575,'10'21'0,"-6"5"0,-1 0 0,0-1 0,-3 31 0,1-19 0,1 208 0,-2-241 0,0 0 0,0-1 0,1 1 0,-1-1 0,1 1 0,-1-1 0,1 1 0,1-1 0,-1 1 0,0-1 0,1 0 0,-1 0 0,1 0 0,0 0 0,4 5 0,-4-7 0,-1 1 0,1-1 0,0 0 0,0 1 0,0-1 0,0 0 0,0 0 0,0 0 0,1 0 0,-1-1 0,0 1 0,0-1 0,1 1 0,-1-1 0,0 0 0,1 0 0,-1 0 0,0 0 0,1 0 0,-1 0 0,0-1 0,0 1 0,1-1 0,-1 0 0,3 0 0,6-4 0,1 0 0,-1 0 0,0-1 0,-1 0 0,1-1 0,-1 0 0,0-1 0,-1 0 0,0-1 0,0 1 0,-1-2 0,10-13 0,-8 8 0,-1 0 0,-1 0 0,0-1 0,-1-1 0,0 1 0,-2-1 0,0 0 0,3-18 0,-4 14 0,-1 0 0,-2-1 0,0-22 0,-1 38 0,0 0 0,0 0 0,-1-1 0,0 1 0,-1 0 0,1 0 0,-1 0 0,0 1 0,-1-1 0,1 0 0,-1 1 0,0-1 0,-1 1 0,-7-10 0,9 13 5,0 1 0,-1-1 0,1 0-1,0 1 1,-1-1 0,1 1 0,-1 0 0,0-1-1,0 1 1,1 1 0,-1-1 0,0 0 0,0 1-1,0-1 1,0 1 0,1 0 0,-1 0-1,0 0 1,0 0 0,0 1 0,0-1 0,0 1-1,0 0 1,-3 1 0,-3 1-217,1 1 0,0 0 0,-1 0-1,2 1 1,-1 0 0,-10 9 0,9-6-6614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5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24575,'-10'3'0,"0"1"0,0 1 0,0 0 0,-17 12 0,15-9 0,-16 9 0,1 1 0,1 2 0,1 0 0,-40 43 0,63-61 0,0 1 0,0-1 0,1 0 0,-1 1 0,1 0 0,0-1 0,0 1 0,0 0 0,0-1 0,0 1 0,1 0 0,-1 0 0,1 0 0,0 0 0,0 0 0,0 0 0,0 0 0,0-1 0,1 1 0,-1 0 0,1 0 0,0 0 0,0 0 0,0-1 0,0 1 0,0 0 0,1-1 0,2 5 0,-1-2 0,1 0 0,0 0 0,1 0 0,-1 0 0,1-1 0,0 0 0,0 0 0,0 0 0,0 0 0,1-1 0,-1 0 0,8 3 0,18 3 0,1-2 0,0 0 0,0-3 0,65 2 0,-21-1 0,-24-5 0,-52 0 0,0 0 0,0 1 0,0-1 0,0 0 0,1 0 0,-1 0 0,0 1 0,0-1 0,0 0 0,0 0 0,0 1 0,0-1 0,0 0 0,0 0 0,0 0 0,0 1 0,0-1 0,0 0 0,0 0 0,-1 0 0,1 1 0,0-1 0,0 0 0,0 0 0,0 0 0,0 1 0,0-1 0,0 0 0,-1 0 0,1 0 0,0 1 0,0-1 0,0 0 0,0 0 0,-1 0 0,1 0 0,0 0 0,0 0 0,0 0 0,-1 1 0,-11 10 0,-10 4-195,-1-2 0,0 0 0,-1-1 0,0-2 0,-1 0 0,-29 6 0,46-14-6631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0 24575,'-13'14'0,"-26"23"0,-60 65 0,86-88 0,1 2 0,1 0 0,0 0 0,1 1 0,-9 20 0,17-32 0,0 0 0,0 0 0,0 1 0,1-1 0,-1 1 0,1-1 0,1 1 0,-1 0 0,1-1 0,0 1 0,0 0 0,1-1 0,0 1 0,0-1 0,3 11 0,-2-10 0,1-1 0,0 1 0,1-1 0,-1 0 0,1 0 0,0 0 0,0-1 0,1 0 0,-1 1 0,1-2 0,0 1 0,0 0 0,0-1 0,11 5 0,42 19 0,0-3 0,2-2 0,78 18 0,-136-40 0,-1 0 0,1 1 0,-1-1 0,1 0 0,-1 1 0,1-1 0,-1 1 0,1 0 0,-1-1 0,0 1 0,1 0 0,-1 0 0,0 0 0,0 0 0,0 0 0,1 0 0,-1 0 0,0 1 0,-1-1 0,1 0 0,0 1 0,1 1 0,-2-2 0,0 1 0,0 0 0,0-1 0,0 1 0,0-1 0,0 1 0,0 0 0,-1-1 0,1 1 0,0 0 0,-1-1 0,0 1 0,1-1 0,-1 1 0,0-1 0,0 0 0,-1 2 0,-4 5 0,0 0 0,0-1 0,-1 0 0,0-1 0,-12 9 0,1-2 60,-30 16 0,40-25-246,1 0 1,-1-1-1,0 0 0,0-1 1,0 0-1,0 0 1,-10 1-1,4-3-6640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6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1 24575,'0'0'0,"0"0"0,0 0 0,0 0 0,0 0 0,0 0 0,-11 14 0,-41 53 0,4 3 0,3 1 0,3 3 0,-34 81 0,59-116 0,1 0 0,-13 57 0,24-75 0,2-1 0,0 1 0,1 0 0,1-1 0,1 1 0,4 35 0,-3-46 0,1 0 0,1-1 0,0 1 0,0-1 0,1 0 0,0 0 0,0 0 0,1-1 0,0 1 0,1-1 0,0 0 0,0-1 0,1 1 0,0-1 0,0-1 0,0 1 0,1-1 0,0-1 0,1 1 0,-1-1 0,1-1 0,15 7 0,0-3 0,1 0 0,0-2 0,0 0 0,0-2 0,0-1 0,1-1 0,39-2 0,-24-1-341,1-2 0,-1-2-1,62-14 1,-76 10-6485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7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0 24575,'0'0'0,"0"0"0,0 0 0,0 0 0,-13 17 0,-8 19 0,2 1 0,2 0 0,1 1 0,2 1 0,-15 70 0,18-63 0,3 0 0,1 0 0,0 55 0,7-83 0,0 0 0,1-1 0,1 1 0,1-1 0,1 1 0,0-1 0,1 0 0,1 0 0,0-1 0,1 0 0,15 24 0,-19-35 0,1 0 0,0 0 0,0 0 0,1 0 0,-1-1 0,1 0 0,0 0 0,0 0 0,0 0 0,1-1 0,-1 0 0,8 3 0,-9-4 0,0-1 0,1 0 0,-1 0 0,1 0 0,-1-1 0,1 1 0,-1-1 0,1 0 0,-1-1 0,1 1 0,-1-1 0,1 0 0,-1 0 0,1 0 0,-1 0 0,0-1 0,0 0 0,5-2 0,7-5 0,0-1 0,-1-1 0,0 0 0,-1-1 0,0 0 0,-1-2 0,14-17 0,-10 9 0,-1-1 0,-1-1 0,-1 0 0,12-32 0,-4-3 0,-2 0 0,-3-2 0,13-95 0,-9 17 0,-31 269 0,7-71 0,0 348 0,5-135 0,-3-237 0,-1 0 0,-1-1 0,-2 0 0,-2 1 0,-1-2 0,-20 53 0,20-67 0,-1-1 0,0 0 0,-2 0 0,0-1 0,-1 0 0,-1-1 0,0 0 0,-1-1 0,-1 0 0,0-2 0,-1 1 0,-25 15 0,22-18 0,-1-1 0,1-1 0,-1-1 0,-1-1 0,1 0 0,-43 6 0,21-7 0,0-3 0,-68-1 0,101-3-170,0 0-1,0 0 0,0 0 1,0-1-1,0 0 0,0-1 1,-16-7-1,6 0-6655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 24575,'0'0'0,"0"0"0,0 0 0,0 0 0,-10 5 0,-1 3 0,0 0 0,0 0 0,0 1 0,1 1 0,1-1 0,0 2 0,0-1 0,1 1 0,-11 18 0,4-3 0,2 1 0,1 0 0,-12 38 0,14-32 0,2 0 0,1 0 0,2 0 0,-1 47 0,13 136 0,5-123 0,-11-84 0,1 0 0,1-1 0,-1 1 0,2-1 0,-1 0 0,1 0 0,0 0 0,8 11 0,-13-37-1365,-1 8-5461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24575,'0'0'0,"0"0"0,0 0 0,0 0 0,9-1 0,98-19 0,-56 10 0,88-6 0,-90 14-341,-1 3 0,1 2-1,60 11 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8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0,3 67 0,20 108 0,-6-54 0,-13-89 0,-2 1 0,-1 0 0,-4 36 0,-1-49 0,-1-16 0,-2-14 0,2-1 0,1 0 0,1-1 0,0 1 0,1-1 0,0 0 0,0 0 0,2 0 0,0-20 0,2-5 0,11-54 0,-8 75 0,0 1 0,0-1 0,2 1 0,0 0 0,0 1 0,11-15 0,-5 6 0,-8 15 0,0 0 0,1 1 0,-1 0 0,1 0 0,1 0 0,-1 0 0,1 1 0,0 0 0,1 1 0,-1 0 0,1 0 0,0 0 0,1 1 0,-1 0 0,1 1 0,-1 0 0,15-3 0,-11 2 0,0 1 0,0 1 0,0 0 0,0 0 0,20 1 0,-31 1 0,0 1 0,-1-1 0,1 0 0,0 0 0,-1 0 0,1 1 0,0-1 0,-1 0 0,1 1 0,0-1 0,-1 1 0,1-1 0,-1 1 0,1-1 0,-1 1 0,1-1 0,-1 1 0,1-1 0,-1 1 0,1-1 0,-1 1 0,0 0 0,1-1 0,-1 1 0,0 0 0,0 0 0,1-1 0,-1 1 0,0 0 0,0-1 0,0 1 0,0 1 0,-1 25 0,-26 78 0,-4 19 0,28-109 0,-1 9 0,0 0 0,0 38 0,4-56 0,0 1 0,0 0 0,1-1 0,0 1 0,1-1 0,-1 0 0,1 1 0,0-1 0,1 0 0,-1 0 0,1 0 0,1-1 0,-1 1 0,7 8 0,-7-11 0,0 0 0,0-1 0,1 1 0,-1-1 0,1 1 0,0-1 0,-1 0 0,1 0 0,0-1 0,0 1 0,0-1 0,0 0 0,0 0 0,1 0 0,-1-1 0,0 1 0,0-1 0,7 0 0,-6-1 0,0 1 0,0-1 0,0 0 0,0 0 0,0-1 0,0 1 0,0-1 0,-1 0 0,1 0 0,-1-1 0,1 0 0,-1 1 0,0-1 0,0-1 0,6-5 0,2-5 0,-1-1 0,-1 0 0,0-1 0,-1 0 0,11-29 0,-3 3 0,11-53 0,-19 60 0,-2-1 0,-2 0 0,-1-1 0,-1-38 0,-18 253 0,13 32 0,2-206-170,0-1-1,1 1 0,-1-1 1,1 0-1,0 1 0,0-1 1,2 6-1,0-1-6655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55 282 24575,'20'0'0,"-4"-1"0,0 0 0,-1-1 0,1-1 0,0 0 0,-1-1 0,23-9 0,-29 8 0,0 1 0,-1-1 0,1 0 0,-1-1 0,0 0 0,0 0 0,-1-1 0,0 0 0,0 0 0,0-1 0,8-13 0,-10 13 0,0 0 0,0-1 0,-1 0 0,-1 0 0,1 0 0,-1 0 0,-1 0 0,3-19 0,-4 26 0,-1-1 0,0 0 0,0 1 0,0-1 0,-1 0 0,1 1 0,0-1 0,-1 0 0,0 1 0,0-1 0,0 1 0,0-1 0,0 1 0,0 0 0,0-1 0,-1 1 0,1 0 0,-1 0 0,0 0 0,0 0 0,1 0 0,-1 0 0,0 1 0,-1-1 0,1 1 0,0-1 0,0 1 0,-1 0 0,1 0 0,-1 0 0,1 0 0,-1 0 0,1 0 0,-1 1 0,0-1 0,1 1 0,-4 0 0,-2-1 0,0 1 0,0 0 0,-1 1 0,1 0 0,0 0 0,0 1 0,0 0 0,1 1 0,-1-1 0,0 1 0,-11 7 0,6-3 0,0 1 0,0 0 0,0 2 0,1-1 0,-15 16 0,18-15 0,0 0 0,1 1 0,0 0 0,1 0 0,1 1 0,-1-1 0,2 1 0,-1 1 0,2-1 0,-5 18 0,6-14 0,0 0 0,2 0 0,0 1 0,0-1 0,2 1 0,0-1 0,0 0 0,5 18 0,-3-22 0,0 0 0,0 0 0,1 0 0,1-1 0,0 1 0,0-1 0,1 0 0,11 15 0,-11-19 0,0-1 0,1 1 0,0-1 0,0 0 0,0 0 0,0-1 0,1 0 0,0 0 0,0-1 0,0 0 0,18 6 0,-11-6-68,1-1 0,0 0-1,-1-1 1,1 0 0,0-1 0,0-1-1,0-1 1,0 0 0,0-1 0,-1-1-1,1 0 1,-1-1 0,0-1 0,0 0-1,0-1 1,0-1 0,-1 0 0,0-1-1,23-18 1,-25 16-6758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9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24575,'0'24'0,"-4"52"0,0 172 0,4-247-40,0 0 0,0 0 0,0 0 0,0 0-1,0 0 1,0 0 0,0 0 0,0 0 0,0-1 0,0 1 0,1 0-1,-1 0 1,0 0 0,1 0 0,-1 0 0,0-1 0,1 1-1,-1 0 1,1 0 0,0-1 0,-1 1 0,1 0 0,0-1 0,-1 1-1,1 0 1,0-1 0,-1 1 0,1-1 0,0 0 0,0 1-1,0-1 1,0 1 0,1-1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49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58 24575,'7'55'0,"-12"8"0,-25 120 0,3-33 0,23-127 0,-1 12 0,0 39 0,5-63 0,0 0 0,1 0 0,0-1 0,1 1 0,0 0 0,1-1 0,0 0 0,5 11 0,-6-16 0,0-1 0,1 0 0,0 0 0,0 0 0,0 0 0,0 0 0,1-1 0,-1 0 0,1 1 0,0-1 0,0 0 0,0-1 0,0 1 0,1-1 0,-1 0 0,1 0 0,-1 0 0,1-1 0,0 1 0,0-1 0,-1 0 0,1-1 0,0 1 0,0-1 0,0 0 0,0 0 0,0-1 0,0 1 0,0-1 0,0 0 0,-1 0 0,9-4 0,0 0 0,1-1 0,-1 0 0,0-1 0,0-1 0,-1 0 0,0-1 0,18-17 0,-14 11 0,-2-2 0,0 0 0,-1 0 0,17-30 0,-5-1 0,-3-2 0,-1 0 0,18-71 0,-21 58 0,-2-1 0,13-111 0,-22 141 0,-3 26 0,-3 21 0,-22 236 0,1-9 0,16-115 0,-3 59 0,3-140 0,-2-1 0,-13 49 0,13-71 0,-2 1 0,0-1 0,-1 0 0,-1-1 0,-1 0 0,-1 0 0,-14 18 0,15-24 0,-1 0 0,0-2 0,-1 1 0,0-1 0,-1-1 0,0-1 0,-1 0 0,0 0 0,-26 11 0,32-18-124,0 0 0,-1 0 0,0-1 0,0 0 0,0 0 0,0-1-1,0-1 1,0 1 0,0-2 0,-11-1 0,-2-1-6702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50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24575,'1'8'0,"5"35"0,-2 0 0,-2 55 0,-13 86 0,5-113 0,-42 302 0,36-296 0,12-74 0,-2 5 0,0 1 0,1 0 0,0 0 0,1 0 0,0 0 0,1 0 0,2 16 0,-1-31 0,3-52-134,-3 0-1,-7-82 0,2 95-826,1 1-5865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50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24575,'0'0'0,"0"0"0,0 0 0,0 0 0,0 0 0,1-3 0,-1 1 0,1-1 0,0 1 0,1 0 0,-1-1 0,0 1 0,0 0 0,3-2 0,1-4 0,-3 7 0,1 1 0,-1-1 0,1 1 0,-1-1 0,1 1 0,-1 0 0,1 0 0,0 0 0,4 1 0,-3-1 0,15 1 0,1 1 0,-1 0 0,0 1 0,0 1 0,22 9 0,0 2 0,45 24 0,-81-37 0,0 1 0,-1-1 0,1 1 0,-1 0 0,0 0 0,0 1 0,0-1 0,0 1 0,-1 0 0,0 0 0,1 0 0,-1 0 0,-1 1 0,4 6 0,-4-8 0,-1 1 0,0 0 0,0 0 0,-1 0 0,1 0 0,-1 0 0,0-1 0,0 1 0,0 0 0,0 0 0,-1 0 0,1 0 0,-1 0 0,0 0 0,0-1 0,-1 1 0,1 0 0,-1-1 0,-3 7 0,-3 2 0,0 0 0,-1-1 0,-1 0 0,1-1 0,-2 0 0,-18 15 0,-75 43 0,99-64 0,-1-1 0,0-1 0,0 1 0,0-1 0,-1 0 0,-10 2 0,16-3 0,0-1 0,0 0 0,0 0 0,0 0 0,-1 1 0,1-1 0,0 0 0,0-1 0,0 1 0,0 0 0,0 0 0,0 0 0,-1-1 0,1 1 0,0 0 0,0-1 0,0 1 0,0-1 0,0 0 0,0 1 0,0-1 0,0 0 0,1 1 0,-1-1 0,0 0 0,0 0 0,0 0 0,1 0 0,-1 0 0,1 0 0,-1 0 0,0 0 0,1 0 0,0 0 0,-1 0 0,1 0 0,0 0 0,-1 0 0,1 0 0,0-1 0,0 1 0,0 0 0,0 0 0,0 0 0,1-2 0,-1-6 0,2 0 0,-1 0 0,1 0 0,1 1 0,0-1 0,0 1 0,5-11 0,36-58 0,-40 70 0,19-29 0,36-44 0,-46 64 0,1 1 0,0 1 0,1 0 0,1 1 0,19-12 0,-32 23 0,-1 0 0,1 1 0,0 0 0,-1-1 0,1 1 0,0 0 0,0 0 0,0 1 0,0-1 0,0 1 0,0-1 0,0 1 0,0 0 0,0 0 0,0 0 0,-1 1 0,1-1 0,0 1 0,0-1 0,0 1 0,0 0 0,0 0 0,0 0 0,-1 1 0,1-1 0,-1 0 0,1 1 0,-1 0 0,1 0 0,-1 0 0,0 0 0,0 0 0,0 0 0,0 0 0,0 1 0,0-1 0,-1 1 0,1 0 0,-1-1 0,0 1 0,1 3 0,4 9 0,-1 0 0,-1 0 0,0 1 0,-1 0 0,1 29 0,-6 86 0,0-48 0,-4-43 0,4-32 0,6-89 0,-1 65 0,0 0 0,1 1 0,1-1 0,1 1 0,0 0 0,1 0 0,1 1 0,0 0 0,15-19 0,-13 19 17,1 0 0,1 1 1,0 0-1,0 1 0,1 1 0,20-14 0,-24 19-152,1 1 0,0-1 0,0 2 0,1-1 0,-1 2 0,1-1 0,0 1 0,0 1 0,0 0 0,21-1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5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33 654 24575,'5'1'0,"0"1"0,1-1 0,-1 0 0,1 0 0,-1 0 0,1-1 0,0 1 0,-1-2 0,8 1 0,-3-2 0,0-1 0,1 0 0,-1 0 0,0 0 0,0-2 0,-1 1 0,1-1 0,-1 0 0,0-1 0,-1 0 0,1-1 0,9-9 0,4-7 0,-1-1 0,33-49 0,-53 71 0,1 1 0,-1-1 0,0 0 0,0 0 0,0 0 0,0 0 0,0 0 0,0 0 0,0 0 0,-1 0 0,1 0 0,-1-1 0,0 1 0,1 0 0,-1 0 0,0 0 0,0-1 0,-1 1 0,1-2 0,-1 2 0,0 0 0,0 1 0,0-1 0,-1 0 0,1 1 0,0-1 0,-1 1 0,1 0 0,-1 0 0,1-1 0,-1 1 0,0 0 0,0 0 0,1 0 0,-1 1 0,0-1 0,0 0 0,0 1 0,0-1 0,0 1 0,0-1 0,-3 1 0,-7-1 0,1 0 0,-1 0 0,1 2 0,-1-1 0,1 1 0,-1 1 0,1 0 0,0 1 0,0 0 0,0 0 0,0 1 0,0 1 0,1 0 0,0 0 0,0 1 0,0 1 0,1-1 0,0 1 0,0 1 0,1 0 0,0 0 0,0 1 0,1 0 0,0 0 0,0 0 0,1 1 0,0 0 0,1 0 0,-5 15 0,7-15 0,1-1 0,0 1 0,0 0 0,1 0 0,0 0 0,1-1 0,0 1 0,1 0 0,0 0 0,0 0 0,1 0 0,1-1 0,-1 1 0,5 9 0,-4-12 0,0 0 0,1 0 0,-1 0 0,1-1 0,0 1 0,1-1 0,-1 0 0,1-1 0,1 1 0,-1-1 0,1 0 0,0 0 0,0 0 0,0-1 0,1 0 0,-1 0 0,1-1 0,0 0 0,8 3 0,0-3 0,0 0 0,0-1 0,0-1 0,0 0 0,0-1 0,0-1 0,0 0 0,0-1 0,0-1 0,0 0 0,-1-1 0,1-1 0,-1 0 0,20-11 0,-4 1 0,-1-2 0,-1-1 0,0-2 0,-2 0 0,37-37 0,-47 41 0,2 0 0,-1-1 0,0-1 0,-1 0 0,-2-1 0,18-29 0,-31 46 0,1-1 0,-1 0 0,0 0 0,0 1 0,0-1 0,0 0 0,0 0 0,-1 0 0,0 0 0,1 0 0,-1 0 0,0 0 0,0 0 0,-2-6 0,2 7 0,-1 0 0,0 0 0,0 1 0,0-1 0,-1 0 0,1 1 0,0-1 0,0 1 0,-1-1 0,1 1 0,-1 0 0,0 0 0,1 0 0,-1-1 0,0 2 0,1-1 0,-1 0 0,0 0 0,0 0 0,0 1 0,0-1 0,-4 0 0,-4 0 0,0 0 0,0 0 0,0 1 0,0 0 0,0 0 0,0 1 0,0 1 0,0 0 0,0 0 0,1 1 0,-1 0 0,1 0 0,-18 10 0,10-4 0,1 1 0,1 1 0,0 0 0,0 1 0,1 0 0,-20 24 0,27-27 0,0 0 0,0 0 0,1 1 0,1 0 0,0 0 0,0 0 0,1 0 0,0 1 0,1 0 0,0 0 0,1 0 0,0 0 0,0 1 0,1-1 0,1 13 0,1-15 0,-1 0 0,2 0 0,-1 1 0,1-1 0,1 0 0,0-1 0,0 1 0,1 0 0,0-1 0,0 0 0,1 0 0,0 0 0,0 0 0,1-1 0,0 0 0,0 0 0,1 0 0,12 9 0,-14-12 0,1 0 0,0 0 0,0 0 0,1-1 0,-1 1 0,1-2 0,0 1 0,-1-1 0,1 0 0,0 0 0,0-1 0,1 0 0,-1 0 0,0-1 0,0 0 0,0 0 0,1 0 0,-1-1 0,0 0 0,0-1 0,0 0 0,0 0 0,-1 0 0,1-1 0,0 0 0,11-7 0,-7 2 0,0 0 0,0-1 0,0 0 0,-1-1 0,-1 0 0,0-1 0,0 0 0,-1 0 0,0-1 0,-1 0 0,-1 0 0,0-1 0,0 1 0,-1-1 0,-1-1 0,4-15 0,1-21 0,-1-1 0,-2 0 0,-2-52 0,-4-51 0,6-87 0,-2 179 0,-5 62 0,1 0 0,0 0 0,0 0 0,0 0 0,0 0 0,0 0 0,0 0 0,0 1 0,0-1 0,0 0 0,0 0 0,0 0 0,0 0 0,0 0 0,0 0 0,0 0 0,0 0 0,0 0 0,0 0 0,0 0 0,0 0 0,0 0 0,0 0 0,0 0 0,0 0 0,0 0 0,0 0 0,-1 0 0,1 0 0,0 0 0,0 0 0,0 0 0,0 0 0,0 0 0,0 0 0,0 0 0,0-1 0,0 1 0,-3 9 0,-2 16 0,2 159 0,27 242 0,-23-422 0,11 78 0,-11-75 0,1 0 0,0 1 0,0-1 0,1 0 0,0 0 0,1 0 0,-1-1 0,7 10 0,-9-15-36,-1-1 0,1 1 0,0 0 1,-1 0-1,1-1 0,0 1 0,0 0 0,0-1 0,-1 1 0,1-1 0,0 1 0,0-1 0,0 0 0,0 1 0,0-1 0,0 0 0,0 0 1,0 1-1,0-1 0,0 0 0,0 0 0,0 0 0,0 0 0,0 0 0,0 0 0,-1-1 0,1 1 0,0 0 0,0 0 0,0-1 0,0 1 1,0-1-1,0 1 0,0-1 0,0 1 0,-1-1 0,2 0 0,8-6-6790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4:5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24575,'25'70'0,"23"110"0,-26-91 0,71 365 0,-65-299 0,-22-128 0,-2 0 0,-1 1 0,-1 0 0,-3 39 0,0-56 0,-1 1 0,0-1 0,0 0 0,-1 0 0,-1 0 0,0 0 0,0 0 0,-1-1 0,-1 0 0,0 0 0,0 0 0,0-1 0,-12 12 0,-5 1-115,-2 0 0,-1-2-1,-1-1 1,-34 19 0,39-24-674,-29 18-6037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2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24575,'27'7'0,"130"39"0,-23-6 0,-141-44-273,0 0 0,0 0 0,0 0 0,-11-11 0,6 3-6553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1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0 0,0 0 0,0 0 0,0 0 0,0 0 0,23 5 0,26 3 0,96 5 0,52-14 0,-72-1 0,-109 2-1365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12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24575,'0'0'0,"0"0"0,0 0 0,0 0 0,0 0 0,0 0 0,4 115 0,-3 65 0,-2-166 0,-63 616 0,17-116 0,31-248 0,-4 179 0,17-339 0,9 304 0,1-111 0,-7-293 0,0 1 0,1-1 0,0 0 0,3 12 0,22-27 0,9 3 0,0 1 0,1 2 0,51 3 0,-51 0 0,23 0-1365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13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0 24575,'20'22'0,"-15"-18"0,1 0 0,0 0 0,0-1 0,0 0 0,0 0 0,1 0 0,-1-1 0,1 1 0,11 1 0,4-1 0,38 0 0,-41-2 0,0 0 0,36 6 0,-25 1 0,-29 20 0,-5 33 0,-12 63 0,1-13 0,7-24 0,-40 311 0,5 65 0,24-203 0,11-169 0,-43 572 0,52-549 0,20 164 0,-14-232 0,16 60 0,-23-105 0,0 0 0,0 0 0,0 0 0,-1 0 0,1 0 0,0 0 0,0 0 0,-1 0 0,1-1 0,-1 1 0,1 0 0,-1 0 0,1-1 0,-1 1 0,1 0 0,-1 0 0,0-1 0,0 1 0,1-1 0,-1 1 0,0-1 0,0 1 0,1-1 0,-1 1 0,0-1 0,0 0 0,0 1 0,0-1 0,0 0 0,-1 1 0,-28 7 0,-7-4-8,0-2-1,-73-4 0,43 0-1330,8 1-5487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2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75 24575,'-7'3'0,"1"-1"0,-1 0 0,0 0 0,-9 1 0,-23 6 0,34-7 0,1 1 0,-1-1 0,1 1 0,0 0 0,0 0 0,0 0 0,1 1 0,-1-1 0,1 1 0,0 0 0,0 0 0,0 0 0,0 0 0,1 1 0,-1-1 0,1 1 0,0 0 0,1-1 0,-1 1 0,1 0 0,0 0 0,-1 8 0,2-6 0,-1 0 0,1 0 0,1 0 0,-1 0 0,1 0 0,0-1 0,1 1 0,0 0 0,0-1 0,0 1 0,1-1 0,0 0 0,0 1 0,0-2 0,1 1 0,6 7 0,-8-10 0,0-1 0,0 0 0,0 0 0,0 0 0,0 0 0,0 0 0,1 0 0,-1 0 0,1-1 0,-1 1 0,1-1 0,0 0 0,0 0 0,-1 0 0,1 0 0,0 0 0,0-1 0,0 1 0,0-1 0,0 0 0,3 0 0,-1-1 0,0 0 0,-1 0 0,1-1 0,-1 0 0,1 0 0,-1 0 0,0 0 0,1-1 0,-1 1 0,0-1 0,-1 0 0,5-4 0,6-6 0,0-1 0,-1 0 0,-1 0 0,0-1 0,0-1 0,-2 0 0,0 0 0,15-36 0,-23 47 0,0 0 0,0 0 0,0 0 0,-1 0 0,1 0 0,-1 0 0,-1 0 0,1 0 0,-1-1 0,0 1 0,0 0 0,0-1 0,-1 1 0,1 0 0,-1 0 0,-1 0 0,1 0 0,-1 0 0,0 0 0,0 0 0,0 0 0,-6-8 0,7 12 5,0 0 1,0 0-1,0 0 0,0 0 0,0 0 0,0 0 1,0 0-1,-1 0 0,1 0 0,0 1 1,0-1-1,-1 0 0,1 1 0,-1 0 0,1-1 1,0 1-1,-1 0 0,1-1 0,-1 1 0,1 0 1,-1 0-1,-1 0 0,0 1-154,0-1 1,0 1-1,0-1 1,0 1-1,0 0 1,0 0-1,0 0 1,0 1-1,-4 2 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3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24575,'8'29'0,"16"43"-1365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3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104 309 24575,'19'3'0,"-14"-2"0,0 0 0,-1-1 0,1 0 0,0-1 0,0 1 0,0-1 0,0 0 0,0 0 0,-1 0 0,1-1 0,0 1 0,-1-1 0,1 0 0,-1-1 0,0 1 0,1-1 0,-1 0 0,-1 0 0,1 0 0,0 0 0,-1-1 0,5-4 0,2-5 0,0-1 0,-1 0 0,-1-1 0,0 0 0,7-17 0,-13 26 0,1-1 0,-2 1 0,1 0 0,0-1 0,-1 1 0,0-1 0,-1 1 0,0-1 0,0 0 0,0 1 0,0-1 0,-1 1 0,0-1 0,-4-9 0,4 12 0,0 1 0,-1 0 0,1-1 0,-1 1 0,0 0 0,0 0 0,0 0 0,0 0 0,0 0 0,-1 1 0,1-1 0,-1 1 0,0 0 0,0-1 0,0 1 0,0 0 0,0 1 0,0-1 0,-1 0 0,1 1 0,-1 0 0,1 0 0,-1 0 0,1 0 0,-1 1 0,-5-1 0,2 1 0,1 1 0,0 0 0,-1 0 0,1 0 0,0 1 0,0 0 0,0 0 0,0 1 0,1-1 0,-1 1 0,0 1 0,1-1 0,0 1 0,-5 4 0,-4 4 0,1 0 0,1 0 0,-21 28 0,26-29 0,-1 1 0,2-1 0,0 1 0,0 1 0,1-1 0,-6 24 0,10-33 0,1-1 0,-1 1 0,1 0 0,0 0 0,0-1 0,0 1 0,0 0 0,0 0 0,1 0 0,0-1 0,-1 1 0,1 0 0,0-1 0,0 1 0,0-1 0,0 1 0,1-1 0,-1 1 0,1-1 0,-1 0 0,1 0 0,0 0 0,0 0 0,0 0 0,0 0 0,0 0 0,1-1 0,-1 1 0,3 1 0,7 4 0,1-1 0,0-1 0,0 1 0,18 3 0,-28-8 0,1 0 0,-1 0 0,1 1 0,0-1 0,-1 1 0,1-1 0,-1 1 0,0 0 0,1 1 0,-1-1 0,0 0 0,0 1 0,-1 0 0,1 0 0,0 0 0,-1 0 0,0 0 0,0 0 0,0 0 0,0 1 0,0-1 0,-1 1 0,1 0 0,-1-1 0,0 1 0,1 7 0,3 13 0,-2 1 0,-1-1 0,0 1 0,-2 0 0,-1 0 0,-1-1 0,-6 28 0,8-15-1365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58 24575,'-3'19'0,"0"7"0,2 0 0,0 0 0,2 0 0,1 0 0,10 49 0,-12-72 0,1 0 0,0 1 0,0-1 0,0 0 0,0 0 0,0 0 0,1 0 0,0 0 0,-1 0 0,1 0 0,0 0 0,0 0 0,1-1 0,-1 1 0,1-1 0,4 4 0,-4-5 0,-1 0 0,1 0 0,0 0 0,0 0 0,0 0 0,0-1 0,0 1 0,0-1 0,0 0 0,0 0 0,0 0 0,0 0 0,0-1 0,0 1 0,0-1 0,0 0 0,0 0 0,0 0 0,-1 0 0,4-1 0,3-3 0,0 0 0,0 0 0,-1-1 0,0 0 0,0 0 0,0-1 0,-1 0 0,1 0 0,-2-1 0,1 0 0,-1 0 0,-1 0 0,1-1 0,-1 0 0,-1 0 0,0-1 0,0 1 0,-1-1 0,0 0 0,0 1 0,-1-1 0,-1-1 0,1-14 0,-2 24 0,0-12 0,0-1 0,-1 0 0,-6-27 0,6 38 0,1 0 0,-1 0 0,-1 1 0,1-1 0,0 0 0,-1 0 0,1 1 0,-1-1 0,0 1 0,-4-5 0,5 6 0,-1 0 0,1 0 0,0 0 0,-1 0 0,1 0 0,-1 1 0,0-1 0,1 1 0,-1-1 0,0 1 0,1-1 0,-1 1 0,0 0 0,1 0 0,-1 0 0,0 0 0,0 0 0,1 0 0,-1 0 0,-3 1 0,2 1 8,0-1-1,0 0 0,0 1 0,0-1 1,1 1-1,-1 0 0,1 0 0,-1 0 1,1 0-1,-1 1 0,1-1 0,0 1 1,0-1-1,-3 6 0,-21 43-1162,25-47 836,-4 5-6507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24575,'9'83'0,"-8"-63"-127,1-1 0,8 32 0,-8-37-857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6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38 24575,'-6'19'0,"1"-3"0,1 1 0,0 0 0,1 0 0,0 18 0,2-27 0,1 0 0,0 1 0,1-1 0,0 0 0,0 0 0,1 0 0,0 0 0,0 0 0,1 0 0,5 11 0,-8-18 0,1 1 0,0-1 0,0 0 0,-1 1 0,1-1 0,0 0 0,0 1 0,1-1 0,-1 0 0,0 0 0,0 0 0,0 0 0,1 0 0,-1 0 0,1-1 0,-1 1 0,0 0 0,1-1 0,-1 1 0,1-1 0,0 1 0,-1-1 0,1 0 0,-1 0 0,1 1 0,0-1 0,-1 0 0,1 0 0,-1-1 0,1 1 0,-1 0 0,1-1 0,0 1 0,-1-1 0,3 0 0,0-1 0,0-1 0,0 1 0,0-1 0,0 1 0,-1-1 0,1 0 0,-1-1 0,0 1 0,0 0 0,0-1 0,4-6 0,0-2 0,-1-1 0,0 0 0,0-1 0,-2 1 0,5-20 0,-7 24 0,0-1 0,-1 0 0,0 1 0,0-1 0,-1 0 0,-1 0 0,0 1 0,0-1 0,-3-9 0,4 17-36,0 1 0,-1-1 0,1 1 1,-1-1-1,1 1 0,-1-1 0,0 1 0,1-1 0,-1 1 0,0 0 0,0 0 0,0-1 0,0 1 0,0 0 0,0 0 0,0 0 0,0 0 1,-1 0-1,1 0 0,0 0 0,-1 1 0,1-1 0,0 0 0,-1 1 0,1-1 0,-1 1 0,1-1 0,-1 1 0,1 0 0,-1 0 0,1 0 1,-1-1-1,0 2 0,1-1 0,-1 0 0,1 0 0,-3 1 0,-2 0-6790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6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24575,'29'1'0,"-27"-1"0,1 0 0,-1 1 0,0-1 0,0 1 0,0-1 0,0 1 0,0 0 0,0 0 0,0 0 0,0 0 0,-1 0 0,1 0 0,0 1 0,-1-1 0,3 3 0,-3-2 0,0-1 0,0 1 0,-1-1 0,1 1 0,-1 0 0,1-1 0,-1 1 0,0 0 0,0-1 0,0 1 0,0 0 0,0-1 0,0 1 0,0 0 0,0-1 0,-1 1 0,1-1 0,0 1 0,-2 2 0,-6 18 0,-2-1 0,0 0 0,-21 31 0,-11 22 0,41-71 0,0 0 0,0 0 0,0 1 0,0-1 0,0 0 0,1 1 0,0-1 0,0 1 0,-1-1 0,2 1 0,-1-1 0,0 0 0,1 1 0,0-1 0,-1 1 0,1-1 0,1 0 0,-1 0 0,0 0 0,1 1 0,0-1 0,-1-1 0,1 1 0,1 0 0,-1 0 0,0-1 0,3 3 0,7 7 0,1-1 0,0 0 0,1-2 0,16 11 0,-22-16 0,-6-2 0,1-1 0,-1 1 0,0 0 0,1 0 0,-1 0 0,0 0 0,0 0 0,0 0 0,-1 1 0,1-1 0,-1 1 0,1-1 0,-1 1 0,2 4 0,-3-6 0,1 1 0,-1-1 0,0 1 0,0-1 0,0 1 0,0-1 0,0 1 0,0-1 0,0 1 0,-1-1 0,1 1 0,0-1 0,-1 0 0,1 1 0,-1-1 0,0 1 0,1-1 0,-1 0 0,0 0 0,0 1 0,0-1 0,0 0 0,0 0 0,0 0 0,0 0 0,0 0 0,0 0 0,-1 0 0,-1 0 0,-2 2 0,0 0 0,0 0 0,0-1 0,0 0 0,-1 0 0,1-1 0,0 1 0,-1-1 0,0 0 0,1-1 0,-1 1 0,1-1 0,-1 0 0,0-1 0,1 1 0,-1-1 0,1 0 0,-1-1 0,1 1 0,-11-5 0,5 0 0,0 1 0,1-2 0,-1 1 0,1-2 0,1 1 0,-1-1 0,1-1 0,-12-13 0,17 16 0,0 0 0,0 0 0,1-1 0,0 1 0,0-1 0,0 1 0,1-1 0,0 0 0,0 0 0,1 0 0,-1-13 0,1 7 0,1 0 0,0 0 0,1 0 0,0-1 0,5-16 0,-5 26 0,0 0 0,0 0 0,1 1 0,-1-1 0,1 1 0,0-1 0,0 1 0,0 0 0,0 0 0,1 0 0,-1 0 0,1 0 0,0 0 0,6-4 0,-4 4 0,0 0 0,1 0 0,0 0 0,-1 1 0,1 0 0,0 0 0,0 0 0,10-1 0,0 2 0,-1 0 0,0 1 0,1 0 0,-1 2 0,0-1 0,28 8 0,-23-4-116,-6-1-134,1-1 0,-1 2 1,0 0-1,22 12 0,-27-12-6576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7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24575,'-10'22'0,"2"-2"0,1 1 0,1 0 0,0 1 0,2-1 0,-3 29 0,7-46 0,0 0 0,0 0 0,0 0 0,1 0 0,-1-1 0,1 1 0,0 0 0,0 0 0,0-1 0,0 1 0,1-1 0,-1 1 0,1-1 0,0 1 0,0-1 0,1 0 0,4 5 0,-2-2 0,1-1 0,0 0 0,1 0 0,0 0 0,-1-1 0,1 0 0,10 3 0,-15-6 0,1 0 0,0 0 0,0-1 0,0 1 0,0-1 0,0 0 0,0 0 0,0 0 0,0 0 0,0 0 0,0-1 0,0 0 0,0 1 0,-1-1 0,1 0 0,0 0 0,0 0 0,-1-1 0,1 1 0,-1-1 0,1 0 0,-1 1 0,1-1 0,-1 0 0,0 0 0,0 0 0,3-4 0,0 0 0,0 0 0,-1-1 0,1 1 0,-1-1 0,0 0 0,-1 0 0,0 0 0,0 0 0,3-12 0,-3 4 0,-1 0 0,-1 1 0,0-1 0,-2-19 0,1 29 0,0 1 0,-1-1 0,1 1 0,-1-1 0,-1 1 0,1-1 0,0 1 0,-1 0 0,0 0 0,0 0 0,0 0 0,0 0 0,-1 0 0,0 0 0,0 1 0,0-1 0,0 1 0,-5-4 0,5 5-50,0 1-1,0 0 1,0 0-1,-1 0 0,1 0 1,0 0-1,0 1 1,-1-1-1,1 1 1,0 0-1,-1 0 0,1 0 1,0 1-1,0-1 1,-1 1-1,1 0 1,0 0-1,0 0 0,0 0 1,0 0-1,0 1 1,0-1-1,0 1 1,0 0-1,0 0 1,-2 2-1,-7 6-6775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7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24575,'0'0'0,"0"0"0,0 0 0,0 0 0,10 19 0,-6-10 0,-1 1 0,5 20 0,6 13 0,-14-42 0,0 0 0,1 0 0,-1-1 0,1 1 0,-1 0 0,1 0 0,-1 0 0,1 0 0,0 0 0,-1-1 0,1 1 0,0 0 0,0-1 0,0 1 0,0 0 0,-1-1 0,1 1 0,0-1 0,0 0 0,0 1 0,0-1 0,0 0 0,0 1 0,0-1 0,2 0 0,0 0 0,-1 0 0,1-1 0,-1 1 0,1-1 0,-1 0 0,1 1 0,-1-1 0,0 0 0,1-1 0,2-1 0,6-4 0,0-1 0,-1-1 0,11-11 0,-19 18 0,28-30 0,-2-1 0,-1-2 0,37-64 0,-55 83 0,1 1 0,-10 16 0,0 0 0,1-1 0,-1 1 0,0 0 0,1 0 0,-1 0 0,0 0 0,0 0 0,0 0 0,0 0 0,0 0 0,0 0 0,0 0 0,0 0 0,0 0 0,0 0 0,0 0 0,-1 0 0,1 1 0,-8 52 0,-23 91 0,30-142 0,1 0 0,-1 0 0,1-1 0,0 1 0,0 0 0,0 0 0,0-1 0,1 1 0,-1 0 0,1-1 0,0 1 0,-1 0 0,1-1 0,2 5 0,-2-6 0,-1 0 0,1 0 0,0 0 0,-1-1 0,1 1 0,0 0 0,0 0 0,-1 0 0,1-1 0,0 1 0,0 0 0,0-1 0,0 1 0,0-1 0,0 1 0,0-1 0,0 1 0,0-1 0,0 0 0,0 1 0,1-1 0,-1 0 0,0 0 0,0 0 0,0 0 0,0 0 0,0 0 0,0 0 0,1 0 0,-1-1 0,0 1 0,0 0 0,0-1 0,0 1 0,0-1 0,0 1 0,2-2 0,3-2 0,1-1 0,-1 1 0,1-2 0,-1 1 0,-1-1 0,1 1 0,-1-2 0,0 1 0,0 0 0,-1-1 0,0 0 0,0 0 0,3-10 0,4-11 0,-1-1 0,6-31 0,-13 50 0,-3 7 0,4-9 0,-1 0 0,0 1 0,-1-1 0,0 0 0,-1 0 0,-1-1 0,1 1 0,-2 0 0,-1-12 0,1 24 0,0 0 0,1 0 0,-1 0 0,1-1 0,-1 1 0,0 0 0,1 0 0,-1 0 0,1 0 0,-1 1 0,1-1 0,-1 0 0,0 0 0,1 0 0,-1 0 0,1 1 0,-1-1 0,1 0 0,-1 0 0,1 1 0,-1-1 0,0 1 0,-17 9 0,17-9 0,-4 2-72,0 0 1,0 1-1,0 0 0,0 0 0,1 0 0,0 0 0,0 1 0,0-1 1,0 1-1,0 0 0,1 0 0,0 1 0,0-1 0,1 1 0,0-1 1,0 1-1,0 0 0,-1 7 0,-1 4-6754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1:38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0 24575,'0'0'0,"0"0"0,-1 6 0,0-1 0,0 1 0,-1-1 0,1 0 0,-1 1 0,-1-1 0,-2 5 0,-3 8 0,6-14 0,-11 28 0,1 1 0,-12 49 0,22-71 0,1 0 0,-1 0 0,2 1 0,-1-1 0,2 0 0,-1 0 0,1 1 0,1-1 0,0 0 0,1 0 0,8 21 0,-1-12 0,1 0 0,1-1 0,22 28 0,-7-11 0,-26-35 0,0 1 0,0-1 0,0 1 0,0-1 0,-1 1 0,1-1 0,0 1 0,-1 0 0,1-1 0,-1 1 0,0 0 0,1-1 0,-1 1 0,0 0 0,0-1 0,0 1 0,0 0 0,0 0 0,-1-1 0,1 1 0,-2 3 0,1-2 0,-1 0 0,1-1 0,-1 1 0,0-1 0,0 1 0,0-1 0,0 0 0,0 1 0,-1-1 0,1 0 0,-4 2 0,-4 2 0,-1 0 0,-1 0 0,1-1 0,-21 6 0,21-8 0,1 0 0,-1-1 0,1-1 0,-1 1 0,0-1 0,1-1 0,-1 0 0,-19-3 0,25 2 0,0 0 0,0-1 0,0 1 0,0-1 0,1 0 0,-1 0 0,1-1 0,-1 1 0,1-1 0,0 0 0,0 0 0,0 0 0,0-1 0,0 0 0,1 1 0,0-1 0,0 0 0,0-1 0,0 1 0,-3-7 0,3 2 0,0 0 0,0 1 0,1-1 0,0 0 0,0 0 0,1-1 0,1 1 0,-1 0 0,2 0 0,-1 0 0,1 0 0,3-14 0,0 8 0,0 0 0,1 0 0,0 0 0,1 1 0,1 0 0,15-23 0,-14 26 0,1 1 0,0 0 0,1 0 0,0 1 0,0 0 0,1 1 0,0 0 0,0 1 0,1 0 0,0 1 0,0 0 0,16-4 0,-8 3 0,0 1 0,0 1 0,1 1 0,0 0 0,-1 2 0,1 1 0,28 1 0,-38 0-105,1 2 0,-1-1 0,1 1 0,-1 1 0,1 0 0,-1 1 0,0 0 0,-1 0 0,1 1 0,-1 1 0,0 0 0,16 12 0,-19-12-6721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2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0 0,0 0 0,0 0 0,24 14 0,-19-11 0,0-1 0,0 0 0,0-1 0,0 1 0,0-1 0,0 0 0,10 0 0,42 1 0,-30-2 0,121 6 0,324-1 0,-380-6-1365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28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24575,'15'-19'0,"-10"15"0,0 0 0,1 0 0,-1 0 0,1 1 0,-1 0 0,1 0 0,0 0 0,0 1 0,11-4 0,9 0 0,29-2 0,-15 2 0,3-2 0,326-50 0,-323 53 0,0 1 0,0 3 0,0 2 0,49 7 0,-92-8-85,1 1 0,-1-1-1,0 1 1,1 0 0,-1 0-1,0 1 1,0-1 0,0 1-1,0-1 1,0 1 0,0 0-1,-1 0 1,1 0 0,-1 1-1,4 2 1,1 4-6741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2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24575,'0'0'0,"19"3"0,46 8 0,-6-1 0,96 5 0,-89-14 0,176-2 0,-229 0-109,114-12-1147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2:2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1 537 24575,'1'4'0,"-1"-1"0,1 0 0,1 1 0,-1-1 0,0 0 0,1 0 0,0 1 0,2 2 0,2 4 0,96 153 0,-13-22 0,-87-137 0,0-1 0,0 1 0,1-1 0,-1 1 0,1-1 0,0 0 0,0 0 0,0 0 0,3 2 0,-4-4 0,-1 0 0,0-1 0,1 1 0,-1-1 0,0 1 0,1-1 0,-1 1 0,1-1 0,-1 0 0,1 0 0,-1 0 0,1 0 0,-1 0 0,1 0 0,-1 0 0,1 0 0,-1-1 0,0 1 0,1 0 0,-1-1 0,1 1 0,-1-1 0,0 0 0,1 1 0,-1-1 0,0 0 0,0 0 0,0 0 0,2-1 0,10-11 0,0-1 0,-1-1 0,0 1 0,-2-2 0,0 1 0,16-33 0,-7 13 0,108-196 8,91-158-584,-175 318-694,-11 19-5083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0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24575,'97'10'0,"-50"-11"0,0-2 0,91-17 0,-101 6-1365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06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24575,'-2'8'0,"-63"252"0,55-207 0,3 0 0,1 0 0,3 56 0,4-2 0,-22 177 0,10-157 0,5 140 0,5-101 0,-33 486 0,32-619 0,-7 527 0,12-9 0,-3-546 0,-1-1 0,1 0 0,-1 1 0,0-1 0,0 0 0,0 1 0,0-1 0,-1 0 0,0 0 0,0 0 0,0 0 0,0-1 0,-1 1 0,-3 4 0,8-9 0,0 0 0,0 0 0,0 1 0,-1-1 0,1 0 0,1 1 0,-1-1 0,0 1 0,0 0 0,0 0 0,0 0 0,0 0 0,0 0 0,0 0 0,0 0 0,0 1 0,0-1 0,0 1 0,0-1 0,0 1 0,0 0 0,4 2 0,5 3 0,0-1 0,1 0 0,0 0 0,0-1 0,0 0 0,15 1 0,76 7 0,-14-3 0,-21-3-1365,-58-6-5461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07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40 24575,'-1'2'0,"0"-1"0,0 1 0,0 0 0,0 0 0,0 0 0,0-1 0,0 1 0,1 0 0,-1 0 0,0 3 0,-1 7 0,1 0 0,-1 0 0,2 0 0,0 0 0,0 0 0,1 0 0,1 0 0,0 0 0,1 0 0,0 0 0,6 14 0,-6-17 0,0-1 0,1 0 0,1 1 0,-1-2 0,1 1 0,1 0 0,-1-1 0,1 0 0,1-1 0,-1 1 0,1-1 0,0 0 0,1-1 0,-1 1 0,12 4 0,-17-9 0,1 0 0,-1 0 0,1 0 0,0-1 0,-1 0 0,1 1 0,0-1 0,-1 0 0,1 0 0,0 0 0,0-1 0,-1 1 0,1-1 0,0 1 0,-1-1 0,1 0 0,-1 0 0,1 0 0,-1 0 0,1-1 0,-1 1 0,0-1 0,0 1 0,0-1 0,0 0 0,0 0 0,0 0 0,0 0 0,1-2 0,4-4 0,-1-1 0,0 1 0,-1-1 0,0 0 0,0 0 0,4-14 0,-4 10 0,-2 1 0,1-1 0,-2 0 0,0 0 0,0 0 0,-1-1 0,-1 1 0,0 0 0,-1 0 0,-3-17 0,2 26 0,1 1 0,-1-1 0,0 0 0,0 0 0,-1 1 0,1-1 0,-1 1 0,1 0 0,-1 0 0,0 0 0,0 0 0,-1 0 0,1 0 0,-1 1 0,1 0 0,-1 0 0,0 0 0,1 0 0,-9-2 0,-1-1 0,1 2 0,-1-1 0,0 2 0,0 0 0,-16-1 0,26 3-38,-1 0 0,0 0 0,1 0 1,-1 0-1,1 1 0,-1-1 0,1 1 0,-1 0 0,1 0 0,-1 1 0,1-1 0,0 1 0,-1-1 0,1 1 0,0 0 0,0 0 1,0 0-1,1 1 0,-1-1 0,0 1 0,1-1 0,0 1 0,-1 0 0,1 0 0,0 0 0,1 0 0,-1 1 0,0-1 0,1 0 1,0 1-1,0-1 0,0 1 0,0-1 0,0 1 0,1 5 0,0 2-6788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0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24575,'4'8'0,"0"1"0,0-1 0,-1 0 0,0 1 0,2 12 0,-5-21 0,0 1 0,0-1 0,0 0 0,0 1 0,0-1 0,0 0 0,0 1 0,0-1 0,0 0 0,0 1 0,0-1 0,1 0 0,-1 1 0,0-1 0,0 0 0,0 1 0,0-1 0,1 0 0,-1 0 0,0 1 0,0-1 0,1 0 0,-1 0 0,0 1 0,0-1 0,1 0 0,-1 0 0,0 0 0,1 0 0,-1 1 0,0-1 0,1 0 0,-1 0 0,1 0 0,10-7 0,7-17 0,-3-4-332,15-39 1,-25 56-371,9-25-6124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08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 24575,'0'0'0,"0"0"0,0 0 0,0 0 0,-10 23 0,-106 193 0,7-17 0,91-159 0,1 0 0,2 1 0,-12 51 0,24-77 0,0-1 0,1 1 0,1 1 0,0-1 0,2 18 0,0-28 0,-1 0 0,1 0 0,0 1 0,0-1 0,0 0 0,1 0 0,0-1 0,0 1 0,0 0 0,0-1 0,1 1 0,0-1 0,0 0 0,0 1 0,0-1 0,1-1 0,-1 1 0,9 5 0,-9-7 0,1 0 0,0 0 0,0-1 0,0 1 0,0-1 0,0 0 0,0 0 0,0-1 0,0 1 0,1-1 0,-1 0 0,0 0 0,0 0 0,0-1 0,1 1 0,-1-1 0,0 0 0,0 0 0,0-1 0,0 1 0,5-4 0,2 0 0,-1-1 0,0 0 0,0-1 0,-1 0 0,0 0 0,11-12 0,-12 11 0,-1-1 0,0 1 0,-1-1 0,1-1 0,-2 1 0,0-1 0,0 0 0,0 0 0,3-14 0,-6 16 0,0 0 0,-1 0 0,1 0 0,-2-1 0,1 1 0,-1 0 0,-1-1 0,1 1 0,-2 0 0,1 0 0,-1 0 0,-5-14 0,7 20 5,-1 1 0,0-1 0,0 1-1,0 0 1,0-1 0,0 1 0,-1 0 0,1 0-1,0 0 1,-1 0 0,1 0 0,0 0 0,-1 0-1,1 0 1,-1 0 0,0 1 0,1-1-1,-1 1 1,1-1 0,-1 1 0,0 0 0,1-1-1,-1 1 1,-3 0 0,-1 0-302,-1 0 0,1 1 0,-1-1 0,-12 4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09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43 24575,'0'0'0,"0"0"0,0 0 0,0 0 0,0 0 0,0 0 0,0 0 0,10 1 0,14 1 0,-1-1 0,0-1 0,0-1 0,1-1 0,-1-1 0,0-1 0,37-12 0,-57 15 0,-1-1 0,1 1 0,0-1 0,0 0 0,-1 1 0,1-1 0,2-3 0,0 1 0,-1 6 0,-2 9 0,-2 14 0,-17 68 0,-2 17 0,18 127 0,3-67 0,-7 26 0,-19 339 0,-17-132 0,18 44 0,21-393 0,0 199 0,0 24 0,-7 519 0,9-752 0,0-42 0,0 0 0,-1 0 0,1 0 0,0 0 0,-1 0 0,1-1 0,-1 1 0,0 0 0,0 0 0,0-1 0,0 1 0,0 0 0,0-1 0,0 1 0,0-1 0,-1 1 0,1-1 0,0 0 0,-1 1 0,1-1 0,-1 0 0,0 0 0,1 0 0,-4 1 0,-3 2 0,-1-1 0,0 0 0,-17 4 0,19-6 0,-160 28-165,120-22-1035,8-1-5626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11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83 24575,'-18'28'0,"11"-11"0,1 0 0,1 1 0,0 0 0,2-1 0,0 2 0,0-1 0,1 19 0,2-1 0,2-1 0,9 59 0,-10-90 0,0-1 0,-1 1 0,1-1 0,0 0 0,1 0 0,-1 0 0,1 1 0,-1-1 0,1-1 0,0 1 0,0 0 0,0 0 0,0-1 0,1 1 0,-1-1 0,6 4 0,-7-5 0,1 0 0,0 0 0,0 0 0,0-1 0,0 1 0,0 0 0,0-1 0,1 0 0,-1 0 0,0 1 0,0-1 0,0 0 0,0-1 0,0 1 0,0 0 0,0-1 0,0 1 0,0-1 0,0 1 0,0-1 0,0 0 0,0 0 0,0 0 0,0 0 0,0 0 0,-1-1 0,1 1 0,1-2 0,6-5 0,-1 0 0,0-1 0,-1 0 0,0 0 0,0-1 0,-1 0 0,0 0 0,-1 0 0,7-18 0,-1-4 0,14-66 0,-22 83 0,-1 1 0,-1 0 0,-1 0 0,0-1 0,0 1 0,-2 0 0,1 0 0,-2 0 0,0 0 0,-1 0 0,0 0 0,-12-23 0,15 34 0,0 1 0,0 0 0,0 0 0,-1 0 0,1 0 0,-1 0 0,0 0 0,1 1 0,-1-1 0,0 0 0,0 1 0,0-1 0,0 1 0,0 0 0,0 0 0,-1 0 0,1 0 0,0 0 0,0 0 0,-1 1 0,1-1 0,-1 1 0,1-1 0,0 1 0,-1 0 0,1 0 0,-1 0 0,1 0 0,-1 1 0,1-1 0,-1 1 0,1-1 0,0 1 0,-1 0 0,1 0 0,0 0 0,0 0 0,-3 2 0,-2 1 0,0 0 0,0 0 0,1 1 0,-1 1 0,1-1 0,0 1 0,0 0 0,1 0 0,0 0 0,-6 11 0,-4 11-1365,10-19-5461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1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24575,'5'15'0,"0"-1"0,-1 2 0,-1-1 0,0 0 0,-1 1 0,0-1 0,-2 23 0,0-28 0,3 32 0,-3-39 0,1-1 0,-1 0 0,1 0 0,0 1 0,0-1 0,-1 0 0,1 0 0,1 0 0,-1 0 0,0 0 0,0 0 0,1 0 0,-1-1 0,1 1 0,2 2 0,-4-4 0,1 0 0,0 1 0,-1-1 0,1 0 0,-1 1 0,1-1 0,0 0 0,-1 0 0,1 0 0,0 1 0,-1-1 0,1 0 0,0 0 0,-1 0 0,1 0 0,0 0 0,-1 0 0,1-1 0,0 1 0,-1 0 0,1 0 0,0 0 0,-1 0 0,1-1 0,-1 1 0,1 0 0,0-1 0,17-17 0,4-26 0,-10 10-1365,-2 4-5461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12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24575,'6'6'0,"0"0"0,0-1 0,1 0 0,-1 0 0,1 0 0,1 0 0,-1-1 0,0-1 0,1 1 0,0-1 0,0 0 0,0-1 0,0 0 0,10 1 0,-15-2 0,0-1 0,1 1 0,-1-1 0,0 1 0,1 0 0,-1 0 0,0 1 0,0-1 0,0 1 0,0-1 0,0 1 0,0 0 0,-1 0 0,1 0 0,-1 0 0,1 1 0,-1-1 0,0 1 0,0 0 0,3 4 0,-3-4 0,-1 1 0,0 1 0,1-1 0,-1 0 0,-1 0 0,1 0 0,-1 0 0,1 1 0,-1-1 0,0 0 0,-1 0 0,1 1 0,-1-1 0,0 0 0,0 0 0,-2 5 0,-1 4 0,-2 1 0,0-1 0,0 0 0,-1-1 0,-16 22 0,-51 51 0,40-48 0,31-34 0,0 1 0,0-1 0,0 1 0,1 0 0,-1 0 0,1 0 0,0 0 0,0 0 0,-2 8 0,3-11 0,1 0 0,0 0 0,0 0 0,0 1 0,0-1 0,0 0 0,0 0 0,1 0 0,-1 0 0,0 0 0,0 0 0,1 0 0,-1 0 0,1 0 0,-1 0 0,1 0 0,-1 0 0,1 1 0,1 0 0,0-1 0,-1 0 0,1 1 0,0-1 0,0 0 0,-1 0 0,1 0 0,0 0 0,0 0 0,0 0 0,0-1 0,4 2 0,-1-1 0,1 0 0,0 0 0,0-1 0,0 1 0,0-1 0,0-1 0,0 1 0,0-1 0,9-2 0,2-2 0,31-14 0,-31 11 0,31-8 0,-13 14-1365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25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94 24575,'-22'19'0,"17"-14"0,-1 1 0,1 0 0,0 0 0,0 1 0,0-1 0,1 1 0,0 0 0,1 0 0,0 0 0,0 1 0,0-1 0,1 1 0,0-1 0,0 1 0,1 0 0,0 0 0,0 0 0,1 11 0,1-7 0,0 1 0,0 0 0,2-1 0,-1 1 0,1-1 0,1 0 0,0 0 0,1 0 0,0 0 0,13 19 0,-16-28 0,1 0 0,-1-1 0,1 1 0,-1-1 0,1 1 0,0-1 0,0 0 0,0 0 0,0 0 0,1-1 0,-1 1 0,0-1 0,1 1 0,-1-1 0,1 0 0,-1-1 0,1 1 0,0-1 0,-1 1 0,1-1 0,0 0 0,-1 0 0,1-1 0,0 1 0,-1-1 0,1 0 0,-1 0 0,5-1 0,-1 0 0,0-1 0,0 0 0,0 0 0,-1 0 0,1-1 0,-1 1 0,0-2 0,0 1 0,0-1 0,-1 0 0,1 0 0,-1 0 0,6-8 0,-4 1 0,-1 0 0,0-1 0,-1 1 0,0-1 0,-1 0 0,0-1 0,-1 1 0,0 0 0,0-16 0,-2 9 0,0-1 0,-2 0 0,0 1 0,-1-1 0,-8-28 0,9 44 0,0 0 0,-1 0 0,0 0 0,0 0 0,0 0 0,0 1 0,-1-1 0,0 1 0,0-1 0,0 1 0,0 0 0,-1 0 0,0 1 0,1-1 0,-1 1 0,-1-1 0,-5-3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25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24575,'1'3'0,"1"1"0,-1-1 0,1 1 0,0-1 0,0 0 0,0 0 0,4 4 0,1 2 0,73 132 0,-80-141-22,0 0 0,0 0-1,1 1 1,-1-1 0,0 0 0,1 0-1,-1 0 1,0 1 0,0-1 0,1 0-1,-1 0 1,1 0 0,-1 0-1,0 0 1,1 0 0,-1 0 0,0 0-1,1 0 1,-1 0 0,0 0 0,1 0-1,-1 0 1,0 0 0,1 0 0,-1 0-1,0 0 1,1 0 0,-1 0-1,0 0 1,1-1 0,-1 1 0,0 0-1,1 0 1,-1 0 0,0-1 0,0 1-1,1 0 1,-1 0 0,0-1-1,0 1 1,1 0 0,-1-1 0,0 1-1,0 0 1,0 0 0,1-1 0,-1 0-297,6-5-6507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26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0,25 10 0,34 17 0,84 51 0,-137-74 0,-1 0 0,1 0 0,-1 0 0,0 1 0,0-1 0,-1 1 0,0 0 0,1 1 0,2 5 0,-5-7 0,-1-1 0,1 1 0,-1-1 0,0 1 0,0-1 0,0 1 0,0 0 0,-1 0 0,0-1 0,0 1 0,0 0 0,0 0 0,0-1 0,-1 1 0,1 0 0,-1-1 0,-2 7 0,-5 9 0,0 0 0,-2 0 0,0-1 0,0-1 0,-2 1 0,0-2 0,-1 0 0,-1 0 0,0-1 0,-1-1 0,-1-1 0,-22 16 0,24-22 0,-20 13 0,33-20 0,1 1 0,-1-1 0,1 0 0,-1 0 0,1 1 0,0-1 0,-1 1 0,1-1 0,0 0 0,-1 1 0,1-1 0,0 1 0,-1-1 0,1 0 0,0 1 0,0-1 0,0 1 0,-1-1 0,1 1 0,0-1 0,0 1 0,0-1 0,0 1 0,0-1 0,0 1 0,0-1 0,0 1 0,0-1 0,0 1 0,0-1 0,0 1 0,1-1 0,-1 1 0,0-1 0,0 1 0,0-1 0,1 1 0,-1-1 0,0 0 0,0 1 0,1-1 0,-1 1 0,1-1 0,-1 0 0,0 1 0,1-1 0,-1 0 0,1 1 0,-1-1 0,0 0 0,1 0 0,-1 0 0,1 1 0,-1-1 0,1 0 0,-1 0 0,1 0 0,3 2 0,0-1 0,0 0 0,0 0 0,0 0 0,0-1 0,0 0 0,0 1 0,0-1 0,8-1 0,39-8 0,-33 5 0,76-20 0,18-4 0,-98 26 0,-1 0 0,1 1 0,-1 0 0,1 1 0,0 1 0,14 2 0,-18 0-1365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27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212 103 24575,'-29'-4'0,"-22"-2"0,-80 1 0,222 12 0,-12 0 0,341-25 0,-173 2 0,-16 6 0,310-9 0,-148 2 0,142 0 0,-136 15 0,-28 0 0,-163 9-1365,-196-6-5461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37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 24575,'-19'9'0,"18"-3"0,9-2 0,9-1 0,-2 0 0,1 1 0,0 1 0,-1 1 0,0 0 0,0 1 0,0 1 0,24 17 0,-34-20 0,0 0 0,0 1 0,0 0 0,-1 0 0,0 0 0,0 0 0,4 11 0,19 47 0,-21-45 0,-1 1 0,-1-1 0,0 1 0,0 21 0,-2 79 0,-3-70 0,2-33 0,0-1 0,1 1 0,0-1 0,6 19 0,-7-33 0,0 0 0,0 0 0,0 0 0,0 0 0,0-1 0,0 1 0,0 0 0,0-1 0,1 1 0,-1-1 0,1 1 0,-1-1 0,1 0 0,-1 1 0,1-1 0,0 0 0,0 0 0,-1 0 0,1-1 0,0 1 0,0 0 0,0-1 0,4 1 0,-4 0 0,0-1 0,1 1 0,-1-1 0,1 0 0,-1 0 0,1 0 0,-1 0 0,1-1 0,-1 1 0,0-1 0,1 1 0,-1-1 0,0 0 0,1 0 0,-1 0 0,0 0 0,0 0 0,4-3 0,0-3 0,0 1 0,-1-1 0,0-1 0,7-11 0,-4 6 0,-27 2 0,17 9 0,0 1 0,1 0 0,-1 0 0,0 0 0,0 0 0,0 0 0,0 0 0,-1 1 0,1-1 0,0 1 0,0-1 0,0 1 0,0 0 0,-3 0 0,3 0 0,0 1 0,0 0 0,0 0 0,0 0 0,0 0 0,1 0 0,-1 0 0,0 0 0,1 1 0,-1-1 0,1 0 0,-1 1 0,1 0 0,0-1 0,-2 3 0,-7 12 0,0-1 0,1 1 0,1 0 0,0 1 0,-5 19 0,-21 90 0,27-88 0,2 0 0,1 1 0,2 43 0,3-78 0,-1-1 0,0 1 0,0-1 0,-1 1 0,1-1 0,-1 0 0,0 1 0,0-1 0,0 0 0,0 1 0,0-1 0,-1 0 0,-3 6 0,3-8 0,0 1 0,1-1 0,-1 1 0,0-1 0,0 0 0,-1 0 0,1 0 0,0 0 0,0 0 0,-1 0 0,1 0 0,0-1 0,-1 1 0,1-1 0,0 0 0,-1 0 0,1 0 0,-1 0 0,1 0 0,-5-1 0,-104-15-16,79 10-209,-1 1 0,1 1 1,-1 2-1,0 1 0,-34 4 0,58-2-6601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3:38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 24575,'5'0'0,"-1"1"0,1 0 0,-1 0 0,0 0 0,1 0 0,-1 1 0,0 0 0,7 4 0,-6-4 0,17 11 0,0 1 0,0 0 0,-1 2 0,-1 0 0,-1 2 0,0 0 0,-2 1 0,0 1 0,-1 0 0,21 35 0,-27-35 0,-1-1 0,-1 1 0,-1 1 0,0 0 0,-1-1 0,-2 2 0,0-1 0,-1 1 0,-2-1 0,0 1 0,-2 31 0,-7 22 0,-32 141 0,34-188 0,4-21 0,1 0 0,0 1 0,0-1 0,0 0 0,1 1 0,1-1 0,-1 0 0,1 1 0,0-1 0,1 0 0,4 12 0,-5-15 0,0-1 0,1 0 0,0 0 0,0 0 0,0 0 0,0-1 0,0 1 0,1-1 0,-1 1 0,1-1 0,0 0 0,-1 0 0,1 0 0,0 0 0,0 0 0,0 0 0,1-1 0,-1 0 0,0 0 0,0 0 0,1 0 0,-1 0 0,1-1 0,-1 1 0,1-1 0,3 0 0,-3 0 0,-1-1 0,0 0 0,1 0 0,-1 0 0,0 0 0,0-1 0,0 1 0,0-1 0,0 1 0,0-1 0,0 0 0,-1-1 0,4-2 0,1-1 0,-1 0 0,1-1 0,9-14 0,-14 18 0,0 1 0,-1-1 0,1 0 0,-1 0 0,0 1 0,0-1 0,0 0 0,0 0 0,1-5 0,-2 7 0,0 0 0,0 1 0,-1-1 0,1 0 0,0 0 0,0 0 0,0 0 0,-1 0 0,1 0 0,0 1 0,-1-1 0,1 0 0,-1 0 0,1 0 0,-1 1 0,0-1 0,1 0 0,-1 1 0,0-1 0,1 1 0,-1-1 0,0 1 0,0-1 0,1 1 0,-1-1 0,0 1 0,0-1 0,0 1 0,0 0 0,1 0 0,-1-1 0,0 1 0,0 0 0,0 0 0,0 0 0,-1 0 0,-6-1 0,0 1 0,1 0 0,-1 0 0,0 1 0,0 0 0,1 0 0,-1 1 0,1 0 0,-1 0 0,1 1 0,0 0 0,0 0 0,0 0 0,0 1 0,0 0 0,1 1 0,0-1 0,0 1 0,0 1 0,0-1 0,-6 9 0,2-2 0,1 1 0,0 0 0,0 1 0,1 0 0,1 0 0,1 1 0,0 0 0,1 0 0,-5 22 0,8-22 0,1 1 0,0-1 0,2 0 0,-1 1 0,2-1 0,4 22 0,3 32 0,-8-53 0,1-2 0,-2 0 0,0 1 0,0-1 0,-5 26 0,5-37 0,-1-1 0,0 1 0,0 0 0,0 0 0,0 0 0,0-1 0,0 1 0,-1-1 0,1 1 0,-1-1 0,0 1 0,0-1 0,0 0 0,0 0 0,0 0 0,0 0 0,0 0 0,-1 0 0,1-1 0,-1 1 0,1-1 0,-1 0 0,0 0 0,0 1 0,1-2 0,-1 1 0,0 0 0,0-1 0,-5 1 0,-9 0 12,-1-2-1,1 0 0,0-1 1,-32-7-1,-69-26-357,69 20-730,6 2-5750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1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0 199 24575,'0'0'0,"0"0"0,0 0 0,0 0 0,0 0 0,0 0 0,0 0 0,0 0 0,0 0 0,27 13 0,-5-7 0,43 6 0,-15-4 0,16 4 0,93 3 0,71-10 0,47 4 0,57 1 0,-247-13 0,159-27 0,-175 16 0,1 4 0,104-2 0,31 21 0,-169-8 0,-71 10 0,29-10 0,1 1 0,-1-1 0,0 1 0,0-1 0,0 0 0,0 0 0,0-1 0,0 1 0,0-1 0,0 0 0,-5 0 0,-54-11 0,28 4 0,-40-2 0,-47 8 0,-187 22 0,188-8 0,-193-6 0,-54-26 0,13 2 0,212 4 0,139 12 0,1 1 0,0-1 0,-1-1 0,1 1 0,0-1 0,0 1 0,-5-5 0,-13-5 0,40 7 0,-7 0 0,28-3 0,0 2 0,57 0 0,86 10 0,-170-5 0,235 14 0,87 3 0,511-3 0,-788-12 0,-29-1 0,-1 0 0,48-7 0,-60 1 0,-16 5 0,0-1 0,0 1 0,0 0 0,0 0 0,0 0 0,0-1 0,0 1 0,0 0 0,0 0 0,0-1 0,-1 1 0,1 0 0,0 0 0,0 0 0,0-1 0,0 1 0,0 0 0,0 0 0,-1 0 0,1-1 0,0 1 0,0 0 0,0 0 0,0 0 0,-1 0 0,1 0 0,0-1 0,0 1 0,0 0 0,-1 0 0,1 0 0,0 0 0,0 0 0,0 0 0,-1 0 0,1 0 0,-37-11 0,26 8 0,-63-14 0,0 3 0,-1 3 0,-142-2 0,93 16 0,-199 31 0,-16 27 0,112-19 0,-7-5 0,160-29 0,-87-1 0,138-11 0,23 4 0,-1 0 0,1 0 0,0 0 0,-1 0 0,1 0 0,-1-1 0,1 1 0,0 0 0,-1 0 0,1 0 0,-1-1 0,1 1 0,0 0 0,-1 0 0,1-1 0,0 1 0,0 0 0,-1-1 0,1 1 0,0 0 0,0-1 0,-1 1 0,1 0 0,0-1 0,0 1 0,0-1 0,0 1 0,0 0 0,-1-1 0,1 1 0,0-1 0,0 1 0,0 0 0,0-1 0,0 1 0,0-1 0,0 1 0,0 0 0,1-1 0,-1 1 0,0-1 0,0 1 0,0 0 0,0-1 0,1 0 0,1 0 0,0 0 0,0 0 0,0 0 0,0 1 0,1-1 0,-1 1 0,0-1 0,0 1 0,1 0 0,-1 0 0,0 0 0,1 0 0,-1 0 0,0 0 0,4 1 0,9 0 0,197-39 0,-90 13 0,2 9 0,189 1 0,-107 8 0,565-57 0,-193 29 0,-215 19 0,231-7 0,-176 10 0,425 3 0,-275 9 0,298 9 0,-635-2 0,190 10 0,-300-7 0,102 10 0,-215-18 0,6 2 0,-30 4 0,6-6 0,1 0 0,-1 0 0,1-1 0,-1 0 0,1 0 0,-1-1 0,1-1 0,-1 1 0,-9-4 0,-16-2 0,-211-24 0,-388 2 0,-121 24 0,574 3 0,-401-12 0,-677 1 0,628 17 0,389-8 0,-335 8 0,529-1 0,-595 25 0,455-28 0,-187 7 0,339-6-1365,18-1-5461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1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24575,'-4'7'0,"1"1"0,0-1 0,0 1 0,0 0 0,1 0 0,1 0 0,-1 0 0,1 0 0,1 0 0,-1 0 0,2 9 0,-2 9 0,-3 118 0,6-1 0,36 250 0,-4-235 0,-6-43 0,-21-89 0,-2-19 0,-2-20 0,-1-30-85,-4-49 0,0 50-1110,-1-23-5631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22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122 139 24575,'9'-24'0,"-2"6"0,-4 9 0,0 0 0,1 0 0,8-12 0,-10 17 0,0 1 0,1 0 0,-1 1 0,1-1 0,0 0 0,0 1 0,0-1 0,0 1 0,0 0 0,0 0 0,1 0 0,5-2 0,3 1 0,0 0 0,1 0 0,-1 1 0,1 1 0,0 0 0,-1 1 0,1 0 0,-1 1 0,1 0 0,-1 1 0,1 1 0,-1 0 0,0 0 0,21 10 0,1 1 0,-2 2 0,0 1 0,-1 2 0,28 23 0,-33-24 0,37 37 0,-56-47 0,0-1 0,0 2 0,-1-1 0,0 1 0,0 0 0,-1 0 0,0 0 0,7 21 0,-9-20 0,0 0 0,-1 1 0,0-1 0,1 16 0,-3-21 0,0 0 0,-1-1 0,1 1 0,-1 0 0,0-1 0,0 1 0,-1 0 0,1-1 0,-1 0 0,0 1 0,0-1 0,0 0 0,-4 4 0,-3 4 0,-2 0 0,0-1 0,0 0 0,-1-1 0,0 0 0,-1-1 0,-25 14 0,-105 43 0,-265 73-1854,337-118-4483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33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135 162 24575,'0'0'0,"-29"5"0,-76 7 0,132-8 0,278 56 0,-193-30 0,190 27 0,-164-39 0,183 14 0,-79-29 0,95 4 0,-221-6 0,178-22 0,-54 2 0,104 10 0,33-1 0,244-49 0,-592 56 0,274-18 0,-59 6 0,-204 11 0,537-34 0,219-21-819,-182 9 819,2 38 0,-266 8 0,129-22 0,1-1 0,-180 25 0,205-7 0,319 6 0,-375 10 0,291 23 819,-701-27-819,-24-3 0,-1 1 0,1 1 0,17 4 0,-31-6-76,0 0 1,0 0-1,0 1 0,-1-1 0,1 0 0,0 1 0,0-1 0,-1 1 1,1-1-1,0 1 0,-1-1 0,1 1 0,0 0 0,-1-1 1,1 1-1,-1 0 0,1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1:58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1:59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 24575,'0'0'0,"0"0"0,0 0 0,-2-1 0,1-1 0,-1 1 0,1 0 0,-1 0 0,1 0 0,-1 0 0,0 0 0,0 0 0,-3 0 0,4 3 0,-1 0 0,1-1 0,0 1 0,0 1 0,0-1 0,0 0 0,0 0 0,0 0 0,1 0 0,-1 1 0,1-1 0,0 0 0,-1 1 0,1-1 0,0 0 0,1 3 0,5 43 0,-3-29 0,-1-1 0,1 0 0,1-1 0,1 1 0,0-1 0,1 0 0,1 0 0,12 22 0,-17-35 0,1 0 0,-1-1 0,1 1 0,0-1 0,0 0 0,0 0 0,1 0 0,-1 0 0,1 0 0,-1-1 0,1 1 0,0-1 0,0 0 0,7 2 0,-5-2 0,1 0 0,0-1 0,0 0 0,0 0 0,-1-1 0,1 0 0,0 0 0,11-2 0,-1-1 0,0-1 0,0-1 0,0 0 0,-1-2 0,0 0 0,23-14 0,77-59 0,-79 51 0,55-31 0,-84 56 0,1 0 0,-1 0 0,0 1 0,1 0 0,0 0 0,-1 1 0,1 0 0,0 1 0,16-1 0,-19 2 0,0 1 0,0-1 0,0 1 0,0 1 0,0-1 0,-1 1 0,1 0 0,0 0 0,-1 1 0,1-1 0,-1 1 0,0 0 0,0 1 0,0-1 0,6 7 0,8 10 0,0 2 0,-2 0 0,20 32 0,-20-28 0,1-1 0,31 33 0,-42-50 0,0-1 0,1-1 0,1 1 0,-1-1 0,1-1 0,0 0 0,0 0 0,0-1 0,1 0 0,-1 0 0,16 3 0,-9-5 0,-1 0 0,1 0 0,0-2 0,-1 0 0,1-1 0,0-1 0,-1 0 0,21-6 0,13-6 0,55-24 0,-94 34 0,94-42 0,-71 29 0,0 2 0,2 1 0,61-15 0,-87 27 0,1 1 0,0 0 0,0 1 0,0 0 0,0 0 0,-1 1 0,1 0 0,0 1 0,0 0 0,-1 1 0,1 0 0,-1 0 0,15 8 0,3 5 0,-1 0 0,-1 2 0,24 22 0,-28-22 0,0-1 0,1-1 0,0-1 0,44 22 0,-45-30 0,1-1 0,-1 0 0,1-2 0,0 0 0,0-1 0,0-2 0,1 0 0,-1-1 0,0-1 0,34-7 0,20-7 0,124-44 0,-61 17 0,-123 37 0,0 1 0,0 1 0,1 0 0,-1 2 0,1-1 0,0 2 0,-1 1 0,1 0 0,-1 0 0,1 2 0,-1 0 0,0 1 0,0 1 0,0 0 0,0 1 0,-1 1 0,0 1 0,-1 0 0,22 15 0,-14-7 0,2-1 0,-1-1 0,2-1 0,0-1 0,46 16 0,-36-20 0,1-2 0,0-1 0,0-1 0,1-2 0,-1-2 0,66-8 0,212-57 0,-183 33 0,-106 27 0,0 1 0,0 1 0,0 1 0,1 1 0,-1 2 0,0 0 0,0 2 0,0 1 0,0 0 0,0 2 0,-1 1 0,0 1 0,43 21 0,-32-13 0,0-2 0,1-1 0,0-2 0,1-1 0,0-2 0,0-1 0,1-2 0,63 0 0,-37-7 0,119-17 0,58-30 0,-117 22 0,-103 22 0,0 1 0,1 2 0,-1-1 0,0 2 0,1 1 0,-1 1 0,1 1 0,34 7 0,-19 2 0,0 2 0,48 24 0,-52-21 0,2-1 0,66 19 0,-61-27 0,-1-2 0,1-2 0,0-1 0,0-2 0,0-2 0,-1-2 0,57-12 0,19-11 0,132-49 0,-164 46 0,90-28 0,-128 45 0,85-12 0,-111 23 0,-1 1 0,0 1 0,1 1 0,-1 1 0,28 5 0,87 31 0,-94-24 0,0-3 0,63 10 0,-78-18 0,1-1 0,-1-2 0,0 0 0,0-2 0,0 0 0,0-2 0,0-1 0,0-1 0,-1 0 0,0-2 0,0-1 0,31-17 0,174-111-1365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03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24575,'27'15'0,"-7"-5"0,0-2 0,1 0 0,34 8 0,-28-8 0,34 13 0,-57-19-151,0 1-1,0 0 0,0 0 0,0 0 1,0 0-1,-1 1 0,1-1 1,3 6-1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04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24575,'-1'0'0,"-1"1"0,0 0 0,0 0 0,1 0 0,-1 0 0,0 0 0,1 0 0,-1 0 0,1 0 0,-1 1 0,1-1 0,0 0 0,-1 1 0,1-1 0,0 1 0,0 0 0,0-1 0,0 1 0,0 0 0,1 0 0,-1-1 0,0 1 0,1 0 0,0 0 0,-1 3 0,0 7 0,0 0 0,0-1 0,3 17 0,-2 1 0,-7 104 0,-48 248 0,44-320 0,-5 92 0,11 64 0,2-36 0,4-100 0,-2 17 0,0 72 0,1-169 0,0 0 0,0 0 0,0 0 0,0 0 0,1 0 0,-1-1 0,1 1 0,-1 0 0,0 0 0,1 0 0,0 0 0,-1-1 0,1 1 0,-1 0 0,1 0 0,0-1 0,-1 1 0,1-1 0,0 1 0,0 0 0,0-1 0,-1 1 0,1-1 0,0 0 0,0 1 0,0-1 0,0 0 0,0 0 0,0 1 0,0-1 0,0 0 0,1 0 0,38-1 0,-26 0 0,23 3 0,38 6 0,-43-3 0,0-2 0,35-2 0,-68-1-1365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05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0 24575,'5'2'0,"-1"1"0,0-1 0,1-1 0,0 1 0,-1-1 0,1 0 0,0 0 0,0 0 0,7 0 0,49-2 0,-31 0 0,54 7 0,1 0 0,-81-6 0,12 1 0,-30 8 0,11-6 0,0 0 0,1 1 0,-1-1 0,1 1 0,0-1 0,0 1 0,1 0 0,-1 0 0,1 0 0,-2 6 0,1-2 0,-3 11 0,1 0 0,0 0 0,2 1 0,0-1 0,2 33 0,-1 7 0,-27 186 0,14-142 0,-2 111 0,15-88 0,-34 888 0,28-710 0,7-225 0,0-79 0,0 0 0,0 0 0,0 1 0,-1-1 0,1 0 0,0 0 0,0 1 0,-1-1 0,1 0 0,0 0 0,0 0 0,-1 0 0,1 1 0,0-1 0,-1 0 0,1 0 0,0 0 0,-1 0 0,1 0 0,0 0 0,0 0 0,-1 0 0,1 0 0,0 0 0,-1 0 0,1 0 0,0 0 0,-1 0 0,1 0 0,0 0 0,-1 0 0,1 0 0,0-1 0,-1 1 0,-16-5 0,15 5 0,-158-58 73,82 28-1511,54 21-5388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05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24575,'-5'31'0,"-7"73"0,4 166 0,8-264 0,-1 0 0,1 0 0,-1 0 0,-1-1 0,1 1 0,-1 0 0,0-1 0,0 1 0,-5 7 0,5-12-105,1 0 0,-1 0 0,0 0 0,0 0 0,1-1 0,-1 1 0,0 0 0,0-1 0,0 1 0,0-1 0,1 0 0,-5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14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24575,'-17'160'0,"9"-64"0,1-41 0,2-17 0,-1 73 0,-5-119-1365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1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24575,'0'0'0,"0"0"0,0 0 0,0 0 0,-1 2 0,0 1 0,0 0 0,0-1 0,0 1 0,0-1 0,0 1 0,0-1 0,-3 3 0,-4 8 0,-12 31 0,2 1 0,-17 62 0,29-82 0,1 1 0,1-1 0,1 1 0,1 0 0,1 0 0,3 28 0,-1-42 0,1 0 0,1 0 0,0 0 0,0 0 0,8 17 0,-10-25 0,1 0 0,0-1 0,0 1 0,0-1 0,1 1 0,-1-1 0,1 0 0,-1 0 0,1 0 0,0 0 0,0-1 0,1 1 0,-1-1 0,0 0 0,1 0 0,0 0 0,-1 0 0,1 0 0,0-1 0,5 2 0,4-2 0,0 1 0,0-2 0,0 0 0,0 0 0,0-1 0,25-6 0,-29 5 0,1-1 0,0 0 0,0 0 0,-1-1 0,0 0 0,0-1 0,0 0 0,0-1 0,12-10 0,-16 11 0,0 0 0,0-1 0,-1 1 0,1-1 0,-1 0 0,0-1 0,-1 1 0,0 0 0,0-1 0,0 0 0,-1 0 0,0 0 0,0 0 0,0 0 0,-1-1 0,0 1 0,-1 0 0,0 0 0,0-1 0,0 1 0,-1 0 0,0-1 0,-1 1 0,-2-9 0,-2-3 0,-1 1 0,-1 0 0,0 0 0,-1 1 0,-1 0 0,-1 1 0,-25-30 0,26 35-151,-1 0-1,-1 1 0,1 0 0,-2 1 1,1 1-1,-1 0 0,-1 0 1,-20-8-1,23 11-6674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16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 24575,'-2'0'0,"0"1"0,0-1 0,0 1 0,0-1 0,0 0 0,0 0 0,0 0 0,0 0 0,0 0 0,-3-1 0,-15 0 0,11 4 0,0-1 0,1 1 0,0 1 0,0-1 0,0 1 0,0 1 0,1-1 0,-1 1 0,1 1 0,0-1 0,1 1 0,0 1 0,-1-1 0,2 1 0,-6 8 0,0-1 0,2 1 0,0 0 0,0 1 0,2 0 0,0 0 0,-8 30 0,13-41 0,1 1 0,-1 0 0,2-1 0,-1 1 0,1 0 0,0 0 0,0-1 0,0 1 0,1 0 0,0 0 0,0-1 0,0 1 0,1-1 0,0 1 0,5 9 0,-4-10 0,1 1 0,0-1 0,0-1 0,0 1 0,0-1 0,1 1 0,0-1 0,0 0 0,0-1 0,1 1 0,-1-1 0,1 0 0,0-1 0,9 4 0,-4-2 0,-1-1 0,1 0 0,-1-1 0,1 0 0,0-1 0,0 0 0,0-1 0,0 0 0,0 0 0,0-1 0,-1-1 0,1 0 0,0 0 0,10-5 0,-13 4 0,0-1 0,-1 1 0,1-2 0,-1 1 0,0-1 0,0 0 0,0-1 0,-1 1 0,0-1 0,0-1 0,0 1 0,-1-1 0,0 0 0,0 0 0,-1-1 0,0 1 0,0-1 0,4-13 0,-5 14 0,-1-1 0,1 0 0,-1 1 0,0-1 0,-1 0 0,0 0 0,-1 0 0,1 0 0,-1 0 0,-1 0 0,0-1 0,0 1 0,0 1 0,-1-1 0,0 0 0,-1 0 0,1 1 0,-2-1 0,1 1 0,-1 0 0,0 0 0,0 0 0,-10-11 0,9 13-65,0 0 0,0-1 0,0 2 0,0-1 0,-1 1 0,0 0 0,0 0 0,0 0 0,0 1 0,0 0 0,-1 0 0,0 1 0,1 0 0,-1 0 0,0 0 0,0 1 0,0 0 0,0 0 0,0 1 0,-8 0 0,0 1-6761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17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24575,'-3'19'0,"-1"11"-69,2-6-579,-9 33 0,6-41-6178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17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24575,'0'0'0,"-1"11"0,0 3 0,-2 7 0,1-1 0,0-3 0,1-5-8191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17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24575,'0'0'0,"-1"10"0,0 2 0,-2 8 0,-1-1 0,0-2-8191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17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2:2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938 26 24575,'-7'-1'0,"0"0"0,0 0 0,0-1 0,-13-4 0,-6-2 0,11 6 0,1 0 0,-1 0 0,0 1 0,1 1 0,-1 1 0,0 0 0,1 1 0,-1 0 0,1 1 0,0 1 0,-1 0 0,2 1 0,-1 1 0,1 0 0,-1 0 0,2 2 0,-1 0 0,1 0 0,0 1 0,1 0 0,0 1 0,1 0 0,0 1 0,0 0 0,1 1 0,-9 14 0,3 1 0,1 2 0,2-1 0,0 2 0,2-1 0,1 2 0,2-1 0,0 1 0,-3 56 0,5 21 0,11 124 0,-5-206 0,1 9 0,2 573 0,-7-575 0,-1-1 0,-1 1 0,-2-1 0,-1 0 0,-1 0 0,-2-1 0,-2 0 0,0-1 0,-22 34 0,25-48 0,-1 0 0,-1 0 0,-1-1 0,-26 24 0,30-31 0,-2 0 0,1-1 0,-1-1 0,0 1 0,-1-2 0,0 0 0,1 0 0,-17 4 0,22-8 0,-7 4 0,0-2 0,-1 0 0,1-1 0,0 0 0,-25 0 0,50-18 0,-6 14 0,-1-1 0,0 1 0,1 0 0,0 0 0,-1 1 0,1-1 0,0 1 0,0 1 0,0-1 0,-1 1 0,8 0 0,5 1 0,-1 1 0,26 5 0,-26-2 0,1 0 0,-1 0 0,1 2 0,-2 0 0,1 1 0,20 14 0,-26-15 0,0 1 0,-1 0 0,0 1 0,-1 0 0,0 1 0,0-1 0,-1 2 0,-1-1 0,12 20 0,-5 1 0,-1 1 0,-1 0 0,-2 1 0,-1 0 0,-2 1 0,5 52 0,-4 209 0,-17-73 0,-1 53 0,9-128 0,10 342 0,-8-480 0,20 185 0,-17-174 0,1-1 0,0 1 0,1-2 0,2 1 0,0-1 0,0 0 0,20 29 0,-25-43 0,0 1 0,1-1 0,-1-1 0,1 1 0,0 0 0,0-1 0,0 0 0,0 0 0,1 0 0,-1-1 0,1 1 0,0-1 0,0 0 0,8 2 0,-6-2 0,1-1 0,0 0 0,0-1 0,0 0 0,-1 0 0,1 0 0,0-1 0,14-4 0,3-3 0,0 0 0,-1-2 0,0-1 0,40-26 0,123-93-1365,-179 124-5461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18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0,4 3 0,2 0 0,-1 1 0,-1-2 0,-1 0 0,-1-1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18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24575,'0'0'0,"0"0"0,0 0 0,0 0 0,0 0 0,2 1 0,0 1 0,0-1 0,0 1 0,0-1 0,0 0 0,0 0 0,0 0 0,1 0 0,-1-1 0,0 1 0,4 0 0,30 5 0,-1-2 0,1-2 0,55-2 0,-40-1 0,505-36 0,-527 34-37,40 3-1,-37 0-1252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19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24575,'0'13'0,"33"1121"0,-30-995-455,-6 0 0,-29 197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19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77 24575,'-4'27'0,"-2"82"0,12 179 0,-5-281 0,-1-1 0,1 1 0,1 0 0,-1-1 0,1 1 0,0-1 0,1 0 0,-1 0 0,1 0 0,0 0 0,1 0 0,0 0 0,0-1 0,0 0 0,0 0 0,1 0 0,0 0 0,0-1 0,0 1 0,0-1 0,1-1 0,-1 1 0,1-1 0,0 0 0,11 4 0,-9-5 0,1 1 0,-1-2 0,1 1 0,0-1 0,-1 0 0,1-1 0,0 0 0,0-1 0,0 1 0,-1-2 0,1 1 0,-1-1 0,1-1 0,-1 1 0,0-1 0,0-1 0,0 0 0,0 0 0,9-7 0,-3 1 0,-2-1 0,0 0 0,0-1 0,-1-1 0,0 0 0,-1 0 0,-1-1 0,0 0 0,9-21 0,-2 1 0,-2-1 0,-2 0 0,9-40 0,-15 53 0,-1-1 0,-2 1 0,0-1 0,-1 0 0,-1 0 0,-2 0 0,-5-42 0,5 62 0,1-1 0,-1 1 0,-1 0 0,1 0 0,0 0 0,-1 0 0,1 0 0,-1 0 0,0 0 0,0 0 0,0 0 0,0 1 0,-1-1 0,1 1 0,-1 0 0,1 0 0,-1 0 0,0 0 0,0 0 0,0 0 0,0 1 0,0-1 0,0 1 0,-1 0 0,1 0 0,0 0 0,-1 1 0,1-1 0,0 1 0,-1-1 0,-4 2 0,1-1 0,-1 0 0,1 1 0,-1 0 0,1 0 0,0 1 0,0 0 0,0 0 0,0 1 0,0-1 0,0 2 0,0-1 0,1 1 0,-9 7 0,8-6-124,0 2 0,1-1 0,0 1 0,0 0 0,1 0 0,0 0-1,0 1 1,0 0 0,1 0 0,-6 16 0,4-2-6702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20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477 222 24575,'2'-1'0,"-1"1"0,1-1 0,-1 0 0,0 0 0,1 0 0,-1 0 0,0-1 0,1 1 0,-1 0 0,0 0 0,0-1 0,0 1 0,0-1 0,0 1 0,0-1 0,-1 1 0,1-1 0,0 0 0,-1 1 0,1-4 0,1-1 0,-1 0 0,0 0 0,0-1 0,0-7 0,-1 11 0,0-1 0,0 1 0,-1 0 0,1 0 0,-1-1 0,0 1 0,0 0 0,0 0 0,0 0 0,0 0 0,-1 0 0,1 0 0,-1 0 0,0 1 0,0-1 0,0 0 0,0 1 0,0 0 0,-1-1 0,1 1 0,-1 0 0,-3-2 0,1 1 0,1 1 0,-1 0 0,0 0 0,0 1 0,0-1 0,0 1 0,0 0 0,-1 1 0,1-1 0,0 1 0,0 0 0,-1 0 0,-9 2 0,4 0 0,0 1 0,1 0 0,-1 1 0,0 0 0,1 1 0,0 0 0,0 0 0,0 1 0,1 1 0,0-1 0,0 2 0,1-1 0,0 1 0,0 0 0,1 1 0,0 0 0,-7 11 0,4-5 0,1 1 0,1 1 0,0 0 0,1 0 0,1 0 0,0 1 0,2 0 0,0 0 0,-3 35 0,7-47 0,0 0 0,0 0 0,1 0 0,-1 0 0,1 0 0,0 0 0,1 0 0,0 0 0,0 0 0,0 0 0,0 0 0,1-1 0,0 0 0,0 1 0,1-1 0,-1 0 0,9 8 0,-8-9 0,0-1 0,0 0 0,1 1 0,0-2 0,-1 1 0,1 0 0,0-1 0,0 0 0,0 0 0,0-1 0,1 1 0,-1-1 0,0 0 0,1-1 0,-1 1 0,1-1 0,-1 0 0,1 0 0,-1-1 0,7-1 0,2-2 0,1 0 0,-2-1 0,1-1 0,-1 0 0,1-1 0,-2 0 0,1-1 0,-1-1 0,0 1 0,-1-2 0,0 0 0,-1 0 0,15-19 0,10-16 0,-3-1 0,31-57 0,-62 101 0,2-3 0,22-37 0,-1-2 0,26-67 0,-47 94 0,-3 17 0,0 0 0,0 0 0,0-1 0,0 1 0,0 0 0,0 0 0,0 0 0,0 0 0,0 0 0,0 0 0,0 0 0,0 0 0,0 0 0,0 0 0,-1 0 0,1-1 0,0 1 0,0 0 0,0 0 0,0 0 0,0 0 0,0 0 0,0 0 0,0 0 0,-1 0 0,1 0 0,0 0 0,0 0 0,0 0 0,0 0 0,0 0 0,0 0 0,0 0 0,-1 0 0,1 0 0,0 0 0,0 0 0,0 0 0,0 0 0,0 0 0,0 1 0,0-1 0,0 0 0,0 0 0,-1 0 0,1 0 0,0 0 0,0 0 0,0 0 0,0 0 0,0 0 0,0 0 0,0 0 0,0 1 0,0-1 0,0 0 0,0 0 0,0 0 0,-18 24 0,10-4 0,0 1 0,1 0 0,1 0 0,1 0 0,-3 23 0,0-1 0,-11 63 0,-9 203 0,28 108 0,3-189 0,-2-200 0,-1 5 0,0-1 0,-2 1 0,-8 44 0,8-69 0,0 1 0,-1-1 0,0 0 0,0 1 0,0-1 0,-1 0 0,-1-1 0,1 1 0,-1-1 0,0 0 0,-1 0 0,0 0 0,0-1 0,0 0 0,-1 0 0,0-1 0,-11 8 0,-5-1 0,-1-1 0,0-1 0,-1 0 0,0-2 0,0-1 0,-1-1 0,0-2 0,0 0 0,0-2 0,-1 0 0,1-2 0,0-1 0,-31-5 0,50 5-97,-1-1-1,1 0 1,0 0-1,0 0 1,0-1-1,1 0 1,-1-1-1,1 1 1,-1-1-1,1 0 1,0-1-1,1 0 0,-9-8 1,-2-7-6729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2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24575,'0'0'0,"0"0"0,-7 18 0,-42 98 0,-41 141 0,72-192 0,3 0 0,3 1 0,-7 132 0,19-155 0,2 0 0,2 0 0,2 0 0,2-1 0,1 0 0,3 0 0,28 69 0,-36-102-72,1 1 1,0-1-1,0 0 0,1 0 0,0-1 0,0 1 0,1-1 0,0-1 1,1 1-1,-1-1 0,1-1 0,1 1 0,-1-1 0,1-1 0,0 0 1,1 0-1,-1-1 0,19 6 0,-17-7-6754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21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24575,'0'0'0,"0"0"0,0 0 0,0 2 0,-21 295 0,6-52 0,6-157 0,-14 187 0,21-205 0,14 136 0,-10-187-1365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2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24575,'0'0'0,"20"-1"0,91-9 0,-76 6 0,0 0 0,0 2 0,0 2 0,56 7 0,-53 0 0,0 1 0,-1 2 0,53 22 0,-73-25 0,-1 1 0,-1 1 0,1 0 0,-1 0 0,-1 2 0,0 0 0,-1 1 0,0 0 0,22 27 0,-28-30 0,0 1 0,-1 0 0,0 1 0,0-1 0,7 23 0,-11-28 0,-1 1 0,0-1 0,0 1 0,0 0 0,-1-1 0,0 1 0,0 0 0,0-1 0,-1 1 0,0 0 0,0-1 0,0 1 0,-1-1 0,-4 11 0,-1-3 0,-1 1 0,-1-2 0,0 1 0,-1-1 0,0 0 0,0-1 0,-2-1 0,1 1 0,-1-2 0,-1 0 0,-25 15 0,-5-1 0,-1-2 0,-65 22 0,85-34 0,0-1 0,-1-1 0,0-1 0,0-1 0,0-1 0,-29 0 0,25-7-1365,18 0-5461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2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24575,'2'2'0,"0"0"0,0 0 0,1 0 0,-1 0 0,0 0 0,-1 0 0,1 0 0,0 1 0,-1-1 0,1 0 0,-1 1 0,2 3 0,0 1 0,15 27 0,-1 0 0,-2 2 0,17 62 0,-16-34 0,9 87 0,-16-87 0,2-1 0,32 101 0,-36-144 0,-2 0 0,0 0 0,-2 1 0,0-1 0,-1 1 0,-1 0 0,-1-1 0,-1 1 0,0 0 0,-6 22 0,3-26 0,0 1 0,-2-1 0,0 0 0,-1 0 0,-1-1 0,0 0 0,-1 0 0,-1-1 0,-1 0 0,0 0 0,-24 23 0,-61 43-1365,54-49-5461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5:26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1 335 24575,'0'0'0,"0"0"0,0 0 0,0 0 0,13-3 0,32-1 0,-1 1 0,80 5 0,-95 0 0,199 11 0,217 3 0,-248-24 0,287-3 0,-235 18 0,462-6 0,-564-9-37,720-50-578,-354 29 615,-29 3 0,179-15 0,94-8 0,-207 13 0,100-9 0,-167 23 0,-310 19 0,-3-12 248,-108 8-46,113 0 0,-157 9-475,0 0 0,0 1 0,-1 1 0,28 10 0,-35-10-6553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53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0,0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5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78 24575,'-3'-1'0,"0"1"0,0-1 0,1 0 0,-1 0 0,0 0 0,0 0 0,-2-2 0,-1 0 0,61 21 0,1-2 0,61 9 0,145 6 0,-60-5 0,-144-15 0,2-3 0,76 0 0,-61-11 0,117-22 0,71-31 0,-104 21 0,-132 29 0,312-58 0,-264 54 0,1 3 0,111 4 0,-162 5 0,0 0 0,0 2 0,0 1 0,0 1 0,-1 0 0,0 2 0,0 1 0,-1 2 0,-1 0 0,1 1 0,22 16 0,-24-12 0,1-2 0,0-1 0,1-1 0,0 0 0,1-2 0,0-1 0,0-1 0,43 9 0,-16-10 0,1-2 0,-1-3 0,76-5 0,152-35 0,-220 30 0,1 2 0,-1 3 0,1 2 0,0 3 0,0 2 0,98 21 0,-85-14 0,1-2 0,0-4 0,1-3 0,129-13 0,-152 4 0,66-19 0,-83 17 0,0 1 0,1 1 0,0 2 0,71 0 0,-58 10 0,0 3 0,-1 2 0,-1 3 0,1 1 0,44 20 0,-65-24 0,1-2 0,1-1 0,-1-1 0,1-1 0,0-2 0,0-1 0,40-2 0,3-6 0,125-26 0,-159 24 0,182-33 0,-155 32 0,95-1 0,251 3 0,2-26 0,240-38 0,-474 48 0,3-1 0,-7 25 0,-58 3 0,-117-4 2,0 0-1,0 0 1,0 0-1,0 0 0,0 0 1,0 0-1,0 0 1,0 0-1,0 1 0,0-1 1,0 0-1,0 0 1,0 0-1,0 0 1,0 0-1,0 0 0,0 0 1,0 0-1,0 0 1,0 0-1,0 1 1,0-1-1,0 0 0,0 0 1,0 0-1,0 0 1,0 0-1,0 0 0,0 0 1,0 0-1,0 0 1,0 0-1,0 1 1,0-1-1,0 0 0,0 0 1,1 0-1,-15 5-791,12-4 161,-12 4-6197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59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24575,'29'6'0,"304"78"0,-295-72 0,2-1 0,-1-2 0,54 5 0,-65-12 0,0-1 0,0-1 0,0-2 0,0 0 0,43-11 0,-33 4 0,-1-1 0,1 2 0,55-5 0,-78 12 0,-1 1 0,0 1 0,0 0 0,0 1 0,0 1 0,0 0 0,0 0 0,-1 2 0,0-1 0,18 10 0,54 35 0,31 14 0,-100-55 0,0-2 0,0 0 0,1-1 0,0 0 0,27 2 0,-13-5 0,1-1 0,0-1 0,-1-2 0,53-11 0,123-39 0,-68 14 0,-120 34 0,1 1 0,1 1 0,-1 0 0,0 2 0,0 0 0,1 2 0,-1 0 0,0 1 0,0 1 0,-1 0 0,37 15 0,8 2 0,2-3 0,0-2 0,1-4 0,0-2 0,1-3 0,0-3 0,82-7 0,3-6 0,-18 0 0,145 9 0,-194 6 0,1-5 0,-1-3 0,1-4 0,-1-4 0,104-25 0,-83 7 0,3-2 0,129-17 0,-209 45-341,1 1 0,0 1-1,43 7 1,-64-6-6485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00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24575,'2'1'0,"1"0"0,-1 0 0,1-1 0,-1 1 0,1-1 0,-1 0 0,1 0 0,4 0 0,1 1 0,160 1 0,-125-4 0,1 2 0,-1 2 0,74 12 0,-87-4 0,0 1 0,0 1 0,-1 2 0,-1 1 0,28 19 0,24 12 0,-53-32 0,1 0 0,1-2 0,0-2 0,54 13 0,-64-19 0,1-2 0,0 0 0,-1-1 0,1-1 0,0-1 0,0 0 0,-1-2 0,32-8 0,-1-6 0,0-2 0,-1-2 0,46-28 0,-40 20 0,88-33 0,-124 55 0,2 1 0,-1 1 0,0 1 0,1 1 0,0 0 0,0 2 0,-1 0 0,32 4 0,-21 2 0,0 1 0,-1 2 0,1 0 0,-2 2 0,41 20 0,-20-4 0,-1 2 0,49 37 0,-84-56 0,-1 0 0,1-1 0,1-1 0,0 0 0,0-1 0,0 0 0,1-2 0,22 5 0,-16-6 0,0-1 0,0-1 0,0-1 0,0-1 0,33-5 0,3-7 0,0-2 0,0-3 0,85-40 0,-101 41 0,0 1 0,1 2 0,1 2 0,45-7 0,-66 16 0,-1 1 0,0 1 0,1 1 0,-1 0 0,1 2 0,-1 1 0,0 1 0,0 1 0,0 1 0,21 8 0,24 14 0,-20-8 0,90 25 0,-119-41 0,1 0 0,0-2 0,-1 0 0,1-1 0,0-1 0,0-1 0,0 0 0,29-7 0,183-62 0,-11 2 0,-184 59 0,-12 2 0,1 1 0,1 1 0,-1 1 0,0 2 0,35 0 0,-51 3-61,1 2 1,-1-1-1,0 1 0,0 1 0,-1 0 0,1 0 1,-1 0-1,0 1 0,0 1 0,0-1 0,9 11 1,-7-9-576,8 8-6190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0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24575,'0'0'0,"0"0"0,0 0 0,0 0 0,0 0 0,0 0 0,15 0 0,0 1 0,0 1 0,-1 0 0,1 1 0,-1 1 0,22 8 0,-9 0 0,0 1 0,31 20 0,-45-24 0,1-2 0,-1 0 0,1-1 0,0 0 0,1-1 0,-1 0 0,1-1 0,0-1 0,0-1 0,0 0 0,1-1 0,-1 0 0,0-1 0,1-1 0,-1-1 0,0 0 0,0 0 0,27-10 0,309-132 0,-217 84 0,-122 55 0,-1 1 0,1 0 0,0 1 0,0 1 0,0-1 0,0 2 0,0 0 0,0 0 0,1 1 0,-1 1 0,0 0 0,0 0 0,0 1 0,15 5 0,8 5 0,0 2 0,-1 1 0,42 26 0,-73-39 0,22 10 0,0-1 0,1 0 0,0-2 0,0-1 0,1-1 0,0-2 0,0 0 0,34 0 0,22-3 0,115-14 0,12 0 0,-165 14 0,0 1 0,57 11 0,83 29 0,-40-8 0,-98-26 0,0-3 0,0-1 0,91-5 0,142-28 0,34-1 0,-199 29 0,-1 5 0,192 34 0,-187-17 0,216 11 0,-185-31 0,0-7 0,152-25 0,-198 16 0,179 1 0,109 28 0,-143-3 0,360-27 0,-451 3 0,311 20 0,-406-2 0,89 6 0,-122-11 0,0-2 0,58-8 0,-77 8 0,13-4 0,-23 5 0,-1 0 0,0 0 0,1 0 0,-1 0 0,1 0 0,-1 0 0,1-1 0,-1 1 0,0 0 0,1 0 0,-1 0 0,1-1 0,-1 1 0,0 0 0,1 0 0,-1-1 0,0 1 0,0 0 0,1-1 0,-1 1 0,0 0 0,1-1 0,-1 1 0,0-1 0,0 1 0,0 0 0,0-1 0,1 1 0,-1-1 0,0 1 0,0 0 0,0-2 0,-6-26-1365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2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2 24575,'-3'2'0,"0"0"0,1 0 0,-1-1 0,0 1 0,0-1 0,-5 2 0,-6 3 0,0 0 0,0 1 0,-17 11 0,24-14 0,1 1 0,0 0 0,1 0 0,-1 1 0,1 0 0,0 0 0,0 0 0,-6 11 0,-60 133 0,4-10 0,15-55 0,-71 88 0,78-114 0,69-38 0,-11-14 0,1-1 0,0 0 0,0-1 0,1-1 0,-1 0 0,1-1 0,24 2 0,111-3 0,-91-3 0,-18 1 0,0-3 0,0-1 0,67-15 0,-100 17 0,-1-1 0,1 0 0,-1 0 0,1 0 0,-1-1 0,0-1 0,-1 1 0,1-1 0,-1 0 0,0 0 0,0-1 0,0 0 0,-1 0 0,0 0 0,0-1 0,0 1 0,-1-1 0,0 0 0,-1-1 0,1 1 0,-1-1 0,-1 1 0,3-10 0,-1-2 0,-1-1 0,0 1 0,-1-1 0,-1 0 0,-1 0 0,-1 1 0,-1-1 0,-6-27 0,3 18 0,-2 1 0,-2 0 0,0 1 0,-2 0 0,-18-35 0,21 51 0,-1 1 0,1 0 0,-2 0 0,1 1 0,-1 1 0,-1-1 0,-21-12 0,6 2 0,-25-20 0,23 16 0,-30-17 0,65 45 0,0 0 0,-1 1 0,9 9 0,-9-9 0,0 0 0,0-1 0,1 1 0,11 6 0,-1-3-1365,-3-3-5461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3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 24575,'-13'23'0,"-11"27"0,3 1 0,-23 77 0,24-65 0,-2-9 0,-1 0 0,-59 93 0,44-83 0,28-48 0,9-16 0,1 1 0,-1 0 0,0-1 0,0 1 0,1 0 0,-1 0 0,0 0 0,1 0 0,-1 0 0,1 0 0,-1 0 0,1 0 0,0 0 0,-1 0 0,1 0 0,0 0 0,0 0 0,0 0 0,0 0 0,0 0 0,0 0 0,0 0 0,0 0 0,0 0 0,0 0 0,0 0 0,1 0 0,-1 0 0,0 0 0,1 0 0,-1 0 0,1 0 0,-1 0 0,1 0 0,0 0 0,-1-1 0,1 1 0,0 0 0,-1 0 0,1-1 0,0 1 0,1 0 0,3 3 0,-1 0 0,1 0 0,0-1 0,0 0 0,0 0 0,0-1 0,0 1 0,1-1 0,-1 0 0,1 0 0,0-1 0,0 0 0,-1 0 0,1 0 0,0-1 0,0 0 0,10 0 0,9-3 0,1-1 0,45-13 0,-22 4 0,-21 9 0,33-2 0,-42 5 0,0 0 0,0-2 0,0 0 0,22-8 0,-39 11 0,0-1 0,-1 0 0,1 0 0,-1 1 0,1-1 0,-1 0 0,1 0 0,-1-1 0,0 1 0,0 0 0,1 0 0,-1-1 0,0 1 0,0-1 0,0 1 0,0-1 0,0 1 0,0-3 0,0 0 0,0 1 0,0-1 0,0 0 0,-1 0 0,1 0 0,-1 0 0,0-7 0,-2-3 0,0 0 0,-1 0 0,-7-18 0,10 32 0,-18-49 0,-3 2 0,-2 0 0,-2 1 0,-56-78 0,71 110-195,0-1 0,-1 1 0,-1 1 0,0 0 0,-1 1 0,-16-12 0,18 16-6631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5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3 0,0 0 0,1 0 0,-1 1 0,1-1 0,-1 0 0,1 0 0,0 0 0,0 0 0,0 0 0,1 0 0,-1-1 0,1 1 0,-1 0 0,1-1 0,0 1 0,4 3 0,-2-2 0,1 0 0,-1-1 0,1 0 0,0 0 0,0 0 0,0-1 0,0 1 0,10 2 0,2-1 0,1 0 0,0-1 0,0-1 0,34-1 0,67-10 0,-75 4 0,68 1 0,-102 5 0,1 0 0,-1 1 0,1 0 0,-1 1 0,0 0 0,0 0 0,0 1 0,0 0 0,-1 1 0,0 0 0,0 1 0,0-1 0,15 14 0,-1 4 0,-1 1 0,0 1 0,19 30 0,-12-15 0,-22-31 0,1 0 0,0 0 0,0-1 0,1 0 0,0-1 0,0 0 0,1 0 0,-1-1 0,2 0 0,-1-1 0,1 0 0,18 6 0,-14-7 0,0-1 0,0-1 0,0 0 0,0-1 0,0 0 0,1-2 0,-1 1 0,0-2 0,18-4 0,126-38 0,-24 5 0,-126 37 0,1 1 0,-1 0 0,0 0 0,1 1 0,-1 0 0,0 0 0,0 1 0,1 0 0,-1 1 0,0 0 0,0 0 0,0 1 0,15 7 0,-10-2 0,-1 0 0,1 0 0,-2 1 0,1 1 0,-1 0 0,-1 1 0,15 17 0,-16-17 0,0-1 0,1 0 0,0-1 0,1 0 0,0-1 0,0 0 0,1-1 0,0 0 0,0-1 0,1-1 0,0 0 0,0-1 0,0 0 0,0-1 0,0-1 0,1 0 0,-1-1 0,20-1 0,1-1 0,1-3 0,-1-1 0,0-1 0,0-2 0,-1-2 0,43-17 0,-25 5 0,44-15 0,-85 33 0,0 2 0,0-1 0,0 1 0,0 1 0,0 0 0,20 1 0,-21 2 0,-1 0 0,1 1 0,0 0 0,-1 0 0,0 1 0,0 0 0,0 1 0,0 0 0,9 8 0,-5-5 0,1 0 0,-1 0 0,20 6 0,-15-8 0,1-1 0,-1-1 0,1 0 0,0-2 0,-1 0 0,1-1 0,0-1 0,0-1 0,0-1 0,0 0 0,0-2 0,25-7 0,11-8 0,0-3 0,85-46 0,11-6 0,-122 62 0,0 1 0,1 1 0,37-6 0,-20 10 0,0 3 0,-1 1 0,1 3 0,53 7 0,-93-7 0,21 0 0,0-2 0,1-1 0,-1-1 0,0-1 0,34-10 0,-29 7 0,-32 7-6,0 0 0,0 0 0,1-1 0,-1 1 1,0 0-1,0-1 0,0 1 0,0-1 0,0 1 0,0-1 0,0 1 0,0-1 0,-1 0 0,3-1 0,-3 2 12,0-1 1,0 1-1,0 0 1,1-1-1,-1 1 1,0 0-1,0-1 1,0 1-1,0-1 0,0 1 1,0 0-1,0-1 1,0 1-1,0-1 1,-1 1-1,1 0 0,0-1 1,0 1-1,0 0 1,0-1-1,0 1 1,-1 0-1,1-1 1,0 1-1,0 0 0,-1-1 1,1 1-1,-4-4-179,0 1 0,0-1-1,0 1 1,-9-5 0,8 5-417,-15-9-6236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25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12905 5835 24575,'21'-17'0,"4"-8"0,-1 0 0,-1-2 0,33-51 0,47-97 0,-87 146 0,156-341 0,-117 241 0,-29 65 0,-3-1 0,-4-1 0,-2-1 0,-3-1 0,-3 0 0,-3 0 0,-1-73 0,-10-6 0,-6 0 0,-34-179 0,12 118 0,-12-70 0,-24 4 0,13 117-267,-98-201 0,92 243 203,-4 2 0,-102-134 0,81 140 64,-5 3 0,-5 4 0,-172-140 0,111 120 0,-330-190 0,285 200 0,-217-84 0,-522-143 0,291 168-1319,-13 54 1403,-347 38-84,-4 86 0,869-6 0,-545 25 0,6 57 0,-229 139 0,20 71 0,610-191 0,-183 65 0,278-100-59,3 9 0,-259 151-1,211-86-184,-275 222 0,100-24 268,313-253 803,3 4 0,-84 112-1,127-137-795,2 1 0,4 3 0,-61 138-1,76-139-30,2 0 0,4 1 0,3 1 0,-16 140 0,27-125 0,4 1 0,4 0 0,22 161 0,-10-167 0,4-2 0,2 0 0,5-1 0,3-1 0,3-1 0,70 127 0,-54-128 0,104 130 0,-106-155 0,3-1 0,2-3 0,62 47 0,323 225 0,-297-229 0,193 96 0,409 166-436,17-42 0,-575-250 436,191 37 0,193 3 0,-406-77 0,514 64 0,-30-42 0,0-49 0,-242-28 0,137-6 0,-387 33 0,939-35 0,-450-9 0,-46 2 0,-163 23 0,332-14 0,-454 27 0,343-57 0,-175-30 431,-217 41-204,-171 38-120,130-48 0,-210 64-221,0 0 1,0-1-1,0 0 0,0-1 0,-1 1 1,0-2-1,0 1 0,0-1 0,-1-1 1,0 1-1,12-15 0,-9 6-6712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2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24575,'22'6'0,"8"1"0,0-1 0,1-2 0,59 1 0,-16-1 0,45 5 0,368 11 0,-31-30 0,0 27 0,477 21 0,-589-72 0,-139 10 0,-118 22-295,-68 2-775,-9 0-5756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3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0 24575,'-27'3'0,"-45"2"0,-39 4 0,97-6 0,0 0 0,0 1 0,0 0 0,0 1 0,-23 12 0,19-7 0,1 1 0,0 1 0,0 1 0,1 0 0,1 2 0,1-1 0,0 2 0,-13 17 0,9-7 0,2 0 0,1 1 0,1 0 0,-19 54 0,16-29 0,2 1 0,2 0 0,2 1 0,3 0 0,3 1 0,2 0 0,2-1 0,7 61 0,-6-107 0,2 0 0,-1 0 0,1-1 0,0 1 0,0 0 0,1-1 0,0 0 0,1 1 0,-1-1 0,1-1 0,1 1 0,6 8 0,-4-8 0,0-1 0,1 1 0,-1-1 0,1-1 0,1 1 0,-1-2 0,1 1 0,0-1 0,14 5 0,5 0 0,0-2 0,1 0 0,-1-2 0,2-1 0,-1-1 0,0-2 0,45-3 0,-20-3 0,-1-3 0,0-2 0,61-21 0,-103 28-80,0 0 0,0-1-1,-1-1 1,0 1 0,0-2-1,0 0 1,0 0 0,-1 0-1,0-1 1,0-1 0,-1 0 0,0 0-1,-1 0 1,1-1 0,-2 0-1,12-19 1,-8 6-6746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3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24575,'0'0'0,"0"0"0,0 0 0,0 0 0,0 0 0,1 0 0,100 8 0,141-8 0,-215-1 0,0-1 0,0-1 0,0-1 0,32-9 0,-61 12 0,0 1 0,0 0 0,0 0 0,0-1 0,0 1 0,0-1 0,0 1 0,-4-3 0,-6-1 0,-5 0 0,1 1 0,-1 1 0,0 0 0,0 1 0,-19 2 0,28-1 0,0 1 0,-1 0 0,1 1 0,0 0 0,0 1 0,0-1 0,1 1 0,-1 1 0,1-1 0,-1 1 0,1 1 0,-11 8 0,13-7 0,-1 1 0,1 0 0,0 0 0,0 1 0,1-1 0,0 1 0,-5 13 0,-2 3 0,-13 22 0,7-15 0,2 1 0,-17 49 0,17-32 0,-35 125 0,43-141 0,1 1 0,1 0 0,0 44 0,5-64 0,1 0 0,0-1 0,1 1 0,1 0 0,0-1 0,0 1 0,2-1 0,9 21 0,-11-28 0,1 0 0,-1 1 0,1-1 0,1-1 0,-1 1 0,1-1 0,0 0 0,0 0 0,1 0 0,-1 0 0,1-1 0,0 0 0,1-1 0,-1 1 0,0-1 0,1 0 0,0-1 0,9 3 0,8 0 0,0-2 0,1 0 0,36-1 0,72-11 0,-127 9 0,-1-1 0,1 0 0,0 0 0,0 0 0,0-1 0,-1 0 0,1 0 0,-1 0 0,0-1 0,1 0 0,-1 0 0,7-5 0,-9 4 0,0 0 0,0 1 0,0-1 0,0 0 0,0 0 0,-1 0 0,0-1 0,0 1 0,0-1 0,-1 1 0,1-1 0,-1 1 0,0-1 0,0 0 0,0-7 0,-1 1-170,0 1-1,0-1 0,-1 0 1,-1 0-1,0 0 0,0 1 1,-6-16-1,-2-3-6655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33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24575,'3'0'0,"0"0"0,-1-1 0,1 1 0,0 0 0,-1-1 0,1 1 0,5-3 0,-1 1 0,89-14 0,-17 1 0,1 3 0,123-1 0,-158 21-1365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4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24575,'18'7'0,"-7"-4"0,55 23 0,-27-10 0,2-1 0,-1-2 0,1-1 0,74 10 0,-33-15 0,422 51 0,-406-45 0,-1-5 0,119-3 0,195-30 0,-180 4 0,238-18 0,-131 30 0,-133 5 0,327-20 0,-460 20 0,337-4 0,-153 5 0,568-21 0,-634 22 0,55-4 0,-236 6 0,764-50 0,-374 38 0,-57 3 0,263-12 0,-283 9 0,-47 2 0,517-26 0,-617 10-1365,-159 23-5461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47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0 0,0 0 0,0 0 0,0 0 0,0 0 0,0 0 0,0 0 0,0 0 0,0 0 0,10 1 0,139 18 0,205 0 0,-257-20 0,327 3 0,-3 21 0,34 8 0,-392-28 0,505 23 0,-86-19 0,-154-2 0,490 21 0,-757-22 0,405 25 0,-1-23 0,93 4 0,-283 0 0,259 19 0,54 2 0,-72-16 0,125 0 0,199-9 0,45-21 0,-307 1 0,369 7 0,-1046-6-1365,54 9-5461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6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24575,'145'-8'0,"-77"7"-682,122-18-1,-181 17-6143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7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24575,'1'1'0,"0"0"0,0 0 0,0 0 0,0 0 0,-1 0 0,1 0 0,0 0 0,-1 0 0,1 0 0,0 1 0,-1-1 0,0 0 0,1 0 0,-1 0 0,0 1 0,1 1 0,2 25 0,-3-23 0,3 235 0,-3-94 0,-25 535 0,20-436 0,1-14 0,-24 46 0,11-125 0,3-91 0,11-52 0,1 0 0,-1 0 0,1 0 0,1 0 0,-1 0 0,2 0 0,-1 0 0,1 0 0,1 1 0,1 10 0,-1-17 0,0-1 0,0 1 0,1-1 0,-1 0 0,1 0 0,-1 0 0,1 0 0,0 0 0,0 0 0,0 0 0,0 0 0,0-1 0,0 1 0,0-1 0,1 0 0,-1 1 0,0-1 0,1 0 0,-1 0 0,1-1 0,-1 1 0,1 0 0,2 0 0,12 1 0,-1 0 0,30 0 0,-15-1 0,40 9-1365,-63-8-5461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8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1 24575,'-23'9'0,"20"-7"0,0-1 0,0 1 0,0 0 0,0 0 0,0 0 0,0 0 0,0 0 0,1 0 0,-1 1 0,1-1 0,0 1 0,-1 0 0,1 0 0,1 0 0,-1 0 0,0 0 0,1 0 0,-2 4 0,2-4 0,1 0 0,-1 0 0,1 0 0,0 0 0,-1-1 0,1 1 0,1 0 0,-1 0 0,0 0 0,1 0 0,0 0 0,-1-1 0,1 1 0,0 0 0,0-1 0,1 1 0,-1 0 0,0-1 0,1 0 0,0 1 0,-1-1 0,1 0 0,3 3 0,-1-1 0,1 0 0,0-1 0,0 0 0,1 0 0,-1 0 0,0 0 0,1-1 0,0 0 0,-1 0 0,13 2 0,8 1 0,33 1 0,-32-4 0,9 1 0,-11-2 0,1 2 0,-1 1 0,31 8 0,-53 8 0,-4-4 0,0-1 0,-1 0 0,0 1 0,-8 24 0,-26 63 0,7-24 0,7-2 0,-20 127 0,10 86 0,18 35 0,3-28 0,-1 97 0,8-201 0,-7-51 0,5-85 0,1 74 0,5-127 0,0 0 0,0 0 0,0 0 0,0-1 0,-1 1 0,1 0 0,-1 0 0,0 0 0,0-1 0,-1 1 0,1 0 0,-1-1 0,1 1 0,-1-1 0,0 0 0,-1 0 0,1 0 0,-1 0 0,1 0 0,-1 0 0,0 0 0,0-1 0,-4 4 0,-2-2 0,0 0 0,1 0 0,-1-1 0,-1 0 0,1 0 0,0-1 0,-1-1 0,-13 2 0,-312 29-1365,316-30-5461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8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24575,'3'2'0,"-1"0"0,0 1 0,0-1 0,0 1 0,-1-1 0,1 1 0,0-1 0,1 5 0,3 3 0,-3-5 0,0 0 0,-1-1 0,1 1 0,-1 0 0,0 0 0,0 0 0,-1 1 0,1-1 0,-1 0 0,0 1 0,0 8 0,-2-1 0,0 0 0,-1 0 0,-5 20 0,3-17 0,0 5 0,0 0 0,1 0 0,2 0 0,0 0 0,1 1 0,1-1 0,1 0 0,6 27 0,-8-45-1365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19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 24575,'-2'2'0,"0"-1"0,0 1 0,-1-1 0,1 1 0,0-1 0,-1 0 0,1 0 0,-1 0 0,1 0 0,-6 1 0,1-1 0,-1 0 0,1 0 0,0 0 0,-10 4 0,14-4 0,0 1 0,1-1 0,-1 1 0,0 0 0,0 0 0,1 0 0,-1 0 0,1 0 0,0 0 0,-1 1 0,1-1 0,-3 6 0,1-1 0,1 1 0,-1-1 0,1 1 0,1 0 0,-1 0 0,1 0 0,1 1 0,-1-1 0,1 0 0,1 1 0,0-1 0,1 14 0,1-5 0,0 1 0,2-1 0,0 0 0,11 32 0,-10-39 0,1 0 0,-1 0 0,1-1 0,1 0 0,0 0 0,0 0 0,1-1 0,0 0 0,0 0 0,1-1 0,0 0 0,0 0 0,1-1 0,16 7 0,-21-11 0,-1-1 0,0 0 0,1 0 0,-1 0 0,1 0 0,-1-1 0,1 0 0,-1 0 0,1 0 0,-1-1 0,1 1 0,-1-1 0,1 0 0,-1 0 0,0-1 0,0 1 0,1-1 0,-1 0 0,0 0 0,7-5 0,-7 4 0,0-1 0,0 1 0,0-1 0,0 0 0,-1 1 0,1-2 0,-1 1 0,0 0 0,0-1 0,-1 1 0,1-1 0,-1 0 0,0 0 0,0 0 0,-1 0 0,1 0 0,0-8 0,-1 2 0,0 0 0,-1 1 0,0-1 0,-1 0 0,0 1 0,-1-1 0,0 1 0,-4-12 0,3 15 0,1 1 0,-1 0 0,-1 0 0,1 0 0,-1 0 0,0 1 0,0-1 0,-1 1 0,1 0 0,-1 0 0,0 1 0,-1-1 0,-10-5 0,4 2 20,-1 1 0,-1 0 0,1 1 0,-1 1 0,-19-5 0,25 8-144,1 0 0,-1 1 1,0 1-1,0-1 0,0 1 0,0 0 1,0 1-1,0 0 0,1 0 0,-1 0 1,-11 5-1,5-1-6702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2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35 24575,'0'0'0,"0"0"0,0 0 0,-6 8 0,-5 10 0,1 1 0,1 0 0,0 0 0,2 1 0,0 0 0,1 1 0,1-1 0,1 1 0,1 0 0,0 0 0,2 0 0,1 1 0,0-1 0,2 0 0,0 0 0,1 0 0,7 24 0,-8-40 0,-1 0 0,0 0 0,1 0 0,0 0 0,1 0 0,-1 0 0,1-1 0,-1 1 0,2-1 0,-1 0 0,0 0 0,1 0 0,-1 0 0,1-1 0,0 1 0,1-1 0,-1 0 0,0 0 0,1 0 0,0-1 0,-1 0 0,1 0 0,0 0 0,0 0 0,0-1 0,1 0 0,-1 0 0,0 0 0,0-1 0,1 0 0,5 0 0,1-2 0,-1 0 0,0 0 0,0-1 0,-1-1 0,1 0 0,0-1 0,-1 0 0,0 0 0,-1-1 0,1 0 0,16-15 0,-8 5 0,-1 0 0,-1-1 0,-1-1 0,24-35 0,-29 38 0,-1 0 0,-1 0 0,-1-1 0,6-16 0,-11 24 0,0 0 0,0 1 0,-1-1 0,0 0 0,0 1 0,-1-1 0,0 0 0,0 0 0,0 0 0,-1 0 0,-3-8 0,2 8 0,0 0 0,-1 0 0,-1 0 0,1 1 0,-1-1 0,0 1 0,-1 0 0,1 0 0,-1 1 0,-1-1 0,1 1 0,-12-9 0,9 9 0,0 1 0,0 0 0,-1 0 0,1 1 0,-1 0 0,-1 0 0,1 1 0,0 0 0,-1 0 0,-15-1 0,12 3-105,1 0 0,-1 0 0,1 1 0,-1 1 0,1 0 0,0 0 0,-1 2 0,1-1 0,0 2 0,0 0 0,1 0 0,-22 11 0,9 0-6721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4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24575,'-12'144'0,"6"-97"0,1 68 0,5-98 0,4 63 0,-4 0 0,-18 137 0,11-187 0,-1 0 0,-12 29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49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24575,'0'0'0,"0"0"0,0 0 0,0 0 0,0 0 0,15-3 0,50-6 0,-1 2 0,114 3 0,-146 3 0,38-6 0,-38 3 0,34 0 0,-50 4 0,-9 1 0,0-1 0,0 0 0,-1 0 0,1-1 0,0 0 0,9-2 0,-16 3 1,0 0 1,0 0-1,0-1 0,0 1 0,0 0 1,0 0-1,0 0 0,0 0 0,1 0 1,-1 0-1,0 0 0,0 0 0,0 0 0,0 0 1,0 0-1,0 0 0,0 0 0,0-1 1,0 1-1,0 0 0,0 0 0,0 0 1,0 0-1,0 0 0,0 0 0,0 0 0,0 0 1,0 0-1,0-1 0,0 1 0,0 0 1,0 0-1,0 0 0,0 0 0,0 0 1,0 0-1,0 0 0,0 0 0,0 0 0,0-1 1,0 1-1,0 0 0,0 0 0,0 0 1,0 0-1,0 0 0,0 0 0,0 0 1,-1 0-1,1 0 0,0 0 0,0 0 0,0 0 1,0 0-1,0-1 0,0 1 0,0 0 1,0 0-1,0 0 0,0 0 0,-1 0 1,1 0-1,0 0 0,0 0 0,-6-3-1446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1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24575,'0'0'0,"0"0"0,0 0 0,0 0 0,0 0 0,0 0 0,0 0 0,0 0 0,25-6 0,21 0 0,0 2 0,91 5 0,-98 3-1365,-28-2-5461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1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24575,'9'-3'0,"-1"1"0,1-1 0,0 1 0,0 1 0,14-1 0,2-1 0,130-30 134,-32 6-1633,-117 26-5327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5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67 24575,'-33'-24'0,"49"9"0,-12 12 0,0 0 0,0 0 0,1 0 0,0 1 0,-1-1 0,1 1 0,0 1 0,0-1 0,0 1 0,0-1 0,0 1 0,0 1 0,11-1 0,8 1 0,41 4 0,-40-1 0,-8-2-227,0 1-1,0 1 1,-1 1-1,1 0 1,23 10-1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24575,'0'0'0,"0"0"0,0 0 0,0 0 0,-11 20 0,9-13 0,0 0 0,1 1 0,0-1 0,0 1 0,1-1 0,0 1 0,1 9 0,10 54 0,-4-31 0,35 520 0,-35-92 0,-5-179 0,8 267 0,-9-513 0,-1-10 0,1-1 0,2 1 0,8 36 0,17-51 0,-22-15 0,-1 0 0,1 0 0,0-1 0,0 0 0,0 0 0,0 0 0,0-1 0,0 0 0,7 0 0,61 0 0,-13-1 0,-33 2-341,0 1 0,0 2-1,54 16 1,-67-15-6485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6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24575,'-21'26'0,"15"-23"0,-1 1 0,1 0 0,0 1 0,0-1 0,0 1 0,0 1 0,1-1 0,0 1 0,0 0 0,1 0 0,-1 0 0,1 0 0,1 1 0,-1 0 0,1 0 0,0 0 0,1 0 0,-3 13 0,2-5 0,1 0 0,0 0 0,2 1 0,0-1 0,0 1 0,1-1 0,1 0 0,7 28 0,-6-34 0,-1-1 0,2 0 0,-1 0 0,1 0 0,0-1 0,1 1 0,0-1 0,0 0 0,0 0 0,1-1 0,0 1 0,0-1 0,1-1 0,0 1 0,0-1 0,0 0 0,9 4 0,-13-8 0,1 0 0,0 1 0,0-1 0,0-1 0,0 1 0,1-1 0,-1 1 0,0-1 0,0 0 0,0-1 0,0 1 0,0-1 0,0 0 0,0 0 0,0 0 0,0 0 0,0-1 0,0 1 0,-1-1 0,1 0 0,0 0 0,-1-1 0,5-3 0,2-1 0,-1-1 0,0 0 0,-1-1 0,0 0 0,0 0 0,12-20 0,-15 22 0,-1-1 0,1 0 0,-1 0 0,-1 0 0,1-1 0,-1 1 0,-1-1 0,1 0 0,-2 0 0,1 0 0,-1 0 0,-1 0 0,1 0 0,-1 0 0,-1 0 0,0 0 0,-4-17 0,2 15 0,-1 0 0,0 0 0,-1 0 0,0 0 0,0 1 0,-1 0 0,-9-10 0,11 15 0,0 0 0,0 1 0,0 0 0,-1 0 0,0 0 0,0 1 0,0 0 0,0 0 0,0 0 0,-1 0 0,1 1 0,-1 0 0,1 0 0,-1 0 0,-9 0 0,0 0-1365,3 1-5461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7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24575,'0'0'0,"0"0"0,0 0 0,-1 10 0,-1 4 0,-18 232 0,16-174 105,0 7-1575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7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0,6 9 0,2 5 0,-1 1 0,0-1 0,-1 2 0,0-1 0,-1 1 0,-1 0 0,-1 0 0,3 25 0,-1 134 0,-5-149 0,8 262 0,-8-284-1365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9:58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24575,'0'0'0,"0"0"0,0 0 0,0 0 0,0 0 0,0 0 0,15 15 0,-4-5 0,1-1 0,1 0 0,0-1 0,0-1 0,0 0 0,1-1 0,17 6 0,107 25 0,-82-24 0,-55-10 0,0 0 0,0 0 0,0 0 0,-1 0 0,1 0 0,-1 0 0,1 0 0,-1 4 0,-2 18 0,-1 0 0,-11 49 0,1-8 0,2 57 0,6 210 0,7-200 0,8 463 0,5-269 0,0 88 0,-14-348 0,1-41 0,-1 0 0,-2 1 0,0-1 0,-2 0 0,-12 50 0,11-63 0,0 0 0,-1 0 0,-12 26 0,15-36 0,1-1 0,-1 1 0,0 0 0,0-1 0,0 1 0,0-1 0,0 1 0,-1-1 0,1 0 0,-1 0 0,1 0 0,-1 0 0,0-1 0,0 1 0,0-1 0,0 1 0,0-1 0,-6 1 0,-136 17 55,-72 12-1475,190-25-5406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43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24575,'0'20'0,"3"2"0,0 1 0,1-1 0,2 0 0,0 0 0,1-1 0,2 0 0,19 37 0,-25-52 0,1 0 0,0-1 0,0 1 0,1-1 0,0 0 0,0-1 0,0 1 0,0-1 0,1 0 0,-1 0 0,1 0 0,0-1 0,0 0 0,1 0 0,-1-1 0,1 0 0,-1 0 0,1 0 0,0-1 0,-1 0 0,1 0 0,0-1 0,0 1 0,0-2 0,0 1 0,0-1 0,-1 0 0,12-3 0,-11 2 0,-1-1 0,0 1 0,0-1 0,0 0 0,0 0 0,-1-1 0,1 0 0,-1 0 0,0 0 0,0-1 0,0 1 0,7-10 0,-10 10 0,0 1 0,0-1 0,0 1 0,0-1 0,-1 0 0,1 0 0,-1 0 0,0 0 0,0 0 0,-1 0 0,1 0 0,-1-1 0,0 1 0,0 0 0,0 0 0,0 0 0,-1 0 0,0 0 0,0 0 0,0 0 0,-2-5 0,1 4 0,0 0 0,0 1 0,-1-1 0,1 1 0,-1 0 0,0-1 0,-1 1 0,1 1 0,-1-1 0,1 0 0,-1 1 0,0 0 0,-6-4 0,2 3 0,1 0 0,-1 1 0,0 0 0,0 0 0,0 0 0,0 1 0,-12-1 0,-7 1 0,1 1 0,0 1 0,0 2 0,-31 5 0,41-6 0,-1 0 0,-17-2 0,3 1 0,43 28 0,-2-13 0,0 0 0,1-1 0,0 0 0,1-1 0,1 0 0,0-1 0,0 0 0,29 18 0,-41-29 0,0 0 0,-1-1 0,1 1 0,0-1 0,0 0 0,0 1 0,-1-1 0,1 1 0,0-1 0,0 0 0,0 0 0,0 1 0,0-1 0,-1 0 0,1 0 0,0 0 0,0 0 0,0 0 0,0 0 0,0 0 0,0 0 0,0-1 0,-1 1 0,1 0 0,0-1 0,0 1 0,0 0 0,1-1 0,-1-1 0,1 1 0,-1-1 0,0 1 0,0-1 0,0 0 0,0 0 0,0 1 0,0-1 0,0 0 0,0 0 0,-1 0 0,1-3 0,1-2 0,-1-1 0,0 1 0,0-1 0,-1 0 0,0 1 0,-1-10 0,0 12 0,-1 0 0,1 1 0,-1-1 0,0 0 0,0 0 0,0 1 0,-1-1 0,0 1 0,1 0 0,-1 0 0,-1 0 0,1 0 0,-1 0 0,1 1 0,-1 0 0,0 0 0,0 0 0,-1 0 0,1 0 0,-1 1 0,1 0 0,-1 0 0,0 0 0,0 0 0,1 1 0,-1 0 0,-6-1 0,6 1 0,0 1 0,0-1 0,-1 1 0,1 0 0,0 1 0,-1-1 0,1 1 0,0 0 0,0 0 0,0 1 0,0 0 0,0 0 0,0 0 0,0 0 0,1 1 0,-1-1 0,1 1 0,-1 0 0,1 1 0,0-1 0,1 1 0,-1 0 0,0 0 0,1 0 0,-5 9 0,7-12-47,0 1 0,0 0 0,1 0 0,-1-1 0,1 1 0,-1 0 0,1 0 0,0 0 0,0 0-1,0-1 1,0 1 0,0 0 0,0 0 0,1 0 0,-1 0 0,0-1 0,1 1 0,0 0 0,-1 0 0,1-1 0,0 1 0,0 0-1,0-1 1,0 1 0,0-1 0,0 1 0,0-1 0,3 3 0,3 3-6779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43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24575,'0'0'0,"0"0"0,-2 31 0,-1-1 0,-10 38 0,4-19 0,1 9 0,3-1 0,2 1 0,3 0 0,9 78 0,6-31 0,43 151 0,-57-250 0,31 108 0,25 190 0,-56-302 0,0 9 0,0 0 0,1 1 0,4 11 0,-2-17 0,-2-16 0,-3-22 0,-27-209-58,16 157-1249,3 14-5519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44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24575,'46'5'0,"96"-2"0,-93-4 0,80 8 0,-123-6 0,1 0 0,-1 1 0,1 0 0,-1 0 0,0 0 0,0 1 0,0-1 0,7 6 0,-10-6 0,0 0 0,0 0 0,-1 0 0,1 1 0,-1-1 0,0 1 0,0-1 0,0 1 0,0 0 0,0 0 0,-1 0 0,1 0 0,-1 0 0,0 0 0,0 0 0,0 1 0,1 5 0,-1-1 0,0 1 0,-1-1 0,-1 1 0,1-1 0,-1 1 0,-1-1 0,1 0 0,-1 1 0,-1-1 0,0 0 0,0 0 0,0 0 0,-8 11 0,-5 5 0,0 0 0,-34 35 0,44-53 0,-2 2-114,-1 1 1,0-1-1,0 0 0,0-1 0,-1 0 1,0-1-1,-1 0 0,0-1 0,0 0 1,0 0-1,-14 3 0,11-4-6712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46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930 123 24575,'-9'-22'0,"5"16"0,0 0 0,0 0 0,0 0 0,0 0 0,-1 0 0,0 1 0,-1 0 0,1 0 0,-1 1 0,0-1 0,0 1 0,0 1 0,-1-1 0,1 1 0,-1 0 0,0 0 0,0 1 0,-9-2 0,-4-1 0,-1 1 0,1 1 0,-1 1 0,1 1 0,-25 2 0,24 1 0,-1 1 0,0 1 0,1 0 0,-1 2 0,2 1 0,-1 0 0,1 2 0,0 0 0,-27 17 0,26-12 0,0 1 0,0 1 0,2 0 0,0 2 0,1 0 0,0 2 0,-25 36 0,11-5 0,3 1 0,2 1 0,2 2 0,-19 61 0,21-42 0,4 1 0,-17 130 0,32-169 0,2 0 0,1 0 0,6 59 0,-3-77 0,1-1 0,1 0 0,1 1 0,0-2 0,1 1 0,1-1 0,0 0 0,2 0 0,13 21 0,-10-21 0,1-1 0,0 0 0,0 0 0,2-2 0,0 0 0,0 0 0,1-2 0,0 0 0,1 0 0,1-2 0,0 0 0,0-1 0,0-1 0,1-1 0,0 0 0,0-1 0,1-1 0,-1-1 0,31 0 0,-15-3 0,0-1 0,0-3 0,-1 0 0,1-2 0,-1-2 0,-1-1 0,1-2 0,-1-1 0,-1-2 0,0 0 0,29-20 0,-32 20-1365,-20 10-5461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15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24575,'0'0'0,"0"0"0,0 0 0,0 0 0,0 0 0,0 0 0,7 20 0,1 18 0,-1 0 0,-2 1 0,-1 0 0,-3 54 0,-21 160 0,1-31 0,20-189-72,2-1-1,1 0 1,1 0 0,1-1-1,12 33 1,-7-25-859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1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112 157 24575,'0'0'0,"0"0"0,0 0 0,0 0 0,0 0 0,2 13 0,-2-3 0,-1-1 0,1 1 0,-2-1 0,0 1 0,0-1 0,0 1 0,-1-1 0,-5 10 0,-10 40 0,15-48 0,1 0 0,0-1 0,0 0 0,1 1 0,1-1 0,0 17 0,0-24 0,1-1 0,-1 0 0,1 1 0,-1-1 0,1 0 0,0 0 0,0 0 0,0 0 0,0 0 0,0 0 0,0 0 0,1 0 0,-1 0 0,1 0 0,-1-1 0,1 1 0,0 0 0,-1-1 0,1 0 0,0 1 0,0-1 0,0 0 0,0 0 0,0 0 0,1 0 0,-1 0 0,0-1 0,0 1 0,0-1 0,1 1 0,3-1 0,0 0 0,0 0 0,0-1 0,0 1 0,0-2 0,0 1 0,0-1 0,0 1 0,0-1 0,-1-1 0,1 1 0,-1-1 0,0 0 0,1-1 0,-1 1 0,8-9 0,7-6 0,0-1 0,18-23 0,-36 39 0,9-10 0,-1-1 0,-1 0 0,0 0 0,-1-1 0,12-31 0,-16 36 0,-1-1 0,0-1 0,0 1 0,-1 0 0,0-1 0,-1 0 0,-1 1 0,0-1 0,-1-15 0,0 23 0,0 0 0,0-1 0,0 1 0,0 0 0,0 0 0,-1 0 0,0 0 0,0 1 0,0-1 0,0 0 0,-1 1 0,1-1 0,-1 1 0,0 0 0,0 0 0,0 0 0,0 0 0,-1 1 0,1-1 0,-6-2 0,0 1 0,0 1 0,-1 0 0,1 0 0,0 1 0,-1 0 0,0 0 0,1 1 0,-13 0 0,14 1 0,-82 0 0,81 1 0,-1 0 0,1 0 0,0 1 0,0 0 0,0 1 0,0 0 0,-13 6 0,18-6 0,1-1 0,-1 1 0,1 0 0,0-1 0,0 2 0,0-1 0,0 0 0,1 0 0,-1 1 0,1 0 0,0-1 0,0 1 0,0 0 0,1 0 0,-1 0 0,1 0 0,0 1 0,0-1 0,-1 7 0,2-8 0,0 1 0,0-1 0,0 1 0,0-1 0,0 1 0,0 0 0,1-1 0,0 1 0,0-1 0,0 0 0,0 1 0,0-1 0,1 0 0,-1 0 0,1 0 0,0 0 0,0 0 0,0 0 0,0 0 0,1 0 0,-1-1 0,1 0 0,4 4 0,1-1-1365,-1-1-5461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16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5 24575,'0'0'0,"0"0"0,0 0 0,0 0 0,0 0 0,0 0 0,-60-2 0,42 0 0,1 1 0,-1 1 0,0 1 0,1 0 0,-1 1 0,-26 8 0,37-8 0,0 1 0,0 0 0,0 0 0,1 0 0,-1 1 0,1 0 0,0 0 0,0 1 0,1 0 0,-1 0 0,1 0 0,0 1 0,0-1 0,1 1 0,-5 8 0,6-9 0,1-1 0,0 1 0,0 0 0,0 0 0,1 1 0,-1-1 0,1 0 0,1 1 0,-1-1 0,1 0 0,0 1 0,0-1 0,0 0 0,1 1 0,-1-1 0,2 0 0,-1 1 0,0-1 0,1 0 0,0 0 0,3 5 0,0-1 0,1 0 0,0 0 0,0-1 0,1 0 0,0 0 0,16 13 0,55 35 0,-66-47 0,13 7 0,-14-9 0,1 0 0,-1 1 0,-1 0 0,17 17 0,-57-21 0,9-3 24,-1-1 0,1-1 0,0-1 0,-30-6 0,12-1-767,-53-19 1,84 25-6084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17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1 24575,'0'0'0,"0"0"0,0 0 0,0 0 0,0 0 0,0 0 0,-17 10 0,-240 138 0,255-147 0,-1 1 0,0 0 0,1-1 0,-1 1 0,1 1 0,-1-1 0,1 0 0,0 1 0,0-1 0,0 1 0,0-1 0,1 1 0,-1 0 0,1 0 0,0 0 0,-1 0 0,1 0 0,0 0 0,1 0 0,-1 0 0,1 0 0,-1 0 0,1 1 0,0-1 0,1 5 0,0 5 0,1-1 0,1 1 0,1-1 0,8 23 0,-8-24 0,1 0 0,0-1 0,0 1 0,1-1 0,1 0 0,0-1 0,0 1 0,13 11 0,64 53 0,-55-50 0,-28-24 0,-1 0 0,0 0 0,1 0 0,-1 0 0,0 1 0,1-1 0,-1 0 0,0 0 0,1 1 0,-1-1 0,0 0 0,0 0 0,1 1 0,-1-1 0,0 0 0,0 1 0,0-1 0,1 0 0,-1 1 0,0-1 0,0 0 0,0 1 0,0-1 0,0 1 0,0-1 0,0 0 0,0 1 0,0-1 0,0 0 0,0 1 0,0-1 0,0 1 0,0-1 0,0 0 0,0 1 0,0-1 0,-1 0 0,1 1 0,0-1 0,0 0 0,0 1 0,-1-1 0,1 0 0,0 1 0,0-1 0,-1 0 0,1 0 0,0 1 0,0-1 0,-1 0 0,1 0 0,0 1 0,-1-1 0,1 0 0,0 0 0,-1 0 0,1 0 0,-1 0 0,-27 6 0,14-7-70,0-1-1,0 0 1,-1-1-1,2 0 1,-18-7-1,12 4-871,-24-8-5884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3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0,19 6 0,-14-4 0,-1 1 0,1-1 0,-1 1 0,1 0 0,-1 0 0,0 1 0,0-1 0,-1 1 0,1 0 0,-1 0 0,1 0 0,-1 0 0,4 8 0,3 6 0,-1 1 0,8 20 0,-5-1 0,-2 0 0,-1 1 0,6 69 0,4 18 0,-4-52 0,40 119 0,-53-189 0,-1 0 0,1 0 0,0 0 0,0 0 0,0-1 0,0 1 0,1-1 0,-1 0 0,6 6 0,-7-8 0,0 0 0,1-1 0,-1 1 0,0 0 0,0-1 0,1 1 0,-1-1 0,0 1 0,1-1 0,-1 0 0,1 1 0,-1-1 0,0 0 0,1 0 0,-1 0 0,1 0 0,-1 0 0,1 0 0,-1-1 0,0 1 0,1 0 0,-1-1 0,0 1 0,1-1 0,-1 1 0,0-1 0,0 0 0,1 0 0,-1 1 0,0-1 0,0 0 0,2-2 0,2-2 0,0-1 0,0 1 0,-1-1 0,1 0 0,-2 0 0,1 0 0,0-1 0,-1 0 0,4-13 0,16-68 0,-21 79 0,22-160 0,1-4 0,-25 171 0,1 0 0,-1 0 0,1 0 0,-1 0 0,1 0 0,0 0 0,0 0 0,0 0 0,0 1 0,0-1 0,0 0 0,0 0 0,1 1 0,-1-1 0,1 1 0,-1-1 0,1 1 0,-1 0 0,1 0 0,0 0 0,0 0 0,0 0 0,-1 0 0,1 0 0,0 0 0,0 1 0,0-1 0,4 0 0,-3 1 0,0 0 0,0 0 0,0 1 0,0-1 0,0 1 0,0 0 0,0-1 0,0 1 0,0 0 0,0 1 0,0-1 0,-1 0 0,1 1 0,-1 0 0,1 0 0,-1 0 0,5 4 0,2 4 0,0 1 0,-1 1 0,0-1 0,0 1 0,-2 1 0,1-1 0,4 15 0,27 99 0,-23-73 0,3 2 0,43 91 0,-60-144 0,0 0 0,0-1 0,0 1 0,0 0 0,0 0 0,0-1 0,1 1 0,-1-1 0,1 1 0,2 1 0,-3-2 0,-1-1 0,1 1 0,0-1 0,0 0 0,-1 0 0,1 1 0,0-1 0,0 0 0,-1 0 0,1 0 0,0 0 0,0 0 0,0 0 0,-1 0 0,1 0 0,0 0 0,0 0 0,0 0 0,-1 0 0,2-1 0,0 0 0,-1 0 0,1 0 0,0-1 0,-1 1 0,1-1 0,-1 1 0,1-1 0,-1 0 0,0 1 0,0-1 0,1 0 0,-1 0 0,-1 0 0,1 0 0,0 0 0,0 0 0,-1 0 0,1 0 0,0-3 0,2-24 0,-1-1 0,-1 1 0,-1 0 0,-2 0 0,-1 0 0,-1 0 0,-1 0 0,-12-35 0,14 56-136,0 0-1,-1 0 1,0 1-1,0-1 1,-1 1-1,0 0 1,0 0-1,0 1 0,-8-7 1,7 7-6690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1 238 24575,'0'0'0,"0"0"0,13-13 0,-5 5 0,0 0 0,0 0 0,1 1 0,0 0 0,1 1 0,-1 0 0,1 0 0,0 1 0,1 1 0,-1 0 0,1 0 0,0 1 0,0 0 0,19-2 0,23 1 0,-1 3 0,73 7 0,-76-2 0,1-2 0,93-9 0,-139 6 0,16-1 0,0-1 0,1-1 0,-2-1 0,1-1 0,0 0 0,19-10 0,-38 15 0,1 0 0,0 0 0,0 0 0,-1-1 0,1 1 0,0 0 0,-1-1 0,1 1 0,-1-1 0,0 0 0,0 1 0,1-1 0,-1 0 0,0 0 0,0 0 0,-1 0 0,2-3 0,-2 3 0,0 1 0,0-1 0,0 1 0,0-1 0,0 0 0,0 1 0,-1-1 0,1 1 0,0-1 0,-1 1 0,0-1 0,1 1 0,-1-1 0,0 1 0,0-1 0,1 1 0,-1 0 0,0 0 0,-1-1 0,1 1 0,0 0 0,-2-2 0,-31-21-1365,20 16-5461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4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51 24575,'0'0'0,"0"0"0,0 0 0,0 0 0,-1 0 0,1 0 0,-1 0 0,0 0 0,0 0 0,0-1 0,1 1 0,-1 0 0,0 0 0,0-1 0,1 1 0,-1-1 0,0 1 0,1-1 0,-1 1 0,0-1 0,1 1 0,-2-2 0,2 2 0,0-1 0,0 1 0,-1 0 0,1 0 0,0-1 0,0 1 0,0 0 0,-1-1 0,1 1 0,0 0 0,0 0 0,0-1 0,0 1 0,0 0 0,0-1 0,0 1 0,0 0 0,0-1 0,0 1 0,0 0 0,0-1 0,0 1 0,0 0 0,0-1 0,0 1 0,0 0 0,0-1 0,0 1 0,1 0 0,-1-1 0,0 1 0,0 0 0,0 0 0,1-1 0,-1 1 0,0 0 0,0 0 0,0-1 0,1 1 0,-1 0 0,8-4 0,-1 1 0,0 0 0,1 0 0,0 1 0,-1 0 0,16-2 0,52-2 0,-57 5 0,-6 1 0,23-3 0,0 2 0,0 2 0,-1 1 0,51 10 0,-80-11-136,0 1-1,-1-1 1,1 1-1,-1 1 1,1-1-1,-1 1 1,0-1-1,0 1 0,4 4 1,-2-1-6690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4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 24575,'0'0'0,"0"0"0,0 0 0,10 0 0,37-4 0,-1-2 0,74-19 0,92-39 0,-155 46 0,-5-4-1365,-42 17-5461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24575,'-6'16'0,"3"2"-70,0 0 0,2 0 0,0 0 0,1 0 0,5 33 0,-3-26-875,1 5-5881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5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24575,'1'10'0,"0"-1"0,0 1 0,3 10 0,4 19 0,-1 31 0,13 105 0,-13-140 0,1 1 0,23 63 0,-29-93 0,1 0 0,-1 0 0,1 0 0,0 0 0,1-1 0,0 1 0,0-1 0,7 8 0,-10-12 0,1 0 0,-1-1 0,0 1 0,0 0 0,0 0 0,0-1 0,1 1 0,-1-1 0,0 1 0,0-1 0,1 0 0,-1 0 0,0 1 0,1-1 0,-1 0 0,0 0 0,1 0 0,2-1 0,-2 1 0,0-1 0,0 0 0,1 0 0,-1 0 0,0-1 0,0 1 0,0 0 0,0-1 0,0 0 0,-1 1 0,1-1 0,0 0 0,-1 0 0,2-2 0,5-7 0,-1 0 0,-1-1 0,0 0 0,0 0 0,-1 0 0,5-22 0,13-81 0,-16 73 0,-1 9 0,-4 16 0,0-1 0,2 1 0,0 0 0,1 0 0,1 0 0,14-27 0,-20 44 0,0-1 0,0 1 0,0 0 0,0-1 0,0 1 0,1 0 0,-1 0 0,0-1 0,0 1 0,0 0 0,1 0 0,-1-1 0,0 1 0,0 0 0,0 0 0,1-1 0,-1 1 0,0 0 0,1 0 0,-1 0 0,0 0 0,0 0 0,1-1 0,-1 1 0,0 0 0,1 0 0,-1 0 0,0 0 0,1 0 0,-1 0 0,0 0 0,1 0 0,-1 0 0,0 0 0,1 0 0,-1 0 0,0 0 0,0 0 0,1 0 0,-1 1 0,0-1 0,1 0 0,-1 0 0,0 0 0,0 0 0,1 1 0,-1-1 0,0 0 0,0 0 0,1 0 0,-1 1 0,0-1 0,0 0 0,0 1 0,1-1 0,-1 0 0,0 0 0,0 1 0,0-1 0,0 0 0,0 1 0,0-1 0,0 1 0,9 25 0,-8-25 0,12 68 0,-3 1 0,3 127 0,0 12 0,-12-202 0,0-1 0,0 1 0,1-1 0,0 1 0,0-1 0,0 0 0,1 0 0,4 7 0,-6-12 0,0 1 0,0-1 0,0 0 0,0 1 0,0-1 0,0 0 0,0 0 0,1 1 0,-1-1 0,1 0 0,-1 0 0,0 0 0,1-1 0,0 1 0,-1 0 0,1-1 0,-1 1 0,1 0 0,0-1 0,-1 0 0,1 1 0,0-1 0,0 0 0,-1 0 0,1 0 0,0 0 0,0-1 0,-1 1 0,1 0 0,0-1 0,-1 1 0,1-1 0,0 1 0,-1-1 0,3-1 0,0-1 0,0 0 0,0 0 0,0-1 0,0 1 0,-1-1 0,1 0 0,-1 0 0,0-1 0,0 1 0,-1 0 0,1-1 0,-1 0 0,3-7 0,3-10 0,8-34 0,-16 55 0,7-27 0,-1 0 0,-1-1 0,-1 0 0,-1 0 0,-2 0 0,-1 0 0,-1-1 0,-10-49 0,10 76-105,0-1 0,0 1 0,0-1 0,-1 1 0,1-1 0,-1 1 0,0 0 0,0 0 0,-1 0 0,1 0 0,0 0 0,-6-4 0,-3-2-6721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6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24575,'48'2'0,"56"10"0,-19-1 0,-50-8 0,391 24 0,-421-28 0,-1 1 0,1 0 0,-1-1 0,1 0 0,-1 0 0,1 0 0,5-3 0,-9 4 0,0-1 0,0 1 0,0-1 0,0 1 0,-1-1 0,1 1 0,0-1 0,0 0 0,0 1 0,-1-1 0,1 0 0,-1 1 0,1-1 0,0 0 0,-1 0 0,1 0 0,-1 0 0,0 0 0,1 0 0,-1 1 0,0-1 0,1 0 0,-1 0 0,0 0 0,0 0 0,0 0 0,0 0 0,0 0 0,0 0 0,0 0 0,0 0 0,0 0 0,-1 0 0,1 0 0,0 0 0,0 0 0,-1 0 0,1 0 0,-1 0 0,0-1 0,-3-4 12,0 1 0,0-1-1,0 1 1,-1 0 0,1 0 0,-1 0-1,-8-6 1,-42-27-898,46 33 313,-25-16-6253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7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24575,'0'0'0,"0"0"0,0 0 0,0 0 0,10 0 0,302-8 0,-131 9-1365,-176-1-5461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8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322 163 24575,'0'0'0,"0"0"0,0 0 0,-18 18 0,13-14 0,1 0 0,-1-1 0,1 1 0,-1-1 0,0-1 0,-1 1 0,1-1 0,0 1 0,-1-2 0,1 1 0,-1 0 0,1-1 0,-1 0 0,0-1 0,-10 1 0,-1-2 0,0 0 0,0-1 0,1-1 0,-20-5 0,28 4 0,0 1 0,0-1 0,0 0 0,1-1 0,0 0 0,0 0 0,0-1 0,1 1 0,-1-1 0,1-1 0,1 1 0,-1-1 0,-5-10 0,10 16 0,0-1 0,1 1 0,-1-1 0,1 0 0,-1 1 0,1-1 0,-1 0 0,1 1 0,0-1 0,0 0 0,0 1 0,0-1 0,0 0 0,0 0 0,0 1 0,1-1 0,-1 0 0,1 1 0,-1-1 0,1 0 0,-1 1 0,1-1 0,0 1 0,0-1 0,0 1 0,0 0 0,0-1 0,0 1 0,0 0 0,1 0 0,-1-1 0,0 1 0,1 0 0,2-1 0,2-3 0,1 1 0,0 0 0,1 0 0,-1 1 0,14-5 0,14-2 0,-1 2 0,1 1 0,0 2 0,0 2 0,40 0 0,-53 3 0,0 2 0,0 0 0,0 1 0,0 1 0,0 2 0,-1 0 0,0 1 0,0 1 0,25 13 0,-37-16 0,0 0 0,-1 1 0,0 0 0,0 0 0,0 1 0,-1-1 0,0 2 0,0-1 0,-1 1 0,0 0 0,-1 0 0,1 1 0,-1 0 0,-1 0 0,0 0 0,0 0 0,-1 1 0,0-1 0,-1 1 0,0 0 0,0 0 0,-1 0 0,0 0 0,-1 0 0,0 0 0,-1 0 0,0 0 0,0 0 0,-4 12 0,-2 1 0,-1 0 0,-1-1 0,0 0 0,-2-1 0,-1 0 0,0-1 0,-1 0 0,-2-1 0,0 0 0,0-1 0,-2-1 0,0-1 0,-1 0 0,-21 13 0,30-23 0,0-1 0,0 0 0,-1-1 0,1 0 0,-1-1 0,0 0 0,0 0 0,0-1 0,-19 1 0,22-2 0,-1-1 0,1 0 0,-1 0 0,1 0 0,-1-1 0,1 0 0,0-1 0,-1 0 0,1 0 0,0 0 0,0-1 0,0 0 0,1-1 0,-8-4 0,12 7 0,-1-1 0,1 0 0,0 0 0,0 0 0,0 0 0,0-1 0,0 1 0,0 0 0,1-1 0,-1 1 0,1-1 0,0 0 0,0 0 0,0 1 0,0-1 0,0 0 0,0 0 0,0-5 0,1 4 0,1-1 0,-1 1 0,1-1 0,0 1 0,0 0 0,0-1 0,0 1 0,1 0 0,0 0 0,0 0 0,3-5 0,3-3 0,0 1 0,1 0 0,1 1 0,-1 0 0,2 1 0,-1 0 0,15-10 0,-7 9 0,-1 0 0,1 1 0,1 1 0,0 1 0,0 0 0,0 1 0,1 1 0,0 1 0,0 1 0,0 1 0,0 1 0,0 0 0,0 1 0,0 2 0,1 0 0,-1 1 0,-1 1 0,1 1 0,27 9 0,-30-7 0,-1 0 0,1 1 0,-1 0 0,29 22 0,-38-25 0,-1 1 0,0-1 0,0 1 0,-1 1 0,1-1 0,-1 1 0,-1-1 0,1 2 0,-1-1 0,0 0 0,-1 1 0,0 0 0,3 9 0,9 68-1365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9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24575,'-3'18'0,"-28"162"0,-7 48 0,30-161 0,1 94 0,8-75 0,-1-86 0,0 0 0,0 0 0,0 0 0,0 0 0,0 0 0,0 0 0,0 0 0,0 0 0,0 0 0,0 0 0,0 0 0,0-1 0,1 1 0,-1 0 0,0 0 0,0 0 0,0 0 0,0 0 0,0 0 0,0 0 0,0 0 0,0 0 0,0 1 0,0-1 0,0 0 0,0 0 0,0 0 0,0 0 0,1 0 0,-1 0 0,0 0 0,0 0 0,0 0 0,0 0 0,0 0 0,0 0 0,0 0 0,0 0 0,0 0 0,6-14 0,5-23 0,31-96 0,-36 117 0,1 0 0,1 1 0,1 0 0,0 1 0,1 0 0,14-16 0,-24 29 0,1 1 0,-1-1 0,0 1 0,1-1 0,-1 1 0,0 0 0,1-1 0,-1 1 0,1 0 0,-1-1 0,1 1 0,-1 0 0,1 0 0,-1-1 0,1 1 0,-1 0 0,1 0 0,-1 0 0,1 0 0,-1-1 0,1 1 0,0 0 0,-1 0 0,1 0 0,-1 0 0,1 0 0,-1 1 0,2-1 0,-1 0 0,-1 1 0,1 0 0,0-1 0,0 1 0,-1 0 0,1 0 0,0-1 0,-1 1 0,1 0 0,-1 0 0,1 0 0,-1 0 0,1 0 0,-1 1 0,8 33 0,-8 34 0,-1-55 0,1 0 0,0 0 0,1 0 0,0 0 0,1 0 0,5 18 0,-6-31 0,-1-1 0,1 1 0,0 0 0,0-1 0,0 1 0,-1-1 0,1 1 0,0-1 0,0 0 0,0 1 0,0-1 0,0 0 0,0 1 0,0-1 0,0 0 0,0 0 0,0 0 0,-1 0 0,1 0 0,0 0 0,0 0 0,0 0 0,0-1 0,0 1 0,0 0 0,1-1 0,28-9 0,-22 5 0,-1 0 0,0-1 0,0 0 0,0 0 0,-1-1 0,0 0 0,0 0 0,-1 0 0,9-16 0,-4 3 0,-1 0 0,14-41 0,-20 54 0,-1 0 0,-1 0 0,1 0 0,-1 0 0,0 0 0,-1-1 0,0 1 0,0 0 0,-2-14 0,1 19 0,0 0 0,1 0 0,-1-1 0,0 1 0,0 0 0,0 0 0,-1 0 0,1 0 0,-1 0 0,1 0 0,-1 0 0,1 1 0,-1-1 0,0 1 0,0-1 0,0 1 0,0-1 0,0 1 0,0 0 0,0 0 0,0 0 0,-1 0 0,1 1 0,0-1 0,0 1 0,-1-1 0,1 1 0,-1 0 0,1-1 0,0 1 0,-1 0 0,-3 1 0,-5 1-124,1-1 0,0 1 0,-1 1 0,1 0 0,0 0 0,1 1-1,-1 0 1,1 1 0,0 0 0,-17 12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9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23 24575,'23'-14'0,"-9"6"0,-17 11 0,-26 17 0,18-13 0,-23 18 0,-6 3 0,-46 42 0,86-69 0,0-1 0,0 1 0,0-1 0,0 1 0,0-1 0,0 1 0,1-1 0,-1 1 0,0-1 0,0 1 0,0-1 0,0 0 0,1 1 0,-1-1 0,0 1 0,1-1 0,-1 1 0,0-1 0,1 0 0,-1 1 0,0-1 0,1 0 0,-1 1 0,1-1 0,14 12 0,-14-10 0,7 4 0,1 0 0,-1-1 0,1 0 0,0-1 0,0 1 0,19 5 0,62 10 0,-64-16 0,-1 1 0,34 13 0,-59-18 0,1 0 0,-1 0 0,0 0 0,0 0 0,1 0 0,-1 0 0,0 0 0,0 0 0,0 0 0,1 1 0,-1-1 0,0 0 0,0 0 0,0 0 0,1 0 0,-1 1 0,0-1 0,0 0 0,0 0 0,0 0 0,1 1 0,-1-1 0,0 0 0,0 0 0,0 1 0,0-1 0,0 0 0,0 0 0,0 1 0,0-1 0,0 0 0,0 0 0,0 1 0,0-1 0,0 0 0,-7 9 0,-13 3 0,-9 0-273,0-2 0,0 0 0,-1-2 0,-34 4 0,48-9-6553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2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 24575,'0'0'0,"0"0"0,0 0 0,0 0 0,-2 1 0,-21 28 0,-1-2 0,-42 36 0,-18 19 0,72-69 0,1 1 0,1-1 0,0 2 0,-12 25 0,20-37 0,0 1 0,0 0 0,1 0 0,0 0 0,0 0 0,0 1 0,0-1 0,1 0 0,-1 0 0,1 0 0,0 1 0,1-1 0,-1 0 0,1 0 0,-1 0 0,3 5 0,-2-6 0,0 0 0,1-1 0,-1 1 0,1 0 0,0-1 0,-1 1 0,1-1 0,1 0 0,-1 0 0,0 0 0,0 0 0,1 0 0,-1 0 0,1 0 0,0-1 0,-1 1 0,1-1 0,0 0 0,0 0 0,0 0 0,0 0 0,5 0 0,18 3 0,36 1 0,-40-5 0,1 2 0,39 8 0,-61-10 0,21 9 0,-22-9 0,1 0 0,-1 1 0,1-1 0,-1 0 0,0 1 0,1-1 0,-1 0 0,0 1 0,1-1 0,-1 1 0,0-1 0,0 1 0,1-1 0,-1 1 0,0-1 0,0 1 0,0-1 0,0 1 0,0-1 0,0 1 0,1-1 0,-1 1 0,0-1 0,-1 1 0,1-1 0,0 1 0,0-1 0,0 1 0,0-1 0,0 1 0,0-1 0,-1 1 0,1-1 0,0 1 0,0-1 0,-1 1 0,1-1 0,0 0 0,-1 1 0,1-1 0,0 0 0,-1 1 0,0 0 0,-7 7 0,0 0 0,-1-1 0,0 1 0,0-2 0,-18 11 0,-54 22 0,54-28-455,-1-2 0,-29 7 0,25-8-6371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0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83 121 24575,'-30'-16'0,"2"1"0,15 12 0,1-1 0,26 2 0,118 9 0,18-1 0,218-25 0,4-21 0,-104 16 0,352 14 0,-515 11 0,-50-2 0,0 2 0,72 12 0,-118-9 106,-16 2-1577,-1-2-5355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0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11 24575,'0'0'0,"0"0"0,0 0 0,0 0 0,15-3 0,18-1 0,-1 1 0,1 2 0,0 2 0,62 8 0,-63-5 0,0 1 0,0 2 0,38 13 0,-55-15 0,-1 1 0,0 1 0,0 0 0,-1 0 0,0 2 0,0-1 0,-1 2 0,22 20 0,-22-17 0,0 0 0,-1 1 0,15 25 0,-22-31 0,0-1 0,-1 1 0,0 0 0,0 0 0,-1 1 0,0-1 0,0 0 0,-1 1 0,0 12 0,0-8 0,-2 0 0,0-1 0,0 1 0,-2-1 0,1 0 0,-1 1 0,-1-1 0,0 0 0,-1-1 0,0 1 0,-1-1 0,0 0 0,-1 0 0,0-1 0,-1 0 0,0 0 0,0-1 0,-1 0 0,0 0 0,-1-1 0,-19 12 0,11-7 0,-2-2 0,0 0 0,0-2 0,-1 0 0,0-1 0,-1-1 0,1-1 0,-1-1 0,-29 3 0,38-7 0,1 0 0,-1-1 0,0 0 0,0-1 0,1-1 0,-1 0 0,1 0 0,-1-1 0,1-1 0,0 0 0,0 0 0,0-2 0,1 1 0,0-1 0,0-1 0,0 0 0,-15-13 0,14 8 0,1 1 0,0-2 0,0 1 0,2-2 0,-1 1 0,2-1 0,-8-16 0,13 25 0,1 0 0,0-1 0,0 1 0,1 0 0,-1-1 0,1 0 0,0 1 0,1-1 0,-1 0 0,1 1 0,0-1 0,0 0 0,1 0 0,0 1 0,0-1 0,0 1 0,1-1 0,0 1 0,0-1 0,0 1 0,1 0 0,0 0 0,5-8 0,1 2 0,1 2 0,0-1 0,0 1 0,1 1 0,0 0 0,0 0 0,1 1 0,0 1 0,1 0 0,-1 0 0,17-4 0,-1 2 0,0 0 0,1 2 0,0 1 0,36-1 0,-25 5 0,1 1 0,-1 2 0,0 2 0,0 2 0,0 1 0,-1 2 0,0 2 0,49 20 0,-80-27 0,0-1 0,0 1 0,0 0 0,-1 1 0,0 0 0,0 0 0,0 1 0,0 0 0,-1 0 0,0 1 0,0-1 0,0 1 0,-1 0 0,6 12 0,-10-17-74,0 1 1,-1 0-1,1-1 0,-1 1 0,1 0 0,-1 0 0,0 0 0,0-1 1,0 1-1,0 0 0,0 0 0,-1 0 0,1-1 0,-1 1 0,0 0 1,0-1-1,-2 6 0,3-8 38,-4 10-6790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2 0,1-1 0,-1 1 0,1-1 0,0 1 0,-1-1 0,1 1 0,0-1 0,0 0 0,0 1 0,2 1 0,6 9 0,-5-2 0,0 0 0,-1 0 0,0 1 0,-1-1 0,0 1 0,0-1 0,-1 17 0,-5 79 0,-1-39 0,5-45 0,0 1 0,2-1 0,0 0 0,1 1 0,9 29 0,-11-51 0,-1-1 0,0 0 0,0 1 0,0-1 0,0 0 0,0 1 0,1-1 0,-1 0 0,0 0 0,0 1 0,0-1 0,1 0 0,-1 0 0,0 1 0,0-1 0,1 0 0,-1 0 0,0 0 0,1 0 0,-1 1 0,0-1 0,0 0 0,1 0 0,-1 0 0,0 0 0,1 0 0,-1 0 0,0 0 0,1 0 0,-1 0 0,0 0 0,1 0 0,-1 0 0,0 0 0,1 0 0,16-7 0,10-14 0,-13 7 0,-1-1 0,0 0 0,-1-1 0,-1 0 0,12-22 0,40-96 0,-31 63 0,-32 70 0,0 1 0,0 0 0,0 0 0,0-1 0,0 1 0,0 0 0,1 0 0,-1-1 0,0 1 0,0 0 0,0 0 0,0 0 0,0-1 0,1 1 0,-1 0 0,0 0 0,0 0 0,0-1 0,1 1 0,-1 0 0,0 0 0,0 0 0,1 0 0,-1 0 0,0 0 0,0 0 0,1-1 0,-1 1 0,0 0 0,0 0 0,1 0 0,-1 0 0,0 0 0,0 0 0,1 0 0,-1 0 0,0 0 0,0 0 0,1 1 0,7 9 0,2 20 0,5 91 0,-12-88 0,0-1 0,2 0 0,16 53 0,-19-80 0,0 1 0,1-1 0,-1 1 0,1-1 0,1 0 0,-1 0 0,1 0 0,-1 0 0,2-1 0,-1 0 0,0 1 0,1-2 0,0 1 0,-1 0 0,2-1 0,-1 0 0,0 0 0,7 2 0,-9-4 0,0 0 0,1 0 0,0-1 0,-1 1 0,1-1 0,-1 0 0,1 0 0,0 0 0,-1 0 0,1 0 0,-1-1 0,1 0 0,-1 0 0,1 0 0,-1 0 0,1 0 0,-1-1 0,0 1 0,0-1 0,0 0 0,0 0 0,0 0 0,0-1 0,0 1 0,-1-1 0,1 1 0,-1-1 0,0 0 0,0 0 0,4-6 0,6-13 0,0-1 0,-1 0 0,9-30 0,20-80 0,-19 56 0,-20 74 0,13-54 0,-13 53 0,-1 0 0,1 0 0,-1 0 0,0 0 0,0 0 0,0 0 0,-1 0 0,1-1 0,-1 1 0,0 0 0,-3-6 0,-18 28 0,-6 7-1365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24575,'0'0'0,"0"0"0,0 0 0,0 0 0,0 0 0,17 6 0,21 7 0,2-1 0,-1-3 0,1-1 0,1-2 0,-1-1 0,1-3 0,0-1 0,-1-2 0,1-1 0,55-12 0,-87 12 0,1 0 0,-1-1 0,0 0 0,0 0 0,0-1 0,-1-1 0,11-6 0,-15 9 0,0-1 0,-1 0 0,1 0 0,-1 0 0,1-1 0,-1 1 0,0-1 0,0 0 0,-1 0 0,1 0 0,-1 0 0,0-1 0,0 1 0,0 0 0,2-9 0,-4 12 0,0 0 0,-1-1 0,1 1 0,0 0 0,0 0 0,-1 0 0,1 0 0,0 0 0,-1 0 0,1 0 0,-1 0 0,0 0 0,1 0 0,-1 0 0,0 0 0,1 0 0,-1 0 0,0 1 0,0-1 0,0 0 0,-1-1 0,-25-15 0,23 15 0,-25-15-1365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2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0,0 0 0,0 0 0,0 0 0,0 0 0,0 0 0,0 0 0,0 0 0,0 0 0,0 0 0,0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2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24575,'-3'14'0,"-61"332"0,60-328 0,1 0 0,0 0 0,2 0 0,0 0 0,0 0 0,4 24 0,-2-38 0,-1 0 0,1 0 0,0-1 0,1 1 0,-1-1 0,1 1 0,-1-1 0,1 1 0,0-1 0,0 0 0,1 0 0,-1 0 0,1 0 0,-1 0 0,6 3 0,-4-3 0,1 0 0,-1 0 0,1-1 0,0 0 0,0 0 0,0 0 0,1 0 0,-1-1 0,10 2 0,7-2 0,0-1 0,-1 0 0,1-2 0,29-5 0,-38 5 0,6-1-94,25-3-224,0-1 0,-1-3 1,62-21-1,-95 26-6508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3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26 24575,'0'0'0,"0"0"0,0 0 0,0 1 0,-2 38 0,-2-1 0,-16 69 0,7-38 0,10-55 0,-51 309 0,43-227 0,0 137 0,16-495 0,1 194 0,27-128 0,-26 172 0,1 1 0,1 0 0,0 0 0,2 1 0,1 0 0,1 1 0,25-32 0,-16 26 0,1 2 0,1 0 0,1 2 0,56-40 0,-72 57 0,1 0 0,-1 1 0,1 0 0,1 0 0,-1 1 0,0 1 0,1-1 0,0 2 0,16-3 0,-23 5 0,1-1 0,-1 1 0,0 0 0,0 1 0,0-1 0,0 1 0,0 0 0,0 0 0,0 0 0,0 0 0,0 1 0,-1-1 0,1 1 0,0 0 0,-1 0 0,0 0 0,1 1 0,-1-1 0,0 1 0,0 0 0,0 0 0,0 0 0,-1 0 0,1 1 0,-1-1 0,0 0 0,0 1 0,0 0 0,1 3 0,2 8 0,-1-1 0,0 1 0,-1-1 0,-1 1 0,0 0 0,-1 0 0,0 0 0,-2 0 0,0 0 0,0 0 0,-1-1 0,-1 1 0,-5 17 0,1-11 0,0 0 0,-1-1 0,-1 0 0,-1-1 0,-1 0 0,0-1 0,-2 0 0,-21 25 0,12-21 0,0-2 0,-2 0 0,0-2 0,-1-1 0,-30 16 0,-1-4 0,-83 31 0,21-18 0,118-42 0,0 0 0,0 0 0,0 0 0,0 0 0,0 0 0,-1 0 0,1 0 0,0 0 0,0 0 0,0 0 0,0 0 0,0 0 0,0 0 0,0 0 0,0 0 0,-1 0 0,1 0 0,0 1 0,0-1 0,0 0 0,0 0 0,0 0 0,0 0 0,0 0 0,0 0 0,0 0 0,0 1 0,0-1 0,0 0 0,0 0 0,0 0 0,0 0 0,0 0 0,0 0 0,0 0 0,0 1 0,0-1 0,0 0 0,0 0 0,0 0 0,0 0 0,0 0 0,0 0 0,0 0 0,0 1 0,0-1 0,0 0 0,0 0 0,0 0 0,0 0 0,0 0 0,1 0 0,-1 0 0,0 0 0,0 0 0,0 1 0,10 5 0,13 3 0,25 0 0,1-1 0,0-3 0,55-1 0,-11 0 0,-30-1 0,147 17 0,-201-18 17,-1 0 0,0 0 1,0 1-1,0 0 0,0 1 0,10 5 0,-14-6-141,0 0 0,0-1 1,0 2-1,0-1 0,0 0 0,-1 1 1,1 0-1,-1 0 0,0 0 0,0 0 1,4 8-1,-4-3-6702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4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1016 24575,'-13'-23'0,"-62"-95"0,-18-32 0,73 115 0,3-1 0,-20-55 0,31 73 0,1 0 0,1-1 0,1 1 0,0-1 0,1 0 0,2 0 0,-1 0 0,6-34 0,-3 38 0,1 1 0,1 0 0,0 0 0,1 0 0,1 1 0,0-1 0,0 1 0,2 1 0,-1-1 0,2 1 0,-1 1 0,14-14 0,-3 7 0,1 1 0,0 1 0,2 1 0,0 1 0,0 0 0,2 2 0,-1 1 0,1 0 0,1 2 0,0 1 0,0 1 0,50-7 0,-32 8 0,0 3 0,0 1 0,0 3 0,0 1 0,0 2 0,0 2 0,48 13 0,-61-11 0,1 2 0,-2 0 0,1 3 0,-2 0 0,1 2 0,-2 1 0,44 33 0,-58-38 0,0 0 0,-1 1 0,-1 1 0,0 0 0,0 1 0,15 26 0,-20-28 0,-1-1 0,0 1 0,-1 0 0,0 1 0,0-1 0,-2 1 0,0 0 0,0-1 0,0 26 0,-4-5 0,-1 0 0,-1-1 0,-2 1 0,-1-1 0,-2 0 0,-1-1 0,-1 0 0,-2 0 0,-21 36 0,22-50-62,0-2 0,-1 1 0,-1-2 1,0 0-1,-1 0 0,-32 21 0,22-16-870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4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24575,'-1'20'0,"0"0"0,-2 0 0,0 0 0,-1 0 0,-1-1 0,-1 1 0,-9 19 0,-8 12 0,-39 60 0,59-105 0,0-1 0,0 1 0,1 0 0,-1 0 0,1 1 0,0-1 0,1 0 0,0 1 0,-1 6 0,2-11 0,0 0 0,0 0 0,0 1 0,0-1 0,1 0 0,-1 0 0,1 0 0,-1 0 0,1 0 0,0 0 0,-1 0 0,1 0 0,0 0 0,0 0 0,1-1 0,-1 1 0,0 0 0,1-1 0,-1 1 0,1-1 0,-1 1 0,1-1 0,-1 0 0,1 1 0,0-1 0,0 0 0,0 0 0,0 0 0,0-1 0,3 2 0,16 2 0,1 0 0,-1-2 0,1 0 0,0-2 0,0 0 0,26-5 0,6 2 0,-38 2-81,25 1-176,0-3 0,0-1 1,0-2-1,53-15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1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80 24575,'0'0'0,"0"0"0,0 0 0,0 0 0,0 0 0,0 0 0,-24-10 0,14 6 0,0-1 0,0 0 0,-10-7 0,16 9 0,1 1 0,-1-1 0,1 0 0,0 0 0,0 0 0,0 0 0,0 0 0,0-1 0,1 1 0,0-1 0,-3-6 0,5 11 0,1 0 0,-1 0 0,1-1 0,-1 1 0,1 0 0,0 0 0,0-1 0,-1 1 0,1 0 0,0-1 0,0 1 0,0-1 0,0 1 0,-1-1 0,1 1 0,0-1 0,0 0 0,2 1 0,4 4 0,-17 5 0,9-9 0,0 0 0,0 0 0,0 0 0,0 1 0,0-1 0,0 0 0,0 1 0,0-1 0,0 1 0,1-1 0,-1 1 0,0-1 0,1 1 0,0-1 0,-1 1 0,1 0 0,0-1 0,0 1 0,0 0 0,0-1 0,0 1 0,0 0 0,0-1 0,0 1 0,1-1 0,-1 1 0,1 0 0,-1-1 0,1 1 0,0-1 0,-1 1 0,1-1 0,0 0 0,2 3 0,-2 0 0,0 1 0,-1-1 0,1 0 0,-1 0 0,0 0 0,0 1 0,-2 5 0,2 1 0,0 42 0,-13 376 0,8-101 0,7-186 0,-10 827 0,-1-352 0,-15-23 0,9-416 0,-1 80 0,8 224 0,0-298 0,1-44 0,0 57 0,6-192 0,1 0 0,-1 0 0,0 0 0,-1-1 0,1 1 0,-1 0 0,-2 5 0,1-5 0,1 0 0,1 0 0,-1 0 0,1 0 0,-1 0 0,0 10 0,0 29-1365,1-37-5461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13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3083 161 24575,'-2'-1'0,"0"0"0,-1 0 0,1 1 0,-1-1 0,1 1 0,-1-1 0,1 1 0,-4 0 0,-2 0 0,-29-3 0,0 2 0,-1 1 0,1 3 0,-40 6 0,-73 4 0,137-13 0,-116 1 0,-204-24 0,64 0 0,37 5 0,65-10 0,96 14 0,-124-7 0,-222-16 0,354 30 0,0 2 0,-84 4 0,23 3 0,-25 0 0,119 0 0,-1 2 0,-50 12 0,69-14 0,1 0 0,-1 0 0,-17-1 0,19-1 0,0 0 0,0 1 0,1 0 0,-1 1 0,-12 4 0,18-5-78,-15 8 286,18-2-456,10 1-999,-1-3-5579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3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3 24575,'-3'-1'0,"0"1"0,0-1 0,1 1 0,-1 0 0,0 0 0,0 0 0,-4 1 0,1 0 0,2-2 0,1 2 0,-1-1 0,0 0 0,0 1 0,1 0 0,-1 0 0,0 0 0,1 0 0,-1 0 0,1 1 0,-1 0 0,1-1 0,0 1 0,0 1 0,0-1 0,-5 4 0,4-1 0,1-1 0,-1 1 0,1 0 0,0-1 0,0 1 0,1 0 0,-1 1 0,1-1 0,1 0 0,-3 7 0,1 4 0,1 0 0,0 0 0,2 0 0,-1 0 0,2 0 0,0 0 0,4 17 0,-4-25 0,3 7 0,-4-15 0,0 1 0,1-1 0,-1 0 0,0 0 0,1 1 0,-1-1 0,1 0 0,-1 0 0,0 1 0,1-1 0,-1 0 0,1 0 0,-1 0 0,1 0 0,-1 0 0,0 0 0,1 0 0,-1 0 0,1 0 0,-1 0 0,1 0 0,-1 0 0,1 0 0,-1 0 0,1 0 0,-1 0 0,0 0 0,1-1 0,-1 1 0,1 0 0,9-4 0,-3 2 0,-1 0 0,1-1 0,-1 0 0,8-5 0,-11 6 0,-1 0 0,0 0 0,0 0 0,0 0 0,0-1 0,0 1 0,0-1 0,-1 1 0,1-1 0,-1 1 0,1-1 0,-1 0 0,1-4 0,0 0 0,0 0 0,-1 0 0,1-1 0,-2 1 0,1-1 0,-1 1 0,0-1 0,-2-10 0,2 16 0,0-1 0,-1 1 0,1-1 0,-1 1 0,0 0 0,0-1 0,1 1 0,-2 0 0,1 0 0,0 0 0,0-1 0,-1 1 0,1 0 0,-1 1 0,1-1 0,-1 0 0,0 0 0,0 1 0,0-1 0,0 1 0,0 0 0,0-1 0,0 1 0,-1 0 0,1 0 0,0 0 0,0 1 0,-1-1 0,-3 0 0,4 0 0,0 1 0,-1 0 0,1 0 0,0 0 0,0 0 0,0 0 0,-1 1 0,1-1 0,0 1 0,0-1 0,0 1 0,0 0 0,0 0 0,0 0 0,0 0 0,0 0 0,0 0 0,-2 2 0,2 0 0,-1 0 0,1-1 0,0 1 0,0 0 0,0 0 0,1 0 0,-1 0 0,1 0 0,0 0 0,-2 6 0,0 5 0,1 0 0,0 1 0,1-1 0,2 21 0,-1-33 0,2 1 0,-1 0 0,0-1 0,0 1 0,1-1 0,-1 0 0,1 1 0,0-1 0,0 0 0,-1 0 0,6 4 0,-5-4 0,-2-2 0,1 0 0,-1 0 0,0 1 0,1-1 0,-1 0 0,1 0 0,-1 0 0,0 0 0,1 0 0,-1 0 0,1 0 0,-1 0 0,1 0 0,-1 0 0,1 0 0,-1 0 0,0 0 0,1 0 0,-1-1 0,1 1 0,-1 0 0,0 0 0,1 0 0,-1-1 0,0 1 0,1 0 0,-1-1 0,0 1 0,1 0 0,-1 0 0,0-1 0,1 0 0,8-10 0,-8 8 0,0 1 0,-1 0 0,1-1 0,-1 1 0,0-1 0,0 1 0,0-1 0,0 1 0,0-1 0,0 1 0,-1 0 0,1-1 0,-1 1 0,0-1 0,1 1 0,-1 0 0,0 0 0,-1-1 0,1 1 0,0 0 0,-1 0 0,1 0 0,-3-2 0,2 1 0,-1 0 0,0 0 0,0 1 0,0-1 0,0 1 0,0 0 0,-1 0 0,1 0 0,-1 0 0,1 1 0,-1-1 0,0 1 0,0 0 0,-4-1 0,6 2 0,0 0 0,0 1 0,1-1 0,-1 0 0,0 1 0,0 0 0,0-1 0,1 1 0,-1 0 0,0 0 0,1 0 0,-1 0 0,1 0 0,-1 0 0,1 0 0,-1 0 0,1 1 0,0-1 0,0 1 0,0-1 0,-1 1 0,1-1 0,1 1 0,-1 0 0,0-1 0,0 1 0,1 0 0,-1 0 0,1 0 0,-1-1 0,1 1 0,0 0 0,0 0 0,0 0 0,0 0 0,0 0 0,0 2 0,3 3 0,-2 1 0,2 0 0,-1-1 0,1 1 0,0-1 0,0 0 0,1 0 0,9 13 0,-13-19 0,1-1 0,0 1 0,-1 0 0,1-1 0,0 1 0,-1-1 0,1 1 0,0-1 0,0 1 0,-1-1 0,1 1 0,0-1 0,0 0 0,0 0 0,0 1 0,0-1 0,0 0 0,-1 0 0,1 0 0,0 0 0,0 0 0,0 0 0,0 0 0,0 0 0,0 0 0,0 0 0,0-1 0,-1 1 0,1 0 0,0-1 0,0 1 0,0 0 0,0-1 0,-1 1 0,1-1 0,0 1 0,-1-1 0,1 0 0,0 1 0,-1-1 0,1 0 0,0 1 0,-1-1 0,1 0 0,-1-1 0,2-1 0,0 0 0,-1 0 0,1-1 0,-1 1 0,0-1 0,0 1 0,0-1 0,-1 1 0,1-8 0,-1 5 0,-1 0 0,0 0 0,0 0 0,0 0 0,-1 1 0,0-1 0,-5-10 0,6 14 0,0 0 0,0 0 0,0 0 0,0 0 0,0 0 0,-1 0 0,1 1 0,0-1 0,-1 1 0,1-1 0,-1 1 0,0-1 0,0 1 0,1 0 0,-1 0 0,0 0 0,0 0 0,0 0 0,0 0 0,0 0 0,0 1 0,0-1 0,0 1 0,-5-1 0,6 2 0,-1-1 0,0 1 0,0 0 0,1-1 0,-1 1 0,0 0 0,1 0 0,-1 0 0,1 0 0,-1 0 0,1 0 0,-1 1 0,1-1 0,0 0 0,0 1 0,0-1 0,0 1 0,0-1 0,0 1 0,0 0 0,0-1 0,0 1 0,1 0 0,-2 3 0,-1 5 0,1 0 0,0 1 0,-1 10 0,0 1 0,2 0 0,1 43 0,1-58 0,0 1 0,0 0 0,1-1 0,0 1 0,0-1 0,1 0 0,0 1 0,0-1 0,0 0 0,1-1 0,0 1 0,7 7 0,-9-15 0,0 0 0,0 0 0,0 0 0,0 0 0,0 0 0,0-1 0,0 1 0,0-1 0,0 0 0,1-1 0,1-3 0,0 0 0,0-1 0,0 1 0,-1-1 0,0 0 0,-1 0 0,1 0 0,-1 0 0,0 0 0,-1 0 0,0-1 0,0 1 0,-1 0 0,0-1 0,0 1 0,-3-15 0,2 11 0,-1-1 0,-1 1 0,0 0 0,-1 1 0,0-1 0,0 0 0,-1 1 0,0 0 0,-1 0 0,-12-14 0,17 22 0,0 1 0,0-1 0,0 1 0,-1-1 0,1 1 0,0-1 0,-1 1 0,0 0 0,1 0 0,-1 0 0,1 0 0,-1 0 0,0 0 0,0 0 0,0 1 0,0-1 0,1 1 0,-1-1 0,0 1 0,0 0 0,0-1 0,0 1 0,0 0 0,0 0 0,0 1 0,-4 0 0,4 0 0,-1 0 0,1 1 0,-1-1 0,1 1 0,0 0 0,0 0 0,0 0 0,0 0 0,0 0 0,0 0 0,1 0 0,-1 1 0,1-1 0,-1 1 0,1-1 0,0 1 0,-2 4 0,0 4 0,0-1 0,1 1 0,0 0 0,1 0 0,0 0 0,0 0 0,1 0 0,1 0 0,0-1 0,1 1 0,0 0 0,0 0 0,1-1 0,0 1 0,1-1 0,0 0 0,1 0 0,0 0 0,1-1 0,0 1 0,8 8 0,-14-17 0,1 0 0,0 0 0,0 0 0,-1 0 0,1-1 0,0 1 0,0 0 0,0-1 0,0 1 0,0 0 0,0-1 0,0 1 0,0-1 0,0 0 0,0 1 0,0-1 0,0 0 0,0 0 0,1 1 0,-1-1 0,0 0 0,0 0 0,0 0 0,2-1 0,-1 1 0,-1-1 0,1 0 0,-1 0 0,1 0 0,-1 0 0,0 0 0,0 0 0,1-1 0,-1 1 0,0 0 0,0 0 0,0-1 0,0 1 0,1-3 0,2-5 0,-1 1 0,0 0 0,0-1 0,-1 1 0,2-13 0,-1-6 0,-2-1 0,-1 0 0,-1 1 0,-1-1 0,-1 1 0,-10-35 0,10 51 0,-1 0 0,0 0 0,-1 0 0,-7-9 0,1-2 0,11 22 0,-1 0 0,1-1 0,0 1 0,0 0 0,0-1 0,0 1 0,0 0 0,0 0 0,0-1 0,-1 1 0,1 0 0,0 0 0,0-1 0,0 1 0,-1 0 0,1 0 0,0 0 0,0-1 0,0 1 0,-1 0 0,1 0 0,0 0 0,-1 0 0,1-1 0,0 1 0,0 0 0,-1 0 0,1 0 0,0 0 0,-1 0 0,1 0 0,0 0 0,0 0 0,-1 0 0,1 0 0,0 0 0,-1 0 0,1 0 0,0 0 0,0 0 0,-1 1 0,-9 12 0,-2 23 0,7-10 0,0 0 0,2 0 0,1 1 0,1 0 0,1-1 0,2 1 0,0-1 0,8 33 0,-9-57 0,-1 1 0,1-1 0,0 0 0,0 0 0,-1 0 0,2 1 0,-1-1 0,0 0 0,0 0 0,1-1 0,-1 1 0,1 0 0,-1 0 0,1-1 0,0 1 0,2 1 0,-4-3 0,1 1 0,-1-1 0,1 0 0,0 0 0,-1 0 0,1 1 0,-1-1 0,1 0 0,0 0 0,-1 0 0,1 0 0,-1 0 0,1 0 0,0 0 0,-1 0 0,1 0 0,-1-1 0,1 1 0,0 0 0,-1 0 0,1 0 0,-1-1 0,1 1 0,0-1 0,0 0 0,1-1 0,-1 1 0,0 0 0,0-1 0,0 1 0,0-1 0,0 0 0,0 1 0,0-1 0,0 0 0,-1 0 0,1-1 0,3-13 0,-1 0 0,-1 0 0,-1 0 0,0 0 0,-1 0 0,-1 0 0,-1 0 0,0 1 0,-5-19 0,5 25 0,-2 0 0,1 1 0,-1-1 0,-1 1 0,1 0 0,-1 0 0,-1 0 0,1 1 0,-2 0 0,-8-10 0,12 15 0,1 0 0,0 1 0,0-1 0,-1 0 0,1 1 0,-1-1 0,0 1 0,1 0 0,-1 0 0,0 0 0,0 0 0,1 0 0,-1 0 0,0 1 0,0 0 0,0-1 0,0 1 0,0 0 0,0 1 0,0-1 0,0 0 0,0 1 0,0 0 0,1-1 0,-1 1 0,-3 2 0,7-7 0,-1 0 0,1 0 0,-1 0 0,0 0 0,0 0 0,-1-7 0,1 3 0,0 8 0,0 0 0,0 0-1,0 0 1,0 0 0,0 0-1,0 0 1,0-1 0,0 1 0,0 0-1,0 0 1,0 0 0,0 0-1,0 0 1,0 0 0,0 0-1,0-1 1,0 1 0,0 0-1,0 0 1,1 0 0,-1 0 0,0 0-1,0 0 1,0 0 0,0 0-1,0 0 1,0 0 0,0 0-1,0-1 1,0 1 0,1 0 0,-1 0-1,0 0 1,0 0 0,0 0-1,0 0 1,0 0 0,0 0-1,0 0 1,1 0 0,-1 0-1,0 0 1,0 0 0,0 0 0,0 0-1,0 0 1,0 0 0,1 0-1,-1 0 1,0 0 0,0 0-1,0 1 1,0-1 0,0 0-1,0 0 1,0 0 0,0 0 0,0 0-1,1 0 1,9 7 108,-1 0-1563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0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 24575,'0'0'0,"0"0"0,0 0 0,-6 88 0,12 75 0,-5-155 0,2 21 0,-3-29 0,1 0 0,-1 0 0,0 0 0,0 0 0,0 0 0,0 0 0,0 0 0,0 1 0,0-1 0,0 0 0,0 0 0,0 0 0,0 0 0,0 0 0,1 0 0,-1 0 0,0 0 0,0 0 0,0 0 0,0 0 0,0 0 0,0 0 0,0 0 0,0 0 0,1 0 0,-1 0 0,0 0 0,0 0 0,0 0 0,0 0 0,0 0 0,0 0 0,0 0 0,0 0 0,1 0 0,-1 0 0,0 0 0,0 0 0,0 0 0,0 0 0,0 0 0,0-1 0,0 1 0,0 0 0,0 0 0,0 0 0,0 0 0,0 0 0,1 0 0,-1 0 0,0 0 0,0 0 0,0 0 0,0-1 0,0 1 0,0 0 0,0 0 0,0 0 0,0 0 0,7-18 0,-5 12 0,0 1 0,0-1 0,-1 0 0,1 0 0,-2 0 0,1 0 0,-1 0 0,0 0 0,0 0 0,0 0 0,-1 0 0,0 0 0,0 0 0,0 1 0,-4-8 0,5 13 0,0-1 0,0 1 0,0 0 0,0 0 0,-1 0 0,1 0 0,0 0 0,0 0 0,0 0 0,-1-1 0,1 1 0,0 0 0,0 0 0,0 0 0,-1 0 0,1 0 0,0 0 0,0 0 0,-1 0 0,1 0 0,0 0 0,0 0 0,0 0 0,-1 0 0,1 0 0,0 0 0,0 0 0,-1 0 0,1 1 0,0-1 0,0 0 0,0 0 0,0 0 0,-1 0 0,1 0 0,0 0 0,0 1 0,0-1 0,0 0 0,-1 0 0,1 0 0,0 0 0,0 1 0,0-1 0,0 0 0,0 0 0,0 0 0,0 1 0,0-1 0,-1 0 0,-9 15 0,-1 8 0,0 1 0,1 0 0,-7 30 0,-9 55 0,28-128 0,-1 0 0,-1 0 0,0 1 0,-2-1 0,0 0 0,-1 1 0,-11-36 0,13 50 0,0 0 0,-1-1 0,1 1 0,-1 0 0,-4-6 0,6 10 0,0-1 0,0 1 0,-1 0 0,1 0 0,0 0 0,0-1 0,0 1 0,0 0 0,0 0 0,-1 0 0,1 0 0,0 0 0,0 0 0,0-1 0,-1 1 0,1 0 0,0 0 0,0 0 0,0 0 0,-1 0 0,1 0 0,0 0 0,0 0 0,0 0 0,-1 0 0,1 0 0,0 0 0,0 0 0,-1 0 0,1 0 0,0 0 0,0 0 0,0 0 0,-1 0 0,1 0 0,0 1 0,0-1 0,0 0 0,-1 0 0,-6 18 0,2 11-1365,1-1-5461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79 24575,'0'0'0,"-3"-10"0,0-2 0,0 1 0,-4-3 0,-1 2 0,2 3 0,1 2 0,2 4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2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24575,'0'0'0,"0"0"0,0 0 0,2-4 0,2-1 0,-1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2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2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24 24575,'0'0'0,"-12"-7"0,-4-1 0,1-1-8191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3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3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4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 24575,'-16'7'0,"-28"16"0,42-22 0,17 24 0,-20-16-119,4-8 67,0 1 1,1-1-1,-1 1 0,0-1 0,-1 1 0,1-1 0,0 1 0,0-1 0,0 0 0,-1 0 0,1 0 0,-1 1 0,1-1 0,-1-1 0,1 1 0,-1 0 1,0 0-1,1-1 0,-1 1 0,0-1 0,0 1 0,1-1 0,-4 1 0,-7-1-6774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48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31 24575,'-16'-23'0,"14"22"0,0 0 0,0 0 0,1 0 0,-1 0 0,0 1 0,0-1 0,0 1 0,0-1 0,0 1 0,0 0 0,0 0 0,0 0 0,0 0 0,0 0 0,1 0 0,-1 0 0,0 1 0,0-1 0,0 1 0,0 0 0,0-1 0,0 1 0,1 0 0,-1 0 0,0 0 0,1 0 0,-1 0 0,0 0 0,0 2 0,-1-1 0,2 0 0,-1 1 0,0-1 0,0 1 0,1-1 0,-1 1 0,1-1 0,0 1 0,-1 0 0,1 0 0,1-1 0,-1 1 0,0 0 0,1 0 0,-1 0 0,1 0 0,0 0 0,0 4 0,2 2 0,0-1 0,0 0 0,0 0 0,1 0 0,1 0 0,-1 0 0,1-1 0,0 0 0,1 0 0,0 0 0,0 0 0,0 0 0,1-1 0,0 0 0,0-1 0,0 1 0,1-1 0,0 0 0,0-1 0,0 1 0,9 2 0,-14-6 0,-1 0 0,1 0 0,0-1 0,0 1 0,-1-1 0,1 1 0,0-1 0,0 0 0,0 1 0,0-1 0,-1 0 0,1 0 0,0-1 0,0 1 0,0 0 0,0-1 0,-1 1 0,1-1 0,0 1 0,0-1 0,-1 0 0,1 0 0,0 1 0,-1-1 0,1 0 0,-1-1 0,0 1 0,1 0 0,-1 0 0,0-1 0,1 1 0,0-2 0,0 0 0,0 0 0,0-1 0,-1 1 0,1 0 0,-1-1 0,0 1 0,0-1 0,0 1 0,0-1 0,0 0 0,-1 0 0,0 1 0,0-1 0,0-6 0,-1 3 0,0 1 0,0 0 0,-1 0 0,0-1 0,0 1 0,-1 1 0,1-1 0,-1 0 0,0 0 0,-6-6 0,8 10 0,-1 1 0,1-1 0,-1 0 0,0 1 0,1-1 0,-1 1 0,0 0 0,0 0 0,0 0 0,0 0 0,0 0 0,0 0 0,0 0 0,-1 1 0,1-1 0,0 1 0,0-1 0,-1 1 0,1 0 0,0 0 0,0 0 0,-1 0 0,1 0 0,0 1 0,-1-1 0,1 1 0,0-1 0,0 1 0,0 0 0,0 0 0,-3 1 0,1 2 0,0 0 0,1 0 0,0 0 0,0 0 0,0 1 0,0-1 0,0 1 0,1-1 0,0 1 0,-2 7 0,1-5 0,0 0 0,1-1 0,0 1 0,0 0 0,1 0 0,0 1 0,0-1 0,1 0 0,-1 0 0,2 0 0,-1 0 0,1 1 0,0-1 0,0 0 0,1 0 0,0 0 0,1-1 0,-1 1 0,1 0 0,0-1 0,5 7 0,-7-19 0,1-1 0,-1 1 0,0 0 0,0 0 0,-1-1 0,-1-9 0,0 9 0,-2 1 0,1 0 0,-1 0 0,0 1 0,0-1 0,0 0 0,-1 1 0,0 0 0,0 0 0,-7-7 0,4 5 0,-1 0 0,0 1 0,0 0 0,0 0 0,0 1 0,-13-6 0,20 12 0,-1 1 0,0-1 0,1 1 0,-1-1 0,0 1 0,1 0 0,0 0 0,-1 0 0,1 0 0,0 0 0,0 0 0,0 0 0,1 0 0,-2 3 0,2 1 0,0-1 0,0 1 0,0-1 0,1 1 0,0-1 0,0 0 0,0 0 0,1 1 0,0-1 0,2 6 0,29 54 0,-23-49 0,-8-11 0,1-1 0,-1 0 0,1 0 0,1 0 0,-1 0 0,0 0 0,1-1 0,7 7 0,-9-9 0,-1 0 0,1 0 0,0 0 0,-1-1 0,1 1 0,0 0 0,-1-1 0,1 0 0,0 1 0,-1-1 0,1 0 0,0 0 0,0 1 0,0-2 0,-1 1 0,1 0 0,0 0 0,0 0 0,-1-1 0,1 1 0,0-1 0,-1 0 0,1 1 0,0-1 0,-1 0 0,1 0 0,-1 0 0,3-2 0,-1 1 0,-1 0 0,0 0 0,1-1 0,-1 1 0,0-1 0,0 1 0,-1-1 0,1 0 0,-1 0 0,1 0 0,-1 0 0,0 0 0,0 0 0,0 0 0,0 0 0,-1-1 0,1 1 0,-1 0 0,0 0 0,0-1 0,0-4 0,-2-2 0,1 1 0,-1-1 0,-1 0 0,0 1 0,-8-17 0,8 20 0,0 1 0,0 0 0,-1 0 0,0 0 0,0 1 0,0-1 0,0 1 0,-1 0 0,0 0 0,0 1 0,0-1 0,0 1 0,-9-4 0,13 7 0,0 0 0,0-1 0,0 1 0,0 0 0,0 0 0,0 0 0,0 0 0,0 0 0,0 0 0,0 0 0,0 0 0,0 1 0,0-1 0,0 0 0,0 0 0,1 1 0,-1-1 0,0 1 0,0-1 0,0 1 0,0-1 0,1 1 0,-1-1 0,0 1 0,0 0 0,1 0 0,-1-1 0,1 1 0,-1 0 0,0 1 0,-1 2 0,1-1 0,-1 0 0,1 1 0,0-1 0,0 1 0,0 6 0,1-9 0,1 0 0,-1 0 0,1 0 0,-1 0 0,1 0 0,-1 0 0,1 0 0,0 0 0,-1 0 0,1-1 0,0 1 0,0 0 0,-1 0 0,1-1 0,0 1 0,0 0 0,0-1 0,0 1 0,0-1 0,0 1 0,0-1 0,1 1 0,12 8 0,-15-25-1365,1 7-5461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53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93 24575,'18'-9'0,"1"0"0,0 1 0,0 1 0,1 0 0,-1 2 0,33-5 0,-17 2 0,24-3 0,0 3 0,1 1 0,64 3 0,-124 4 0,1 0 0,0 0 0,0 0 0,0 0 0,0 0 0,0 1 0,0-1 0,0 0 0,0 1 0,-1-1 0,1 0 0,0 1 0,0-1 0,0 1 0,-1-1 0,1 1 0,0-1 0,-1 1 0,1 0 0,0-1 0,-1 1 0,1 0 0,-1-1 0,1 2 0,0 0 0,0 0 0,0 0 0,-1 1 0,1-1 0,-1 0 0,1 0 0,-1 0 0,0 1 0,0 3 0,-1 3 0,0 0 0,-1 0 0,-5 17 0,-9 15 0,-2 0 0,-29 48 0,21-41 0,-21 53 0,24-42 0,3 2 0,-24 119 0,44-184 0,0 0 0,0 0 0,-1 0 0,1 0 0,-1 0 0,-2-5 0,0-3 0,-47-224 0,7 33 0,39 186-170,0-1-1,0 1 0,-2 0 1,0 0-1,-1 0 0,-1 1 1,-17-27-1,20 35-6655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58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22 24575,'0'0'0,"0"0"0,0 0 0,0 0 0,0 0 0,0 0 0,0 0 0,0 0 0,0 0 0,0 0 0,0 0 0,0 0 0,0 0 0,-15-22 0,13 221 0,10 103 0,10-17 0,-9-188 0,12 99 0,-19-162 0,-2-28 0,0-1 0,0 1 0,0-1 0,1 1 0,0-1 0,0 1 0,0-1 0,3 6 0,-7-19 0,1 1 0,0-1 0,1 0 0,-1-15 0,-1-1 0,-5-33 0,-6-39 0,-4-185 0,22 169 0,5 1 0,36-168 0,-41 253 0,2-3 0,-6 29 0,0 0 0,0 0 0,1 0 0,-1 0 0,0 0 0,0 0 0,0 0 0,0 0 0,0 0 0,0 0 0,0 0 0,0 0 0,1 0 0,-1 0 0,0 0 0,0 0 0,0 0 0,0 0 0,0 0 0,0 0 0,0 0 0,1 0 0,-1 0 0,0 0 0,0 0 0,0 0 0,0 0 0,0 0 0,0 0 0,0 0 0,1 0 0,-1 0 0,0 0 0,0 0 0,0 0 0,0 0 0,0 1 0,0-1 0,0 0 0,0 0 0,0 0 0,0 0 0,0 0 0,0 0 0,1 0 0,-1 0 0,0 1 0,0-1 0,0 0 0,0 0 0,0 0 0,0 0 0,0 0 0,0 0 0,0 0 0,0 1 0,6 19 0,1 18 0,-1 0 0,-2 0 0,-1 48 0,-12 118 0,2-106 0,5-75 0,0 0 0,-7 25 0,7-110 0,4-38-682,23-153-1,-20 226-6143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58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24575,'10'-20'0,"-1"-1"-682,9-30-1,-13 34-6143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59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56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13401 12 24575,'0'0'0,"0"0"0,0 0 0,0 0 0,0 0 0,0 0 0,0 0 0,0 0 0,12 24 0,-11-22 0,0 1 0,0-1 0,0 0 0,-1 1 0,1-1 0,-1 1 0,1-1 0,-1 0 0,0 1 0,0-1 0,0 1 0,0-1 0,-1 5 0,1-6 0,-1 0 0,1 0 0,0 0 0,-1 0 0,1 0 0,-1 0 0,1 0 0,-1 0 0,0 0 0,1 0 0,-1 0 0,0-1 0,0 1 0,1 0 0,-1 0 0,0-1 0,0 1 0,0-1 0,0 1 0,0 0 0,0-1 0,0 0 0,0 1 0,0-1 0,0 0 0,0 1 0,-1-1 0,1 0 0,0 0 0,-2 0 0,-237 3 0,-71 26 0,137-8 0,-322 33 0,-139-14 0,470-34 0,-389-9 0,-75-14 0,-265-20 0,887 36 0,-991-67 0,470 58 0,-931-32 0,87 18 0,746 23 0,-1076 13 0,1036 19 0,29 0 0,2-49 0,265-21 0,359 39 0,0 0 0,1 1 0,-1 0 0,0 0 0,1 1 0,-1 1 0,-18 7 0,17-6 0,0 0 0,-1-1 0,1 0 0,-1-1 0,-14 1 0,16-3 0,0-1 0,-1 0 0,1-1 0,0 0 0,1 0 0,-16-7 0,27-12 0,-5-19-1365,-1 20-5461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58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0,1 10 0,26 139 0,-1-3 0,15 246 0,-21-180 0,-19-127 0,-1-51 0,1-32 0,3-8 0,2-11 0,-1-6-192,-2 0 0,1-38 0,-3 46-597,0-9-6037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58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24575,'0'0'0,"0"0"0,0 0 0,0 0 0,9 18 0,-2-2 0,0 0 0,-2 0 0,0 0 0,3 22 0,-3-16 0,13 39 0,-5-28 0,-7-15 0,2 1 0,0-1 0,0 0 0,2-1 0,17 25 0,-24-40 0,-1 1 0,0-1 0,1-1 0,-1 1 0,1 0 0,0 0 0,-1-1 0,1 0 0,0 1 0,0-1 0,0 0 0,0 0 0,0-1 0,0 1 0,0-1 0,0 1 0,0-1 0,0 0 0,1 0 0,2-1 0,-2 1 0,0-1 0,1 0 0,-1 0 0,0 0 0,0 0 0,0-1 0,-1 1 0,1-1 0,0 0 0,0-1 0,-1 1 0,1 0 0,5-6 0,-3 0 0,0 0 0,-1 0 0,0 0 0,0-1 0,-1 0 0,0 1 0,-1-1 0,0-1 0,0 1 0,-1 0 0,0-1 0,-1 0 0,1-15 0,-2 10 0,0 0 0,-1 0 0,0 0 0,-1 0 0,-1 0 0,0 1 0,-1-1 0,-8-17 0,9 26 0,0 1 0,0-1 0,-1 0 0,0 1 0,0 0 0,0 0 0,0 0 0,-1 1 0,0-1 0,0 1 0,0 0 0,0 0 0,-1 1 0,0 0 0,0 0 0,0 0 0,0 1 0,0 0 0,0 0 0,0 0 0,-11-1 0,12 2 0,-1 1 0,0 0 0,0 0 0,0 0 0,0 0 0,1 1 0,-1 0 0,0 1 0,1-1 0,-1 1 0,0 0 0,1 0 0,0 1 0,0-1 0,0 1 0,0 0 0,0 1 0,0-1 0,1 1 0,-1 0 0,1 0 0,0 1 0,1-1 0,-5 6 0,2 1 0,0 0 0,1 0 0,0 1 0,0 0 0,1 0 0,1 0 0,0 0 0,-2 19 0,6-29-29,-1 1 0,0-1 0,1 1 0,-1-1 0,1 0 0,0 1-1,-1-1 1,1 0 0,1 0 0,-1 1 0,2 1 0,-1 1-987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6:5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0 24575,'-8'9'0,"1"1"0,0 0 0,0 0 0,1 0 0,-10 22 0,-14 25 0,22-45 0,1-1 0,0 2 0,0-1 0,-8 26 0,15-37 0,0 0 0,0 1 0,0-1 0,0 1 0,0-1 0,1 1 0,-1-1 0,0 0 0,1 1 0,-1-1 0,1 1 0,-1-1 0,1 0 0,0 0 0,-1 1 0,1-1 0,0 0 0,0 0 0,0 0 0,0 0 0,0 0 0,0 0 0,0 0 0,2 1 0,30 19 0,19 0 0,0-2 0,70 15 0,-105-31 0,-1 1 0,-18 0 0,-12 2 0,-135 41 0,25-10 0,119-35 0,-25 7 0,29-8 0,0-1 0,1 0 0,-1 0 0,0 1 0,1-1 0,-1 0 0,0 0 0,1 0 0,-1 0 0,0 0 0,1 0 0,-1 0 0,0 0 0,1 0 0,-1 0 0,0 0 0,1-1 0,-1 1 0,0 0 0,1 0 0,-1-1 0,1 1 0,-1 0 0,0-1 0,1 1 0,-1-1 0,1 1 0,-1-1 0,1 1 0,-1-1 0,1 1 0,0-1 0,-1 1 0,0-2 0,1-4 13,-1 0 1,1 0-1,0 0 0,1 0 0,-1 0 0,1 0 0,0 0 1,3-8-1,19-47-1450,-22 60 1390,6-16-6779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00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24575,'3'1'0,"-1"-1"0,1 0 0,0 1 0,-1 0 0,1-1 0,-1 1 0,1 0 0,3 3 0,-3-3 0,-22 30 0,4-9 0,1 2 0,-11 24 0,23-42 0,0-1 0,0 1 0,0 0 0,1 0 0,0 0 0,0 0 0,1 0 0,0 0 0,0 0 0,0 0 0,1 0 0,0 0 0,2 9 0,0-7 0,0 0 0,0 0 0,1 0 0,0 0 0,0-1 0,1 1 0,0-1 0,10 11 0,-4-7 0,1 0 0,-1-1 0,2-1 0,-1 0 0,1 0 0,1-1 0,0-1 0,0 0 0,0-1 0,19 5 0,-15-7 0,20 6 0,-36-9 0,0-1 0,0 1 0,0 0 0,-1 0 0,1 0 0,0 0 0,0 0 0,-1 0 0,1 0 0,-1 1 0,1-1 0,-1 1 0,1-1 0,1 3 0,-3-3 0,0 0 0,0-1 0,1 1 0,-1 0 0,0 0 0,0 0 0,0-1 0,0 1 0,0 0 0,0 0 0,0 0 0,0-1 0,-1 1 0,1 0 0,0 0 0,0-1 0,-1 1 0,1 0 0,0-1 0,-1 1 0,1 0 0,-1-1 0,1 1 0,-1 0 0,1-1 0,-1 1 0,1-1 0,-1 1 0,0-1 0,1 1 0,-1-1 0,0 1 0,1-1 0,-2 1 0,-28 13 0,26-13 0,-193 59-1365,181-56-5461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03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0 24575,'-15'20'0,"5"-6"0,8-12 0,-1 0 0,1 0 0,0 0 0,-1 0 0,1-1 0,-1 1 0,0-1 0,0 0 0,1 1 0,-1-1 0,0 0 0,0-1 0,-6 2 0,20-9 0,-11 6 0,1 1 0,-1-1 0,0 1 0,1 0 0,-1-1 0,1 1 0,-1 0 0,1-1 0,-1 1 0,1 0 0,-1-1 0,1 1 0,-1 0 0,1 0 0,0 0 0,-1-1 0,1 1 0,-1 0 0,1 0 0,0 0 0,-1 0 0,1 0 0,-1 0 0,1 0 0,0 0 0,-1 0 0,1 1 0,-1-1 0,1 0 0,-1 0 0,1 0 0,-1 1 0,1-1 0,0 0 0,-1 1 0,1-1 0,-1 0 0,0 1 0,1-1 0,-1 1 0,1-1 0,0 1 0,4 4 0,-1-1 0,1 0 0,-1 1 0,1 0 0,-1 0 0,-1 0 0,6 9 0,-4-6 0,-3-3 0,0 0 0,0 1 0,-1-1 0,1 1 0,-1-1 0,0 9 0,2 7 0,7 15 0,-7-27 0,0 0 0,-1 0 0,0 0 0,-1 0 0,1 15 0,-3 115 0,2 296 0,-1-190 0,0-117 0,1-102 0,5 31 0,-3-40 0,-1 1 0,0-1 0,-2 1 0,0-1 0,-2 20 0,-1-10 0,1 0 0,3 45 0,0-62 0,-30-23 0,29 12 0,-1 0 0,0 1 0,1-1 0,-1 0 0,1 1 0,-1-1 0,1 0 0,-1 0 0,1 1 0,0-1 0,-1 0 0,1 0 0,0 0 0,-1 0 0,1 1 0,0-1 0,0 0 0,0 0 0,0 0 0,0 0 0,0 0 0,0 0 0,0 0 0,0 1 0,1-1 0,-1 0 0,0 0 0,0 0 0,1 0 0,-1 1 0,1-1 0,-1 0 0,0 0 0,2 0 0,-1-3 0,1 1 0,0 0 0,0 0 0,0 0 0,0 0 0,0 0 0,1 1 0,2-3 0,-4 3 0,-1 0 0,1 0 0,-1 0 0,1 0 0,-1 0 0,0 0 0,0 0 0,0 0 0,0-1 0,-1-2 0,0-7 0,3-39 0,1 3 0,-6-67 0,-22-234 0,9 163 0,0-36 0,16 171-116,3-69 362,-2 104-495,1 1-1,1-1 1,0 1 0,1 0 0,9-22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7:0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24575,'0'0'0,"0"0"0,0 0 0,0 0 0,0 0 0,0 0 0,0 2 0,-9 111 0,9-109 0,1 0 0,1 1 0,-1-1 0,1 0 0,-1 0 0,1 0 0,0-1 0,1 1 0,-1 0 0,1-1 0,-1 1 0,1-1 0,0 0 0,0 0 0,1 0 0,-1 0 0,0-1 0,1 1 0,0-1 0,4 2 0,-6-4 0,0 0 0,0 0 0,1 0 0,-1 0 0,0-1 0,0 1 0,0-1 0,0 1 0,0-1 0,1 0 0,-1 0 0,0 0 0,-1 0 0,1 0 0,0 0 0,0-1 0,0 1 0,2-4 0,-5 2 0,0 0 0,-1 0 0,1 0 0,-1 0 0,0 0 0,0 0 0,0 0 0,-3-3 0,3 5 0,1 0 0,0 0 0,-1 0 0,1 0 0,0 0 0,-1 0 0,1 1 0,-1-1 0,1 1 0,-1-1 0,1 1 0,-1-1 0,0 1 0,1 0 0,-1 0 0,1 0 0,-1 0 0,0 0 0,1 0 0,-1 0 0,1 1 0,-1-1 0,1 0 0,-1 1 0,0-1 0,1 1 0,0 0 0,-1 0 0,1-1 0,-1 1 0,1 0 0,0 0 0,0 0 0,-1 0 0,1 0 0,0 1 0,0-1 0,0 0 0,0 1 0,0-1 0,1 0 0,-1 1 0,0-1 0,1 1 0,-1-1 0,0 3 0,-5 16 0,1 0 0,2 0 0,-4 33 0,7-39 0,-1-1 0,2 0 0,0 0 0,0 1 0,1-1 0,7 24 0,6-7-1365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48:01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0 772 24575,'15'-19'0,"-9"14"0,0 0 0,1 1 0,0 0 0,-1 1 0,1 0 0,1 0 0,12-4 0,58-10 0,-45 11 0,-6 1 0,205-49 0,-196 43 0,0-2 0,-1-1 0,0-2 0,39-25 0,14-17 0,-30 20 0,76-40 0,209-53 0,-229 93 0,139-66 0,-221 87 0,1 1 0,0 2 0,1 2 0,0 1 0,71-13 0,-119 35 0,5-3 0,-25 14 0,0-2 0,-1-1 0,-44 17 0,-119 34 0,-290 85 0,380-121 0,-118 41 0,155-48 0,-78 42 0,70-29 0,-68 40 0,147-80 0,-1 0 0,1 0 0,0 0 0,0 0 0,0 0 0,0 0 0,0 0 0,0 1 0,0-1 0,0 0 0,0 0 0,0 0 0,0 0 0,0 0 0,0 0 0,0 1 0,0-1 0,0 0 0,0 0 0,0 0 0,0 0 0,0 0 0,0 0 0,0 1 0,0-1 0,0 0 0,0 0 0,0 0 0,0 0 0,1 0 0,-1 0 0,0 0 0,0 1 0,0-1 0,0 0 0,0 0 0,0 0 0,0 0 0,0 0 0,1 0 0,-1 0 0,0 0 0,0 0 0,0 0 0,0 0 0,0 0 0,0 0 0,0 0 0,1 0 0,-1 0 0,0 0 0,14 7 0,15 1 0,-18-6 0,-1-1 0,1-1 0,0 0 0,0 0 0,0-1 0,-1-1 0,22-5 0,71-29 0,-66 22 0,368-121 0,-71 35 0,-303 88 0,-31 12 0,0 0 0,0 0 0,0 0 0,0 0 0,0 0 0,0 0 0,0 0 0,1 0 0,-1 0 0,0 0 0,0 0 0,0 0 0,0 0 0,0 0 0,0 0 0,0 0 0,1 0 0,-1 0 0,0 0 0,0 0 0,0 0 0,0-1 0,0 1 0,0 0 0,0 0 0,0 0 0,0 0 0,0 0 0,0 0 0,0 0 0,0 0 0,0-1 0,1 1 0,-1 0 0,0 0 0,0 0 0,0 0 0,0 0 0,0 0 0,0 0 0,0-1 0,0 1 0,0 0 0,0 0 0,0 0 0,-1 0 0,1 0 0,0 0 0,0 0 0,0-1 0,0 1 0,0 0 0,0 0 0,0 0 0,-16-1 0,-46 8 0,0 2 0,1 2 0,-117 40 0,63-8 0,-111 61 0,106-50 0,100-47 0,0-1 0,0 0 0,-1-2 0,-24 3 0,33-5 0,-8 1 0,16-7 0,8-7 0,-2 9 0,0 0 0,0 1 0,1-1 0,-1 0 0,1 1 0,-1 0 0,1-1 0,0 1 0,-1 0 0,1 0 0,4 0 0,4-3 0,34-11-1365,-25 8-5461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0:36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24575,'2'3'0,"0"0"0,0 0 0,-1 0 0,1 0 0,-1 0 0,2 5 0,-1-3 0,15 40 0,-12-30 0,1-1 0,0 0 0,14 22 0,-17-31 0,1-1 0,-1 1 0,1-1 0,1 0 0,-1 0 0,0 0 0,1-1 0,0 0 0,-1 0 0,1 0 0,1 0 0,-1-1 0,10 4 0,-5-3 0,0-1 0,1 0 0,-1-1 0,0 0 0,1 0 0,-1-1 0,1 0 0,-1-1 0,1 0 0,-1-1 0,12-3 0,9-5 0,-1-1 0,37-19 0,-1 1 0,-58 26 0,0 0 0,1 1 0,-1 0 0,1 0 0,-1 1 0,1 0 0,13 0 0,-17 1 0,0 1 0,0-1 0,1 1 0,-1 0 0,0 0 0,0 1 0,0-1 0,0 1 0,0 0 0,0 1 0,-1-1 0,1 1 0,7 5 0,-9-4 0,0 0 0,0 0 0,0 0 0,-1 1 0,0-1 0,1 0 0,-2 1 0,1 0 0,0-1 0,-1 1 0,0 0 0,0 0 0,0 5 0,0-2 0,1-1 0,0 1 0,0-1 0,0 1 0,4 7 0,-2-10 0,-1 0 0,1 0 0,0-1 0,1 1 0,-1-1 0,1 0 0,-1 0 0,1-1 0,1 1 0,-1-1 0,0 0 0,1 0 0,-1-1 0,11 4 0,1-1 0,0 0 0,1-2 0,34 4 0,-27-6 0,1-1 0,-1-2 0,1 0 0,49-12 0,99-38 0,-145 42 0,-22 8 0,0 0 0,0 0 0,0 0 0,1 1 0,-1 0 0,0 0 0,1 1 0,8 1 0,-11-1 0,1 2 0,-1-1 0,0 1 0,0-1 0,0 1 0,0 1 0,0-1 0,0 1 0,0 0 0,-1 0 0,1 0 0,4 5 0,-6-5 0,89 72 0,-78-65 0,1 0 0,1-2 0,-1 1 0,30 10 0,-20-12 0,1 0 0,-1-2 0,1-1 0,1-1 0,-1-1 0,44-3 0,160-28 0,-163 17 0,1 3 0,70 0 0,-107 10 0,-1 1 0,1 2 0,-1 1 0,0 1 0,-1 1 0,56 22 0,-33-8 0,1-2 0,1-3 0,1-2 0,0-3 0,1-2 0,83 3 0,-53-13 0,1-3 0,-1-5 0,129-29 0,-147 23 0,151-29 0,-179 38 0,1 3 0,-1 1 0,65 5 0,409 33 0,-411-35 0,-1-5 0,0-4 0,107-23 0,-57-3 0,-45 9 0,215-21 0,248 36 0,-546 10 0,0 1 0,-1 1 0,1 1 0,-1 1 0,0 2 0,27 8 0,-47-12-227,1 0-1,0 0 1,-1 1-1,0-1 1,6 5-1,-1 2-6598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0:58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27 24575,'0'0'0,"0"0"0,0 0 0,0 0 0,-6-1 0,-1-1 0,-12-5 0,-2-2 0,2 2-8191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0:59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796 344 24575,'0'0'0,"0"0"0,0-2 0,0-23 0,-1 0 0,0 0 0,-2 0 0,-2 1 0,0-1 0,-11-32 0,13 49 0,-1 0 0,1 0 0,-1 1 0,0-1 0,-1 1 0,0 0 0,0 0 0,0 1 0,-1-1 0,0 1 0,-1 0 0,1 1 0,-1 0 0,0 0 0,0 0 0,-1 1 0,1 0 0,-1 0 0,0 1 0,0 0 0,0 0 0,-12-2 0,8 3 0,1 1 0,-1 0 0,1 1 0,-1 0 0,1 1 0,0 0 0,-1 0 0,1 1 0,0 1 0,0 0 0,-21 9 0,15-4 0,0 2 0,1-1 0,0 2 0,1 0 0,0 1 0,-20 21 0,4 0 0,0 2 0,3 1 0,1 2 0,2 0 0,1 2 0,-35 83 0,38-68 0,2 1 0,2 0 0,4 2 0,1 0 0,-3 59 0,12-83 0,2 0 0,1 0 0,2 0 0,1 0 0,12 52 0,-11-70 0,0 0 0,1 0 0,1-1 0,1 0 0,0-1 0,1 1 0,0-1 0,1-1 0,1 1 0,0-1 0,1-1 0,0 0 0,22 17 0,-13-15 0,1-1 0,1-1 0,0-1 0,1-1 0,0 0 0,1-2 0,0-1 0,0-1 0,0-1 0,1-1 0,31 1 0,-28-3 0,1-2 0,0-1 0,-1-2 0,1 0 0,-1-2 0,0-1 0,0-1 0,-1-2 0,43-19 0,-58 22 0,0-2 0,14-11 0,-14 11 0,-13 7 0,0-1 0,-1 1 0,1 0 0,0 0 0,0 0 0,-1 0 0,1 0 0,-1 0 0,1 0 0,-1 0 0,1 1 0,-1-1 0,1 0 0,-1 1 0,1 0 0,-1-1 0,0 1 0,1 0 0,-3 0 0,-10 12-1365,7-3-5461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11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74 24575,'-4'2'0,"-1"1"0,1 0 0,0 0 0,0 1 0,0-1 0,-6 8 0,-1 2 0,1 1 0,0 0 0,1 0 0,-13 28 0,-21 69 0,27-60 0,3 0 0,1 1 0,3 1 0,2 0 0,2 0 0,3 1 0,6 69 0,-2-103 0,1-1 0,1 0 0,1 0 0,0 0 0,1-1 0,18 35 0,-22-50 0,0 0 0,1 0 0,-1 0 0,1 0 0,0-1 0,-1 1 0,1-1 0,1 1 0,-1-1 0,0 0 0,0-1 0,1 1 0,-1 0 0,1-1 0,0 0 0,-1 0 0,1 0 0,0 0 0,0 0 0,0-1 0,3 0 0,10 1 0,-1-1 0,0-1 0,25-5 0,-22 3 0,0-1 0,-1-1 0,1-1 0,-1 0 0,0-1 0,22-13 0,-28 13 0,0-1 0,0-1 0,-1 0 0,0 0 0,0-1 0,-1-1 0,0 0 0,-1 0 0,10-17 0,6-12 0,-3-2 0,-2-1 0,-1-1 0,-2 0 0,-3-1 0,-1-1 0,-2 0 0,8-78 0,-19 113 0,0 1 0,0 0 0,-1 0 0,-1 0 0,1 0 0,-1 1 0,-1-1 0,0 0 0,-7-14 0,3 11 0,0-1 0,-1 2 0,-1-1 0,0 1 0,-20-21 0,12 17 0,-1 0 0,0 2 0,-1 0 0,-1 1 0,0 1 0,0 1 0,-2 0 0,-25-8 0,25 13-105,0 0 0,0 1 0,-1 1 0,0 1 0,0 2 0,0 0 0,0 1 0,0 1 0,0 1 0,1 1 0,-1 2 0,-22 6 0,16-3-6721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1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1 24575,'-8'39'0,"2"1"0,1 0 0,2 1 0,2 42 0,0-11 0,-21 337 0,4-106 0,9-172 48,-2 64-1461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14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885 26 24575,'0'0'0,"0"0"0,0 0 0,-12-12 0,11 10 0,0 1 0,-1 0 0,1 0 0,0 0 0,-1 0 0,1 0 0,-1 0 0,0 0 0,1 1 0,-1-1 0,1 1 0,-1-1 0,0 1 0,0-1 0,1 1 0,-1 0 0,0 0 0,0 0 0,-2 0 0,0 1 0,0 0 0,0 0 0,0 0 0,0 0 0,0 1 0,1 0 0,-1 0 0,-4 3 0,-7 6 0,1 0 0,1 1 0,-14 15 0,17-16 0,-15 16 0,2 2 0,1 0 0,1 1 0,1 2 0,2 0 0,1 1 0,2 0 0,1 1 0,2 1 0,-10 44 0,11-25 0,1 0 0,-3 87 0,12 114 0,2-222 0,1 24 0,-8 82 0,4-121 0,-1-1 0,-1 1 0,0-1 0,-1 0 0,-1 0 0,-1-1 0,0 0 0,-19 30 0,21-39 0,1-1 0,-1 0 0,-1 0 0,1 0 0,-1-1 0,0 0 0,0 0 0,-1 0 0,1-1 0,-1 0 0,0 0 0,0-1 0,0 0 0,-1 0 0,1-1 0,-1 0 0,1 0 0,-1 0 0,0-1 0,-12 0 0,9-1 0,-1-1 0,1 0 0,0-1 0,0 0 0,0-1 0,0 0 0,0-1 0,0 0 0,1 0 0,0-2 0,0 1 0,0-1 0,-15-12 0,9 6 0,-30-27 0,42 35 0,0 0 0,1 0 0,-1 0 0,1-1 0,0 0 0,0 1 0,1-1 0,-4-7 0,6 11 0,0 0 0,0 0 0,0 1 0,0-1 0,0 0 0,0 0 0,0 0 0,0 1 0,0-1 0,0 0 0,0 0 0,1 1 0,-1-1 0,0 0 0,1 1 0,-1-1 0,0 0 0,1 1 0,-1-1 0,1 0 0,-1 1 0,1-1 0,-1 1 0,1-1 0,-1 1 0,1-1 0,0 1 0,-1-1 0,1 1 0,0 0 0,-1-1 0,1 1 0,0 0 0,0 0 0,-1-1 0,1 1 0,0 0 0,0 0 0,-1 0 0,2 0 0,32-3 0,-26 4 0,0 1 0,0 0 0,1 0 0,-1 0 0,0 1 0,-1 0 0,1 1 0,0-1 0,-1 2 0,0-1 0,0 1 0,0 0 0,-1 0 0,0 1 0,0 0 0,0 0 0,6 8 0,-6-5 0,0 0 0,0 1 0,-1-1 0,0 1 0,-1 0 0,0 0 0,-1 1 0,0-1 0,0 1 0,-1-1 0,0 1 0,-1 0 0,0 13 0,-3 13 0,-2 1 0,-10 49 0,-27 76 0,6-27 0,-19 177 0,47-235 0,3 0 0,6 83 0,-1-143 0,2 0 0,0 0 0,1 1 0,1-2 0,0 1 0,14 30 0,-15-41 0,0 0 0,0 1 0,0-1 0,1-1 0,0 1 0,0-1 0,0 0 0,1 0 0,0 0 0,0-1 0,1 0 0,0 0 0,0 0 0,0-1 0,0 0 0,0-1 0,15 5 0,-17-7 8,1 0 0,0 0 0,0-1 0,0 0-1,0 0 1,0-1 0,0 1 0,0-1 0,8-3 0,54-19-604,-51 16-252,14-5-5978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21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1 24575,'-2'20'0,"1"-19"0,1 1 0,-1 0 0,1-1 0,0 1 0,0 0 0,0 0 0,0-1 0,0 1 0,0 0 0,0-1 0,0 1 0,1 0 0,-1 0 0,1-1 0,-1 1 0,1-1 0,1 3 0,2 5 0,0 1 0,-1-1 0,0 1 0,-1 0 0,0 0 0,0 0 0,0 17 0,-6 76 0,0-31 0,-7 80 0,5-109 0,3 0 0,3 71 0,1 108 0,-3-75 0,8-6 0,-1 117 0,-22 47 0,12 98 0,7-231 0,-13 339 0,-33 120 0,31-175 0,2-10 0,-16-44 0,0 0 0,9-147 0,-10 99 0,-7 199 0,28-225 0,-1-1 0,0-153 0,0-4 0,2 103 0,12-35 0,-5-197 0,-1-25 0,0-12 0,0 0 0,0 0 0,0 0 0,-1 0 0,1 0 0,-3 6 0,3-9 0,-1 1 0,1-1 0,-1 0 0,0 0 0,1 0 0,-1 0 0,0 0 0,0 0 0,0 0 0,0 0 0,0 0 0,0-1 0,0 1 0,0 0 0,0-1 0,0 1 0,-1 0 0,1-1 0,0 0 0,0 1 0,-1-1 0,1 0 0,0 1 0,0-1 0,-3 0 0,5-24-1365,-1 17-5461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38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233 128 24575,'-8'0'0,"0"0"0,0 1 0,0 0 0,0 0 0,0 1 0,1 0 0,-1 0 0,0 1 0,1 0 0,0 1 0,-10 5 0,12-6 0,1 1 0,-1-1 0,1 1 0,0 0 0,0 0 0,1 0 0,-1 1 0,1-1 0,0 1 0,0 0 0,1 0 0,-1 0 0,1 0 0,0 1 0,0-1 0,1 1 0,-2 5 0,2-3 0,0 1 0,0-1 0,1 0 0,-1 0 0,2 1 0,1 12 0,-2-19 0,1 0 0,-1 0 0,1-1 0,-1 1 0,1 0 0,0 0 0,0-1 0,0 1 0,0 0 0,0-1 0,0 1 0,0-1 0,0 1 0,0-1 0,1 0 0,-1 1 0,1-1 0,-1 0 0,1 0 0,-1 0 0,1 0 0,0 0 0,0-1 0,-1 1 0,1 0 0,0-1 0,0 1 0,0-1 0,0 0 0,-1 1 0,1-1 0,0 0 0,0 0 0,3-1 0,-1 0 0,-1 0 0,1 0 0,0 0 0,-1 0 0,1-1 0,-1 0 0,0 1 0,0-1 0,1 0 0,-1-1 0,-1 1 0,1-1 0,0 1 0,0-1 0,-1 0 0,0 0 0,4-6 0,2-3 0,-1-1 0,0 1 0,7-21 0,-7 16 0,-1-1 0,7-35 0,-12 48 0,0 0 0,-1 0 0,0 0 0,0 0 0,0 0 0,0-1 0,-1 1 0,0 0 0,0 0 0,0 0 0,-1 0 0,1 1 0,-1-1 0,0 0 0,-1 1 0,-2-5 0,3 9 0,-1 0 0,1 0 0,-1 1 0,1-1 0,-1 1 0,1 0 0,0-1 0,-1 1 0,-2 2 0,2-2 0,-2 1 0,-1 0 0,1 1 0,0-1 0,0 1 0,0 0 0,0 1 0,0-1 0,-4 5 0,8-7 0,0 1 0,-1-1 0,1 1 0,0 0 0,0 0 0,0-1 0,0 1 0,0 0 0,0 0 0,0 0 0,0 0 0,1 0 0,-1 0 0,1 0 0,0 0 0,0 0 0,-1 0 0,1 0 0,0 0 0,1 1 0,-1-1 0,0 0 0,1 0 0,-1 0 0,2 2 0,-2-4 0,1 1 0,-1-1 0,1 1 0,0-1 0,-1 0 0,1 1 0,-1-1 0,1 0 0,0 0 0,0 0 0,-1 1 0,1-1 0,0 0 0,-1 0 0,1 0 0,0 0 0,-1 0 0,1 0 0,0 0 0,0-1 0,-1 1 0,1 0 0,0 0 0,-1 0 0,1-1 0,-1 1 0,1 0 0,0-1 0,-1 1 0,1 0 0,0-2 0,22-11 0,-19 9 0,0 0 0,-1 0 0,1 0 0,-1 0 0,0 0 0,0-1 0,-1 1 0,1-1 0,-1 0 0,0 0 0,0 0 0,-1 0 0,1 0 0,-1 0 0,0 0 0,0-9 0,-2 12 0,1 0 0,0 0 0,-1 0 0,0 0 0,1 0 0,-1 0 0,0 0 0,0 0 0,0 0 0,0 1 0,-1-1 0,1 0 0,0 1 0,-1-1 0,1 1 0,-1-1 0,1 1 0,-4-2 0,2 1 0,0-1 0,-1 1 0,0 0 0,1 0 0,-1 0 0,0 1 0,0-1 0,-4 0 0,4 2 0,-1 0 0,1 0 0,0 1 0,0 0 0,-1 0 0,1 0 0,0 0 0,0 0 0,0 1 0,0 0 0,0-1 0,0 2 0,1-1 0,-1 0 0,1 1 0,-1 0 0,-4 4 0,-2 3 0,0 1 0,0-1 0,1 2 0,-8 12 0,13-19-91,1 0 0,0 0 0,0 0 0,0 1 0,1-1 0,0 1 0,0-1 0,0 1 0,0 0 0,1 0 0,0 0 0,1 0 0,-1 0 0,1 7 0,3 1-6735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39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 24575,'-6'0'0,"1"1"0,-1 0 0,1 0 0,-1 0 0,1 1 0,0 0 0,0 0 0,0 0 0,0 0 0,0 1 0,0 0 0,-6 5 0,4-2 0,0 0 0,0 0 0,1 0 0,0 1 0,1 0 0,-10 14 0,7-6 0,1 0 0,1 1 0,0-1 0,1 1 0,1 1 0,1-1 0,0 1 0,-1 30 0,3-15 0,2-1 0,2 0 0,11 59 0,-11-78 0,0 0 0,1 0 0,0 0 0,0-1 0,2 1 0,-1-1 0,1-1 0,1 1 0,12 14 0,-16-21 0,1 0 0,-1-1 0,1 1 0,0-1 0,0 0 0,1 0 0,-1-1 0,1 1 0,-1-1 0,1 0 0,0 0 0,-1 0 0,1-1 0,0 0 0,0 0 0,1 0 0,-1 0 0,0-1 0,0 0 0,0 0 0,0 0 0,0-1 0,0 0 0,0 0 0,9-2 0,-4-1 0,0 0 0,-1-1 0,1 0 0,-1 0 0,0-1 0,0 0 0,-1-1 0,0 1 0,0-2 0,-1 1 0,1-1 0,-2 0 0,1-1 0,-1 0 0,0 0 0,5-11 0,0-3 0,-2 0 0,0 0 0,-1 0 0,-1-1 0,6-45 0,-11 52 0,-1 1 0,0-1 0,-2 0 0,0 0 0,0 0 0,-5-17 0,4 22 0,-1 1 0,-1-1 0,0 1 0,-1-1 0,0 1 0,-1 0 0,0 1 0,-14-19 0,18 27 7,0-1-1,-1 1 0,1 0 0,-1 1 1,0-1-1,1 0 0,-1 1 1,0 0-1,0-1 0,0 1 1,0 0-1,0 0 0,0 1 0,-1-1 1,1 1-1,0 0 0,0-1 1,-6 2-1,1-1-192,1 1 1,0 0-1,-1 0 0,1 1 1,0 0-1,0 1 1,-7 2-1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39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0 247 24575,'3'-1'0,"0"1"0,1-2 0,-1 1 0,0 0 0,-1 0 0,1-1 0,0 0 0,5-3 0,2-2 0,3-2-91,0 0 0,-1 0 0,0-1 0,-1-1 0,0 0 0,0 0 0,-2-1 0,1 0 0,-1-1 0,-1 0 0,-1-1 0,1 0 0,-2 0 0,7-19 0,-3 3-6735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39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78 810 24575,'0'0'0,"0"0"0,0 0 0,0 0 0,0 0 0,0 0 0,11-3 0,-2 0 0,1 1 0,-1-2 0,0 1 0,-1-1 0,1-1 0,-1 0 0,1 0 0,-1 0 0,-1-1 0,1-1 0,-1 1 0,9-11 0,-7 5 0,0-1 0,0 0 0,-1 0 0,-1 0 0,0-1 0,-1-1 0,4-15 0,1-12 0,-2 0 0,-2 0 0,-1 0 0,-1-72 0,-5 76 0,-2 1 0,-1-1 0,-1 1 0,-2 0 0,-16-51 0,21 84 0,-1 1 0,1 0 0,-1 0 0,0 0 0,0 0 0,0 0 0,0 0 0,0 0 0,-1 1 0,1-1 0,-1 1 0,1 0 0,-1 0 0,0 0 0,0 0 0,0 0 0,0 1 0,-1-1 0,1 1 0,0 0 0,-1 0 0,1 0 0,0 0 0,-1 1 0,1-1 0,-1 1 0,1 0 0,-7 0 0,3 0 0,-1 1 0,1 0 0,-1 0 0,1 1 0,0-1 0,-1 2 0,1-1 0,0 1 0,0 0 0,1 0 0,-1 1 0,-8 6 0,7-3 0,1 0 0,-1 1 0,1 0 0,1 1 0,0-1 0,0 1 0,0 1 0,1-1 0,0 1 0,1 0 0,0 0 0,1 0 0,0 0 0,-2 17 0,4-22 0,0 0 0,1 0 0,0 0 0,0 0 0,0 0 0,0 0 0,1 0 0,0 0 0,0 0 0,0 0 0,0-1 0,1 1 0,0 0 0,0-1 0,0 1 0,1-1 0,0 0 0,-1 0 0,1 0 0,1 0 0,-1 0 0,1-1 0,-1 1 0,1-1 0,0 0 0,0 0 0,0 0 0,0-1 0,1 0 0,-1 1 0,1-2 0,8 4 0,0-2 0,-1-1 0,1 0 0,-1-1 0,1 0 0,19-1 0,-15 0 0,36 3 0,-48-2 0,0 0 0,0 0 0,0 1 0,0-1 0,-1 1 0,1 0 0,0 1 0,-1-1 0,0 1 0,1 0 0,-1 0 0,0 0 0,-1 1 0,6 4 0,-4-1 0,0 0 0,0 1 0,0-1 0,-1 1 0,0 0 0,-1 0 0,5 15 0,-1 7 0,-1 1 0,-2 0 0,1 51 0,-4-73 0,-28 569-466,1-206 228,21-189 238,28 289 0,-22-466 0,11 72 0,-10-70 0,0-1 0,0 1 0,1 0 0,0-1 0,1 0 0,-1 0 0,6 8 0,-8-14-36,-1 0 0,1-1 1,0 1-1,-1 0 0,1 0 1,0 0-1,0 0 0,0-1 1,-1 1-1,1-1 0,0 1 1,0 0-1,0-1 0,0 1 1,0-1-1,0 0 1,1 1-1,-1-1 0,0 0 1,0 0-1,0 0 0,0 1 1,0-1-1,0 0 0,0-1 1,0 1-1,1 0 0,-1 0 1,0 0-1,0-1 0,0 1 1,0 0-1,0-1 0,1 0 1,12-9-6204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42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19267 781 24575,'0'0'0,"0"0"0,0 0 0,0 0 0,0 0 0,0 0 0,0 0 0,0 0 0,-11 3 0,-91 28 0,-17 4 0,-59-1 0,-260 15 0,-282-34 0,432-33 0,-272-7 0,-267 5 0,-245-56 0,448-11 0,115 13 0,111 23-215,-213-24-197,324 43 412,-365-28 0,39 18 0,-98 4 0,556 33 0,-692-18 0,-211 14 0,722 10 0,-1392-9 0,852 21 0,294-2 0,288-5 0,-158 0 0,51-5 0,-232-3 0,5-31 0,66-27 627,103-26-627,287 47 0,141 31 0,-37-15 0,31 10 0,-64-12 0,53 13 0,0 2 0,-1 1 0,-61-1 0,-207 5 0,178 7 0,-186-2 0,289-5 0,31 3 0,0 1 0,0 0 0,0 1 0,0-1 0,0 1 0,0 0 0,0 0 0,-9 2 0,16-2 0,1 0 0,0 0 0,-1 0 0,1 1 0,0-1 0,-1 1 0,1 0 0,3 1 0,9 3 0,153 15 0,-151-18 0,-1-1 0,23-2 0,2 1 0,-40-1 0,-1 1 0,0 0 0,1 0 0,-1 0 0,0 0 0,1 0 0,-1 0 0,1 0 0,-1 0 0,0 0 0,1 1 0,-1-1 0,0 0 0,1 0 0,-1 0 0,0 0 0,1 0 0,-1 1 0,0-1 0,1 0 0,-1 0 0,0 0 0,1 1 0,-1-1 0,0 0 0,0 1 0,1-1 0,-1 0 0,0 0 0,0 1 0,-5 10 0,-16 8 0,-1-3-1365,0-2-5461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43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0,5 28 0,36 625 0,-37-342 0,-5-302-124,2 0 0,0 0 0,0 0 0,0 0 0,1-1 0,0 1-1,1 0 1,0-1 0,0 0 0,8 14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43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1 245 24575,'0'33'0,"9"64"0,-7-85 0,0 0 0,1 0 0,1 0 0,0 0 0,1 0 0,0-1 0,1 0 0,9 15 0,-12-23 0,-1 1 0,1-1 0,0 0 0,0 0 0,0-1 0,0 1 0,0-1 0,1 1 0,-1-1 0,1 0 0,-1 0 0,1 0 0,0-1 0,0 0 0,0 1 0,0-1 0,0 0 0,7 0 0,-6-1 0,0 0 0,0 0 0,0-1 0,-1 0 0,1 0 0,0 0 0,0 0 0,-1-1 0,1 0 0,0 0 0,-1 0 0,0 0 0,0-1 0,1 0 0,5-5 0,-1-1 0,0 0 0,0-1 0,-1 1 0,-1-2 0,0 1 0,0-1 0,-1 0 0,0 0 0,-1-1 0,0 0 0,5-23 0,-4 9 0,-2 1 0,0-1 0,-2 0 0,-2-48 0,-1 65 0,0 0 0,-1 0 0,1 0 0,-2 0 0,1 0 0,-1 1 0,-1-1 0,0 1 0,0 0 0,-10-15 0,10 17 0,-1 0 0,1 1 0,-1 0 0,0 0 0,-1 0 0,1 0 0,-1 1 0,0 0 0,0 0 0,0 1 0,-1-1 0,1 1 0,-1 1 0,-8-3 0,11 4 0,0 0 0,1 1 0,-1-1 0,0 1 0,1 0 0,-1 0 0,0 0 0,0 1 0,1-1 0,-1 1 0,0 0 0,1 0 0,-1 0 0,1 1 0,0-1 0,-1 1 0,1 0 0,0 0 0,0 0 0,0 0 0,0 1 0,0-1 0,0 1 0,1-1 0,0 1 0,-3 4 0,-3 4 0,1 1 0,0 0 0,1 1 0,0-1 0,-6 22 0,10-29-112,1 0 0,0 1 0,0-1 0,0 0 0,1 1 0,0 8 0,0-10-469,0 12-6245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43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17 24575,'3'-10'0,"-3"10"0,1 0 0,-1 0 0,0 0 0,0-1 0,0 1 0,0 0 0,0 0 0,0 0 0,0-1 0,0 1 0,0 0 0,0 0 0,0 0 0,0-1 0,0 1 0,0 0 0,0 0 0,0 0 0,-1-1 0,1 1 0,0 0 0,0 0 0,0 0 0,0-1 0,0 1 0,0 0 0,0 0 0,-1 0 0,1 0 0,0 0 0,0-1 0,0 1 0,0 0 0,-1 0 0,1 0 0,0 0 0,0 0 0,0 0 0,0 0 0,-1 0 0,1 0 0,0 0 0,0 0 0,0 0 0,-1 0 0,1 0 0,0 0 0,0 0 0,-6 2 0,0 1 0,0 0 0,1 0 0,0 1 0,0 0 0,0 0 0,-6 6 0,-35 39 0,31-31 0,6-9 0,-1 2 0,-1 0 0,2 1 0,-1 1 0,2 0 0,-9 15 0,16-26 0,0 0 0,0 0 0,0 1 0,0-1 0,0 0 0,1 1 0,-1-1 0,1 1 0,-1-1 0,1 1 0,0-1 0,0 1 0,0-1 0,0 0 0,1 1 0,-1-1 0,1 1 0,-1-1 0,1 0 0,0 1 0,0-1 0,0 0 0,0 0 0,0 1 0,1-1 0,-1 0 0,1 0 0,-1 0 0,1-1 0,0 1 0,0 0 0,-1-1 0,1 1 0,0-1 0,1 1 0,-1-1 0,0 0 0,0 0 0,0 0 0,5 1 0,5 2 0,0 0 0,0 0 0,1-1 0,0-1 0,14 1 0,68 0 0,-37-3 0,-45 1 0,-1 0 0,1 0 0,-1 1 0,19 6 0,-28-7 0,0 0 0,0 0 0,0 0 0,0 0 0,0 1 0,0-1 0,-1 1 0,1 0 0,-1-1 0,1 1 0,-1 1 0,0-1 0,0 0 0,0 0 0,0 1 0,0-1 0,0 1 0,-1 0 0,1 0 0,-1-1 0,1 1 0,-1 0 0,1 5 0,-2-4 0,0-1 0,0 0 0,-1 0 0,1 0 0,-1 0 0,1 0 0,-1 0 0,0 0 0,0 0 0,-1 0 0,1 0 0,0-1 0,-1 1 0,0 0 0,-3 3 0,-1 2 0,-1 0 0,0-1 0,-13 11 0,8-8-113,3-2 162,-1-1 1,1 1-1,-2-2 1,-12 7-1,21-12-101,0 0 1,0 0-1,0 0 0,0 0 1,0-1-1,0 1 0,-1-1 0,1 1 1,0-1-1,0 0 0,0 0 1,-1 0-1,1 0 0,0 0 1,0-1-1,0 1 0,-1-1 1,1 1-1,0-1 0,0 0 0,0 0 1,0 0-1,0 0 0,0 0 1,0 0-1,1-1 0,-1 1 1,-3-3-1,-5-9-6774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44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24575,'14'-7'0,"14"-8"0,-1 0 0,0-2 0,-1-1 0,-1-1 0,-1-1 0,-1-1 0,30-34 0,-34 22 0,-16 22 0,-13 20 0,6-4 0,-17 18 0,-30 47 0,47-64 0,0 1 0,0 0 0,1 0 0,0 0 0,0 0 0,1 0 0,-1 0 0,2 1 0,-1-1 0,1 1 0,0 0 0,1-1 0,0 10 0,1-11 0,1 0 0,0 0 0,0 0 0,0 0 0,1-1 0,-1 1 0,1-1 0,1 1 0,-1-1 0,1 0 0,0 0 0,0-1 0,1 1 0,-1-1 0,1 0 0,0 0 0,0-1 0,0 1 0,0-1 0,1 0 0,8 3 0,4 2 0,1-2 0,-1 0 0,1-1 0,0 0 0,31 2 0,56-5 0,-74-3 0,-1 2 0,51 6 0,-42 6 0,-40-12 0,1-1 0,-1 1 0,1-1 0,-1 0 0,0 1 0,1-1 0,-1 1 0,0-1 0,1 1 0,-1-1 0,0 1 0,0 0 0,0-1 0,1 1 0,-1-1 0,0 1 0,0-1 0,0 1 0,0 0 0,0-1 0,0 1 0,0-1 0,0 1 0,0-1 0,-1 1 0,1 0 0,0-1 0,0 1 0,-7 19 0,2-11 0,0-1 0,0 0 0,-1 0 0,0 0 0,-1-1 0,-11 10 0,-53 40 0,48-40 0,-270 208-1365,234-181-5461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46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24575,'0'0'0,"0"0"0,0 0 0,0 0 0,0 0 0,-3 10 0,-2 16 0,0 1 0,2-1 0,0 44 0,-1 4 0,-13 400 0,17-461 0,1 2 0,0-14 0,0-1 0,0 0 0,0 0 0,0 0 0,0 0 0,0 0 0,0-1 0,0 1 0,-1 0 0,1 0 0,0 0 0,0-1 0,0 1 0,0-1 0,0 1 0,-1 0 0,1-1 0,1-1 0,7-3-1365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49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3575 1 24575,'0'0'0,"0"0"0,0 0 0,0 0 0,0 0 0,0 0 0,0 0 0,0 0 0,0 0 0,0 0 0,0 0 0,0 0 0,0 0 0,-22 17 0,25-9 0,6 22 0,-7-20 0,-2-10 0,0 0 0,-1 0 0,1 0 0,0 0 0,0 0 0,0 0 0,0 0 0,0 0 0,0 0 0,0 0 0,0 1 0,0-1 0,0 0 0,0 0 0,0 0 0,0 0 0,0 0 0,0 0 0,0 0 0,0 0 0,-1 0 0,1 0 0,0 0 0,0 0 0,0 0 0,0 0 0,0 0 0,0 0 0,0 0 0,0 0 0,0 0 0,0 0 0,-1 0 0,1 0 0,0 0 0,0 0 0,0 0 0,0 0 0,0 0 0,0 0 0,0 0 0,0 0 0,0 0 0,0 0 0,0 0 0,-1 0 0,1 0 0,0 0 0,0 0 0,0 0 0,0-1 0,0 1 0,0 0 0,0 0 0,0 0 0,0 0 0,0 0 0,0 0 0,0 0 0,0 0 0,0 0 0,0 0 0,0 0 0,0-1 0,0 1 0,-6-5 0,5 3 0,0 1 0,0 0 0,0 0 0,-1-1 0,1 1 0,0 0 0,-1 0 0,1 0 0,-1 0 0,1 0 0,-3 0 0,-2 5 0,2 13 0,3-15 0,1 1 0,0-1 0,0 1 0,0-1 0,0 1 0,0-1 0,0 0 0,1 1 0,-1-1 0,1 1 0,0-1 0,-1 0 0,1 0 0,0 1 0,1-1 0,-1 0 0,0 0 0,0 0 0,1 0 0,0 0 0,-1 0 0,1-1 0,0 1 0,0-1 0,0 1 0,3 2 0,-3-4 0,0 1 0,-1 0 0,1-1 0,0 1 0,0-1 0,0 1 0,-1-1 0,1 0 0,0 0 0,0 0 0,0 0 0,0 0 0,0 0 0,-1 0 0,1-1 0,0 1 0,0 0 0,0-1 0,-1 0 0,1 1 0,0-1 0,-1 0 0,1 0 0,0 0 0,-1 0 0,1 0 0,-1-1 0,0 1 0,1 0 0,-1-1 0,0 1 0,0-1 0,0 1 0,1-3 0,6-11 0,0 0 0,-2 0 0,7-24 0,-7 23 0,-6 19 0,0-1 0,1 1 0,-1-1 0,0 1 0,1-1 0,0 0 0,0 1 0,1 3 0,1 1 0,0 0 0,0-1 0,0 1 0,1-1 0,0 0 0,0-1 0,1 1 0,-1-1 0,1 1 0,8 6 0,-12-11 0,-23-54 0,23 53 0,-1 0 0,0 0 0,1 0 0,-1 0 0,0 0 0,1 0 0,-1 0 0,1 0 0,-1 0 0,0 0 0,1 0 0,-1 0 0,0 0 0,1 0 0,-1 0 0,1 1 0,-1-1 0,0 0 0,1 0 0,-1 0 0,0 1 0,0-1 0,1 0 0,-1 0 0,0 1 0,1-1 0,-1 0 0,0 0 0,0 1 0,0-1 0,1 0 0,-1 1 0,0-1 0,0 1 0,0-1 0,0 0 0,0 1 0,0-1 0,1 0 0,-1 1 0,0-1 0,0 1 0,0-1 0,0 0 0,0 1 0,-1-1 0,1 1 0,0 2 0,0 1 0,0-1 0,-1 0 0,1 0 0,-1 0 0,0 1 0,0-1 0,0 0 0,0 0 0,-2 3 0,-6-4 0,0 0 0,0-1 0,0 0 0,-10-1 0,-85-8 0,4 0 0,35 6 0,0-2 0,1-2 0,0-4 0,-65-18 0,82 17 0,0 2 0,-91-6 0,-98 14 0,-61 23 0,141-8 0,-67 18 0,-32 2 0,220-33 0,-571 38 0,384-34 0,4-1 0,-81 46 0,134-18 0,123-23 0,35-7 0,1 0 0,-1 1 0,1-1 0,0 1 0,0 0 0,0 1 0,1 0 0,-7 4 0,34-2 0,-1 0-1365,-14-4-5461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5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0 24575,'0'0'0,"0"0"0,0 0 0,0 0 0,0 0 0,4 30 0,-3-4 0,-1 0 0,-2 0 0,0 0 0,-7 27 0,-30 102 0,26-108 0,-35 116 0,-30 119 0,57-191 0,-11 104 0,26-9 0,6-185 3,0-1 0,0 1 0,0 0-1,0-1 1,0 1 0,0 0 0,0-1 0,0 1-1,0 0 1,0-1 0,0 1 0,1 0-1,-1-1 1,0 1 0,0-1 0,1 1 0,-1 0-1,0-1 1,1 1 0,-1-1 0,1 1 0,-1-1-1,1 1 1,-1-1 0,1 1 0,-1-1-1,1 0 1,-1 1 0,1-1 0,-1 0 0,1 1-1,0-1 1,-1 0 0,1 0 0,0 1 0,-1-1-1,1 0 1,0 0 0,-1 0 0,1 0-1,1 0 1,1-1-188,0 1 0,0-1-1,-1 0 1,1 0 0,0 0 0,0 0-1,4-4 1,8-4-6641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51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0 24575,'-1'4'0,"0"-1"0,-1 1 0,1-1 0,-1 0 0,0 0 0,0 0 0,0 0 0,-5 6 0,1-1 0,-14 22 0,5-8 0,1 0 0,1 1 0,0 1 0,-16 46 0,27-65 0,1 1 0,-1 0 0,1 0 0,0 0 0,1 0 0,-1-1 0,1 1 0,0 0 0,1 0 0,0 0 0,0 0 0,0 0 0,0-1 0,1 1 0,0 0 0,0-1 0,1 1 0,-1-1 0,1 0 0,0 0 0,1 0 0,-1 0 0,1-1 0,0 1 0,0-1 0,0 0 0,7 5 0,0-1 0,0-1 0,1-1 0,-1 1 0,1-2 0,0 0 0,1 0 0,-1-1 0,1 0 0,0-1 0,0-1 0,0 0 0,0-1 0,1 0 0,-1-1 0,0-1 0,17-2 0,-9 0 0,0-1 0,0-1 0,-1-1 0,0-1 0,0-1 0,0-1 0,-1 0 0,0-1 0,24-18 0,-42 27 0,0 0 0,1-1 0,-1 1 0,0-1 0,0 1 0,0-1 0,0 1 0,0-1 0,-1 1 0,1-1 0,0 0 0,-1 0 0,1 1 0,-1-1 0,0 0 0,1 0 0,-1 0 0,0 0 0,0 1 0,0-1 0,0 0 0,-1 0 0,1 0 0,0 1 0,-2-4 0,1 2 0,0-1 0,0 1 0,0 0 0,-1 0 0,1 0 0,-1 0 0,0 0 0,0 0 0,0 0 0,0 0 0,0 1 0,-1-1 0,-2-2 0,-4 0 0,0 1 0,0 0 0,0 0 0,0 1 0,-1 0 0,0 0 0,1 1 0,-1 1 0,-13-2 0,21 3 0,0 1 0,1-1 0,-1 0 0,0 1 0,1-1 0,-1 0 0,0 1 0,1 0 0,-1-1 0,1 1 0,-1 0 0,1 0 0,-1 0 0,-1 2 0,-11 3 0,13-6 0,0 0 0,1-1 0,-1 1 0,1-1 0,-1 1 0,0-1 0,1 1 0,-1-1 0,1 1 0,-1-1 0,1 1 0,0-1 0,-1 0 0,1 1 0,0-1 0,-1 0 0,1 1 0,0-1 0,0 0 0,-1 0 0,1 1 0,0-1 0,0 0 0,0 0 0,0 0 0,-2-14-1365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51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45 24575,'0'0'0,"0"0"0,0 0 0,0 0 0,0 0 0,0 0 0,0 0 0,-10-2 0,-34-12 0,-43-10 0,78 22 0,-1 1 0,0 0 0,1 0 0,-1 1 0,0 0 0,0 1 0,-10 2 0,16-2 0,0 0 0,1 0 0,-1 0 0,0 1 0,0 0 0,1 0 0,-1 0 0,1 0 0,0 0 0,-1 1 0,1-1 0,0 1 0,0 0 0,-3 5 0,2-3 0,1 0 0,-1 1 0,1-1 0,1 1 0,-1 0 0,1 0 0,0 0 0,-2 10 0,2-3 0,1 0 0,0 1 0,1-1 0,0 0 0,1 1 0,0-1 0,1 0 0,5 17 0,7 11 0,2 0 0,2-1 0,1 0 0,3-2 0,1 0 0,43 54 0,-62-86 0,1 0 0,-1 0 0,-1 0 0,1 1 0,-1-1 0,-1 1 0,5 13 0,-8-19 0,0 1 0,-1-1 0,1 1 0,0-1 0,0 1 0,-1-1 0,1 0 0,-1 0 0,1 0 0,-1 0 0,1 0 0,-1 0 0,0 0 0,1 0 0,-3 0 0,0 0 0,0-1 0,0 0 0,0 0 0,1-1 0,-1 1 0,0-1 0,0 1 0,0-1 0,1-1 0,-7-2 0,-39-20 0,33 16 0,6 3 15,0-1 0,0 0 0,0-1 0,1 0 0,0 0 0,0-1 0,-11-14 0,15 16-121,1 1 0,0-1 0,1 0 0,0 0 0,0 0 0,0-1-1,0 1 1,1-1 0,0 1 0,1-1 0,-1 0 0,1 0 0,0-10 0,2-7-6720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52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5 24575,'-31'-3'0,"16"2"0,1 0 0,-1 1 0,0 1 0,0 0 0,0 1 0,0 0 0,-18 6 0,27-6 0,0 0 0,0 1 0,0-1 0,0 1 0,1 0 0,-1 0 0,1 1 0,0 0 0,0 0 0,0 0 0,0 0 0,1 1 0,-1 0 0,1 0 0,1 0 0,-1 0 0,1 1 0,0 0 0,-4 8 0,3-1 0,1 1 0,0 0 0,0 1 0,2-1 0,0 0 0,0 0 0,1 1 0,1-1 0,0 0 0,6 23 0,0-7 0,2-1 0,1-1 0,1 0 0,15 28 0,-24-51 0,0 0 0,-1 0 0,0 0 0,0 0 0,0 0 0,0 7 0,4 16 0,-6-28 0,1 0 0,0 1 0,0-1 0,0 0 0,0 1 0,-1-1 0,1 0 0,0 1 0,0-1 0,-1 0 0,1 0 0,0 1 0,-1-1 0,1 0 0,0 0 0,-1 1 0,1-1 0,0 0 0,-1 0 0,1 0 0,0 0 0,-1 0 0,1 0 0,-1 1 0,1-1 0,0 0 0,-1 0 0,1 0 0,-1 0 0,1 0 0,0 0 0,-1-1 0,1 1 0,0 0 0,-1 0 0,1 0 0,-1 0 0,1 0 0,-1-1 0,-25-3-48,-1-1 0,1-2 0,1 0-1,-50-22 1,34 12-1076,-19-6-5702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59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24566,'3404'0'0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2:06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24575,'0'0'0,"0"0"0,0 0 0,0 0 0,0 0 0,0 0 0,0 0 0,1 11 0,1 96 0,-2-105 0,0 0 0,1 1 0,0-1 0,-1 0 0,1 1 0,0-1 0,0 0 0,0 0 0,0 0 0,0 0 0,1 0 0,-1 0 0,1 0 0,-1 0 0,1 0 0,0-1 0,0 1 0,0-1 0,-1 1 0,1-1 0,1 0 0,-1 0 0,0 0 0,0 0 0,0 0 0,1 0 0,-1 0 0,0-1 0,5 1 0,6 1 0,0-1 0,1-1 0,-1 0 0,17-2 0,-15 0 0,18 0 0,0 1 0,-1 1 0,1 2 0,-1 1 0,53 12 0,-72-12 0,-1-1 0,1-1 0,-1 0 0,1 0 0,-1-2 0,1 1 0,-1-2 0,24-5 0,4-3 0,48-20 0,61-39 0,-20 8 0,-123 59 0,0 0 0,0 0 0,0 0 0,0 1 0,0-1 0,1 2 0,-1-1 0,0 1 0,0 0 0,10 1 0,-13-1 0,0 1 0,0 0 0,0 0 0,0 0 0,0 1 0,0-1 0,0 1 0,0-1 0,0 1 0,-1 0 0,1 0 0,-1 0 0,1 1 0,-1-1 0,0 1 0,0-1 0,0 1 0,0 0 0,0-1 0,-1 1 0,3 5 0,1 6 0,0 1 0,4 27 0,-6-28 0,0 0 0,1 0 0,9 22 0,-11-32 0,0 0 0,0 0 0,0 0 0,1-1 0,0 1 0,0-1 0,0 1 0,0-1 0,0 0 0,1 0 0,-1-1 0,1 1 0,0-1 0,0 0 0,8 4 0,-4-3 0,0-1 0,0 0 0,0 0 0,0-1 0,0 0 0,0 0 0,1-1 0,-1 0 0,0-1 0,0 0 0,0 0 0,10-3 0,9-3 0,0-3 0,32-15 0,-32 13 0,50-15 0,-70 25 0,0 1 0,1 0 0,-1 0 0,1 1 0,-1 0 0,1 0 0,-1 1 0,1 0 0,7 2 0,6 3 0,36 15 0,-41-14 0,0-1 0,0 0 0,0-2 0,1 0 0,22 3 0,-9-6 0,0-1 0,-1-2 0,1-1 0,44-10 0,-18-2 0,76-29 0,-97 30 0,1 3 0,0 1 0,59-9 0,-67 16 0,0 1 0,0 2 0,-1 0 0,1 2 0,39 8 0,82 12 0,-123-20 0,0-2 0,0 0 0,48-8 0,-5-8 0,102-37 0,46-10 0,-206 61 0,0 1 0,0 0 0,0 0 0,1 1 0,-1 1 0,16 3 0,63 18 0,-23-4 0,-37-12 0,1-2 0,-1-2 0,1 0 0,0-2 0,0-1 0,31-6 0,179-47 0,-197 43 0,-34 8 0,0 1 0,-1 1 0,1-1 0,0 2 0,0-1 0,0 1 0,0 1 0,0 0 0,-1 0 0,1 1 0,0 0 0,-1 1 0,1 0 0,-1 0 0,0 1 0,0 1 0,0-1 0,-1 1 0,0 1 0,1-1 0,-2 1 0,1 1 0,8 9 0,29 31 0,-30-29 0,1-2 0,35 29 0,-45-40 0,1-1 0,0 0 0,0 0 0,1 0 0,-1-1 0,1 0 0,0-1 0,-1 0 0,1 0 0,0 0 0,0-1 0,11 0 0,-3-1 0,1-1 0,-1-1 0,0-1 0,0 0 0,0-1 0,0 0 0,-1-2 0,18-7 0,13-11 0,54-35 0,15-9 0,-109 65 0,1 0 0,-1 1 0,1-1 0,0 1 0,0 1 0,-1-1 0,1 1 0,0 1 0,0-1 0,0 1 0,0 0 0,0 1 0,0 0 0,13 3 0,2 3 0,0 0 0,-1 2 0,26 14 0,-28-12 0,2-2 0,0 0 0,30 8 0,-29-12 0,-1-2 0,1-1 0,0-1 0,27-1 0,89-14 0,-10-1 0,-115 15 17,0 1-1,0-1 1,0 2 0,0 0-1,0 0 1,17 7-1,69 31-1373,-96-39 1233,19 9-6702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2:08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47 116 24575,'15'-2'0,"160"-43"0,-59 12 0,68-1 0,-182 34 0,0-1 0,-1 1 0,1-1 0,0 1 0,0 0 0,0 0 0,0 0 0,0 0 0,0 1 0,-1-1 0,1 0 0,0 1 0,0-1 0,0 1 0,-1-1 0,1 1 0,0 0 0,-1 0 0,1 0 0,0 0 0,-1 0 0,1 0 0,-1 1 0,0-1 0,1 0 0,-1 1 0,0-1 0,0 1 0,0-1 0,0 1 0,0-1 0,0 1 0,0 0 0,-1 0 0,1-1 0,-1 1 0,1 0 0,-1 0 0,1 0 0,-1 0 0,0-1 0,0 5 0,-4 37 0,-1 0 0,-2-1 0,-16 52 0,11-45 0,-107 401 0,118-446 0,0 0 0,-1 0 0,1 1 0,-1-1 0,-1-1 0,-1 5 0,3-7 0,1-1 0,-1 1 0,1-1 0,0 1 0,-1-1 0,1 1 0,-1-1 0,1 0 0,-1 1 0,1-1 0,-1 0 0,0 1 0,1-1 0,-1 0 0,1 0 0,-1 1 0,0-1 0,1 0 0,-1 0 0,-1 0 0,2 0 0,-1-1 0,0 1 0,0 0 0,0-1 0,0 1 0,1-1 0,-1 1 0,0-1 0,0 1 0,1-1 0,-1 0 0,0 1 0,1-1 0,-1 0 0,1 0 0,-1 1 0,1-1 0,-1 0 0,0-1 0,-9-19 0,1-1 0,-12-44 0,4 12 0,-14-25 0,-2 3 0,-4 1 0,-86-130 0,88 164 0,27 33 0,0 0 0,1-1 0,0 0 0,-7-12 0,-8-21-1365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2:10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1336 24575,'2'0'0,"1"-1"0,-1 0 0,1 0 0,-1 0 0,1-1 0,-1 1 0,0-1 0,1 1 0,-1-1 0,0 0 0,2-2 0,4-3 0,15-12 0,-1-1 0,-1-2 0,-1 0 0,0-1 0,-2-1 0,-1 0 0,28-53 0,-25 32 0,-1 0 0,-2-1 0,-2-1 0,-3-1 0,9-56 0,11-243 0,-30 97 0,-2 146 0,-1 100 0,1 0 0,-1 0 0,0 0 0,0 0 0,0 0 0,-1 0 0,-2-5 0,3 5 0,0 4 0,1 0 0,-1-1 0,1 1 0,-1 0 0,1-1 0,-1 1 0,1 0 0,-1 0 0,1 0 0,-1-1 0,1 1 0,-1 0 0,0 0 0,1 0 0,-1 0 0,1 0 0,-1 0 0,1 0 0,-1 0 0,0 0 0,1 0 0,-1 1 0,1-1 0,-1 0 0,1 0 0,-1 0 0,1 1 0,-1-1 0,0 1 0,-19 8 0,6 1 0,1 0 0,0 0 0,0 1 0,1 0 0,1 1 0,-16 21 0,1 4 0,-27 47 0,36-49 0,1 0 0,2 1 0,2 1 0,-14 68 0,4-16 0,33-120 0,1-1 0,24-43 0,-15 32 0,-3 7 0,36-58 0,-42 77 0,1 1 0,1 0 0,0 0 0,1 2 0,17-14 0,-29 27 0,-1-1 0,1 1 0,-1-1 0,1 1 0,0 0 0,0 0 0,0 0 0,0 1 0,0-1 0,0 0 0,0 1 0,0 0 0,0 0 0,0 0 0,0 0 0,0 1 0,0-1 0,0 1 0,0-1 0,0 1 0,0 0 0,-1 0 0,1 0 0,3 2 0,8 5 0,0 0 0,0 1 0,17 14 0,-11-7 0,6 0-118,-16-9 168,1-1-1,-2 1 1,1 1 0,13 14 0,-20-20-118,-1 1 0,0-1 0,0 1 0,-1 0 0,1 0 0,-1 0 0,1 0 0,-1 0 0,0 0 0,0 0 0,0 1 0,-1-1 0,1 0 0,-1 1 0,1-1 0,-1 0 0,0 1 0,-1-1 0,1 0 0,0 1 0,-2 4 0,-1 2-6758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02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24575,'3'1'0,"-1"1"0,0 0 0,0 0 0,1 0 0,-1 0 0,0 0 0,2 4 0,1-1 0,-2-2 0,1 0 0,0 0 0,0-1 0,0 1 0,1-1 0,-1 0 0,0 0 0,1-1 0,0 1 0,8 1 0,53 5 0,-34-5 0,85 8 0,199-6 0,-275-6 0,194-5 0,-158 2 0,0-3 0,138-31 0,-30 8 0,-161 28 0,0 1 0,1 1 0,-1 2 0,0 0 0,40 10 0,12 10 0,-53-14 0,0-1 0,1-1 0,0-1 0,0-1 0,45 1 0,-42-7 0,1-2 0,-1-1 0,0-1 0,30-11 0,38-9 0,-77 22 0,33-2 0,-46 6 0,1-1 0,0 2 0,-1-1 0,1 1 0,-1-1 0,0 1 0,1 1 0,-1-1 0,0 1 0,9 4 0,-4-1 0,0 0 0,0 0 0,0-1 0,1-1 0,-1 1 0,1-2 0,0 0 0,0 0 0,0-1 0,0 0 0,0-1 0,0 0 0,0 0 0,14-4 0,-25 4 0,65-9 0,74-1 0,-130 11 0,0 0 0,0 0 0,0 1 0,0 1 0,-1 0 0,15 6 0,-11-4 0,-1-1 0,24 6 0,-10-6 0,39 0 0,-47-11 0,-17 7 0,0 0 0,0 0 0,0 0 0,1 0 0,-1-1 0,0 1 0,0 0 0,0 0 0,1 0 0,-1-1 0,0 1 0,0 0 0,0 0 0,0-1 0,1 1 0,-1 0 0,0 0 0,0-1 0,0 1 0,0 0 0,0 0 0,0-1 0,0 1 0,0 0 0,0 0 0,0-1 0,0 1 0,0 0 0,0 0 0,0-1 0,0 1 0,0 0 0,0-1 0,0 1 0,0 0 0,-1 0 0,1-1 0,0 1 0,0 0 0,0 0 0,0 0 0,-1-1 0,1 1 0,0 0 0,0 0 0,0 0 0,-1 0 0,1-1 0,0 1 0,0 0 0,0 0 0,-1 0 0,1 0 0,0 0 0,-1 0 0,1 0 0,0-1 0,0 1 0,-1 0 0,1 0 0,-18-5-1365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1:03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1724 202 24575,'-10'-4'0,"-20"-9"0,0 1 0,-1 1 0,-63-12 0,32 12 0,18 3 0,-64-2 0,94 9 0,0 1 0,0 1 0,-1 1 0,1 0 0,0 1 0,1 0 0,-1 1 0,-22 9 0,14-1 0,-26 18 0,31-19 0,0 0 0,-38 16 0,49-25 0,0 1 0,-1-2 0,1 1 0,-1-1 0,0 0 0,1 0 0,-1-1 0,0 0 0,0 0 0,0 0 0,1-1 0,-1 0 0,-7-2 0,1-1 0,0-1 0,1 0 0,-1-1 0,1 0 0,0-1 0,-11-8 0,-59-55 0,12 9 0,61 54 0,1 1 0,-1 0 0,-1 1 0,1 0 0,-1 0 0,0 1 0,0 1 0,0-1 0,-1 2 0,1-1 0,-1 1 0,1 1 0,-1 0 0,0 1 0,1 0 0,-1 0 0,0 1 0,1 0 0,-1 1 0,1 1 0,-15 4 0,17-5 0,-1 1 0,1 1 0,-1-1 0,1 1 0,0 1 0,1-1 0,-1 1 0,1 0 0,-9 9 0,11-10 0,0 0 0,0 0 0,0 0 0,0-1 0,-1 0 0,0 0 0,1-1 0,-1 1 0,0-1 0,0 0 0,0-1 0,0 0 0,0 0 0,0 0 0,-1 0 0,1-1 0,0 0 0,0-1 0,-1 1 0,1-1 0,0 0 0,0-1 0,0 1 0,-7-4 0,8 3 6,0 1 0,0 0 0,0-1 0,-1 2 0,1-1 0,0 1 0,0 0 0,0 0 0,0 0 0,-1 0 0,1 1 0,0 0 0,0 0 0,0 1 0,0 0 0,0-1 0,1 1 0,-1 1 0,-4 2 0,1 0-141,1 1 0,0-1 0,1 1 0,0 0 0,0 1 0,0 0 0,1 0 0,0 0 0,0 1 0,-5 9 0,7-10-6691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52:26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0 24575,'0'0'0,"0"0"0,0 0 0,0 0 0,0 0 0,-23 9 0,18-7 0,-1-2 0,1 1 0,0 0 0,-1-1 0,1 0 0,-9-1 0,-9-3 0,35 3 0,0 1 0,1 1 0,-1-1 0,0 2 0,0 0 0,0 0 0,0 1 0,0 1 0,0 0 0,-1 0 0,17 10 0,-13-5 0,0 0 0,1-1 0,1 0 0,-1-1 0,1-1 0,0-1 0,19 4 0,4-2 0,8 2 0,56 3 0,-95-12 0,0-1 0,0-1 0,0 1 0,-1-2 0,1 1 0,0-1 0,-1 0 0,0-1 0,15-8 0,-14 7 0,0 0 0,0 1 0,0 0 0,1 1 0,-1 0 0,1 0 0,16-1 0,-20 4 0,1 0 0,-1 1 0,1 0 0,-1 0 0,1 1 0,-1 0 0,7 3 0,-6-3 0,0 1 0,0-1 0,0-1 0,13 2 0,34-1 0,-26-2 0,29 4 0,-47-3 0,0 1 0,0 1 0,0-1 0,0 2 0,-1-1 0,15 9 0,49 37 0,-61-39 0,1 0 0,1-1 0,0-1 0,0 0 0,0 0 0,1-2 0,24 8 0,-33-13 0,1-1 0,0 0 0,-1-1 0,1 1 0,-1-1 0,1-1 0,-1 1 0,9-4 0,17-3 0,-23 7 0,0 1 0,0 0 0,0 0 0,0 1 0,0 0 0,-1 0 0,15 4 0,4 4 0,28 13 0,-40-15 0,1 0 0,0-1 0,0-1 0,1 0 0,-1-2 0,21 3 0,-22-6 0,1-2 0,-1 1 0,0-2 0,0 0 0,25-9 0,-18 5 0,33-5 0,-47 11 0,0 1 0,0-1 0,0 1 0,0 0 0,0 1 0,0 0 0,0 0 0,8 3 0,49 20 0,-52-18 0,0 0 0,0-1 0,0-1 0,1 0 0,0-1 0,0-1 0,0 0 0,0 0 0,0-2 0,14 0 0,-12-3 0,0-1 0,-1-1 0,0 0 0,0-1 0,0 0 0,-1-2 0,0 1 0,0-2 0,-1 0 0,13-11 0,-18 15 0,0 0 0,1 0 0,0 1 0,-1 0 0,1 0 0,1 1 0,-1 0 0,0 1 0,1 0 0,-1 0 0,13 0 0,10 1 0,1 2 0,33 5 0,-30-2 0,39-1 0,-61-4 0,0 0 0,-1 0 0,1-1 0,-1-1 0,0-1 0,1 1 0,-1-2 0,-1 0 0,1-1 0,-1 0 0,0 0 0,12-10 0,-8 5 0,0 1 0,24-11 0,-33 18 0,1 0 0,0 0 0,0 1 0,0 0 0,1 1 0,-1-1 0,0 2 0,9-1 0,18 3 0,0 2 0,44 11 0,31 3 0,-94-16 0,1-2 0,-1 0 0,0-1 0,0 0 0,18-5 0,-2-2 0,47-20 0,16-5 0,-82 30 0,-1 0 0,0 1 0,1 0 0,-1 1 0,24 1 0,-4 4 0,53 14 0,-64-12 0,1-1 0,0-1 0,0 0 0,1-2 0,30-1 0,13-10-1365,-43 4-5461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02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0 24575,'-8'24'0,"-49"216"0,16-54 0,-7 17 0,-20 68 0,66-265 0,-2 7 0,1-14 0,1-8 0,0-3-331,1 0 1,1 0-1,1-17 0,-1 28 289,1-18-6784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03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0,8 16 0,135 286 0,-24-46 0,-68-165 0,10 21 0,-57-103 0,2 1 0,0-24 0,1-21 0,-1 1 0,-2-1 0,-1-39 0,-1 29 0,9-57 0,-1 54 0,24-75 0,-28 104 0,2 1 0,0 0 0,1 0 0,0 1 0,2 0 0,24-30 0,-28 40 0,0 1 0,1 0 0,0 1 0,0-1 0,0 2 0,13-7 0,-45 37 0,15-15 0,-31 43 0,1 2 0,3 1 0,3 2 0,2 1 0,3 1 0,-28 87 0,50-125 0,-6 35 0,9-44 0,7-70 0,14 2-1365,-9 30-5461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0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 24575,'-10'25'0,"-67"163"0,11-29 0,40-88 0,-18 73 0,41-117 0,5-17 0,-2-10 0,1 0 0,-1 0 0,1-1 0,-1 1 0,0 0 0,1 0 0,-1 0 0,0 0 0,1-1 0,-1 1 0,0 0 0,0 0 0,1 0 0,-1-1 0,0 1 0,0 0 0,1-1 0,-1 1 0,0 0 0,0 0 0,0-1 0,1 1 0,-1 0 0,0-1 0,0 1 0,0-1 0,0 0 0,17-34-1365,-9 16-5461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0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0,2 11 0,104 349 0,-53-225 0,3 12 0,-33-55 0,-19-118 0,4-66-1365,-6 69-5461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04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 24575,'0'0'0,"0"0"0,0 0 0,-2 14 0,-74 289 0,7-35 0,49-171 0,-24 98 0,39-186 0,12-20 0,-3 5-227,0 1-1,0-1 1,-1 0-1,1 1 1,3-11-1,-2 4-6598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05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 24575,'0'0'0,"0"0"0,0 0 0,0 0 0,-4 18 0,-1-3 0,-1 0 0,-1-1 0,0 0 0,-1 0 0,-1-1 0,-13 18 0,-8 11 0,-26 46 0,4 3 0,-56 136 0,98-202 0,2 0 0,1 0 0,0 1 0,2 0 0,2 0 0,0 0 0,1 41 0,3-47 0,1 0 0,0 0 0,2 0 0,0 0 0,2-1 0,0 0 0,1 0 0,0 0 0,2-1 0,14 23 0,-17-31 0,1 0 0,0 0 0,1-1 0,0 0 0,1 0 0,0-1 0,0 0 0,1 0 0,0-1 0,0 0 0,1-1 0,-1-1 0,1 1 0,1-1 0,14 3 0,23 7 0,90 15 0,-139-31 3,0 1 1,1 0-1,-1-1 0,0 1 0,1 0 1,-1-1-1,0 1 0,0 0 0,1-1 1,-1 1-1,0 0 0,0-1 0,0 1 1,0-1-1,1 1 0,-1-1 0,0 1 1,0 0-1,0-1 0,0 1 0,0-1 0,0 1 1,0-1-1,0 1 0,0-1 0,0 1 1,0 0-1,-1-1 0,1 1 0,0-1 1,0 1-1,0 0 0,0-1 0,-1 1 1,1-1-1,-1 1 0,-6-21-1488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3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87 107 24575,'0'0'0,"0"0"0,0 0 0,0 0 0,-7 0 0,0-1 0,0 1 0,-1-1 0,1-1 0,0 1 0,1-1 0,-1 0 0,-12-7 0,18 9 0,0-1 0,0 1 0,0-1 0,1 0 0,-1 1 0,0-1 0,1 0 0,-1 0 0,1 1 0,-1-1 0,1 0 0,-1 0 0,1 0 0,-1 0 0,1 0 0,0 0 0,0 0 0,-1 1 0,1-1 0,0 0 0,0 0 0,0 0 0,0 0 0,0 0 0,0 0 0,0 0 0,0 0 0,1 0 0,-1 0 0,0 0 0,1 0 0,-1 0 0,0 0 0,1 0 0,-1 1 0,1-1 0,-1 0 0,1 0 0,0 0 0,-1 1 0,1-1 0,0 0 0,0 1 0,-1-1 0,1 1 0,0-1 0,1 0 0,11-6 0,-1 1 0,1 0 0,1 1 0,-1 0 0,1 1 0,0 1 0,26-4 0,101 0 0,-122 7 0,-1 1 0,0 0 0,0 1 0,0 1 0,0 1 0,0 1 0,-1 0 0,1 1 0,-2 1 0,1 1 0,-1 0 0,20 14 0,-24-12 0,0 0 0,-1 1 0,0 0 0,-1 1 0,11 16 0,39 70 0,-39-58 0,-2 0 0,23 71 0,11 91 0,-53-196 88,-6-14-1541,1 0-5373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4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0 24575,'0'0'0,"0"0"0,0 0 0,0 0 0,0 0 0,0 0 0,-3 2 0,0-1 0,1 1 0,-1 0 0,1-1 0,0 1 0,-1 0 0,1 1 0,-2 1 0,-1 2 0,-21 15 0,-22 18 0,1 2 0,-74 86 0,108-111 0,-1 0 0,-1-1 0,0 0 0,-1-2 0,-1 0 0,0 0 0,-1-2 0,-28 15 0,42-24-103,-2 1 325,6-8-1706,5-3-5342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5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0,8 21 0,51 119 0,-36-90 0,-2 1 0,-2 1 0,13 59 0,-29-95 0,-1 1 0,0-1 0,-2 0 0,0 0 0,0 0 0,-1 1 0,-1-1 0,-1 0 0,-1 0 0,0-1 0,-1 1 0,0-1 0,-1 0 0,-1 0 0,-15 25 0,20-38-78,0 0 0,0 0 0,0 1 0,-1-1 0,1-1 0,0 1 0,-4 2 0,3-2-663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24575,'31'4'0,"35"2"48,90-3 0,-100-4-535,-1 2 0,96 14 0,-146-13-6339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24575,'0'0'0,"0"0"0,0 0 0,0 0 0,0 0 0,24 7 0,37-6 0,-1-2 0,1-4 0,83-15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6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8 24575,'2'4'0,"0"1"0,-1-1 0,1 1 0,-1 0 0,0-1 0,-1 1 0,1 0 0,-1 0 0,0 0 0,0 5 0,-10 52 0,3-28 0,-6 87 0,3 152 0,10-239 0,1-1 0,12 64 0,-10-83 0,0-1 0,1 0 0,0-1 0,1 1 0,1-1 0,0 0 0,1 0 0,0 0 0,0-1 0,12 13 0,-17-22 0,1 1 0,-1-1 0,1 1 0,-1-1 0,1 0 0,0 0 0,0 0 0,0-1 0,0 1 0,0-1 0,0 1 0,1-1 0,-1 0 0,0 0 0,1-1 0,-1 1 0,1-1 0,-1 1 0,1-1 0,-1 0 0,0-1 0,1 1 0,-1 0 0,7-3 0,-5 1 0,0 0 0,1 0 0,-1-1 0,0 0 0,0 0 0,0-1 0,0 1 0,-1-1 0,0 0 0,0 0 0,0-1 0,0 1 0,0-1 0,3-6 0,18-31 0,34-84 0,8-54 0,-30 77 0,21-68 0,-48 135 0,-2 0 0,7-67 0,-14 85 0,0 1 0,-2 36 0,0 399 0,5-365 0,17 87 0,24 49 0,-10-51 0,-16-56 0,2 5 0,-3 1 0,8 118 0,-24-166 0,-2-1 0,-1 1 0,-2 0 0,-15 75 0,14-101 0,0-1 0,0 0 0,-1 1 0,-1-2 0,0 1 0,-1-1 0,0 0 0,-1 0 0,0-1 0,-1 0 0,0 0 0,-1-1 0,0 0 0,0-1 0,-1 0 0,0-1 0,-20 11 0,12-9 0,-1-2 0,1 0 0,-2-1 0,1-1 0,-1-1 0,0-1 0,0-1 0,-1 0 0,1-2 0,0 0 0,-36-4 0,38 0 0,1 0 0,-1-1 0,1-1 0,0 0 0,0-2 0,0 0 0,1-1 0,0 0 0,0-2 0,1 0 0,1 0 0,0-2 0,-18-16 0,25 19 0,0 1 0,1-2 0,0 1 0,1-1 0,0 0 0,0 0 0,1 0 0,1-1 0,-1 0 0,-3-15 0,6 17 0,0-1 0,1 1 0,0-1 0,0 1 0,1-1 0,0 0 0,1 1 0,0-1 0,0 1 0,1-1 0,0 1 0,7-17 0,1 6 0,0 1 0,2 1 0,0 0 0,1 0 0,0 2 0,1-1 0,1 2 0,1 0 0,19-14 0,17-10 0,98-54 0,-72 50 0,1 3 0,3 3 0,104-30 0,-137 52 0,0 3 0,1 2 0,1 2 0,-1 3 0,1 1 0,0 3 0,56 6 0,-82-2-227,1 2-1,-1 0 1,-1 1-1,1 2 1,23 10-1,-28-8-6598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51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24575,'0'0'0,"0"0"0,0 0 0,0 0 0,0 11 0,-1 112 0,-31 238 0,-26 132 0,55-394-1365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52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1 585 24575,'0'0'0,"0"0"0,0 0 0,23-4 0,-2-1 0,1 0 0,-1-2 0,0 0 0,-1-1 0,1-1 0,-2-1 0,35-23 0,-28 14 0,-1-1 0,-1-1 0,0-1 0,35-44 0,-48 51 0,-1 0 0,0 0 0,-2 0 0,1-1 0,-2-1 0,0 1 0,5-24 0,-9 29 0,0-1 0,-1 0 0,0 0 0,-1 0 0,-1 0 0,0 0 0,0 0 0,-1 0 0,-1 0 0,0 0 0,-7-22 0,9 32 0,-1 0 0,0 0 0,0 0 0,0 0 0,-1 0 0,1 0 0,0 0 0,-1 0 0,1 0 0,-1 1 0,1-1 0,-1 1 0,0-1 0,0 1 0,0 0 0,0-1 0,-4-1 0,5 3 0,-1 0 0,0-1 0,0 1 0,1 0 0,-1 0 0,0 0 0,0 0 0,0 0 0,1 0 0,-1 1 0,0-1 0,0 0 0,1 1 0,-1-1 0,0 1 0,1 0 0,-1 0 0,1 0 0,-1 0 0,1 0 0,-1 0 0,1 0 0,-1 0 0,0 2 0,-11 10 0,1 1 0,0 1 0,1 0 0,1 0 0,-15 31 0,13-21 0,1 1 0,2 0 0,-9 36 0,12-32 0,2 0 0,1 1 0,1 39 0,13 90 0,-11-156 0,1 0 0,0 0 0,1 0 0,-1-1 0,0 1 0,1 0 0,0-1 0,0 1 0,0-1 0,1 0 0,-1 1 0,1-1 0,-1 0 0,1-1 0,0 1 0,0 0 0,1-1 0,-1 0 0,0 0 0,1 0 0,-1 0 0,1 0 0,0-1 0,0 1 0,4 0 0,3 1 0,0 0 0,0-1 0,0 0 0,1-1 0,-1 0 0,0-1 0,20-2 0,-16-1 9,0 0 1,0-1-1,0-1 0,-1 0 0,1-1 1,-1 0-1,-1-1 0,1-1 0,-1 0 0,-1-1 1,1 0-1,17-19 0,-1-2-380,-1-2-1,-2-1 1,30-49 0,-51 74-6455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52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219 126 24575,'0'0'0,"1"-1"0,-1 0 0,1 1 0,-1-1 0,1 1 0,-1-1 0,1 1 0,-1-1 0,1 1 0,0-1 0,-1 1 0,1-1 0,0 1 0,-1 0 0,1-1 0,1 1 0,-2 0 0,1 0 0,-1-1 0,0 1 0,1 0 0,-1 0 0,1 0 0,-1 0 0,0-1 0,1 1 0,-1 0 0,0-1 0,1 1 0,-1 0 0,0 0 0,1-1 0,-1 1 0,0-1 0,1 1 0,-1 0 0,0-1 0,0 1 0,0-1 0,1 1 0,-1 0 0,0-1 0,0 1 0,0-1 0,0 1 0,0-1 0,0 1 0,0-1 0,0 1 0,0 0 0,0-1 0,0 1 0,0-1 0,0 1 0,0-1 0,-1 1 0,1-1 0,0 1 0,-2-8 0,0 0 0,-1 1 0,1-1 0,-1 1 0,-1 0 0,0 0 0,0 0 0,0 0 0,-6-6 0,8 11 0,1 0 0,-1 0 0,0 0 0,0 1 0,0-1 0,0 1 0,0-1 0,0 1 0,0 0 0,-1 0 0,1-1 0,0 2 0,-1-1 0,1 0 0,-1 0 0,1 1 0,-1-1 0,1 1 0,-1 0 0,1 0 0,-1 0 0,1 0 0,-1 0 0,1 1 0,-1-1 0,1 1 0,0 0 0,-1-1 0,1 1 0,-1 0 0,1 0 0,0 1 0,-3 0 0,-1 3 0,0 0 0,0 0 0,1 1 0,-1-1 0,1 1 0,0 0 0,1 1 0,-1-1 0,1 1 0,1 0 0,-1 0 0,-2 7 0,-3 11 0,1-1 0,-6 35 0,5-8 0,2 0 0,1 57 0,6-103 0,0 0 0,1 0 0,0 0 0,0 0 0,1-1 0,-1 1 0,1 0 0,0-1 0,0 1 0,1-1 0,-1 1 0,1-1 0,0 0 0,0 0 0,0 0 0,1-1 0,3 5 0,-5-6 0,0 0 0,1-1 0,-1 1 0,0-1 0,1 1 0,-1-1 0,0 1 0,1-1 0,0 0 0,-1 0 0,1-1 0,0 1 0,-1 0 0,1-1 0,0 0 0,0 1 0,-1-1 0,1 0 0,0-1 0,0 1 0,-1 0 0,1-1 0,0 1 0,0-1 0,-1 0 0,1 0 0,-1 0 0,1 0 0,-1-1 0,1 1 0,-1-1 0,3-1 0,3-5 0,-1 0 0,1 0 0,-1-1 0,0 1 0,-1-2 0,0 1 0,7-17 0,30-77 0,-39 92 0,41-153 0,-37 129 0,-6 29 0,-1-1 0,1 1 0,1-1 0,-1 1 0,6-10 0,-5 47 0,9 248 0,-5-243-1365,-4-26-5461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5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24575,'0'0'0,"3"18"0,17 86 0,-8-50 0,-3 0 0,4 87 0,-13-124 0,1 4 0,-1 0 0,-1 1 0,-5 23 0,6-44 0,0 0 0,-1 1 0,1-1 0,0 0 0,-1 0 0,1 1 0,-1-1 0,1 0 0,-1 0 0,1 0 0,-1 0 0,0 0 0,0 0 0,0 0 0,1 0 0,-1 0 0,0 0 0,0 0 0,0-1 0,0 1 0,0 0 0,-3 0 0,4-1 0,-1 0 0,0 0 0,0 0 0,0 0 0,1 0 0,-1-1 0,0 1 0,0 0 0,0-1 0,1 1 0,-1 0 0,0-1 0,1 1 0,-1-1 0,0 1 0,1-1 0,-1 0 0,1 1 0,-1-1 0,1 1 0,-1-1 0,1 0 0,-1 0 0,1 1 0,0-1 0,-1 0 0,1 0 0,0 1 0,0-1 0,-1 0 0,1 0 0,0 0 0,0-1 0,-3-13 0,1 0 0,0 0 0,1-1 0,1 1 0,0-1 0,1 1 0,3-15 0,5-14 0,14-45 0,-19 73 0,1 0 0,1 1 0,0 0 0,0 0 0,2 0 0,0 1 0,0 0 0,2 1 0,-1 0 0,2 0 0,21-20 0,-23 25-102,0 0 161,1 0 0,0 0-1,14-7 1,-21 13-142,0 1 0,0-1-1,0 1 1,1 0 0,-1 0 0,0 0-1,0 1 1,1-1 0,-1 1 0,0 0 0,1 0-1,-1 0 1,0 0 0,1 0 0,-1 1-1,0-1 1,4 2 0,5 3-6743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53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47 24575,'1'4'0,"1"0"0,-1 1 0,-1-1 0,1 1 0,-1-1 0,1 0 0,-1 1 0,-1 4 0,1 4 0,-2 72 0,-3-1 0,-5 0 0,-3-1 0,-25 86 0,36-159 0,0-1 0,-1 0 0,0 0 0,-1 0 0,0 0 0,-6 9 0,7-19 0,1-7 0,-1-13 0,1-27 0,2-1 0,2 1 0,2-1 0,18-77 0,-16 101 0,1 0 0,1 1 0,1 0 0,1 1 0,1 0 0,2 1 0,0 0 0,1 1 0,1 0 0,29-30 0,-39 45 0,1 1 0,-1 0 0,2 0 0,-1 0 0,0 1 0,1-1 0,0 2 0,8-5 0,-10 7 0,-1 0 0,1 0 0,0 0 0,-1 1 0,1-1 0,0 1 0,0 0 0,0 0 0,-1 1 0,1 0 0,0 0 0,-1 0 0,1 0 0,6 3 0,-4-1 0,-1-1 0,1 1 0,-1 1 0,0-1 0,0 1 0,-1 0 0,1 1 0,-1-1 0,0 1 0,0 0 0,0 0 0,-1 1 0,7 8 0,-6-4 0,0 0 0,-1 0 0,0 0 0,0 0 0,-1 0 0,-1 1 0,3 21 0,-3 3 0,-1 0 0,-3 0 0,0 0 0,-12 49 0,-42 141-1365,48-199-5461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0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24575,'29'-5'0,"6"-2"0,155-23 0,-145 25 0,1 2 0,58 4 0,41 9 0,179-10 0,313-18 0,-388 15 0,200 2 0,-202 1 0,1348 5 0,-1155-14 0,-288-7 61,-81 7-1487,-50 7-5400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2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162 757 24575,'0'0'0,"0"0"0,0 0 0,0 0 0,0 0 0,5 16 0,0 17 0,-1 0 0,-2 0 0,-1 0 0,-6 52 0,1 6 0,-6 204 0,0 51 0,-26 695 0,23-641 0,7-149 0,-27 973 0,30-1077 0,0 95 0,-21 421 0,9 124 0,17-492 0,-4 450 0,3 574 0,-10-212 0,0-285 0,36 310 0,-6-619 0,-7-116 0,-5-240 0,9 367 0,-19-146 0,0-377 0,0 0 0,0 0 0,0 1 0,0-1 0,-1 0 0,1-1 0,0 1 0,-1 0 0,1 0 0,0 0 0,-3 0 0,-1 0 0,16-11 0,-6 9 0,-1 0 0,0 0 0,1 0 0,-1 0 0,0 1 0,1 0 0,-1 0 0,1 0 0,8 1 0,8 0 0,138-9 0,89 1 0,89 7 0,-145-3 0,-193 1 0,-1 1 0,1-1 0,-1 1 0,1-1 0,0 0 0,-1 0 0,1 1 0,0-1 0,1 0 0,-1 0 0,0 0 0,0 0 0,0-3 0,1-8 0,1 1 0,1-1 0,4-23 0,3-16 0,37-289 0,-11 195 0,-13 63 0,-4 0 0,10-111 0,-19-252 0,5-68 0,0 271 0,-19-267 0,-17-791 0,21 711 0,-30-714-644,-6 257 644,25 0 0,1 126 0,20-727 0,-2 1193 0,-3-357 5,-1 93-65,-1-149 706,-2 518-593,0 345-53,-1-1 0,0 1 0,0-1 0,0 1 0,-1 0 0,0 0 0,0-1 0,0 1 0,0 1 0,-1-1 0,0 0 0,-3-4 0,-8 16 0,-11 3 0,0-1 0,0-2 0,0-1 0,-1-1 0,-27 3 0,-133 2 0,181-10 0,-390-8 0,233 3 0,161 5 0,0-1 0,0 1 0,0 0 0,-1-1 0,1 0 0,0 1 0,0-1 0,0 0 0,0 1 0,0-1 0,0 0 0,0 0 0,0 0 0,-1-2 0,2 1 0,11 11 0,-8-4 0,0-1 0,-1 0 0,1 1 0,-1 0 0,0-1 0,0 1 0,0 0 0,-1 0 0,0 0 0,1 8 0,3 6 0,26 116 0,-5 1 0,-6 1 0,3 177 0,-22 73 0,-5-324 0,-3 0 0,-3-1 0,-2 0 0,-22 67 0,12-68-1365,15-42-5461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27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1210 24575,'-5'268'0,"3"162"0,10-63 0,13 200 0,18-1 0,-28-34 0,-26 0 0,-14-200 0,-3 59 0,-18 201 0,0 11 0,20-198 0,15-223 0,-23 370 0,-21 244 0,12 186 0,46-191 0,1-771 0,15 767 0,-1-625 0,4 90 0,17 468 0,-34-687 0,-1 0 0,-7 43 0,0 29 0,13-25 0,22-67 0,-9-9 0,146 26 0,-137-27 0,1-1 0,0-1 0,54-5 0,29-9 0,152 2 0,-266 10 0,0 1 0,1 0 0,-1-1 0,0 0 0,1 1 0,-1-1 0,1 0 0,-1 0 0,1 0 0,-3-2 0,3 3 0,1 0 0,0 0 0,-1-1 0,1 1 0,-1 0 0,1 0 0,0-1 0,-1 1 0,1 0 0,0-1 0,-1 1 0,1 0 0,0-1 0,-1 1 0,1 0 0,0-1 0,0 1 0,-1-1 0,1 1 0,0-1 0,0 1 0,0 0 0,0-1 0,0 1 0,0-1 0,0 1 0,-1-1 0,1 1 0,1-1 0,-1 1 0,0-1 0,0 1 0,0 0 0,0-1 0,0 1 0,0-1 0,1 0 0,-1 1 0,1-1 0,0 1 0,0-1 0,0 1 0,0-1 0,-1 0 0,1 0 0,0 1 0,-1-1 0,1 0 0,0 0 0,-1 0 0,1 0 0,-1 1 0,0-1 0,1 0 0,-1 0 0,0 0 0,1 0 0,-1 0 0,0 0 0,0 0 0,0 0 0,0 0 0,0 0 0,0 0 0,0 0 0,0-2 0,0-5 0,22-558 0,-4 389 0,6-81 0,-16-149 0,-1 2 0,5-161 0,-7 193 0,-7-179 0,1-38 0,10 355 0,1-441 0,-21 110 0,6 245 0,-2-1345 0,3-438 0,-9 1514 0,4 150 0,1 161 0,-4-870 0,12 1076 0,-4 0 0,-16-94 0,19 165 0,0 1 0,0-1 0,0 0 0,0 1 0,0-1 0,0 1 0,0 0 0,-1-1 0,1 1 0,-1 0 0,1 0 0,-1 0 0,1 0 0,-1 0 0,1 0 0,-1 0 0,0 1 0,1-1 0,-1 1 0,0-1 0,-2 0 0,-59-3 0,0-3 0,-69-17 0,-66-8 0,118 26 0,81 6 0,-1 0 0,1 1 0,0-1 0,-1 1 0,1-1 0,-1 1 0,1-1 0,0 1 0,-1-1 0,0 1 0,1 0 0,-1-1 0,1 1 0,-1 0 0,0-1 0,1 1 0,-1 0 0,0 0 0,0-1 0,1 1 0,-1 0 0,0 1 0,3 16 0,27 469 0,-19-323 0,-16 227 0,4-373 0,-19 352 0,19-254 0,17 139 0,-15-235-341,0-1 0,-2 0-1,-5 37 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29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33 24575,'0'0'0,"0"0"0,0 0 0,0 0 0,-11-12 0,8 9 0,1 1 0,-1 0 0,0 1 0,0-1 0,0 0 0,0 1 0,0-1 0,0 1 0,-1 0 0,1 0 0,0 0 0,-1 1 0,1-1 0,0 1 0,-1 0 0,-3 0 0,2 1 0,-1-1 0,1 2 0,0-1 0,-1 0 0,1 1 0,0 0 0,0 1 0,0-1 0,-5 4 0,-5 4 0,1 1 0,1 0 0,0 1 0,0 0 0,-12 17 0,6-4 0,2 1 0,0 0 0,2 1 0,0 1 0,2 0 0,2 1 0,-12 41 0,7-8 0,3 1 0,-8 100 0,18-103 0,3 0 0,2 0 0,3 0 0,3-1 0,23 92 0,-20-103 0,-1 1 0,-3 0 0,2 70 0,-9-114 0,0 0 0,-1 0 0,1 0 0,-1 1 0,0-2 0,-1 1 0,1 0 0,-1 0 0,0 0 0,0-1 0,-1 1 0,0-1 0,-3 5 0,5-7 0,-1 0 0,0 0 0,0 0 0,0 0 0,0 0 0,0 0 0,0-1 0,-1 0 0,1 1 0,0-1 0,-1 0 0,1 0 0,-1 0 0,1 0 0,-1 0 0,0-1 0,1 1 0,-1-1 0,0 0 0,1 0 0,-1 0 0,0 0 0,1 0 0,-1 0 0,0-1 0,-3-1 0,-5-1 14,1-1-1,1-1 0,-1 0 0,1 0 1,0-1-1,0 0 0,0 0 1,-14-15-1,2-1-756,-34-46 1,40 47-6084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29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24575,'3'0'0,"-1"-1"0,0 1 0,1-1 0,-1 0 0,0 0 0,1 0 0,-1 0 0,4-3 0,8-3 0,35-11-124,0 1 0,2 3 0,0 3 0,1 1 0,-1 3 0,2 2-1,-1 2 1,0 3 0,1 2 0,101 17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2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24575,'0'0'0,"0"0"0,0 0 0,0 0 0,7 13 0,-5-3 0,1-1 0,-2 1 0,0 0 0,0-1 0,-1 19 0,-6 51 0,4-64 0,-3 19 0,-11 36 0,-2 11 0,18-81 0,1 0 0,-1 1 0,0-1 0,0 1 0,0-1 0,0 1 0,0-1 0,0 1 0,-1-1 0,1 1 0,0-1 0,0 0 0,0 1 0,0-1 0,0 1 0,-1-1 0,1 0 0,0 1 0,0-1 0,-1 1 0,1-1 0,0 0 0,-1 1 0,1-1 0,0 0 0,-1 0 0,1 1 0,0-1 0,-1 0 0,1 0 0,-1 1 0,1-1 0,-1 0 0,1 0 0,0 0 0,-1 0 0,1 0 0,-1 0 0,1 0 0,-1 0 0,1 0 0,-1 0 0,1 0 0,-1 0 0,1 0 0,0 0 0,-1 0 0,1 0 0,-1 0 0,1 0 0,-1-1 0,1 1 0,0 0 0,-1 0 0,1-1 0,-1 1 0,1 0 0,0-1 0,-1 1 0,1-1 0,-2 0 0,1 0 0,0-1 0,-1 1 0,1-1 0,0 1 0,0-1 0,0 0 0,0 0 0,0 1 0,0-1 0,0 0 0,1 0 0,-1 0 0,0-3 0,4-103 42,0 59-1449,-2 8-5419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29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0,17 2 0,-15-1 0,1-1 0,-1 1 0,0 0 0,0-1 0,0 1 0,0 0 0,0 0 0,0 0 0,0 1 0,-1-1 0,1 0 0,0 1 0,-1-1 0,1 1 0,-1 0 0,1-1 0,-1 1 0,0 0 0,1 0 0,-1 0 0,0 0 0,0 0 0,-1 0 0,1 0 0,0 0 0,-1 0 0,1 3 0,1 8 0,0-1 0,-1 1 0,-1 21 0,0-16 0,0 9-120,-1-9-35,1 0-1,1-1 0,0 1 1,2-1-1,0 0 0,0 1 1,11 26-1,-9-33-6670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30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 24575,'30'-5'0,"0"2"0,0 1 0,57 3 0,-72 0 0,1 1 0,-1 1 0,1 0 0,-1 2 0,0-1 0,-1 2 0,1 0 0,-1 0 0,17 12 0,-23-13 0,1 2 0,-2-1 0,1 1 0,-1 0 0,0 1 0,0 0 0,-1 0 0,0 0 0,-1 1 0,1 0 0,-2 0 0,1 0 0,-1 1 0,-1-1 0,3 13 0,-2-5 0,-1-1 0,-1 1 0,0 0 0,-2 0 0,0 0 0,-1 1 0,0-1 0,-6 21 0,2-24 0,5-14 0,-1 0 0,1 0 0,0 0 0,0 1 0,0-1 0,-1 0 0,1 0 0,0 0 0,0 0 0,0 0 0,-1 0 0,1 0 0,0 0 0,0 0 0,0 1 0,-1-1 0,1 0 0,0 0 0,0 0 0,-1 0 0,1 0 0,0 0 0,0-1 0,-1 1 0,1 0 0,0 0 0,0 0 0,0 0 0,-1 0 0,1 0 0,0 0 0,0-1 0,-1 0 0,0 0 0,0 0 0,0 0 0,0 0 0,0-1 0,0 1 0,1 0 0,-1-1 0,0 1 0,1 0 0,-1-1 0,1 1 0,0-1 0,0 1 0,-1-3 0,-1-25 0,2 0 0,0 0 0,2 0 0,7-34 0,1 13 0,24-74 0,-27 106 0,18-33 0,-7 16 0,-18 35 0,1-1 0,-1 1 0,0 0 0,0-1 0,0 1 0,0 0 0,1-1 0,-1 1 0,0 0 0,0-1 0,0 1 0,0 0 0,0-1 0,0 1 0,0 0 0,0-1 0,0 1 0,0 0 0,0-1 0,0 1 0,0 0 0,-1 0 0,1-1 0,0 1 0,0 0 0,0-1 0,0 1 0,0 0 0,-1-1 0,1 1 0,0 0 0,0 0 0,-1-1 0,1 1 0,0 0 0,0 0 0,-1 0 0,1-1 0,0 1 0,0 0 0,-1 0 0,1 0 0,0 0 0,-1 0 0,1 0 0,0-1 0,-1 1 0,1 0 0,0 0 0,-1 0 0,1 0 0,0 0 0,-1 0 0,1 0 0,0 1 0,-1-1 0,1 0 0,0 0 0,-1 0 0,1 0 0,0 0 0,-1 0 0,1 1 0,-1-1 0,-23 8 0,5 4 0,1 1 0,1 1 0,0 1 0,1 0 0,0 1 0,-14 19 0,-4 3 0,9-12 0,0 0 0,-28 37 0,47-55 0,0 1 0,1-1 0,0 1 0,0 0 0,1 0 0,0 1 0,1-1 0,0 1 0,-2 13 0,5-20 0,-1-1 0,1 1 0,0-1 0,0 1 0,0-1 0,1 1 0,-1-1 0,1 0 0,-1 1 0,1-1 0,0 1 0,0-1 0,0 0 0,0 0 0,0 1 0,0-1 0,3 3 0,-3-4 0,0 0 0,1 0 0,-1 0 0,0 0 0,1 0 0,-1 0 0,1 0 0,-1-1 0,1 1 0,0-1 0,-1 1 0,1-1 0,-1 1 0,1-1 0,0 0 0,-1 0 0,1 0 0,0 0 0,0 0 0,-1 0 0,1 0 0,-1-1 0,1 1 0,0-1 0,-1 1 0,1-1 0,2-1 0,40-23-1365,-25 12-5461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3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24575,'7'3'0,"-1"0"0,0 0 0,1 0 0,0-1 0,-1 0 0,1 0 0,0-1 0,0 1 0,0-2 0,0 1 0,8-1 0,-1 0 0,1-1 0,0 0 0,0-1 0,18-6 0,-25 6 0,0-1 0,1 0 0,-2-1 0,1 0 0,0 0 0,-1 0 0,1-1 0,-1 0 0,-1-1 0,1 0 0,-1 0 0,0 0 0,0-1 0,-1 0 0,0 0 0,0 0 0,0 0 0,-1-1 0,0 0 0,-1 0 0,0 0 0,0 0 0,2-12 0,-5 17 0,0 1 0,0 0 0,0-1 0,-1 1 0,1 0 0,-1-1 0,1 1 0,-1 0 0,0 0 0,0-1 0,0 1 0,0 0 0,0 0 0,-1 0 0,1 0 0,0 0 0,-1 1 0,0-1 0,1 0 0,-1 1 0,0-1 0,0 1 0,0 0 0,0-1 0,-3 0 0,2 0 0,-1 0 0,1 0 0,-1 1 0,0-1 0,0 1 0,1 0 0,-1 0 0,0 1 0,0-1 0,0 1 0,0 0 0,0 0 0,0 0 0,-5 1 0,2 1 0,0 1 0,1 0 0,-1 0 0,1 1 0,0 0 0,0 0 0,0 0 0,0 1 0,1 0 0,0 0 0,0 0 0,0 0 0,1 1 0,-5 6 0,-3 8 0,1-1 0,0 2 0,-8 24 0,13-31 0,2-1 0,0 1 0,1 0 0,0 1 0,1-1 0,1 0 0,0 1 0,2 22 0,-1-32 0,1 1 0,-1-1 0,1 1 0,1-1 0,-1 1 0,1-1 0,0 0 0,0 0 0,0 1 0,1-2 0,0 1 0,0 0 0,0 0 0,0-1 0,1 0 0,0 1 0,-1-2 0,2 1 0,-1 0 0,0-1 0,1 0 0,0 1 0,-1-2 0,11 5 0,-4-4 0,0 0 0,0-1 0,0 0 0,0-1 0,0 0 0,1-1 0,-1 0 0,0-1 0,22-4 0,-13 0 0,-1 0 0,1-1 0,-1-1 0,31-16 0,-40 18-195,-1-1 0,0 0 0,0-1 0,-1 0 0,0 0 0,13-15 0,-11 9-6631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31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142 774 24575,'-26'-14'0,"22"12"0,1 1 0,0 1 0,-1-1 0,1 1 0,-1-1 0,1 1 0,-1 0 0,1 0 0,-1 0 0,1 1 0,0-1 0,-1 1 0,1 0 0,0 0 0,-1 0 0,1 0 0,0 1 0,0-1 0,0 1 0,0 0 0,0 0 0,0 0 0,0 0 0,1 0 0,-4 5 0,2-1 0,0-1 0,1 1 0,0 0 0,1 0 0,-1 0 0,1 0 0,0 0 0,1 1 0,-1-1 0,1 1 0,1-1 0,-1 13 0,1 6 0,0 0 0,2 0 0,1 0 0,1-1 0,1 1 0,16 42 0,-18-58 0,1-1 0,1 0 0,-1-1 0,1 1 0,1-1 0,7 9 0,-11-14 0,0 0 0,0 0 0,0 0 0,0 0 0,0-1 0,0 1 0,1-1 0,-1 0 0,0 1 0,1-1 0,-1 0 0,1 0 0,-1-1 0,1 1 0,0-1 0,-1 1 0,1-1 0,-1 0 0,1 0 0,0 0 0,-1 0 0,1 0 0,0 0 0,-1-1 0,5-1 0,2-2 0,-1 0 0,-1-1 0,1 0 0,-1 0 0,1-1 0,-2 0 0,1 0 0,-1 0 0,1-1 0,-2 0 0,1-1 0,-1 1 0,0-1 0,6-14 0,2-7 0,-1 0 0,15-61 0,42-275 0,-36 159 0,24-141 0,-72 393 0,4 27 0,-2 106 0,14 81 0,0-119 0,-1-39 0,6 239 0,1-267 0,10-113-1365,-12 21-5461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32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0,3 14 0,7 73 0,8 51 0,56 324 0,-74-461 0,0-1 0,0 0 0,0 0 0,0 0 0,0 1 0,0-1 0,0 0 0,0 0 0,0 0 0,0 1 0,0-1 0,0 0 0,1 0 0,-1 0 0,0 1 0,0-1 0,0 0 0,0 0 0,0 0 0,0 0 0,1 1 0,-1-1 0,0 0 0,0 0 0,0 0 0,1 0 0,-1 0 0,0 0 0,0 0 0,0 0 0,1 1 0,-1-1 0,0 0 0,0 0 0,0 0 0,1 0 0,-1 0 0,0 0 0,0 0 0,0 0 0,1 0 0,-1 0 0,0-1 0,0 1 0,1 0 0,-1 0 0,0 0 0,0 0 0,0 0 0,0 0 0,1 0 0,-1 0 0,0-1 0,0 1 0,0 0 0,0 0 0,1 0 0,-1 0 0,0 0 0,0-1 0,0 1 0,0 0 0,0 0 0,0 0 0,0-1 0,0 1 0,1 0 0,-1 0 0,0-1 0,10-16 0,3-20 0,-3 0 0,-1-1 0,6-62 0,-5 34 0,10-55 0,38-123 0,-54 240 0,1 10 0,2 15 0,12 62 0,7 84 0,-10-54 0,0 4 0,-8-51 0,18 73 0,-25-133 0,1 0 0,0 1 0,0-1 0,1 0 0,0 0 0,6 8 0,-9-13 0,1 0 0,0 0 0,0 0 0,0 0 0,0 0 0,0 0 0,0 0 0,0 0 0,0 0 0,0-1 0,0 1 0,0-1 0,0 1 0,1-1 0,-1 1 0,0-1 0,0 1 0,1-1 0,-1 0 0,0 0 0,1 0 0,-1 0 0,0 0 0,0 0 0,1 0 0,-1 0 0,0 0 0,1-1 0,-1 1 0,0 0 0,0-1 0,1 1 0,-1-1 0,0 0 0,0 1 0,0-1 0,0 0 0,2-1 0,2-2 0,-1-1 0,1 1 0,-1-1 0,0 1 0,0-1 0,-1-1 0,0 1 0,1 0 0,-2-1 0,1 0 0,2-8 0,3-11 0,6-35 0,-11 44 0,62-373 0,-61 360 0,-2 9 0,-2 13 0,1 1 0,0-1 0,0 1 0,0 0 0,1-1 0,2-6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33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5 184 24575,'0'0'0,"0"0"0,0 0 0,0 0 0,-4-22 0,9 21 0,0 0 0,0 1 0,0 0 0,0 0 0,1 0 0,-1 0 0,0 1 0,7 2 0,5-1 0,6 1 0,491 38 0,-491-41 0,39-2 0,-59 2 0,1 0 0,-1-1 0,1 0 0,0 0 0,-1 0 0,0 0 0,1-1 0,-1 1 0,0-1 0,1 0 0,-1 0 0,0 0 0,3-3 0,-5 4 0,-1 0 0,1 1 0,0-1 0,-1 0 0,1 0 0,-1 0 0,1 0 0,-1 0 0,0 0 0,1 0 0,-1 1 0,0-1 0,1 0 0,-1 0 0,0 0 0,0 0 0,0 0 0,0 0 0,0 0 0,0 0 0,0 0 0,-1-1 0,0-1 0,0 1 0,0-1 0,0 1 0,0 0 0,0-1 0,-1 1 0,1 0 0,-3-3 0,-4-3 0,0 0 0,-1 1 0,-9-7 0,16 12 0,-19-13-195,0 2 0,0 0 0,-1 1 0,-1 2 0,0 0 0,-39-11 0,31 13-6631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4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3 763 24575,'0'0'0,"0"0"0,0 0 0,0 0 0,0 0 0,0 0 0,-2 15 0,2-6 0,16-7 0,-12-3 0,1 0 0,0 0 0,-1 0 0,1 0 0,-1-1 0,0 0 0,1 0 0,-1 0 0,0 0 0,0-1 0,0 1 0,0-1 0,-1 0 0,1 0 0,-1-1 0,0 1 0,5-7 0,6-8 0,-2-1 0,15-28 0,-17 30 0,112-229 0,-82 157 0,4 1 0,64-93 0,-88 146 0,-20 36 0,0-1 0,0 0 0,0 0 0,0 0 0,0 0 0,0 0 0,0 0 0,0 0 0,0 0 0,0 0 0,-1 0 0,1 0 0,0 0 0,0 0 0,0 0 0,0 0 0,0 0 0,0-1 0,0 1 0,0 0 0,0 0 0,0 0 0,0 0 0,0 0 0,-1 0 0,1 0 0,0 0 0,0 0 0,0 0 0,0 0 0,0 0 0,0 0 0,0 0 0,0 0 0,0 0 0,0-1 0,0 1 0,0 0 0,0 0 0,0 0 0,0 0 0,0 0 0,0 0 0,0 0 0,0 0 0,0 0 0,0 0 0,0 0 0,0-1 0,0 1 0,0 0 0,0 0 0,0 0 0,0 0 0,0 0 0,-16 15 0,-15 18 0,2 2 0,-29 45 0,42-55 0,2 1 0,1 0 0,1 1 0,-14 44 0,11-17 0,3 1 0,1 1 0,4-1 0,1 2 0,3-1 0,3 0 0,7 69 0,-6-117 0,1 0 0,-1-1 0,1 1 0,1-1 0,-1 0 0,1 1 0,1-1 0,5 10 0,-6-13 0,0 0 0,1 0 0,-1 0 0,1-1 0,-1 1 0,1-1 0,0 0 0,1 0 0,-1-1 0,0 1 0,1-1 0,-1 0 0,1 0 0,6 2 0,-4-3 0,0 1 0,1-1 0,-1 0 0,0 0 0,1-1 0,-1 0 0,1 0 0,-1-1 0,0 0 0,1 0 0,-1 0 0,14-6 0,-11 2 0,1 1 0,-1-2 0,0 0 0,-1 0 0,0 0 0,0-1 0,16-16 0,-13 10 0,-1 1 0,-1-2 0,0 1 0,-1-2 0,0 1 0,-1-1 0,-1 0 0,-1-1 0,0 1 0,0-1 0,4-26 0,-9 24-195,0-1 0,-1 0 0,0 0 0,-2 0 0,0 1 0,-9-33 0,3 16-6631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24575,'0'0'0,"0"0"0,0 0 0,0 0 0,18 0 0,22-3 0,0-1 0,0-2 0,0-2 0,54-19 0,29-5 0,-57 19-341,1 2 0,0 4-1,69 1 1,-128 6-6485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5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0,5 7 0,9 13 0,0 1 0,-2 0 0,0 0 0,-2 1 0,0 1 0,10 38 0,-14-37 0,-1 1 0,0 0 0,-2 1 0,-1-1 0,-2 0 0,0 1 0,-1-1 0,-9 47 0,10-71 0,0 0 0,0 0 0,0-1 0,0 1 0,-1 0 0,1 0 0,0 0 0,0 0 0,-1 0 0,1-1 0,0 1 0,-1 0 0,1 0 0,-1 0 0,1-1 0,-1 1 0,1 0 0,-1-1 0,0 1 0,1-1 0,-1 1 0,-1 0 0,1 0 0,0-1 0,0 0 0,1 0 0,-1 0 0,0 0 0,0-1 0,0 1 0,1 0 0,-1 0 0,0 0 0,0-1 0,1 1 0,-1 0 0,0-1 0,1 1 0,-1 0 0,0-1 0,1 1 0,-2-2 0,-2-1 0,0-1 0,1 1 0,-1-1 0,1 0 0,-5-9 0,3 3 0,1-1 0,0 1 0,1-1 0,0 1 0,1-1 0,0 0 0,1 0 0,0 0 0,1 0 0,1-17 0,2-3 0,1 0 0,11-40 0,-13 62 0,0 0 0,1 1 0,0-1 0,1 1 0,-1 0 0,1 0 0,1 0 0,0 1 0,0-1 0,0 1 0,1 0 0,0 1 0,1 0 0,-1 0 0,1 0 0,0 0 0,1 1 0,-1 0 0,1 1 0,0 0 0,0 0 0,0 1 0,1 0 0,-1 0 0,1 1 0,0 0 0,0 0 0,-1 1 0,1 0 0,0 1 0,11 0 0,-2 1-1365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6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144 273 24575,'5'-7'0,"-1"1"0,1-1 0,-1 0 0,0 0 0,-1-1 0,0 1 0,0-1 0,0 1 0,-1-1 0,0 0 0,-1 0 0,1-13 0,0-2 0,-2 1 0,0 0 0,-5-31 0,5 51 0,0 0 0,-1 0 0,1 0 0,0 1 0,-1-1 0,1 0 0,-1 0 0,0 0 0,0 1 0,0-1 0,1 0 0,-2 1 0,1-1 0,0 0 0,0 1 0,0 0 0,-1-1 0,1 1 0,0 0 0,-1-1 0,0 1 0,1 0 0,-1 0 0,0 0 0,1 1 0,-1-1 0,0 0 0,0 1 0,1-1 0,-1 1 0,0-1 0,0 1 0,0 0 0,0 0 0,0 0 0,0 0 0,0 0 0,0 0 0,0 1 0,1-1 0,-1 1 0,0-1 0,-2 2 0,1-1 0,0 0 0,1 1 0,-1-1 0,0 1 0,1 0 0,-1 0 0,1 0 0,-1 0 0,1 0 0,0 1 0,0-1 0,0 1 0,0-1 0,0 1 0,1 0 0,-1-1 0,-1 6 0,-3 6 0,1 1 0,-4 20 0,6-24 0,-16 67 0,-15 135 0,33-203 0,1 0 0,0 0 0,0 0 0,1 0 0,0 0 0,1-1 0,0 1 0,6 18 0,-6-24 0,0 0 0,1 1 0,-1-1 0,1 0 0,0 0 0,0 0 0,0 0 0,0-1 0,1 1 0,0-1 0,0 0 0,-1 0 0,2 0 0,-1-1 0,0 1 0,0-1 0,1 0 0,0 0 0,8 2 0,-8-3 0,-1 0 0,1 0 0,0 0 0,0-1 0,0 0 0,0 0 0,0 0 0,-1 0 0,1-1 0,0 0 0,0 0 0,0 0 0,-1 0 0,1-1 0,4-2 0,-2 0 0,-1 0 0,0 0 0,-1 0 0,1-1 0,-1 0 0,0 0 0,0 0 0,0-1 0,4-7 0,3-7 0,-1 0 0,-1 0 0,-1-1 0,-1-1 0,8-31 0,21-132 0,-52 211 0,6-12 0,2 1 0,2 0 0,0 1 0,0-1 0,2 1 0,0 0 0,1 0 0,0 0 0,1 1 0,1-1 0,1 0 0,0 0 0,1 0 0,1 0 0,0 0 0,8 22 0,-9-33 20,0 0 0,0 0 0,0 0 0,1-1 0,4 6 0,-6-8-91,0-1 1,0 0-1,0 0 0,0 1 0,0-1 1,1 0-1,-1 0 0,1 0 1,-1-1-1,0 1 0,1 0 0,-1 0 1,1-1-1,0 1 0,-1-1 1,1 1-1,0-1 0,-1 0 0,1 0 1,1 0-1,4 0-6755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6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24575,'0'0'0,"0"0"0,15 16 0,-13-11 0,0 0 0,0 1 0,0-1 0,-1 1 0,1 0 0,-1 0 0,-1-1 0,1 1 0,-1 0 0,0 0 0,-1 7 0,-2 13 0,-7 31 0,5-34 0,-12 94 0,16-101 0,0-1 0,2 1 0,0-1 0,0 0 0,6 24 0,-7-39-27,0 1 1,0-1-1,0 1 0,0-1 0,0 1 1,0-1-1,0 0 0,0 1 0,0-1 1,1 1-1,-1-1 0,0 0 0,0 1 0,0-1 1,0 1-1,1-1 0,-1 0 0,0 1 1,0-1-1,1 0 0,-1 1 0,0-1 1,1 0-1,-1 1 0,0-1 0,1 0 0,-1 0 1,0 0-1,1 1 0,-1-1 0,0 0 1,1 0-1,-1 0 0,1 0 0,-1 0 1,0 1-1,1-1 0,-1 0 0,1 0 0,-1 0 1,1 0-1,-1 0 0,0 0 0,1-1 1,-1 1-1,1 0 0,-1 0 0,0 0 0,1 0 1,0-1-1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6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24575,'0'0'0,"0"10"0,0 4 0,0 0 0,0-4 0,0-2-8191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7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24575,'0'0'0,"5"11"0,9 26 0,-1 0 0,-3 1 0,-1 1 0,-2-1 0,4 48 0,-10-51 0,-1-1 0,-1 0 0,-9 50 0,8-71 0,-1-1 0,-1 1 0,-7 16 0,8-73 0,2-54 0,19-158 0,-16 246 0,0 0 0,1-1 0,0 1 0,0 0 0,1 0 0,1 1 0,-1-1 0,8-10 0,-8 14 0,1 0 0,-1 1 0,1-1 0,0 1 0,1 0 0,-1 0 0,1 1 0,0-1 0,0 1 0,0 0 0,0 1 0,13-5 0,-16 6 0,1 1 0,-1 0 0,1 0 0,-1 0 0,1 1 0,-1-1 0,1 1 0,0 0 0,-1 0 0,1 0 0,0 1 0,-1-1 0,1 1 0,-1 0 0,1 0 0,-1 0 0,1 0 0,3 2 0,-4 0 0,0-1 0,1 1 0,-2-1 0,1 1 0,0 0 0,0 0 0,-1 0 0,0 1 0,0-1 0,0 1 0,0-1 0,0 1 0,0 0 0,-1-1 0,0 1 0,1 6 0,3 14 0,-1 1 0,-1 0 0,-1-1 0,-2 26 0,-12 103 0,0-19 0,12-126-195,0 0 0,1 0 0,0 1 0,0-1 0,0 0 0,6 14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7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24575,'12'5'0,"1"0"0,0-1 0,0-1 0,1 0 0,-1 0 0,28 1 0,-36-4 0,1-1 0,0 1 0,0-1 0,0 0 0,0 0 0,0 0 0,-1-1 0,1 0 0,-1 0 0,1-1 0,-1 0 0,0 1 0,0-2 0,0 1 0,0-1 0,0 1 0,-1-1 0,6-6 0,1-5 0,-1-1 0,-1 0 0,0 0 0,-1-1 0,0 0 0,-2 0 0,0-1 0,-1 0 0,0 0 0,-2 0 0,3-37 0,-6 52 0,0 0 0,0 0 0,0 0 0,0 0 0,-1 0 0,1 0 0,-1 0 0,0 0 0,0 0 0,0 0 0,0 1 0,-2-5 0,2 6 0,0 1 0,0-1 0,0 0 0,0 0 0,1 1 0,-1-1 0,0 1 0,0-1 0,0 0 0,-1 1 0,1 0 0,0-1 0,0 1 0,0 0 0,0 0 0,0-1 0,0 1 0,0 0 0,-1 0 0,1 0 0,0 0 0,0 0 0,0 1 0,0-1 0,0 0 0,0 1 0,0-1 0,-1 0 0,1 1 0,0-1 0,0 1 0,0-1 0,1 1 0,-1 0 0,-2 1 0,-9 6 0,-1 2 0,2-1 0,-1 2 0,1-1 0,1 2 0,0-1 0,0 1 0,1 1 0,1 0 0,0 0 0,0 0 0,2 1 0,-8 22 0,8-19 0,1 0 0,0 0 0,2 0 0,0 1 0,1-1 0,0 1 0,2 0 0,0-1 0,1 1 0,1 0 0,6 28 0,-6-40 0,0 1 0,0-1 0,1 0 0,0 0 0,0 0 0,0 0 0,1 0 0,0-1 0,0 1 0,1-1 0,-1 0 0,1-1 0,0 1 0,0-1 0,1 0 0,-1 0 0,1 0 0,0-1 0,0 0 0,0 0 0,0-1 0,10 3 0,-8-3 0,1 0 0,-1-1 0,1 0 0,0 0 0,-1-1 0,1 0 0,-1-1 0,1 0 0,0 0 0,-1-1 0,0 0 0,1 0 0,-1-1 0,0 0 0,0-1 0,-1 0 0,9-4 0,21-19-1365,-26 17-5461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239 906 24575,'-3'-9'0,"1"0"0,-1 0 0,-1 1 0,0-1 0,0 1 0,-1 0 0,1 0 0,-2 0 0,1 1 0,-1 0 0,-8-7 0,11 10 0,0 1 0,0 0 0,-1 0 0,1 0 0,-1 1 0,0-1 0,0 1 0,0 0 0,0 0 0,0 0 0,0 0 0,-1 1 0,1 0 0,0 0 0,-1 0 0,1 0 0,-1 1 0,0 0 0,1 0 0,-1 0 0,1 0 0,-1 1 0,1-1 0,-7 3 0,8-1 0,-1 0 0,1 0 0,0 0 0,0 0 0,0 1 0,0-1 0,0 1 0,1 0 0,-1 0 0,1 0 0,0 0 0,0 0 0,0 1 0,0-1 0,0 1 0,1-1 0,-2 4 0,-2 10 0,0-1 0,-3 23 0,5-22 0,2 1 0,0 0 0,1-1 0,0 1 0,7 34 0,-1-19 0,3 0 0,12 35 0,-15-54 0,0 0 0,12 22 0,-15-32 0,0 1 0,0-1 0,0 0 0,0 0 0,1 0 0,0 0 0,0-1 0,0 1 0,0-1 0,0 0 0,5 3 0,-7-6 0,0 1 0,0 0 0,-1-1 0,1 0 0,0 1 0,0-1 0,0 0 0,-1 0 0,1 0 0,0 0 0,0 0 0,0 0 0,-1-1 0,1 1 0,0-1 0,0 1 0,-1-1 0,1 1 0,0-1 0,-1 0 0,1 0 0,-1 0 0,1 0 0,-1 0 0,1 0 0,1-3 0,3-2 0,0-1 0,0 0 0,-1 0 0,6-9 0,9-20 0,-1-1 0,-1 0 0,-3-1 0,12-41 0,32-166 0,-22 14 0,-21 115 0,49-177 0,-61 276 0,0-1 0,2-24 0,-1 3 0,-8 131 0,2-75 0,-21 438 0,32 3 0,-8-432 0,0-1 0,0 1 0,1-1 0,1 0 0,2-1 0,13 40 0,-15-55-1365,0-3-5461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9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24575,'14'31'0,"-8"-1"0,-2-1 0,-1 1 0,-1 0 0,-3 35 0,2 14 0,1 0 0,-1-15 0,12 89 0,-4-115 0,-8-35 0,0 0 0,0 0 0,0 0 0,0-1 0,1 1 0,-1-1 0,1 1 0,0-1 0,-1 0 0,1 1 0,2 1 0,-3-4 0,0 1 0,-1-1 0,1 1 0,0-1 0,-1 0 0,1 1 0,0-1 0,-1 0 0,1 0 0,0 1 0,0-1 0,-1 0 0,1 0 0,0 0 0,0 0 0,0 0 0,-1 0 0,1 0 0,0 0 0,0 0 0,-1-1 0,1 1 0,0 0 0,-1 0 0,2-1 0,0 0 0,0-1 0,0 1 0,-1-1 0,1 1 0,-1-1 0,1 1 0,-1-1 0,1 0 0,0-2 0,3-5 0,0 0 0,6-18 0,-10 25 0,16-57 0,-2 0 0,-3-1 0,7-90 0,-12 83 0,3 1 0,26-98 0,-34 159 0,-1 1 0,1-1 0,1 1 0,-1-1 0,0 1 0,1 0 0,0 0 0,0 0 0,0 0 0,6-5 0,-8 9 0,-1 0 0,0 0 0,0 0 0,1 0 0,-1 0 0,0 0 0,0-1 0,1 1 0,-1 0 0,0 0 0,1 0 0,-1 0 0,0 0 0,0 0 0,1 0 0,-1 0 0,0 1 0,1-1 0,-1 0 0,0 0 0,0 0 0,1 0 0,-1 0 0,0 0 0,0 0 0,1 1 0,-1-1 0,0 0 0,0 0 0,1 0 0,-1 1 0,0-1 0,0 0 0,0 0 0,0 0 0,1 1 0,-1-1 0,0 1 0,6 13 0,4 31 0,-2 0 0,-2 1 0,0 63 0,-2-41 0,0 14 0,-3-31 0,3-1 0,18 91 0,-22-138 0,1-1 0,0 1 0,-1-1 0,1 0 0,0 1 0,0-1 0,1 0 0,-1 0 0,0 0 0,1 0 0,-1 0 0,1 0 0,0 0 0,0-1 0,3 4 0,-4-4 0,0-1 0,0 0 0,-1 0 0,1 1 0,0-1 0,0 0 0,0 0 0,0 0 0,0 0 0,-1 0 0,1 0 0,0 0 0,0 0 0,0 0 0,0 0 0,0 0 0,-1 0 0,3-1 0,-1 0 0,-1 0 0,1-1 0,0 1 0,-1 0 0,1 0 0,-1-1 0,1 1 0,-1-1 0,1 0 0,1-3 0,5-9 0,0 0 0,-1-1 0,0-1 0,-1 1 0,-1-1 0,-1 0 0,5-25 0,6-124 0,-12 116 0,21-131-1365,-24 173-5461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49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0 319 24575,'5'2'0,"0"0"0,0 0 0,0-1 0,0 0 0,0 0 0,1 0 0,-1-1 0,10 0 0,49-6 0,-30 2 0,199-2 0,33-3 0,-252 7 0,-4 2 0,0-1 0,0-1 0,0 1 0,-1-2 0,1 1 0,0-1 0,-1-1 0,12-5 0,-21 9 0,1-1 0,0 1 0,0-1 0,-1 0 0,1 1 0,-1-1 0,1 0 0,0 1 0,-1-1 0,1 0 0,-1 0 0,0 1 0,1-1 0,-1 0 0,0 0 0,1 0 0,-1 0 0,0 1 0,0-1 0,0 0 0,1 0 0,-1 0 0,0-2 0,-1 1 0,1 0 0,-1 0 0,0-1 0,1 1 0,-1 0 0,0 0 0,0 0 0,0 0 0,-2-3 0,-4-4 0,-1 1 0,1-1 0,-10-6 0,13 11 0,-139-116-215,107 91-935,-12-9-5676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52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7 137 24575,'-3'-9'0,"2"8"0,1 1 0,0 0 0,0-1 0,-1 1 0,1 0 0,0-1 0,0 1 0,0 0 0,-1-1 0,1 1 0,0-1 0,0 1 0,0 0 0,0-1 0,0 1 0,0-1 0,0 1 0,0 0 0,0-1 0,0 1 0,0-1 0,0 1 0,0 0 0,0-1 0,0 1 0,1-1 0,-1 1 0,0 0 0,0-1 0,0 1 0,1 0 0,-1-1 0,0 1 0,0 0 0,1-1 0,-1 1 0,0 0 0,1 0 0,-1-1 0,0 1 0,1 0 0,-1 0 0,1-1 0,3-1 0,0-1 0,0 1 0,0 0 0,1 0 0,-1 0 0,0 0 0,1 1 0,0 0 0,-1 0 0,1 0 0,5 0 0,57 1 0,-44 0 0,726 7 0,139-26 0,-584 0 0,127-5 0,109 40 0,-82 0 0,-418-16 0,840-18 0,-773 12 0,135-13 0,-179 7 0,-45 8 0,-1 0 0,1 2 0,-1 0 0,22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9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0,484 16 0,445 13 0,-165-8 0,-161-3 0,287 21-806,-399-13 806,507 36 0,18-2 0,-625-52-49,334 5-76,-632-10 615,131 21 0,-218-23-685,0 0 0,0-1 0,0 0 0,0-1 0,0 1 0,11-3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3:1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24575,'30'10'0,"459"132"0,-449-133 0,-18-5 0,-1 1 0,1 1 0,-1 1 0,41 19 0,-62-26 0,1 0 0,0 1 0,-1-1 0,1 0 0,0 1 0,-1-1 0,1 1 0,0-1 0,-1 1 0,1-1 0,-1 1 0,1-1 0,-1 1 0,1-1 0,-1 1 0,1 0 0,-1-1 0,0 1 0,1 0 0,-1 0 0,0-1 0,0 1 0,1 0 0,-1 0 0,0 1 0,-1-1 0,1 1 0,-1-1 0,0 0 0,1 1 0,-1-1 0,0 0 0,0 1 0,0-1 0,0 0 0,0 0 0,0 0 0,-1 0 0,1 0 0,-3 1 0,-38 24 0,-1-1 0,-2-3 0,-46 17 0,26-11 0,-247 107-2044,239-103-4103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32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1882 271 24575,'-20'-25'0,"19"23"0,0 1 0,-1-1 0,1 1 0,-1 0 0,1 0 0,-1 0 0,1-1 0,-1 1 0,0 1 0,0-1 0,1 0 0,-1 0 0,0 1 0,0-1 0,-3 0 0,4 1 0,0 0 0,0 1 0,0-1 0,0 0 0,0 0 0,0 1 0,0-1 0,0 0 0,0 1 0,0-1 0,0 1 0,0-1 0,0 1 0,0 0 0,1-1 0,-1 1 0,0 0 0,0 0 0,1-1 0,-1 1 0,0 0 0,1 0 0,-1 0 0,1 0 0,-1 0 0,1 0 0,0 0 0,-1 0 0,1 0 0,0 0 0,0 0 0,-1 2 0,0 8 0,0-1 0,1 1 0,0 0 0,0-1 0,1 1 0,2 10 0,2 22 0,0 210 0,-4-102 0,-15 378 0,0-188 0,-30 343 0,8-180 0,12-102 0,-10 130 0,6-57 0,-4 386 0,31-758 0,0 985 0,-5 268 0,-15-706 0,-3 187 0,6-368 0,-1 57 0,4-11 0,0 224 0,28-3-211,6 468-232,-16-853 443,0 216 0,1-90 0,0-36 0,1-154 238,-3 132 178,-10-81-416,-1 32 0,3-73 0,0 6 0,-1-203 0,-20 102 0,26-187 0,-1 0 0,2-1 0,1 22 0,0-21 0,-1 0 0,-2 19 0,1-28 0,0 0 0,0 0 0,-1-1 0,1 1 0,-2 0 0,1-1 0,0 0 0,-1 1 0,-5 6 0,6-10 0,0 0 0,-1 0 0,1 0 0,-1 0 0,1 0 0,-1-1 0,0 1 0,0-1 0,0 1 0,0-1 0,0 0 0,0 0 0,0-1 0,0 1 0,-5 0 0,-49 2 0,52-3 0,-137 4 0,-257 41 0,343-33 0,0 3 0,2 2 0,-72 32 0,114-45 0,-1 0 0,1-1 0,-15 2 0,16-3 0,1 0 0,0 0 0,0 1 0,0 0 0,-14 7 0,25-13 0,0 0 0,-1-1 0,1 1 0,-1 0 0,0 0 0,0 0 0,0-1 0,-1-3 0,1 0 0,-5-129 0,0-33 0,4 93 0,-23-147 0,3 48 0,14-30 0,3 43 0,-1 68 0,-25-308 0,1-125 0,22 249 0,-4-381 0,11 463 0,8-266 0,-3-619 0,0 542 0,4-237 0,1-266 0,14-222 0,-21 1143 0,5-132 0,7-454 0,-14 122 0,-10-972 0,-29 865 0,15-210 0,34 563 0,-3-589 0,-56 272 0,9 163 0,24-199 0,14 351 0,-32-287 0,22 502 0,-7-49 0,13 145 0,-1 0 0,-2 0 0,-18-48 0,24 75 0,-1 0 0,1 0 0,-1 0 0,0 0 0,1 1 0,-1-1 0,-4-2 0,-4-2 0,14 12 0,6 2 0,0-1 0,1 0 0,0 0 0,0-1 0,20 7 0,-7-2 0,44 18 0,1-3 0,1-2 0,1-4 0,0-3 0,2-3 0,104 5 0,-63-13 0,-1-5 0,121-16 0,-167 11 0,0 2 0,118 10 0,-91-4 0,-92-3 0,0 0 0,0-1 0,0 1 0,-1 0 0,1 0 0,0-1 0,0 1 0,-1 0 0,1-1 0,0 1 0,-1-1 0,1 1 0,0-1 0,-1 0 0,1 1 0,-1-1 0,2-1 0,-2 2 0,1-1 0,-1 1 0,1-1 0,-1 0 0,1 1 0,-1-1 0,1 1 0,-1-1 0,1 1 0,0-1 0,-1 1 0,1 0 0,0-1 0,0 1 0,-1 0 0,1-1 0,0 1 0,0 0 0,-1 0 0,1 0 0,0 0 0,0 0 0,0 0 0,-1 0 0,2 0 0,35 7 0,-1-2 0,52 1 0,-13-1 0,50 1-1365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33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10 24575,'0'0'0,"0"0"0,-11-5 0,8 4 0,0 0 0,0 0 0,0 1 0,0-1 0,0 1 0,0-1 0,-1 1 0,1 0 0,0 1 0,0-1 0,0 0 0,0 1 0,0 0 0,-1 0 0,1 0 0,0 0 0,1 0 0,-1 0 0,0 1 0,0-1 0,0 1 0,1 0 0,-1 0 0,1 0 0,0 0 0,-1 1 0,1-1 0,0 0 0,0 1 0,1 0 0,-1-1 0,-2 6 0,-2 5 0,0 0 0,0 0 0,2 0 0,0 1 0,-5 27 0,-41 464 0,41-361 0,6-80 0,-6 52 0,7-100 0,-1 0 0,-1 1 0,-1-1 0,-12 30 0,14-41-170,0 0-1,0 1 0,-1-1 1,0-1-1,0 1 0,0 0 1,-6 4-1,-2 2-6655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33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24575,'0'0'0,"14"-3"0,72-11 0,257-35 0,-321 47-136,0 2-1,-1 0 1,1 1-1,0 2 1,-1 0-1,1 1 1,-1 1-1,0 1 0,29 13 1,-42-15-6690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33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7 333 24575,'18'0'0,"-1"-1"0,1-2 0,-1 1 0,1-2 0,-1-1 0,0 0 0,0-1 0,24-12 0,-24 10 0,1-2 0,-1 0 0,-1 0 0,30-27 0,-38 30 0,-1 0 0,-1 0 0,1-1 0,-1 0 0,-1 0 0,1 0 0,-1-1 0,-1 0 0,1 0 0,-2 0 0,6-17 0,-8 23 0,-1 0 0,1-1 0,-1 1 0,1 0 0,-1-1 0,0 1 0,0 0 0,-1-1 0,1 1 0,-1 0 0,1-1 0,-1 1 0,0 0 0,0 0 0,-1 0 0,1 0 0,-1 0 0,1 0 0,-1 0 0,0 0 0,0 1 0,0-1 0,0 1 0,-1-1 0,1 1 0,-1 0 0,0 0 0,1 0 0,-1 0 0,0 0 0,0 1 0,0-1 0,0 1 0,0 0 0,0 0 0,-1 0 0,1 0 0,0 1 0,-1-1 0,1 1 0,0 0 0,-1 0 0,1 0 0,0 0 0,-1 1 0,1-1 0,0 1 0,0 0 0,-4 1 0,-2 2 0,-1 0 0,1 0 0,0 1 0,1 1 0,-1-1 0,1 1 0,0 1 0,1-1 0,-1 2 0,1-1 0,-7 10 0,-8 12 0,-31 55 0,-6 28 0,53-99 0,1 0 0,1 0 0,0 0 0,1 1 0,0-1 0,1 1 0,0 17 0,2-27 0,0 0 0,1 0 0,-1 0 0,1 1 0,0-1 0,0 0 0,0 0 0,1 0 0,-1 0 0,1-1 0,0 1 0,0 0 0,1-1 0,4 6 0,-3-4 0,0-1 0,1 0 0,0 0 0,0 0 0,0-1 0,0 0 0,1 0 0,-1 0 0,8 2 0,0-1 0,-1 0 0,1-1 0,0-1 0,1 0 0,-1-1 0,0 0 0,0-1 0,24-3 0,-21 1 0,0-1 0,0-1 0,0-1 0,0 0 0,-1-1 0,0-1 0,-1 0 0,1-1 0,-1 0 0,-1-1 0,1-1 0,-2 0 0,22-22 0,6-13-1365,-29 32-5461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3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309 247 24575,'-33'-15'0,"27"15"0,-1-1 0,1 1 0,-1 1 0,0-1 0,1 1 0,-1 0 0,1 1 0,0-1 0,-1 1 0,1 0 0,0 1 0,0 0 0,0 0 0,0 0 0,-6 5 0,-5 4 0,1 1 0,0 0 0,-22 25 0,28-26 0,1 0 0,0 0 0,0 1 0,1 0 0,-7 17 0,11-21 0,0 0 0,1 0 0,0 0 0,1 1 0,0-1 0,0 1 0,1 0 0,0-1 0,1 15 0,1-19 0,-1-1 0,1 0 0,0 0 0,0 0 0,1 1 0,-1-1 0,1-1 0,0 1 0,0 0 0,0 0 0,1-1 0,-1 1 0,1-1 0,0 0 0,0 1 0,0-1 0,0-1 0,5 4 0,-5-4 0,0 0 0,0 0 0,0-1 0,0 1 0,1-1 0,-1 0 0,1 0 0,-1 0 0,1 0 0,-1 0 0,1-1 0,-1 0 0,1 0 0,-1 0 0,1 0 0,0 0 0,-1-1 0,1 1 0,-1-1 0,1 0 0,5-3 0,2-2 0,0 0 0,-1-1 0,1 0 0,-2-1 0,1 0 0,-1 0 0,0-1 0,11-16 0,-3 3 0,-1-2 0,22-42 0,-7 3 0,-49 159 0,15-79 0,0 0 0,1-1 0,1 32 0,1-43 0,1 0 0,-1-1 0,1 1 0,0 0 0,0-1 0,0 1 0,1-1 0,0 1 0,0-1 0,0 0 0,0 0 0,0 0 0,1 0 0,0 0 0,0-1 0,0 1 0,0-1 0,8 6 0,-10-8 0,0 0 0,0-1 0,0 1 0,0 0 0,1-1 0,-1 1 0,0-1 0,1 0 0,-1 1 0,0-1 0,1 0 0,-1 0 0,0 0 0,1 0 0,-1 0 0,0 0 0,1 0 0,-1 0 0,0 0 0,1-1 0,-1 1 0,0-1 0,0 1 0,1-1 0,-1 1 0,0-1 0,0 0 0,0 0 0,0 1 0,0-1 0,0 0 0,1-1 0,4-4 0,-1 0 0,0 0 0,-1 0 0,6-10 0,-10 15 0,38-68 0,42-113 0,-50 108 0,62-110 0,-83 170 0,2 0 0,0 0 0,24-22 0,-34 35 0,-1 1 0,0-1 0,1 1 0,-1 0 0,0-1 0,1 1 0,-1 0 0,1-1 0,-1 1 0,1 0 0,-1-1 0,1 1 0,-1 0 0,1 0 0,-1 0 0,1-1 0,0 1 0,-1 0 0,1 0 0,-1 0 0,1 0 0,-1 0 0,1 0 0,-1 0 0,1 0 0,0 0 0,-1 0 0,2 1 0,-2 0 0,1-1 0,0 1 0,0 0 0,0-1 0,-1 1 0,1 0 0,0 0 0,-1 0 0,1 0 0,-1 0 0,1 0 0,-1 0 0,1 2 0,1 4 0,0 0 0,-1 0 0,1 13 0,-2 19 0,-2 0 0,-2 0 0,-17 73 0,1-3 0,17-72 0,1-1 0,2 1 0,1 0 0,12 67 0,-13-103 0,1 2 0,0 1 0,-1-1 0,0 0 0,0 0 0,0 0 0,0 0 0,-1 5 0,1-8 0,0 0 0,0 0 0,0 1 0,0-1 0,0 0 0,-1 0 0,1 0 0,0 1 0,0-1 0,0 0 0,0 0 0,-1 0 0,1 0 0,0 0 0,0 1 0,0-1 0,-1 0 0,1 0 0,0 0 0,0 0 0,-1 0 0,1 0 0,0 0 0,0 0 0,-1 0 0,1 0 0,0 0 0,0 0 0,-1 0 0,1 0 0,0 0 0,-1 0 0,-14-8 0,0-3 0,1-1 0,0 0 0,1-1 0,0 0 0,1-1 0,-10-17 0,5 6 0,2-1 0,-23-53 0,32 64 0,1 0 0,-6-27 0,10 36 0,0 1 0,0-1 0,1 1 0,-1-1 0,1 1 0,0-1 0,1 1 0,0-1 0,-1 1 0,2 0 0,1-7 0,-2 10 0,1 0 0,-1 0 0,0 0 0,1 1 0,-1-1 0,1 0 0,0 1 0,0 0 0,-1-1 0,1 1 0,0 0 0,0 0 0,0 0 0,0 0 0,1 0 0,-1 0 0,0 1 0,0-1 0,0 1 0,1-1 0,-1 1 0,3 0 0,7-1 0,0 1 0,22 3 0,-24-2 0,157 7 0,-76-6 0,-64 1 0,27 5 0,-46-6 0,-7-2 0,0 0 0,0 0 0,1 1 0,-1-1 0,0 0 0,0 1 0,0-1 0,0 1 0,1-1 0,-1 1 0,0 0 0,0-1 0,0 1 0,0 0 0,-1 0 0,1-1 0,0 1 0,0 0 0,0 0 0,-1 0 0,1 0 0,0 0 0,-1 0 0,1 1 0,-1-1 0,1 0 0,-1 0 0,0 0 0,1 0 0,-1 1 0,0-1 0,0 0 0,0 0 0,0 1 0,0-1 0,0 0 0,0 0 0,-1 2 0,-1 6 0,0 0 0,-1 0 0,0-1 0,-7 13 0,0 2 0,-2 13 0,2-1 0,-7 41 0,14-58 0,1 0 0,1 0 0,1 0 0,1 0 0,0 0 0,6 27 0,-3-23 0,-4-16 0,1 1 0,0-1 0,1 0 0,0 0 0,0 0 0,4 9 0,-5-14 0,0 1 0,1 0 0,-1-1 0,0 1 0,1-1 0,-1 0 0,1 1 0,0-1 0,-1 0 0,1 0 0,0 0 0,0 0 0,-1 0 0,1-1 0,0 1 0,0 0 0,0-1 0,0 0 0,0 1 0,0-1 0,0 0 0,0 0 0,0 0 0,0 0 0,2-1 0,3 0 0,-1 0 0,0-1 0,0 0 0,0 0 0,0-1 0,0 1 0,0-1 0,-1-1 0,1 1 0,-1-1 0,0 0 0,0 0 0,-1 0 0,1-1 0,-1 0 0,7-8 0,2-6 0,0 1 0,-1-2 0,12-27 0,-4-3 0,-2-1 0,-2-1 0,-2 0 0,7-62 0,-20 103 0,-3 12 0,-5 21 0,-35 234 0,34-190 0,7-59 0,-2 9 0,0 1 0,2 0 0,0 0 0,1 0 0,0 0 0,6 30 0,-6-46 0,1 1 0,-1-1 0,1 1 0,-1-1 0,1 1 0,0-1 0,0 0 0,0 1 0,-1-1 0,2 0 0,-1 0 0,0 1 0,0-1 0,0 0 0,0 0 0,1 0 0,-1 0 0,0-1 0,1 1 0,-1 0 0,1-1 0,-1 1 0,1 0 0,-1-1 0,1 0 0,-1 1 0,1-1 0,0 0 0,-1 0 0,1 0 0,-1 0 0,1 0 0,0 0 0,-1 0 0,1-1 0,-1 1 0,1-1 0,-1 1 0,1-1 0,-1 1 0,1-1 0,-1 0 0,1 0 0,-1 0 0,0 1 0,0-1 0,1-1 0,-1 1 0,0 0 0,0 0 0,1-2 0,6-9-273,-1-1 0,0 0 0,0 0 0,8-27 0,-7 15-6553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35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24575,'0'0'0,"13"17"0,-7-6 0,0 0 0,-1 0 0,0 1 0,-1-1 0,0 1 0,-1 0 0,3 18 0,4 91 0,-8-81 0,1-7 0,-2 0 0,-1 0 0,-2-1 0,-1 1 0,-2 0 0,-1-1 0,-13 40 0,19-72 0,0 0 0,0 0 0,0 1 0,0-1 0,0 0 0,0 0 0,0 0 0,0 0 0,0 0 0,0 0 0,0 1 0,-1-1 0,1 0 0,0 0 0,0 0 0,0 0 0,0 0 0,0 0 0,0 0 0,-1 0 0,1 0 0,0 0 0,0 1 0,0-1 0,0 0 0,0 0 0,-1 0 0,1 0 0,0 0 0,0 0 0,0 0 0,0 0 0,0 0 0,-1 0 0,1 0 0,0 0 0,0 0 0,0-1 0,0 1 0,0 0 0,-1 0 0,1 0 0,0 0 0,0 0 0,0 0 0,0 0 0,0 0 0,0 0 0,-1-1 0,-7-8 0,-5-11 0,8 6 0,0 0 0,1 0 0,0 0 0,1-1 0,1 1 0,1-1 0,0 1 0,0-1 0,2 0 0,2-19 0,-1 16 0,2 0 0,0 1 0,1-1 0,1 1 0,0 0 0,1 1 0,19-32 0,-18 37 0,1-1 0,1 1 0,0 0 0,1 1 0,0 0 0,0 1 0,1 0 0,0 1 0,0 0 0,1 1 0,0 1 0,1 0 0,21-7 0,-16 7 0,1 1 0,-1 1 0,1 1 0,0 0 0,0 2 0,0 0 0,1 1 0,-1 1 0,25 5 0,-20 3-1365,-15-5-5461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36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0 368 24575,'9'21'0,"-7"-17"0,1-1 0,0-1 0,0 1 0,0 0 0,0-1 0,0 1 0,0-1 0,1 0 0,-1 0 0,1-1 0,-1 1 0,1-1 0,0 1 0,0-1 0,-1 0 0,1-1 0,0 1 0,0 0 0,0-1 0,0 0 0,0 0 0,5-1 0,5 0 0,0-1 0,0-1 0,0 0 0,0-1 0,13-5 0,-9 2 0,0-1 0,0-1 0,-1 0 0,0-1 0,-1-1 0,25-20 0,-33 23 0,0 0 0,-1 0 0,0-1 0,0 0 0,0 0 0,-1-1 0,-1 0 0,0 0 0,0 0 0,-1 0 0,0-1 0,4-21 0,-5 20 0,-1 0 0,-1 0 0,0 0 0,-1 0 0,0 0 0,-1 0 0,-2-13 0,2 22 0,1-1 0,-1 1 0,0 0 0,-1 0 0,1 0 0,0 0 0,-1 0 0,1 0 0,-1 1 0,0-1 0,0 0 0,0 1 0,-1-1 0,1 1 0,0 0 0,-1 0 0,1 0 0,-1 0 0,0 0 0,0 0 0,0 1 0,0 0 0,0-1 0,0 1 0,0 0 0,0 0 0,0 1 0,-1-1 0,1 1 0,-5-1 0,3 2 0,0-1 0,0 1 0,0-1 0,0 1 0,1 1 0,-1-1 0,0 1 0,0 0 0,1 0 0,-1 0 0,1 1 0,0-1 0,0 1 0,0 0 0,-4 4 0,-8 7 0,1 1 0,-16 20 0,30-33 0,-23 27 0,1 1 0,2 1 0,-33 64 0,45-77 0,1 2 0,1-1 0,0 1 0,2 0 0,0 0 0,1 1 0,1 0 0,0 33 0,3-48 0,0 0 0,1 0 0,-1 0 0,1 0 0,1 0 0,-1 0 0,1-1 0,0 1 0,0-1 0,1 1 0,0-1 0,0 0 0,0 0 0,0 0 0,1 0 0,0-1 0,0 1 0,0-1 0,0 0 0,1 0 0,0 0 0,0-1 0,0 0 0,0 0 0,0 0 0,7 2 0,-2-1 0,1-1 0,0 0 0,0-1 0,1 0 0,-1-1 0,0 0 0,1 0 0,-1-2 0,0 1 0,1-1 0,-1-1 0,20-5 0,2-3-195,1-2 0,-2-1 0,0-1 0,0-2 0,-2-1 0,51-37 0,-60 36-6631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4:56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24575,'0'0'0,"13"-2"0,14 1 0,0 1 0,40 7 0,9 0 0,267-3 0,83 5 0,37 3 0,-1-25 0,-379 10 0,600 18 0,-382-7 0,98 7 0,-348-14 0,-36-1 0,0 0 0,0 1 0,27 6 0,-23 2-1365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14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31 24575,'-2'-2'0,"1"-1"0,-1 1 0,0 0 0,0 0 0,0 0 0,-1 0 0,1 0 0,0 0 0,-1 1 0,1-1 0,-1 1 0,1-1 0,-1 1 0,0 0 0,0 0 0,1 1 0,-1-1 0,0 0 0,0 1 0,0 0 0,0-1 0,0 1 0,0 0 0,0 1 0,1-1 0,-1 0 0,0 1 0,0 0 0,0 0 0,0 0 0,1 0 0,-1 0 0,0 0 0,1 1 0,-4 2 0,-4 2 0,1 1 0,0 0 0,0 0 0,1 1 0,0 0 0,0 1 0,-11 16 0,7-5 0,0 0 0,2 1 0,0 0 0,-7 26 0,-22 91 0,33-111 0,-8 28 0,-9 83 0,21-113 0,0 0 0,2 0 0,1 0 0,2 0 0,9 45 0,-1-32 0,28 62 0,-25-68 0,-1 0 0,16 66 0,-28-92 0,0 0 0,0 1 0,-1-1 0,0 1 0,0-1 0,-1 0 0,1 1 0,-1-1 0,-1 1 0,-3 9 0,4-13 0,0-1 0,0 0 0,0 1 0,0-1 0,-1 0 0,1 0 0,-1 0 0,0 0 0,0 0 0,1 0 0,-1 0 0,0-1 0,-1 1 0,1-1 0,0 1 0,0-1 0,-1 0 0,1 0 0,0 0 0,-1 0 0,1 0 0,-1-1 0,1 1 0,-1-1 0,0 0 0,1 1 0,-1-1 0,0 0 0,-3-1 0,-2 0 0,0-1 0,1 0 0,-1 0 0,0-1 0,1 0 0,0 0 0,0-1 0,0 0 0,0 0 0,0-1 0,1 1 0,0-1 0,0-1 0,-7-7 0,-8-11 0,1-1 0,-20-32 0,36 52 0,-24-42 0,2-1 0,-25-63 0,9 19 0,41 90 0,0 1 0,1-1 0,-1 0 0,0 1 0,1-1 0,-1 0 0,1 0 0,0 1 0,0-1 0,-1 0 0,1 0 0,0 1 0,1-1 0,-1 0 0,0 0 0,0 1 0,1-1 0,-1 0 0,1 0 0,-1 1 0,2-3 0,0 2 0,-1-1 0,1 1 0,0 0 0,0 0 0,0 0 0,1 0 0,-1 0 0,0 1 0,1-1 0,-1 1 0,1-1 0,2 0 0,5-2 0,0 1 0,1 0 0,-1 0 0,1 1 0,20-1 0,23 3 0,76 9 0,16 1 0,-4-1 0,-142-8-20,0-1-1,1 0 0,-1 0 1,0 0-1,1 0 0,-1 0 0,0 0 1,1 0-1,-1 0 0,0 1 1,1-1-1,-1 0 0,0 0 1,1-1-1,-1 1 0,0 0 1,1 0-1,-1 0 0,0 0 1,1 0-1,-1 0 0,0 0 0,1 0 1,-1-1-1,0 1 0,1 0 1,-1 0-1,0 0 0,0-1 1,1 1-1,-1 0 0,0 0 1,0-1-1,1 1 0,-1 0 1,0 0-1,0-1 0,0 1 0,0 0 1,0-1-1,1 1 0,-1 0 1,0-1-1,0 1 0,0 0 1,0-1-1,0 1 0,0 0 1,0-1-1,0 1 0,0 0 1,0-1-1,0 1 0,0 0 0,0-1 1,-1 1-1,1 0 0,0-1 1,0 1-1,0 0 0,0-1 1,-1 1-1,1 0 0,0-1 1,-1 1-1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15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 24575,'0'0'0,"0"0"0,0 0 0,0 0 0,0 0 0,24-15 0,-14 11 0,0 0 0,1 1 0,-1 0 0,1 1 0,0 0 0,0 1 0,12 0 0,82 5 0,-53-1 0,58-3 0,121-17 0,-115 7 0,-100 9 0,0 0 0,0 1 0,0 0 0,0 2 0,19 3 0,-37-7 0,1 0 0,0 0 0,-1 0 0,1 0 0,0 0 0,0 0 0,0-1 0,0-2 0,-5-7 0,2 7 0,0 1 0,-1 0 0,0 0 0,0 0 0,0 0 0,-1 1 0,1 0 0,-1 0 0,0 0 0,0 1 0,-9-3 0,-13-7 0,-1-4 7,1-2 1,-26-21-1,9 6-1394,32 23-5439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23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1820 1 24575,'9'34'0,"-2"0"0,-2 1 0,-1-1 0,0 39 0,-12 140 0,-1-40 0,14 167 0,-2 88 0,-22 469 0,-17-302-525,2-98 124,16 183 401,-14 278 0,-32 890-1405,21-537 1405,22-328 0,21-441 0,2 347 0,0-728 0,32 1522 0,-19-360-618,-15-961 535,51 894 2776,-39-400-2354,-15-811-339,-2 1 0,-21 87 0,21-114 0,-2 0 0,0 0 0,-1-1 0,-1 0 0,-1 0 0,0-1 0,-1 0 0,-1-1 0,-17 18 0,-1-2 0,-1-2 0,-1-2 0,-2 0 0,0-3 0,-2 0 0,-1-3 0,-61 28 0,-52 7 0,-249 57 0,248-72 0,120-30 0,43 8 0,-6-14 0,-11-14 0,-11-16 0,1 0 0,2-1 0,0-1 0,2 0 0,0-1 0,-10-43 0,-23-172 0,44 241 0,-91-788-410,41 324 227,-9-86-434,27-2 0,25 135 381,-30-937-1207,-40-2209-587,78 2771 2030,7-641 0,9 101 0,-5 184 0,36-42-539,-6 250 160,-13 236 867,29 4 3730,-58 696-4191,15-154 1048,-14 127-860,-1-1 1,-9-60-1,9 90-215,-1 0 0,1 1 0,0-1 0,1 0 0,-1 1 0,0-1 0,1 0 0,-1 1 0,1-1 0,0 1 0,0-1 0,0 0 0,0 1 0,0 0 0,1-1 0,-1 1 0,1 0 0,0 0 0,-1 0 0,1 0 0,0 0 0,4-3 0,4-2 0,0 0 0,0 0 0,20-8 0,-18 9 0,8-3 0,-1 1 0,1 1 0,1 1 0,39-8 0,87-1 0,-63 8 0,375-23 0,-69-2 0,-346 27 0,-39 4-65,0 1 0,-1 0 0,1 0 0,0 1 0,0-1 0,-1 1 0,1 0 0,0 0 0,-1 1 0,1-1 0,-1 1 0,0 0 0,0 0 0,1 0 0,-1 1 0,0 0 0,-1 0 0,1 0 0,-1 0 0,6 6 0,-4-2-6761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2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24575,'0'0'0,"0"0"0,0 0 0,-5 3 0,-6 6 0,0 0 0,1 1 0,0 0 0,0 0 0,1 1 0,1 0 0,-1 1 0,2 0 0,-10 19 0,-5 18 0,-18 59 0,37-99 0,-7 21 0,1 2 0,1-1 0,2 1 0,1 0 0,2 0 0,1 1 0,2 36 0,7 29 0,2 89 0,-6-137 0,-1 33 0,-2-74 0,-1 0 0,0 0 0,-1 0 0,0-1 0,0 1 0,-7 15 0,8-22 5,1 0-1,-1 0 1,0-1-1,-1 1 1,1-1-1,0 1 1,0-1-1,-1 1 1,1-1-1,0 0 1,-1 0-1,0 0 1,1 0-1,-1 0 1,0 0 0,1 0-1,-1 0 1,0-1-1,0 1 1,0-1-1,1 1 1,-1-1-1,0 0 1,0 1-1,-3-1 1,-2-1-252,0 1-1,0-1 1,0-1 0,1 1 0,-13-5 0,-8-5-6579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23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24575,'8'-1'0,"0"-1"0,0-1 0,0 1 0,0-1 0,0-1 0,-1 1 0,1-1 0,6-5 0,8-4 0,62-24 0,156-48 0,-238 84 0,19-5 24,0 0 0,1 1 0,-1 1 0,38-1 0,-50 4-130,0 2 0,0-1 0,0 1 0,0 1 0,0-1 0,0 1-1,0 1 1,-1 0 0,1 0 0,-1 1 0,0 0 0,0 0 0,14 10 0,-12-6-6720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32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68 24575,'-12'6'0,"11"-5"0,0 0 0,0 0 0,0-1 0,0 1 0,0-1 0,0 1 0,0-1 0,0 1 0,0-1 0,0 1 0,0-1 0,-1 0 0,0 1 0,-2-1 0,1 0 0,-1 0 0,1 0 0,0 0 0,-1 0 0,1-1 0,-1 0 0,1 1 0,0-1 0,-1-1 0,1 1 0,0 0 0,0-1 0,0 1 0,0-1 0,0 0 0,0 0 0,1 0 0,-1-1 0,1 1 0,-1 0 0,1-1 0,0 0 0,0 0 0,-2-3 0,-5-4 0,7 8 0,-1-1 0,0 0 0,1 0 0,0 0 0,-1-1 0,1 1 0,-3-8 0,3 25-37,2-14-7,0 1-1,-1 0 1,1 0 0,0 0 0,0 0-1,-1 0 1,1-1 0,0 1 0,0 0-1,0 0 1,0 0 0,0 0-1,1 0 1,-1 0 0,0 0 0,0 0-1,0-1 1,1 1 0,-1 0 0,0 0-1,1 0 1,-1 0 0,1-1 0,-1 1-1,1 0 1,-1-1 0,1 1 0,0 0-1,0 0 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34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24575,'31'4'0,"-4"2"0,1 1 0,-2 1 0,1 1 0,-1 1 0,0 1 0,-1 2 0,0 0 0,-1 2 0,39 31 0,-36-25 0,-1 1 0,0 1 0,26 31 0,-40-39 0,0 0 0,-2 1 0,0 0 0,-1 1 0,0 0 0,-1 0 0,8 27 0,20 103-1365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34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672 1 24575,'-3'0'0,"0"1"0,-1 0 0,1 0 0,0 0 0,0 0 0,0 0 0,0 1 0,1 0 0,-1-1 0,-3 4 0,0-2 0,-32 22 0,2 1 0,0 2 0,-50 52 0,-83 114 0,156-178 0,-44 55 0,3 2 0,-53 97 0,101-160-124,1 0 0,1 1 0,0-1 0,0 1 0,1 0 0,1 0-1,0 0 1,0 1 0,1-1 0,1 22 0,1-25-6702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5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24575,'22'0'0,"246"-2"0,226 3 0,-60 6 0,-132-7 0,-281 3 0,-17 0 0,-12 1 0,-19 4-1365,16-5-5461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5:54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 24575,'-3'1'0,"-1"0"0,1 0 0,0 1 0,0 0 0,0-1 0,0 1 0,-4 4 0,-6 2 0,12-8 0,1 0 0,-1 0 0,1 0 0,0 1 0,-1-1 0,1 0 0,-1 0 0,1 0 0,0 0 0,-1 1 0,1-1 0,-1 0 0,1 0 0,0 1 0,-1-1 0,1 0 0,0 0 0,0 1 0,-1-1 0,1 1 0,0-1 0,0 0 0,-1 1 0,1-1 0,0 0 0,0 1 0,0-1 0,0 1 0,0-1 0,-1 1 0,1-1 0,0 0 0,0 1 0,0-1 0,0 1 0,0-1 0,0 1 0,1-1 0,-1 0 0,0 1 0,18 14 0,-18-14 0,13 6 0,0 0 0,0 0 0,1-1 0,0-1 0,0 0 0,25 5 0,91 9 0,-109-17 0,24 3 0,456 31 0,-234-31 0,-284-34 0,16 29 0,1-1 0,-1 1 0,0-1 0,0 1 0,1-1 0,-1 1 0,0-1 0,0 1 0,0 0 0,0-1 0,0 1 0,0 0 0,0 0 0,0 0 0,1 0 0,-1 0 0,0 0 0,0 0 0,0 0 0,-1 0 0,-29 4 0,9-2 0,-209-16 0,19 0 0,107 14 0,-1-5 0,-161-28 0,264 32 0,-81-16 0,-95-7 0,168 23 0,1 0 0,24-2 0,-10 3 0,1 0 0,-1 0 0,1 0 0,-1 1 0,1 0 0,-1 0 0,1 0 0,-1 0 0,7 4 0,8 1 0,349 75 0,7-30 0,-336-46 0,24-4 0,-36-1 0,-27 0 0,0 0 0,0-1 0,0 1 0,0 0 0,-1 0 0,1 0 0,0 0 0,0 0 0,0 0 0,0-1 0,0 1 0,0 0 0,0 0 0,0 0 0,0 0 0,0 0 0,0-1 0,0 1 0,-1 0 0,1 0 0,0 0 0,0 0 0,0-1 0,0 1 0,0 0 0,0 0 0,0 0 0,1 0 0,-1-1 0,0 1 0,0 0 0,0 0 0,0 0 0,0 0 0,0 0 0,0-1 0,0 1 0,0 0 0,0 0 0,0 0 0,1 0 0,-1 0 0,0 0 0,0-1 0,0 1 0,0 0 0,0 0 0,0 0 0,1 0 0,-1 0 0,0 0 0,0 0 0,0 0 0,0 0 0,1 0 0,-1 0 0,0 0 0,0 0 0,0 0 0,0 0 0,1 0 0,-1 0 0,0 0 0,0 0 0,0 0 0,0 0 0,1 0 0,-1 0 0,-12-9 0,-5 1 0,-1 2 0,1 0 0,-1 0 0,-1 2 0,-34-4 0,-99 0 0,140 7 0,-262 1 0,71 0 0,150-1 0,-1-2 0,-83-16 0,215 23 0,306 9 0,-365-12 0,293 5 0,-212 0 0,-100-6 0,0 0 0,0 0 0,0 0 0,0 0 0,0 0 0,0 0 0,0 0 0,0 0 0,0 0 0,0 0 0,0 0 0,0 0 0,0 0 0,0 0 0,0 0 0,0 0 0,0 0 0,0 0 0,0 0 0,0 0 0,0 0 0,-1 2 0,0 0 0,-1 0 0,1 0 0,-1 0 0,1 0 0,-1 0 0,0 0 0,0 0 0,-3 2 0,1-1 0,-10 11-1365,2-2-5461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0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263 591 24575,'0'21'0,"8"282"0,0 580 0,-5-488 0,1 31 0,-34 393 0,-10 552 0,94-465 0,-38-683 0,12 82 0,-21-275 0,-4-17 0,0 0 0,-1 0 0,-1 0 0,0 15 0,-1-27 0,0 1 0,0-1 0,0 0 0,0 0 0,-1 1 0,1-1 0,0 0 0,-1 0 0,1 0 0,-1 0 0,0 1 0,1-1 0,-1 0 0,0 0 0,0 0 0,1 0 0,-1 0 0,0-1 0,0 1 0,0 0 0,0 0 0,0-1 0,0 1 0,-2 0 0,-1 1 0,0-1 0,-1 1 0,1-1 0,-1 0 0,-5 0 0,-3 1 0,104-11 0,23-3 0,202 6 0,-46 3 0,-255 3 0,558-24 0,-1 40 0,116 23 0,-281-41 0,213 3 0,-107-11 0,-220 1 0,94-14 0,-75 2 0,451-20 0,-587 33 0,609-37 0,-227 3 0,-2 25 0,-173 11 0,-87-18 0,52-2 0,479 1 0,-106-8 0,-564 30 0,-96 4 0,83-9 0,-137 7 0,3 0 0,0 0 0,0-1 0,0 0 0,0-1 0,0 0 0,-1 0 0,14-7 0,-21 7 0,0 0 0,-1 0 0,0 0 0,1-1 0,-1 1 0,-1 0 0,1-1 0,0 1 0,-1 0 0,1-1 0,-1 1 0,0-1 0,-1-3 0,1 1 0,4-329 0,-4 92 0,23-569 0,29-1026 0,-47 1612 0,3-266 0,0-227 0,-2 332 0,12 99 0,0-52 0,-9 196 0,-1 58 0,-9 53 0,0 32 0,1 0 0,0-1 0,0 1 0,-1 0 0,1 0 0,-1 0 0,1 0 0,-1 0 0,1 0 0,-1 0 0,0 0 0,0 0 0,1 0 0,-1 0 0,0 1 0,0-1 0,0 0 0,0 0 0,0 1 0,0-1 0,0 0 0,0 1 0,-2-1 0,-16 1 0,-196-2 0,-280 6 0,15 22 0,-90 39 0,524-58 0,-321 27 0,141-16 0,-488 24 0,495-33 0,-827 21 0,588-31 0,-313 3 0,-441 9 0,801-8 0,-387 13 0,331-2 0,39-2 0,190-1 0,-296 23 0,-176-10 0,482-23 0,-22 13 0,154-5 0,-1-5 0,-98-8 0,138-1 0,-57-7 0,115 40 0,-5-26-1365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0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 24575,'-1'1'0,"-1"0"0,0 0 0,1-1 0,-1 1 0,0 0 0,1 0 0,-1-1 0,0 1 0,-3-1 0,-10 5 0,7-1 0,0 1 0,1 0 0,-1 1 0,1 0 0,0 0 0,1 0 0,0 1 0,0 0 0,0 0 0,1 1 0,0-1 0,0 1 0,1 0 0,0 1 0,0-1 0,1 1 0,0-1 0,-3 18 0,2-4 0,1 1 0,0-1 0,2 1 0,1 0 0,1-1 0,5 35 0,-3-35 0,2-1 0,0 1 0,15 36 0,-16-48 0,1-1 0,0 0 0,0 0 0,1 0 0,0-1 0,0 1 0,1-1 0,0-1 0,0 0 0,12 9 0,-13-12-42,0-1-1,0 0 0,1 0 1,-1 0-1,1-1 0,-1 0 1,1 0-1,0-1 0,0 0 1,-1 0-1,1 0 0,0-1 1,0 0-1,0-1 0,0 1 1,0-1-1,0-1 0,-1 1 1,1-1-1,0 0 0,-1-1 1,0 0-1,1 0 0,-1 0 1,0 0-1,0-1 0,-1 0 1,1-1-1,-1 1 0,0-1 1,8-9-1,-7 4-6783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67 24575,'0'0'0,"0"0"0,0 0 0,0 0 0,0 0 0,0 0 0,-2 20 0,0 1 0,-9 35 0,6-31 0,-4 34 0,8-51 0,1 0 0,0-1 0,1 1 0,0 0 0,0-1 0,0 1 0,1-1 0,5 14 0,-4-14 0,0-1 0,1 1 0,0-1 0,1 0 0,-1 0 0,1 0 0,0-1 0,1 1 0,7 5 0,-12-11 0,1 0 0,0 0 0,0 0 0,-1-1 0,1 1 0,0 0 0,0-1 0,-1 1 0,1-1 0,-1 0 0,1 1 0,0-1 0,-1 0 0,1 0 0,-1 0 0,3-3 0,5-3 0,0 0 0,-1-1 0,0-1 0,-1 1 0,1-1 0,-2-1 0,1 1 0,-1-1 0,-1 0 0,9-20 0,-4 2 0,-1 0 0,11-59 0,-18 77 0,-1 0 0,0 0 0,0 0 0,-1 0 0,-1 1 0,0-1 0,0 0 0,-1 0 0,0 1 0,-6-17 0,6 28-136,-1-1-1,1 0 1,0 1-1,-1-1 1,1 1-1,0 0 1,0 0-1,0-1 0,-2 4 1,-3 3-6690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1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 24575,'29'29'0,"-23"-22"0,1 1 0,15 12 0,-20-19 0,0 0 0,0 1 0,0-1 0,0 0 0,0 0 0,0 0 0,0-1 0,0 1 0,0 0 0,1-1 0,-1 1 0,0-1 0,0 0 0,1 0 0,-1 0 0,0 0 0,5 0 0,-5-1 0,1 0 0,0-1 0,0 1 0,-1 0 0,1-1 0,-1 0 0,1 0 0,-1 1 0,0-1 0,1 0 0,-1-1 0,0 1 0,-1 0 0,1-1 0,2-3 0,23-45 0,-22 39 0,19-46 0,24-86 0,-35 100 0,-6 27 0,-4 14 0,-1 10 0,-2 20 0,-2 0 0,0 0 0,-8 31 0,5-34 0,1 1 0,1-1 0,2 1 0,1 33 0,0-56 0,0 1 0,0 0 0,1-1 0,-1 1 0,1-1 0,0 1 0,0-1 0,0 0 0,0 1 0,0-1 0,0 0 0,1 0 0,-1 1 0,1-1 0,-1 0 0,1 0 0,0-1 0,0 1 0,0 0 0,0-1 0,4 3 0,-3-3 0,-1 0 0,1 0 0,0 0 0,0 0 0,0-1 0,1 0 0,-1 1 0,0-1 0,0-1 0,0 1 0,0 0 0,0-1 0,0 1 0,0-1 0,0 0 0,0 0 0,0 0 0,2-2 0,4-1 0,0-1 0,-1-1 0,0 1 0,0-1 0,0-1 0,-1 0 0,0 0 0,0 0 0,-1-1 0,0 0 0,0 0 0,7-15 0,4-10 0,24-69 0,-36 89 0,0 0 0,-1-1 0,0-1 0,-1 1 0,0 0 0,-1-1 0,0-22 0,-2 36 0,0 0 0,0 0 0,0 1 0,-1-1 0,1 0 0,0 1 0,-1-1 0,1 0 0,0 1 0,-1-1 0,1 1 0,-1-1 0,1 1 0,-1-1 0,1 1 0,-1-1 0,1 1 0,-1-1 0,1 1 0,-1-1 0,0 1 0,1 0 0,-1 0 0,0-1 0,1 1 0,-1 0 0,0 0 0,1 0 0,-1-1 0,0 1 0,1 0 0,-1 0 0,-1 0 0,-26 2 0,5 2-682,-33 12-1,46-13-6143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1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24575,'0'0'0,"24"1"0,0 0 0,0 2 0,0 1 0,-1 1 0,1 0 0,-1 2 0,-1 1 0,1 1 0,-1 0 0,22 15 0,-33-17 0,-1 1 0,-1 0 0,1 0 0,-1 1 0,-1 0 0,0 1 0,0 0 0,-1 0 0,0 1 0,-1-1 0,6 15 0,-7-15 0,-1 0 0,-1 0 0,0 0 0,0 0 0,-1 0 0,0 1 0,-1-1 0,0 1 0,-1-1 0,0 1 0,-1-1 0,0 1 0,-4 17 0,3-23 0,0 0 0,0 0 0,0 0 0,-1 0 0,0 0 0,0-1 0,0 1 0,-1-1 0,-6 7 0,-42 32 0,28-25 0,-38 34-1365,38-32-5461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63 24575,'0'0'0,"0"0"0,-29-1 0,28 1 0,-1 0 0,1 0 0,0 0 0,0 0 0,0-1 0,0 1 0,-1 0 0,1-1 0,0 1 0,0-1 0,0 1 0,0-1 0,0 0 0,0 1 0,0-1 0,0 0 0,1 0 0,-1 0 0,0 1 0,0-1 0,0 0 0,0-1 0,1 1 0,0 0 0,0 0 0,0 0 0,0 0 0,0 0 0,1 0 0,-1 0 0,0 1 0,1-1 0,-1 0 0,0 0 0,1 0 0,-1 1 0,1-1 0,-1 0 0,1 0 0,-1 1 0,1-1 0,0 0 0,-1 1 0,2-2 0,2-1 0,1-1 0,-1 1 0,1 0 0,0 0 0,0 1 0,0 0 0,0-1 0,7 0 0,-2 1 0,1 1 0,-1 1 0,1 0 0,-1 0 0,1 1 0,-1 0 0,1 1 0,-1 0 0,14 5 0,13 7 0,39 19 0,-76-33 0,46 22 0,42 27 0,-71-38 0,0 1 0,-1 1 0,0 0 0,-1 1 0,17 20 0,-26-25 0,0 0 0,0 1 0,-1-1 0,-1 1 0,0 0 0,0 1 0,-1-1 0,0 1 0,-1-1 0,0 1 0,-1 0 0,0 0 0,0 0 0,-1-1 0,-1 1 0,-2 15 0,1-20-136,1 0-1,-1 1 1,-1-1-1,1 0 1,-1-1-1,0 1 1,-1 0-1,1-1 0,-7 8 1,-3 3-6690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3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467 0 24575,'-13'8'0,"-21"17"0,2 2 0,0 1 0,-38 44 0,-73 105 0,118-140 0,3 1 0,1 0 0,-24 63 0,43-97 0,-6 13-82,3-7-239,1 0 1,0 1-1,-3 12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5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14 219 24575,'-2'4'0,"0"0"0,0-1 0,1 1 0,-1 0 0,1 0 0,0 0 0,0 0 0,1 0 0,-1 1 0,1-1 0,0 0 0,0 0 0,0 0 0,0 0 0,2 6 0,2 10 0,12 38 0,-8-31 0,36 167 0,-10-37 0,-32-147 0,0 0 0,1 0 0,1 0 0,-1 0 0,2-1 0,-1 0 0,1 0 0,1 0 0,0 0 0,0-1 0,0 0 0,10 9 0,-14-15 0,0-1 0,-1 0 0,1 0 0,0 0 0,-1 0 0,1 0 0,0 0 0,0 0 0,0-1 0,0 1 0,-1-1 0,1 1 0,0-1 0,0 0 0,0 0 0,0 0 0,0 0 0,0 0 0,0 0 0,3-1 0,-2 0 0,1 0 0,0-1 0,-1 1 0,1-1 0,-1 0 0,1 0 0,-1-1 0,0 1 0,5-5 0,3-5 0,0 0 0,0-1 0,14-25 0,-1-1 0,-2-2 0,-2-1 0,-1 0 0,17-61 0,-19 39 0,-3 0 0,9-101 0,-18 120 0,4-47 0,-9 80 0,0 0 0,-1 1 0,0-1 0,-1 1 0,-5-19 0,7 30 0,0 0 0,0 0 0,0 0 0,0 0 0,0 0 0,0 0 0,0 0 0,0 0 0,0 0 0,0 1 0,0-1 0,0 0 0,0 0 0,0 0 0,0 0 0,0 0 0,0 0 0,0 0 0,0 0 0,0 0 0,0 0 0,0 0 0,-1 0 0,1 0 0,0 0 0,0 0 0,0 0 0,0 0 0,0 0 0,0 0 0,0 0 0,0 0 0,0 0 0,0 0 0,0 0 0,0 0 0,0 0 0,-1 0 0,1 0 0,0 0 0,0 0 0,0 0 0,0 0 0,0 0 0,0 0 0,0 0 0,0 0 0,0 0 0,0 0 0,0 0 0,0-1 0,0 1 0,0 0 0,0 0 0,0 0 0,0 0 0,0 0 0,-3 12 0,-1 18 0,6 308 0,4-260 0,4 1 0,26 98 0,2-53 0,67 148 0,-99-258 0,51 142 0,-51-135 0,-1 1 0,-1-1 0,-1 1 0,0-1 0,-2 36 0,-2-51 0,1-1 0,-2 1 0,1-1 0,0 0 0,-1 1 0,0-1 0,-1 0 0,1 0 0,-1 0 0,0 0 0,0-1 0,0 1 0,-1-1 0,0 1 0,0-1 0,0-1 0,0 1 0,-7 4 0,-8 5 0,0-2 0,0 0 0,-28 10 0,36-16 0,-29 12 0,0-3 0,-1-1 0,-1-2 0,-71 10 0,99-20 0,1 0 0,-1-1 0,1-1 0,0 0 0,-1-1 0,-20-6 0,11 2 0,1-2 0,-38-18 0,54 23 0,0 0 0,1 0 0,-1 0 0,1-1 0,0 0 0,0 0 0,0-1 0,0 0 0,1 1 0,0-1 0,0-1 0,0 1 0,1-1 0,-1 1 0,1-1 0,1 0 0,-1 0 0,1 0 0,-2-10 0,3 7 0,0 0 0,0 0 0,1 0 0,0 0 0,1 0 0,0 0 0,0 0 0,1 0 0,1 0 0,-1 0 0,1 1 0,1-1 0,5-11 0,6-5 0,0 1 0,2 0 0,0 2 0,2 0 0,1 0 0,0 2 0,1 0 0,1 2 0,32-20 0,13-5 0,3 3 0,79-32 0,-108 54 20,0 2 0,1 2 0,1 2 0,0 1 0,51-5 0,-58 13-232,1 1 0,-1 1 0,0 3-1,0 0 1,0 3 0,58 14 0,-69-12-6614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6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20 24575,'0'0'0,"0"0"0,0 0 0,0 0 0,0 0 0,0 0 0,-13-10 0,12 9 0,-1 0 0,1 0 0,0 0 0,-1 0 0,1 0 0,-1 1 0,1-1 0,-1 0 0,0 1 0,1 0 0,-1-1 0,0 1 0,1 0 0,-1 0 0,0 0 0,1 0 0,-1 0 0,0 0 0,1 0 0,-4 1 0,2 0 0,0 1 0,0-1 0,0 1 0,0 0 0,0-1 0,0 1 0,0 1 0,1-1 0,-5 4 0,0 3 0,-1 0 0,2 0 0,-1 0 0,2 1 0,-8 14 0,6-9 0,0 1 0,1 0 0,1 1 0,1-1 0,0 1 0,1 0 0,0 0 0,1 28 0,2-41 0,1 0 0,0 0 0,-1 0 0,2 0 0,-1-1 0,0 1 0,1 0 0,0-1 0,-1 1 0,1-1 0,1 1 0,-1-1 0,0 0 0,1 0 0,0 0 0,0 0 0,0-1 0,0 1 0,0-1 0,0 0 0,0 0 0,1 0 0,-1 0 0,5 1 0,-1 0 0,0-1 0,0 0 0,0 0 0,0 0 0,0-1 0,1-1 0,-1 1 0,0-1 0,1 0 0,-1-1 0,0 1 0,8-3 0,-8 1 0,0 1 0,-1-2 0,1 1 0,0-1 0,-1 0 0,0 0 0,0-1 0,11-8 0,-15 11 0,0-1 0,-1 0 0,1 1 0,0-1 0,-1 0 0,0 0 0,1 0 0,-1 0 0,0 0 0,0 0 0,0 0 0,0 0 0,-1-1 0,1 1 0,-1 0 0,1-1 0,-1 1 0,0 0 0,1-1 0,-1 1 0,-1 0 0,1-1 0,0 1 0,0 0 0,-1-1 0,0 1 0,1 0 0,-1 0 0,0 0 0,0-1 0,-1-1 0,-1-2-65,-1 1 0,0-1 0,0 1 0,0 0 0,0 0 0,-1 0 0,0 1 0,0-1 0,0 1 0,0 0 0,-1 1 0,0-1 0,1 1 0,-1 0 0,0 1 0,-1-1 0,1 1 0,0 1 0,-1-1 0,-12-1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7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19 24575,'0'0'0,"0"0"0,0 0 0,0 0 0,0 0 0,-5-18 0,2 51 0,-6 70 0,-11 200 0,15-142 0,0-76 0,9 111 0,-2-182 0,0 1 0,-1 0 0,0-1 0,-1 1 0,-1 0 0,-4 25 0,5-21 0,-1-9 0,-9-19 0,9 7 0,1 1 0,-1-1 0,0 0 0,1 0 0,0 1 0,-1-1 0,1 0 0,0 0 0,0 0 0,0 0 0,0 0 0,0 0 0,0 1 0,0-1 0,1 0 0,-1 0 0,1 0 0,-1 1 0,1-1 0,0 0 0,0 0 0,-1 1 0,1-1 0,1 1 0,-1-1 0,0 1 0,0-1 0,2-1 0,-2 2 0,-1 0 0,0 0 0,0-1 0,0 1 0,0 0 0,0 0 0,0 0 0,-1 0 0,1 0 0,0-1 0,-1 1 0,1 0 0,0 0 0,-1 0 0,1 0 0,-1 0 0,-1-1 0,-11-24 0,12 25 0,1 4 0,0 0 0,0 0 0,-1 0 0,0 0 0,1 0 0,-1 0 0,-2 5 0,-1 3 0,-27 120 0,-73 290 0,99-406 0,1 0 0,1 0 0,0 0 0,1 0 0,0 0 0,2 1 0,1 21 0,-1-34 0,5 16 0,-2-16 0,2-10 0,18-48 0,29-110 0,-3 6 0,13 26 0,-62 132 0,0 0 0,0 0 0,1-1 0,-1 1 0,1 0 0,-1 0 0,1 0 0,-1 0 0,1 0 0,0 0 0,0 1 0,-1-1 0,1 0 0,0 0 0,0 0 0,0 1 0,0-1 0,0 0 0,2 0 0,-2 1 0,1 0 0,-1 0 0,1 1 0,-1-1 0,1 1 0,-1-1 0,1 1 0,-1-1 0,0 1 0,1 0 0,-1 0 0,2 1 0,9 5 0,-10-6 0,0 0 0,-1 0 0,1 1 0,-1-1 0,1 1 0,-1-1 0,0 1 0,0-1 0,1 1 0,-1 0 0,0 0 0,0-1 0,0 4 0,10 29 0,-5-16 0,119 262 0,-86-202 0,-20-31 0,-1 0 0,12 54 0,-7-24 0,10 15 0,-44-118 26,1 0 1,2 0-1,-10-55 0,-3-85-1075,19 147 628,-3-29-6405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24575,'0'0'0,"0"0"0,0 0 0,0 0 0,0 0 0,-13 9 0,4-1 0,0 1 0,1 0 0,0 0 0,0 0 0,-12 21 0,-27 59 0,37-68 0,-31 68 0,25-51 0,-1-1 0,-2-1 0,-38 53 0,87-168-1365,-19 51-5461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08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0,7 8 0,24 32 0,-3 2 0,42 78 0,20 32 0,-78-136-100,-7-10-81,0 1 0,0 0 1,-1 0-1,1 1 0,-2-1 1,5 12-1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1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24575,'12'23'0,"0"3"0,-2 1 0,0 0 0,-2 0 0,-1 1 0,-2 0 0,5 52 0,-9 177 0,-2-211 0,-21 229 0,0 52 0,24-90 0,-3 245 0,-6 225 0,5-689 0,2-7 0,17-4 0,73 12 0,1-5 0,0-3 0,101-2 0,140 14 0,-330-23 0,1 1 0,0-1 0,-1 0 0,1 0 0,0 0 0,-1-1 0,1 1 0,0-1 0,-1 1 0,1-1 0,-1 0 0,1 0 0,-1 0 0,1 0 0,-1 0 0,4-4 0,-4 0 0,0 0 0,-1 0 0,0 0 0,0 0 0,-1-1 0,0 1 0,1 0 0,-2-1 0,1 1 0,-1 0 0,-1-10 0,-1 0 0,-6-87 0,7-168 0,4 138 0,-16-686 0,13 791 0,-29-552 0,10 148 0,11 239 0,8 184 0,1 1 0,-1 0 0,-1 0 0,1 0 0,-1 0 0,-5-9 0,-13 16 0,-47-1 0,1 4 0,0 3 0,-125 26 0,50 9-1365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17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24575,'20'-7'0,"13"-5"0,-9 25 0,-7-8 0,-1 0 0,2-1 0,-1-1 0,0 0 0,0-2 0,26 0 0,106-13 0,-53-1 0,168-14 0,-140 24 0,407-27 0,-150 10 0,-71 7 0,460-3 0,-710 17 0,339 17 0,-47 0 0,101 9 0,-274-14 0,168-6 0,-150-6 0,269-2 0,45 0 0,-129 26 0,15-8 0,-261-14 0,968 5 0,-777-34 0,-217 15 0,92-3 0,11 0 0,-90-6 0,-118 19 0,0 0 0,0 1 0,0 0 0,0 0 0,8 1 0,8 1 0,-16-6 0,-11-6 0,3 6-104,3 4 59,-1-1 0,0 0 0,0 0 0,0 0-1,0 1 1,1-1 0,-1 0 0,0 0 0,1 0 0,-1 0 0,1-1 0,-1 1 0,1 0 0,0 0 0,-1 0 0,1 0 0,0 0 0,0-1 0,0 1 0,0 0 0,0 0 0,0 0 0,0 0 0,0-1 0,0 1 0,1 0 0,0-2 0,2-5-6781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18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0 24575,'0'4'0,"-1"0"0,0 0 0,1-1 0,-1 1 0,-1 0 0,1-1 0,0 1 0,-1 0 0,0-1 0,0 0 0,0 1 0,0-1 0,-6 6 0,-4 4 0,-26 21 0,15-14 0,3-1 0,-14 11 0,2 1 0,1 2 0,2 1 0,-34 50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19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902 1 24575,'-18'14'0,"-73"40"0,52-32 0,-46 34 0,-25 34 0,-49 36 0,-146 102 0,213-161-1183,90-65 1001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2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63 24575,'-3'1'0,"1"0"0,-1 1 0,1-1 0,-1 0 0,1 1 0,-1-1 0,1 1 0,-3 2 0,-1 2 0,-297 223 0,209-153 0,74-58 0,0 1 0,1 0 0,-25 34 0,44-52 0,0 0 0,0-1 0,0 1 0,0-1 0,0 1 0,0-1 0,0 1 0,0 0 0,0-1 0,1 1 0,-1-1 0,0 1 0,0-1 0,1 1 0,-1-1 0,0 1 0,1-1 0,-1 1 0,0-1 0,1 1 0,-1-1 0,1 0 0,-1 1 0,1-1 0,0 1 0,12 9 0,-4-6 0,0 0 0,0 0 0,0-1 0,1 0 0,-1-1 0,1 0 0,0-1 0,10 1 0,83-1 0,-77-2 0,152-8 0,76-1 0,-157 11 0,-97-1 0,1 0 0,0 0 0,-1 0 0,1 0 0,-1-1 0,1 1 0,-1 0 0,1 0 0,-1 0 0,1 0 0,-1-1 0,1 1 0,-1 0 0,1 0 0,-1-1 0,0 1 0,1 0 0,-1-1 0,1 1 0,-1 0 0,0-1 0,1 1 0,-1-1 0,0 1 0,1 0 0,-1-1 0,0 1 0,0-1 0,0 1 0,1-2 0,-2-19 0,-11-18 0,-11-7 0,-1 1 0,-34-47 0,29 49 0,3-1 0,-24-53 0,3 8 0,46 87-80,5 6 280,5 7-1685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2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24575,'5'0'0,"0"1"0,0 0 0,-1 0 0,1 1 0,5 2 0,6 1 0,2 1 0,-1 1 0,0 1 0,0 1 0,0 0 0,-1 1 0,-1 0 0,22 20 0,-11-7 0,0 2 0,-2 1 0,24 34 0,-43-54 0,18 24 0,-1 2 0,-1 0 0,17 39 0,-34-62 0,-1 0 0,0 0 0,0 1 0,-1-1 0,-1 0 0,0 1 0,0-1 0,-1 11 0,0-15 0,0 0 0,-1 0 0,1 0 0,-1 0 0,0 0 0,-1-1 0,1 1 0,-1 0 0,0-1 0,0 1 0,0-1 0,-1 0 0,0 0 0,1 0 0,-1 0 0,-1 0 0,-4 5 0,7-9 0,0 1 0,0 0 0,0 0 0,0-1 0,1 1 0,-1 0 0,0-1 0,0 1 0,-1-1 0,1 1 0,0-1 0,0 1 0,0-1 0,0 0 0,0 0 0,0 1 0,0-1 0,-1 0 0,1 0 0,0 0 0,0 0 0,0-1 0,0 1 0,0 0 0,-1 0 0,0-1 0,1 0 0,-1 0 0,1-1 0,-1 1 0,1 0 0,0-1 0,0 1 0,-1-1 0,1 1 0,0-1 0,0 1 0,1-1 0,-1 0 0,0 0 0,0-2 0,-2-5 0,1 0 0,0-1 0,0 1 0,1-1 0,1-9 0,1-4 0,1 1 0,1-1 0,11-39 0,28-65 0,-9 30 0,-32 93 0,4-17 0,-10 17 0,-6 8 0,-44 31 0,2 3 0,-64 60 0,52-42 0,50-44-104,-6 5 223,-35 36-1,52-47-243,-1 0 1,0-1-1,1 1 0,0 1 0,1-1 0,-1 1 0,1-1 0,0 1 1,1 0-1,0 0 0,-2 12 0,2-7-6701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24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24575,'0'0'0,"0"0"0,0 0 0,0 0 0,0 0 0,0 24 0,10 375 0,-28 260 0,5-429 0,-19 246 0,11 87 0,21-73 0,-10-337 0,1 20 0,8-172 0,1-1 0,0 1 0,0-1 0,0 1 0,-1-1 0,1 1 0,0-1 0,-1 1 0,1 0 0,0-1 0,-1 0 0,1 1 0,-1-1 0,1 1 0,-1-1 0,1 1 0,-1-1 0,1 0 0,-1 1 0,0-1 0,1 0 0,0 0 0,0 1 0,-1-1 0,1 0 0,0 0 0,0 0 0,-1 0 0,1 0 0,0 0 0,-1 0 0,1 0 0,0 0 0,0 0 0,-1 0 0,1 0 0,0 0 0,-1 0 0,1 0 0,0 0 0,0 0 0,-1 0 0,1-1 0,0 1 0,0 0 0,-1 0 0,1 0 0,0 0 0,0-1 0,0 1 0,-1 0 0,1 0 0,0 0 0,0-1 0,0 1 0,-1 0 0,1 0 0,0-1 0,0 1 0,0 0 0,0 0 0,0-1 0,0 1 0,0 0 0,0 0 0,0-1 0,0 1 0,0 0 0,0-1 0,-3-20-66,2 1-1,1-1 1,1 0-1,5-35 0,-3 29-965,2-11-5794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25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0 24575,'-2'1'0,"-1"-1"0,1 1 0,0 0 0,0-1 0,0 1 0,0 0 0,0 0 0,0 1 0,1-1 0,-1 0 0,-2 3 0,3-3 0,-28 24 0,2 1 0,1 2 0,-35 47 0,-11 13 0,-78 75 0,148-160 0,0 0 0,-1 0 0,1 0 0,1 1 0,-1-1 0,0 0 0,1 1 0,0-1 0,0 1 0,0 0 0,-1 7 0,2-10 0,0 1 0,0-1 0,0 1 0,0-1 0,0 1 0,0-1 0,0 1 0,1-1 0,-1 1 0,1-1 0,-1 1 0,1-1 0,-1 0 0,1 1 0,0-1 0,0 0 0,0 0 0,0 1 0,0-1 0,0 0 0,0 0 0,0 0 0,0 0 0,0 0 0,0 0 0,1 0 0,-1-1 0,0 1 0,3 1 0,5 0 0,0 0 0,0 0 0,0 0 0,0-1 0,1-1 0,13 0 0,59-9 0,-37 3 0,416-23 0,-460 29 0,-1 0 0,1 0 0,0 0 0,-1 0 0,1 0 0,-1 0 0,1 0 0,0 0 0,-1 0 0,1 0 0,-1-1 0,1 1 0,-1 0 0,1 0 0,0-1 0,-1 1 0,1 0 0,-1-1 0,0 1 0,1-1 0,-1 1 0,1-1 0,-1 1 0,0 0 0,1-1 0,-1 1 0,1-2 0,-1 1 0,1-1 0,-1 1 0,0-1 0,0 1 0,0 0 0,0-1 0,0 1 0,0-1 0,0 1 0,0-1 0,-1-1 0,-1-3 0,0 0 0,-1 0 0,1 0 0,-6-8 0,-24-32 0,-41-45 0,45 59 0,1-2 0,2 0 0,-26-47 0,20 32-1365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26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24575,'5'21'0,"-2"15"0,-1-1 0,-2 1 0,-8 69 0,3-58 0,2 81 0,4-118 0,0 0 0,1 0 0,0 0 0,0 0 0,5 10 0,-7-18 0,1-1 0,0 1 0,0 0 0,0 0 0,0 0 0,0-1 0,1 1 0,-1 0 0,0-1 0,1 1 0,0-1 0,-1 0 0,1 1 0,1 0 0,-1-1 0,-1-1 0,1 0 0,-1 1 0,0-1 0,1 0 0,-1 0 0,1 0 0,-1 0 0,0 0 0,1 0 0,-1 0 0,1-1 0,-1 1 0,0 0 0,1-1 0,-1 1 0,0-1 0,1 1 0,-1-1 0,0 0 0,0 0 0,0 0 0,2-1 0,8-7 0,0-1 0,-1 0 0,0-1 0,-1 0 0,-1-1 0,1 0 0,-2 0 0,0 0 0,0-1 0,5-15 0,3-12 0,-1-1 0,9-47 0,1-63 0,-22 144 0,1 7 0,1 15 0,1 29 0,-4-41 0,61 371 0,-39-258 0,-20-98 0,5 25 0,4 61 0,-11-91 0,-1 1 0,0-1 0,-1 0 0,-1 0 0,0 1 0,-1-1 0,0-1 0,-1 1 0,-7 15 0,3-13 0,0 0 0,0 0 0,-2 0 0,0-1 0,-1-1 0,0 1 0,-21 17 0,26-25 0,-1-1 0,0 0 0,-1 0 0,1-1 0,-1 1 0,0-2 0,0 1 0,0-1 0,-1 0 0,1-1 0,-1 0 0,1-1 0,-1 1 0,0-2 0,0 1 0,-16-2 0,7-1 0,1-1 0,-1-1 0,-27-9 0,37 10 0,0 0 0,0-1 0,0 0 0,0 0 0,1 0 0,0-1 0,0-1 0,0 1 0,-8-10 0,11 11 0,1 0 0,0 0 0,0 0 0,1-1 0,-1 1 0,1-1 0,0 1 0,0-1 0,1 0 0,0 0 0,-1 1 0,1-1 0,1 0 0,-1 0 0,1-6 0,0 4 0,1 0 0,0 0 0,1 0 0,0 0 0,0 0 0,0 0 0,1 1 0,-1-1 0,8-10 0,0 2 0,1 1 0,1 0 0,0 0 0,0 1 0,2 1 0,-1 0 0,25-16 0,1 3 0,2 1 0,1 3 0,1 1 0,72-23 0,-80 32 0,-1 3 0,1 1 0,1 1 0,-1 2 0,1 2 0,61 3 0,-82 0-136,0 2-1,0-1 1,-1 2-1,1 0 1,-1 1-1,0 0 1,0 1-1,0 0 0,20 15 1,-19-11-6690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33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60 24575,'0'0'0,"-4"-1"0,0 0 0,-1-1 0,1 1 0,0-1 0,0 1 0,0-1 0,0 0 0,-5-4 0,-6-2 0,15 8 0,-11-7 0,-1 2 0,0 0 0,0 0 0,-19-4 0,27 8 0,0 0 0,1 1 0,-1 0 0,1 0 0,-1 0 0,0 0 0,1 0 0,-1 1 0,1-1 0,-1 1 0,1 0 0,-1 0 0,1 1 0,0-1 0,-1 1 0,1-1 0,0 1 0,0 0 0,0 0 0,0 1 0,-4 3 0,-2 5 0,0 0 0,0 1 0,2 0 0,-1 0 0,1 0 0,1 1 0,0 0 0,1 0 0,1 1 0,0 0 0,0-1 0,2 1 0,-2 19 0,2-7 0,1 0 0,1-1 0,2 1 0,1 0 0,0-1 0,12 41 0,-13-60 0,-1-1 0,1 0 0,0 1 0,1-1 0,-1 0 0,1 0 0,0-1 0,0 1 0,1 0 0,-1-1 0,1 0 0,5 5 0,-6-7 0,0 0 0,0 0 0,1 0 0,-1-1 0,1 1 0,-1-1 0,1 1 0,-1-1 0,1 0 0,0-1 0,0 1 0,-1-1 0,1 0 0,0 1 0,0-2 0,0 1 0,0 0 0,6-2 0,0-2 0,0 1 0,0-1 0,0-1 0,-1 0 0,1-1 0,-1 1 0,0-2 0,8-7 0,9-5 0,-17 8-477,-8 8-411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34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24575,'-4'237'0,"3"136"0,6-249 0,-20-375-1365,11 209-5461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34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28 24575,'-10'-2'0,"-4"-1"0,14 2 0,0 0 0,1 1 0,-1-1 0,0 1 0,1-1 0,-1 1 0,1-1 0,-1 1 0,1 0 0,-1-1 0,1 1 0,-1 0 0,1-1 0,0 1 0,-1 0 0,1-1 0,-1 1 0,1 0 0,0 0 0,-1 0 0,1 0 0,1 0 0,11-4 0,-1 1 0,1 0 0,0 1 0,1 1 0,-1 0 0,0 0 0,0 2 0,14 1 0,12 3 0,52 14 0,-87-18 0,0 0 0,0 0 0,0 0 0,-1 1 0,1-1 0,0 1 0,-1 0 0,1 0 0,-1 0 0,1 1 0,-1-1 0,0 1 0,0 0 0,0 0 0,-1 0 0,1 0 0,4 6 0,-6-4 0,1-1 0,-1 1 0,1-1 0,-1 1 0,0-1 0,-1 1 0,1 0 0,-1-1 0,0 1 0,0 0 0,-1-1 0,1 1 0,-1 0 0,0-1 0,-2 6 0,-1 2 0,0-1 0,-1 0 0,0-1 0,0 1 0,-2-1 0,1 0 0,-1 0 0,-16 16 0,3-6 0,0-1 0,-39 27 0,57-44-80,-1-1 0,0 1-1,0-1 1,0 1 0,0-1-1,0 0 1,0 0 0,0 0-1,0 0 1,-1-1 0,1 0 0,0 1-1,0-1 1,-1 0 0,1 0-1,-5-1 1,1-1-6746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35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69 24575,'0'21'0,"0"349"0,0-369 0,0 0 0,0 0 0,-1 1 0,1-1 0,0 0 0,0 0 0,-1 0 0,1 0 0,-1 0 0,1 0 0,-1 1 0,1-1 0,-1 0 0,0 0 0,0-1 0,1 1 0,-3 2 0,3-3 0,0 0 0,-1 0 0,1 1 0,-1-1 0,1 0 0,0 0 0,-1 0 0,1 0 0,0 0 0,-1 0 0,1 1 0,-1-1 0,1 0 0,-1 0 0,1 0 0,0 0 0,-1 0 0,1-1 0,-1 1 0,1 0 0,0 0 0,-1 0 0,1 0 0,0 0 0,-1 0 0,1-1 0,-1 1 0,1 0 0,0 0 0,-1-1 0,1 1 0,0 0 0,0-1 0,-1 1 0,1 0 0,0 0 0,0-1 0,-1 1 0,1-1 0,0 1 0,0 0 0,0-1 0,0 1 0,-1 0 0,1-1 0,0 1 0,0-1 0,0 1 0,0-1 0,-5-16 0,1-1 0,0 1 0,2-1 0,-2-18 0,3-74 0,1 83 0,0 26 0,0-21 0,1 0 0,0 0 0,2 1 0,7-32 0,-9 48 0,0 0 0,1 1 0,0-1 0,0 1 0,0-1 0,0 1 0,1 0 0,-1 0 0,1 0 0,0 0 0,0 0 0,1 1 0,-1-1 0,1 1 0,0 0 0,0 0 0,0 1 0,0-1 0,0 1 0,0 0 0,1 0 0,-1 0 0,1 0 0,0 1 0,-1 0 0,8-1 0,0 1 0,1 0 0,0 2 0,0-1 0,0 2 0,-1-1 0,25 8 0,-28-6 0,0 0 0,0 0 0,0 1 0,0 0 0,-1 0 0,0 1 0,0 0 0,0 1 0,-1 0 0,8 7 0,-13-11 0,1 1 0,-1 0 0,0 0 0,0 0 0,0 0 0,0 0 0,-1 1 0,1-1 0,-1 0 0,0 1 0,0-1 0,0 1 0,-1-1 0,1 1 0,-1-1 0,1 1 0,-2 7 0,0-6 0,0 1 0,0 0 0,-1 0 0,0-1 0,0 1 0,-1-1 0,0 1 0,0-1 0,0 0 0,-4 5 0,-3 3 0,-1-1 0,0-1 0,-1 0 0,-1 0 0,1-1 0,-2-1 0,-15 10 0,21-16 0,-1 0 0,0 0 0,1 0 0,-1-1 0,0-1 0,0 1 0,-12-1 0,-6 2 0,43-4 0,-1 1 0,0 0 0,1 1 0,-1 1 0,28 6 0,78 28 0,-115-33 0,1-1 0,-1 1 0,-1 0 0,1 1 0,0-1 0,-1 1 0,0 0 0,0 0 0,0 1 0,0 0 0,-1-1 0,1 2 0,-1-1 0,6 11 0,-9-13 0,1 1 0,-1-1 0,1 0 0,-1 1 0,0-1 0,-1 1 0,1-1 0,-1 1 0,1 0 0,-1-1 0,0 1 0,0-1 0,-1 1 0,1 0 0,-1-1 0,0 1 0,1-1 0,-2 1 0,1-1 0,0 0 0,-1 1 0,1-1 0,-1 0 0,0 0 0,0 0 0,0 0 0,-1 0 0,-2 3 0,-4 1 0,1 0 0,-1 0 0,-1-1 0,1 0 0,-1 0 0,0-1 0,0 0 0,-1-1 0,-18 5 0,14-5 0,-1-1 0,0 0 0,0-1 0,0 0 0,0-2 0,-21-1 0,28 0-273,-1-1 0,0 0 0,1-1 0,-12-4 0,15 4-6553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3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24575,'-2'18'0,"-13"283"0,14-246 0,-6 112 0,22-244-1365,-11 47-5461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3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24575,'-1'4'0,"0"-1"0,-1 1 0,1 0 0,-1 0 0,0-1 0,0 1 0,0-1 0,-1 1 0,1-1 0,-1 0 0,0 0 0,-5 5 0,-5 2 0,0-1 0,-15 9 0,17-12 0,0 1 0,0 1 0,-12 10 0,20-15 0,0 0 0,0 0 0,1 0 0,-1 0 0,1 1 0,-1-1 0,1 1 0,0 0 0,-1 4 0,2-7 0,1 1 0,0-1 0,0 1 0,0-1 0,0 1 0,0-1 0,0 1 0,0 0 0,0-1 0,1 1 0,-1-1 0,1 1 0,-1-1 0,1 1 0,0-1 0,-1 0 0,1 1 0,0-1 0,0 0 0,0 0 0,0 1 0,0-1 0,0 0 0,0 0 0,0 0 0,1 0 0,1 1 0,34 24 0,78 40 0,-57-34 0,-16-12-1365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42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1064 1490 24575,'0'0'0,"0"0"0,0 0 0,11 2 0,12-2 0,-1-1 0,1-1 0,0-1 0,-1-1 0,23-7 0,-8 2 0,4 0 0,-1-2 0,0-1 0,0-3 0,47-24 0,-70 30 0,1-1 0,-2-1 0,0 0 0,0-2 0,-1 1 0,0-2 0,-1 0 0,-1-1 0,0 0 0,-1-1 0,12-21 0,-3-2 0,-2-1 0,-2-1 0,-1 0 0,-3-1 0,9-44 0,-15 51 0,-2 0 0,-2 0 0,0 0 0,-3-1 0,-1 1 0,-10-61 0,7 78 0,-1 1 0,-1 0 0,0 1 0,-1-1 0,-1 1 0,0 1 0,-1 0 0,-1 0 0,-1 0 0,0 1 0,-15-14 0,-1 1 0,-2 1 0,-1 1 0,-1 2 0,-35-20 0,34 25 0,-1 1 0,-1 2 0,0 1 0,-58-15 0,27 14 0,-112-12 0,124 24 0,0 1 0,0 3 0,1 2 0,-1 3 0,1 2 0,-63 17 0,74-13 0,1 1 0,0 2 0,1 2 0,1 2 0,0 1 0,2 2 0,0 1 0,-39 34 0,53-36 0,1 0 0,2 1 0,0 0 0,1 2 0,1 0 0,1 1 0,2 1 0,0 1 0,-10 28 0,11-17 0,1 1 0,1 0 0,3 1 0,1 0 0,2 0 0,0 44 0,5-44 0,1-1 0,2 0 0,2 0 0,1 0 0,2 0 0,2-1 0,2 0 0,18 43 0,71 132 0,-80-175 0,1-2 0,2-1 0,45 52 0,-49-65 0,2-1 0,0-1 0,1 0 0,31 19 0,-35-28 0,0-1 0,1 0 0,0-1 0,1-2 0,0 0 0,34 7 0,34 3 0,0-3 0,122 1 0,-166-18 0,0-2 0,-1-2 0,0-2 0,48-17 0,56-11 0,-135 33 0,-1-1 0,0 0 0,0-1 0,0 0 0,-1-1 0,0 0 0,0-1 0,18-16 0,-12 7 0,-1-1 0,-1 0 0,-1-1 0,0-1 0,13-26 0,46-109 0,-68 145 0,19-52 0,33-125 0,-9-69 0,-43 212 0,-1 1 0,-3-1 0,-1 1 0,-2-1 0,-3 0 0,-1 1 0,-22-82 0,12 65 0,-3 0 0,-28-63 0,38 105 0,0 0 0,-1 1 0,-1 0 0,-1 1 0,0 0 0,-1 0 0,0 1 0,-2 1 0,0 1 0,-31-23 0,12 16 0,-2 0 0,0 3 0,-1 0 0,0 3 0,-1 1 0,-1 2 0,0 2 0,-52-7 0,47 12 0,1 1 0,-1 3 0,0 1 0,1 2 0,0 2 0,0 2 0,-67 20 0,74-14 14,1 1-1,0 3 0,2 0 0,0 2 1,0 2-1,2 0 0,1 3 1,-34 32-1,-18 26-756,-94 124 1,125-142-6084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45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1818 1842 24575,'31'-15'0,"-1"0"0,0-2 0,-1-1 0,-1-1 0,39-35 0,-29 19 0,-2-2 0,61-82 0,-37 35 0,83-157 0,-113 180 0,-2-2 0,-4-2 0,27-104 0,-44 138 0,-2 0 0,-1-1 0,-1 1 0,-2-1 0,-1 0 0,-2 1 0,0-1 0,-3 1 0,0 0 0,-15-45 0,12 57 0,0 1 0,-2-1 0,0 1 0,-1 1 0,-21-27 0,0 7 0,-43-39 0,53 56 0,0 2 0,-2 0 0,0 1 0,0 2 0,-2 0 0,0 2 0,-45-17 0,35 19 0,-1 1 0,-1 2 0,1 1 0,-1 2 0,-54 0 0,4 5 0,0 4 0,-120 20 0,149-13 0,0 3 0,1 2 0,1 3 0,-77 37 0,37-7 0,2 5 0,3 3 0,-167 138 0,214-153 0,3 1 0,1 3 0,2 1 0,3 2 0,-39 67 0,28-32 0,4 2 0,-50 146 0,40-60 0,48-151 0,2 0 0,0 0 0,1 1 0,1-1 0,0 1 0,5 29 0,-2-39 0,2 0 0,-1 1 0,1-1 0,1-1 0,1 1 0,-1-1 0,2 1 0,-1-2 0,1 1 0,1-1 0,0 0 0,1 0 0,0-1 0,0-1 0,13 10 0,-4-4 0,1-1 0,1-1 0,0 0 0,1-2 0,0 0 0,1-2 0,33 10 0,-3-7 0,0-2 0,1-3 0,0-1 0,79-5 0,-32-6 0,142-28 0,79-36 0,-305 65-1365,-2 1-5461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46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0 24575,'-3'4'0,"1"0"0,-1-1 0,0 1 0,-1-1 0,1 0 0,-7 5 0,-9 10 0,-418 513 0,426-517 0,2-3 0,1 1 0,-11 20 0,17-30 0,1 1 0,0-1 0,0 1 0,0 0 0,0 0 0,0-1 0,0 1 0,1 0 0,0 0 0,-1 0 0,1 0 0,0 0 0,0 0 0,1 0 0,-1 0 0,0-1 0,1 1 0,1 4 0,-1-5 0,0-1 0,0 1 0,1 0 0,-1-1 0,0 1 0,1-1 0,-1 1 0,1-1 0,0 0 0,-1 1 0,1-1 0,0 0 0,0 0 0,-1 0 0,1 0 0,0-1 0,0 1 0,0-1 0,4 1 0,42 4 0,-45-5 0,119-1 0,233-31 0,-344 30 0,0 0 0,-1 0 0,0-1 0,1-1 0,14-6 0,-22 8 0,-1 1 0,0 0 0,1-1 0,-1 1 0,0-1 0,0 0 0,0 0 0,0 0 0,0 0 0,0 0 0,0 0 0,-1 0 0,1-1 0,-1 1 0,0-1 0,0 1 0,0-1 0,0 1 0,0-1 0,0 0 0,-1 1 0,1-1 0,-1 0 0,1 1 0,-2-7 0,0 0 0,0 0 0,-1 0 0,-1 0 0,1 0 0,-1 0 0,-1 1 0,-8-16 0,-40-55 0,42 65 0,-60-78 0,-20-29 0,76 89 0,12 28 0,3 13 0,1 5 0,-1-9-151,0-1-1,0 1 0,0 0 0,1-1 1,0 1-1,0-1 0,0 1 1,4 5-1,3 4-6674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46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0,16 5 0,94 21 0,-78-20 0,0 1 0,0 2 0,36 14 0,-51-15 0,0 1 0,0 0 0,-1 1 0,0 1 0,0 0 0,-2 1 0,18 17 0,-25-21 0,-1 0 0,0 0 0,0 0 0,0 0 0,-1 1 0,-1 0 0,1 0 0,-2 0 0,1 1 0,-1 0 0,-1-1 0,1 1 0,-2 0 0,1 0 0,-1 16 0,-1-19 0,0 1 0,0-1 0,-1 1 0,0-1 0,0 1 0,-1-1 0,-4 14 0,6-21 0,0 0 0,-1 1 0,1-1 0,0 1 0,0-1 0,0 0 0,0 1 0,0-1 0,-1 0 0,1 1 0,0-1 0,0 0 0,0 1 0,-1-1 0,1 0 0,0 0 0,-1 1 0,1-1 0,0 0 0,-1 0 0,1 0 0,0 1 0,-1-1 0,1 0 0,0 0 0,-1 0 0,1 0 0,0 0 0,-1 0 0,1 1 0,-1-1 0,1 0 0,0 0 0,-1 0 0,1 0 0,0-1 0,-1 1 0,1 0 0,-1 0 0,1 0 0,0 0 0,-1 0 0,1 0 0,0-1 0,-1 1 0,1 0 0,0 0 0,-1 0 0,1-1 0,0 1 0,-1 0 0,1 0 0,0-1 0,0 1 0,-1 0 0,1-1 0,-11-24 0,-7-63-1365,12 46-5461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4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24575,'-3'9'0,"-12"19"0,-2-1 0,0 0 0,-2-2 0,-1 0 0,-29 27 0,20-21 0,1 2 0,-29 44 0,34-41-1365,15-22-5461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55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707 21 24575,'0'0'0,"0"0"0,-8 1 0,-9 2 0,0 1 0,1 0 0,-1 2 0,2 0 0,-1 0 0,0 2 0,1 0 0,1 0 0,-1 2 0,2 0 0,-15 13 0,-13 14 0,2 3 0,-38 48 0,-248 259 0,324-345 0,-1-1 0,1 0 0,-1 1 0,1-1 0,0 1 0,0 0 0,-1-1 0,1 1 0,0 0 0,1 0 0,-1 0 0,0 0 0,0-1 0,1 1 0,-1 0 0,1 0 0,0 0 0,-1 4 0,2-4 0,-1-1 0,1 1 0,-1 0 0,1 0 0,0-1 0,-1 1 0,1-1 0,0 1 0,0-1 0,0 1 0,0-1 0,0 1 0,1-1 0,-1 0 0,0 1 0,1-1 0,-1 0 0,1 0 0,-1 0 0,1 0 0,2 1 0,10 4 0,1 0 0,-1-1 0,1-1 0,0 0 0,0-1 0,26 1 0,93-1 0,-127-3 0,360 0 0,-365 0 0,0 0 0,0 0 0,0 0 0,0 0 0,0 0 0,0-1 0,0 1 0,0-1 0,0 1 0,0-1 0,0 0 0,0 0 0,-1 1 0,1-1 0,0-1 0,0 1 0,2-2 0,-3 2 0,0-1 0,0 1 0,-1-1 0,1 1 0,0-1 0,0 1 0,-1-1 0,1 0 0,-1 1 0,0-1 0,1 0 0,-1 1 0,0-1 0,0 0 0,0 1 0,0-4 0,-2-4 0,-1-1 0,1 1 0,-1-1 0,-1 1 0,-6-13 0,9 20 0,-49-101 0,5 14 0,-44-129 0,71 156 0,-12-84 0,30 143-1365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56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24575,'27'204'0,"-22"-142"0,23 104 0,-27-159 0,1-1 0,0 1 0,0 0 0,0 0 0,1-1 0,4 9 0,-6-13 0,1 0 0,-1-1 0,0 1 0,1 0 0,-1-1 0,1 0 0,0 1 0,0-1 0,-1 0 0,1 0 0,0 0 0,0 0 0,0 0 0,0 0 0,0 0 0,0-1 0,0 1 0,0-1 0,0 1 0,1-1 0,3 0 0,-2 0 0,0 0 0,0-1 0,-1 1 0,1-1 0,0 0 0,0 0 0,-1 0 0,1 0 0,0-1 0,-1 0 0,0 0 0,1 1 0,4-5 0,-3 1 0,1 0 0,-1 0 0,0 0 0,0-1 0,0 0 0,5-10 0,1-3 0,-2-1 0,0-1 0,10-34 0,-10 23 0,-1 0 0,-1-1 0,-2 0 0,-2 0 0,-1 0 0,-1 0 0,-4-35 0,-3 145 0,7-30 0,3 0 0,17 87 0,38 88 0,-10-44 0,-44-157 0,-1 1 0,0 0 0,-1-1 0,-1 30 0,-2-46 0,0 1 0,-1 0 0,0 0 0,0 0 0,0 0 0,0 0 0,-1-1 0,0 1 0,0-1 0,-1 1 0,0-1 0,0 0 0,0 0 0,0 0 0,-1 0 0,0-1 0,0 1 0,0-1 0,0 0 0,-10 6 0,3-3 0,-1-2 0,0 0 0,0 0 0,-1-1 0,1 0 0,-1-1 0,0-1 0,0 0 0,0-1 0,0 0 0,0-1 0,0 0 0,0-1 0,0-1 0,-25-5 0,27 4 0,0 0 0,-1-1 0,1 0 0,0 0 0,1-1 0,-1-1 0,1 1 0,0-2 0,1 1 0,0-2 0,0 1 0,0-1 0,1 0 0,0-1 0,0 0 0,1 0 0,0-1 0,-6-13 0,10 17 0,0 0 0,1 0 0,0-1 0,1 1 0,-1 0 0,1-1 0,0 1 0,1-1 0,-1 0 0,1 1 0,1-1 0,-1 1 0,4-14 0,-2 11 0,2 0 0,-1 0 0,1 0 0,0 1 0,1 0 0,0-1 0,0 1 0,13-13 0,-4 6 0,1 1 0,1 0 0,1 1 0,0 1 0,0 0 0,1 1 0,1 1 0,22-8 0,-21 10 0,0 2 0,1 0 0,-1 1 0,1 2 0,1 0 0,-1 1 0,39 1 0,-19 5 0,1 1 0,-1 2 0,42 12 0,-38-8-1365,-29-8-5461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5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24575,'41'0'-117,"252"11"-1131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57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0 24575,'0'0'0,"0"0"0,0 0 0,0 19 0,4 128 0,-7 0 0,-25 176 0,-29 461 0,31-310 0,24-458 0,0 35 0,2-49 0,1 0 0,-1 0 0,0 0 0,0 0 0,1-1 0,-1 1 0,1 0 0,0 0 0,-1 0 0,1-1 0,1 3 0,-1-4 0,0 1 0,0 0 0,0 0 0,0-1 0,0 1 0,0-1 0,0 1 0,0-1 0,1 1 0,-1-1 0,0 1 0,0-1 0,0 0 0,1 0 0,-1 0 0,0 0 0,0 0 0,1 0 0,0 0 0,37 1 0,-1 2 0,69 15 0,-88-15 0,-18-3 6,1 1 0,-1-1 0,1 0 0,0 0 0,-1-1 0,1 1 0,-1 0 0,1 0 0,-1-1-1,1 1 1,-1-1 0,1 1 0,-1-1 0,1 0 0,-1 1 0,0-1 0,1 0 0,-1 0 0,2-2 0,18-23-1490,-11 10-5342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58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24575,'9'1'0,"0"0"0,-1 0 0,14 4 0,14 3 0,46-1 0,91-5 0,-109-2 0,-63 0 0,-1 1 0,1-1 0,-1 0 0,0 1 0,1-1 0,-1 1 0,1-1 0,-1 1 0,0-1 0,0 0 0,1 1 0,-1-1 0,0 1 0,0-1 0,0 1 0,1 0 0,-1-1 0,0 1 0,0-1 0,0 1 0,0-1 0,0 1 0,0-1 0,0 1 0,0 1 0,-1 15 0,1-17 0,-29 246 0,-20 331 0,5 269 0,37-653 0,5-151 0,2 379 0,1-404 0,1-8 0,-1 0 0,-1-1 0,1 1 0,-2 0 0,1 0 0,-1-1 0,-1 1 0,-1 8 0,1-16 0,0 0 0,1-1 0,-1 1 0,0-1 0,0 1 0,0-1 0,1 0 0,-1 0 0,0 0 0,0 0 0,0 0 0,0 0 0,1 0 0,-1-1 0,-3 0 0,1 0 0,-193-42-327,157 32-711,-17-3-5788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59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24575,'-18'13'0,"12"-5"0,-1-1 0,1 1 0,0 1 0,1-1 0,0 1 0,0 0 0,1 1 0,0-1 0,1 0 0,0 1 0,-3 15 0,1 2 0,2 0 0,0 0 0,1 30 0,3-36 0,0-1 0,2 0 0,5 23 0,-6-33 0,1-1 0,0 1 0,1-1 0,0 1 0,0-1 0,1 0 0,0-1 0,9 11 0,-13-16 0,1-1 0,0 0 0,0 0 0,0-1 0,0 1 0,0 0 0,0-1 0,1 1 0,-1-1 0,0 0 0,1 0 0,-1 0 0,1 0 0,-1 0 0,1 0 0,0-1 0,-1 1 0,1-1 0,4 1 0,-3-2 0,0 1 0,0-1 0,0 0 0,0 0 0,-1 0 0,1-1 0,0 1 0,0-1 0,-1 0 0,1 0 0,5-5 0,-1 1 0,-1 0 0,0-1 0,0 0 0,-1 0 0,0 0 0,0-1 0,-1 0 0,0 0 0,-1-1 0,6-12 0,-5 7 0,-2 0 0,1 1 0,-2-1 0,0-1 0,0 1 0,-1-20 0,-2 24 0,0 1 0,0-1 0,-1 0 0,0 1 0,0-1 0,-1 1 0,-1 0 0,0 0 0,0 0 0,-6-10 0,5 12 0,3 2 0,-1 1 0,0 0 0,1 0 0,-2 0 0,1 0 0,0 1 0,-1-1 0,-4-2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6:59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0,1 11 0,10 231 0,-6-205-1365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24575,'-14'19'0,"6"-9"0,4-2 0,0 0 0,1 0 0,0 0 0,1 1 0,-1-1 0,2 0 0,-1 1 0,1 0 0,0 11 0,2 8 0,4 42 0,-4-64 0,0 0 0,1 0 0,-1 1 0,1-1 0,0 0 0,1 0 0,-1 0 0,1-1 0,0 1 0,1-1 0,7 10 0,-9-13 0,0 0 0,0 1 0,1-1 0,0 0 0,-1 0 0,1-1 0,0 1 0,0 0 0,0-1 0,0 0 0,0 0 0,0 0 0,0 0 0,0 0 0,0-1 0,1 1 0,-1-1 0,0 0 0,0 0 0,1 0 0,-1 0 0,0 0 0,0-1 0,6-1 0,-2-1 0,1 1 0,-1-1 0,0 0 0,-1-1 0,1 0 0,0 0 0,-1 0 0,0-1 0,0 0 0,-1 0 0,1 0 0,-1-1 0,0 0 0,7-11 0,-9 13 0,-1 0 0,0 0 0,0 0 0,-1 0 0,1 0 0,-1 0 0,0 0 0,0 0 0,0 0 0,-1-1 0,0 1 0,1 0 0,-1-1 0,-1 1 0,1 0 0,-1 0 0,1-1 0,-1 1 0,-1 0 0,1 0 0,0 0 0,-1 0 0,0 0 0,0 0 0,0 1 0,-1-1 0,-4-5 0,4 5 6,0 1-1,-1 0 0,0 0 0,0 0 1,0 0-1,0 0 0,0 1 0,0 0 1,-1 0-1,1 0 0,-1 0 0,0 1 1,1 0-1,-1 0 0,0 0 0,0 0 1,0 1-1,-7 0 0,-8 1-243,0 1 0,1 1 0,-23 5 0,29-5-275,-33 8-6313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05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1 392 24575,'26'-1'0,"1"-1"0,256-14 0,-265 16 0,45-1 0,1 3 0,-1 2 0,72 16 0,-114-13 0,13 4 0,-33-10 0,0-1 0,0 0 0,0 0 0,1 0 0,-1 1 0,0-1 0,0 0 0,0 0 0,1-1 0,-1 1 0,0 0 0,0 0 0,0-1 0,0 1 0,0 0 0,1-1 0,-1 1 0,0-1 0,0 1 0,0-1 0,0 0 0,1 0 0,-2-1 0,1 1 0,-1-1 0,1 0 0,-1 1 0,0-1 0,0 1 0,0-1 0,0 0 0,0 1 0,0-1 0,0 1 0,0-1 0,0 0 0,-1 1 0,1-1 0,-1 1 0,1-1 0,-1 1 0,0-1 0,-1-1 0,1-1 0,-19-39 0,-1 2 0,-2 1 0,-55-73 0,48 71 0,-33-37 0,63 78 0,-1 0 0,0 0 0,1 0 0,-1 0 0,0 0 0,0 0 0,0 1 0,0-1 0,0 0 0,0 0 0,0 1 0,0-1 0,0 1 0,0-1 0,0 1 0,0 0 0,0-1 0,0 1 0,0 0 0,0 0 0,-1-1 0,1 1 0,0 0 0,0 0 0,0 0 0,0 0 0,-1 1 0,1-1 0,0 0 0,0 0 0,0 1 0,0-1 0,0 1 0,0-1 0,0 1 0,0-1 0,0 1 0,0 0 0,-1 1 0,-1 0 0,0 2 0,1-1 0,0 0 0,0 0 0,0 1 0,0-1 0,0 1 0,1-1 0,-1 1 0,1 0 0,-1 4 0,-4 38 0,1-1 0,2 1 0,7 84 0,-2-68 0,-2-61 0,-4 586 0,4-580-59,-1 12 121,-2 0 0,-4 23 1,5-37-178,1 1 0,-1-1 0,0 0 0,-1 1 1,1-1-1,-1 0 0,0-1 0,0 1 0,-1 0 0,1-1 1,-1 0-1,-4 5 0,-5 1-6711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07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304 224 24575,'127'6'0,"-24"0"0,268-8 0,-299-3 0,-1-3 0,0-3 0,81-25 0,71-19 0,-168 44 0,-55 11 0,0 0 0,0 0 0,0 0 0,0 0 0,0 0 0,0 0 0,-1 0 0,1 0 0,0 0 0,0 0 0,0 0 0,0-1 0,0 1 0,0 0 0,0 0 0,0 0 0,0 0 0,0 0 0,0 0 0,0 0 0,0 0 0,0 0 0,0 0 0,0 0 0,0 0 0,0 0 0,0 0 0,0 0 0,0 0 0,0-1 0,0 1 0,0 0 0,0 0 0,0 0 0,0 0 0,1 0 0,-1 0 0,0 0 0,0 0 0,0 0 0,0 0 0,0 0 0,0 0 0,0 0 0,0 0 0,0 0 0,0 0 0,0 0 0,0 0 0,0 0 0,0 0 0,-10-3 0,-14-2 0,-234-3 0,146 7 0,80 1 0,-328-11 0,3-22 0,162 11 0,-5 0 0,576 104 0,-84-15 0,-198-48 0,1-5 0,1-4 0,130-2 0,-182-9 0,79-6 0,-133 18-1365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09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899 185 24575,'-3'-1'0,"-1"0"0,1-1 0,-1 1 0,1-1 0,-1 1 0,1-1 0,0 0 0,0 0 0,0-1 0,0 1 0,-3-4 0,-10-6 0,-22-6 0,36 18 0,0 1 0,1 0 0,-1 0 0,1 0 0,-1 0 0,1 0 0,0 0 0,-1 1 0,1-1 0,0 0 0,0 1 0,0-1 0,0 1 0,0-1 0,-1 3 0,0-1 0,-89 131 0,-41 58 0,61-101 0,-150 207 0,127-179 0,-13 18 0,95-118 0,2-4 0,0-1 0,1 2 0,-11 26 0,20-40 0,0 0 0,-1 0 0,1 1 0,0-1 0,0 0 0,0 0 0,0 0 0,0 1 0,1-1 0,-1 0 0,1 0 0,-1 0 0,1 0 0,0 0 0,0 0 0,0 0 0,0 0 0,0 0 0,1 0 0,-1 0 0,0-1 0,1 1 0,-1-1 0,1 1 0,0-1 0,-1 1 0,1-1 0,0 0 0,3 2 0,8 5 0,1-1 0,-1-1 0,19 7 0,-15-7 0,41 17 0,2-4 0,0-2 0,76 12 0,187 8 0,-173-23 0,-147-13 0,0 0 0,0-1 0,0 0 0,0 0 0,0 0 0,1 0 0,-1 0 0,0-1 0,0 1 0,0-1 0,0 0 0,0 0 0,0 0 0,0 0 0,-1-1 0,1 1 0,0-1 0,0 0 0,-1 1 0,0-1 0,1 0 0,-1-1 0,0 1 0,0 0 0,0-1 0,0 1 0,0-1 0,0 1 0,-1-1 0,0 0 0,1 0 0,-1 0 0,0 0 0,0 0 0,0-3 0,2-19 0,-1-1 0,-1 1 0,-2 0 0,0 0 0,-7-32 0,2 4 0,-32-773 0,38 782 0,-5-96 0,4 125 0,-2-1 0,0 1 0,0 0 0,-1 0 0,-1 0 0,-12-24 0,16 37-54,0-1-1,0 1 0,-1 0 1,1 0-1,-1 0 1,0 0-1,1 0 0,-1 0 1,0 0-1,0 1 1,0-1-1,0 1 0,-1-1 1,1 1-1,0 0 0,-1 0 1,1 0-1,0 0 1,-1 0-1,0 1 0,1-1 1,-1 1-1,1-1 1,-6 1-1,-1 0-6771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46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24575,'23'0'0,"309"-12"0,1 0 0,737 14 0,-459 18 0,-138 0 0,-279-13 0,-182-9-21,0 1 0,0-2 0,0 0 0,0 0 0,-1-1-1,0 0 1,15-8 0,1 0-1175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47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24575,'0'0'0,"0"0"0,0 0 0,0 0 0,0 0 0,0 0 0,8-13 0,-2 9 0,-1-1 0,1 1 0,1 0 0,-1 0 0,0 1 0,1 0 0,-1 0 0,1 1 0,11-3 0,9-2 0,31-3 0,324-13 0,-177 16 0,366-2 0,2 31 0,-56 16 0,-442-30-682,90-1-1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47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0 327 24575,'0'0'0,"0"0"0,0 0 0,0 0 0,0 0 0,16 5 0,22 0 0,1-1 0,70-2 0,-67-3 0,141-1 0,201-30 0,266-19-271,-459 40-210,398-54 481,-297 26 0,-169 25 0,508-75 0,-602 83-620,51-18 0,-59 16-5579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50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24575,'1'4'0,"1"-1"0,0 1 0,0-1 0,0 0 0,0 0 0,4 5 0,3 3 0,24-8 0,-9 0 0,43 13 0,-3-1 0,49 0 0,125 1 0,-25-3 0,458 0 0,-409-16 0,654-29 0,-384 11 0,179-16 0,204-28-310,2 41-53,-807 22 357,23-1 6,547-3 0,669 10 113,-1308-4-379,0-3-1,57-11 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7:58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24575,'23'4'0,"-10"0"0,755 65 0,-488-62 0,54 4 0,239 6-223,0-27-193,0-1 193,1050 31-1225,-544-25 1448,0-35 0,-460 14 0,-392 16 480,352-3-652,-558 13-6017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04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24575,'-1'2'0,"-1"-1"0,1 0 0,-1 0 0,1 1 0,0-1 0,0 1 0,0-1 0,0 1 0,0 0 0,0-1 0,-1 4 0,2-2 0,1-1 0,-1 1 0,1-1 0,0 1 0,0-1 0,0 0 0,0 1 0,1-1 0,-1 0 0,1 0 0,-1 0 0,1 0 0,0 0 0,-1 0 0,1 0 0,0-1 0,0 1 0,0-1 0,1 1 0,-1-1 0,0 0 0,5 2 0,6 2 0,0-1 0,0 0 0,15 3 0,-9-3 0,59 15 0,2-3 0,0-3 0,144 3 0,757-16 0,-682 2 0,-49 2 0,-246-4 0,1 0 0,1 0 0,-1 0 0,1-1 0,-1 1 0,0-1 0,0 0 0,7-3 0,-11 4 0,-1 0 0,0 0 0,0 0 0,0 0 0,0 0 0,0-1 0,1 1 0,-1 0 0,0 0 0,0 0 0,0 0 0,0 0 0,0-1 0,0 1 0,0 0 0,0 0 0,0 0 0,0 0 0,0-1 0,1 1 0,-1 0 0,0 0 0,0 0 0,0-1 0,0 1 0,0 0 0,0 0 0,-1 0 0,1 0 0,0-1 0,0 1 0,0 0 0,0 0 0,0 0 0,0 0 0,0-1 0,0 1 0,0 0 0,0 0 0,-1 0 0,1 0 0,0 0 0,0-1 0,0 1 0,0 0 0,0 0 0,0 0 0,-1 0 0,1 0 0,0 0 0,0 0 0,0 0 0,-1 0 0,1 0 0,-10-5 0,-6 0 0,0 2 0,0 0 0,-1 1 0,1 1 0,-1 0 0,-22 2 0,1 0 0,-11-2 0,-534-21 0,265 19 0,240 5 0,46-6 0,15 1 0,40-3 0,-7 0 0,42-7 0,0 3 0,113-5 0,-149 15-1365,-5 0-5461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0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2527 1 24575,'-47'4'0,"-71"-4"0,4 0 0,7 5 0,-142 27 0,37 5 0,-135 30 0,270-50 0,0-3 0,-133 5 0,-263-1 0,382-13 0,0 4 0,1 4 0,-102 28 0,189-40 0,0-1 0,0 1 0,1 0 0,-1 0 0,0 1 0,0-1 0,1 0 0,-5 4 0,7-5 0,0 0 0,-1 0 0,1 1 0,0-1 0,0 0 0,0 1 0,-1-1 0,1 0 0,0 0 0,0 1 0,0-1 0,0 0 0,0 1 0,-1-1 0,1 0 0,0 1 0,0-1 0,0 1 0,0-1 0,0 0 0,0 1 0,0-1 0,0 0 0,0 1 0,0-1 0,1 1 0,10 9 0,1-4-1365,-2-1-5461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06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406 614 24575,'1'4'0,"0"-1"0,-1 1 0,1-1 0,-1 1 0,0 0 0,0-1 0,0 1 0,0 0 0,0-1 0,-1 1 0,0 0 0,0-1 0,0 1 0,0-1 0,0 1 0,-1-1 0,1 0 0,-1 0 0,0 1 0,0-1 0,0 0 0,-1-1 0,1 1 0,-1 0 0,0-1 0,1 1 0,-1-1 0,0 0 0,-4 2 0,0 1 0,-1-1 0,0 0 0,0-1 0,0 0 0,0 0 0,-1-1 0,1 0 0,-1 0 0,1-1 0,-1 0 0,0-1 0,0 0 0,1 0 0,-1-1 0,0 0 0,-15-4 0,11 1 0,-1 0 0,1-1 0,0 0 0,0-1 0,0-1 0,1 0 0,0 0 0,1-1 0,-18-16 0,23 19 0,0-1 0,1 0 0,-1 0 0,1-1 0,1 0 0,-1 0 0,1 0 0,0 0 0,1 0 0,-1-1 0,2 0 0,-1 1 0,1-1 0,0 0 0,1 0 0,0-1 0,0 1 0,0 0 0,1 0 0,1 0 0,-1-1 0,1 1 0,1 0 0,0 0 0,0 0 0,0 0 0,1 1 0,0-1 0,7-12 0,9-15 0,1 1 0,30-36 0,-39 56 0,2 0 0,0 1 0,0 0 0,1 1 0,1 1 0,0 0 0,18-10 0,67-44 0,-67 43 0,45-26 0,-65 42 0,0 0 0,1 1 0,-1 0 0,1 1 0,0 1 0,0 0 0,20-2 0,4 5 0,0 1 0,0 2 0,-1 1 0,1 2 0,-1 1 0,56 20 0,-81-23 0,0 1 0,0 1 0,0-1 0,-1 2 0,0-1 0,0 2 0,0 0 0,-1 0 0,-1 0 0,1 1 0,-1 1 0,-1 0 0,0 0 0,11 18 0,-12-15 0,0 0 0,-2 0 0,1 0 0,-2 1 0,0 0 0,0 0 0,-2 0 0,1 0 0,-2 0 0,0 1 0,-1-1 0,-2 29 0,0-29 0,0 0 0,-1 0 0,-1-1 0,0 1 0,-1-1 0,0 0 0,-1 0 0,-8 14 0,9-20 0,0 0 0,0-1 0,0 1 0,-1-1 0,0 0 0,0-1 0,-1 1 0,1-1 0,-1 0 0,0-1 0,-1 0 0,1 0 0,-1 0 0,1-1 0,-11 2 0,15-4-105,-1-1 0,1 1 0,-1-1 0,1 0 0,-1-1 0,1 1 0,0 0 0,-1-1 0,1 0 0,-1 0 0,1 0 0,-5-2 0,-7-3-6721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0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0 24575,'0'0'0,"0"0"0,-13 18 0,12-16 0,-51 62 0,47-56 0,0 1 0,0 0 0,0 0 0,1 0 0,1 1 0,-3 10 0,-6 26 0,2 0 0,3 1 0,-3 57 0,10-102 0,0 0 0,1 0 0,-1-1 0,0 1 0,1 0 0,-1 0 0,1 0 0,0 0 0,-1 0 0,1 0 0,0-1 0,0 1 0,1 0 0,-1-1 0,0 1 0,0-1 0,1 1 0,-1-1 0,1 0 0,-1 1 0,1-1 0,-1 0 0,1 0 0,0 0 0,0 0 0,0 0 0,-1-1 0,1 1 0,0-1 0,0 1 0,0-1 0,0 1 0,3-1 0,8 2 0,1-1 0,-1-1 0,26-2 0,-24 1 0,286-9-1365,-287 9-5461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12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0 448 24575,'0'-1'0,"1"1"0,-1 0 0,0 0 0,1-1 0,-1 1 0,0 0 0,0-1 0,1 1 0,-1 0 0,0-1 0,0 1 0,0 0 0,0-1 0,1 1 0,-1 0 0,0-1 0,0 1 0,0-1 0,0 1 0,0 0 0,0-1 0,0 1 0,0-1 0,0 1 0,0 0 0,0-1 0,1-7 0,0 8 0,-1 0 0,0 0 0,1 0 0,-1 0 0,1 0 0,-1 0 0,0 0 0,1 0 0,-1 0 0,0 0 0,1 1 0,-1-1 0,0 0 0,0 0 0,1 0 0,-1 1 0,0-1 0,1 0 0,-1 0 0,0 1 0,0-1 0,0 0 0,1 0 0,-1 1 0,0-1 0,0 0 0,0 1 0,1 0 0,2 4 0,0 1 0,0 0 0,0 0 0,-1 0 0,0 0 0,0 0 0,0 0 0,1 13 0,7 23 0,28 53 0,50 92 0,-85-182 0,8 17 0,2-1 0,14 20 0,-23-36 0,-1 0 0,1 0 0,0-1 0,1 0 0,-1 0 0,1 0 0,0 0 0,0-1 0,0 1 0,0-1 0,0-1 0,1 1 0,-1-1 0,8 2 0,-9-3 0,-1-1 0,1 0 0,-1 0 0,1 0 0,-1 0 0,1-1 0,-1 1 0,0-1 0,1 0 0,-1 0 0,1 0 0,-1-1 0,0 1 0,0-1 0,0 0 0,0 0 0,5-4 0,3-4 0,0 0 0,18-22 0,141-197 0,-50 60 0,-83 121 0,322-405 0,-369 498-1365,5-29-5461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13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24575,'3'24'0,"6"82"0,41 310 0,-47-396 0,1 0 0,0 0 0,1 0 0,13 35 0,-17-53 0,0-1 0,0 1 0,0 0 0,0-1 0,0 1 0,0-1 0,1 1 0,-1-1 0,0 0 0,1 0 0,-1 1 0,1-1 0,0 0 0,-1 0 0,1-1 0,0 1 0,-1 0 0,1 0 0,0-1 0,2 1 0,0 0 0,0-1 0,-1 0 0,1 0 0,0 0 0,0-1 0,0 1 0,-1-1 0,1 0 0,5-2 0,3-2 0,0 0 0,0-1 0,-1 0 0,19-14 0,0-4 0,-2-2 0,39-42 0,42-65 0,-51 58 0,-39 52-91,216-283-1183,-219 283-5552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17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24575,'20'4'0,"0"0"0,-1-2 0,1 0 0,21-2 0,81-8 0,-51 2 0,98-7 0,387-16 0,27 16 0,-549 12 0,0-1 0,-1-2 0,0-2 0,0 0 0,46-17 0,-97 42 70,9-9-1505,0-1-5391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1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48 335 24575,'0'0'0,"0"0"0,0 0 0,0 0 0,0 0 0,1 1 0,-1 0 0,0 0 0,1-1 0,-1 1 0,1 0 0,-1 0 0,1 0 0,-1 0 0,1-1 0,0 1 0,-1 0 0,1 0 0,0-1 0,0 1 0,-1-1 0,1 1 0,0-1 0,0 1 0,0-1 0,0 1 0,1 0 0,21 6 0,-14-7 0,0-1 0,0 1 0,0-1 0,0-1 0,0 0 0,0 0 0,-1-1 0,1 0 0,-1 0 0,0-1 0,0 0 0,0 0 0,0-1 0,-1 0 0,0-1 0,7-6 0,-5 5 0,-1-1 0,0-1 0,0 1 0,-1-1 0,0-1 0,-1 1 0,0-1 0,-1-1 0,0 1 0,0-1 0,-1 1 0,3-14 0,-6 21 0,-1 0 0,0 0 0,0 0 0,0 0 0,0 0 0,0 0 0,-1 0 0,1 0 0,-1 0 0,0 0 0,0 0 0,0 0 0,0 1 0,-1-1 0,1 0 0,-1 1 0,0-1 0,1 1 0,-1 0 0,0-1 0,0 1 0,-5-3 0,5 3 0,-1-1 0,0 1 0,1 0 0,-1 1 0,0-1 0,0 0 0,0 1 0,-1 0 0,1 0 0,0 0 0,0 0 0,-1 0 0,1 1 0,0-1 0,-1 1 0,1 0 0,-1 0 0,1 0 0,-5 1 0,-1 2 0,0 1 0,1-1 0,-1 2 0,1-1 0,0 1 0,0 1 0,0-1 0,1 1 0,0 0 0,-10 11 0,3-1 0,1 1 0,0 0 0,-17 31 0,20-29 0,1 0 0,1 0 0,1 1 0,1 0 0,-5 24 0,8-29 0,1 0 0,1 0 0,0 1 0,1-1 0,0 0 0,1 0 0,6 29 0,-5-39 0,-1-1 0,0 1 0,1 0 0,0-1 0,0 0 0,1 1 0,-1-1 0,1 0 0,0 0 0,0 0 0,0 0 0,0-1 0,1 1 0,-1-1 0,9 6 0,-6-6 0,0 0 0,0-1 0,0 1 0,0-1 0,0 0 0,1-1 0,-1 1 0,1-1 0,-1-1 0,12 1 0,0-2 0,0-1 0,-1-1 0,1 0 0,-1-1 0,0-1 0,0 0 0,31-16 0,-43 19 0,18-9 0,-1-1 0,0 0 0,0-2 0,32-26 0,-50 36 0,1 0 0,-1-1 0,0 1 0,0-1 0,-1 0 0,1 1 0,-1-1 0,0-1 0,-1 1 0,1 0 0,-1-1 0,0 0 0,0 1 0,-1-1 0,0 0 0,0 0 0,0 0 0,0 0 0,-1 0 0,0 0 0,0 0 0,-1 0 0,0 0 0,0 1 0,-4-12 0,-10-26 0,6 19 0,1 0 0,-5-29 0,11 45 0,1 0 0,0 0 0,1 0 0,0-1 0,0 1 0,1 0 0,0 0 0,1 0 0,-1 0 0,6-15 0,-7 23 0,1-1 0,-1 1 0,0-1 0,0 1 0,0-1 0,0 1 0,1-1 0,-1 1 0,0-1 0,1 1 0,-1 0 0,0-1 0,1 1 0,-1-1 0,0 1 0,1 0 0,-1-1 0,1 1 0,-1 0 0,1-1 0,-1 1 0,1 0 0,-1 0 0,1 0 0,-1-1 0,1 1 0,-1 0 0,1 0 0,-1 0 0,1 0 0,-1 0 0,1 0 0,-1 0 0,2 0 0,0 1 0,-1 0 0,1-1 0,0 1 0,-1 0 0,1 0 0,-1 0 0,1 1 0,-1-1 0,1 0 0,1 3 0,3 3 0,0 0 0,-1 1 0,7 11 0,3 15 0,18 53 0,-20-49 0,20 41 0,-28-70 0,0 0 0,-1 1 0,-1 0 0,1 0 0,-2 0 0,1 0 0,-2 0 0,1 0 0,-1 15 0,0-25 0,-1 0 0,0 0 0,0 0 0,0 0 0,0 1 0,0-1 0,0 0 0,0 0 0,0 0 0,0 0 0,0 0 0,0 0 0,0 0 0,-1 1 0,1-1 0,0 0 0,0 0 0,0 0 0,0 0 0,0 0 0,0 0 0,0 0 0,0 0 0,0 0 0,0 1 0,0-1 0,0 0 0,0 0 0,-1 0 0,1 0 0,0 0 0,0 0 0,0 0 0,0 0 0,0 0 0,0 0 0,0 0 0,0 0 0,-1 0 0,1 0 0,0 0 0,0 0 0,0 0 0,0 0 0,0 0 0,0 0 0,0 0 0,-1 0 0,1 0 0,-7-4 0,-6-8 0,8 4 0,-1-1 0,1 1 0,1-1 0,0 0 0,0 0 0,0 0 0,1 0 0,1-1 0,0 1 0,0-1 0,1 0 0,-1-13 0,2 5 0,2 0 0,0 0 0,0 0 0,2 0 0,10-30 0,-12 42 0,0 1 0,1 0 0,0 0 0,0 0 0,0 0 0,1 0 0,-1 1 0,1 0 0,0 0 0,1 0 0,-1 0 0,1 0 0,0 1 0,-1 0 0,1 0 0,1 0 0,-1 1 0,0-1 0,10-2 0,-5 2 0,0 1 0,0 0 0,0 0 0,1 1 0,-1 0 0,0 0 0,1 1 0,-1 1 0,20 3 0,-28-3 0,-1-1 0,0 0 0,1 0 0,-1 0 0,1 1 0,-1-1 0,1-1 0,-1 1 0,0 0 0,1 0 0,-1 0 0,0-1 0,1 1 0,-1-1 0,0 1 0,1-1 0,-1 1 0,0-1 0,0 0 0,1 0 0,-1 0 0,0 1 0,0-1 0,0 0 0,0 0 0,0 0 0,0-1 0,-1 1 0,1 0 0,0 0 0,0 0 0,-1-1 0,1-1 0,8-8 0,24-30 0,-33 41 0,0 0 0,1 0 0,-1 0 0,0 0 0,0 0 0,0-1 0,0 1 0,0 0 0,0 0 0,0 0 0,1 0 0,-1 0 0,0 0 0,0 0 0,0 0 0,0 0 0,0 0 0,1 0 0,-1 0 0,0 0 0,0 0 0,0 0 0,0 0 0,0 0 0,1 0 0,-1 0 0,0 0 0,0 0 0,0 0 0,0 0 0,0 0 0,1 0 0,-1 0 0,0 0 0,0 0 0,0 0 0,0 1 0,0-1 0,0 0 0,0 0 0,1 0 0,-1 0 0,0 0 0,0 0 0,0 0 0,0 1 0,0-1 0,4 11 0,0 10 0,1 26 0,2 1 0,1-2 0,3 1 0,28 74 0,-34-110 0,-3-7 0,0 0 0,0 0 0,0 1 0,-1-1 0,0 1 0,2 9 0,-3-14 0,0 0 0,0 1 0,-1-1 0,1 0 0,0 0 0,0 0 0,0 0 0,-1 1 0,1-1 0,0 0 0,0 0 0,0 0 0,-1 0 0,1 0 0,0 0 0,0 0 0,-1 0 0,1 0 0,0 0 0,0 0 0,-1 0 0,1 0 0,0 0 0,0 0 0,-1 0 0,1 0 0,0 0 0,0 0 0,-1 0 0,1 0 0,0 0 0,0 0 0,0 0 0,-1 0 0,1 0 0,0-1 0,0 1 0,0 0 0,-1 0 0,1 0 0,0 0 0,0-1 0,0 1 0,-1 0 0,-11-10 0,9 5 0,-1-1 0,1 0 0,0 0 0,0 0 0,1-1 0,0 1 0,0-1 0,-1-8 0,-5-56 0,6 48 0,1 8 0,1-1 0,0 1 0,1-1 0,1 1 0,0-1 0,1 1 0,1 0 0,1 0 0,0 0 0,0 1 0,2 0 0,-1 0 0,14-19 0,-18 31 0,0-1 0,0 1 0,0 1 0,0-1 0,0 0 0,1 0 0,-1 1 0,1-1 0,-1 1 0,1 0 0,-1 0 0,1 0 0,0 0 0,-1 0 0,1 1 0,0-1 0,0 1 0,0 0 0,0-1 0,4 2 0,0-1 0,1 1 0,-1 0 0,1 0 0,-1 0 0,0 1 0,12 5 0,-12-4 0,0 0 0,0 0 0,0-1 0,0 0 0,0-1 0,0 1 0,0-1 0,1-1 0,-1 1 0,0-1 0,1-1 0,-1 1 0,0-1 0,1-1 0,-1 1 0,0-1 0,10-4 0,-11 4 0,-3 0 0,0 1 0,1 0 0,-1 0 0,0 0 0,1 1 0,-1-1 0,7 1 0,-9 0 0,0 0 0,0 1 0,0-1 0,0 0 0,0 1 0,0-1 0,0 1 0,0-1 0,0 1 0,0 0 0,0 0 0,0-1 0,0 1 0,-1 0 0,1 0 0,0 0 0,-1-1 0,1 1 0,-1 0 0,1 0 0,-1 0 0,1 0 0,-1 0 0,0 0 0,1 1 0,-1-1 0,0 0 0,0 0 0,0 0 0,0 0 0,0 1 0,2 17 0,-2 0 0,-1 1 0,0-1 0,-1-1 0,-7 28 0,5-29 0,0-1 0,2 1 0,0-1 0,1 1 0,0 0 0,2-1 0,0 1 0,4 20 0,-4-34 0,-1 1 0,1-1 0,1 0 0,-1 1 0,0-1 0,1 0 0,0 0 0,-1 0 0,1 0 0,0 0 0,1-1 0,-1 1 0,0-1 0,4 3 0,-4-4 0,0 1 0,1-1 0,-1 0 0,0 0 0,1-1 0,-1 1 0,1 0 0,-1-1 0,1 1 0,-1-1 0,1 0 0,-1 0 0,1 0 0,-1 0 0,1 0 0,-1-1 0,1 1 0,-1-1 0,1 0 0,3-1 0,3-2 0,1 0 0,-1 0 0,0-1 0,0 0 0,0-1 0,-1 0 0,0 0 0,0-1 0,0 0 0,-1-1 0,0 1 0,-1-1 0,1-1 0,-2 1 0,9-17 0,-8 14 0,-1 0 0,-1 0 0,0 0 0,-1-1 0,0 0 0,-1 1 0,0-1 0,-1 0 0,0 0 0,-1 0 0,0 0 0,-1 0 0,-3-17 0,2 21 0,0 1 0,-1 0 0,1-1 0,-2 1 0,1 0 0,0 1 0,-1-1 0,-1 1 0,1-1 0,-1 1 0,-7-7 0,10 11 0,0 0 0,0 0 0,0 0 0,0 1 0,-1-1 0,1 1 0,-1-1 0,1 1 0,-1 0 0,0 0 0,0 0 0,1 0 0,-1 0 0,0 1 0,0-1 0,0 1 0,0 0 0,0-1 0,1 2 0,-1-1 0,0 0 0,0 0 0,0 1 0,0 0 0,0-1 0,1 1 0,-1 0 0,0 1 0,1-1 0,-1 0 0,-4 4 0,4-3-91,1 0 0,-1 0 0,0 1 0,1-1 0,0 1 0,0-1 0,0 1 0,0 0 0,0 0 0,0 0 0,1 0 0,-1 0 0,1 0 0,-2 5 0,0 4-6735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20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24575,'9'16'0,"66"138"0,-62-124 0,-2 0 0,-1 1 0,7 42 0,-16-71 0,-1 1 0,0-1 0,1 0 0,-1 0 0,0 1 0,0-1 0,0 0 0,0 1 0,-1-1 0,1 0 0,-1 0 0,1 1 0,-1-1 0,0 0 0,0 0 0,0 0 0,0 0 0,0 0 0,0 0 0,-1 0 0,1 0 0,-1 0 0,1-1 0,-3 3 0,1-3 0,1 0 0,0 0 0,0 0 0,-1 0 0,1 0 0,0-1 0,-1 1 0,1-1 0,-1 1 0,1-1 0,0 0 0,-1 0 0,1 0 0,-1-1 0,1 1 0,-1-1 0,1 1 0,0-1 0,-1 0 0,1 1 0,0-1 0,0 0 0,-3-2 0,2 1 0,0 1 0,0-1 0,0 0 0,0 0 0,1 0 0,-1 0 0,1 0 0,0-1 0,-1 1 0,1-1 0,0 0 0,0 1 0,1-1 0,-1 0 0,0 0 0,1 0 0,-2-6 0,2 4 0,0 0 0,1 1 0,-1-1 0,1 0 0,0 0 0,1 0 0,-1 0 0,1 0 0,0 0 0,3-9 0,1 0 0,2 0 0,-1 0 0,2 1 0,0-1 0,0 2 0,17-20 0,-17 23-97,0 0-1,1 1 1,0 0-1,0 0 1,0 1-1,1 1 1,0-1-1,1 2 1,-1-1-1,1 1 1,0 1-1,1 0 0,18-4 1,-16 6-6729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29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4860 0 24575,'0'0'0,"0"0"0,0 0 0,0 0 0,0 0 0,0 0 0,-20 8 0,-116 61 0,87-43 0,-65 27 0,18-21 0,-1-3 0,-131 19 0,-210 0 0,-504-43 0,690-20 0,-93-4 0,-738-30 0,899 33 0,-67-3 0,-20 9 0,29-1 0,230 11-115,5 0 19,0 1 0,1-1 0,-1-1-1,0 1 1,1-1 0,-1 0 0,1-1 0,-1 0 0,1 0-1,-1 0 1,1-1 0,-9-4 0,9 2-6730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29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1 24575,'26'15'0,"-11"-2"0,-15-12 0,0-1 0,0 1 0,1-1 0,-1 1 0,0 0 0,0-1 0,0 1 0,0-1 0,1 1 0,-1-1 0,0 1 0,0 0 0,0-1 0,0 1 0,0-1 0,-1 1 0,1-1 0,0 1 0,0 0 0,0 0 0,-2 2 0,-1 0 0,1 0 0,0 0 0,-1-1 0,0 1 0,1-1 0,-7 5 0,8-7 0,-24 17 0,0-1 0,-1-1 0,-1-2 0,0 0 0,-40 11 0,35-13 0,0 2 0,1 1 0,-50 30 0,63-32 0,0 1 0,1 0 0,1 2 0,0 0 0,1 1 0,-16 20 0,30-34 0,-1 0 0,1-1 0,0 1 0,0 0 0,0 0 0,0 0 0,1 0 0,-1 0 0,0 0 0,1 0 0,-1 0 0,1 0 0,0 0 0,0 0 0,0 0 0,0 0 0,0 0 0,0 0 0,0 0 0,1 0 0,-1 0 0,1 0 0,0 0 0,-1 0 0,1 0 0,0 0 0,0 0 0,0 0 0,0 0 0,1-1 0,-1 1 0,0-1 0,1 1 0,-1-1 0,1 1 0,1 0 0,4 4 0,1-1 0,0 0 0,-1-1 0,1 0 0,1 0 0,14 5 0,35 6 0,2-2 0,0-3 0,66 2 0,72 13 0,-85-1-1365,-76-15-5461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42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16 24575,'-77'-6'0,"50"1"0,24 4 0,1 1 0,0-1 0,0 0 0,0 1 0,-1-1 0,1 1 0,0 0 0,0 0 0,-1 0 0,1 0 0,0 0 0,-1 0 0,1 1 0,0-1 0,-5 2 0,7-2 0,-1 1 0,0-1 0,1 0 0,-1 0 0,1 0 0,-1 0 0,0 1 0,1-1 0,-1 0 0,1 1 0,-1-1 0,1 0 0,-1 1 0,1-1 0,-1 1 0,1-1 0,-1 1 0,1-1 0,-1 1 0,1-1 0,0 1 0,-1-1 0,1 1 0,0-1 0,0 1 0,-1 0 0,1-1 0,0 1 0,0 0 0,0-1 0,0 1 0,0-1 0,0 1 0,0 0 0,0-1 0,0 1 0,0 0 0,0-1 0,0 1 0,0 0 0,1-1 0,-1 1 0,0-1 0,0 1 0,1 0 0,-1-1 0,0 1 0,1-1 0,-1 1 0,1-1 0,0 1 0,6 3 0,0-1 0,0 0 0,0 0 0,1-1 0,-1 0 0,1-1 0,0 1 0,-1-2 0,1 1 0,9-1 0,13 2 0,207 10 0,-78-7 0,1001 33 74,-380-18-948,941 17 467,-242-8 281,-1456-28 158,26 1 402,0-2 0,66-8-1,-115 8-457,-1-1 0,1 1 0,0 0 0,0 0 0,0 0 1,0 0-1,0 0 0,-1-1 0,1 1 0,0 0 0,0 0 0,0 0 0,0 0 0,0-1 0,0 1 0,0 0 0,0 0 0,0 0 0,0-1 0,0 1 0,0 0 0,0 0 0,0 0 0,0-1 0,0 1 0,0 0 1,0 0-1,0 0 0,0-1 0,0 1 0,0 0 0,0 0 0,0 0 0,0-1 0,0 1 0,0 0 0,1 0 0,-1 0 0,0 0 0,0 0 0,0-1 0,0 1 0,0 0 0,1 0 0,-1 0 0,0 0 0,0 0 1,0 0-1,0 0 0,1-1 0,-1 1 0,0 0 0,0 0 0,0 0 0,1 0 0,-1 0 0,-6-3-6802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45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24575,'-8'7'0,"-1"2"0,10-9 0,-1 0 0,0 1 0,0-1 0,0 1 0,1-1 0,-1 0 0,0 1 0,0-1 0,1 0 0,-1 0 0,0 1 0,1-1 0,-1 0 0,0 0 0,1 1 0,-1-1 0,0 0 0,1 0 0,-1 0 0,1 0 0,-1 0 0,0 0 0,1 1 0,-1-1 0,1 0 0,-1 0 0,1 0 0,-1 0 0,1-1 0,296 50 0,-266-44 0,111 10 0,181-4 0,-234-10 0,451-5 0,-158-1 0,1195 39-1353,-1522-31 1453,-10 0 151,-1-2 0,1-2-1,0-2 1,55-10-1,-99 13-304,0 0-1,0 0 0,1-1 1,-1 1-1,0 0 1,0-1-1,0 1 0,0-1 1,0 1-1,0-1 1,0 0-1,0 1 0,0-1 1,0 0-1,0 0 0,0 1 1,0-1-1,0 0 1,-1 0-1,1 0 0,0 0 1,-1 0-1,1 0 1,0-3-1,0-3-6771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47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24575,'0'0'0,"0"0"0,0 0 0,0 0 0,0 0 0,0 0 0,0 0 0,0 0 0,0 0 0,23-2 0,125-13 0,299-37 0,-26 20 0,1 35 0,-350-2 0,73 4 52,66 1-1469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48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24575,'26'11'0,"-10"-5"0,0 0 0,1-2 0,0 0 0,30 4 0,72-3 0,-54-3 0,65-3 0,181-23 0,-116 6 0,132-13 0,44-3 0,1124-20-3308,-346 102 3399,-112 0-1783,-983-47 2161,0-3-1,0-1 1,103-22-1,-133 18-5624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5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1 370 24575,'0'0'0,"0"0"0,0 0 0,0 0 0,0 0 0,0 0 0,0 0 0,0 0 0,0 0 0,0 0 0,0 0 0,0 0 0,0 0 0,0 0 0,0 0 0,0 0 0,0 0 0,0 0 0,0 0 0,17 8 0,-8-5 0,-1-1 0,1 1 0,0-1 0,0-1 0,0 0 0,16 1 0,59-8 0,-51 3 0,31-2 0,253-12 0,192 1 6,-1-24-44,-313 23-44,730-22-380,-417 25 353,-16-13 109,-6-1 0,452-53 0,-450 32 0,-427 42-227,0-3 1,67-19-1,-112 25-6599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56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24575,'25'-3'0,"417"-9"0,201 9 0,-394-2 0,251 6 0,87-2 0,-518-1 0,258 6 0,-309-2 0,0 0 0,0 2 0,0 0 0,0 1 0,-1 1 0,19 9 0,-33-13-80,-12-6 280,-14-5-1685,15 6-5341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8:57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24575,'0'0'0,"0"0"0,0 0 0,0 0 0,0 0 0,13 3 0,307 79 0,-298-75 0,-1 2 0,0 0 0,0 0 0,0 2 0,29 21 0,-1-1 0,-28-21 0,17 10 0,-37-19 0,1 0 0,-1 0 0,0 0 0,0 0 0,1 0 0,-1 0 0,0 0 0,0 0 0,0 1 0,0-1 0,0 0 0,0 1 0,-1-1 0,1 1 0,0-1 0,-1 1 0,1-1 0,-1 1 0,1 0 0,-1 1 0,0-1 0,0-1 0,-1 1 0,1 0 0,-1 0 0,1-1 0,-1 1 0,0-1 0,1 1 0,-1 0 0,0-1 0,0 1 0,0-1 0,-1 0 0,1 1 0,0-1 0,0 0 0,-3 2 0,-29 19 0,27-18 0,-113 65 0,-128 83 0,30 12-1365,170-127-5461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00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0 0,0 0 0,0 25 0,2-9 0,0-1 0,1 1 0,1-1 0,0 0 0,11 26 0,41 72 0,-43-89 0,-1-1 0,-6-12 0,0 1 0,0-1 0,14 16 0,-19-52 0,-20-83 0,13 83 0,1-1 0,1 0 0,1-1 0,1-40 0,3 66 0,0 0 0,0 1 0,0-1 0,0 0 0,0 1 0,0-1 0,0 0 0,0 1 0,0-1 0,0 1 0,0 0 0,0-1 0,0 1 0,1 0 0,-1 0 0,0 0 0,0 0 0,0 0 0,0 0 0,1 0 0,-1 0 0,0 0 0,2 1 0,1 1 0,0 0 0,0 0 0,1 1 0,-1-1 0,-1 1 0,1 0 0,0 0 0,-1 1 0,1-1 0,-1 1 0,3 4 0,31 48 0,-32-48 0,50 102 0,-36-70 0,41 65 0,-55-97 0,2-1 0,-1 1 0,1-1 0,0 0 0,11 8 0,-17-15 0,-1 0 0,1 0 0,-1 0 0,1 0 0,-1 0 0,1 1 0,-1-1 0,1 0 0,-1 0 0,1 0 0,-1 0 0,1-1 0,-1 1 0,1 0 0,-1 0 0,1 0 0,-1 0 0,1 0 0,-1-1 0,1 1 0,-1 0 0,1-1 0,-1 1 0,1 0 0,-1-1 0,0 1 0,1 0 0,-1-1 0,1 1 0,-1 0 0,0-1 0,0 1 0,1-1 0,-1 1 0,0-1 0,0 1 0,1-1 0,-1 0 0,9-22 0,-5-4 0,-2 0 0,0 0 0,-4-45 0,0 14 0,-5-43 0,7 101 2,0 0 0,0 0 0,0 1 1,0-1-1,0 0 0,0 0 0,0 0 0,0 0 0,0 0 0,0 0 0,0 0 0,-1 0 0,1 0 0,0 1 0,0-1 0,0 0 0,0 0 0,0 0 0,0 0 1,-1 0-1,1 0 0,0 0 0,0 0 0,0 0 0,0 0 0,0 0 0,0 0 0,-1 0 0,1 0 0,0 0 0,0 0 0,0 0 0,0 0 0,0 0 1,0 0-1,-1 0 0,1 0 0,0 0 0,0 0 0,0 0 0,0-1 0,0 1 0,0 0 0,-1 0 0,1 0 0,0 0 0,0 0 0,0 0 0,0 0 0,0 0 1,0-1-1,0 1 0,0 0 0,0 0 0,0 0 0,0 0 0,0-1 0,-7 14-1487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0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 24575,'0'0'0,"0"0"0,0 0 0,0 0 0,0 0 0,0 0 0,35-2 0,-1-1 0,0-2 0,33-10 0,-29 7 0,77-8 0,-9 15 0,-69 2 0,0-1 0,0-2 0,0-1 0,69-17 0,-96 17 0,0 0 0,18-10 0,-54 3 0,-76-17-1365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03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24575,'-12'0'0,"-1"0"0,11 0 0,6 2 0,26 7-1365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0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27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634 20 24575,'-11'0'0,"0"1"0,-19 5 0,-1 0 0,-208 23 0,220-22 0,19-7 0,-1 0 0,1 1 0,-1-1 0,1 0 0,-1 0 0,1 1 0,-1-1 0,1 0 0,0 0 0,-1 1 0,1-1 0,-1 1 0,1-1 0,0 0 0,-1 1 0,1-1 0,0 1 0,0-1 0,-1 1 0,1-1 0,0 1 0,0-1 0,0 1 0,-1-1 0,1 1 0,0 0 0,1 1 0,0 0 0,0 0 0,0-1 0,1 1 0,-1-1 0,0 1 0,1-1 0,-1 1 0,1-1 0,0 0 0,-1 1 0,1-1 0,0 0 0,0 0 0,0-1 0,-1 1 0,1 0 0,0 0 0,0-1 0,0 1 0,0-1 0,4 0 0,7 2 0,0-2 0,20 0 0,-17-1 0,807 10 0,-475-23 0,-217 5 0,360 15 0,-408-2 0,15 0 0,293 8 0,-291-14 0,-26 0 0,99 10 0,-134-5 0,-33-5 0,-24-5 0,-33-3 0,0 1 0,-1 3 0,-68-1 0,-76-8 0,-119-12 0,-3 27 0,151 1 0,-176-6 0,141 0 0,-62 11 0,-114-5 0,32-23 0,240 13 0,-41-1 0,65 11-1365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28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24575,'-25'21'0,"24"-19"0,-1 1 0,0-1 0,1 1 0,0 0 0,-1 0 0,1-1 0,0 1 0,0 0 0,1 0 0,-1 0 0,1 0 0,0 0 0,-1 4 0,4 46 0,0-30 0,0 20 0,2 0 0,13 47 0,30 84 0,-9-35 0,-23-66 0,-10-42 0,1 1 0,15 36 0,-22-65 0,1-1 0,0 1 0,0-1 0,1 1 0,-1-1 0,1 0 0,-1 1 0,1-1 0,0 0 0,-1 0 0,1 0 0,0 0 0,0 0 0,1-1 0,2 3 0,-3-4 0,-1 0 0,1 1 0,-1-1 0,1 0 0,-1 0 0,1 0 0,-1 0 0,1-1 0,-1 1 0,0 0 0,1-1 0,-1 1 0,1 0 0,-1-1 0,1 0 0,-1 1 0,0-1 0,1 0 0,-1 0 0,0 0 0,0 0 0,0 0 0,0 0 0,0 0 0,0 0 0,0 0 0,0 0 0,0-1 0,1-1 0,4-7 0,1 0 0,-1-1 0,-1 0 0,0 0 0,0 0 0,-1-1 0,-1 1 0,4-22 0,7-103 0,-11 94 0,-2 24 0,1 1 0,0 0 0,1 0 0,1 0 0,11-29 0,-15 46 0,0 0 0,0 0 0,1 0 0,-1-1 0,0 1 0,0 0 0,0 0 0,0 0 0,0 0 0,1 0 0,-1 0 0,0 0 0,0-1 0,0 1 0,0 0 0,1 0 0,-1 0 0,0 0 0,0 0 0,0 0 0,0 0 0,1 0 0,-1 0 0,0 0 0,0 0 0,0 0 0,1 0 0,-1 0 0,0 0 0,0 0 0,0 0 0,0 0 0,1 0 0,-1 0 0,0 1 0,0-1 0,0 0 0,0 0 0,1 0 0,-1 0 0,11 9 0,5 10 0,-3 0 0,-2 1 0,0 0 0,15 42 0,14 70 0,6 16 0,-5-59 0,-34-109 0,-4-10 0,0 0 0,-2 0 0,-5-56 0,1 16 0,-1-23 0,0-79 0,4 170 0,-1 1 0,0 0 0,0-1 0,0 1 0,0 0 0,0 0 0,0 0 0,-1 0 0,1 0 0,0 0 0,0 0 0,-1 0 0,1 0 0,-3-1 0,-3 0 0,17 10 0,-4 4 0,-5-8 0,-3-9 0,-18-49-1365,13 34-5461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2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0 266 24575,'0'0'0,"0"0"0,0 0 0,0 0 0,0 0 0,16-3 0,30-4 0,37-7 0,155-7 0,-188 22 0,71-2 0,-104-1 0,0 1 0,-1-2 0,1-1 0,31-10 0,19-19 0,-66 32 0,-1 1 0,1 0 0,-1 0 0,1-1 0,-1 1 0,1 0 0,-1-1 0,0 1 0,1 0 0,-1-1 0,0 1 0,1-1 0,-1 1 0,0 0 0,1-1 0,-1 1 0,0-1 0,0 1 0,0-1 0,1 1 0,-1-1 0,0 1 0,0-1 0,0 0 0,0 1 0,0-1 0,0 1 0,0-1 0,0 0 0,-9-18 0,-18-13 0,10 17-227,-1 0-1,-1 1 1,0 1-1,-1 1 1,-26-12-1,34 19-6598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37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24575,'11'1'0,"-1"1"0,0-1 0,1 2 0,10 3 0,4 1 0,45 8 0,0-4 0,140 5 0,143-26 0,-109 1 0,-77 3 0,0-8 0,186-38 0,221-23 0,-527 70 0,303-7 0,-165 11 0,-142-1-119,-12 0-130,1 1 0,0 2-1,0 1 1,61 12 0,-84-12-6577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40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126 217 24575,'0'0'0,"0"0"0,-2 2 0,0-1 0,-1 1 0,1-1 0,0 1 0,0 0 0,0 0 0,0 0 0,-2 2 0,-1 1 0,-5 4 0,1 0 0,1 1 0,-1 0 0,1 1 0,1-1 0,0 1 0,1 1 0,0-1 0,1 1 0,0 0 0,0 1 0,2-1 0,-1 1 0,2 0 0,0-1 0,0 1 0,1 0 0,1 0 0,0 0 0,1 1 0,0-2 0,1 1 0,0 0 0,1 0 0,1-1 0,0 1 0,0-1 0,8 13 0,-1-3 0,1-1 0,0 0 0,2 0 0,1-2 0,0 0 0,1-1 0,1 0 0,1-1 0,22 16 0,-34-29 0,-1-1 0,1 0 0,0 0 0,0 0 0,0 0 0,0-1 0,0 0 0,1-1 0,-1 1 0,0-1 0,1 0 0,-1-1 0,1 0 0,0 0 0,12-2 0,-14 1 0,1-1 0,0 1 0,-1-1 0,1-1 0,-1 1 0,1-1 0,-1 0 0,0-1 0,0 1 0,-1-1 0,1 0 0,-1 0 0,0 0 0,0-1 0,0 1 0,0-1 0,5-9 0,3-10 0,0 0 0,-1-1 0,-2 0 0,-1-1 0,0 1 0,5-40 0,-7 13 0,-1-1 0,-3-72 0,-3 100 0,0 0 0,-2 1 0,-1 0 0,0 0 0,-12-33 0,13 48 0,-1 1 0,1-1 0,-2 1 0,1 0 0,-1 0 0,-1 1 0,1-1 0,-1 1 0,0 0 0,-1 1 0,0-1 0,0 1 0,0 1 0,-1-1 0,1 1 0,-1 1 0,-14-7 0,15 8-42,0 1-1,0 0 0,0 0 1,0 1-1,0 0 0,0 0 1,0 0-1,0 1 0,-1 0 1,1 0-1,0 1 0,0 0 1,0 1-1,0-1 0,0 1 1,0 0-1,0 1 0,1 0 1,-1 0-1,1 0 0,0 1 1,0 0-1,0 0 0,0 1 1,1-1-1,-1 1 0,1 0 1,1 1-1,-1-1 0,1 1 1,-4 7-1,3-4-6783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0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24575,'10276'167'0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13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0 386 24357,'9653'0'0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8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24575,'0'0'0,"0"0"0,0 0 0,0 0 0,0 0 0,0 0 0,0 0 0,0 0 0,0 0 0,0 0 0,0 0 0,-8 8 0,2 1 0,0 1 0,0 0 0,0 0 0,2 0 0,-1 1 0,1 0 0,1 0 0,0 0 0,-3 17 0,1 14 0,0 51 0,4-84 0,0 639 0,5 139 0,-3-162 0,0 320 0,12-288 0,-11-625 0,23 325 0,27 335 0,-74-282 0,7-234 0,0-54 0,8-73 0,-2 52 0,5 59 0,7-216-1365,-2 38-5461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9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24575,'5'16'0,"3"24"0,-2 0 0,-2 0 0,0 60 0,0 8 0,-3-97 0,1 0 0,1 0 0,0-1 0,0 1 0,1-1 0,9 20 0,-12-30 0,0 1 0,-1 0 0,1-1 0,0 1 0,0-1 0,0 1 0,-1-1 0,1 1 0,0-1 0,0 0 0,0 0 0,0 1 0,0-1 0,0 0 0,0 0 0,0 0 0,0 0 0,0 0 0,0 0 0,0 0 0,0 0 0,-1 0 0,1 0 0,0-1 0,0 1 0,1-1 0,27-10 0,-23 6 0,1 0 0,-1 0 0,-1-1 0,1 0 0,-1 0 0,0 0 0,0-1 0,-1 1 0,0-1 0,5-11 0,4-12 0,12-37 0,-22 56 0,27-99 0,-11 31 0,-7 120 0,2 61 0,-5-44 0,1 81 0,-7-140-51,4-10 178,7-13-1568,-4 3-5385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00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 24575,'0'0'0,"0"0"0,0 0 0,0 0 0,0 0 0,0 0 0,0 0 0,-17 14 0,-29 19 0,37-29 0,1 1 0,1 0 0,-1 1 0,1 0 0,0 0 0,0 1 0,-8 10 0,14-15 0,0 0 0,0 0 0,0 0 0,0 0 0,1 0 0,-1 0 0,0 0 0,1 1 0,0-1 0,0 0 0,0 0 0,0 1 0,0-1 0,0 0 0,0 1 0,1-1 0,-1 0 0,2 4 0,2 4 0,0 1 0,9 16 0,-1-1 0,-4-8 0,-1 1 0,-1 0 0,-1 1 0,-1-1 0,0 1 0,-1 0 0,-1 21 0,-2-36 0,-3 16 0,3-21 0,-1 1 0,1-1 0,0 0 0,-1 0 0,1 1 0,-1-1 0,1 0 0,0 0 0,-1 1 0,1-1 0,-1 0 0,1 0 0,-1 0 0,1 0 0,0 0 0,-1 1 0,1-1 0,-1 0 0,1 0 0,-1 0 0,1 0 0,-1 0 0,1-1 0,-1 1 0,1 0 0,0 0 0,-1 0 0,1 0 0,-1 0 0,1-1 0,-1 1 0,1 0 0,0 0 0,-1-1 0,1 1 0,0 0 0,-1 0 0,1-1 0,0 1 0,-1 0 0,1-1 0,-3-2 0,0 1 0,1-1 0,-1 0 0,1 0 0,0 0 0,0 0 0,0 0 0,0 0 0,1-1 0,-1 1 0,1 0 0,0-1 0,0 0 0,0 1 0,0-1 0,1 1 0,-1-1 0,1 0 0,0 1 0,1-6 0,0-11 0,1 1 0,7-32 0,-6 37 0,3-14 0,0 0 0,2 1 0,12-28 0,-16 46 0,0 1 0,1 0 0,-1 0 0,2 1 0,11-14 0,-14 17 0,1 1 0,0 0 0,0 0 0,0 0 0,0 0 0,0 0 0,1 1 0,-1 0 0,1 0 0,-1 0 0,1 1 0,5-2 0,-7 3 0,0-1 0,0 1 0,0 0 0,0 0 0,0 0 0,0 0 0,0 1 0,-1-1 0,1 1 0,0-1 0,0 1 0,0 0 0,0 0 0,-1 0 0,1 1 0,3 1 0,-2 0 0,0 1 0,0-1 0,-1 1 0,1-1 0,-1 1 0,0 0 0,1 0 0,2 8 0,2 3 0,-1 0 0,-1 0 0,-1 1 0,6 25 0,-6-4 0,-1 1 0,-1-1 0,-5 69 0,-1-20 0,4-86 0,-1 1 0,0-1 0,0 0 0,0 0 0,1 0 0,-1 0 0,0 0 0,0 0 0,0 0 0,1 1 0,-1-1 0,0 0 0,0 0 0,0 0 0,1 0 0,-1 0 0,0 0 0,0 0 0,1 0 0,-1 0 0,0 0 0,0 0 0,0-1 0,1 1 0,-1 0 0,0 0 0,0 0 0,1 0 0,-1 0 0,0 0 0,0 0 0,0-1 0,0 1 0,1 0 0,-1 0 0,0 0 0,0 0 0,0-1 0,0 1 0,0 0 0,1 0 0,-1 0 0,0-1 0,0 1 0,0 0 0,0 0 0,11-11 0,20-25 0,30-45 0,-38 48 0,1 1 0,48-49 0,-54 65 0,7-6 0,0-2 0,-2-1 0,23-31 0,-46 55 0,1 0 0,-1 1 0,1-1 0,-1 0 0,1 0 0,-1 0 0,1 0 0,-1 0 0,0 0 0,1 0 0,-1 1 0,0-1 0,0 0 0,0 0 0,0 0 0,0 0 0,0 0 0,0 0 0,0 0 0,0 0 0,0 0 0,-1 0 0,1 0 0,0 0 0,-1 0 0,1 0 0,0 0 0,-1 0 0,1 1 0,-1-1 0,0 0 0,1 0 0,-1 1 0,0-1 0,-1-1 0,0 3 0,-1 0 0,0 1 0,1-1 0,-1 1 0,1-1 0,-1 1 0,1 0 0,0 0 0,-3 3 0,1-2 0,1 0 0,-1 0 0,1 1 0,-1-1 0,1 1 0,0-1 0,0 1 0,0 0 0,1 1 0,0-1 0,-1 0 0,2 1 0,-1-1 0,0 1 0,1-1 0,0 1 0,0 0 0,0-1 0,1 1 0,-1 0 0,1 0 0,0 0 0,1 0 0,-1-1 0,1 1 0,0 0 0,0 0 0,2 4 0,0 1 0,1-1 0,1 1 0,0-1 0,0 0 0,0-1 0,1 1 0,1-1 0,-1 0 0,1-1 0,1 0 0,14 12 0,-17-16 0,3 4 0,1-1 0,-1 1 0,0 0 0,12 15 0,-19-21 0,1 1 0,-1-1 0,0 1 0,0 0 0,0-1 0,-1 1 0,1 0 0,0-1 0,-1 1 0,1 0 0,-1 0 0,1-1 0,-1 1 0,0 0 0,0 0 0,0 0 0,0 0 0,0-1 0,0 1 0,0 0 0,-1 0 0,1 0 0,-1 0 0,1-1 0,-1 1 0,0 0 0,0-1 0,1 1 0,-1 0 0,0-1 0,-1 1 0,1-1 0,0 0 0,-2 3 0,-2 0 0,1 0 0,-1 0 0,0 0 0,0 0 0,0-1 0,-1 0 0,1 0 0,-1 0 0,1-1 0,-10 3 0,13-5 0,-1 1 0,1-1 0,-1 0 0,1 1 0,0-1 0,-1-1 0,1 1 0,-1 0 0,1 0 0,0-1 0,-1 1 0,1-1 0,0 0 0,0 0 0,-1 0 0,1 0 0,0 0 0,0 0 0,0-1 0,0 1 0,0-1 0,1 1 0,-1-1 0,0 0 0,1 1 0,-1-1 0,1 0 0,-1 0 0,0-3 0,-7-12-1365,3 2-5461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02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0 230 24575,'30'0'0,"0"-1"0,-1-1 0,41-9 0,-61 9 0,1-1 0,-1 0 0,0 0 0,0 0 0,-1-1 0,1-1 0,-1 1 0,0-2 0,0 1 0,0-1 0,-1 0 0,0 0 0,0-1 0,10-13 0,-14 17 0,-1-1 0,-1 1 0,1-1 0,0 1 0,-1-1 0,0 0 0,1 0 0,-2 0 0,1 0 0,0 0 0,-1 0 0,0-5 0,0 7 0,0 0 0,0 0 0,0 0 0,-1-1 0,1 1 0,-1 0 0,1 0 0,-1 0 0,0 0 0,0 1 0,0-1 0,0 0 0,0 0 0,0 0 0,-1 1 0,1-1 0,0 1 0,-1-1 0,1 1 0,-1-1 0,0 1 0,0 0 0,1 0 0,-5-2 0,2 1 0,-1 1 0,0 0 0,0 0 0,0 0 0,1 0 0,-1 1 0,0 0 0,0 0 0,0 0 0,0 0 0,0 1 0,0 0 0,0 0 0,1 0 0,-1 1 0,0-1 0,1 1 0,-1 0 0,1 1 0,0-1 0,-7 6 0,-2 2 0,0 0 0,0 1 0,1 1 0,1 0 0,-13 17 0,19-22 0,-1 0 0,2 0 0,-1 0 0,1 1 0,0-1 0,1 1 0,0 0 0,0 0 0,0 1 0,1-1 0,1 0 0,-1 1 0,1-1 0,1 1 0,0 0 0,0-1 0,0 1 0,1-1 0,0 1 0,1-1 0,0 1 0,0-1 0,1 0 0,0 0 0,1 0 0,-1 0 0,2-1 0,8 14 0,-9-15 0,0-1 0,0 1 0,0-1 0,1 0 0,0 0 0,0 0 0,0-1 0,1 1 0,-1-1 0,1-1 0,0 1 0,0-1 0,0 0 0,1 0 0,-1-1 0,1 0 0,0 0 0,-1 0 0,1-1 0,0 0 0,0-1 0,0 1 0,0-1 0,0 0 0,13-3 0,0 0 0,0-2 0,-1 0 0,1-1 0,34-15 0,-42 14 0,1 0 0,-1 0 0,0-1 0,0 0 0,-1-1 0,-1 0 0,18-20 0,-22 21 0,0 0 0,-1-1 0,-1 0 0,1 0 0,-1 0 0,-1 0 0,0 0 0,0-1 0,-1 1 0,2-13 0,-9 24 0,5-2 0,0 1 0,0-1 0,0 0 0,0 1 0,0-1 0,-1 0 0,1 1 0,0-1 0,0 0 0,0 1 0,0-1 0,0 1 0,0-1 0,1 0 0,-1 1 0,0-1 0,0 0 0,0 1 0,0-1 0,0 0 0,0 1 0,1-1 0,-1 0 0,0 0 0,0 1 0,0-1 0,1 0 0,-1 0 0,0 1 0,0-1 0,1 0 0,-1 0 0,1 1 0,3 2 0,-1 0 0,1 0 0,0-1 0,1 1 0,-1-1 0,0 0 0,1 0 0,-1 0 0,1-1 0,0 1 0,-1-1 0,1 0 0,0-1 0,0 1 0,0-1 0,0 0 0,0 0 0,-1-1 0,1 1 0,0-1 0,0 0 0,-1 0 0,6-3 0,2 1 0,0-2 0,0 0 0,-1 0 0,0-1 0,0-1 0,-1 0 0,18-15 0,-19 15 0,0-2 0,0 1 0,-1-1 0,0 0 0,-1-1 0,0 0 0,-1 0 0,0 0 0,5-12 0,-10 21 0,-1 0 0,1 0 0,-1 0 0,0 0 0,0 0 0,1 0 0,-1 0 0,0-1 0,0 1 0,0 0 0,0 0 0,0 0 0,0 0 0,0 0 0,0 0 0,-1 0 0,1 0 0,0 0 0,-1 0 0,1 0 0,-1 0 0,1 0 0,-1 0 0,1 1 0,-2-3 0,0 2 0,1 0 0,-1 0 0,1 1 0,-1-1 0,1 0 0,-1 1 0,0-1 0,1 1 0,-1-1 0,0 1 0,0 0 0,1 0 0,-1 0 0,-2 0 0,-6 1 0,0 0 0,0 1 0,0 0 0,-10 3 0,4 0 0,0 1 0,0 0 0,0 2 0,1-1 0,1 2 0,-1 0 0,1 1 0,0 0 0,-12 13 0,18-15 0,0 1 0,1-1 0,0 2 0,1-1 0,-1 1 0,2 0 0,0 0 0,0 0 0,1 1 0,0 0 0,0 0 0,1 0 0,1 0 0,-2 16 0,4-22 0,0-1 0,0 1 0,0 0 0,0 0 0,1 0 0,-1-1 0,1 1 0,0 0 0,1 0 0,-1-1 0,1 1 0,0-1 0,0 0 0,1 1 0,-1-1 0,1 0 0,3 3 0,-1-1 0,0-2 0,0 1 0,1-1 0,0 1 0,0-1 0,0-1 0,0 1 0,0-1 0,1-1 0,11 5 0,-4-4 0,0 1 0,0-2 0,1 0 0,-1-1 0,1 0 0,-1-1 0,1-1 0,-1 0 0,1-1 0,24-6 0,-30 4 0,1 1 0,-1-2 0,0 1 0,0-2 0,0 1 0,-1-1 0,0 0 0,0-1 0,0 0 0,-1 0 0,0 0 0,0-1 0,-1 0 0,0-1 0,7-12 0,3-12 0,-1-1 0,21-69 0,-26 73 0,-9 29 0,-1-1 0,1 0 0,0 1 0,-1-1 0,1 0 0,-1 0 0,0 0 0,1 1 0,-1-1 0,0 0 0,0 0 0,0 0 0,0 1 0,-1-1 0,1 0 0,0 0 0,-1 0 0,1 1 0,-1-1 0,0 0 0,1 1 0,-1-1 0,0 0 0,0 1 0,0-1 0,0 1 0,0 0 0,-1-1 0,1 1 0,0 0 0,-1-1 0,1 1 0,-1 0 0,-1-1 0,3 2 0,0 0 0,-1 0 0,1 0 0,0-1 0,0 1 0,-1 0 0,1 0 0,0 0 0,-1 0 0,1 0 0,0-1 0,-1 1 0,1 0 0,-1 0 0,1 0 0,0 0 0,-1 0 0,1 0 0,0 0 0,-1 0 0,1 0 0,0 1 0,-1-1 0,1 0 0,0 0 0,-1 0 0,1 0 0,0 0 0,-1 0 0,1 1 0,0-1 0,0 0 0,-1 0 0,1 1 0,0-1 0,0 0 0,-1 0 0,1 1 0,-6 17 0,6 20 0,5-3 0,1 4 0,-1 0 0,-2 1 0,-2-1 0,-4 51 0,3-90 0,0 0 0,0-1 0,0 1 0,0 0 0,-1 0 0,1 0 0,0 0 0,0 0 0,0 0 0,0 0 0,0 0 0,0 0 0,0 0 0,0 0 0,0 0 0,0 0 0,0 0 0,0 0 0,0 0 0,0 0 0,0 0 0,0 0 0,0 0 0,-1 0 0,1 0 0,0 0 0,0 0 0,0 0 0,0 0 0,0 0 0,0 1 0,0-1 0,0 0 0,0 0 0,0 0 0,0 0 0,0 0 0,0 0 0,0 0 0,0 0 0,0 0 0,0 0 0,0 0 0,0 0 0,0 0 0,0 0 0,0 0 0,0 0 0,0 0 0,0 0 0,0 0 0,0 1 0,0-1 0,0 0 0,0 0 0,0 0 0,0 0 0,0 0 0,0 0 0,0 0 0,-4-8 0,0-12 0,4 8 0,0-1 0,2 1 0,-1-1 0,1 1 0,8-22 0,25-60 0,-24 69 0,-4 8 0,0 1 0,2 0 0,0 0 0,0 1 0,2 0 0,18-21 0,-25 31 0,1 0 0,0 1 0,0-1 0,0 1 0,0 0 0,1 1 0,0 0 0,-1-1 0,1 2 0,0-1 0,1 1 0,-1 0 0,0 0 0,1 0 0,-1 1 0,1 0 0,-1 0 0,1 1 0,-1 0 0,1 0 0,7 2 0,-10-2 0,0 1 0,0 1 0,0-1 0,0 0 0,0 1 0,-1 0 0,1 0 0,0 0 0,-1 0 0,0 0 0,0 1 0,1 0 0,-1-1 0,3 5 0,-2-1 0,0-1 0,0 1 0,-1 0 0,0 0 0,0 1 0,0-1 0,3 12 0,-2 3 0,0 1 0,-1-1 0,-2 1 0,0 27 0,-4 334-1365,3-367-5461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1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7 24575,'0'0'0,"0"0"0,0 0 0,-27-6 0,19 8 0,1 0 0,-1 0 0,1 1 0,0 0 0,0 0 0,0 0 0,1 1 0,-1 0 0,-11 10 0,-4 6 0,-25 28 0,23-22 0,-21 20 0,14-17 0,2 1 0,1 2 0,2 1 0,-24 37 0,50-68 0,-1-1 0,0 0 0,1 1 0,-1-1 0,1 0 0,0 1 0,-1-1 0,1 0 0,0 1 0,0-1 0,0 1 0,0-1 0,0 1 0,0-1 0,0 0 0,1 1 0,-1-1 0,0 0 0,1 1 0,-1-1 0,1 0 0,0 1 0,-1-1 0,1 0 0,0 0 0,0 0 0,-1 1 0,1-1 0,0 0 0,0 0 0,0 0 0,1-1 0,-1 1 0,1 1 0,3 1 0,-1 0 0,1 0 0,0-1 0,0 0 0,0 1 0,0-2 0,9 3 0,37 4 0,1-3 0,0-3 0,59-3 0,-38 0 0,-57 1 0,1-1 0,18-3 0,-30 3 0,-1 0 0,1 0 0,0-1 0,-1 1 0,1-1 0,-1 0 0,0 0 0,0 0 0,1-1 0,-2 0 0,8-5 0,-10 6 0,1 1 0,-1-1 0,0 0 0,0 1 0,-1-1 0,1 0 0,0 0 0,0 0 0,-1 1 0,1-1 0,-1 0 0,0 0 0,1 0 0,-1 0 0,0 0 0,0 0 0,0 0 0,-1 0 0,1 0 0,0 0 0,-1 0 0,1 0 0,-1 0 0,0 1 0,1-1 0,-1 0 0,-2-2 0,-3-6 0,0 0 0,0 0 0,-12-12 0,12 16 0,-196-214-1365,187 207-5461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23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0 24575,'-2'17'0,"-70"239"0,15-66 0,44-139 0,-10 90 0,23-135 0,-1 0 0,1-1 0,0 1 0,0 0 0,1-1 0,-1 1 0,1-1 0,1 1 0,-1-1 0,3 7 0,-2-9 0,-1 0 0,1 0 0,0-1 0,0 1 0,0 0 0,1-1 0,-1 0 0,1 1 0,-1-1 0,1 0 0,0 0 0,0-1 0,0 1 0,0-1 0,0 1 0,0-1 0,0 0 0,4 1 0,6 1 0,1-1 0,-1 0 0,0-1 0,1 0 0,-1-1 0,1-1 0,20-3 0,-15 1 0,-1-1 0,0-1 0,-1-1 0,1 0 0,16-9 0,-31 13 0,1 1 0,-1-1 0,0-1 0,1 1 0,-1 0 0,0-1 0,0 0 0,-1 1 0,1-1 0,-1 0 0,1-1 0,-1 1 0,0 0 0,0-1 0,0 1 0,0-1 0,-1 1 0,0-1 0,1 0 0,-2 0 0,1 0 0,0 1 0,0-6 0,-1 4 0,-1-1 0,1 1 0,-1-1 0,0 0 0,0 1 0,-1 0 0,0-1 0,0 1 0,0 0 0,-1 0 0,1 0 0,-1 0 0,0 0 0,-1 1 0,1-1 0,-5-3 0,-16-15 0,-1 1 0,-1 2 0,-1 0 0,0 2 0,-2 1 0,0 1 0,-56-21 0,59 29 0,-50-10 0,32 9 0,44 10 0,0-1 0,0 0 0,0 0 0,0 0 0,-1 0 0,1 0 0,0 0 0,0 0 0,0 0 0,0 0 0,0 0 0,0 0 0,-1 0 0,1 0 0,0 0 0,0 0 0,0 0 0,0 0 0,0 0 0,-1 0 0,1 0 0,0 0 0,0 0 0,0 0 0,0 0 0,0 0 0,0 0 0,-1 0 0,1 0 0,0-1 0,0 1 0,0 0 0,0 0 0,0 0 0,0 0 0,0 0 0,0 0 0,-1 0 0,1-1 0,0 1 0,0 0 0,0 0 0,0 0 0,0 0 0,0 0 0,0 0 0,0-1 0,0 1 0,0 0 0,0 0 0,0 0 0,0 0 0,0 0 0,0-1 0,0 1 0,0 0 0,0 0 0,0 0 0,0 0 0,0 0 0,0 0 0,0-1 0,1 1 0,11-5 0,21-1 0,238-32 0,-177 26 0,-91 11 0,1 1 0,-1 0 0,1 0 0,-1 0 0,1 0 0,-1 0 0,5 2 0,-8-2 0,0 0 0,1 0 0,-1 0 0,0 0 0,1 0 0,-1 0 0,0 1 0,1-1 0,-1 0 0,0 0 0,1 0 0,-1 1 0,0-1 0,0 0 0,1 1 0,-1-1 0,0 0 0,0 0 0,0 1 0,1-1 0,-1 0 0,0 1 0,0-1 0,0 0 0,0 1 0,0 0 0,0 0 0,0-1 0,0 1 0,0 0 0,-1 0 0,1 0 0,0 0 0,-1 0 0,1 0 0,-1-1 0,1 1 0,-1 0 0,0 0 0,1-1 0,-1 1 0,-1 1 0,-19 15-1365,13-11-5461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26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24575,'9'23'0,"0"-5"0,25 118 0,-32-120 0,-1 0 0,0 0 0,-1 1 0,-3 26 0,-1 18 0,3-49 0,0 0 0,-1 0 0,-1-1 0,0 1 0,-1-1 0,0 0 0,0 0 0,-2 0 0,-7 13 0,-7 17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16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24575,'0'0'0,"-4"22"0,4-13 0,-1-1 0,2 1 0,-1-1 0,1 1 0,0-1 0,5 16 0,2 20 0,-7 18 0,-9 97 0,3-85 0,-3 26 0,-37 182 0,28-206 0,3 1 0,-4 82 0,-3 2 0,20-150 0,1 0 0,0 0 0,0 0 0,4 18 0,-3-19 0,1 1 0,-1-1 0,-1 1 0,0-1 0,-2 14 0,8-37 0,-6 12 0,1 0 0,-1 1 0,1-1 0,-1 0 0,1 0 0,-1 0 0,1 0 0,-1 0 0,0 0 0,0 0 0,1 0 0,-1 0 0,0 0 0,0 0 0,0 0 0,0 0 0,0 0 0,-1-2 0,0-3-273,-1 0 0,0 1 0,0-1 0,-6-10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1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24575,'7'28'0,"-1"5"0,-2-1 0,0 50 0,-8 69 0,-1-28 0,3-4 0,5 164 0,1-214 0,9 70 0,-30-127 0,6-9 0,11-3 0,0 0 0,0 0 0,0-1 0,-1 1 0,1 0 0,0 0 0,0-1 0,0 1 0,0 0 0,-1-1 0,1 1 0,0 0 0,0-1 0,0 1 0,0 0 0,0-1 0,0 1 0,0 0 0,0-1 0,0 1 0,0 0 0,0-1 0,0 1 0,0 0 0,0-1 0,1 1 0,-1 0 0,0-1 0,0 1 0,0 0 0,0 0 0,1-1 0,3-11 0,-2 9 0,-1 1 0,0 0 0,0 0 0,0-1 0,-1 1 0,1 0 0,-1-1 0,1 1 0,-1-1 0,0 1 0,0-1 0,0 1 0,0-1 0,0-3 0,-8-3 0,3 3 0,18 15 0,-10-6 0,1 1 0,0-1 0,-1-1 0,1 1 0,1-1 0,-1 1 0,0-1 0,1 0 0,-1-1 0,1 1 0,5 1 0,332 34 0,2-23 0,-304-13 0,472 4 0,-122-2 0,257-4 0,-20 0 0,-518 3 0,874 17 0,-459-9 0,298 12 0,-229 0 0,-157-8 0,-183-1 0,257 6 0,308-1 0,-372-25 0,81 4 0,-354 11 0,58 4 0,-230-12 2,-1 0-1,0 0 1,1 0 0,-1 0-1,0 0 1,1 0 0,-1 0-1,1 0 1,-1 0-1,0 1 1,1-1 0,-1 0-1,0 0 1,1 0 0,-1 0-1,0 0 1,1 1-1,-1-1 1,0 0 0,1 0-1,-1 1 1,0-1-1,0 0 1,1 0 0,-1 1-1,0-1 1,0 0 0,1 1-1,-1-1 1,0 0-1,0 1 1,0-1 0,0 0-1,0 1 1,1-1 0,-1 0-1,0 1 1,0-1-1,0 1 1,0-1 0,0 0-1,0 1 1,0-1-1,0 0 1,-1 1 0,1-1-1,0 1 1,0-1 0,0 0-1,0 1 1,0-1-1,0 0 1,-1 1 0,1-1-1,0 0 1,0 1 0,-1-1-1,-18 22-837,16-19 213,-4 4-6203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1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297 387 24575,'-1'-11'0,"-1"0"0,0 0 0,-1 0 0,-1 0 0,-9-21 0,9 20 0,2 9 0,1 0 0,-1 0 0,0-1 0,1 1 0,-1 1 0,-1-1 0,1 0 0,0 0 0,-1 1 0,1-1 0,-1 1 0,0 0 0,0 0 0,1 0 0,-2 0 0,1 0 0,0 1 0,0-1 0,0 1 0,-1 0 0,1 0 0,-1 0 0,1 1 0,-1-1 0,1 1 0,-1 0 0,1 0 0,-1 0 0,1 0 0,-1 0 0,1 1 0,-1 0 0,1 0 0,-1 0 0,-2 1 0,-2 2 0,0-1 0,0 2 0,1-1 0,0 1 0,0 0 0,0 1 0,0-1 0,1 1 0,0 1 0,0-1 0,1 1 0,0 0 0,-5 8 0,1 0 0,0 0 0,2 1 0,0 0 0,0 1 0,-5 22 0,8-24 0,1 0 0,1 0 0,1 0 0,0 1 0,0-1 0,2 0 0,0 1 0,1-1 0,0 0 0,1 0 0,1 0 0,0-1 0,1 1 0,8 15 0,-13-28 0,1 0 0,0-1 0,0 1 0,0 0 0,0-1 0,0 1 0,0-1 0,1 1 0,-1-1 0,0 1 0,1-1 0,-1 0 0,1 0 0,0 0 0,-1 0 0,1 0 0,0 0 0,0 0 0,-1 0 0,1-1 0,2 2 0,-1-3 0,-1 1 0,0 0 0,0 0 0,0-1 0,0 1 0,0-1 0,0 1 0,0-1 0,0 0 0,0 0 0,0 0 0,0 0 0,0 0 0,0-1 0,-1 1 0,3-2 0,4-5 0,0 0 0,-1-1 0,0 0 0,0-1 0,10-18 0,-5 1 0,0 0 0,-2-1 0,12-50 0,8-93 0,-22 76 0,-7 64 0,2 1 0,1-1 0,1 0 0,11-35 0,-11 53 0,-5 13 0,0 0 0,0 0 0,0 1 0,0-1 0,0 0 0,0 0 0,0 0 0,0 0 0,0 0 0,0 0 0,0 0 0,0 0 0,0 0 0,0 0 0,0 0 0,0 0 0,0 0 0,0 0 0,1 0 0,-1 0 0,0 0 0,0 0 0,0 0 0,0 0 0,0 0 0,0 0 0,0 0 0,0 0 0,0 0 0,0 0 0,0 0 0,0 0 0,0 0 0,0 0 0,0 0 0,0 0 0,0 0 0,0 0 0,0 0 0,0 0 0,0 0 0,0 0 0,1 0 0,-5 24 0,3-14 0,-62 562 0,62-548-209,1 0 0,2-1 0,5 36-1,-5-49-318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1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4 24575,'0'0'0,"0"0"0,0 0 0,0 0 0,0 0 0,0 0 0,-23-3 0,17 3 0,1 0 0,0 0 0,0 1 0,0 0 0,-1 0 0,1 1 0,0-1 0,0 1 0,1 0 0,-1 0 0,0 1 0,-5 3 0,3 0 0,1-1 0,-1 1 0,1 0 0,0 0 0,1 0 0,-10 15 0,4-2 0,1 1 0,1 0 0,0 1 0,-10 41 0,16-50 0,1 0 0,0 1 0,0-1 0,2 0 0,-1 1 0,2-1 0,0 0 0,0 1 0,1-1 0,5 19 0,-6-29 0,-1 0 0,1 0 0,0 0 0,-1-1 0,1 1 0,0 0 0,0 0 0,0-1 0,0 1 0,1-1 0,-1 1 0,0-1 0,1 1 0,-1-1 0,0 0 0,1 1 0,0-1 0,-1 0 0,1 0 0,0 0 0,0-1 0,-1 1 0,1 0 0,0-1 0,0 1 0,0-1 0,0 1 0,0-1 0,0 0 0,0 0 0,0 0 0,0 0 0,0 0 0,0 0 0,0-1 0,-1 1 0,1-1 0,0 1 0,4-3 0,1 0 0,-1 0 0,1-1 0,-1 0 0,1-1 0,-1 1 0,0-1 0,-1 0 0,1-1 0,5-7 0,2-4 0,-2-1 0,0 0 0,-1-1 0,-1 0 0,-1 0 0,0-1 0,-2 0 0,0 0 0,5-36 0,-8 48 0,-1 22 0,0 24 0,-2-37 0,2 73 0,13 78 0,-15-151-3,0-1 0,0 1 0,0-1 0,0 1 0,0-1 0,1 1 0,-1-1-1,0 1 1,0-1 0,0 1 0,0-1 0,0 0 0,1 1 0,-1-1 0,0 1 0,1-1 0,-1 0-1,0 1 1,0-1 0,1 1 0,-1-1 0,1 0 0,-1 1 0,7-7 188,4-17-1661,-6 8-5350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1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24575,'0'0'0,"17"-2"0,-16 2 0,0-1 0,0 1 0,0 0 0,1 0 0,-1 0 0,0-1 0,0 1 0,0 0 0,0 1 0,1-1 0,-1 0 0,0 0 0,0 0 0,0 1 0,0-1 0,0 1 0,0-1 0,0 1 0,0-1 0,0 1 0,0-1 0,0 1 0,0 0 0,0 0 0,0-1 0,0 1 0,-1 0 0,1 0 0,0 0 0,-1 0 0,1 0 0,0 1 0,6 9 0,-1 1 0,0-1 0,-1 1 0,0-1 0,-1 1 0,0 1 0,-1-1 0,-1 1 0,2 21 0,-1 16 0,-4 57 0,-1-56 0,2 0 0,0-13 0,-1 1 0,-12 74 0,13-112-3,0 0-1,0-1 1,-1 1 0,1 0-1,0 0 1,0-1 0,0 1-1,-1 0 1,1 0-1,0-1 1,-1 1 0,1 0-1,0-1 1,-1 1-1,1-1 1,-1 1 0,1 0-1,-1-1 1,1 1-1,-1-1 1,0 1 0,0 0-1,0-2 13,1 1 0,-1 0 0,1 0 0,-1 0-1,1 0 1,-1-1 0,1 1 0,-1 0 0,1 0-1,-1-1 1,1 1 0,-1 0 0,1-1 0,-1 1 0,1-1-1,0 1 1,-1 0 0,1-1 0,0 1 0,-1-1-1,1 0 1,-16-34-1490,9 15-5345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2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0,24 0 0,177 8 0,-115-2 0,-57-3 66,45 10-1,-2 0-1561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2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81 24575,'-2'-2'0,"0"0"0,0-1 0,0 1 0,0-1 0,0 0 0,1 0 0,-3-3 0,2 1 0,-1 0 0,0 0 0,0 1 0,-1-1 0,0 0 0,1 1 0,-2 0 0,-7-7 0,10 10 0,0 0 0,-1 0 0,1 0 0,0 0 0,-1 0 0,1 0 0,-1 1 0,1-1 0,-1 1 0,0 0 0,1-1 0,-1 1 0,1 1 0,-1-1 0,1 0 0,-1 0 0,0 1 0,1 0 0,-1-1 0,-2 3 0,-1 0 0,0 0 0,0 0 0,1 1 0,0-1 0,0 1 0,0 1 0,0-1 0,1 1 0,-1 0 0,1 0 0,-6 10 0,-1 2 0,2-1 0,-14 33 0,18-34 0,0-1 0,1 1 0,0 0 0,1 0 0,1 0 0,0 0 0,1 0 0,1 0 0,0 1 0,1-1 0,1 0 0,4 20 0,-5-31 0,1 0 0,-1 0 0,1-1 0,0 1 0,0 0 0,0-1 0,0 0 0,0 1 0,6 4 0,-7-6 0,1-1 0,-1 0 0,0 0 0,1 0 0,-1 0 0,1-1 0,0 1 0,-1 0 0,1-1 0,0 1 0,-1-1 0,1 1 0,0-1 0,0 0 0,-1 0 0,1 0 0,0 0 0,0 0 0,-1 0 0,1 0 0,0-1 0,-1 1 0,1 0 0,0-1 0,-1 0 0,3 0 0,7-5 0,0 0 0,0-1 0,0 0 0,-1-1 0,0 0 0,0 0 0,-1-1 0,15-18 0,-6 4 0,-1-1 0,24-46 0,-33 52 0,11-33 0,4-9 0,-23 60 0,1 0 0,-1-1 0,0 1 0,0-1 0,0 1 0,0 0 0,1-1 0,-1 1 0,0 0 0,0-1 0,1 1 0,-1 0 0,0-1 0,1 1 0,-1 0 0,0 0 0,1-1 0,-1 1 0,0 0 0,1 0 0,-1 0 0,0 0 0,1-1 0,-1 1 0,1 0 0,-1 0 0,0 0 0,1 0 0,-1 0 0,1 0 0,-1 0 0,1 0 0,-1 0 0,0 0 0,1 0 0,-1 0 0,1 0 0,-1 1 0,0-1 0,1 0 0,-1 0 0,0 0 0,1 1 0,-1-1 0,0 0 0,1 0 0,-1 1 0,0-1 0,1 0 0,-1 1 0,0-1 0,0 0 0,1 1 0,-1-1 0,0 0 0,0 1 0,0-1 0,1 0 0,-1 1 0,0-1 0,0 1 0,0 0 0,11 26 0,-8-4 23,-2-1-1,0 1 0,-2-1 0,0 1 1,-7 31-1,4-24-522,0 0 1,2 39-1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3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1 24575,'-4'0'0,"-1"1"0,1 0 0,0 0 0,0 0 0,-1 0 0,1 1 0,-5 3 0,-3 0 0,-6 2 0,1 2 0,1 0 0,-1 0 0,2 2 0,-1 0 0,1 1 0,-21 22 0,34-33 0,0 1 0,0 0 0,1 0 0,-1 0 0,1 0 0,-1 1 0,1-1 0,0 0 0,0 0 0,0 1 0,0-1 0,0 1 0,1-1 0,-1 1 0,1-1 0,-1 1 0,1-1 0,0 1 0,0 3 0,1-3 0,0 1 0,0-1 0,0 1 0,0-1 0,0 1 0,1-1 0,0 0 0,0 1 0,0-1 0,0 0 0,0 0 0,3 3 0,3 1 0,0 0 0,0 0 0,0-1 0,1 0 0,0 0 0,0-1 0,0 0 0,16 6 0,35 6 0,-42-13 0,0 1 0,0 1 0,0 0 0,16 10 0,-33-16 0,-1 0 0,1 0 0,-1 1 0,1-1 0,-1 0 0,1 1 0,-1-1 0,0 0 0,1 1 0,-1-1 0,0 1 0,1-1 0,-1 0 0,0 1 0,1-1 0,-1 1 0,0-1 0,0 1 0,0-1 0,1 1 0,-1-1 0,0 1 0,0-1 0,0 1 0,0-1 0,0 1 0,0 0 0,-9 15 0,-19 7 0,1-6 0,-1-1 0,0-1 0,-1-2 0,-43 14 0,68-25-65,0-1 0,0 0 0,0 0 0,-1 0 0,1 0 0,0-1 0,0 1 0,-1-1 0,1 0 0,0-1 0,0 1 0,-1-1 0,1 0 0,0 0 0,0 0 0,0 0 0,0-1 0,0 1 0,0-1 0,-5-4 0,3 1-6761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3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1 223 24575,'0'0'0,"17"5"0,8 0 0,0 0 0,0-2 0,0-1 0,0-1 0,0-1 0,1-1 0,-1-1 0,49-11 0,-70 12 0,1-1 0,-1 1 0,0-1 0,0 0 0,0 0 0,0 0 0,0-1 0,-1 1 0,1-1 0,-1 0 0,1 0 0,-1-1 0,0 1 0,0 0 0,0-1 0,-1 0 0,0 0 0,1 0 0,-1 0 0,2-6 0,-3 7 0,0 0 0,0 0 0,0 0 0,0 0 0,-1 0 0,1 0 0,-1-1 0,0 1 0,0 0 0,0 0 0,0-1 0,0 1 0,-1 0 0,0 0 0,1 0 0,-1-1 0,-1 1 0,1 0 0,0 0 0,-1 1 0,1-1 0,-1 0 0,0 0 0,0 1 0,0-1 0,0 1 0,0 0 0,-4-3 0,4 3 0,-1 0 0,1 0 0,-1 1 0,0-1 0,1 1 0,-1 0 0,0-1 0,0 1 0,0 1 0,0-1 0,-1 0 0,1 1 0,0-1 0,0 1 0,0 0 0,-4 1 0,2-1 0,0 2 0,1-1 0,-1 0 0,0 1 0,1 0 0,0 0 0,-1 0 0,1 0 0,-7 6 0,-2 3 0,0 2 0,0-1 0,1 1 0,-18 27 0,21-29 0,2 1 0,-1 0 0,1 0 0,1 1 0,0 0 0,-6 22 0,11-31 0,0 1 0,0 0 0,0-1 0,1 1 0,-1 0 0,1-1 0,0 1 0,1 0 0,-1 0 0,1-1 0,0 1 0,0-1 0,0 1 0,1-1 0,-1 1 0,1-1 0,0 0 0,1 1 0,-1-1 0,1-1 0,-1 1 0,1 0 0,4 4 0,-1-3 0,1 1 0,-1-1 0,1 0 0,0 0 0,0-1 0,1 0 0,-1 0 0,1-1 0,0 0 0,0 0 0,0-1 0,16 3 0,-12-4 0,-1 0 0,0-1 0,0-1 0,1 0 0,-1 0 0,0-1 0,0-1 0,18-6 0,-4-2 0,-1 0 0,0-2 0,0 0 0,-2-2 0,0-1 0,-1 0 0,24-25 0,-16 10-227,-1-1-1,-1-2 1,-2-1-1,-2-1 1,26-52-1,-31 54-6598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4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0 24575,'2'20'0,"-3"-13"0,1 1 0,-1 0 0,-1-1 0,0 1 0,0-1 0,0 0 0,-1 0 0,0 1 0,-1-2 0,1 1 0,-7 8 0,-2 8 0,9-17 0,-95 202 0,85-175 0,1 0 0,3 1 0,0 0 0,-6 54 0,14-77 0,0 1 0,1 0 0,0 0 0,4 19 0,-3-27 0,0 1 0,0-1 0,0 0 0,1 1 0,0-1 0,0 0 0,0 0 0,0 0 0,1-1 0,0 1 0,-1 0 0,1-1 0,0 0 0,1 0 0,4 4 0,0-1 0,1-1 0,-1 0 0,1 0 0,1-1 0,-1 0 0,0-1 0,1 0 0,0 0 0,-1-1 0,1-1 0,0 1 0,0-1 0,0-1 0,0 0 0,0-1 0,11-1 0,-9 0 0,0-1 0,0 0 0,-1 0 0,0-1 0,1-1 0,-2 0 0,1 0 0,0-1 0,-1-1 0,0 0 0,-1 0 0,0-1 0,11-10 0,-16 14 0,-1-1 0,1 1 0,0-1 0,-1 0 0,0 0 0,0-1 0,-1 1 0,0 0 0,3-8 0,-5 10 0,1 0 0,0 0 0,-1-1 0,0 1 0,1 0 0,-1 0 0,-1-1 0,1 1 0,0 0 0,-1-1 0,0 1 0,1 0 0,-1 0 0,-1 0 0,1 0 0,0 0 0,-1 0 0,-2-3 0,-2-2 0,-1 0 0,0 0 0,0 1 0,-1 0 0,0 1 0,0 0 0,-1 0 0,-14-8 0,-79-30 0,66 29 0,-2 3 0,1 1 0,-2 2 0,1 1 0,-1 3 0,0 0 0,0 3 0,-58 3 0,49 2 0,47-1 0,6 0 0,12 2 0,44-4 0,1-2 0,0-2 0,82-18 0,99-7 0,-233 28-195,0 1 0,1 1 0,-1 0 0,0 1 0,1-1 0,11 5 0,-12-2-6631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90 24575,'-8'-2'0,"0"0"0,0-1 0,0 0 0,1 0 0,-1 0 0,1-1 0,-1 0 0,-11-10 0,32 4 0,-6 8 0,0 0 0,0 0 0,0 1 0,0 0 0,0 1 0,0 0 0,0 0 0,0 0 0,0 1 0,0 0 0,0 0 0,0 1 0,10 3 0,7 3 0,1 2 0,29 16 0,-13-1 0,0 2 0,62 54 0,-31-23 0,-58-47 0,-1-1 0,-1 2 0,0 0 0,16 22 0,-23-27 0,0 0 0,0 0 0,-1 1 0,-1 0 0,1 0 0,-1 0 0,0 0 0,-1 0 0,0 0 0,2 17 0,-9 6 0,5-30 0,0 0 0,0 0 0,0-1 0,-1 1 0,1 0 0,0 0 0,0-1 0,0 1 0,-1 0 0,1 0 0,-1-1 0,1 1 0,0 0 0,-1-1 0,1 1 0,-1 0 0,1-1 0,-1 1 0,0-1 0,1 1 0,-1-1 0,0 1 0,1-1 0,-1 1 0,0-1 0,1 0 0,-1 1 0,0-1 0,0 0 0,1 0 0,-1 0 0,0 0 0,0 1 0,-1-1 0,1-1 0,1 1 0,-1-1 0,0 0 0,0 1 0,0-1 0,1 0 0,-1 0 0,0 1 0,0-1 0,1 0 0,-1 0 0,1 0 0,-1 0 0,1 0 0,-1 0 0,1 0 0,0 0 0,-1 0 0,1 0 0,0-1 0,-3-26 0,2 22 0,-3-72 0,7-85 0,1 10 0,-4 149 0,0-1 0,-1 1 0,1-1 0,-1 0 0,0 1 0,0 0 0,0-1 0,-1 1 0,-2-5 0,4 8 0,-1 0 0,0 0 0,1 0 0,-1 0 0,0 0 0,0 0 0,0 1 0,0-1 0,0 0 0,0 1 0,0-1 0,0 0 0,0 1 0,0-1 0,0 1 0,0 0 0,0-1 0,0 1 0,0 0 0,0 0 0,-1-1 0,1 1 0,0 0 0,0 0 0,0 0 0,0 1 0,-1-1 0,1 0 0,0 0 0,0 1 0,0-1 0,0 0 0,0 1 0,0-1 0,0 1 0,0 0 0,0-1 0,-2 2 0,-11 8 0,1 0 0,0 1 0,0 0 0,1 1 0,-21 26 0,16-18 0,-32 37 0,2 3 0,3 2 0,3 1 0,-36 75 0,34-56 0,43-81 2,0-1 0,0 0-1,0 0 1,-1 0 0,1 0-1,0 0 1,0 1 0,0-1-1,0 0 1,0 0 0,0 0-1,0 0 1,0 0 0,0 1-1,0-1 1,0 0 0,0 0-1,-1 0 1,1 0 0,0 0 0,0 0-1,0 0 1,0 0 0,0 1-1,0-1 1,-1 0 0,1 0-1,0 0 1,0 0 0,0 0-1,0 0 1,0 0 0,-1 0-1,1 0 1,0 0 0,0 0-1,0 0 1,0 0 0,0 0-1,-1 0 1,1 0 0,0 0-1,0 0 1,0 0 0,0 0 0,-1 0-1,1 0 1,0-1 0,0 1-1,0 0 1,0 0 0,-4-9-1455,2 1-5373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0 165 24575,'0'0'0,"2"1"0,47 6 0,1-2 0,-1-2 0,64-4 0,-39 0 0,46-5 0,120-21 0,-42 4 0,-198 20 0,-5-1 0,-11-5 0,-35-11 0,-105-25 0,85 27 0,6 0-1365,44 13-5461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5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24575,'0'23'0,"-8"413"0,8 246 0,1-330 0,-1-339-205,2-1-1,-1 0 0,6 20 0,-5-26-336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7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0,15 3 0,97 16 0,186 29 0,5-24 0,326-3 0,82 1 0,-129-6 0,-25 0 0,-185-4 0,22 2 0,-326-14 0,797-5 0,-425 9 0,35 0 0,10-10 0,-159 3 0,60 2 0,217-6 0,37-21 0,-264 27 0,-277 3 0,-29-5 0,135-22 0,-151 16 0,-27 4 0,41-14 0,-69 19 0,0 0 0,1 0 0,-1 0 0,0 0 0,0-1 0,0 1 0,0 0 0,0 0 0,0-1 0,0 1 0,0 0 0,1-1 0,-1 1 0,0-1 0,0 1 0,1-1 0,-1 0 0,0 1 0,1-1 0,-1 0 0,0 1 0,1-1 0,-1-1 0,-8-5 0,9 7 0,-1 0 0,1 0 0,0 0 0,-1 0 0,1 0 0,0 1 0,0-1 0,-1 0 0,1 0 0,0 0 0,-1 0 0,1 1 0,0-1 0,0 0 0,-1 0 0,1 0 0,0 1 0,0-1 0,0 0 0,0 0 0,-1 1 0,1-1 0,0 0 0,0 1 0,0-1 0,0 0 0,0 1 0,0-1 0,0 0 0,0 0 0,0 1 0,-1-1 0,1 0 0,1 1 0,-7 29 0,2 1 0,-1 52 0,2-13 0,-17 445 0,17-401 0,6 344 0,0-358 0,-3-55 0,11 86 0,-4-111 0,-5-10 0,-20-12 0,-51-11 0,-1 2 0,-117-2 0,81 14 0,-116 17 0,106-7 0,-150-4 0,-739-25 0,977 18 0,-682-41 0,128-23 0,273 39 0,-307-25 0,336 29 0,-160-17 0,-532-41 0,244 55 0,92 3 0,548 20 0,-173 2 0,-127-5 0,28-7 0,90 4 0,215 3 0,-51 1 0,85 10-1365,14-5-5461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29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24575,'0'0'0,"0"0"0,5 8 0,2 10 0,0 0 0,-2 0 0,0 1 0,-1 0 0,0-1 0,-2 1 0,0 33 0,-3 8 0,-10 66 0,1-60 0,-5 40 0,14-96 0,1 1 0,0-1 0,1 1 0,0-1 0,1 0 0,0 1 0,6 16 0,-8-25 0,1-1 0,0 1 0,-1 0 0,1-1 0,0 1 0,0 0 0,0-1 0,0 1 0,0-1 0,1 0 0,-1 1 0,0-1 0,1 0 0,-1 0 0,1 0 0,-1 0 0,1 0 0,-1 0 0,1 0 0,0-1 0,-1 1 0,1 0 0,0-1 0,0 1 0,0-1 0,-1 0 0,1 0 0,0 0 0,0 0 0,0 0 0,0 0 0,-1 0 0,1 0 0,0-1 0,0 1 0,-1-1 0,1 1 0,0-1 0,0 0 0,1-1 0,4-1 0,0-1 0,0 0 0,-1-1 0,1 1 0,-1-1 0,0 0 0,-1-1 0,9-9 0,1-6 0,-1-1 0,-1-1 0,-1 0 0,-1-1 0,-1 0 0,9-34 0,28-156 0,-36 165 0,-11 49 0,0 0 0,0 0 0,0 0 0,0 0 0,0 0 0,0 0 0,0 0 0,0-1 0,0 1 0,0 0 0,0 0 0,0 0 0,0 0 0,0 0 0,0 0 0,0 0 0,0-1 0,0 1 0,0 0 0,0 0 0,0 0 0,0 0 0,0 0 0,0 0 0,0 0 0,0 0 0,0 0 0,0 0 0,0-1 0,0 1 0,1 0 0,-1 0 0,0 0 0,0 0 0,0 0 0,0 0 0,0 0 0,0 0 0,0 0 0,0 0 0,1 0 0,-1 0 0,0 0 0,0 0 0,0 0 0,0 0 0,0 0 0,0 0 0,0 0 0,0 0 0,1 0 0,-1 0 0,0 0 0,0 0 0,0 0 0,0 0 0,0 0 0,0 0 0,0 0 0,1 0 0,2 10 0,2 12 0,11 213 0,-9-92 0,6 11 0,5 251 0,-18-395 0,-1 0 0,0 0 0,0-1 0,-1 1 0,0-1 0,-1 1 0,-6 12 0,7-17 0,-1 1 0,0-1 0,-1-1 0,1 1 0,-1 0 0,0-1 0,-1 0 0,1 0 0,0 0 0,-1 0 0,0-1 0,0 0 0,-9 4 0,3-2 8,1 0-1,-2-1 1,1 0-1,0-1 1,-1 0-1,0-1 1,1-1-1,-1 0 1,0 0-1,0-1 1,0 0-1,0-1 1,1-1-1,-1 0 0,-16-5 1,13 2-143,0-1 0,0 0 0,1-1 0,0-1 0,0 0 0,1-1 0,0 0 0,0-1 0,1-1 0,-20-22 0,11 8-6691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30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24575,'0'0'0,"0"0"0,0 0 0,19 0 0,164 14 0,-49-2 0,135-14 0,-224-2 0,1-2 0,-1-2 0,81-26 0,-126 33 0,0 1 0,0 0 0,0 0 0,1 0 0,-1 0 0,0 0 0,0 0 0,0 0 0,0-1 0,1 1 0,-1 0 0,0 0 0,0 0 0,0 0 0,0-1 0,0 1 0,0 0 0,0 0 0,0 0 0,0-1 0,1 1 0,-1 0 0,0 0 0,0 0 0,0-1 0,0 1 0,0 0 0,0 0 0,0 0 0,0-1 0,0 1 0,0 0 0,-1 0 0,1 0 0,0-1 0,0 1 0,0 0 0,0 0 0,0 0 0,0 0 0,0-1 0,-9-11 0,-11-7 0,11 13-195,-1 0 0,1 1 0,-1 0 0,0 0 0,0 1 0,-17-4 0,-1 0-6631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3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24575,'18'29'0,"-14"-19"0,0 0 0,0 0 0,-1 0 0,-1 0 0,0 1 0,0-1 0,0 15 0,-3 80 0,-1-65 0,-16 240 0,15 143 0,-13 295 0,4-397 0,4-72 0,-3 2 0,-10 197 0,4 38 0,17-403 0,-2 243 0,-25-3 0,5-226 0,22-80 0,-1-10 0,-5-24 0,4 7-306,-1 1 1,2 0-1,-2-13 0,3 21 164,-1-15-6684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2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1 24575,'0'0'0,"0"0"0,0 0 0,0 0 0,0 0 0,0 0 0,0 0 0,0 0 0,0 0 0,0 0 0,0 0 0,0 0 0,0 0 0,-5 17 0,-4 22 0,1 0 0,3 1 0,-2 69 0,10 18 0,-1 11 0,-9 29 0,-14 503 0,-4-29 0,-100 506-681,36-240 681,64-612-5,17-207 48,-37 325 577,36-362-598,3-23-22,2 0 0,0 0 1,1 38-1,6-53-89,0 12 295,-7-21-585,-6-12-724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3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71 164 24575,'-19'-25'0,"13"14"25,0 0 0,1 0 0,1-1 0,-6-21 0,-7-19-1515,13 44-5336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4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39 24575,'0'0'0,"0"0"0,0 0 0,0 0 0,0 0 0,0 0 0,0 0 0,0 0 0,0 0 0,0 0 0,0 0 0,-8-27 0,3 15 0,-24 18 0,29-5 0,-1-1 0,0 0 0,1 1 0,-1-1 0,1 1 0,-1-1 0,1 1 0,-1-1 0,1 1 0,-1-1 0,1 1 0,-1 0 0,1-1 0,0 1 0,-1 0 0,1-1 0,0 1 0,0 0 0,0-1 0,-1 1 0,1 0 0,0 0 0,0-1 0,0 1 0,0 0 0,0-1 0,0 1 0,0 0 0,1 1 0,3 28 0,-2-22 0,0 13 0,1 0 0,2 0 0,0 0 0,1-1 0,1 0 0,0 0 0,15 26 0,71 87 0,-78-142 0,-8 1 0,-1-1 0,0-1 0,0 1 0,-1-1 0,-1 1 0,1-2 0,4-19 0,-1 7 0,5-17 0,11-61 0,-1 2 0,-28 91 0,5 8 0,0-1 0,0 1 0,0 0 0,0 0 0,-1 0 0,1 0 0,0 0 0,0-1 0,0 1 0,0 0 0,-1 0 0,1 0 0,0 0 0,0 0 0,0 0 0,-1 0 0,1 0 0,0-1 0,0 1 0,-1 0 0,1 0 0,0 0 0,0 0 0,0 0 0,-1 0 0,1 0 0,0 0 0,0 1 0,-1-1 0,1 0 0,0 0 0,0 0 0,0 0 0,-1 0 0,1 0 0,0 0 0,0 0 0,0 1 0,0-1 0,-1 0 0,1 0 0,0 0 0,0 0 0,0 0 0,0 1 0,-1-1 0,0 2-72,1-1 1,-1 1-1,0 0 0,0 0 0,1-1 0,-1 1 0,1 0 0,0 0 1,-1 0-1,1 0 0,0-1 0,0 1 0,0 0 0,1 0 0,-1 0 1,0 0-1,0-1 0,2 3 0,1 4-6754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11 24575,'6'-4'0,"5"-3"0,-17 11 0,-1 1 0,0 0 0,0 1 0,1 0 0,-1 0 0,1 1 0,1-1 0,-9 13 0,-28 58 0,25-43 0,-3 2 0,-38 79 0,52-102 0,1 1 0,0 1 0,1-1 0,1 1 0,0-1 0,0 23 0,3-33 0,0 1 0,0 0 0,1-1 0,0 1 0,0-1 0,0 1 0,1-1 0,-1 1 0,1-1 0,0 0 0,0 0 0,1 0 0,-1 0 0,1 0 0,0 0 0,0-1 0,0 1 0,0-1 0,1 0 0,-1 0 0,1 0 0,6 3 0,-3-2 0,0 0 0,1 0 0,0-1 0,-1 0 0,1-1 0,0 0 0,0 0 0,1 0 0,-1-1 0,0 0 0,14-1 0,-20 0 0,11-1 0,-1 1 0,0-2 0,1 0 0,-1 0 0,17-6 0,-27 7 0,1 0 0,-1 0 0,0 0 0,0 0 0,-1 0 0,1-1 0,0 1 0,0-1 0,-1 1 0,1-1 0,0 0 0,-1 1 0,0-1 0,1 0 0,0-3 0,-1 3 0,0 0 0,-1-1 0,1 1 0,-1-1 0,0 1 0,0-1 0,0 1 0,0-1 0,0 0 0,0 1 0,0-1 0,-1 1 0,0-1 0,1 1 0,-1 0 0,-2-5 0,-2-3 0,0 0 0,-1 1 0,0 0 0,0 0 0,-1 0 0,0 1 0,-1 0 0,0 0 0,-9-6 0,-6-4 0,-2 1 0,-27-15 0,38 24 0,0 1 0,0 1 0,-1 0 0,1 0 0,-1 2 0,0 0 0,-1 0 0,1 2 0,-1 0 0,1 1 0,-1 0 0,1 1 0,-1 1 0,-26 4 0,118-13 0,-26 4 0,24-4 0,-3-1 0,102 1 0,-166 8-151,-1 0-1,0 1 0,1 0 0,-1 0 1,0 0-1,1 1 0,-1 0 1,10 5-1,-5-1-6674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24575,'6'98'0,"-1"-35"0,0 21 0,3-1 0,29 133 0,-34-208 0,-1 0 0,1-1 0,0 1 0,1-1 0,0 0 0,0 0 0,6 8 0,-9-13 0,0 0 0,1-1 0,-1 1 0,0-1 0,1 1 0,-1-1 0,1 0 0,0 0 0,-1 1 0,1-1 0,0 0 0,0 0 0,0-1 0,0 1 0,-1 0 0,1-1 0,0 1 0,0-1 0,0 1 0,1-1 0,-1 0 0,0 0 0,0 0 0,0 0 0,0 0 0,0-1 0,0 1 0,0-1 0,0 1 0,0-1 0,0 0 0,-1 1 0,5-3 0,0-2 0,0 0 0,0 0 0,0 0 0,-1 0 0,1-1 0,-1 0 0,-1 0 0,1-1 0,-1 0 0,0 1 0,3-10 0,2-5 0,0-1 0,7-33 0,-9 27 60,6-53 0,-12 71-225,0 0 0,-1 0 0,-1 0 0,1 0 0,-1 0 0,-1 1 0,0-1 0,-6-18 0,2 16-6661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38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1 459 24575,'0'0'0,"0"0"0,0 0 0,0 0 0,0 0 0,0 0 0,0 0 0,0 0 0,26-3 0,-18 0 0,0 0 0,-1-1 0,1 1 0,-1-2 0,0 1 0,0-1 0,0 0 0,-1 0 0,0-1 0,0 1 0,0-1 0,-1-1 0,0 1 0,6-10 0,6-12 0,0-1 0,14-37 0,-21 43 0,32-74 0,14-33 0,-93 192 0,19-28 0,-80 169 0,87-175 0,2 0 0,0 0 0,2 1 0,1 1 0,-4 43 0,10-66 0,0-1 0,1 1 0,0-1 0,0 1 0,0-1 0,1 0 0,0 0 0,0 1 0,0-1 0,1-1 0,0 1 0,0 0 0,0-1 0,1 1 0,0-1 0,0 0 0,1 0 0,5 5 0,-7-7 0,1 0 0,-1-1 0,1 1 0,0-1 0,0 1 0,0-1 0,0 0 0,0-1 0,0 1 0,0-1 0,1 0 0,-1 0 0,0 0 0,1 0 0,-1-1 0,1 0 0,-1 0 0,1 0 0,-1 0 0,1-1 0,-1 0 0,0 0 0,1 0 0,-1 0 0,0-1 0,8-3 0,-6 0-76,0 1 1,0-1-1,0 0 0,-1 0 0,0-1 0,0 1 0,-1-1 0,1 0 1,-1 0-1,0-1 0,-1 1 0,0-1 0,0 0 0,0 0 1,-1 0-1,0 0 0,2-11 0,-2 3-6750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39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21 24575,'-2'7'0,"-3"12"0,5-18 0,0-1 0,0 1 0,0 0 0,1-1 0,-1 1 0,0-1 0,0 1 0,1-1 0,-1 1 0,0-1 0,1 1 0,-1-1 0,1 1 0,-1-1 0,0 1 0,1-1 0,-1 1 0,1-1 0,-1 0 0,1 1 0,0-1 0,-1 0 0,1 1 0,-1-1 0,1 0 0,0 0 0,-1 0 0,1 0 0,-1 0 0,2 1 0,15 0 0,1 1 0,-1-2 0,1 0 0,-1-2 0,1 1 0,-1-2 0,23-7 0,27-2 0,24 2 16,68-11-1397,-145 17-5445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39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24575,'26'164'0,"-11"-107"0,-6-26 0,-2 0 0,5 47 0,-12-78 0,0 1 0,0-1 0,0 0 0,0 1 0,0-1 0,0 1 0,0-1 0,-1 0 0,1 1 0,0-1 0,0 0 0,0 0 0,-1 1 0,1-1 0,0 0 0,0 0 0,-1 1 0,1-1 0,0 0 0,-1 0 0,1 1 0,0-1 0,-1 0 0,1 0 0,0 0 0,-1 0 0,1 0 0,0 0 0,-1 0 0,1 1 0,0-1 0,-1 0 0,1 0 0,0 0 0,-1-1 0,1 1 0,-1 0 0,1 0 0,0 0 0,-1 0 0,1 0 0,0 0 0,-1 0 0,1-1 0,0 1 0,-1 0 0,1 0 0,-1-1 0,-17-8 0,15 5 0,0 0 0,1-1 0,-1 1 0,1-1 0,0 1 0,0-1 0,0 0 0,1 0 0,0 1 0,0-1 0,0 0 0,0-9 0,0-5 0,1 0 0,3-20 0,-2 24 0,1-1 0,0 1 0,2 0 0,-1 0 0,2 0 0,0 0 0,10-18 0,-12 27 0,1 0 0,-1 0 0,1 1 0,1 0 0,-1 0 0,1 0 0,0 0 0,0 0 0,0 1 0,1 0 0,0 0 0,-1 1 0,1-1 0,1 1 0,-1 1 0,0-1 0,1 1 0,-1 0 0,8-1 0,-1 1-455,-1 1 0,23 0 0,-24 2-6371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0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67 24575,'-15'-22'0,"12"18"0,1 0 0,-1 1 0,1 0 0,-1-1 0,0 1 0,0 0 0,-1 0 0,1 1 0,-1-1 0,1 1 0,-1 0 0,-6-3 0,7 4 0,1 0 0,-1 1 0,0-1 0,0 1 0,0 0 0,1 0 0,-1 0 0,0 0 0,0 0 0,0 1 0,1-1 0,-1 1 0,0 0 0,0 0 0,1 0 0,-1 0 0,1 0 0,-1 0 0,1 1 0,-4 2 0,-5 4 0,1 1 0,0 0 0,0 1 0,1 0 0,0 0 0,1 1 0,0 0 0,1 0 0,0 1 0,1 0 0,0 1 0,1-1 0,0 1 0,1 0 0,1 0 0,0 0 0,0 0 0,0 20 0,2-29 0,1 1 0,0-1 0,0 0 0,1 0 0,-1 0 0,1 0 0,0 0 0,0 0 0,0 0 0,0 0 0,1 0 0,-1 0 0,1-1 0,0 1 0,0 0 0,1-1 0,-1 0 0,1 1 0,0-1 0,-1 0 0,1-1 0,1 1 0,-1 0 0,0-1 0,1 0 0,-1 0 0,1 0 0,0 0 0,-1 0 0,1-1 0,0 1 0,6 0 0,-4 0 0,1-1 0,-1 0 0,1 0 0,0-1 0,0 1 0,-1-1 0,1-1 0,0 0 0,-1 1 0,1-2 0,0 1 0,-1-1 0,0 0 0,1-1 0,-1 1 0,0-1 0,0 0 0,0-1 0,6-5 0,-2 0 0,0-1 0,-1 0 0,-1-1 0,0 0 0,0 0 0,-1-1 0,0 0 0,-1 0 0,8-26 0,-7 17 0,-1 0 0,-2 0 0,0 0 0,-1 0 0,0-37 0,-11 71 0,-1 11 0,4 0 0,0 1 0,2 0 0,0 0 0,2 0 0,1 0 0,4 33 0,-4-56 0,0 0 0,0-1 0,0 1 0,0 0 0,1-1 0,-1 1 0,1 0 0,-1-1 0,1 1 0,-1-1 0,1 1 0,0-1 0,0 1 0,0-1 0,0 0 0,0 1 0,0-1 0,0 0 0,0 0 0,0 0 0,1 0 0,-1 0 0,0 0 0,1 0 0,2 1 0,-3-2 0,1 0 0,0 0 0,0 0 0,-1 0 0,1-1 0,0 1 0,-1 0 0,1-1 0,0 0 0,-1 1 0,1-1 0,0 0 0,-1 0 0,0 0 0,1 0 0,-1 0 0,1 0 0,-1 0 0,0 0 0,0-1 0,0 1 0,0-1 0,0 1 0,2-4 0,15-28-1365,-12 16-5461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0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24575,'-5'202'0,"5"-190"-273,0 1 0,1 0 0,1 0 0,3 13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0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0,4 3 0,2 1 0,2 7 0,-1 2 0,-2-1 0,-1-3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4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11 311 24575,'4'23'0,"-2"11"0,-4-25 0,-3-24 0,1-1 0,2 0 0,0 0 0,1 0 0,0 0 0,1 0 0,1 0 0,1 0 0,0 0 0,1 0 0,1 0 0,0 1 0,1-1 0,1 1 0,0 0 0,1 1 0,1 0 0,9-14 0,-13 22 0,1 0 0,0 1 0,0 0 0,1 0 0,-1 0 0,1 0 0,0 1 0,1 0 0,-1 0 0,1 0 0,-1 1 0,11-3 0,-12 4 0,-1 1 0,1 0 0,0 0 0,0 0 0,0 1 0,0 0 0,0 0 0,-1 0 0,1 0 0,0 1 0,0 0 0,0 0 0,0 0 0,-1 0 0,1 1 0,-1 0 0,1 0 0,-1 0 0,8 6 0,-4-2 4,0 1 1,-1 0-1,0 0 0,0 1 0,-1 0 0,0 0 0,0 0 1,-1 1-1,0 0 0,0 0 0,-1 0 0,0 1 0,-1-1 1,0 1-1,3 19 0,-2 9-154,0 0 0,-5 75 0,-1-45-832,2-50-5844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1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1 553 24575,'0'0'0,"0"0"0,0 0 0,0 0 0,0 0 0,0 0 0,19-19 0,168-248 0,-49 40 0,-134 220 0,0 1 0,-1-1 0,5-13 0,-24 32 0,4 2 0,-1 1 0,2 0 0,0 0 0,1 1 0,0 1 0,1 0 0,1 0 0,-9 31 0,8-19 0,1 0 0,2 0 0,1 1 0,-2 53 0,6-63 0,1-1 0,1 1 0,1-1 0,1 0 0,0 0 0,2 0 0,0 0 0,1-1 0,10 22 0,-14-38 0,-1 1 0,1-1 0,0 0 0,0 0 0,0 0 0,0 0 0,0 0 0,0 0 0,1-1 0,-1 1 0,0-1 0,1 0 0,-1 1 0,1-1 0,0 0 0,-1-1 0,1 1 0,0 0 0,0-1 0,-1 1 0,1-1 0,0 0 0,0 0 0,0 0 0,3-1 0,1 0 0,0 0 0,0 0 0,0 0 0,-1-1 0,1 0 0,-1-1 0,1 1 0,11-8 0,-12 6 9,0-1-1,0 0 1,0 0-1,-1 0 1,0-1 0,0 0-1,0 1 1,-1-2-1,0 1 1,0-1-1,-1 1 1,1-1-1,3-12 1,-4 9-174,-1-1 0,0 0 0,0 0 0,-1 0 0,0 0 0,-1 0 0,-1 0 0,-2-18 0,0 11-6661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1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24575,'0'0'0,"0"0"0,0 0 0,0 0 0,0 0 0,19 5 0,3-1 0,1-1 0,0 0 0,0-2 0,24-2 0,95-11 0,-77 5 0,-54 6-151,0-1-1,-1 0 0,1 0 0,-1-1 1,0 0-1,0-1 0,0 0 1,13-8-1,-12 6-6674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2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40 0,10 68 0,-7-87 0,2 0 0,1-1 0,0 1 0,18 36 0,-11-31 0,-3-7 0,15 38 0,-25-57 0,0 1 0,0-1 0,0 0 0,0 0 0,0 1 0,1-1 0,-1 0 0,0 0 0,0 1 0,0-1 0,0 0 0,0 0 0,0 1 0,0-1 0,0 0 0,0 0 0,0 1 0,0-1 0,0 0 0,0 1 0,0-1 0,0 0 0,0 0 0,-1 1 0,1-1 0,0 0 0,0 0 0,0 1 0,0-1 0,0 0 0,-1 0 0,1 0 0,0 1 0,0-1 0,-1 0 0,-9-2 0,-12-14 0,17 11 0,0-1 0,0 0 0,1 0 0,0 0 0,0-1 0,0 0 0,1 0 0,0 0 0,0 0 0,0 0 0,1 0 0,1-1 0,-1 1 0,1-1 0,0 1 0,1-1 0,0 0 0,0 1 0,0-1 0,1 1 0,0-1 0,1 0 0,0 1 0,0 0 0,0 0 0,1-1 0,0 1 0,1 1 0,-1-1 0,1 0 0,1 1 0,-1 0 0,1 0 0,0 0 0,10-8 0,-5 5 0,1 0 0,-1 0 0,2 2 0,-1-1 0,1 1 0,0 1 0,0 0 0,1 1 0,0 0 0,0 1 0,0 1 0,0 0 0,19-2 0,-3 7-1365,-16 1-5461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2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34 24575,'0'-1'0,"0"-1"0,-1 1 0,1-1 0,0 1 0,-1-1 0,1 1 0,-1-1 0,0 1 0,1-1 0,-1 1 0,0 0 0,0-1 0,0 1 0,0 0 0,0 0 0,0 0 0,0 0 0,0 0 0,0 0 0,-1 0 0,1 0 0,0 0 0,-1 0 0,1 1 0,0-1 0,-1 1 0,1-1 0,-1 1 0,1-1 0,-1 1 0,1 0 0,-1 0 0,0 0 0,-1 0 0,-2-1 0,0 1 0,0 0 0,1 0 0,-1 1 0,0-1 0,0 1 0,0 0 0,1 1 0,-10 3 0,8-2 0,0 0 0,1 1 0,-1 0 0,0 1 0,1-1 0,0 1 0,0 0 0,1 0 0,-1 0 0,1 1 0,0 0 0,1-1 0,-1 1 0,1 1 0,0-1 0,1 0 0,0 1 0,0 0 0,-3 13 0,4-9 0,0 1 0,1 0 0,0 0 0,1 0 0,0-1 0,0 1 0,2 0 0,-1-1 0,1 1 0,1-1 0,5 11 0,-5-12 0,1 0 0,0-1 0,0 0 0,1 0 0,9 12 0,-13-19 0,0 0 0,-1-1 0,1 1 0,0 0 0,0-1 0,-1 0 0,1 1 0,0-1 0,1 0 0,-1 0 0,0 0 0,0 0 0,0 0 0,1 0 0,-1-1 0,0 1 0,1-1 0,-1 0 0,0 0 0,1 0 0,-1 0 0,1 0 0,-1 0 0,0 0 0,1-1 0,-1 1 0,0-1 0,1 0 0,-1 0 0,4-2 0,2-2 0,0-1 0,0 0 0,0 0 0,-1-1 0,0 0 0,0 0 0,-1-1 0,0 1 0,0-1 0,0-1 0,-1 1 0,5-13 0,-3 5 0,0-1 0,-2 0 0,1 0 0,-2 0 0,0 0 0,1-20 0,-1-63 0,-4 162 0,11 77 0,-10-130-227,1 0-1,0-1 1,0 1-1,1 0 1,6 11-1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3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24575,'9'22'0,"-3"-7"0,-3-3 0,-1 1 0,0-1 0,-1 1 0,-1 24 0,0-19 0,3 30 0,6-20 0,-9-27 0,0-1 0,1 1 0,-1-1 0,0 0 0,0 1 0,1-1 0,-1 0 0,0 1 0,0-1 0,1 0 0,-1 1 0,1-1 0,-1 0 0,0 1 0,1-1 0,-1 0 0,1 0 0,-1 0 0,0 1 0,1-1 0,-1 0 0,1 0 0,0 0 0,0 0 0,-1-1 0,1 1 0,0 0 0,-1-1 0,1 1 0,0-1 0,-1 1 0,1-1 0,-1 1 0,1-1 0,0 1 0,-1-1 0,0 0 0,1 1 0,-1-1 0,1 0 0,-1 1 0,0-1 0,1-1 0,3-9 0,0 1 0,0-1 0,-1 0 0,-1 0 0,0 0 0,0-12 0,1-72 0,-3 52 0,1-13 0,2 1 0,20-103 0,-18 143 0,-5 15 0,1-1 0,-1 1 0,0 0 0,0 0 0,0 0 0,0 0 0,0 0 0,0 0 0,0 0 0,0 0 0,0 0 0,0 0 0,0 0 0,0 0 0,0-1 0,0 1 0,0 0 0,0 0 0,0 0 0,1 0 0,-1 0 0,0 0 0,0 0 0,0 0 0,0 0 0,0 0 0,0 0 0,0 0 0,0 0 0,0 0 0,1 0 0,-1 0 0,0 0 0,0 0 0,0 0 0,0 0 0,0 0 0,0 0 0,0 0 0,0 0 0,0 0 0,0 0 0,0 0 0,1 0 0,-1 0 0,0 1 0,0-1 0,0 0 0,0 0 0,0 0 0,0 0 0,0 0 0,0 0 0,0 0 0,0 0 0,0 0 0,0 0 0,0 0 0,0 0 0,0 1 0,0-1 0,0 0 0,6 28 0,-1 58-1365,-5-59-5461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0:53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16 124 24575,'2'2'0,"1"0"0,-1 1 0,0-1 0,0 1 0,0-1 0,0 1 0,0 0 0,0 0 0,-1-1 0,1 1 0,0 4 0,2 2 0,-1 0 0,0 1 0,0-1 0,-1 1 0,0-1 0,-1 1 0,0 0 0,0 0 0,-1-1 0,-1 1 0,1 0 0,-3 10 0,2-19 0,0 0 0,1 0 0,-1-1 0,1 1 0,-1 0 0,0-1 0,0 1 0,1-1 0,-1 1 0,0 0 0,0-1 0,0 0 0,0 1 0,0-1 0,0 0 0,0 1 0,0-1 0,1 0 0,-1 0 0,0 0 0,0 0 0,0 0 0,0 0 0,0 0 0,0 0 0,0 0 0,-2 0 0,2 0 0,0 0 0,-1-1 0,1 1 0,0 0 0,0 0 0,-1 0 0,1-1 0,0 1 0,0-1 0,-1 1 0,1-1 0,0 1 0,0-1 0,0 0 0,0 1 0,0-1 0,0 0 0,0 0 0,0 0 0,-2-2 0,2-3 0,0-1 0,0 1 0,1 0 0,-1-1 0,1 1 0,1-1 0,1-8 0,11-47 0,-9 50 0,0 0 0,1 1 0,0-1 0,1 1 0,0 0 0,1 0 0,0 1 0,9-11 0,-12 16 0,1 0 0,0 0 0,0 1 0,0 0 0,0-1 0,1 2 0,-1-1 0,1 1 0,0-1 0,0 2 0,1-1 0,-1 1 0,0 0 0,1 0 0,0 0 0,11 0 0,-14 2 0,1 1 0,-1-1 0,0 1 0,1 0 0,-1 1 0,0-1 0,0 1 0,0 0 0,0 0 0,0 0 0,0 0 0,0 0 0,-1 1 0,1 0 0,-1 0 0,0 0 0,0 0 0,0 1 0,0-1 0,0 1 0,-1-1 0,1 1 0,1 4 0,5 9 0,-1 1 0,0 0 0,9 34 0,-13-32 27,0 0-1,-2 0 1,0 0-1,-2 40 1,-1-36-526,1 0-1,7 47 1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3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 24575,'-2'1'0,"0"1"0,0 0 0,0-1 0,1 1 0,-1 0 0,1 0 0,0 0 0,-2 4 0,-2 1 0,-67 97 0,-83 160 0,147-246 0,1 0 0,0 0 0,1 0 0,1 1 0,1 0 0,0 0 0,2 0 0,0 1 0,1-1 0,1 0 0,5 38 0,-5-53 0,1 0 0,0 0 0,1 0 0,-1 0 0,1-1 0,-1 1 0,1 0 0,0-1 0,1 1 0,-1-1 0,1 0 0,-1 0 0,1 0 0,0 0 0,0 0 0,0-1 0,0 1 0,1-1 0,5 4 0,-6-5 0,0 0 0,0 0 0,0 0 0,0-1 0,0 1 0,0-1 0,1 1 0,-1-1 0,0 0 0,0 0 0,0 0 0,0-1 0,0 1 0,0-1 0,0 0 0,0 0 0,0 0 0,0 0 0,0 0 0,0-1 0,0 1 0,-1-1 0,1 0 0,-1 1 0,1-1 0,2-4 0,3-1 0,-1-1 0,-1 0 0,1 0 0,-1-1 0,-1 1 0,1-2 0,-2 1 0,1 0 0,-1-1 0,-1 0 0,1 0 0,-2 0 0,1 0 0,-2 0 0,1-1 0,-1 1 0,-1-1 0,0 1 0,0-1 0,-1 1 0,-1 0 0,1-1 0,-2 1 0,1 0 0,-2 0 0,1 0 0,-1 0 0,-9-15 0,11 23 5,1-1 0,-1 1 0,0-1-1,0 1 1,0 0 0,0-1 0,0 1 0,-1 0-1,1 1 1,-1-1 0,1 0 0,-1 1 0,0-1-1,1 1 1,-1 0 0,0 0 0,0 0-1,0 0 1,0 1 0,0-1 0,0 1 0,0-1-1,0 1 1,-3 1 0,-1-1-140,1 2 0,-1-1 0,1 1 0,0 0 0,-1 0 0,1 1 0,0-1 0,0 1 0,1 1 0,-6 3 0,4-2-6691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8 155 24575,'-1'30'0,"-1"-2"0,-1-10 0,2 0 0,1 0 0,0 0 0,1 0 0,5 26 0,-6-41 0,1 0 0,0 0 0,0-1 0,0 1 0,0 0 0,1 0 0,-1-1 0,1 1 0,-1-1 0,1 1 0,0-1 0,0 0 0,0 0 0,0 0 0,0 0 0,1 0 0,-1 0 0,1 0 0,-1-1 0,1 1 0,0-1 0,-1 0 0,1 0 0,0 0 0,0 0 0,0-1 0,0 1 0,0-1 0,0 1 0,0-1 0,0 0 0,0 0 0,0 0 0,0-1 0,0 1 0,3-2 0,3 0 0,-1 0 0,0-1 0,0 0 0,0 0 0,0-1 0,0 0 0,-1 0 0,1-1 0,-1 0 0,0 0 0,9-9 0,-8 4 0,1-1 0,-2 0 0,1 0 0,-2 0 0,1-1 0,-2 0 0,0 0 0,0-1 0,-1 1 0,0-1 0,-1 0 0,-1 0 0,0 0 0,-1 0 0,0-1 0,-1 1 0,-2-24 0,-1 29 0,1 1 0,-1-1 0,0 1 0,0 0 0,-1 0 0,0 0 0,0 1 0,-1-1 0,0 1 0,0 0 0,0 0 0,-10-7 0,0 8-334,11 4-697,-4 0-5795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4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24575,'10'29'0,"-9"-16"0,0 0 0,-1 17 0,1 25 0,0-51 0,-1 0 0,1 0 0,0 0 0,0 0 0,1-1 0,-1 1 0,1 0 0,-1-1 0,1 1 0,5 5 0,-6-7 0,0-1 0,0 0 0,1 0 0,-1 1 0,1-1 0,-1 0 0,1 0 0,-1-1 0,1 1 0,-1 0 0,1 0 0,0-1 0,-1 1 0,1-1 0,0 1 0,-1-1 0,1 0 0,0 0 0,0 0 0,-1 0 0,1 0 0,0 0 0,0 0 0,0 0 0,-1-1 0,1 1 0,0-1 0,-1 1 0,1-1 0,0 0 0,-1 0 0,1 0 0,-1 0 0,1 0 0,-1 0 0,0 0 0,1 0 0,0-2 0,3-1 0,-1 0 0,0 0 0,0-1 0,0 0 0,0 0 0,-1 0 0,0 0 0,0 0 0,0 0 0,2-7 0,-3 4 0,0 0 0,0 1 0,-1-1 0,0 0 0,-1 0 0,0-10 0,0 15 0,-1-1 0,1 0 0,-1 0 0,0 1 0,0-1 0,0 0 0,-1 1 0,1-1 0,-1 1 0,0-1 0,0 1 0,0 0 0,0 0 0,0 0 0,-4-3 0,5 5 5,0 0-1,0 0 1,0 0-1,0 0 0,0 1 1,-1-1-1,1 0 1,0 1-1,0-1 1,-1 1-1,1-1 0,0 1 1,-1 0-1,1-1 1,0 1-1,-1 0 1,1 0-1,0 0 1,-1 0-1,1 0 0,0 0 1,-1 1-1,1-1 1,0 0-1,-1 1 1,-1 0-1,0 1-128,1-1 0,-1 1 1,1-1-1,0 1 0,0 0 0,-1 0 1,1 0-1,1 0 0,-1 0 0,0 0 1,-2 5-1,-3 5-6702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4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834 1 24575,'0'0'0,"0"0"0,0 0 0,0 0 0,-5 6 0,-59 63 0,-115 94 0,-18 18 0,-146 207 0,328-370 0,10-14 0,1 0 0,1 0 0,-1 1 0,1 0 0,0-1 0,-5 11 0,8-15-19,0-1-1,0 1 1,0 0-1,1 0 1,-1 0-1,0 0 1,0-1-1,0 1 1,1 0-1,-1 0 1,0 0-1,0 0 1,0 0-1,1 0 1,-1 0-1,0 0 1,0 0-1,1 0 1,-1 0-1,0 0 1,0 0-1,0 0 1,1 0-1,-1 0 1,0 0-1,0 0 1,1 0-1,-1 0 1,0 0-1,0 0 1,1 0-1,-1 0 1,0 0-1,0 1 1,0-1-1,0 0 1,1 0-1,-1 0 1,0 0-1,0 1 1,0-1-1,0 0 1,1 0-1,-1 0 1,0 1-1,0-1 1,0 0-1,0 0 1,0 0-1,0 1 1,0-1-1,0 0 1,0 0-1,0 1 1,0-1-1,0 0 1,0 0-1,0 0 1,0 1-1,0-1 1,0 0-1,0 0 1,0 1-1,0-1 1,0 0-1,0 0 1,0 0-1,0 1 1,-1-1-1,8-2-6806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4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24575,'0'0'0,"0"0"0,-2 15 0,-4 7 0,-1 1 0,-1-2 0,-1 1 0,-20 34 0,-3 9 0,27-52 0,-16 40 0,20-49 0,0 0 0,0 1 0,0-1 0,1 1 0,-1-1 0,1 1 0,0-1 0,1 1 0,-1-1 0,2 6 0,-2-9 0,0 0 0,1 0 0,-1 0 0,0 0 0,1 0 0,-1 0 0,1 0 0,-1-1 0,1 1 0,0 0 0,-1 0 0,1 0 0,0-1 0,-1 1 0,1 0 0,0-1 0,0 1 0,0-1 0,0 1 0,-1-1 0,1 1 0,0-1 0,2 1 0,-1-1 0,1 1 0,-1-1 0,0 0 0,0 0 0,1 0 0,-1 0 0,0-1 0,1 1 0,-1-1 0,3 0 0,2-1 0,0-1 0,0 0 0,-1-1 0,1 1 0,9-8 0,-8 4 0,0 1 0,-1-1 0,0 0 0,0-1 0,-1 0 0,0 0 0,7-12 0,-11 16 0,0 0 0,0 1 0,-1-1 0,1 0 0,-1 0 0,0 0 0,0 0 0,-1 0 0,1 0 0,-1 0 0,0 0 0,0 0 0,0 0 0,-1 0 0,1 0 0,-1 0 0,0 0 0,0 1 0,0-1 0,-1 0 0,-2-4 0,1 4-80,0 0 0,0 1-1,0-1 1,-1 1 0,1 0-1,-1 0 1,0 1 0,0-1-1,0 1 1,0-1 0,0 1 0,0 1-1,-1-1 1,1 1 0,-1-1-1,-6 0 1,-17-4-6746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6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0 0,0 0 0,18 8 0,-9-5 0,1 0 0,0 0 0,0-1 0,1-1 0,10 2 0,17 2 0,-34-5 0,1 1 0,-1 1 0,0-1 0,0 0 0,0 1 0,0 0 0,0 0 0,0 0 0,0 0 0,-1 1 0,4 3 0,-5-4 0,0-1 0,-1 1 0,1 0 0,-1 0 0,0 0 0,1 0 0,-1 0 0,0 0 0,0 0 0,-1 1 0,1-1 0,0 0 0,-1 1 0,1-1 0,-1 0 0,0 1 0,0-1 0,0 0 0,0 1 0,0-1 0,0 0 0,-1 3 0,-2 7 0,-1 0 0,0 0 0,-1-1 0,0 0 0,-1 0 0,0-1 0,-1 1 0,-13 16 0,-3-2 0,-49 45 0,69-67 0,0 1 0,0-1 0,0 1 0,1 0 0,0 0 0,0 0 0,-3 6 0,2-2 0,3-8 0,0 1 0,0-1 0,0 1 0,1 0 0,-1-1 0,0 1 0,0-1 0,0 1 0,1-1 0,-1 1 0,0-1 0,1 1 0,-1-1 0,0 1 0,1-1 0,-1 1 0,1-1 0,-1 1 0,1-1 0,-1 0 0,1 1 0,-1-1 0,1 0 0,-1 0 0,1 1 0,0-1 0,15 8 0,-8-6 0,0 0 0,1 0 0,-1-1 0,1 0 0,-1 0 0,1-1 0,-1 0 0,1-1 0,-1 0 0,0 0 0,12-4 0,-6 2 0,0-2 0,-1 0 0,1 0 0,-1-1 0,25-15 0,-7-5-1365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7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57 24575,'-5'19'0,"2"-8"0,1 0 0,1 1 0,0-1 0,0 0 0,1 1 0,2 19 0,-1-28 0,-1 0 0,0 0 0,1 1 0,0-1 0,0 0 0,0 0 0,0 0 0,0 0 0,1 0 0,-1 0 0,1 0 0,0 0 0,0 0 0,0-1 0,0 1 0,0-1 0,0 1 0,1-1 0,-1 0 0,1 0 0,0 0 0,0-1 0,-1 1 0,1 0 0,0-1 0,6 2 0,-5-2 0,-1 0 0,1-1 0,-1 0 0,0 1 0,1-1 0,-1 0 0,1-1 0,-1 1 0,0 0 0,1-1 0,-1 0 0,0 0 0,1 0 0,-1 0 0,0-1 0,0 1 0,0-1 0,0 0 0,3-2 0,-1 0 0,-1-1 0,0 1 0,0-1 0,0 0 0,0 0 0,-1 0 0,0-1 0,0 1 0,3-11 0,-2 5 0,0 0 0,-1 1 0,-1-1 0,0 0 0,0-1 0,-1 1 0,-1-22 0,-1 30 0,1 0 0,0 0 0,-1-1 0,0 1 0,0 0 0,0 0 0,0 0 0,0 0 0,-1 0 0,1 0 0,-1 1 0,0-1 0,-3-4 0,3 6 0,0-1 0,0 1 0,0-1 0,0 1 0,-1 0 0,1 0 0,0 0 0,-1 0 0,1 0 0,-1 1 0,1-1 0,0 1 0,-1-1 0,0 1 0,1 0 0,-1 0 0,1 0 0,-1 0 0,-4 1 0,-1 2-1365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7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24575,'0'0'0,"0"0"0,11 19 0,-9-10 0,0 0 0,-1-1 0,0 1 0,0 0 0,-1 0 0,0 0 0,-2 11 0,1-7 0,1 1 0,1 17 0,-1-30 0,0 0 0,0 0 0,0 0 0,0 1 0,1-1 0,-1 0 0,0 0 0,0 0 0,1 0 0,-1 0 0,1 0 0,-1 0 0,1 0 0,0 0 0,-1 0 0,1-1 0,0 1 0,0 0 0,-1 0 0,1-1 0,0 1 0,0 0 0,0-1 0,0 1 0,2 0 0,-2-1 0,1 1 0,0-1 0,-1 0 0,1 0 0,0 0 0,-1 0 0,1-1 0,0 1 0,-1 0 0,1-1 0,0 1 0,-1-1 0,1 0 0,-1 1 0,2-2 0,2-1 0,-1 0 0,0 0 0,1 0 0,-1 0 0,0-1 0,-1 1 0,1-1 0,-1 0 0,0 0 0,5-8 0,-7 10 0,0 0 0,0 0 0,-1-1 0,1 1 0,0-1 0,-1 1 0,0-1 0,1 1 0,-1 0 0,0-1 0,0 1 0,-1-1 0,1 1 0,0-1 0,-1 1 0,0-1 0,1 1 0,-1 0 0,0-1 0,0 1 0,-2-3 0,2 5-28,0-1 0,1 1 0,-1 0 1,0 0-1,1 0 0,-1 0 0,0 0 0,0 0 0,1 0 0,-1 0 0,0 0 0,0 0 0,1 0 0,-1 0 0,0 0 0,1 1 0,-1-1 0,0 0 1,1 1-1,-1-1 0,0 0 0,1 1 0,-2 0 0,1 0-667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8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0 24575,'1'1'0,"0"0"0,0-1 0,0 1 0,0 0 0,0-1 0,0 1 0,0 0 0,-1 0 0,1 0 0,0 0 0,-1-1 0,1 1 0,0 0 0,-1 0 0,1 0 0,-1 1 0,0-1 0,1 0 0,-1 0 0,0 0 0,0 0 0,0 0 0,1 2 0,-2 1 0,1 1 0,-1 0 0,1 0 0,-1-1 0,-1 1 0,1 0 0,-1-1 0,1 1 0,-1-1 0,0 0 0,-1 1 0,-3 4 0,-6 7 0,-21 24 0,21-26 0,-192 201 0,-24 28 0,226-240 0,-18 22 0,18-16 0,3-9 0,-1 0 0,1 0 0,0 0 0,-1 0 0,1 0 0,-1 0 0,1 0 0,0 0 0,-1 0 0,1 0 0,-1 0 0,1 0 0,0 0 0,-1-1 0,1 1 0,-1 0 0,1 0 0,-1-1 0,1 1 0,0-1 0,27-15 0,-2-1 0,1-1 0,44-40 0,2-2 0,-55 46 0,0 1 0,1 1 0,0 1 0,31-12 0,-67 57 0,9-19 0,4-9 0,1 0 0,-1 1 0,1 0 0,0-1 0,1 1 0,0 0 0,0 0 0,-2 13 0,4-20 0,0 1 0,0 0 0,0-1 0,0 1 0,-1 0 0,1 0 0,0-1 0,1 1 0,-1 0 0,0-1 0,0 1 0,0 0 0,0-1 0,0 1 0,1 0 0,-1-1 0,0 1 0,1 0 0,-1-1 0,0 1 0,1-1 0,-1 1 0,1-1 0,-1 1 0,1-1 0,-1 1 0,1-1 0,-1 1 0,1-1 0,-1 0 0,1 1 0,0-1 0,-1 0 0,1 1 0,-1-1 0,1 0 0,0 0 0,0 0 0,-1 1 0,1-1 0,0 0 0,-1 0 0,1 0 0,0 0 0,-1 0 0,1 0 0,0-1 0,-1 1 0,1 0 0,0 0 0,-1 0 0,1-1 0,0 1 0,-1 0 0,1-1 0,0 1 0,-1 0 0,2-2 0,3-1 0,1-1 0,-1 1 0,0-1 0,8-9 0,-8 8 0,0 0 0,-1-1 0,0 1 0,-1-1 0,1 0 0,-1 0 0,0 0 0,0-1 0,-1 1 0,0-1 0,0 0 0,-1 1 0,0-1 0,0 0 0,0 0 0,-1-8 0,-9-6 0,9 20 0,-1 0 0,1 0 0,-1 0 0,1 0 0,-1 1 0,1-1 0,-1 0 0,0 0 0,0 1 0,1-1 0,-1 0 0,0 1 0,0-1 0,0 1 0,1-1 0,-1 1 0,0-1 0,0 1 0,0 0 0,-2-1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8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24575,'-56'19'0,"58"-19"0,1 0 0,0-1 0,-1 1 0,1 1 0,0-1 0,-1 0 0,6 2 0,5 0 0,239 15 0,-250-17 0,1 0 0,0 1 0,0-1 0,-1 1 0,1-1 0,0 1 0,-1 0 0,1 0 0,0 0 0,-1 0 0,0 0 0,1 1 0,-1-1 0,0 1 0,1 0 0,-1-1 0,0 1 0,0 0 0,0 0 0,-1 1 0,1-1 0,0 0 0,-1 0 0,0 1 0,1-1 0,-1 1 0,0-1 0,1 6 0,-1-3 0,-1 1 0,1-1 0,-1 0 0,-1 1 0,1-1 0,-1 1 0,0-1 0,0 0 0,0 1 0,-1-1 0,0 0 0,0 0 0,0 0 0,-4 5 0,-8 11 0,-1 0 0,-1-2 0,0 0 0,-1 0 0,-2-2 0,-31 24 0,-32 32 0,81-72 0,-30 34 0,30-33 0,0 0 0,-1-1 0,1 1 0,0 0 0,0 0 0,0 0 0,0 0 0,0 0 0,1 0 0,-1 1 0,0-1 0,1 0 0,0 0 0,-1 0 0,1 1 0,0-1 0,0 0 0,1 3 0,0-4 0,0 1 0,-1-1 0,1 0 0,0 0 0,0 0 0,1 0 0,-1 0 0,0 0 0,0 0 0,0 0 0,1 0 0,-1-1 0,0 1 0,1 0 0,-1-1 0,1 1 0,-1-1 0,1 1 0,-1-1 0,1 0 0,-1 0 0,1 0 0,-1 0 0,1 0 0,-1 0 0,1 0 0,1-1 0,48-6 0,-44 5 0,265-65 0,-201 36-1365,-62 27-5461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8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9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24575,'-3'0'0,"0"1"0,0-1 0,0 1 0,0 0 0,-1 0 0,2 0 0,-1 1 0,0-1 0,0 1 0,0 0 0,1-1 0,-1 1 0,-3 4 0,0-2 0,4-2 0,0 0 0,0 0 0,0 0 0,0 0 0,0 0 0,1 1 0,-1-1 0,1 1 0,0-1 0,-1 1 0,1-1 0,-1 6 0,-6 33 0,7-39 0,1 0 0,0-1 0,1 1 0,-1 0 0,0 0 0,0-1 0,1 1 0,-1 0 0,1-1 0,-1 1 0,1 0 0,0-1 0,0 1 0,-1-1 0,1 0 0,0 1 0,0-1 0,1 1 0,-1-1 0,0 0 0,0 0 0,1 0 0,-1 0 0,1 0 0,-1 0 0,0 0 0,1 0 0,0-1 0,2 2 0,0 0 0,1 0 0,0-1 0,0 0 0,-1 1 0,1-2 0,0 1 0,0 0 0,8-1 0,-9-1 0,1 1 0,-1-1 0,0 0 0,1 0 0,-1-1 0,0 1 0,0-1 0,0 0 0,0 0 0,-1-1 0,1 1 0,0-1 0,-1 1 0,0-1 0,0 0 0,0 0 0,0-1 0,0 1 0,0-1 0,-1 1 0,0-1 0,0 0 0,0 0 0,0 0 0,0 0 0,1-8 0,-3 11 0,0 0 0,0 1 0,0-1 0,0 0 0,0 0 0,-1 0 0,1 0 0,0 0 0,-1 0 0,1 1 0,-1-1 0,1 0 0,-1 0 0,1 1 0,-1-1 0,1 0 0,-1 1 0,1-1 0,-1 0 0,0 1 0,0-1 0,1 1 0,-1-1 0,-1 0 0,-23-12 0,19 11 0,-3-4 0,-1 1 0,0 1 0,-1 0 0,1 0 0,-17-2 0,2 9 85,12 0-1535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39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0 24575,'-33'16'0,"-40"23"0,64-33 0,-1 0 0,2 0 0,-1 1 0,1 0 0,0 1 0,0 0 0,1 0 0,-11 16 0,17-22 0,0 0 0,0 0 0,0 0 0,0 0 0,1 0 0,-1 0 0,0 0 0,1 0 0,0 1 0,-1-1 0,1 0 0,0 0 0,0 0 0,0 1 0,0-1 0,1 0 0,-1 0 0,1 0 0,-1 0 0,1 1 0,0-1 0,0 0 0,1 3 0,-1-4 0,0 1 0,1-1 0,-1 0 0,0 1 0,0-1 0,1 0 0,-1 0 0,1 0 0,-1 0 0,1 0 0,-1 0 0,1 0 0,0-1 0,-1 1 0,1-1 0,0 1 0,0-1 0,-1 1 0,1-1 0,0 0 0,0 0 0,0 0 0,-1 0 0,1 0 0,0 0 0,0-1 0,-1 1 0,3-1 0,4-2 0,-1 1 0,0-1 0,-1-1 0,1 1 0,-1-1 0,1 0 0,-1-1 0,0 1 0,8-10 0,-3 3 0,-1-1 0,0 0 0,12-22 0,-20 31 0,-1-1 0,1 1 0,-1-1 0,0 1 0,0-1 0,0 0 0,0 1 0,-1-1 0,1 0 0,-1 0 0,0 0 0,0 1 0,-1-1 0,1 0 0,-1 0 0,0 1 0,-1-5 0,-2 11 0,0 0 0,0 1 0,0-1 0,-6 9 0,-11 17-1365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0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0 24575,'-3'7'0,"-16"22"0,-2 0 0,0-2 0,-2 0 0,-38 34 0,11-10 0,-11 13 0,-226 248 0,263-281 0,0 1 0,-31 57 0,54-88 0,1-1 0,-1 1 0,1 0 0,-1 0 0,1 0 0,-1 0 0,1 0 0,0 0 0,0 0 0,-1 0 0,1 0 0,0 0 0,0 0 0,0 0 0,0 1 0,0-2 0,1 0 0,-1 0 0,0 0 0,0 0 0,0 1 0,1-1 0,-1 0 0,0 0 0,0 0 0,1 0 0,-1 0 0,0 0 0,0 1 0,1-1 0,-1 0 0,0 0 0,1 0 0,-1 0 0,0 0 0,0 0 0,1 0 0,-1 0 0,0 0 0,1 0 0,-1-1 0,0 1 0,0 0 0,1 0 0,-1 0 0,0 0 0,1-1 0,3-1 0,0 0 0,0 0 0,0-1 0,0 1 0,5-5 0,83-84 0,-62 59 0,1 1 0,60-45 0,-81 70 0,0 0 0,0 1 0,12-6 0,-19 10 0,0 0 0,0 0 0,1 0 0,-1 0 0,0 0 0,0 0 0,0 1 0,1 0 0,-1-1 0,0 1 0,0 0 0,1 1 0,-1-1 0,0 1 0,0-1 0,5 2 0,-7-1 0,0 0 0,0 0 0,-1 0 0,1-1 0,0 1 0,0 0 0,0 0 0,-1 0 0,1 0 0,0 0 0,-1 1 0,1-1 0,-1 0 0,0 0 0,1 0 0,-1 0 0,0 1 0,1-1 0,-1 0 0,0 0 0,0 0 0,0 1 0,0 0 0,-5 35 0,2-19 0,3-17 0,0 0 0,1 0 0,-1-1 0,0 1 0,0 0 0,0-1 0,1 1 0,-1 0 0,0-1 0,1 1 0,-1-1 0,1 1 0,-1 0 0,0-1 0,1 1 0,-1-1 0,1 1 0,0-1 0,-1 1 0,1-1 0,-1 0 0,1 1 0,0-1 0,-1 0 0,1 1 0,0-1 0,-1 0 0,1 0 0,0 0 0,-1 0 0,1 0 0,0 1 0,-1-1 0,1 0 0,0 0 0,0-1 0,-1 1 0,1 0 0,0 0 0,0 0 0,29-7 0,-24 5 0,-1-1 0,0-1 0,0 1 0,0-1 0,0 1 0,-1-1 0,0-1 0,1 1 0,-1 0 0,-1-1 0,1 0 0,-1 0 0,0 0 0,0-1 0,0 1 0,-1-1 0,1 1 0,-2-1 0,1 0 0,0 0 0,-1 0 0,0 0 0,0-11 0,-1 16-65,0 0 0,0 0 0,-1-1 0,1 1 0,0 0 0,0 0 0,-1 0 0,1 0 0,-1 0 0,1 0 0,-1 0 0,1 0 0,-1 0 0,0 0 0,1 0 0,-1 1 0,0-1 0,0 0 0,0 0 0,-1-1 0,-5-3-6761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0 24575,'-158'143'0,"-1"0"0,16-17 0,130-113 0,-1 0 0,0 1 0,0 1 0,2 0 0,0 0 0,-13 22 0,25-37 2,0 0 0,0 0 0,0 1 0,0-1 0,0 0 0,-1 0 0,1 0 0,0 0 0,0 1 0,0-1 0,0 0 0,0 0 0,0 1 0,0-1 0,0 0 0,0 0 0,0 0 0,0 1 0,0-1 0,0 0-1,0 0 1,0 1 0,0-1 0,0 0 0,0 0 0,0 0 0,0 1 0,0-1 0,0 0 0,0 0 0,0 0 0,0 1 0,1-1 0,-1 0 0,0 0 0,0 0 0,0 0 0,0 1 0,0-1 0,1 0 0,-1 0 0,0 0 0,0 0 0,0 0 0,1 0 0,-1 1 0,0-1-1,0 0 1,0 0 0,1 0 0,-1 0 0,0 0 0,0 0 0,1 0 0,-1 0 0,0 0 0,1 0 0,14-2-1339,-15 2 1195,8-2-6684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3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917 0 24575,'0'0'0,"0"0"0,0 0 0,0 14 0,-3-6 0,1 0 0,-1 0 0,-1 0 0,1 0 0,-1 0 0,-1-1 0,-5 9 0,-43 50 0,39-51 0,-199 209 0,56-64 0,149-151 0,-210 232 0,21 14 0,193-248 0,0-1 0,0 1 0,1 0 0,-4 11 0,7-18 0,0 0 0,0 0 0,0 0 0,0 0 0,0 0 0,-1 1 0,1-1 0,0 0 0,0 0 0,0 0 0,0 0 0,0 0 0,0 0 0,0 0 0,0 0 0,0 0 0,0 0 0,0 1 0,0-1 0,0 0 0,0 0 0,0 0 0,0 0 0,0 0 0,0 0 0,0 0 0,0 0 0,0 0 0,0 1 0,0-1 0,0 0 0,0 0 0,0 0 0,0 0 0,1 0 0,-1 0 0,0 0 0,0 0 0,0 0 0,0 0 0,0 0 0,0 0 0,0 0 0,0 1 0,0-1 0,0 0 0,0 0 0,0 0 0,1 0 0,-1 0 0,0 0 0,0 0 0,0 0 0,0 0 0,0 0 0,0 0 0,0 0 0,0 0 0,0 0 0,1 0 0,-1 0 0,0 0 0,0 0 0,9-5 0,9-9 0,6-8-1365,-2 0-5461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3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1112 1 24575,'-6'19'0,"-5"-1"0,-1-1 0,0 0 0,-1-1 0,-1 0 0,-1-1 0,-17 14 0,5-3 0,-179 169 0,-111 113 0,-12 26 0,310-315 0,1 1 0,0 1 0,2 0 0,0 1 0,-13 26 0,28-40 0,8-10 0,13-13 0,-18 14 0,96-89-569,-85 76-227,24-22-6030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4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1231 9 24575,'0'0'0,"0"0"0,20-5 0,-18 4 0,0 1 0,0-1 0,0 1 0,0-1 0,1 1 0,-1 0 0,0 0 0,0 0 0,4 0 0,-6 0 0,0 0 0,0 1 0,1-1 0,-1 0 0,0 0 0,0 0 0,0 0 0,1 1 0,-1-1 0,0 0 0,0 0 0,0 0 0,1 1 0,-1-1 0,0 0 0,0 0 0,0 1 0,0-1 0,0 0 0,0 1 0,0-1 0,0 0 0,1 0 0,-1 1 0,0-1 0,0 0 0,0 0 0,-1 1 0,-4 17 0,-4-3 0,-1 0 0,0-1 0,0 0 0,-22 21 0,-60 50 0,67-62 0,-182 157 0,-347 336 0,463-421 0,-126 147 0,215-239 0,0 0 0,0 0 0,0 0 0,0 0 0,0 0 0,1 0 0,-2 5 0,2-7 0,1 0 0,0-1 0,0 1 0,0-1 0,0 1 0,0 0 0,0-1 0,0 1 0,0-1 0,0 1 0,1 0 0,-1-1 0,0 1 0,0-1 0,0 1 0,1-1 0,-1 1 0,0 0 0,1-1 0,-1 1 0,0-1 0,1 0 0,-1 1 0,1-1 0,-1 1 0,1-1 0,-1 1 0,1-1 0,-1 0 0,1 0 0,-1 1 0,1-1 0,-1 0 0,1 0 0,-1 1 0,1-1 0,0 0 0,-1 0 0,1 0 0,0 0 0,-1 0 0,1 0 0,-1 0 0,1 0 0,1 0 0,3-1-53,1 1-1,0-1 0,0 0 0,-1-1 1,1 1-1,0-1 0,-1 0 1,0-1-1,1 1 0,-1-1 0,8-5 1,-5 3-668,19-12-6105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4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1159 0 24575,'0'0'0,"-5"6"0,-102 106 0,-177 141 0,133-125 0,-129 126 0,201-175 0,-95 121 0,167-191 0,-5 6 0,0 0 0,1 1 0,1 0 0,-14 31 0,24-46 0,-1 0 0,1 0 0,0 0 0,-1 0 0,1 0 0,0 0 0,0 0 0,-1 0 0,1 0 0,0 0 0,0 0 0,0 0 0,1 0 0,-1 1 0,0-1 0,0 0 0,0 0 0,1 0 0,-1 0 0,1 0 0,-1 0 0,1 0 0,-1-1 0,1 1 0,-1 0 0,1 0 0,0 0 0,0 0 0,0 0 0,1 0 0,-1-1 0,0 1 0,1-1 0,-1 1 0,0-1 0,1 0 0,-1 0 0,0 1 0,1-1 0,-1 0 0,0 0 0,1 0 0,-1-1 0,1 1 0,-1 0 0,0 0 0,1-1 0,-1 1 0,0-1 0,0 1 0,1-1 0,1-1 0,12-7 0,-1 0 0,0-1 0,23-21 0,38-44 0,-52 52 0,34-37-1365,-8 8-5461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4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1182 0 24575,'-11'28'0,"0"-9"0,0 0 0,-2-1 0,-29 32 0,-55 45 0,67-66 0,-238 213-292,-105 102-33,287-260 325,-96 106 0,169-172 206,1 0 0,-18 37-1,30-55-205,-1 0 0,1 0 0,0 1 0,0-1 0,0 0 0,-1 0 0,1 1 0,0-1 0,0 0 0,0 0 0,0 1 0,0-1 0,0 0 0,-1 1 0,1-1 0,0 0 0,0 1 0,0-1 0,0 0 0,0 0 0,0 1 0,0-1 0,0 0 0,1 1 0,-1-1 0,0 0 0,0 1 0,0-1 0,0 0 0,0 0 0,0 1 0,0-1 0,1 0 0,-1 0 0,0 1 0,0-1 0,0 0 0,1 0 0,-1 1 0,0-1 0,0 0 0,1 0 0,-1 0 0,0 0 0,0 0 0,1 1 0,-1-1 0,1 0 0,18-3 0,-5-3 24,0-1 0,-1-1 0,0 0 0,15-12 0,47-42-1509,-41 31-5341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4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824 0 24575,'0'0'0,"2"11"0,-3-5 0,1-1 0,-1 1 0,0-1 0,0 1 0,0-1 0,-1 0 0,0 0 0,0 0 0,0 0 0,-4 6 0,-34 47 0,30-45 0,-158 181 0,-18-14 0,145-141 0,-54 58 0,52-52 0,-84 69 0,116-105-273,-1-1 0,-1-1 0,1 0 0,-21 7 0,18-9-6553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5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819 17 24575,'-41'-9'0,"36"8"0,1-1 0,-1 1 0,1 0 0,-1 0 0,0 0 0,0 1 0,1 0 0,-1 0 0,0 0 0,0 0 0,1 1 0,-7 1 0,-6 4 0,0 0 0,1 2 0,-1 0 0,1 1 0,1 0 0,0 1 0,0 1 0,-17 16 0,-14 18 0,-40 50 0,53-58 0,-21 24 0,-41 44 0,-101 148 0,192-247-82,-24 42 295,26-45-328,1 1-1,0-1 1,0 1 0,0-1 0,0 1 0,0-1 0,1 1 0,-1 0 0,1-1 0,0 1 0,0-1 0,1 8 0,1-5-6711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5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1122 1 24575,'-61'54'0,"-63"72"0,42-40 0,-348 323-788,129-126 751,280-263 244,0 2-1,0 0 0,-27 42 0,46-61-206,0 1 0,1-1 0,-1 0 0,1 1 0,0-1 0,0 1 0,0 0 0,1-1 0,-1 5 0,1-7 0,0 0 0,0 0 0,0 0 0,0 0 0,0 0 0,0 0 0,0 0 0,1-1 0,-1 1 0,0 0 0,1 0 0,-1 0 0,0 0 0,1-1 0,-1 1 0,1 0 0,-1-1 0,1 1 0,0 0 0,-1-1 0,1 1 0,0 0 0,-1-1 0,1 1 0,0-1 0,0 0 0,-1 1 0,1-1 0,0 1 0,0-1 0,0 0 0,0 0 0,0 1 0,-1-1 0,1 0 0,0 0 0,0 0 0,0 0 0,0 0 0,0 0 0,0 0 0,-1-1 0,1 1 0,0 0 0,1-1 0,7 0 0,0-2 0,-1 1 0,1-1 0,-1 0 0,0-1 0,12-6 0,47-35 0,-50 33 0,120-91-1365,-83 60-5461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1289 1 24575,'-8'18'0,"-14"20"8,-3 0 0,-1-1-1,-1-2 1,-53 52 0,-144 113-459,183-165 170,-117 96 150,-113 97 93,14 17 68,221-207 102,3-5 218,-39 52 0,71-84-350,0 0 0,0 0 0,1 0 0,-1 0 0,0 0 0,1 0 0,-1 0 0,1 0 0,0 0 0,-1 0 0,1 0 0,0 0 0,-1 0 0,1 0 0,0 0 0,0 0 0,0 0 0,0 2 0,7-1 0,9-8 0,8-9-82,-1 0 0,0-2 0,36-33 0,-32 26-955,24-21-5789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6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1101 1 24575,'-25'23'0,"-239"187"0,73-61 0,-127 128 0,249-209 0,4 3 0,-79 109 0,140-174 0,1-4 0,1 1 0,0 0 0,0-1 0,1 1 0,-1 0 0,0 0 0,1 0 0,0 1 0,0-1 0,0 0 0,0 0 0,-1 6 0,2-8 0,0-1 0,0 0 0,0 0 0,1 1 0,-1-1 0,0 0 0,0 1 0,0-1 0,0 0 0,0 0 0,0 1 0,0-1 0,0 0 0,1 0 0,-1 1 0,0-1 0,0 0 0,0 0 0,0 0 0,1 1 0,-1-1 0,0 0 0,0 0 0,1 0 0,-1 0 0,0 1 0,0-1 0,1 0 0,-1 0 0,0 0 0,0 0 0,1 0 0,-1 0 0,0 0 0,1 0 0,-1 0 0,15-4 0,15-13 0,-27 15 0,34-24-1365,-3 1-5461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6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1031 1 24575,'-10'19'0,"0"-1"0,-2-1 0,-23 30 0,-48 41 0,68-73 0,-335 305 0,-71 73 0,421-393 0,-13 13 0,1 0 0,0 1 0,1 1 0,0 0 0,1 0 0,-11 25 0,20-39 0,1-1 0,-1 1 0,1 0 0,0-1 0,-1 1 0,1 0 0,0-1 0,0 1 0,-1 0 0,1-1 0,0 1 0,0 0 0,0-1 0,0 1 0,0 0 0,0 0 0,0-1 0,0 1 0,0 0 0,0 0 0,0-1 0,1 1 0,-1 0 0,0-1 0,0 1 0,1 0 0,-1-1 0,1 1 0,-1 0 0,0-1 0,1 1 0,-1-1 0,1 1 0,-1-1 0,1 1 0,-1-1 0,1 1 0,0-1 0,-1 1 0,1-1 0,0 0 0,-1 1 0,1-1 0,0 0 0,-1 0 0,1 0 0,0 1 0,0-1 0,-1 0 0,1 0 0,0 0 0,0 0 0,-1 0 0,2-1 0,4 1 0,-1-1 0,1 0 0,-1 0 0,0 0 0,0-1 0,9-3 0,2-4-455,0 0 0,17-14 0,-6 3-6371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1:4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1013 0 24575,'0'0'0,"-13"11"0,-462 476-561,33 24-998,423-489 1459,-45 54-5871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09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4 24575,'-4'1'0,"1"0"0,0 1 0,0-1 0,0 1 0,0 0 0,0 0 0,1 0 0,-1 0 0,1 1 0,-1-1 0,-1 3 0,0 0 0,1 1 0,0-1 0,1 0 0,0 1 0,-3 9 0,1-5 0,1 1 0,1 0 0,0-1 0,0 1 0,0 12 0,2-20 0,0 0 0,0 0 0,1 0 0,-1 0 0,0 0 0,1 0 0,0-1 0,0 1 0,0 0 0,0 0 0,0-1 0,0 1 0,1 0 0,-1-1 0,1 0 0,-1 1 0,1-1 0,0 0 0,0 0 0,0 0 0,1 0 0,-1 0 0,0 0 0,5 1 0,-6-2 0,1 0 0,-1-1 0,1 1 0,0-1 0,0 0 0,-1 0 0,1 1 0,0-1 0,-1 0 0,1 0 0,0-1 0,0 1 0,-1 0 0,1-1 0,0 1 0,-1 0 0,1-1 0,-1 0 0,1 0 0,0 1 0,-1-1 0,0 0 0,1 0 0,-1 0 0,1 0 0,-1 0 0,0-1 0,0 1 0,0 0 0,0-1 0,2-2 0,2-3 0,-1 1 0,0-1 0,0 0 0,-1-1 0,4-11 0,-4 11 0,-1 0 0,-1 0 0,1 0 0,-1-1 0,-1 1 0,1-1 0,-2 1 0,1 0 0,-2-10 0,1 15 0,1 1 0,-1 0 0,1 0 0,-1 0 0,0-1 0,1 1 0,-1 0 0,0 0 0,-1 0 0,1 0 0,0 0 0,0 1 0,-1-1 0,1 0 0,-1 0 0,0 1 0,1-1 0,-1 1 0,0 0 0,0-1 0,0 1 0,0 0 0,0 0 0,0 0 0,0 1 0,0-1 0,-1 0 0,1 1 0,0-1 0,0 1 0,-1 0 0,1 0 0,0 0 0,0 0 0,-1 0 0,1 0 0,0 1 0,-3 0 0,3-1 0,-1 1 0,1 0 0,-1 0 0,1 0 0,0 0 0,-1 0 0,1 1 0,0-1 0,0 1 0,0-1 0,0 1 0,0 0 0,0 0 0,1 0 0,-1 0 0,1 0 0,-1 0 0,1 0 0,0 0 0,0 1 0,0-1 0,0 1 0,0-1 0,0 0 0,1 1 0,-1 0 0,1-1 0,-1 1 0,1-1 0,1 6 0,11-1-1365,-5-3-5461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15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 24575,'20'20'0,"-19"-15"0,0 1 0,-1-1 0,0 1 0,0-1 0,-1 1 0,1-1 0,-1 0 0,0 1 0,-3 6 0,-20 50 0,15-39 0,-12 20 0,-1-1 0,-28 40 0,-33 62 0,56-80 0,17-38 0,-1-1 0,-1 0 0,-23 34 0,34-57 0,0-1 0,0 0 0,0 1 0,0-1 0,0 1 0,1-1 0,-1 1 0,0-1 0,1 1 0,-1-1 0,1 1 0,0 0 0,-1-1 0,1 1 0,0 0 0,0 0 0,0-1 0,0 1 0,1 0 0,-1-1 0,0 1 0,1-1 0,-1 1 0,1 0 0,-1-1 0,1 1 0,0-1 0,0 1 0,0-1 0,0 1 0,0-1 0,0 0 0,0 0 0,0 1 0,0-1 0,0 0 0,1 0 0,-1 0 0,1 0 0,-1 0 0,2 0 0,4 3 0,-1-1 0,1 0 0,0 0 0,-1 0 0,1-1 0,1 0 0,-1-1 0,11 2 0,152 1 0,-92-4 0,79 10 0,-59 2 0,-97-12 0,0 0 0,0 0 0,-1 0 0,1 0 0,0 0 0,-1 0 0,1 0 0,0-1 0,0 1 0,-1 0 0,1-1 0,0 1 0,-1 0 0,1-1 0,0 1 0,-1-1 0,1 1 0,-1-1 0,1 1 0,-1-1 0,1 1 0,-1-1 0,1 0 0,-1 1 0,0-1 0,1 0 0,-1 1 0,0-1 0,1 0 0,-1 1 0,0-1 0,0 0 0,0 0 0,0 1 0,1-1 0,-1 0 0,0 0 0,-1-1 0,-1-28 0,-4 11 0,-1 0 0,0 1 0,-17-28 0,2 3 0,-48-117 0,-22-45 0,81 186-26,-1 0 0,-21-25 0,13 18-1261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3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24575,'0'0'0,"0"0"0,0 0 0,0 0 0,0 0 0,0 0 0,-6 0 0,-3 0 0,1 0 0,2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33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46 24575,'0'0'0,"-13"13"0,-2-6 0,0-1 0,0 0 0,0-1 0,-19 3 0,18-5 0,1 1 0,0 1 0,1 0 0,-26 14 0,38-18 0,0 0 0,0 0 0,1 1 0,-1-1 0,0 1 0,1-1 0,0 1 0,-1 0 0,1-1 0,-2 4 0,-1 2 0,30-9 0,45-8 0,113-30 0,-178 38 0,44-8 0,0 3 0,1 2 0,66 1 0,2 0 0,335 10 0,-200 3 0,-55-3 0,65 1 0,118-20 0,168 3 0,-425 11 0,412-24 0,-214 5 0,-89 7 0,295-12 0,-369 24 0,209 29 0,-215-12 0,197-1 0,-300-17-101,222 4 335,-218 0-733,-1 2-1,105 27 1,-134-25-6327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0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24575,'28'-3'0,"26"2"0,0 3 0,99 17 0,-63-7 0,1177 118 0,-381-96-618,-752-31 587,1604-9 31,-1649 4 0,43-2 0,208 22 0,-292-10-314,-1 2 0,0 2-1,50 20 1,-66-20-5971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3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307 205 24575,'0'0'0,"0"0"0,-4-7 0,-5-11 0,-1 1 0,-1 1 0,0 0 0,-2 0 0,1 1 0,-2 1 0,0 0 0,0 1 0,-19-13 0,23 20 0,0 0 0,0 1 0,0 0 0,-17-5 0,31 33 0,28 74 0,-3-11 0,13 124 0,-21-92 0,-11-54 0,4 107 0,-14 68 0,-2-165 0,-37 394 0,5-140 0,18 169 0,10-184 0,-4 604 0,9-405 0,-23 107 0,4-387 0,-6 114 0,24 5 0,-10 221 0,-16 13 0,25-496 0,-5 91 0,-2 293 0,17 326 0,-7-773 0,-4 170 0,1 77 0,1 187 0,-1-122 0,36 297 0,-32-620 0,6 245 0,-6-117 0,36 375 0,3 404 0,-40-846 0,-8 193 0,-9-181-1365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6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24575,'1'2'0,"0"0"0,1 0 0,-2 1 0,1-1 0,0 0 0,0 0 0,-1 1 0,1-1 0,-1 4 0,0 19 0,-2 0 0,-1 0 0,-1 0 0,-1 0 0,-10 30 0,8-33 0,1 0 0,1 0 0,0 0 0,2 1 0,1-1 0,2 44 0,0-57 0,2 1 0,-1-1 0,1 0 0,0 0 0,1 0 0,0 0 0,5 9 0,-6-15 0,0 0 0,0 0 0,0 0 0,0-1 0,1 1 0,-1-1 0,1 1 0,0-1 0,-1 0 0,1 0 0,0 0 0,0 0 0,1-1 0,-1 1 0,0-1 0,0 0 0,1 1 0,-1-2 0,1 1 0,-1 0 0,6 0 0,-3-1 0,0 1 0,0-1 0,0 0 0,0-1 0,0 0 0,0 0 0,0 0 0,0 0 0,0-1 0,0 0 0,5-3 0,-8 3 0,0 1 0,0-1 0,0-1 0,0 1 0,-1 0 0,1-1 0,-1 1 0,1-1 0,-1 0 0,0 0 0,0 0 0,0 0 0,0 0 0,-1 0 0,1 0 0,-1-1 0,0 1 0,0 0 0,0-1 0,0-3 0,3-34-1365,-3 25-5461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7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24575,'331'-51'0,"-315"49"-227,0-1-1,0 0 1,0-1-1,0-1 1,27-12-1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7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1 254 24575,'0'0'0,"20"-5"0,17-3 0,109-26 0,-118 26 0,-1-2 0,0 0 0,28-16 0,-53 25 0,0 0 0,0 0 0,0 0 0,0-1 0,0 1 0,0-1 0,0 1 0,0-1 0,-1 1 0,1-1 0,-1 0 0,1 0 0,-1 0 0,0 0 0,0 0 0,0 0 0,0 0 0,0 0 0,0 0 0,0 0 0,-1-1 0,1 1 0,-1 0 0,0-1 0,1 1 0,-1 0 0,0-1 0,-1 1 0,1 0 0,0-1 0,-1 1 0,1 0 0,-1 0 0,1-1 0,-1 1 0,0 0 0,0 0 0,-2-3 0,0 0 0,0 0 0,-1 0 0,1 1 0,-1-1 0,0 1 0,-1 0 0,1 0 0,-1 0 0,1 0 0,-1 1 0,0 0 0,-1 0 0,1 0 0,-7-2 0,2 2 0,0 0 0,0 1 0,-1 0 0,1 1 0,0 0 0,-1 1 0,1 0 0,-1 0 0,1 1 0,-1 1 0,1-1 0,0 2 0,0-1 0,-14 7 0,17-6 0,0 0 0,0 1 0,1 0 0,-1 0 0,1 1 0,0-1 0,0 1 0,1 1 0,-1-1 0,1 1 0,0 0 0,1 0 0,-1 0 0,1 1 0,1 0 0,-1-1 0,1 1 0,0 1 0,1-1 0,-3 13 0,3-8 0,1 0 0,0 0 0,1 0 0,0 0 0,1 1 0,0-1 0,1 0 0,1 0 0,5 19 0,-6-29 0,-1 1 0,1 0 0,-1 0 0,1 0 0,0-1 0,0 1 0,0-1 0,0 0 0,1 1 0,-1-1 0,1 0 0,-1 0 0,1 0 0,0-1 0,0 1 0,0-1 0,0 0 0,0 1 0,0-1 0,0 0 0,4 0 0,5 2 0,0-1 0,1 0 0,-1-1 0,15-1 0,-1 0 0,42-7 0,-59 5 0,0 1 0,0-2 0,0 1 0,0-1 0,0-1 0,-1 0 0,0 0 0,11-7 0,-17 10-114,-1-1 1,1 1-1,0-1 0,-1 0 0,1 1 1,-1-1-1,0 0 0,0 0 0,1 0 1,-1 0-1,1-4 0,1-2-6712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0 24575,'0'0'0,"0"0"0,0 0 0,0 0 0,-9 11 0,-9 7 0,-40 30 0,41-36 0,1 1 0,1 1 0,0 0 0,-15 20 0,29-34 0,1 1 0,0 0 0,0-1 0,0 1 0,0-1 0,0 1 0,0 0 0,0-1 0,1 1 0,-1-1 0,0 1 0,0 0 0,0-1 0,1 1 0,-1-1 0,0 1 0,0-1 0,1 1 0,-1-1 0,1 1 0,-1-1 0,0 1 0,1-1 0,-1 1 0,1-1 0,0 1 0,16 13 0,-3-6 0,0-1 0,1-1 0,-1 0 0,1 0 0,1-1 0,16 2 0,-18-4 0,0 0 0,0 1 0,-1 1 0,1 0 0,-1 0 0,0 2 0,0 0 0,16 11 0,-28-17 0,0-1 0,0 1 0,-1 0 0,1-1 0,0 1 0,0 0 0,0-1 0,-1 1 0,1 0 0,0 0 0,-1 0 0,1 0 0,-1 0 0,1 0 0,-1-1 0,1 1 0,-1 0 0,0 0 0,0 0 0,1 1 0,-1-1 0,0 0 0,0 0 0,0 0 0,0 0 0,0 0 0,0 0 0,0 0 0,0 0 0,-1 0 0,1 0 0,0 0 0,-1 0 0,1 0 0,0 0 0,-1 0 0,0 0 0,1 0 0,-1 0 0,1-1 0,-1 1 0,0 0 0,0 0 0,1-1 0,-1 1 0,0 0 0,0-1 0,0 1 0,0-1 0,0 1 0,-1 0 0,-6 3 0,0 1 0,-1-1 0,0-1 0,-13 4 0,-41 9 0,56-14 0,0-1 0,-1 0 0,1-1 0,0 0 0,-1 0 0,-12-2 0,19 2 0,-1-1 0,1 1 0,-1-1 0,1 0 0,0 0 0,-1 1 0,1-1 0,0 0 0,0 0 0,0 0 0,0 0 0,0 0 0,0-1 0,0 1 0,0 0 0,0 0 0,0-1 0,1 1 0,-1 0 0,1-1 0,-1 1 0,1-1 0,-1 1 0,1-1 0,0 1 0,0-1 0,-1 1 0,1-1 0,0 1 0,0-1 0,1 1 0,-1-1 0,0 1 0,1-2 0,0-6 0,1-1 0,0 1 0,7-18 0,5-4-1365,-1 4-5461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8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24575,'21'-16'0,"1"1"0,1 0 0,0 2 0,0 1 0,1 1 0,1 0 0,0 2 0,0 1 0,37-6 0,-60 13 0,0 1 0,0 0 0,-1-1 0,1 1 0,0 0 0,0 0 0,0 0 0,0 0 0,0 0 0,0 0 0,-1 1 0,1-1 0,0 1 0,0-1 0,0 1 0,-1 0 0,1 0 0,0 0 0,-1 0 0,1 0 0,0 0 0,-1 0 0,0 0 0,3 3 0,-2-1 0,-1-1 0,0 1 0,0 0 0,0 0 0,0 0 0,0 0 0,-1 0 0,1 0 0,-1 0 0,0 0 0,0 0 0,0 0 0,0 0 0,0-1 0,-1 4 0,-5 19 0,0-2 0,-2 1 0,0-1 0,-2 0 0,-23 40 0,21-42 0,1 1 0,0 0 0,2 1 0,0 0 0,-10 48 0,18-61 0,0-1 0,1 1 0,-1 0 0,2-1 0,-1 1 0,2-1 0,-1 1 0,5 14 0,-4-19 0,0 0 0,0 0 0,0 0 0,1-1 0,0 1 0,0-1 0,0 0 0,0 0 0,1 0 0,-1 0 0,1 0 0,0-1 0,0 1 0,1-1 0,-1 0 0,1-1 0,4 3 0,3 0 0,0-1 0,0 0 0,0-1 0,0-1 0,1 0 0,-1 0 0,1-1 0,-1-1 0,1 0 0,-1-1 0,1 0 0,-1-1 0,22-6 0,-32 8 5,1-1 0,0 0 0,-1-1 0,1 1 0,-1 0 0,1-1 0,-1 1 0,0-1 0,1 0 0,-1 0 0,0 0 0,0 0 0,-1 0 0,1 0 0,0 0 0,-1-1 0,1 1 0,-1-1 0,0 1 0,1-1 0,-1 0 0,0 1 0,0-6 0,0 3-129,0-1 0,-1 1 1,0-1-1,0 1 0,-1 0 0,1-1 1,-1 1-1,0 0 0,-1-1 0,1 1 1,-4-8-1,-4-6-6702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4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24575,'0'0'0,"0"0"0,0 0 0,0 0 0,19-5 0,29-8 60,83-10 0,-106 20-308,-1 2 1,1 1-1,0 0 1,0 2-1,33 7 1,-37-4-6579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14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1343 24575,'0'0'0,"0"0"0,0 0 0,0 0 0,0 0 0,0 0 0,0 0 0,0 0 0,-4 15 0,0-5 0,-1 3 0,1 0 0,1 1 0,-4 24 0,7-33 0,0-1 0,0 1 0,0-1 0,1 1 0,0-1 0,-1 1 0,2-1 0,-1 1 0,0-1 0,1 0 0,0 0 0,0 1 0,0-1 0,1-1 0,3 7 0,1-2 0,0-1 0,1 0 0,0 0 0,0 0 0,0-1 0,17 9 0,63 27 0,-49-24 0,11 2 0,1-2 0,0-2 0,1-2 0,0-3 0,76 7 0,83 13 0,116 9 0,133-44 0,-406 1 0,57-7 0,1-4 0,109-31 0,-96 19 0,-34 6 0,-1-3 0,0-5 0,103-47 0,-142 52 0,-2-3 0,-1-2 0,-1-1 0,-1-3 0,-2-2 0,68-68 0,-98 87 0,-1 0 0,0-1 0,-1-1 0,-1 0 0,-1 0 0,-1-1 0,0-1 0,-1 1 0,-1-1 0,5-20 0,-8 22 0,-1 0 0,-1 0 0,-1 0 0,0 0 0,-1 0 0,0 0 0,-2-1 0,0 1 0,-1 1 0,-1-1 0,0 0 0,-8-18 0,0 10 0,0 0 0,-2 1 0,-1 0 0,0 1 0,-2 0 0,-1 2 0,-1 0 0,-31-27 0,-19-10 0,-97-62 0,103 81 0,-1 2 0,-2 3 0,-124-45 0,-221-39 0,-165 14 0,494 97 0,1 3 0,-1 4 0,0 3 0,-157 28 0,57 9 0,-183 66 0,314-90 0,2 3 0,0 2 0,1 2 0,1 2 0,1 2 0,2 1 0,1 3 0,1 2 0,2 2 0,1 1 0,-37 45 0,38-35 0,2 1 0,-44 75 0,65-94 0,2-1 0,0 1 0,2 1 0,2 0 0,0 1 0,-6 45 0,9-36 0,3 0 0,1 0 0,1 1 0,3-1 0,1 0 0,2 0 0,2 0 0,1-1 0,2 1 0,1-2 0,2 0 0,2 0 0,2-2 0,21 36 0,-24-48 0,1-1 0,0-1 0,2 0 0,1-1 0,0-1 0,1-1 0,1 0 0,1-2 0,1 0 0,0-2 0,1 0 0,0-1 0,1-2 0,0 0 0,31 8 0,-10-7-151,1-2-1,1-3 0,-1-1 0,1-3 1,0-1-1,0-3 0,0-1 1,61-12-1,-53 4-6674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1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0,0 0 0,0 0 0,0 0 0,0 0 0,0 0 0,0 0 0,0 0 0,0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18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24575,'26'-4'0,"-25"4"0,1 0 0,-1 0 0,0-1 0,0 1 0,0 0 0,0-1 0,0 1 0,0 0 0,0-1 0,0 1 0,0-1 0,0 0 0,0 1 0,0-1 0,0 0 0,0 0 0,-1 1 0,1-1 0,0 0 0,-1 0 0,1 0 0,0 0 0,-1 0 0,1 0 0,-1 0 0,1 0 0,-1 0 0,0 0 0,0 0 0,1 0 0,-1-1 0,0 1 0,0 0 0,0 0 0,0 0 0,0 0 0,0 0 0,0 0 0,-1-1 0,1 0 0,0 2 4,0 1 0,1 0 1,-1-1-1,0 1 0,1-1 0,-1 1 0,1 0 0,-1-1 0,1 1 0,-1-1 0,1 0 1,-1 1-1,1-1 0,0 1 0,-1-1 0,1 0 0,0 1 0,-1-1 0,1 0 1,1 1-1,2 2-109,-16 1-1242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5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24575,'-19'6'0,"19"-6"0,0 0 0,0 0 0,0 0 0,0 0 0,0 0 0,0 0 0,-1 0 0,1 0 0,0 0 0,0 0 0,0 0 0,0 0 0,0 0 0,0 0 0,0 0 0,0 0 0,0 0 0,0 1 0,-1-1 0,1 0 0,0 0 0,0 0 0,0 0 0,0 0 0,0 0 0,0 0 0,0 0 0,0 0 0,0 1 0,0-1 0,0 0 0,0 0 0,0 0 0,0 0 0,0 0 0,0 0 0,0 0 0,0 1 0,0-1 0,0 0 0,0 0 0,0 0 0,0 0 0,0 0 0,0 0 0,0 0 0,0 0 0,0 1 0,0-1 0,0 0 0,1 0 0,-1 0 0,0 0 0,0 0 0,0 0 0,0 0 0,0 0 0,0 0 0,0 0 0,31 9 0,47 6 0,140 9 0,81-18 0,-74-3 0,-179-2 0,508 0 0,276-35 0,-760 33 0,0 3 0,0 2 0,0 4 0,-1 3 0,74 21 0,37 31-1365,-151-51-5461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54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24575,'57'-11'0,"-1"3"0,114-2 0,-10 2 0,95-21 0,88-8 0,234-15 0,266 13 0,-781 38 0,1110-1-400,-475 6 217,-388-6 183,237 1 0,-537 2 0,86-1 0,159 22 0,-239-19-71,0 0 0,0 2 0,-1 0 0,0 0 0,0 2 0,0-1-1,-1 2 1,0 0 0,0 0 0,18 17 0,-17-13-6755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4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09:45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24575,'0'0'0,"0"0"0,2 5 0,0 0 0,3 9 0,0 1 0,-1-1 0,3 6 0,-1 0 0,-1-4 0,3 6 0,-2 0 0,0-5 0,-2-4-8191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00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106 148 24575,'0'0'0,"0"0"0,0 0 0,0 0 0,0 0 0,0 0 0,0 0 0,0 0 0,-10 16 0,-1 8 0,1 1 0,1 1 0,1-1 0,1 1 0,2 0 0,-4 40 0,9-65 0,0 0 0,1 1 0,-1-1 0,0 0 0,1 0 0,-1 0 0,0 0 0,1 0 0,-1 0 0,1 0 0,0 0 0,-1 0 0,1 0 0,0 0 0,-1 0 0,1 0 0,0 0 0,0-1 0,0 1 0,0 0 0,0-1 0,0 1 0,0-1 0,0 1 0,0-1 0,0 1 0,0-1 0,0 0 0,0 1 0,2-1 0,0 1 0,1 0 0,-1 0 0,1 0 0,0-1 0,-1 0 0,1 0 0,-1 0 0,6 0 0,-4-2 0,0 0 0,-1 0 0,1 0 0,-1-1 0,1 1 0,-1-1 0,0 0 0,0 0 0,0-1 0,0 1 0,-1-1 0,0 0 0,1 0 0,-1 0 0,0 0 0,-1 0 0,1-1 0,-1 1 0,3-10 0,1-1 0,-1-1 0,-1 1 0,0-1 0,-2-1 0,2-15 0,-4 24 0,1 0 0,-2 1 0,1-1 0,-1 1 0,0-1 0,-1 1 0,1 0 0,-2-1 0,1 1 0,-1 0 0,-4-9 0,5 14 0,1 0 0,-1-1 0,1 1 0,-1 0 0,0 0 0,0 0 0,0 0 0,0 0 0,0 0 0,0 1 0,0-1 0,-1 1 0,1-1 0,-1 1 0,1 0 0,-1 0 0,1 0 0,-1 0 0,0 1 0,1-1 0,-1 1 0,0 0 0,0-1 0,1 1 0,-1 0 0,0 0 0,0 1 0,1-1 0,-1 1 0,0-1 0,1 1 0,-1 0 0,0 0 0,-2 1 0,-5 3 0,0 0 0,1 0 0,-1 1 0,1 0 0,0 1 0,-13 13 0,20-19 0,1 1 0,0 0 0,-1 0 0,1 0 0,0-1 0,0 1 0,0 0 0,0 1 0,1-1 0,-1 0 0,1 0 0,-1 0 0,1 0 0,0 0 0,-1 1 0,1-1 0,1 2 0,-1-2 0,0 0 0,0-1 0,0 1 0,0 0 0,1-1 0,-1 1 0,1 0 0,-1-1 0,1 1 0,0-1 0,-1 1 0,1-1 0,0 1 0,0-1 0,0 0 0,0 0 0,0 1 0,1-1 0,-1 0 0,0 0 0,0 0 0,3 2 0,0-2 0,0 0 0,1 0 0,-1 0 0,0 0 0,0 0 0,1-1 0,-1 0 0,0 0 0,1 0 0,-1 0 0,0-1 0,0 0 0,1 0 0,-1 0 0,0 0 0,0-1 0,0 1 0,0-1 0,0 0 0,6-5 0,-4 4 0,-1-1 0,0 0 0,0 0 0,-1-1 0,1 1 0,-1-1 0,0 0 0,0 0 0,0 0 0,-1-1 0,0 1 0,0-1 0,3-10 0,-3 5 0,0 0 0,-1 0 0,1-18 0,-3 25 0,1-1 0,-2 1 0,1 0 0,0-1 0,-1 1 0,0 0 0,0 0 0,0-1 0,0 1 0,-1 0 0,1 0 0,-4-5 0,5 8 0,-1 0 0,0 0 0,1 0 0,-1 1 0,0-1 0,0 0 0,0 0 0,1 0 0,-1 1 0,0-1 0,0 1 0,0-1 0,0 0 0,0 1 0,0 0 0,0-1 0,-1 1 0,1 0 0,0-1 0,0 1 0,0 0 0,0 0 0,-2 0 0,1 0 0,0 1 0,0-1 0,0 1 0,0 0 0,0 0 0,1 0 0,-1 0 0,0 0 0,0 0 0,1 0 0,-1 0 0,-1 2 0,-3 3 0,1 0 0,-1 1 0,2-1 0,-1 1 0,-4 9 0,2-2 20,0 0 0,1 1 0,1 0 0,1 0 0,-4 22 0,4-8-763,0 59 1,4-79-6084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02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88 24575,'-21'-18'0,"13"10"0,-1 0 0,0 0 0,0 1 0,-1 0 0,0 1 0,0 0 0,0 1 0,-1 0 0,-15-5 0,29 12 0,-1-1 0,0 1 0,1-1 0,-1 1 0,0 0 0,0 0 0,0 0 0,3 4 0,1 2 0,23 26 0,-1 0 0,-2 2 0,30 55 0,-53-85 0,78 117 0,12 22 0,-15-17 0,-46-80 0,-2 3 0,-2 0 0,22 61 0,-33-65 0,89 217 0,254 338 0,-109-249 0,98 77 0,46 11 0,-340-383 0,42 37 0,4-5 0,188 131 0,-171-145 0,212 104 0,147 18 0,-267-124 0,43 15 0,-7 23 0,122 60 0,-224-110 0,187 69 0,174 58 0,-440-165 0,120 30 0,7 2 0,-168-47-682,29 16-1,-46-21-6143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04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7 173 24575,'14'15'0,"-12"-13"0,1-1 0,-1 0 0,1 0 0,0 0 0,0 0 0,-1 0 0,1 0 0,0-1 0,0 1 0,0-1 0,0 0 0,0 0 0,0 0 0,-1 0 0,1 0 0,0-1 0,0 0 0,0 1 0,0-1 0,-1 0 0,1 0 0,0 0 0,-1-1 0,1 1 0,-1-1 0,1 1 0,-1-1 0,2-2 0,1 0 0,0-1 0,-1 0 0,1 0 0,-1 0 0,-1 0 0,1-1 0,-1 1 0,0-1 0,0 0 0,-1 0 0,3-8 0,-3 8 0,-1 1 0,0-1 0,-1 0 0,1 0 0,-1 0 0,0 0 0,0 0 0,-1 0 0,-2-9 0,3 13 0,-1 0 0,1 0 0,-1 0 0,0 0 0,0 0 0,0 0 0,0 0 0,0 1 0,0-1 0,0 0 0,0 1 0,-1-1 0,1 0 0,-1 1 0,1 0 0,-1-1 0,0 1 0,0 0 0,1 0 0,-1 0 0,0 0 0,0 0 0,0 0 0,0 1 0,0-1 0,0 1 0,0-1 0,0 1 0,-1 0 0,-1 0 0,1 0 0,0 1 0,1 0 0,-1-1 0,0 2 0,0-1 0,1 0 0,-1 0 0,1 1 0,-1-1 0,1 1 0,-1 0 0,1 0 0,0 0 0,0 0 0,0 0 0,0 0 0,0 1 0,1-1 0,-3 4 0,2-2 0,-1 0 0,1 0 0,0 0 0,0 0 0,0 0 0,1 0 0,-1 1 0,1-1 0,0 1 0,0-1 0,1 1 0,-1 5 0,1-8 0,0-1 0,0 0 0,1 1 0,-1-1 0,0 0 0,1 1 0,-1-1 0,0 0 0,1 0 0,-1 1 0,1-1 0,0 0 0,0 0 0,-1 0 0,1 0 0,0 0 0,0 0 0,0 0 0,0 0 0,0 0 0,0 0 0,0 0 0,0-1 0,0 1 0,1 0 0,-1-1 0,0 1 0,0-1 0,1 1 0,-1-1 0,0 0 0,1 1 0,-1-1 0,0 0 0,1 0 0,-1 0 0,0 0 0,1 0 0,-1 0 0,0-1 0,1 1 0,-1 0 0,0-1 0,3 0 0,0 0 0,1-1 0,0 0 0,-1 0 0,1-1 0,-1 1 0,0-1 0,0 0 0,0 0 0,0 0 0,0 0 0,3-5 0,0-3 0,-15 17 0,-15 16 0,11-8 0,2 1 0,0 0 0,1 1 0,0 0 0,1 0 0,1 1 0,-9 32 0,28-64 0,-8 2 0,0-1 0,-1 1 0,0-1 0,-1 0 0,0 1 0,-1-1 0,-1 0 0,-1 0 0,1 0 0,-2 0 0,0 1 0,-6-20 0,8 32 0,0-1 0,-1 1 0,1-1 0,-1 1 0,1-1 0,-1 1 0,0-1 0,0 1 0,0 0 0,1-1 0,-3-1 0,2 3 0,0 0 0,0 0 0,1-1 0,-1 1 0,0 0 0,1 1 0,-1-1 0,0 0 0,0 0 0,1 0 0,-1 0 0,0 0 0,1 1 0,-1-1 0,0 0 0,1 1 0,-1-1 0,0 0 0,1 1 0,-1-1 0,1 1 0,-1-1 0,1 1 0,-2 0 0,1 0-45,0 1-1,-1-1 1,1 0-1,0 0 1,0 0-1,0 1 1,0-1-1,0 1 1,0-1-1,0 1 1,1-1-1,-1 1 1,0-1-1,1 1 1,0 0-1,-1-1 1,1 1-1,0 0 1,0-1-1,-1 1 1,1 0-1,1-1 1,-1 1-1,0 0 0,0-1 1,1 1-1,-1 0 1,1-1-1,0 3 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22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154 144 24575,'-3'1'0,"0"0"0,0-1 0,-1 1 0,1 0 0,0 0 0,0 1 0,0-1 0,1 1 0,-1-1 0,0 1 0,0 0 0,1 0 0,-1 0 0,1 1 0,0-1 0,0 0 0,0 1 0,0 0 0,0-1 0,0 1 0,1 0 0,-1 0 0,1 0 0,0 0 0,0 0 0,-1 3 0,-2 6 0,1-1 0,1 1 0,0-1 0,0 18 0,1-25 0,1 1 0,0-1 0,0 1 0,1 0 0,0-1 0,-1 1 0,1-1 0,1 1 0,-1-1 0,1 0 0,0 1 0,0-1 0,0 0 0,4 5 0,-4-7 0,-1 0 0,1 0 0,1 0 0,-1 0 0,0 0 0,0 0 0,1-1 0,-1 0 0,1 1 0,-1-1 0,1 0 0,0 0 0,-1 0 0,1 0 0,0-1 0,0 1 0,5-1 0,-3 0 0,0 0 0,0-1 0,0 0 0,0 0 0,-1 0 0,1 0 0,0-1 0,0 0 0,6-3 0,1-3 0,0 0 0,0 0 0,-1-1 0,0 0 0,0-1 0,10-13 0,-5 2 0,0-1 0,-1 0 0,16-33 0,-30 49 0,1 0 0,-1 0 0,0-1 0,-1 1 0,1 0 0,-1 0 0,-1-1 0,1 1 0,-1 0 0,-2-9 0,2 10 0,0 1 0,0 0 0,0 0 0,-1 0 0,1-1 0,-1 1 0,0 1 0,0-1 0,-1 0 0,1 0 0,-1 1 0,0 0 0,1-1 0,-2 1 0,1 0 0,0 0 0,0 1 0,-8-5 0,6 5 0,1 0 0,-1 0 0,0 0 0,0 1 0,0 0 0,0 0 0,-1 0 0,1 1 0,0 0 0,0 0 0,0 0 0,-1 0 0,1 1 0,0 0 0,-8 2 0,-6 3 0,2 0 0,-1 0 0,0 2 0,1 0 0,-30 21 0,39-23 0,0 0 0,0 0 0,1 1 0,0 0 0,0 0 0,1 1 0,0 0 0,0 0 0,1 0 0,0 1 0,0 0 0,1 0 0,-4 11 0,7-16 0,0 1 0,0-1 0,0 0 0,1 1 0,0-1 0,-1 1 0,1-1 0,1 1 0,-1-1 0,1 1 0,0-1 0,0 0 0,0 1 0,0-1 0,1 0 0,0 0 0,-1 0 0,2 0 0,-1 0 0,0 0 0,1-1 0,0 1 0,0-1 0,0 0 0,0 1 0,0-1 0,1-1 0,-1 1 0,1 0 0,0-1 0,0 0 0,0 0 0,0 0 0,0 0 0,0-1 0,9 2 0,-8-2 0,0-1 0,1 1 0,-1-1 0,1-1 0,-1 1 0,0-1 0,0 0 0,1 0 0,-1 0 0,0-1 0,0 0 0,0 0 0,0 0 0,0-1 0,-1 1 0,1-1 0,-1 0 0,0-1 0,1 1 0,-1-1 0,-1 1 0,6-7 0,-5 3 0,1 1 0,-1-1 0,-1 0 0,1 0 0,-1 0 0,0-1 0,-1 1 0,0-1 0,0 1 0,0-1 0,-1 0 0,0 0 0,-1 0 0,0-13 0,-1 16 0,1-1 0,-1 0 0,0 0 0,-1 0 0,1 1 0,-1-1 0,0 0 0,0 1 0,-1 0 0,-4-7 0,6 10 0,0 1 0,0-1 0,0 1 0,-1 0 0,1 0 0,-1-1 0,1 1 0,-1 0 0,1 0 0,-1 1 0,0-1 0,1 0 0,-1 0 0,0 1 0,0-1 0,0 1 0,1-1 0,-1 1 0,0 0 0,0 0 0,0 0 0,0 0 0,0 0 0,0 0 0,1 1 0,-1-1 0,0 0 0,0 1 0,0 0 0,1-1 0,-1 1 0,0 0 0,1 0 0,-1 0 0,-1 1 0,-4 3 0,1-1 0,0 1 0,0 0 0,0 1 0,1-1 0,0 1 0,0 0 0,0 0 0,1 1 0,0-1 0,0 1 0,0 0 0,1 0 0,0 1 0,-2 7 0,-2 12 0,0 1 0,-4 47 0,10-66 0,0 0 0,1 1 0,0-1 0,1 0 0,0 0 0,0 0 0,1 0 0,0 0 0,4 12 0,-5-18 0,1 0 0,-1-1 0,0 1 0,1-1 0,-1 1 0,1-1 0,0 1 0,0-1 0,0 0 0,0 0 0,0 0 0,0 0 0,1 0 0,-1-1 0,1 1 0,-1 0 0,1-1 0,0 0 0,-1 0 0,1 0 0,0 0 0,0 0 0,0-1 0,0 1 0,0-1 0,0 1 0,0-1 0,0 0 0,0-1 0,-1 1 0,7-1 0,-4 0 0,0-1 0,0 1 0,0-1 0,0 0 0,0 0 0,0-1 0,-1 1 0,1-1 0,-1 0 0,0 0 0,0-1 0,0 1 0,0-1 0,-1 0 0,1 0 0,-1 0 0,0-1 0,0 1 0,0-1 0,-1 1 0,0-1 0,0 0 0,0 0 0,0 0 0,-1 0 0,1-7 0,1 0 0,-2 1 0,0-1 0,0 0 0,-1 0 0,0 0 0,-1 0 0,-1 0 0,1 1 0,-2-1 0,-7-20 0,9 30 0,0-1 0,-1 1 0,1-1 0,-1 1 0,0 0 0,1 0 0,-1 0 0,0 0 0,0 0 0,-1 0 0,1 1 0,0-1 0,-1 1 0,1-1 0,-1 1 0,1 0 0,-1 0 0,1 0 0,-1 0 0,0 0 0,0 1 0,-2-1 0,0 0 0,0 1 0,0-1 0,0 1 0,1 0 0,-1 1 0,0-1 0,0 1 0,1 0 0,-1 0 0,0 0 0,-7 4 0,6-1 0,1 0 0,0 0 0,0 0 0,0 1 0,0 0 0,1 0 0,0 0 0,0 0 0,0 1 0,1-1 0,0 1 0,0 0 0,0 0 0,1 0 0,0 0 0,-3 10 0,-1 12 0,1-1 0,-3 39 0,8-66 0,0 4 0,0-1 0,0 1 0,0-1 0,0 1 0,0 0 0,0-1 0,1 1 0,0-1 0,0 1 0,0-1 0,0 0 0,0 1 0,1-1 0,0 0 0,-1 0 0,1 0 0,0 0 0,1 0 0,-1-1 0,3 4 0,-2-4 0,-1-1 0,0 1 0,1-1 0,-1 0 0,1 0 0,-1 0 0,1 0 0,0 0 0,0 0 0,-1-1 0,1 1 0,0-1 0,0 0 0,-1 0 0,1 0 0,0 0 0,0 0 0,0-1 0,-1 1 0,1-1 0,0 0 0,-1 0 0,1 0 0,-1 0 0,4-2 0,1-1 0,1-1 0,-2 0 0,1 0 0,0 0 0,-1-1 0,0 0 0,0 0 0,-1-1 0,0 1 0,0-1 0,-1 0 0,1-1 0,3-10 0,1-1 0,-2-1 0,-1 0 0,0 0 0,3-25 0,-9 41 0,1-1 0,-1 0 0,0 0 0,0 0 0,0 0 0,-1 0 0,0 0 0,0 1 0,0-1 0,0 0 0,-4-7 0,4 10 0,0 1 0,0-1 0,1 1 0,-1-1 0,0 1 0,0 0 0,-1-1 0,1 1 0,0 0 0,0 0 0,0 0 0,-1 0 0,1 0 0,-1 0 0,1 0 0,-1 0 0,1 1 0,-1-1 0,1 1 0,-1-1 0,0 1 0,1-1 0,-1 1 0,0 0 0,1 0 0,-1 0 0,0 0 0,1 0 0,-1 0 0,0 0 0,1 1 0,-1-1 0,0 0 0,1 1 0,-3 1 0,-3 1 0,0 1 0,1 0 0,0 0 0,0 0 0,0 1 0,0 0 0,1 0 0,0 1 0,0 0 0,0-1 0,1 2 0,0-1 0,0 0 0,1 1 0,-4 8 0,0 1 0,1 0 0,1 1 0,0-1 0,1 1 0,-2 26 0,5-39 0,1 0 0,0 1 0,0-1 0,1 1 0,-1-1 0,1 1 0,0-1 0,0 0 0,1 0 0,1 6 0,-2-9 0,0 1 0,-1-1 0,1 0 0,0 0 0,0 0 0,0 0 0,-1 0 0,1 0 0,0 0 0,1 0 0,-1 0 0,0 0 0,0-1 0,0 1 0,0 0 0,0-1 0,1 1 0,-1-1 0,0 1 0,1-1 0,-1 0 0,0 0 0,1 1 0,-1-1 0,0 0 0,1 0 0,-1 0 0,0 0 0,1-1 0,-1 1 0,0 0 0,1-1 0,-1 1 0,0 0 0,1-1 0,1-1 0,4-2 0,-1 0 0,0 0 0,1-1 0,-2 1 0,1-2 0,-1 1 0,1 0 0,-1-1 0,-1 0 0,1-1 0,-1 1 0,0-1 0,-1 1 0,4-9 0,2-7 0,-1 0 0,-1 0 0,6-31 0,-11 42 0,0-1 0,-1 1 0,0-1 0,-1 0 0,-2-21 0,2 30 0,-1-1 0,0 0 0,1 1 0,-1 0 0,0-1 0,-1 1 0,1-1 0,-1 1 0,1 0 0,-1 0 0,0 0 0,0 0 0,0 0 0,-1 0 0,1 1 0,-1-1 0,1 1 0,-1 0 0,0-1 0,0 1 0,0 1 0,-5-4 0,5 5 0,1-1 0,-1 0 0,0 1 0,0 0 0,0 0 0,0 0 0,0 0 0,1 0 0,-1 0 0,0 1 0,0-1 0,0 1 0,1 0 0,-1 0 0,0 0 0,1 0 0,-1 1 0,0-1 0,1 1 0,0-1 0,-1 1 0,1 0 0,0 0 0,0 0 0,0 0 0,-2 3 0,-4 4 0,0 1 0,1 0 0,0 0 0,-10 21 0,11-18 0,0 1 0,1 0 0,0 0 0,1 1 0,-2 16 0,4-23 0,2-1 0,-1 1 0,1 0 0,0 0 0,1-1 0,-1 1 0,2 0 0,-1 0 0,1-1 0,0 1 0,6 12 0,-6-16 0,1-1 0,-1 0 0,1 0 0,-1 0 0,1 0 0,0 0 0,0 0 0,0-1 0,1 1 0,-1-1 0,0 0 0,1 0 0,0 0 0,-1-1 0,1 1 0,0-1 0,0 0 0,5 1 0,-5-1 0,0 0 0,0-1 0,1 1 0,-1-1 0,0 0 0,1 0 0,-1-1 0,0 1 0,1-1 0,-1 0 0,0 0 0,0 0 0,0-1 0,0 0 0,0 1 0,0-1 0,5-4 0,-6 3 0,0 0 0,-1 0 0,1-1 0,-1 1 0,1-1 0,-1 0 0,0 1 0,0-1 0,-1 0 0,1 0 0,-1 0 0,1-5 0,1-5 0,0 0 0,0-21 0,-2 25 0,-1 1 0,-1 0 0,0 0 0,0 0 0,-1 0 0,0 0 0,0 0 0,-1 0 0,0 0 0,-9-16 0,9 20 0,0 1 0,0-1 0,-1 1 0,1-1 0,-1 1 0,0 0 0,0 0 0,0 1 0,0-1 0,-1 1 0,0 0 0,1 0 0,-1 0 0,0 1 0,-1 0 0,1 0 0,0 0 0,-1 1 0,-8-2 0,12 2 0,0 1 0,-1 0 0,1 0 0,0 0 0,-1 0 0,1 0 0,-1 1 0,1-1 0,0 0 0,-1 1 0,1 0 0,0 0 0,0 0 0,-1 0 0,1 0 0,0 0 0,0 0 0,0 1 0,0-1 0,0 1 0,1-1 0,-1 1 0,0 0 0,1 0 0,-1 0 0,1 0 0,0 0 0,-1 0 0,1 0 0,0 0 0,0 0 0,1 0 0,-1 1 0,0-1 0,0 5 0,0-2 0,0 0 0,1 1 0,0-1 0,0 0 0,0 0 0,1 1 0,-1-1 0,1 0 0,0 0 0,1 0 0,-1 0 0,1 0 0,0 0 0,0 0 0,6 8 0,19-25-1365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2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1698 24575,'-60'-7'0,"92"-56"0,17-56 0,21-46 0,-23 65 0,5 2 0,4 2 0,4 3 0,107-128 0,-57 91 0,185-195 0,-203 236 0,105-92 0,-179 171 120,-29 19-1605,0-2-5341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2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24575,'0'0'0,"0"0"0,0 0 0,11 18 0,6 11 0,-2 2 0,-1-1 0,-1 2 0,-2 0 0,-1 0 0,-2 1 0,-1 0 0,-1 0 0,-2 1 0,-1 50 0,-3-84 0,0 1 0,0-1 0,0 0 0,0 0 0,0 0 0,0 0 0,0 0 0,0 0 0,0 0 0,0 0 0,0 0 0,0 0 0,0 0 0,0 0 0,0 0 0,0 0 0,0 0 0,0 1 0,0-1 0,0 0 0,0 0 0,0 0 0,0 0 0,0 0 0,0 0 0,-1 0 0,1 0 0,0 0 0,0 0 0,0 0 0,0 0 0,0 0 0,0 0 0,0 0 0,0 0 0,0 0 0,0 0 0,0 0 0,0 0 0,0 0 0,0 0 0,-1 0 0,1 0 0,0 0 0,0 0 0,0 0 0,0 0 0,0 0 0,0 0 0,0 0 0,0 0 0,0 0 0,0 0 0,0 0 0,0 0 0,0-1 0,0 1 0,0 0 0,0 0 0,0 0 0,-1 0 0,1 0 0,0 0 0,0 0 0,0 0 0,0 0 0,0 0 0,0 0 0,-7-8 0,-5-12 0,6 4 0,0-1 0,1 0 0,1 0 0,1 0 0,0-1 0,2 1 0,0-34 0,3 12 0,2 0 0,12-58 0,-13 84 0,1 0 0,0 0 0,1 0 0,0 1 0,1-1 0,0 1 0,1 0 0,0 1 0,16-19 0,-19 26 0,0 0 0,0 0 0,0 0 0,1 1 0,-1-1 0,1 1 0,0 1 0,-1-1 0,1 1 0,1-1 0,-1 1 0,0 1 0,0-1 0,1 1 0,-1 0 0,1 0 0,-1 0 0,1 1 0,0 0 0,-1 0 0,1 1 0,-1-1 0,1 1 0,-1 0 0,1 1 0,6 2 0,0 0 0,-5-1 0,1 0 0,-1-1 0,1 0 0,10 2 0,3 3 0,-15-5 0,-18-12 0,10 8 0,0 0 0,0 0 0,0 1 0,-1-1 0,1 1 0,0-1 0,-1 1 0,0 0 0,1 0 0,-1 0 0,0 0 0,1 0 0,-1 1 0,0-1 0,0 1 0,0 0 0,0 0 0,1 0 0,-1 0 0,0 0 0,0 0 0,0 1 0,1 0 0,-1-1 0,0 1 0,0 0 0,1 0 0,-1 1 0,1-1 0,-1 1 0,1-1 0,0 1 0,-1 0 0,-1 1 0,-4 5 0,1 0 0,0 0 0,1 1 0,0-1 0,0 1 0,1 1 0,0-1 0,0 1 0,1 0 0,0 0 0,1 0 0,1 0 0,-3 14 0,-1 19 0,-1 84 0,6-93 0,-3 29 0,2-34 0,0 1 0,2 0 0,7 57 0,-6-85 0,-1 1 0,1-1 0,-1 0 0,1 1 0,0-1 0,0 1 0,0-1 0,0 0 0,0 0 0,1 0 0,-1 0 0,1 0 0,-1 0 0,1 0 0,0 0 0,-1 0 0,1-1 0,0 1 0,0-1 0,1 1 0,-1-1 0,0 0 0,0 0 0,0 0 0,1 0 0,-1 0 0,1-1 0,-1 1 0,1-1 0,-1 1 0,1-1 0,-1 0 0,1 0 0,-1 0 0,1 0 0,3-1 0,3-1 0,-1 0 0,0 0 0,1-1 0,-1 0 0,-1 0 0,1-1 0,0 0 0,-1-1 0,11-7 0,-2-2 0,0-1 0,-1-1 0,0 0 0,-1-1 0,17-28 0,50-100 0,-67 117 0,33-64 0,75-139 0,-120 228 0,0 0 0,-1 0 0,1 0 0,-1-1 0,0 1 0,0 0 0,1-7 0,-2 9 0,0-1 0,0 1 0,0 0 0,0-1 0,-1 1 0,1-1 0,0 1 0,-1 0 0,1-1 0,0 1 0,-1 0 0,0 0 0,1-1 0,-1 1 0,0 0 0,0 0 0,1 0 0,-1 0 0,0 0 0,0 0 0,-1-1 0,3 4 0,1 1 0,-1-1 0,1 1 0,-1-1 0,0 1 0,0 0 0,0-1 0,0 1 0,0 0 0,-1 0 0,1-1 0,-1 1 0,0 5 0,1 53 0,-1-31 0,2 43 0,13 75 0,-9-115 0,1-1 0,1 0 0,2-1 0,23 52 0,-30-78 0,0 1 0,0-1 0,0 0 0,1 0 0,0 0 0,-1-1 0,2 1 0,-1-1 0,0 0 0,1 0 0,0-1 0,0 1 0,0-1 0,0 0 0,1-1 0,-1 1 0,1-1 0,-1 0 0,1 0 0,0-1 0,0 1 0,0-1 0,0-1 0,7 1 0,-5-1 0,-1-1 0,1 0 0,-1 0 0,1 0 0,-1-1 0,0 0 0,0-1 0,0 1 0,0-1 0,0-1 0,0 1 0,-1-1 0,1 0 0,-1-1 0,0 0 0,-1 0 0,1 0 0,8-11 0,0-4 0,-2 1 0,0-1 0,-1-1 0,-1 0 0,10-34 0,28-118 0,-37 127 0,-7 27 0,7-20 0,-2-1 0,-2 0 0,-1-1 0,0-45 0,-6 82 0,-1 1 0,1-1 0,-1 1 0,0-1 0,1 1 0,-1 0 0,-1-1 0,1 1 0,0 0 0,-4-5 0,-18 27 0,-7 15-514,26-28-337,-3 2-5975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2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24575,'0'0'0,"0"0"0,0 0 0,0 0 0,2 0 0,334 16 0,91-1 0,-405-17 0,-1 0 0,0-1 0,1 0 0,-1-2 0,-1-1 0,22-9 0,-41 15 0,0 0 0,-1-1 0,1 1 0,-1 0 0,1-1 0,-1 1 0,1-1 0,-1 1 0,1-1 0,-1 1 0,1-1 0,-1 1 0,1-1 0,-1 0 0,0 1 0,1-1 0,-1 1 0,0-1 0,0 0 0,0 1 0,1-1 0,-1 0 0,0 1 0,0-1 0,0 0 0,0 1 0,0-1 0,0 0 0,0 1 0,0-1 0,0 0 0,-1 1 0,1-1 0,0 0 0,0 1 0,-1-1 0,1 0 0,0 1 0,-1-1 0,1 1 0,0-1 0,-1 1 0,0-2 0,-20-24 0,8 15 15,0 1 0,0 0 0,-1 1 0,0 0 0,-1 1 0,1 0 0,-23-7 0,-8 0-758,-59-12 1,48 15-6084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2:57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24575,'0'0'0,"0"0"0,-8 8 0,-5 4 0,0 0 0,1 1 0,0 1 0,1 0 0,1 0 0,-10 20 0,14-23 0,1 0 0,0 1 0,1 0 0,1 0 0,0 0 0,0 1 0,1-1 0,1 1 0,0 20 0,1-20 0,0 0 0,2-1 0,-1 1 0,2 0 0,0 0 0,0-1 0,1 0 0,8 18 0,-10-26 0,0 0 0,1 0 0,0 0 0,0 0 0,0 0 0,0 0 0,0-1 0,1 1 0,-1-1 0,1 0 0,0 0 0,0-1 0,0 1 0,0-1 0,1 0 0,-1 0 0,1 0 0,-1-1 0,1 1 0,0-1 0,-1 0 0,1 0 0,0-1 0,0 0 0,6 0 0,-3 0 0,0-1 0,0 0 0,-1 0 0,1-1 0,0 0 0,-1-1 0,0 0 0,0 0 0,0 0 0,0-1 0,0 0 0,0 0 0,-1 0 0,0-1 0,0 0 0,0-1 0,-1 1 0,0-1 0,0 0 0,0 0 0,-1-1 0,1 1 0,2-9 0,3-7 0,-1 0 0,0 0 0,-2 0 0,-1-1 0,-1 0 0,3-33 0,-7 51 0,-1-1 0,0 1 0,0-1 0,-1 1 0,0 0 0,0-1 0,0 1 0,0 0 0,-1 0 0,0 0 0,-4-9 0,5 13 0,1-1 0,-1 1 0,0 0 0,0-1 0,0 1 0,0 0 0,0 0 0,0-1 0,0 1 0,-1 0 0,1 0 0,0 0 0,0 1 0,-1-1 0,1 0 0,-1 0 0,1 1 0,-1-1 0,1 1 0,-1-1 0,1 1 0,-1 0 0,0-1 0,1 1 0,-1 0 0,1 0 0,-1 0 0,1 0 0,-1 1 0,0-1 0,1 0 0,-1 1 0,1-1 0,-1 1 0,1-1 0,-1 1 0,1 0 0,-1 0 0,1-1 0,0 1 0,-2 1 0,-2 3 0,-1-1 0,1 1 0,0 0 0,0 0 0,1 0 0,-1 1 0,1 0 0,1 0 0,-1 0 0,1 0 0,-4 10 0,0 2 0,1 1 0,-6 35 0,11-41 0,0-1 0,1 1 0,0 0 0,1 0 0,0-1 0,1 1 0,0 0 0,1-1 0,1 0 0,0 0 0,0 0 0,1 0 0,1 0 0,0-1 0,1 0 0,0 0 0,0-1 0,17 18 0,-23-27 0,0 0 0,0 0 0,1 0 0,-1 1 0,0-1 0,1 0 0,-1-1 0,1 1 0,-1 0 0,1 0 0,0-1 0,-1 1 0,1-1 0,0 1 0,-1-1 0,1 1 0,0-1 0,-1 0 0,1 0 0,0 0 0,0 0 0,-1 0 0,1-1 0,0 1 0,-1 0 0,1-1 0,0 1 0,-1-1 0,1 0 0,-1 1 0,1-1 0,-1 0 0,1 0 0,-1 0 0,1 0 0,-1 0 0,0 0 0,0-1 0,1 1 0,-1 0 0,0-1 0,0 1 0,0-1 0,-1 1 0,1-1 0,0 1 0,0-1 0,-1 1 0,1-1 0,-1 0 0,0 0 0,1 1 0,-1-1 0,0-2 0,0-9 0,0 1 0,-1 0 0,0 0 0,-1 0 0,-1 1 0,-3-13 0,-4-6 0,-15-31 0,16 41 0,-1 0 0,-1 1 0,-1 0 0,-1 1 0,0 1 0,-1 0 0,-1 1 0,-25-22 0,38 36 0,0 0 0,0 1 0,0-1 0,-1 0 0,1 1 0,-1-1 0,1 1 0,-1 0 0,1 0 0,-1 0 0,0 0 0,0 0 0,1 1 0,-1-1 0,0 1 0,0 0 0,0-1 0,0 2 0,1-1 0,-1 0 0,0 0 0,0 1 0,0-1 0,1 1 0,-1 0 0,0 0 0,1 0 0,-1 0 0,0 1 0,1-1 0,0 1 0,-1-1 0,1 1 0,0 0 0,0 0 0,0 0 0,-3 4 0,-2 2 0,1 0 0,1 1 0,-1 0 0,1 0 0,1 0 0,0 0 0,0 1 0,-4 19 0,-2 23-1365,6-7-5461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18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1 24575,'0'0'0,"0"0"0,0 0 0,0 0 0,13 12 0,-2 2 0,0 0 0,0 1 0,-1 0 0,-1 1 0,-1 0 0,12 31 0,-16-37 0,-2-6 0,-1-1 0,1 1 0,0 0 0,0 0 0,0-1 0,0 1 0,1-1 0,-1 0 0,1 0 0,0 0 0,0 0 0,3 3 0,-3-7 0,-1 1 0,0-1 0,0 0 0,1 0 0,-1 0 0,0 0 0,0 0 0,0 0 0,0-1 0,2-1 0,-1 1 0,-1 0 0,0 1 0,0-1 0,0 0 0,-1 1 0,1-1 0,-1 0 0,1 0 0,-1 0 0,0 0 0,1 0 0,-1-1 0,0 1 0,-1 0 0,1-1 0,0 1 0,-1 0 0,1-1 0,-1 1 0,1-1 0,-1 1 0,0 0 0,0-1 0,-1 1 0,1-1 0,0 1 0,-1-1 0,1 1 0,-1 0 0,0-1 0,0 1 0,0 0 0,-2-4 0,2 3 0,-1 0 0,1 0 0,-1 0 0,1 1 0,-1-1 0,0 1 0,0-1 0,-1 1 0,1-1 0,0 1 0,-1 0 0,1 0 0,-1 0 0,0 1 0,0-1 0,1 1 0,-1-1 0,0 1 0,0 0 0,-1 0 0,1 0 0,0 0 0,0 1 0,-6-1 0,5 2 0,-1 0 0,1 1 0,0-1 0,0 1 0,0 0 0,0 0 0,0 1 0,0-1 0,0 1 0,-5 6 0,6-7 0,1 0 0,-1 0 0,1 0 0,0 1 0,0-1 0,0 1 0,0-1 0,0 1 0,1 0 0,-1 0 0,1 0 0,0 0 0,0 0 0,0 0 0,-1 6 0,2-7 0,0-1 0,1 1 0,-1 0 0,1-1 0,-1 1 0,1-1 0,-1 0 0,1 1 0,0-1 0,0 1 0,0-1 0,0 0 0,0 0 0,0 0 0,0 1 0,0-1 0,1 0 0,-1 0 0,0-1 0,1 1 0,-1 0 0,1 0 0,-1-1 0,1 1 0,-1-1 0,1 1 0,-1-1 0,1 1 0,-1-1 0,1 0 0,2 0 0,1 1 0,0-1 0,0 0 0,0 0 0,0 0 0,1-1 0,-2 1 0,1-1 0,10-3 0,-10 1 0,-1 1 0,1-1 0,-1 0 0,9-7 0,-12 9 0,0 0 0,0 0 0,0 0 0,0 0 0,0 0 0,0 0 0,0 0 0,0 0 0,-1 0 0,1 0 0,0-1 0,-1 1 0,1 0 0,0-1 0,-1 1 0,0 0 0,1-1 0,-1 1 0,0-1 0,0 1 0,0 0 0,0-3 0,0 3 0,-1 1 0,1-1 0,-1 0 0,0 1 0,1-1 0,-1 1 0,1-1 0,-1 1 0,0-1 0,0 1 0,1 0 0,-1-1 0,0 1 0,0 0 0,0-1 0,1 1 0,-1 0 0,0 0 0,0 0 0,0 0 0,1 0 0,-1 0 0,0 0 0,0 0 0,0 0 0,0 0 0,1 1 0,-1-1 0,0 0 0,0 0 0,0 1 0,1-1 0,-1 1 0,0-1 0,0 1 0,-30 16 0,29-17 0,-3 4 0,-1 0 0,1 1 0,-1-1 0,1 1 0,0 0 0,1 0 0,-1 0 0,1 1 0,0 0 0,1-1 0,-4 9 0,5-11 0,1 1 0,-1-1 0,1 1 0,0-1 0,1 1 0,-1-1 0,0 1 0,1 0 0,0-1 0,0 1 0,0 0 0,0-1 0,1 1 0,-1 0 0,1-1 0,0 1 0,0-1 0,1 1 0,-1-1 0,0 1 0,1-1 0,3 4 0,-5-20 0,1 13 0,-1-1 0,0 1 0,0 0 0,1-1 0,-1 1 0,0-1 0,0 1 0,1-1 0,-1 1 0,0 0 0,0-1 0,0 1 0,0-1 0,0 1 0,0-1 0,0 1 0,0-1 0,0 1 0,0-1 0,0 1 0,0-1 0,0 1 0,0-1 0,-1 1 0,1 0 0,0-1 0,0 1 0,0-1 0,-1 1 0,1 0 0,0-1 0,0 1 0,-1-1 0,1 1 0,0 0 0,-1-1 0,1 1 0,-1 0 0,1 0 0,0-1 0,-1 1 0,1 0 0,-1 0 0,1 0 0,-1 0 0,1-1 0,0 1 0,-1 0 0,1 0 0,-1 0 0,1 0 0,-1 0 0,1 0 0,-1 0 0,1 0 0,-1 0 0,0 1 0,-2-1 0,1 0 0,0 1 0,-1 0 0,1 0 0,-1 0 0,1 0 0,0 0 0,-1 0 0,1 0 0,0 1 0,0-1 0,0 1 0,0-1 0,0 1 0,1 0 0,-1 0 0,0 0 0,1 0 0,-3 4 0,-1 4 0,-1 0 0,2 1 0,-5 11 0,7-17 0,1-4 0,0 0 0,0 1 0,0-1 0,0 0 0,-1 0 0,1 0 0,0 0 0,-1-1 0,1 1 0,-1 0 0,1 0 0,-1-1 0,1 1 0,-1-1 0,1 0 0,-1 1 0,-1-1 0,1-6 0,1 1 0,-1-1 0,0 1 0,0-1 0,-1 1 0,1 0 0,-1 0 0,-1 0 0,1 0 0,-5-4 0,-24-1 0,14 5 0,17 4 10,0 0-1,0 0 1,0 0-1,0 0 1,0 0 0,0 0-1,0 0 1,1 0-1,-1 0 1,0 0-1,1 0 1,-1-1-1,0 0 1,-5-9-1509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46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0 341 24575,'85'-68'0,"-3"-4"0,74-84 0,-149 150 0,1 1 0,-1 0 0,1 1 0,0 0 0,0 0 0,0 0 0,1 1 0,-1 0 0,1 1 0,13-2 0,-30 16-1365,4-5-5461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47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0,5 18 0,4 31 0,-2-1 0,-3 1 0,-2 67 0,-1-42 0,2 330 0,-3-401 0,-1-1 0,1 0 0,1 1 0,-1-1 0,0 0 0,1 1 0,-1-1 0,1 0 0,-1 0 0,1 0 0,0 1 0,0-1 0,0 0 0,1 0 0,-1 0 0,0 0 0,3 2 0,-4-4 0,1 1 0,0-1 0,0 1 0,-1-1 0,1 0 0,0 1 0,0-1 0,-1 0 0,1 0 0,0 1 0,0-1 0,0 0 0,-1 0 0,1 0 0,0 0 0,0 0 0,0 0 0,-1 0 0,3-1 0,-1 0 0,0 1 0,0-1 0,0 0 0,0 0 0,0-1 0,0 1 0,-1 0 0,1-1 0,3-2 0,4-6 0,-1 0 0,0 0 0,-1 0 0,0-1 0,10-22 0,22-65 0,-29 70 0,95-231 0,-75 186 0,-24 57 0,6-13 0,-8 29 0,-1 9 0,1 12 0,21 352 0,-22-293 0,-2-63 0,5 30 0,-5-42 0,0 0 0,0-1 0,0 1 0,1-1 0,0 0 0,0 1 0,0-1 0,0 0 0,1 0 0,-1 0 0,1 0 0,4 3 0,-6-6 0,0 0 0,1 0 0,-1 0 0,1 0 0,0 0 0,-1-1 0,1 1 0,-1-1 0,1 1 0,0-1 0,0 1 0,-1-1 0,1 0 0,0 0 0,0 0 0,-1 0 0,1 0 0,0 0 0,-1 0 0,1-1 0,0 1 0,0-1 0,-1 1 0,1-1 0,-1 0 0,1 1 0,0-1 0,-1 0 0,0 0 0,1 0 0,-1 0 0,1-1 0,0-1 0,6-3 0,-1-2 0,0 1 0,-1-1 0,8-11 0,6-12 0,-2-1 0,-1-2 0,-1 1 0,21-69 0,-24 55 0,-2 0 0,-2 0 0,3-66 0,-11 110-80,-2-1 0,1 0-1,0 1 1,-1-1 0,0 1-1,1 0 1,-1-1 0,-1 1-1,1 0 1,0-1 0,-1 1 0,0 0-1,0 0 1,0 0 0,0 0-1,-4-4 1,-2-1-6746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48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1 129 24575,'42'13'0,"-13"-5"0,37 14 0,-12-3 0,2-2 0,0-2 0,99 12 0,148-6 0,-235-20 0,-39-1 0,-29 0 0,1 0 0,0 0 0,-1-1 0,1 1 0,-1 0 0,1 0 0,0 0 0,-1 0 0,1 0 0,-1-1 0,1 1 0,-1 0 0,1-1 0,-1 1 0,1 0 0,-1-1 0,1 1 0,-1 0 0,1-1 0,-1 1 0,0-1 0,1 1 0,-1-1 0,0 1 0,1-1 0,-1 0 0,3-19 0,-12-21 0,2 20-170,-2 1-1,0 0 0,0 1 1,-2 0-1,-1 1 0,0 0 1,-27-30-1,20 29-6655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1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24575,'-1'25'0,"-8"45"0,0-10 0,0 42-1365,7-80-5461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1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24575,'0'0'0,"0"0"0,0 0 0,0 0 0,9-1 0,138-11 0,-119 12 0,0 1 0,0 1 0,35 7 0,-20 5-1365,-35-11-5461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2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24575,'0'0'0,"20"-4"0,435-90 0,-368 75-1365,-70 15-5461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2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24575,'0'0'0,"0"0"0,0 0 0,0 0 0,2 2 0,-1 0 0,0 0 0,0 0 0,1 0 0,-1 1 0,-1-1 0,1 0 0,0 0 0,0 1 0,-1-1 0,1 3 0,-1-3 0,21 110 0,2 13 0,-12-74 0,-7-26 0,15 42 0,-19-66 0,0-1 0,0 1 0,0-1 0,0 0 0,0 1 0,1-1 0,-1 1 0,0-1 0,0 1 0,1-1 0,-1 0 0,0 1 0,0-1 0,1 0 0,-1 1 0,0-1 0,1 0 0,-1 1 0,1-1 0,-1 0 0,0 0 0,1 1 0,-1-1 0,1 0 0,-1 0 0,1 0 0,-1 0 0,1 1 0,11-9 0,6-23 0,-1-14 0,14-68 0,-23 76 0,1 1 0,2 1 0,2 0 0,19-38 0,-32 72 0,1 1 0,-1-1 0,0 0 0,1 1 0,-1-1 0,0 1 0,1-1 0,-1 0 0,0 1 0,1-1 0,-1 1 0,1-1 0,-1 1 0,1-1 0,-1 1 0,1 0 0,0-1 0,-1 1 0,1 0 0,-1-1 0,1 1 0,0 0 0,-1 0 0,1 0 0,0-1 0,-1 1 0,1 0 0,0 0 0,-1 0 0,1 0 0,0 0 0,-1 0 0,1 0 0,0 1 0,-1-1 0,1 0 0,0 0 0,-1 0 0,1 1 0,0-1 0,-1 0 0,1 1 0,-1-1 0,1 0 0,0 1 0,-1-1 0,1 1 0,-1-1 0,0 1 0,1 0 0,2 2 0,0 1 0,0-1 0,-1 1 0,0-1 0,0 1 0,3 7 0,3 15 0,-1 1 0,-2-1 0,0 2 0,-2-1 0,-1 46 0,6 40 0,-1-66 0,17 63 0,-18-90 0,1 1 0,1-1 0,1 0 0,0-1 0,18 27 0,-24-42 0,-1-1 0,1 1 0,0-1 0,0 0 0,1 1 0,-1-1 0,0-1 0,6 5 0,-8-7 0,0 1 0,0-1 0,0 0 0,1 1 0,-1-1 0,0 0 0,0 1 0,0-1 0,0 0 0,0 0 0,1 0 0,-1 0 0,0 0 0,0 0 0,0 0 0,0-1 0,0 1 0,0 0 0,1-1 0,-1 1 0,0 0 0,0-1 0,0 1 0,0-1 0,0 0 0,0 1 0,-1-1 0,1 0 0,0 0 0,0 0 0,0 1 0,-1-1 0,1 0 0,0 0 0,-1 0 0,2-2 0,3-6 0,-1 0 0,0 0 0,0-1 0,-1 1 0,0-1 0,0 0 0,1-16 0,3-74 0,-6 81 0,-8-350 0,-10 234-1365,14 119-5461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3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24575,'0'0'0,"0"0"0,0 0 0,0 0 0,2 0 0,93 15 0,0-5 0,0-4 0,160-11 0,-245 4 0,1 0 0,0-1 0,0 0 0,-1-1 0,1 0 0,-1-1 0,12-5 0,-21 8 0,-1 1 0,1-1 0,0 0 0,-1 1 0,1-1 0,-1 0 0,1 0 0,-1 1 0,0-1 0,1 0 0,-1 0 0,0 0 0,1 0 0,-1 1 0,0-1 0,0 0 0,0 0 0,0 0 0,0 0 0,0 0 0,0 0 0,0 0 0,0 1 0,0-1 0,-1 0 0,1 0 0,0 0 0,0 0 0,-1 0 0,1 1 0,-1-1 0,0-1 0,-16-26 0,12 23-91,0 0 0,-1 0 0,0 1 0,0 0 0,0 0 0,-1 0 0,1 1 0,-1-1 0,0 2 0,0-1 0,0 1 0,0 0 0,-1 0 0,-10 0 0,8 1-6735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3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24575,'22'5'0,"18"-1"0,1-2 0,0-1 0,0-2 0,45-7 0,57-2 0,-136 10-170,0 1-1,0 0 0,0 0 1,0 1-1,0-1 0,0 2 1,7 2-1,-8-2-6655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4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65 24575,'0'0'0,"0"0"0,0 0 0,0 0 0,0 0 0,11-10 0,0 3 0,1 0 0,0 2 0,0-1 0,1 1 0,-1 1 0,1 1 0,0-1 0,21-1 0,8 1 0,58 1 0,-82 3 0,-10-1 0,-1 1 0,1 0 0,0 0 0,-1 0 0,1 1 0,0 1 0,-1-1 0,1 1 0,-1 0 0,0 1 0,0 0 0,13 6 0,-19-7 0,1-1 0,-1 1 0,1-1 0,-1 1 0,0 0 0,0 0 0,0-1 0,0 1 0,0 0 0,0 0 0,0 0 0,-1 0 0,1 0 0,-1 0 0,1 0 0,-1 0 0,0 0 0,0 0 0,0 0 0,0 0 0,0 0 0,0 0 0,-1 1 0,0 1 0,-1 7 0,-1 0 0,-1-1 0,-6 13 0,7-16 0,-58 121 0,-13 31 0,45-86 0,-41 117 0,70-188 0,-1 0 0,1 0 0,0 0 0,0 0 0,1-1 0,-1 1 0,0 0 0,1 0 0,-1 0 0,1 0 0,0 0 0,1 3 0,-2-5 0,0 0 0,0 0 0,0 0 0,0 1 0,0-1 0,0 0 0,0 0 0,0 0 0,0 0 0,0 0 0,0 1 0,0-1 0,1 0 0,-1 0 0,0 0 0,0 0 0,0 0 0,0 1 0,0-1 0,0 0 0,1 0 0,-1 0 0,0 0 0,0 0 0,0 0 0,0 0 0,1 0 0,-1 0 0,0 0 0,0 0 0,0 0 0,0 0 0,1 0 0,-1 0 0,0 0 0,0 0 0,0 0 0,0 0 0,1 0 0,-1 0 0,0 0 0,0 0 0,3-17 0,-6-12 0,-2-1 0,0 1 0,-2 1 0,-20-52 0,17 50 0,-16-40 0,-4 1 0,-2 2 0,-45-70 0,61 117-1365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5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24575,'11'23'-1365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0 24575,'-4'12'0,"0"-1"0,0 1 0,1 0 0,1 0 0,-2 24 0,4 64 0,1-12 0,-7 21 0,-31 170 0,35-269 0,0 0 0,1-1 0,0 2 0,1-1 0,0 0 0,0 0 0,2 11 0,-1-18 0,0 1 0,-1-1 0,2 0 0,-1 1 0,0-1 0,0 0 0,1 0 0,0 0 0,0 0 0,0 0 0,0 0 0,0-1 0,0 1 0,1-1 0,-1 1 0,1-1 0,0 0 0,-1 0 0,1 0 0,0 0 0,0-1 0,1 1 0,4 1 0,1-1 0,0 1 0,1-2 0,-1 1 0,1-1 0,0-1 0,-1 0 0,1 0 0,15-3 0,8-3 0,37-12 0,-28 7 0,113-36-1365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4:56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 24575,'-5'90'0,"-4"0"0,-27 119 0,10-66 0,8-40 0,-7 211 0,25-311 0,-2-15 0,-2-19 0,6-422 0,1 403 0,3 1 0,1 0 0,3 1 0,2 0 0,25-66 0,-35 108 0,1 0 0,0 0 0,0 1 0,1-1 0,-1 1 0,1 0 0,0 0 0,1 0 0,-1 0 0,1 1 0,0 0 0,0 0 0,0 0 0,1 0 0,-1 1 0,1 0 0,0 0 0,0 1 0,0 0 0,0 0 0,0 0 0,0 0 0,1 1 0,-1 0 0,1 1 0,10-1 0,-6 2 0,0 0 0,0 0 0,0 1 0,0 0 0,-1 1 0,1 0 0,-1 1 0,0 0 0,0 0 0,0 1 0,0 0 0,-1 1 0,0 0 0,0 1 0,9 9 0,-7-5 0,0 2 0,-1-1 0,-1 1 0,0 1 0,0 0 0,-2 0 0,1 0 0,-2 1 0,0 0 0,-1 0 0,0 1 0,-1 0 0,-1 0 0,-1 0 0,1 24 0,-2-27 0,-2 0 0,0-1 0,0 0 0,-1 1 0,0-1 0,-1 0 0,-1 0 0,0 0 0,-1 0 0,0-1 0,0 0 0,-1 0 0,-1 0 0,0-1 0,0 0 0,-1 0 0,-1-1 0,1 0 0,-1 0 0,-18 12 0,5-6 0,0-1 0,0-1 0,-2-1 0,1-1 0,-2-1 0,1-1 0,-1-2 0,0 0 0,-33 4 0,24-10 0,19-2 0,65-10 0,1 2 0,98-3 0,-111 10 0,-1 2 0,1 1 0,39 7 0,-57-4 0,-1 0 0,1 1 0,-1 1 0,-1 1 0,1 1 0,-1 0 0,23 16 0,0 4-1365,-10-3-5461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1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1298 24575,'82'-284'0,"21"7"0,-100 269 0,186-583 0,-176 552 0,-8 24 0,0 0 0,-1 0 0,-1-1 0,3-22 0,-30 58 0,14-8 0,1-1 0,0 2 0,1-1 0,0 1 0,1 0 0,1 0 0,-7 20 0,-26 104 0,35-119 0,-40 208 0,38-175 0,2-1 0,4 80 0,2-108 0,0 1 0,2-1 0,0 1 0,2-1 0,0-1 0,13 28 0,-15-40 0,1 0 0,0-1 0,0 0 0,1 0 0,0 0 0,0-1 0,11 10 0,-12-13 0,0 0 0,0 0 0,0-1 0,1 0 0,-1 0 0,1 0 0,0-1 0,0 1 0,0-2 0,0 1 0,0-1 0,9 2 0,-9-3 0,0 0 0,0 0 0,0 0 0,0-1 0,0 0 0,0 0 0,-1 0 0,1-1 0,0 0 0,-1 0 0,1 0 0,-1-1 0,0 0 0,1 0 0,-1 0 0,-1-1 0,1 0 0,0 1 0,-1-2 0,6-6 0,-4 3 0,0 0 0,0 0 0,-1-1 0,0 1 0,-1-1 0,0-1 0,0 1 0,-1 0 0,0-1 0,0 0 0,0-12 0,1-25-1365,-3 6-5461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13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 24575,'0'0'0,"0"0"0,0 0 0,0 0 0,14 0 0,139-26 0,-16 2 0,19 11 37,94-14-1439,-241 25-5424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14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24575,'0'0'0,"0"0"0,0 0 0,-3 18 0,3 4 0,0-1 0,1 0 0,8 40 0,22 65 0,-17-77 0,-8-27 0,73 255 0,-78-270 0,1-1 0,-1 1 0,0-1 0,0 1 0,-1 7 0,0-13 0,0 1 0,0 0 0,0 0 0,0 0 0,0 0 0,0 0 0,-1-1 0,1 1 0,-1 0 0,1 0 0,-1-1 0,0 1 0,1 0 0,-1-1 0,0 1 0,0 0 0,0-1 0,0 1 0,-1-1 0,1 0 0,-2 2 0,1-2 0,1-1 0,0 0 0,-1 0 0,1 0 0,0 0 0,-1 0 0,1 0 0,0 0 0,0 0 0,-1 0 0,1-1 0,0 1 0,0-1 0,-1 1 0,1-1 0,0 1 0,0-1 0,0 1 0,0-1 0,0 0 0,0 0 0,0 0 0,0 0 0,0 0 0,0 0 0,-1-1 0,-1-2 0,0 1 0,0-1 0,0 0 0,1 0 0,-5-9 0,3 1 0,1 1 0,1-1 0,0 0 0,0 0 0,1 0 0,0 0 0,1 0 0,1 0 0,1-12 0,1 8 0,0 0 0,0 0 0,2 1 0,0-1 0,1 1 0,9-18 0,-4 14-136,2 0-1,0 2 1,1 0-1,0 0 1,1 1-1,1 1 1,1 0-1,0 2 0,20-13 1,-20 15-6690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14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10 24575,'0'0'0,"0"0"0,0 0 0,0 0 0,-2 0 0,-1 1 0,0-1 0,1 1 0,-1 0 0,1 0 0,-1 0 0,1 0 0,-1 0 0,1 0 0,0 1 0,0-1 0,0 1 0,-1 0 0,-1 2 0,-26 30 0,30-33 0,-15 20 0,1 1 0,0 0 0,2 1 0,-10 27 0,-30 99 0,49-140 0,-10 30 0,-8 48 0,19-75 0,0 1 0,1 0 0,1-1 0,0 1 0,0 0 0,1-1 0,1 1 0,3 12 0,-5-23 0,0 0 0,1 0 0,0 0 0,-1 0 0,1 0 0,0 0 0,0 0 0,0-1 0,0 1 0,0 0 0,1 0 0,-1-1 0,1 1 0,-1-1 0,1 0 0,-1 1 0,1-1 0,0 0 0,-1 0 0,1 0 0,2 1 0,-1-1 0,0-1 0,-1 1 0,1-1 0,0 0 0,0 0 0,-1 0 0,1 0 0,0 0 0,-1-1 0,1 1 0,0-1 0,-1 0 0,1 0 0,2-1 0,4-2 0,0-1 0,0 0 0,-1-1 0,0 1 0,0-2 0,-1 1 0,11-11 0,-5 0 0,0-1 0,-1 0 0,-1-1 0,-1 0 0,0 0 0,11-35 0,28-130 0,-43 157 0,16-65 0,-22 92 0,0 0 0,0 0 0,0 0 0,0-1 0,0 1 0,0 0 0,0 0 0,0 0 0,0 0 0,0 0 0,0 0 0,0 0 0,0 0 0,0-1 0,0 1 0,0 0 0,0 0 0,0 0 0,0 0 0,0 0 0,0 0 0,0 0 0,0 0 0,0-1 0,0 1 0,0 0 0,0 0 0,0 0 0,1 0 0,-1 0 0,0 0 0,0 0 0,0 0 0,0 0 0,0 0 0,0 0 0,0 0 0,0-1 0,0 1 0,0 0 0,0 0 0,1 0 0,-1 0 0,0 0 0,0 0 0,0 0 0,0 0 0,0 0 0,0 0 0,0 0 0,0 0 0,1 0 0,-1 0 0,0 0 0,0 0 0,0 0 0,0 0 0,0 0 0,0 0 0,0 0 0,0 0 0,0 1 0,1-1 0,-1 0 0,0 0 0,0 0 0,0 0 0,3 11 0,0 17 0,-2 37 0,-2-41 0,1 0 0,1 0 0,1 0 0,10 43 0,-10-62 0,0 1 0,0-1 0,0 0 0,1 0 0,0 0 0,0 0 0,0 0 0,1-1 0,7 9 0,-10-12 0,0 0 0,1 0 0,-1 0 0,0-1 0,0 1 0,1 0 0,-1 0 0,0-1 0,1 1 0,-1-1 0,1 1 0,-1-1 0,1 1 0,-1-1 0,1 0 0,-1 0 0,1 0 0,-1 0 0,1 0 0,-1 0 0,1 0 0,-1 0 0,1-1 0,-1 1 0,1 0 0,-1-1 0,1 0 0,-1 1 0,0-1 0,1 0 0,-1 1 0,0-1 0,0 0 0,1 0 0,-1 0 0,0 0 0,0 0 0,0-1 0,0 1 0,1-2 0,6-8 0,-1 1 0,-1-1 0,1-1 0,-2 1 0,5-14 0,19-64 0,-15 42 0,-5 19 0,1-7 0,2 1 0,1 0 0,31-56 0,-43 90 0,-1 1 0,1-1 0,-1 0 0,1 0 0,-1 1 0,1-1 0,-1 0 0,0 1 0,1-1 0,-1 1 0,1-1 0,-1 1 0,0-1 0,0 1 0,1-1 0,-1 1 0,0-1 0,0 1 0,1-1 0,-1 1 0,0-1 0,0 1 0,0-1 0,0 1 0,0-1 0,0 1 0,0 0 0,0 0 0,5 20 0,-2 149 0,-5-123 0,3-1 0,8 68 0,-12-145-1365,1 11-5461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14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24575,'0'0'0,"5"3"0,0 1 0,4 8 0,0 1 0,1 9 0,0 1 0,-3-4 0,-1-4-8191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15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22 188 24575,'0'0'0,"4"30"0,5 245 0,-9-274 0,0 0 0,1 1 0,-1-1 0,0 0 0,0 1 0,0-1 0,-1 0 0,1 0 0,0 1 0,0-1 0,-1 0 0,1 1 0,-1-1 0,1 0 0,-1 0 0,0 0 0,1 0 0,-1 0 0,0 0 0,0 1 0,1-2 0,-1 1 0,0 0 0,0 0 0,0 0 0,0 0 0,-1-1 0,1 1 0,0 0 0,0-1 0,0 1 0,0-1 0,-3 1 0,4-1 0,-1 0 0,1 0 0,-1 0 0,1 0 0,-1 0 0,1 0 0,-1 0 0,1-1 0,-1 1 0,1 0 0,-1 0 0,1-1 0,-1 1 0,1 0 0,0-1 0,-1 1 0,1 0 0,0-1 0,-1 1 0,1 0 0,0-1 0,-1 1 0,1-1 0,0 1 0,0-1 0,-1 1 0,1-1 0,0 1 0,0 0 0,0-1 0,0 1 0,0-1 0,0 1 0,0-1 0,0 0 0,0 1 0,0-1 0,0-25 0,0 23 0,3-36 0,1-1 0,21-76 0,-19 92 0,2 0 0,1 1 0,1 0 0,0 1 0,2 0 0,16-22 0,-21 34 0,2 0 0,0 0 0,0 1 0,0 0 0,1 1 0,1 0 0,-1 1 0,1 0 0,0 0 0,14-5 0,-21 10 0,1 0 0,-1 1 0,1-1 0,-1 1 0,1 0 0,0 0 0,-1 0 0,1 1 0,0 0 0,0 0 0,0 0 0,-1 0 0,1 1 0,0 0 0,-1 0 0,1 0 0,-1 1 0,1-1 0,-1 1 0,1 0 0,-1 0 0,0 1 0,0-1 0,0 1 0,0 0 0,-1 0 0,1 0 0,-1 0 0,0 1 0,4 5 0,0 0 0,-1 1 0,0 1 0,-1-1 0,0 1 0,0 0 0,-2 0 0,1 1 0,-1-1 0,1 15 0,1 17 0,0 53 0,-3-27 0,19 156-1365,-19-202-5461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5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4 24575,'0'0'0,"0"0"0,0 0 0,0 0 0,0 0 0,0 0 0,0 0 0,0 0 0,0 0 0,0 0 0,-5 11 0,1 0 0,1 1 0,0-1 0,0 1 0,1 0 0,1 0 0,0 0 0,1 0 0,0 0 0,0 0 0,2 0 0,-1-1 0,2 1 0,-1 0 0,2-1 0,-1 1 0,2-1 0,-1 0 0,1 0 0,8 11 0,-11-19 0,1 1 0,-1-1 0,1 0 0,-1 0 0,1 0 0,0-1 0,0 1 0,0-1 0,1 0 0,-1 0 0,0 0 0,1 0 0,0 0 0,-1-1 0,1 1 0,0-1 0,0 0 0,0 0 0,0-1 0,0 1 0,0-1 0,0 0 0,-1 0 0,1 0 0,0 0 0,0-1 0,0 0 0,5-1 0,-1 0 0,-1 0 0,1-1 0,0 0 0,-1-1 0,0 1 0,0-1 0,0-1 0,0 1 0,0-1 0,-1 0 0,0-1 0,10-11 0,-9 8 0,-1-1 0,0 1 0,0-1 0,-1 0 0,-1 0 0,0 0 0,0-1 0,-1 1 0,4-23 0,-6 29 0,-1 0 0,1 1 0,-1-1 0,0 0 0,-1 0 0,1 0 0,-1 0 0,1 0 0,-1 0 0,0 1 0,-1-1 0,1 0 0,0 1 0,-1-1 0,0 1 0,0-1 0,0 1 0,0 0 0,-1 0 0,1 0 0,-1 0 0,0 0 0,0 1 0,0-1 0,0 1 0,0 0 0,-1 0 0,1 0 0,-1 0 0,1 0 0,-5-1 0,0 1 0,0 0 0,0 0 0,0 1 0,-1 0 0,1 0 0,0 1 0,0 0 0,-1 0 0,1 1 0,0 0 0,0 1 0,0-1 0,0 2 0,0-1 0,0 1 0,1 0 0,-1 1 0,1 0 0,0 0 0,0 0 0,0 1 0,0 0 0,1 1 0,-6 6 0,9-10-40,1 1-1,0 0 1,0 0 0,0 0-1,0 1 1,0-1 0,1 0-1,-1 1 1,1-1-1,0 1 1,0-1 0,0 1-1,1 0 1,-1-1-1,1 8 1,-1-3-679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1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0 687 24575,'2'2'0,"0"-1"0,0 1 0,0 0 0,0 0 0,-1 0 0,1 0 0,-1 0 0,0 0 0,3 4 0,-3-4 0,5 10 0,0 1 0,-1-1 0,-1 1 0,0 0 0,0 0 0,-1 1 0,1 16 0,1 101 0,-4-84 0,-1-1 0,2 50 0,18 137 0,32 259 0,-46-427 0,3 1 0,2-1 0,24 75 0,47 190 0,30 98 0,-75-322 0,31 100 0,-33-94 0,99 214 0,-91-236 0,6 16 0,106 170 0,448 503 0,-171-348 0,-316-327 0,4-5 0,4-6 0,4-5 0,189 97 0,-182-117 0,237 85 0,73-8 0,-232-67 0,14 5 0,-132-58 0,153 21 0,102-15 0,-195-24 0,0-7 0,-1-6 0,157-28 0,-148 3 0,-2-8 0,-2-6 0,226-97 0,-224 70 0,-3-6 0,279-188 0,-365 217 0,441-341 0,12-126 0,-364 328 0,223-339 0,239-560 0,-392 599 0,-36-16 0,-164 411 0,116-371 0,-23-9 0,-17 67 0,-24 105 0,-2-74 0,-81 372-124,1 1 0,-1-1 0,0 0 0,0 1 0,0-1 0,-1 0-1,1 1 1,-1-1 0,0 1 0,-1-5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3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1 408 24575,'133'-2'0,"71"2"0,441 5 0,-538-5 0,46 0 0,739-11 0,-612 2-111,425-22-342,196-5 453,-822 35 0,532-11-326,523-17-499,-505-8 825,9-1 0,852-2-1562,350-28 1562,-689 23 0,-741 32 0,119-2 0,-145 12 130,972 3 1259,-1305 1-666,108 0 462,-125-3-1690,1-1 0,50-12 0,-66 10-6321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3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0 24575,'0'0'0,"0"0"0,0 0 0,0 0 0,0 0 0,0 0 0,9 3 0,66 28 0,-1 3 0,76 47 0,-134-72 0,1-1 0,0-1 0,0 0 0,0-1 0,30 5 0,-42-10 0,20 7 0,-25-8 0,0 0 0,1 0 0,-1 0 0,0 1 0,0-1 0,1 0 0,-1 0 0,0 1 0,0-1 0,1 0 0,-1 0 0,0 1 0,0-1 0,0 0 0,0 1 0,1-1 0,-1 0 0,0 1 0,0-1 0,0 0 0,0 1 0,0-1 0,0 0 0,0 1 0,0-1 0,-9 12 0,-10 2 0,-1-2 0,-1 0 0,-39 16 0,14-7 0,-282 115-1365,318-132-5461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4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 24575,'5'39'0,"-2"0"0,-1 40 0,1 13 0,27 152 0,-30-243 0,1 0 0,-1 0 0,0 0 0,0 0 0,0 0 0,1-1 0,-1 1 0,1 0 0,-1 0 0,0 0 0,1-1 0,-1 1 0,1 0 0,0 0 0,-1-1 0,1 1 0,0-1 0,-1 1 0,1 0 0,0-1 0,0 0 0,-1 1 0,1-1 0,0 1 0,0-1 0,0 0 0,0 1 0,-1-1 0,1 0 0,1 0 0,0 0 0,-1 0 0,1 0 0,0 0 0,-1 0 0,1 0 0,-1-1 0,1 1 0,-1-1 0,0 1 0,1-1 0,-1 0 0,1 1 0,-1-1 0,0 0 0,1 0 0,-1 0 0,2-2 0,3-4 0,0 0 0,-1 0 0,0-1 0,0 0 0,-1 0 0,7-17 0,16-59 0,-22 69 0,18-69 0,-9 26 0,3 1 0,47-104 0,-64 160 0,0 1 0,0 0 0,0 0 0,1-1 0,-1 1 0,0 0 0,0 0 0,1 0 0,-1-1 0,0 1 0,0 0 0,1 0 0,-1 0 0,0 0 0,1 0 0,-1-1 0,0 1 0,1 0 0,-1 0 0,0 0 0,1 0 0,-1 0 0,0 0 0,1 0 0,-1 0 0,0 0 0,1 0 0,-1 0 0,0 0 0,1 1 0,-1-1 0,0 0 0,1 0 0,-1 0 0,0 0 0,0 0 0,1 1 0,-1-1 0,0 0 0,0 0 0,1 1 0,-1-1 0,0 0 0,0 0 0,1 1 0,-1-1 0,0 1 0,13 14 0,-12-13 0,6 10 0,0 0 0,0 0 0,-1 1 0,-1 0 0,7 25 0,11 72 0,-16-67 0,52 316 0,-58-354 0,0 0 0,1 0 0,-1-1 0,1 1 0,0-1 0,0 1 0,0-1 0,1 1 0,0-1 0,-1 0 0,1 0 0,5 4 0,-6-6 0,0-1 0,0 1 0,0-1 0,0 0 0,0 0 0,1 0 0,-1 0 0,0 0 0,0 0 0,1 0 0,-1-1 0,1 1 0,-1-1 0,1 0 0,-1 0 0,0 0 0,1 0 0,-1 0 0,1 0 0,-1-1 0,1 1 0,-1-1 0,0 0 0,1 0 0,-1 1 0,0-1 0,3-2 0,3-2 0,-1 0 0,0 0 0,0 0 0,-1-1 0,1 0 0,-1 0 0,-1-1 0,1 0 0,-1 0 0,0 0 0,-1 0 0,0-1 0,5-12 0,4-14 0,18-67 0,-23 69 0,30-127 0,23-81 0,-57 229-195,0 0 0,1 0 0,0 1 0,0 0 0,1 0 0,8-9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4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14 0,0 20 0,20 416 0,-16-411-1365,-3-26-5461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6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9551 24575,'0'0'0,"0"0"0,0 0 0,0 0 0,0-24 0,-21-209 0,1 1 0,14-503 0,5 293 0,-4-197-969,-10-718-398,13 1237 1367,-41-857 0,1 254 0,30-1 0,9 441 0,-25-494 10,8 310-141,8 162-424,-5-179 490,20 0 85,4 37 3037,-9 426-3066,-5-30-1,3 26-1336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7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24575,'-10'19'0,"5"-6"0,0 0 0,1 0 0,1 0 0,0 0 0,0 0 0,0 20 0,5 84 0,1-84 0,-2 0 0,-6 53 0,8-189 0,-1 76 0,2 0 0,10-40 0,-12 60 0,0 0 0,1 1 0,-1-1 0,1 1 0,1-1 0,-1 1 0,1 0 0,0 0 0,0 1 0,1-1 0,-1 1 0,1 0 0,1 0 0,-1 1 0,7-5 0,-9 7 0,0 1 0,0 0 0,0 0 0,0 0 0,1 0 0,-1 0 0,0 1 0,0-1 0,1 1 0,-1 0 0,0 0 0,1 0 0,-1 0 0,0 1 0,1 0 0,-1-1 0,0 1 0,0 0 0,0 0 0,0 1 0,0-1 0,0 1 0,0-1 0,0 1 0,0 0 0,-1 0 0,5 5 0,3 2 0,0 1 0,0 1 0,-1 0 0,0 0 0,7 13 0,1 4 0,0 1 0,-2 1 0,-1 0 0,-1 0 0,12 47 0,-19-37 0,-6-40 0,0 0 0,0 0 0,0 0 0,0 0 0,0 0 0,0 0 0,0 0 0,0 0 0,0 0 0,0 1 0,-1-1 0,1 0 0,0 0 0,0 0 0,0 0 0,0 0 0,0 0 0,0 0 0,0 0 0,0 0 0,0 0 0,0 0 0,0 0 0,-1 0 0,1 0 0,0 0 0,0 0 0,0 1 0,0-1 0,0 0 0,0 0 0,0 0 0,0 0 0,-1 0 0,1 0 0,0 0 0,0 0 0,0-1 0,0 1 0,0 0 0,0 0 0,0 0 0,0 0 0,-1 0 0,1 0 0,0 0 0,0 0 0,0 0 0,0 0 0,0 0 0,0 0 0,0 0 0,0 0 0,0 0 0,0 0 0,0-1 0,0 1 0,-1 0 0,-10-8 0,-10-10 0,-5-9-1365,1 0-5461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7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24575,'10'137'0,"-1"-45"0,-2 95 81,3 54-1527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8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8 124 24575,'0'0'0,"-1"1"0,0 1 0,0-1 0,0 1 0,1-1 0,-1 1 0,0 0 0,1-1 0,-1 1 0,1 0 0,0 0 0,0-1 0,-1 1 0,1 3 0,1 4 0,1 0 0,0 0 0,0-1 0,0 1 0,1 0 0,0-1 0,1 1 0,0-1 0,0 0 0,10 13 0,-9-15 0,0 0 0,0 0 0,0 0 0,0-1 0,1 0 0,0 0 0,0 0 0,1-1 0,-1 0 0,1 0 0,0-1 0,13 6 0,-17-8 0,1 0 0,-1-1 0,0 1 0,1-1 0,-1 0 0,1 1 0,-1-1 0,1-1 0,-1 1 0,0 0 0,1-1 0,-1 0 0,0 0 0,1 0 0,-1 0 0,0 0 0,5-3 0,-4 1 0,0 0 0,0-1 0,0 1 0,0-1 0,-1 0 0,1 0 0,-1 0 0,0 0 0,0-1 0,4-7 0,-3 2 0,0 0 0,0-1 0,0 1 0,-2-1 0,1 0 0,-1 0 0,-1 0 0,0 0 0,0 0 0,-2-14 0,0 17 0,0-1 0,-1 0 0,0 1 0,0-1 0,0 1 0,-2 0 0,1 0 0,-1 0 0,-6-10 0,8 15 0,-1-1 0,0 1 0,0 0 0,0 0 0,0 0 0,0 0 0,-1 1 0,1-1 0,-1 1 0,0 0 0,0 0 0,0 0 0,0 1 0,0-1 0,0 1 0,0 0 0,0 0 0,0 0 0,-1 1 0,-8-1 0,8 2 0,-1-1 0,1 1 0,-1 0 0,1 0 0,0 1 0,0-1 0,-1 1 0,1 1 0,0-1 0,0 1 0,1-1 0,-1 1 0,0 1 0,1-1 0,0 1 0,0-1 0,0 1 0,0 0 0,1 1 0,-5 5 0,6-6 0,0-1 0,-1 1 0,1 0 0,1 0 0,-1 0 0,1 0 0,-1 0 0,1 0 0,0 0 0,1 1 0,-1-1 0,1 0 0,-1 0 0,1 1 0,1-1 0,-1 0 0,1 1 0,-1-1 0,1 0 0,0 0 0,1 0 0,-1 0 0,1 0 0,0 0 0,0 0 0,4 5 0,13 11-1365,-12-17-5461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8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0 24575,'1'1'0,"-1"-1"0,0 1 0,1-1 0,-1 1 0,1-1 0,-1 0 0,0 1 0,1-1 0,-1 1 0,1-1 0,-1 0 0,1 1 0,-1-1 0,1 0 0,0 0 0,-1 1 0,1-1 0,-1 0 0,1 0 0,0 0 0,-1 0 0,2 0 0,7 4 0,-10-4 0,1 0 0,0 1 0,0-1 0,0 0 0,0 1 0,0-1 0,0 0 0,0 1 0,-1-1 0,1 0 0,0 1 0,0-1 0,0 0 0,-1 0 0,1 1 0,0-1 0,-1 0 0,1 0 0,0 0 0,0 1 0,-1-1 0,1 0 0,0 0 0,-1 0 0,1 0 0,0 1 0,-1-1 0,1 0 0,0 0 0,-1 0 0,-6 3 0,0 1 0,0 0 0,1 0 0,-1 0 0,1 1 0,-6 6 0,10-9 0,1-1 0,0 1 0,0-1 0,-1 1 0,1 0 0,0 0 0,0 0 0,1-1 0,-1 1 0,0 0 0,1 0 0,-1 0 0,1 0 0,0 0 0,-1 0 0,1 0 0,0 1 0,0-1 0,0 0 0,1 0 0,-1 0 0,0 0 0,1 0 0,-1 0 0,1 0 0,0 0 0,1 3 0,2 2 0,0 0 0,0-1 0,1 1 0,0-1 0,0 0 0,0 0 0,1-1 0,0 0 0,0 0 0,8 5 0,7 3 0,43 18 0,0 0 0,-64-31 0,1 1 0,0-1 0,0 0 0,0 1 0,0-1 0,0 1 0,0-1 0,-1 1 0,1-1 0,0 1 0,0-1 0,-1 1 0,1 0 0,0 0 0,-1-1 0,1 1 0,-1 0 0,1 0 0,-1 0 0,1 0 0,-1-1 0,1 1 0,-1 0 0,0 0 0,0 0 0,1 0 0,-1 0 0,0 0 0,0 0 0,0 0 0,0 0 0,0 0 0,0 0 0,0 0 0,-1 0 0,1 0 0,0 0 0,-1 0 0,1 0 0,0-1 0,-1 1 0,1 0 0,-1 0 0,1 0 0,-1 0 0,1-1 0,-1 1 0,0 0 0,1-1 0,-1 1 0,0 0 0,-1 0 0,-6 6 0,-1-1 0,0 0 0,0-1 0,-11 5 0,5-3 0,3 0-227,0 0-1,0-1 1,-1-1-1,0 0 1,-24 5-1,17-6-6598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08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0 24575,'-122'179'0,"120"-176"0,1 1 0,-1-1 0,1 0 0,0 1 0,0-1 0,0 1 0,0-1 0,1 1 0,-1-1 0,1 1 0,0-1 0,0 1 0,0 0 0,1-1 0,-1 1 0,1-1 0,0 1 0,0-1 0,0 1 0,0-1 0,1 0 0,-1 1 0,1-1 0,0 0 0,0 0 0,0 0 0,5 4 0,-5-5 0,0 0 0,0 0 0,0 0 0,0-1 0,0 1 0,1-1 0,-1 0 0,0 1 0,1-1 0,-1 0 0,1 0 0,0-1 0,2 2 0,41 4 0,-31-5 0,147 11 0,-161-12 0,0 0 0,0 0 0,0 0 0,0 0 0,0 0 0,0 0 0,0 1 0,0-1 0,0 0 0,0 1 0,0-1 0,0 1 0,0-1 0,0 1 0,0-1 0,0 1 0,-1 0 0,1-1 0,1 2 0,-2-1 0,0-1 0,0 1 0,1 0 0,-1-1 0,0 1 0,0 0 0,0-1 0,0 1 0,0 0 0,0-1 0,0 1 0,-1-1 0,1 1 0,0 0 0,0-1 0,0 1 0,-1 0 0,1-1 0,0 1 0,0-1 0,-1 1 0,0 0 0,-3 5 0,-1-1 0,0 0 0,0 0 0,-9 7 0,-202 161-1365,171-134-5461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24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1 237 24575,'0'0'0,"0"0"0,0 0 0,19-3 0,164-31 0,-118 19 0,110-10 0,145 17 0,-49 3 0,841-19 0,-828 21 0,171-17 0,-15 1 0,-36 13-48,1463-37-483,-472 13-799,422 29 1330,-1802 1-1,179 0 75,323 5-648,-1 35 1291,-355-24 956,60 9-3018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25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 24575,'-33'454'0,"0"-61"0,29-74 0,-3 53 0,7 849-747,26-519 747,-9-268 0,11 763 0,-16-824-135,-1 103 908,-17-364-653,0 31-131,5-139 11,-3-15 0,-2-21 0,-12-234-270,16 206-825,-1-21-5731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26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 24575,'0'0'0,"0"0"0,0 0 0,0 0 0,-10 8 0,-5 10 0,1 1 0,1 0 0,1 1 0,-14 31 0,7-17 0,-76 162 0,95-196 0,0 0 0,0 0 0,0 0 0,0 0 0,0 0 0,0 0 0,0 0 0,0 0 0,0 1 0,0-1 0,0 0 0,-1 0 0,1 0 0,0 0 0,0 0 0,0 0 0,0 0 0,0 0 0,0 1 0,0-1 0,0 0 0,0 0 0,0 0 0,0 0 0,0 0 0,0 0 0,0 1 0,0-1 0,0 0 0,0 0 0,0 0 0,0 0 0,1 0 0,-1 0 0,0 0 0,0 1 0,0-1 0,0 0 0,0 0 0,0 0 0,0 0 0,0 0 0,0 0 0,0 0 0,0 0 0,1 0 0,-1 0 0,0 0 0,0 0 0,0 1 0,0-1 0,0 0 0,0 0 0,0 0 0,1 0 0,-1 0 0,0 0 0,0 0 0,11-4 0,11-12 0,-7-3 0,-1-1 0,0 0 0,18-38 0,12-18 0,-42 73 0,0 0 0,0 0 0,1 0 0,0 1 0,-1-1 0,1 1 0,0-1 0,0 1 0,1 0 0,-1 0 0,0 1 0,1-1 0,-1 1 0,1-1 0,-1 1 0,1 0 0,-1 0 0,6 0 0,-7 1 0,1 0 0,0 0 0,0 0 0,0 0 0,0 0 0,-1 1 0,1-1 0,0 1 0,0 0 0,-1 0 0,1 0 0,-1 0 0,1 1 0,-1-1 0,1 1 0,-1-1 0,0 1 0,1 0 0,-1 0 0,0 0 0,0 0 0,-1 0 0,4 5 0,14 27 0,19 46 0,-9-16 0,-15-37-1365,-4-6-5461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27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0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24575,'42'22'0,"-1"2"0,70 54 0,-79-54 0,0-1 0,2-2 0,69 33 0,30 6 0,119 52 0,-166-72 0,86 55 0,41 21 0,353 125 0,-366-159 0,552 270 0,-691-321 0,261 137 0,-20-9 0,211 120 0,-219-117 0,-58-46 0,153 64 0,281 20 0,-518-168 0,239 20 0,161-25 0,55-32 0,-601 4 0,469-45 0,-64 2 0,-337 38 0,28-6 0,159-39 0,218-34 0,-16 4 0,-306 42 0,191-42 0,565-155 0,-341 62 0,-251 67 0,47-12 0,58-24 0,-125 31 0,60-24 0,-26 16 0,-61 24 0,-138 41 0,71-25 0,-100 42 0,100-51 0,-174 73 0,0 1 0,0 2 0,2 1 0,61-12 0,-68 18 0,0-1 0,-1-1 0,33-16 0,-41 20-1365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3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24575,'3'21'0,"25"241"0,-28-260 0,0-1 0,0 1 0,0-1 0,0 1 0,0 0 0,1-1 0,-1 0 0,0 1 0,1-1 0,0 1 0,-1-1 0,1 1 0,0-1 0,0 0 0,0 0 0,-1 1 0,1-1 0,1 0 0,-1 0 0,0 0 0,0 0 0,0 0 0,0 0 0,1 0 0,-1-1 0,0 1 0,2 0 0,0 0 0,-1-1 0,0 0 0,1 0 0,-1 0 0,0 0 0,0-1 0,1 1 0,-1-1 0,0 1 0,0-1 0,1 0 0,-1 0 0,0 0 0,0 0 0,0 0 0,3-2 0,-3 1 0,1 0 0,0-1 0,-1 1 0,0-1 0,1 0 0,-1 1 0,0-1 0,0 0 0,-1 0 0,1 0 0,-1-1 0,1 1 0,1-7 0,-4 7 0,1 0 0,-1 0 0,1 0 0,-1 0 0,0 0 0,0 0 0,0 0 0,-1 0 0,1 0 0,-1 0 0,0 0 0,-2-2 0,-2-7 0,5 11 0,0-1 0,0 1 0,0 0 0,0-1 0,0 1 0,0 0 0,0-1 0,-1 1 0,1 0 0,0 0 0,0 0 0,-1 0 0,1 0 0,-1 1 0,1-1 0,-1 0 0,1 1 0,-1-1 0,0 1 0,1-1 0,-1 1 0,0 0 0,1 0 0,-1-1 0,0 1 0,1 0 0,-1 1 0,0-1 0,1 0 0,-1 0 0,0 1 0,1-1 0,-1 1 0,-2 1 0,29-12 0,-17 8 0,0-2 0,0 1 0,0-1 0,7-5 0,-12 7 0,0 0 0,0 0 0,-1-1 0,1 0 0,-1 1 0,0-1 0,1 0 0,-1 0 0,-1 0 0,1 0 0,0-1 0,-1 1 0,2-5 0,2-5 0,-2 1 0,-16 20 0,10-7 0,-16 18 0,18-18 0,0 0 0,0 0 0,1 0 0,-1 0 0,1-1 0,-1 1 0,1 0 0,-1 0 0,1 1 0,-1-1 0,1 0 0,0 0 0,0 0 0,-1 0 0,1 0 0,0 0 0,0 0 0,0 0 0,0 0 0,0 1 0,1 0 0,0-5 0,1 1 0,0-1 0,0 0 0,0 0 0,0 1 0,0-1 0,1 1 0,-1 0 0,6-4 0,-6 5 0,52-52 0,-56 56 0,1 1 0,-1-1 0,1 1 0,-1-1 0,1 1 0,0-1 0,-1 8 0,-1 3 0,0-5 0,0-1 0,-1 0 0,0 1 0,0-2 0,-8 12 0,12-20 0,0 1 0,0 0 0,0 0 0,0 0 0,0-1 0,0 1 0,0 0 0,0 0 0,0 0 0,0-1 0,0 1 0,0 0 0,0 0 0,0 0 0,0-1 0,0 1 0,0 0 0,-1 0 0,1 0 0,0 0 0,0-1 0,0 1 0,0 0 0,0 0 0,-1 0 0,1 0 0,0-1 0,0 1 0,0 0 0,0 0 0,-1 0 0,1 0 0,0 0 0,0 0 0,0 0 0,-1 0 0,1 0 0,0 0 0,0 0 0,0 0 0,-1 0 0,1 0 0,0 0 0,0 0 0,0 0 0,-1 0 0,1 0 0,0 0 0,0 0 0,-1 0 0,-13 2 0,10 0 0,1 1 0,-1-1 0,1 1 0,-1 0 0,1 0 0,0 0 0,0 0 0,0 1 0,-3 4 0,5-8 0,1 0 0,0-1 0,0 1 0,-1-1 0,1 1 0,0 0 0,-1-1 0,1 1 0,0 0 0,-1-1 0,1 1 0,-1 0 0,1 0 0,0-1 0,-1 1 0,1 0 0,-1 0 0,1 0 0,-1-1 0,1 1 0,-1 0 0,1 0 0,-1 0 0,1 0 0,-1 0 0,1 0 0,-1 0 0,1 0 0,-1 0 0,1 0 0,-1 0 0,1 1 0,0-1 0,-1 0 0,0 0 0,-21 5 0,8 0 0,13-5 0,0 0 0,0 0 0,0 0 0,0 1 0,0-1 0,-1 0 0,1 1 0,0-1 0,0 1 0,0-1 0,0 1 0,0-1 0,0 1 0,0 0 0,1 0 0,-1-1 0,0 1 0,-1 2 0,23 67-1365,-19-63-5461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6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42 24575,'0'-27'0,"-3"13"0,3 14 0,0 0 0,0 0 0,0 0 0,0 0 0,0 0 0,-1 0 0,1 0 0,0 0 0,0 0 0,0 0 0,0 0 0,0 0 0,-1 0 0,1 0 0,0 0 0,0 0 0,0 0 0,0 0 0,-1 0 0,1 0 0,0 0 0,0 0 0,0 0 0,0 0 0,-1 0 0,1 0 0,0 0 0,0 0 0,0 0 0,0 0 0,0 1 0,-1-1 0,1 0 0,0 0 0,0 0 0,0 0 0,0 0 0,0 0 0,0 1 0,-15 22 0,13-20 0,-4 8 0,1 0 0,0 0 0,-6 19 0,10-25 0,0-1 0,0 0 0,0 1 0,1-1 0,-1 1 0,1-1 0,0 1 0,1-1 0,-1 0 0,1 1 0,0-1 0,0 1 0,2 5 0,5-47 0,1-10 0,-16 68 0,-13 31 0,2-7 0,-2 0 0,15-36 0,1 1 0,-1-1 0,2 1 0,-1 0 0,1 0 0,1 1 0,-2 11 0,4-20 0,1 1 0,-1 0 0,1 0 0,-1-1 0,1 1 0,0 0 0,2 4 0,0 2 0,26-10 0,-8 6 0,-20-4 0,1-1 0,-1 1 0,1 0 0,0-1 0,0 1 0,-1-1 0,1 0 0,0 0 0,0 1 0,0-1 0,-1 0 0,1 0 0,0-1 0,0 1 0,-1 0 0,3-1 0,-1-1 0,-1 1 0,1-1 0,-1 1 0,1 0 0,-1 0 0,1 0 0,0 0 0,-1 0 0,1 1 0,0-1 0,0 1 0,-1 0 0,1 0 0,0 0 0,0 0 0,0 0 0,-1 1 0,1-1 0,0 1 0,2 0 0,16-2-1365,-11-1-5461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0 24575,'-3'1'0,"1"1"0,-1-1 0,0 1 0,1-1 0,0 1 0,-1 0 0,1 0 0,0 0 0,0 0 0,-3 4 0,2-2 0,-9 9 0,1 0 0,1 1 0,0 1 0,1 0 0,0 0 0,1 1 0,1 0 0,0 0 0,2 0 0,-8 32 0,3 12 0,-6 108 0,13-120 0,1-29 0,-8 255 0,11-235 0,2-1 0,2 1 0,1-1 0,2 0 0,15 41 0,-19-68 0,0 0 0,1-1 0,0 0 0,1 0 0,0 0 0,0-1 0,15 16 0,-17-21 0,0 0 0,1 0 0,-1 0 0,1-1 0,0 1 0,0-1 0,0-1 0,0 1 0,1-1 0,-1 1 0,1-2 0,0 1 0,-1-1 0,1 1 0,0-2 0,11 2 0,6-3 0,0-1 0,0-1 0,0-1 0,0-1 0,-1 0 0,0-2 0,0-1 0,0-1 0,-1 0 0,0-2 0,29-20 0,-45 28-62,0-1 0,0 1 0,-1-1 0,1 0 0,-1-1 0,0 1 0,0-1 0,0 0 0,-1 0 0,0 0 0,0 0 0,0-1-1,0 1 1,-1-1 0,0 0 0,0 1 0,-1-1 0,0 0 0,0 0 0,0 0 0,0-12 0,-3-3-6764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8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1 237 24575,'11'-16'0,"-2"8"0,-1 0 0,1 0 0,0 1 0,1 0 0,0 1 0,0 0 0,19-8 0,79-26 0,-89 34 0,67-19 60,160-26 0,92 17-1545,-331 34-5341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8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0 173 24575,'27'-2'0,"198"-51"0,-86 18 0,-124 32 30,-1-1 0,0 0 0,15-7 0,-25 9-123,0 0 0,-1 0 1,1 0-1,-1-1 0,1 1 0,-1-1 0,0 0 0,0 0 1,0 0-1,0 0 0,0 0 0,-1-1 0,1 1 1,-1-1-1,2-4 0,0-2-6733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9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24575,'-18'20'0,"-27"24"0,16-19 0,2 2 0,1 1 0,-37 51 0,57-70 0,1 0 0,-1 0 0,2 1 0,0-1 0,0 1 0,0 0 0,1 0 0,1 1 0,0-1 0,0 1 0,1-1 0,0 1 0,1-1 0,0 1 0,1-1 0,0 1 0,1-1 0,2 11 0,-2-14 0,1 1 0,0-1 0,0 0 0,0-1 0,1 1 0,-1 0 0,2-1 0,-1 0 0,1 0 0,0 0 0,0-1 0,10 9 0,-6-7 0,1-1 0,-1 0 0,1-1 0,0 0 0,0-1 0,1 0 0,20 5 0,-4-4 0,-1-1 0,1-1 0,0-2 0,0-1 0,0-1 0,38-6 0,-52 5 0,0-1 0,0-1 0,0 0 0,-1 0 0,1-2 0,-1 1 0,0-2 0,0 1 0,-1-2 0,0 1 0,0-1 0,-1-1 0,10-11 0,-18 18 0,0 0 0,0-1 0,0 1 0,0-1 0,0 0 0,-1 1 0,0-1 0,1 0 0,-1 0 0,0 0 0,0 0 0,0 0 0,-1 0 0,1 0 0,-1-1 0,0 1 0,0 0 0,0 0 0,0 0 0,-1-7 0,-1 7 0,1 1 0,-1-1 0,1 0 0,-1 0 0,0 1 0,0-1 0,0 1 0,0 0 0,0-1 0,-1 1 0,1 0 0,0 0 0,-1 0 0,0 1 0,0-1 0,1 1 0,-1-1 0,0 1 0,0 0 0,0 0 0,-4 0 0,-129-35 0,133 35-80,0 1 0,1-1-1,-1-1 1,0 1 0,1 0-1,-1-1 1,1 1 0,0-1-1,0 0 1,-1 0 0,1 1 0,0-2-1,0 1 1,1 0 0,-1 0-1,-2-4 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39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 24575,'-11'5'0,"1"1"0,-1 0 0,1 0 0,1 1 0,-1 1 0,1 0 0,0 0 0,1 0 0,-13 17 0,9-8 0,0 0 0,0 1 0,2 0 0,-14 33 0,21-43 0,0 0 0,1 0 0,0-1 0,1 1 0,-1 0 0,1 1 0,1-1 0,0 0 0,1 16 0,0-20 0,-1 0 0,1-1 0,0 1 0,1 0 0,-1-1 0,1 1 0,-1-1 0,1 1 0,0-1 0,0 0 0,1 0 0,-1 0 0,1 0 0,-1 0 0,1 0 0,0-1 0,0 1 0,0-1 0,0 0 0,1 0 0,-1 0 0,1 0 0,4 1 0,35 10 0,0-1 0,51 7 0,-39-9 0,-19-4 0,-24-6 0,-1 2 0,0 0 0,1 0 0,-1 1 0,0 1 0,0 0 0,-1 0 0,16 9 0,-25-12 0,0 0 0,1 0 0,-1 0 0,0 0 0,0 0 0,0 1 0,0-1 0,0 1 0,0-1 0,0 1 0,0-1 0,-1 1 0,1-1 0,0 1 0,-1 0 0,0-1 0,1 1 0,-1 0 0,0-1 0,0 4 0,0-1 0,-1 1 0,1-1 0,-1 0 0,0 0 0,-1 0 0,1 0 0,-1 0 0,-2 5 0,-4 4 0,0 0 0,-1 0 0,-16 17 0,9-13 0,1-1 0,-2-1 0,0-1 0,-1-1 0,0 0 0,-1-1 0,0-1 0,-1-1 0,-1 0 0,-27 8 0,42-16-68,0-1 0,0 0-1,1 0 1,-1 0 0,0-1 0,0 0-1,0 0 1,0-1 0,0 1 0,0-1-1,0-1 1,0 1 0,0-1 0,1 0-1,-1 0 1,1 0 0,-1-1 0,1 0-1,-8-6 1,-11-8-6758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0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24575,'0'0'0,"0"0"0,10 3 0,-8-2 0,-1 0 0,0 1 0,1-1 0,-1 0 0,0 0 0,0 1 0,0-1 0,0 1 0,0-1 0,0 1 0,0 0 0,0-1 0,-1 1 0,2 3 0,4 26 0,-5-25 0,3 23 0,-2-1 0,0 1 0,-6 56 0,-23 83 0,17-120 0,2 0 0,2 1 0,2 94 0,4-135 0,1 0 0,0 0 0,1-1 0,0 1 0,0 0 0,1-1 0,0 0 0,0 1 0,0-1 0,1 0 0,0-1 0,1 1 0,0-1 0,0 0 0,0 0 0,0 0 0,1-1 0,12 10 0,-7-9 0,0 1 0,0-1 0,1-1 0,0 0 0,0-1 0,0 0 0,0-1 0,0 0 0,1-1 0,25 1 0,4-3 0,0-1 0,-1-2 0,66-14 0,-104 17 0,0-1 0,0 1 0,0-1 0,-1 0 0,1 0 0,0 0 0,-1-1 0,1 1 0,-1-1 0,1 1 0,-1-1 0,0 0 0,1 0 0,-1 0 0,0 0 0,0 0 0,-1-1 0,1 1 0,0-1 0,2-4 0,-3 3 0,0 1 0,0-1 0,0 0 0,-1 1 0,1-1 0,-1 0 0,0 1 0,0-1 0,0 0 0,-1 1 0,1-1 0,-1 0 0,0 1 0,0-1 0,-2-4 0,-11-23-1365,0 3-5461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0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0 128 24575,'4'-7'0,"0"1"0,1 1 0,0-1 0,0 0 0,0 1 0,0 0 0,1 1 0,0-1 0,0 1 0,0 0 0,0 0 0,9-3 0,11-5 0,45-13 0,-49 18 0,32-5 0,-47 10 0,-1 2 0,1-1 0,0 1 0,-1 0 0,1 0 0,0 1 0,-1-1 0,1 2 0,10 2 0,-16-4 0,1 1 0,-1 0 0,1-1 0,-1 1 0,1 0 0,-1 0 0,1 0 0,-1 0 0,0 0 0,1 0 0,-1 0 0,0 0 0,0 0 0,0 1 0,0-1 0,0 0 0,0 1 0,0-1 0,0 1 0,-1-1 0,1 1 0,-1-1 0,1 1 0,-1 0 0,1-1 0,-1 1 0,0-1 0,0 1 0,0 0 0,0-1 0,0 1 0,0 0 0,0-1 0,-1 3 0,-1 1 0,1 0 0,-1-1 0,0 1 0,0-1 0,0 1 0,-1-1 0,0 0 0,0 0 0,0 0 0,-5 5 0,-22 18-1365,1-4-5461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0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0,8 13 0,4 0 0,1-1 0,1-1 0,0 0 0,1-1 0,-1 0 0,21 9 0,-14-7 0,251 131-1365,-249-132-5461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2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24575,'0'0'0,"2"5"0,1 2 0,0 0 0,-1-1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2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14 24575,'0'0'0,"0"0"0,0 0 0,0 0 0,0 0 0,0 0 0,0 0 0,0 0 0,0 0 0,0 0 0,15-7 0,1 0 0,-37 20 0,-5 2 0,-16 15 0,-50 35 0,92-65 0,0 0 0,-1 0 0,1 0 0,0 0 0,0 0 0,0 0 0,0 0 0,0 0 0,0 0 0,-1 0 0,1 0 0,0 0 0,0 0 0,0 0 0,0 1 0,0-1 0,0 0 0,0 0 0,0 0 0,-1 0 0,1 0 0,0 0 0,0 0 0,0 1 0,0-1 0,0 0 0,0 0 0,0 0 0,0 0 0,0 0 0,0 1 0,0-1 0,0 0 0,0 0 0,0 0 0,0 0 0,0 0 0,0 0 0,0 1 0,0-1 0,0 0 0,0 0 0,1 0 0,6 4 0,10-1 0,19-7 0,-1-2 0,1-1 0,60-22 0,-75 23 0,-9 0 0,-21 3 0,-22 3 0,-29 20 0,60-21 0,-1 1 0,1-1 0,0 0 0,-1 1 0,1-1 0,0 0 0,-1 1 0,1-1 0,0 0 0,0 0 0,0 1 0,0-1 0,0 0 0,0 1 0,0-1 0,0 0 0,0 0 0,0 1 0,0-1 0,0 0 0,1-1 0,-1 1 0,0 0 0,0 0 0,0 1 0,0-1 0,0 0 0,1 0 0,-1 0 0,0 0 0,1 1 0,-1-1 0,0 0 0,1 0 0,-1 1 0,1-1 0,-1 0 0,1 1 0,0-1 0,-1 0 0,1 1 0,0-1 0,-1 1 0,1-1 0,0 1 0,0-1 0,-1 1 0,1 0 0,0-1 0,1 1 0,99 0 0,-85 0 0,-26 0-1365,0 0-5461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24575,'-29'561'0,"1"32"0,31-540-1365,-1-42-5461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3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 24575,'0'0'0,"0"0"0,0 0 0,6 8 0,1 7 0,0 0 0,0 0 0,-2 0 0,0 0 0,-1 1 0,0 0 0,-1 0 0,0 17 0,-1-16 0,1 1 0,0-1 0,1 0 0,1 0 0,0 0 0,10 20 0,-14-34 0,1-1 0,-1 1 0,1-1 0,-1 0 0,1 1 0,0-1 0,0 0 0,0 0 0,0 0 0,0 0 0,0 0 0,1-1 0,-1 1 0,1-1 0,-1 1 0,1-1 0,-1 0 0,6 1 0,-5-1 0,0-1 0,0 0 0,1 0 0,-1-1 0,0 1 0,0-1 0,0 1 0,0-1 0,0 0 0,0 0 0,0-1 0,0 1 0,-1 0 0,1-1 0,0 0 0,-1 1 0,3-3 0,5-4 0,-1 0 0,-1 0 0,1-1 0,-2 0 0,1-1 0,-1 1 0,0-1 0,-1-1 0,0 1 0,-1-1 0,0 0 0,-1 0 0,5-18 0,-5 12 0,-1 0 0,-1 1 0,-1-1 0,0 0 0,-1-1 0,0 1 0,-2 0 0,0 1 0,-5-19 0,7 31 0,-1 1 0,0-1 0,0 1 0,-1-1 0,1 1 0,-1 0 0,0-1 0,0 1 0,0 0 0,0 0 0,0 0 0,-1 0 0,1 1 0,-1-1 0,0 1 0,1-1 0,-1 1 0,-1 0 0,1 0 0,0 0 0,0 1 0,-1-1 0,1 1 0,-1-1 0,1 1 0,-1 0 0,1 1 0,-1-1 0,0 1 0,0 0 0,1-1 0,-1 1 0,0 1 0,1-1 0,-1 1 0,0-1 0,1 1 0,-1 0 0,1 0 0,-1 1 0,1-1 0,-1 1 0,1 0 0,0 0 0,-5 4 0,1 0-151,0 1-1,1 0 0,1 0 0,-1 1 1,1 0-1,0 0 0,1 0 1,-7 17-1,5-10-6674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3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1 24575,'-7'8'0,"-54"47"0,37-35 0,2 2 0,-40 46 0,60-66 0,1-1 0,0 1 0,0 0 0,0 0 0,0-1 0,0 1 0,0 0 0,0 0 0,0 0 0,1 0 0,-1 0 0,1 0 0,0 1 0,-1-1 0,1 0 0,0 0 0,0 0 0,0 0 0,1 0 0,-1 0 0,2 4 0,-1-3 0,1 0 0,-1 0 0,1 0 0,0-1 0,0 1 0,0-1 0,1 1 0,-1-1 0,0 0 0,1 0 0,0 0 0,5 3 0,6 2 0,1 0 0,0-1 0,0-1 0,22 5 0,-14-4 0,-1 1 0,-1 1 0,1 0 0,21 13 0,-43-20 0,1-1 0,0 0 0,-1 1 0,1-1 0,0 0 0,-1 1 0,1-1 0,-1 1 0,1-1 0,-1 1 0,1 0 0,-1-1 0,1 1 0,-1-1 0,0 1 0,1 0 0,-1-1 0,0 1 0,0 0 0,1-1 0,-1 1 0,0 0 0,0 0 0,0-1 0,0 1 0,0 0 0,0 0 0,0-1 0,0 2 0,-1 1 0,0-1 0,0 0 0,0 0 0,0 0 0,0 0 0,0 0 0,-1 0 0,1 0 0,-4 3 0,-3 2 0,0 1 0,0-1 0,-14 8 0,10-9-227,1 0-1,-1 0 1,0-1-1,0-1 1,-22 5-1,16-5-6598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4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 24575,'0'0'0,"0"0"0,0 0 0,-3 5 0,-7 10 0,-1 0 0,-23 22 0,23-26 0,0 1 0,1 0 0,0 1 0,-13 22 0,22-32 0,0-1 0,0 1 0,0-1 0,0 1 0,0 0 0,0-1 0,1 1 0,0 0 0,-1 0 0,1-1 0,0 1 0,0 0 0,0 0 0,1-1 0,-1 1 0,2 5 0,0-4 0,0-1 0,0 1 0,0-1 0,0 1 0,0-1 0,1 0 0,-1 1 0,1-1 0,0-1 0,4 5 0,8 3 0,0-1 0,0 0 0,1-1 0,21 8 0,-27-11 0,5 1 0,9 4 0,1 1 0,-2 1 0,0 1 0,24 18 0,-41-27 0,-1 0 0,0 0 0,-1 1 0,1-1 0,-1 1 0,0 0 0,0 0 0,0 1 0,-1-1 0,0 1 0,0 0 0,0-1 0,-1 1 0,0 1 0,0-1 0,-1 0 0,1 0 0,-1 1 0,-1-1 0,1 1 0,-1-1 0,-1 12 0,-2-1 17,-1 1 0,0-1 1,-1 0-1,-1-1 0,-1 1 0,-10 17 0,2-8-512,-1 0 0,-33 41 0,40-57-6331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46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81 24575,'0'0'0,"0"0"0,0 0 0,0 0 0,0 0 0,0 0 0,0 0 0,0 0 0,0 0 0,-9 1 0,1 0 0,-1 1 0,0 0 0,1 0 0,0 1 0,-15 7 0,22-9 0,-1 0 0,0 1 0,1-1 0,0 1 0,-1-1 0,1 1 0,0 0 0,0 0 0,0 0 0,0-1 0,0 1 0,0 0 0,1 0 0,-1 0 0,0 0 0,1 0 0,-1 3 0,-3 37 0,4-41 0,-1 15 0,0 0 0,2 0 0,0 0 0,1 0 0,1 0 0,0 0 0,10 27 0,-13-42 0,1 0 0,-1 1 0,1-1 0,-1 0 0,1 0 0,0 0 0,0 0 0,0 1 0,0-1 0,-1 0 0,1-1 0,1 1 0,-1 0 0,0 0 0,0 0 0,0 0 0,0-1 0,1 1 0,-1-1 0,0 1 0,0-1 0,1 1 0,-1-1 0,0 0 0,1 0 0,-1 0 0,1 1 0,-1-1 0,0 0 0,1-1 0,-1 1 0,0 0 0,1 0 0,-1-1 0,0 1 0,1 0 0,1-2 0,0 1 0,0 0 0,0-1 0,-1 1 0,1-1 0,0 0 0,-1 0 0,1 0 0,-1 0 0,0 0 0,1-1 0,-1 1 0,0-1 0,-1 1 0,1-1 0,2-3 0,-2-2 0,0 0 0,0 0 0,0 0 0,-1 0 0,0 0 0,0 0 0,-1 0 0,0-1 0,-1 1 0,0 0 0,0 0 0,0 0 0,-5-13 0,2 8 0,-1 1 0,0 0 0,-1-1 0,-1 2 0,1-1 0,-2 1 0,-13-16 0,16 20 0,-1 1 0,0 0 0,-1 0 0,1 1 0,-1 0 0,0 0 0,0 1 0,-12-6 0,17 9 0,-1 0 0,1 0 0,-1 1 0,1-1 0,-1 0 0,1 1 0,-1 0 0,1 0 0,-1 0 0,1 0 0,-1 0 0,1 0 0,-1 1 0,1-1 0,-1 1 0,1-1 0,-1 1 0,1 0 0,0 0 0,-1 0 0,1 1 0,0-1 0,0 0 0,0 1 0,0-1 0,0 1 0,0 0 0,0 0 0,1 0 0,-1 0 0,-2 4 0,1-2 0,0 1 0,0-1 0,1 1 0,-1 0 0,1 0 0,0 0 0,1 0 0,-1 0 0,1 1 0,0-1 0,0 0 0,1 1 0,0-1 0,0 1 0,0 6 0,2-5 0,-1 0 0,1 0 0,0-1 0,1 1 0,0 0 0,0-1 0,0 0 0,1 1 0,0-1 0,0-1 0,5 7 0,-5-7 0,0-1 0,0 0 0,0 1 0,0-1 0,1 0 0,-1-1 0,1 1 0,0-1 0,0 0 0,0 0 0,1-1 0,-1 0 0,1 1 0,-1-2 0,1 1 0,0-1 0,0 0 0,0 0 0,-1 0 0,1-1 0,0 0 0,0 0 0,0-1 0,0 1 0,0-1 0,0-1 0,-1 1 0,12-5 0,-10 2 0,1-1 0,-1 0 0,0 0 0,0-1 0,0 0 0,-1 0 0,0-1 0,-1 0 0,1 0 0,-1 0 0,0 0 0,-1-1 0,0 0 0,0 0 0,-1 0 0,0 0 0,0-1 0,-1 1 0,0-1 0,0 0 0,-1 0 0,0 1 0,-1-1 0,0 0 0,0 0 0,-2-10 0,2 18 0,-1 0 0,1-1 0,0 1 0,0 0 0,-1-1 0,1 1 0,0 0 0,-1 0 0,1-1 0,-1 1 0,0 0 0,1 0 0,-1 0 0,0 0 0,0 0 0,0 0 0,0 0 0,1 0 0,-1 0 0,-1 0 0,1 0 0,0 1 0,0-1 0,0 0 0,0 1 0,0-1 0,-1 1 0,1-1 0,0 1 0,-1 0 0,1-1 0,0 1 0,0 0 0,-1 0 0,1 0 0,0 0 0,-1 0 0,1 0 0,0 0 0,-1 1 0,1-1 0,0 0 0,-1 1 0,1-1 0,0 1 0,-2 1 0,-3 1 0,1 0 0,0 0 0,0 1 0,0-1 0,0 1 0,1 1 0,-1-1 0,-6 10 0,1 2 0,1 0 0,0 0 0,1 1 0,1 0 0,1 0 0,1 0 0,0 1 0,1 0 0,1 0 0,0 0 0,2 1 0,0-1 0,2 21 0,-1-35 0,1-1 0,-1 1 0,1-1 0,0 0 0,0 0 0,0 1 0,0-1 0,0 0 0,1 0 0,0 0 0,-1 0 0,1-1 0,0 1 0,0 0 0,1-1 0,-1 1 0,0-1 0,1 0 0,4 3 0,-5-4 0,1 0 0,-1 0 0,0 0 0,1 0 0,-1-1 0,1 1 0,-1-1 0,1 1 0,-1-1 0,1 0 0,-1 0 0,1 0 0,-1-1 0,1 1 0,-1-1 0,1 1 0,-1-1 0,0 0 0,1 0 0,-1 0 0,0 0 0,0 0 0,1 0 0,-1-1 0,0 1 0,0-1 0,2-2 0,4-4 0,0 0 0,-1-1 0,0 1 0,0-1 0,-1-1 0,-1 0 0,1 1 0,-2-1 0,1-1 0,-1 1 0,-1-1 0,0 0 0,3-17 0,-3 9 0,-1 0 0,-1 0 0,0-1 0,-2 1 0,0 0 0,-1-1 0,-5-19 0,7 36 0,-1 1 0,0-1 0,1 1 0,-1 0 0,0-1 0,0 1 0,0 0 0,-1-1 0,1 1 0,-1 0 0,1 0 0,-1 0 0,1 0 0,-1 0 0,0 1 0,0-1 0,0 0 0,0 1 0,0-1 0,0 1 0,-1 0 0,1 0 0,0 0 0,-1 0 0,1 0 0,-4 0 0,3 1 0,1-1 0,-1 1 0,0 0 0,0 1 0,0-1 0,0 1 0,1-1 0,-1 1 0,0 0 0,1 0 0,-1 0 0,0 0 0,1 0 0,-1 1 0,1-1 0,0 1 0,-1 0 0,1-1 0,0 1 0,0 0 0,0 0 0,-3 4 0,0 4 0,-1-1 0,1 1 0,0 0 0,1 0 0,0 0 0,1 0 0,0 1 0,0-1 0,1 1 0,1 0 0,0 0 0,0 0 0,1 0 0,1 0 0,0 0 0,0-1 0,1 1 0,0 0 0,1 0 0,6 16 0,-8-25 0,-1-1 0,0 0 0,1 0 0,-1 0 0,1 0 0,-1 0 0,1 0 0,0 0 0,-1 0 0,1 0 0,0 0 0,0 0 0,0 0 0,0 0 0,-1 0 0,1-1 0,0 1 0,0 0 0,0-1 0,1 1 0,-1-1 0,0 1 0,0-1 0,0 1 0,0-1 0,0 0 0,1 0 0,-1 1 0,0-1 0,0 0 0,1 0 0,-1 0 0,0 0 0,0-1 0,0 1 0,1 0 0,1-1 0,-1 0 0,0 0 0,0-1 0,0 1 0,0-1 0,0 1 0,0-1 0,0 0 0,-1 1 0,1-1 0,-1 0 0,1 0 0,-1 0 0,0 0 0,0-1 0,0 1 0,0 0 0,2-5 0,1-13 0,0-1 0,0-27 0,-3 35 0,-1 9 0,-1-1 0,1 0 0,-1 1 0,0-1 0,-1 1 0,1-1 0,-1 1 0,0 0 0,0 0 0,0-1 0,-1 1 0,1 1 0,-1-1 0,-5-6 0,8 10 0,-1 0 0,1 0 0,0 0 0,-1 0 0,1 1 0,0-1 0,0 0 0,-1 0 0,1 0 0,0 0 0,-1 0 0,1 0 0,0 0 0,0 1 0,-1-1 0,1 0 0,0 0 0,0 0 0,-1 0 0,1 1 0,0-1 0,0 0 0,0 0 0,-1 1 0,1-1 0,0 0 0,0 0 0,0 1 0,0-1 0,0 0 0,0 1 0,-1-1 0,1 0 0,0 1 0,1 4 0,8-8 0,-5 0 0,0 0 0,-1 0 0,1 0 0,-1 0 0,0 0 0,6-7 0,-8 9 0,-1 0 0,1 0 0,0 0 0,-1 0 0,1 0 0,0 0 0,-1 0 0,1 0 0,-1-1 0,0 1 0,1 0 0,-1 0 0,0 0 0,0 0 0,0-1 0,0 1 0,0 0 0,0 0 0,0 0 0,0-1 0,0 1 0,0 0 0,-1 0 0,1 0 0,0 0 0,-1 0 0,1-1 0,-1 1 0,1 0 0,-1 0 0,0 0 0,-1-1 0,-25-28 0,27 30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52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0 24575,'-22'22'0,"20"-21"0,-1 0 0,1 0 0,0-1 0,-1 1 0,1-1 0,0 0 0,-1 0 0,-2 0 0,-1-1 0,22-3 0,43-4 0,-1 2 0,89 3 0,120 21 0,-64-3 0,850 16 0,-979-24 0,-54-4 0,0-1 0,27-1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53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283 1 24575,'0'0'0,"0"0"0,0 0 0,0 0 0,0 0 0,0 0 0,0 0 0,0 0 0,0 0 0,11 28 0,-7-19 0,1-1 0,1 1 0,12 15 0,-1 0 0,-17-23 0,0-1 0,0 1 0,0-1 0,-1 1 0,1-1 0,0 1 0,-1-1 0,1 1 0,0-1 0,-1 0 0,1 1 0,0-1 0,-1 1 0,1-1 0,-1 0 0,1 1 0,0-1 0,-1 0 0,1 1 0,-1-1 0,1 0 0,-1 0 0,0 0 0,1 1 0,-1-1 0,1 0 0,-2 0 0,-15 6 0,-84 19 0,-29 9 0,47-14-1365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53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1463 0 24575,'0'0'0,"0"0"0,0 0 0,0 0 0,0 0 0,0 0 0,-15 15 0,6-8 0,0 1 0,-1-1 0,1-1 0,-2 0 0,-19 9 0,-59 18 0,48-19 0,-21 6 0,-1-3 0,-1-3 0,0-3 0,-1-2 0,-65 0 0,-181 22 0,21-1 0,241-27 0,-90 2 0,137-5-1365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54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0 24575,'0'0'0,"0"0"0,-6 8 0,-7 4 0,-1 0 0,0-1 0,-21 12 0,-18 15 0,-5 9 0,14-10 0,-2-2 0,-54 32 0,94-64 0,2 0 0,-1 0 0,0 1 0,1 0 0,-1-1 0,1 2 0,0-1 0,-5 6 0,9-9 0,-1 0 0,1 0 0,-1 0 0,1 0 0,-1 0 0,1 1 0,-1-1 0,1 0 0,0 0 0,0 0 0,-1 0 0,1 1 0,0-1 0,0 0 0,0 0 0,0 0 0,1 1 0,-1-1 0,1 1 0,-1 0 0,1-1 0,0 1 0,0-1 0,1 1 0,-1-1 0,0 1 0,0-1 0,1 0 0,-1 0 0,1 1 0,-1-1 0,1 0 0,-1 0 0,1-1 0,0 1 0,2 1 0,20 6 0,1-1 0,0-1 0,0-2 0,0 0 0,1-1 0,27-2 0,-25 0 0,0 1 0,0 1 0,0 1 0,51 15 0,-78-19-31,-1 0 0,1 0 0,0 1 0,-1-1 0,1 0 0,-1 0 0,1 0 0,-1 0 0,1 0 0,-1 0 0,1 0 0,-1 0 0,1 0 0,0 0 0,-1 0 0,1-1 0,-1 1 0,1 0 0,-1 0 0,1 0 0,-1-1 0,1 1 0,-1 0 0,1-1-1,-1 1 1,0 0 0,1-1 0,-1 1 0,1-1 0,-1 1 0,0 0 0,1-1 0,-1 1 0,0-1 0,0 1 0,1-1 0,-1 1 0,0-1 0,0 1 0,0-1 0,0 0 0,1 1 0,-1-2 0,2-7-6795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5:55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1 226 24575,'0'0'0,"0"0"0,0 0 0,0 0 0,0 0 0,9 1 0,19 1 0,0 0 0,0-2 0,0-2 0,40-6 0,112-31 0,-29 5 0,203-13 0,-349 47 0,-1-1 0,0 1 0,1-1 0,-1 0 0,0 0 0,0 0 0,0 0 0,6-3 0,-9 3 0,0 0 0,0 0 0,0 0 0,0 0 0,0 0 0,0 0 0,0 0 0,0 0 0,-1 0 0,1 0 0,0 0 0,-1 0 0,1 0 0,-1-1 0,1 1 0,-1 0 0,0 0 0,1-1 0,-1 1 0,0 0 0,0-1 0,0 1 0,0 0 0,0-1 0,0 1 0,0 0 0,-1-1 0,1 1 0,0 0 0,-1 0 0,1-1 0,-1 0 0,-1-4 0,0 0 0,-1 0 0,1 1 0,-1-1 0,0 1 0,-1 0 0,-4-6 0,20 18 0,0 1 0,1-2 0,-1 0 0,15 5 0,39 20 0,-65-31 0,-1 1 0,1-1 0,-1 0 0,1 1 0,-1-1 0,1 0 0,-1 1 0,1-1 0,-1 0 0,0 1 0,1-1 0,-1 1 0,0-1 0,1 1 0,-1-1 0,0 1 0,0-1 0,0 1 0,1 0 0,-1-1 0,0 1 0,0-1 0,0 1 0,0-1 0,0 1 0,0-1 0,0 1 0,0 0 0,0-1 0,0 1 0,0-1 0,0 1 0,-1-1 0,1 1 0,0-1 0,0 1 0,-1-1 0,1 1 0,0-1 0,-1 1 0,1-1 0,0 1 0,-1-1 0,1 1 0,0-1 0,-1 0 0,1 1 0,-1-1 0,1 0 0,-1 1 0,-3 2 0,1 0 0,-1-1 0,0 1 0,0-1 0,-7 3 0,-32 9 0,-1-2 0,-1-2 0,-49 4 0,43-6 0,-467 52-1365,493-58-5461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6:06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1 24575,'13'16'0,"12"13"0,2-1 0,1-2 0,1 0 0,1-2 0,2-1 0,53 30 0,-14-17 0,1-2 0,92 28 0,-127-44 0,-37-18 0,1 0 0,-1 0 0,0 0 0,0 0 0,0 0 0,0 0 0,0 0 0,0 0 0,0 1 0,0-1 0,1 0 0,-1 0 0,0 0 0,0 0 0,0 0 0,0 0 0,0 0 0,0 1 0,0-1 0,0 0 0,0 0 0,0 0 0,0 0 0,0 0 0,0 0 0,0 0 0,0 1 0,0-1 0,0 0 0,0 0 0,0 0 0,0 0 0,0 0 0,0 0 0,0 1 0,0-1 0,0 0 0,0 0 0,0 0 0,0 0 0,0 0 0,-1 0 0,1 0 0,0 1 0,0-1 0,0 0 0,0 0 0,0 0 0,0 0 0,-1 0 0,-9 7 0,-14 3 0,-25 2 0,-2-3 0,-70 6 0,-107-7 0,-60 6 0,221-5-1365,11-1-5461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6:25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1 175 24575,'105'-6'0,"0"-4"0,115-27 0,-172 28 0,148-30 0,238-32 0,-384 69 0,-1 2 0,0 3 0,0 2 0,0 1 0,53 16 0,-96-21 10,0 1 0,0-1 0,0 1 0,-1 0 0,1 1 0,-1 0 0,1 0 0,-1 0 0,0 0 0,0 1 0,6 5 0,-9-6-84,0-1-1,0 1 1,0 0 0,0 0 0,0 1-1,-1-1 1,1 0 0,-1 1 0,0-1-1,0 1 1,0-1 0,-1 1 0,1-1-1,-1 1 1,0-1 0,0 1 0,0 0-1,0-1 1,-2 7 0,-1 9-6752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6:26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1 255 24575,'29'-2'0,"181"-4"0,0 0 0,-148 2 0,83-18 0,200-73 0,-35 8 0,-257 75-682,106-8-1,-147 19-6143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6:39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24575,'26'1'0,"47"10"0,-37-5 0,232 53 0,20 3 0,-262-60-39,0-2-1,0 0 0,1-2 1,-1-1-1,27-7 0,-10 2-1087,-36 7-5699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6:42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24575,'0'0'0,"0"0"0,0 0 0,16 2 0,26-2 0,-1-1 0,61-10 0,-56 5 0,-1 2 0,55 2 0,189 38 0,-1 24 0,-213-43 0,431 74 0,107-60 0,-360-29 0,305 40 0,-462-25-682,130 41-1,-210-53-6143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6:42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24575,'0'0'0,"0"0"0,2 0 0,226 12 0,-80-2 0,0-3 0,253 9 0,1-23 0,95-8 0,-446 16-52,-13-1-604,50 6-1,-72-4-6169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6:43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0,8 11 0,-2-6 0,1 0 0,0 0 0,0 0 0,1-1 0,-1 0 0,11 3 0,53 17 0,-52-19 0,59 17 0,113 14 0,83-4 0,-84-12 0,105 25-1365,-256-37-5461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10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12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1200 24575,'2'2'0,"0"-1"0,1 0 0,-1-1 0,1 1 0,-1 0 0,1-1 0,-1 1 0,1-1 0,0 0 0,2 0 0,1 1 0,15 0 0,1 0 0,-1-1 0,0-1 0,1-2 0,-1 0 0,0-1 0,0-1 0,-1-1 0,34-14 0,-16 3 0,-1-1 0,-1-3 0,68-49 0,-76 49 0,-1-2 0,-1 0 0,28-35 0,-44 46 0,0-1 0,-1 0 0,-1 0 0,0-1 0,-1 0 0,-1 0 0,0-1 0,-1 0 0,6-27 0,-6 15 0,-1-1 0,-2 0 0,-1 0 0,0 1 0,-3-1 0,0 0 0,-2 0 0,0 1 0,-2-1 0,-2 1 0,0 1 0,-1-1 0,-2 1 0,-25-43 0,20 42 0,-1 2 0,-2 0 0,0 1 0,-1 1 0,-2 1 0,-25-21 0,31 30 0,-1 1 0,0 1 0,-1 0 0,0 1 0,-1 1 0,0 1 0,0 1 0,-1 0 0,-38-7 0,34 11 0,1 0 0,-1 1 0,0 1 0,1 1 0,-1 2 0,0 0 0,1 1 0,0 2 0,-1 0 0,2 1 0,-1 2 0,1 0 0,0 1 0,1 2 0,0 0 0,0 1 0,-27 22 0,-62 65 0,92-80 0,1 1 0,0 1 0,-23 38 0,29-37 0,1 1 0,0 0 0,2 1 0,1-1 0,-7 44 0,6-10 0,-1 81 0,8-93 0,3 0 0,1 0 0,18 82 0,-15-104 0,1 1 0,0-1 0,2 0 0,1 0 0,1-1 0,0 0 0,2-1 0,26 33 0,-27-41 0,-1-1 0,2 0 0,-1-1 0,2 0 0,-1-1 0,1-1 0,1 0 0,0-1 0,0-1 0,1 0 0,21 6 0,-14-7 0,1-1 0,-1-1 0,1-1 0,0-1 0,0-1 0,0-2 0,33-4 0,-5-2-455,-1-3 0,91-30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16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1 155 24575,'153'-9'0,"-1"0"0,-68-2 0,0-1 0,136-1 0,164-1 0,-172 2 0,235-16 0,-228 18 0,239-3 0,277 12 0,-260-3 0,-462 4 0,355-12 0,-347 10-119,-7 0-88,-1 1-1,0 0 0,1 1 0,-1 0 1,27 5-1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23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26 24575,'-13'35'0,"8"-29"0,0-1 0,0 0 0,0-1 0,-11 9 0,36 6 0,-13-16 0,-1 0 0,1 0 0,0-1 0,0 0 0,0-1 0,0 1 0,11 0 0,55-1 0,-52-1 0,147 0 0,123-1 0,-261-2 0,1-1 0,-1-2 0,47-14 0,10-3 0,-92 23 0,1 0 0,0-1 0,0 0 0,0 0 0,0 0 0,0 0 0,-5-3 0,-7-1 0,-33-4 0,-1 1 0,-1 3 0,-99 4 0,97 1 0,2-2 0,-79-14 0,27-4 0,87 41 0,42 0-1365,-18-14-5461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32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7 24575,'-30'-3'0,"26"2"0,-1 0 0,0 0 0,0 1 0,0 0 0,1 0 0,-8 1 0,10-1 0,1 1 0,-1-1 0,0 1 0,1 0 0,-1-1 0,0 1 0,1 0 0,-1 0 0,1 0 0,0 1 0,-1-1 0,1 0 0,0 0 0,0 1 0,-1-1 0,1 1 0,0-1 0,0 1 0,1-1 0,-1 1 0,-1 3 0,-18 39 0,-3 0 0,-1-2 0,-54 73 0,48-71 0,29-44 0,1 1 0,0-1 0,0 1 0,0-1 0,-1 1 0,1 0 0,0-1 0,0 1 0,0-1 0,0 1 0,0 0 0,0-1 0,0 1 0,1 0 0,-1-1 0,0 1 0,0-1 0,0 1 0,1-1 0,-1 1 0,0-1 0,0 1 0,1 0 0,-1-1 0,0 0 0,1 1 0,-1-1 0,1 1 0,-1-1 0,1 1 0,-1-1 0,1 0 0,-1 1 0,1-1 0,-1 0 0,1 0 0,-1 1 0,2-1 0,21 9 0,2-7 0,-1-1 0,48-5 0,-1 0 0,-68 4 0,50-1 0,90-10 0,-142 11 0,1-1 0,-1 1 0,0 0 0,0 0 0,1-1 0,-1 1 0,0-1 0,0 1 0,0-1 0,1 1 0,-1-1 0,0 0 0,0 1 0,0-1 0,0 0 0,0 0 0,1-1 0,-2 1 0,0 0 0,1 1 0,-1-1 0,0 0 0,0 0 0,0 1 0,1-1 0,-1 0 0,0 0 0,0 0 0,0 1 0,0-1 0,-1 0 0,1 0 0,0 0 0,0 1 0,0-1 0,-1 0 0,1 0 0,-1-1 0,-2-3 0,-1-1 0,0 0 0,0 1 0,-1-1 0,-5-4 0,3 2 0,-77-80 0,55 64-1365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38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1101 1547 24575,'11'-11'0,"-1"1"0,0-1 0,0-1 0,-1 0 0,12-21 0,-4 7 0,80-129 0,-85 130 0,0-1 0,-1 0 0,-2-1 0,10-42 0,-6-1 0,-3-1 0,-2-1 0,-4 1 0,-6-85 0,0 120 0,-2 1 0,-2 0 0,-1-1 0,-1 2 0,-2-1 0,-2 2 0,-1-1 0,-1 2 0,-2 0 0,-26-40 0,27 53 0,0 1 0,-1 1 0,-1 0 0,0 1 0,-1 1 0,-1 1 0,0 0 0,-1 2 0,-1 0 0,-39-17 0,24 15 0,-2 2 0,1 1 0,-1 2 0,-1 1 0,-66-4 0,82 12 0,-1 1 0,1 1 0,-1 1 0,1 1 0,0 1 0,0 1 0,0 1 0,1 0 0,0 2 0,1 1 0,0 1 0,0 1 0,-35 26 0,34-19 0,1 1 0,0 0 0,2 2 0,0 0 0,2 1 0,0 1 0,2 1 0,0 0 0,-14 36 0,-7 27 0,-35 137 0,51-150 0,-20 146 0,36-179 0,2 0 0,2 0 0,2 0 0,1 0 0,10 45 0,-9-69 0,1 1 0,1-1 0,0 0 0,2-1 0,0 1 0,1-1 0,1-1 0,0 0 0,16 19 0,-16-24 0,1 1 0,0-1 0,0-1 0,1 0 0,1-1 0,-1 0 0,2-1 0,-1 0 0,1-1 0,0-1 0,26 8 0,28 2 0,102 9 0,-73-12 0,335 29 0,-363-40 0,303-3 0,-365 0 30,0 1 0,1-2 0,11-2 0,-16 3-136,-1 0 0,1 0 0,-1 0 0,0 0 0,0-1 0,0 1-1,0-1 1,0 1 0,0-1 0,0 0 0,0 0 0,0 0 0,1-3 0,4-6-6720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41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3290 1714 24575,'32'-2'0,"1"-1"0,-1-1 0,0-2 0,-1-1 0,0-1 0,0-2 0,45-21 0,-36 10 0,-1-2 0,-1-2 0,37-31 0,-62 45 0,-1 0 0,0-1 0,-1 0 0,-1-1 0,0 0 0,0 0 0,-2-1 0,1-1 0,-2 1 0,0-1 0,-1-1 0,0 1 0,4-22 0,-3 17 0,0 1 0,1 0 0,14-23 0,-11 21 0,17-44 0,-24 51 0,-2-2 0,0 1 0,0 0 0,-2 0 0,0 0 0,-3-30 0,1 35 0,0 0 0,-1 0 0,0 0 0,0 0 0,-1 0 0,-5-10 0,-37-57 0,29 50 0,-18-31 0,-2 2 0,-3 1 0,-53-56 0,44 64 0,-1 1 0,-2 3 0,-2 2 0,-2 2 0,-107-55 0,90 60 0,-1 3 0,-2 3 0,-1 3 0,-122-21 0,100 27 0,-1 6 0,0 3 0,-126 5 0,-327 38 0,5 33 0,426-41 0,1 4 0,1 6 0,-162 71 0,227-81 0,2 3 0,0 1 0,2 3 0,2 2 0,-48 43 0,82-63 0,2 0 0,-1 1 0,2 0 0,0 1 0,1 0 0,1 1 0,0 0 0,1 1 0,-11 33 0,13-29 0,1-1 0,1 1 0,1 0 0,1 0 0,1 0 0,0 1 0,2-1 0,4 34 0,-1-38 0,1 0 0,1-1 0,1 1 0,0-1 0,1 0 0,1-1 0,14 22 0,-2-7 0,1-2 0,43 46 0,-36-48 0,2 0 0,0-3 0,2 0 0,0-2 0,2-2 0,0-1 0,69 27 0,18-3 0,131 29 0,-189-56 0,69 12 0,239 20 0,-228-33 0,47 13 0,53 6 0,26-24 0,330-30 0,84-57 0,-611 66 0,-1-4 0,0-2 0,-1-4 0,101-44 0,-121 40-1365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54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1 144 24575,'0'0'0,"0"0"0,0 0 0,0 0 0,0 0 0,81 11 0,701 13 0,-242-51 0,187-8 0,-402 9 0,-113 5 0,-123 12 0,111-26 0,-180 32 0,0 1 0,38 1 0,-52 1 0,-5 0-27,-1 0 1,0 0-1,1 0 0,-1 0 0,0 0 1,1 0-1,-1 0 0,0 0 0,1 0 1,-1 0-1,0 0 0,1 0 0,-1-1 0,0 1 1,1 0-1,-1 0 0,0 0 0,1 0 1,-1-1-1,0 1 0,0 0 0,1 0 1,-1-1-1,0 1 0,0 0 0,1 0 0,-1-1 1,0 1-1,0 0 0,0-1 0,1 1 1,-1 0-1,0-1 0,0 1 0,0 0 1,0-1-1,0 1 0,0 0 0,0-1 0,0 1 1,0-1-1,0 1 0,0 0 0,0-1 1,0 1-1,0 0 0,0-1 0,0 1 0,-1 0 1,1-1-1,-2-6-6799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56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965 1578 24575,'0'0'0,"0"0"0,0 0 0,0 2 0,0 0 0,0 0 0,1 0 0,-1 0 0,1-1 0,-1 1 0,1 0 0,0 0 0,0-1 0,-1 1 0,1 0 0,0-1 0,0 1 0,1-1 0,-1 1 0,0-1 0,0 0 0,1 1 0,-1-1 0,1 0 0,-1 0 0,1 0 0,0 0 0,-1 0 0,1 0 0,0-1 0,-1 1 0,1-1 0,0 1 0,0-1 0,0 1 0,0-1 0,0 0 0,1 0 0,10 1 0,-1-1 0,1 0 0,22-3 0,-29 2 0,3 0 0,0 0 0,-1-1 0,1-1 0,0 1 0,-1-1 0,1-1 0,-1 0 0,0 0 0,0 0 0,0-1 0,11-10 0,-9 6 0,-1 0 0,-1 0 0,1-1 0,-2-1 0,1 1 0,-1-1 0,8-17 0,-3-1 0,-1-1 0,-1 0 0,-2 0 0,-1-1 0,5-57 0,-7 23 0,-3-1 0,-3 1 0,-13-97 0,-2 67 0,-47-157 0,50 214 0,-1 0 0,-2 1 0,-1 1 0,-2 0 0,-2 1 0,-27-35 0,31 48 0,-1 1 0,-1 1 0,-1 0 0,-1 1 0,-1 1 0,0 2 0,-1 0 0,0 1 0,-43-19 0,46 26 0,0 1 0,-1 1 0,0 1 0,0 1 0,0 1 0,-23-1 0,12 4 0,0 0 0,0 2 0,-41 8 0,56-6 0,1 1 0,0 0 0,0 1 0,0 1 0,0 0 0,-27 18 0,15-5 0,1 0 0,-35 36 0,38-32 0,1 0 0,1 2 0,1 1 0,1 1 0,2 0 0,1 1 0,1 1 0,1 1 0,2 0 0,1 1 0,2 0 0,-9 45 0,9-12 0,3 1 0,2 89 0,7-105 0,2-1 0,3 0 0,22 85 0,-16-90 0,2-1 0,2 0 0,2-2 0,1 0 0,2-1 0,2-1 0,2-2 0,1 0 0,2-2 0,36 34 0,-35-44 0,1-1 0,1-2 0,1-1 0,1-2 0,1-1 0,0-2 0,1-1 0,1-2 0,0-2 0,77 13 0,-87-21 0,-1-1 0,1-1 0,0-2 0,0-1 0,0-1 0,-1-1 0,1-1 0,-1-1 0,28-12 0,-37 11 0,0-1 0,-1 0 0,0-2 0,-1 0 0,27-22 0,-13 7 0,45-53 0,-60 60-170,-1-1-1,0 0 0,-2 0 1,0-2-1,-1 1 0,-2-1 1,11-36-1,-10 27-6655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03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0 24575,'3'27'0,"0"1"0,-2-1 0,-2 38 0,-16 83 0,11-100 0,-10 74 0,-67 425 0,59-402 0,14-76 0,-21 77 0,30-143 15,1 1 0,-1-1 0,0 0 0,-1 0 0,1 0 0,0-1 0,-4 6 0,5-8-21,-1 1 0,1-1 0,0 0 0,0 0 0,0 0-1,-1 0 1,1 0 0,0 0 0,0 1 0,-1-1 0,1 0 0,0 0 0,0 0 0,-1 0 0,1 0 0,0 0-1,0 0 1,-1 0 0,1 0 0,0 0 0,0 0 0,-1 0 0,1 0 0,0 0 0,0 0 0,-1 0 0,1-1-1,0 1 1,0 0 0,-1 0 0,1 0 0,0 0 0,-11-15-1278,7 6-5542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03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10 24575,'0'0'0,"0"0"0,0 6 0,-1-1 0,0 0 0,-1 0 0,1 1 0,-1-1 0,-3 7 0,-4 12 0,-19 85 0,25-93 0,0 1 0,2 0 0,0 1 0,2 27 0,0-41 0,-1 1 0,1-1 0,0 0 0,1 1 0,-1-1 0,1 0 0,-1 0 0,1 0 0,0 0 0,1 0 0,-1-1 0,1 1 0,0-1 0,0 1 0,0-1 0,0 0 0,0 0 0,1 0 0,5 3 0,-6-4 0,0-1 0,1 0 0,-1 1 0,0-1 0,1 0 0,-1-1 0,1 1 0,-1-1 0,1 1 0,-1-1 0,1 0 0,-1 0 0,1-1 0,-1 1 0,1-1 0,-1 0 0,1 1 0,-1-1 0,0-1 0,1 1 0,-1-1 0,0 1 0,0-1 0,0 0 0,4-3 0,4-4 0,-1-1 0,0 0 0,-1 0 0,0-1 0,0 0 0,-1-1 0,-1 0 0,0 0 0,0-1 0,-1 1 0,-1-1 0,0-1 0,-1 1 0,-1-1 0,0 0 0,0 0 0,-1 0 0,-1-19 0,-1 28 0,0 0 0,0 0 0,-1 0 0,0 1 0,0-1 0,0 0 0,0 0 0,-1 1 0,0-1 0,0 0 0,0 1 0,-1 0 0,1 0 0,-1 0 0,0 0 0,0 0 0,-1 0 0,1 1 0,-1-1 0,0 1 0,1 0 0,-2 0 0,1 1 0,0-1 0,0 1 0,-1 0 0,1 0 0,-1 0 0,0 0 0,1 1 0,-1 0 0,0 0 0,-5 0 0,2 0 0,0 0 0,0 1 0,0 0 0,1 1 0,-1-1 0,0 1 0,0 1 0,1 0 0,-1 0 0,1 0 0,-1 1 0,1 0 0,0 0 0,0 1 0,0 0 0,1 0 0,-1 1 0,1 0 0,-11 10 0,-18 36-1365,25-33-5461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04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77 24575,'0'0'0,"0"0"0,-2 20 0,0-1 0,-2 1 0,0-1 0,-2 1 0,-14 34 0,4-9 0,8-24 0,2-1 0,0 1 0,2 0 0,0 0 0,1 0 0,1 24 0,2-38 0,0-1 0,1 1 0,0-1 0,0 1 0,1-1 0,-1 1 0,1-1 0,1 0 0,-1 0 0,1 0 0,0 0 0,1-1 0,-1 1 0,1-1 0,0 1 0,0-1 0,1-1 0,0 1 0,0-1 0,0 1 0,0-1 0,0-1 0,1 1 0,8 3 0,-7-3 0,1-1 0,-1 0 0,1-1 0,0 1 0,0-2 0,0 1 0,0-1 0,0 0 0,0 0 0,0-1 0,0-1 0,0 1 0,10-3 0,-6 1 0,-1-2 0,-1 1 0,1-1 0,0-1 0,-1 0 0,0-1 0,0 1 0,13-12 0,-1-2 0,-1-1 0,-1 0 0,-1-2 0,-1 0 0,-1-1 0,24-42 0,-30 46 0,-1 0 0,0-1 0,-2 0 0,0 0 0,-1-1 0,-1 0 0,-1 0 0,4-36 0,-9 52 0,0 0 0,0 0 0,-1-1 0,1 1 0,-1 0 0,0 0 0,-1 0 0,1 0 0,-1 0 0,0 0 0,0 1 0,-1-1 0,1 1 0,-1-1 0,0 1 0,0 0 0,0 0 0,-1 0 0,0 0 0,1 1 0,-1 0 0,-1-1 0,1 1 0,0 1 0,-1-1 0,1 1 0,-1-1 0,-7-1 0,-2-1 0,0 2 0,0-1 0,0 2 0,0 0 0,0 0 0,0 2 0,-1 0 0,1 0 0,-18 4 0,6 0 24,0 2 0,1 1 0,0 0 0,-31 16 0,-87 52-1509,91-43-5341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11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151 553 24575,'0'0'0,"0"0"0,0 0 0,0 0 0,0 0 0,20-8 0,-12 3 0,0 0 0,-1-1 0,1 0 0,-1 0 0,-1-1 0,1 0 0,-1 0 0,0 0 0,0-1 0,-1 0 0,0 0 0,-1 0 0,0-1 0,0 1 0,-1-1 0,3-11 0,4-15 0,-3 0 0,7-67 0,-12 85 0,-1 0 0,-1 1 0,-1-1 0,-4-32 0,3 42 0,0 0 0,0-1 0,0 1 0,-1 0 0,0 1 0,0-1 0,-1 0 0,0 1 0,0 0 0,0 0 0,-1 0 0,0 0 0,-9-8 0,10 11 0,0 1 0,1-1 0,-1 1 0,0 0 0,-1 0 0,1 0 0,0 1 0,0 0 0,-1-1 0,1 1 0,-1 1 0,1-1 0,-1 1 0,1 0 0,-1 0 0,1 0 0,-1 0 0,1 1 0,-1 0 0,1 0 0,-6 1 0,4 1 0,-1-1 0,1 1 0,0 0 0,0 0 0,0 1 0,0 0 0,1 0 0,0 0 0,-1 0 0,1 1 0,1 0 0,-1 0 0,-5 9 0,2-1 0,0 0 0,1 0 0,1 1 0,0 0 0,1 0 0,0 1 0,1-1 0,-4 31 0,7-33 0,1-1 0,0 1 0,0-1 0,2 1 0,-1 0 0,1-1 0,1 0 0,0 1 0,1-1 0,0 0 0,0-1 0,9 14 0,-11-20 0,0-1 0,0 0 0,0 1 0,1-1 0,-1 0 0,1-1 0,0 1 0,-1 0 0,2-1 0,-1 0 0,0 1 0,0-1 0,1-1 0,-1 1 0,1 0 0,-1-1 0,1 0 0,0 1 0,-1-2 0,1 1 0,0 0 0,0-1 0,0 1 0,0-1 0,0 0 0,0-1 0,-1 1 0,7-2 0,5-2 0,-1 0 0,0-1 0,0 0 0,-1-1 0,1-1 0,11-8 0,-20 12 0,0 0 0,-1 1 0,1 0 0,0 0 0,1 0 0,5-1 0,-10 3 0,-1 1 0,1-1 0,-1 0 0,1 0 0,-1 1 0,0-1 0,1 0 0,-1 0 0,1 1 0,-1-1 0,0 1 0,1-1 0,-1 0 0,0 1 0,1-1 0,-1 1 0,0-1 0,1 1 0,-1-1 0,0 0 0,0 1 0,0-1 0,0 1 0,1 0 0,-1-1 0,0 1 0,3 15 0,-1-1 0,-1 1 0,-1 0 0,0-1 0,-2 1 0,-2 17 0,-22 78 0,9-43 0,1 11 0,-18 71 0,27-111 0,6-33 0,5-26 0,-1 5-1365,-1 2-5461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11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1 24575,'-6'29'0,"-6"13"0,-3 0 0,-23 48 0,20-51 0,2 0 0,-17 67 0,31-95 0,0 0 0,0 0 0,1 0 0,1 0 0,0 1 0,1-1 0,2 14 0,-2-19 0,0 0 0,1 0 0,0 0 0,0-1 0,1 1 0,-1 0 0,1-1 0,0 0 0,1 1 0,-1-1 0,1-1 0,0 1 0,0 0 0,8 5 0,7 4 0,28 14 0,-26-16 0,27 20 0,-42-28 0,-1 0 0,0 1 0,0 0 0,0 0 0,-1 1 0,1-1 0,-1 1 0,-1 0 0,5 7 0,-6-6 0,0-1 0,0 1 0,-1-1 0,0 1 0,0 0 0,0 0 0,-1 0 0,0-1 0,0 1 0,-1 0 0,0 0 0,0-1 0,-1 1 0,0 0 0,0-1 0,0 0 0,-1 1 0,0-1 0,0 0 0,0 0 0,-1-1 0,-7 9 0,6-6 0,-1-1 0,0 0 0,-1 0 0,0-1 0,0 0 0,0 0 0,-1 0 0,1-1 0,-1-1 0,-1 1 0,1-1 0,-1 0 0,1-1 0,-1 0 0,0-1 0,-9 2 0,12-4-105,0 0 0,0 0 0,1 0 0,-1-1 0,0 0 0,1-1 0,-1 1 0,0-1 0,1 0 0,0 0 0,0-1 0,-7-3 0,1-1-6721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12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1 100 24575,'25'0'0,"1"-1"0,0-1 0,0-1 0,0-2 0,39-11 0,96-43 0,-153 56-170,0 0-1,0 1 0,0 0 1,1 1-1,-1 0 0,1 0 1,12 1-1,-14 0-6655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22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159 193 24575,'0'0'0,"0"0"0,0 0 0,0 0 0,0 0 0,0 0 0,0 0 0,0 0 0,0 0 0,0 0 0,0 0 0,0 0 0,0 0 0,24 0 0,54-4 0,153-27 0,-129 13 0,-29 10 0,79 1 0,20-1 0,-106 2 0,162-13 0,-105 11 0,68-1 0,-186 9 0,1 0 0,-1-1 0,0 0 0,11-2 0,-36-8 0,-5 4 0,0 1 0,-1 1 0,1 2 0,-1 0 0,-35 1 0,-37-4 0,-24-8 0,-168 2 0,177 17 0,1 6 0,-168 36 0,130-21 0,-17 5 0,71-2 0,100-29 0,-1 0 0,1 0 0,-1 1 0,1-1 0,-1 1 0,7 1 0,4 1 0,122 5 0,140-12 0,-133 0 0,320-30-1365,-430 29-5461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23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397 124 24575,'0'0'0,"0"0"0,0 0 0,0 0 0,0 0 0,-10 8 0,5-5 0,14-3 0,102-15 0,123-1 0,197-9 0,-352 20 0,136-28 0,-215 33 0,0 0 0,1 0 0,-1 0 0,0 1 0,0-1 0,1 0 0,-1 0 0,0 0 0,0 0 0,1 0 0,-1 0 0,0-1 0,0 1 0,1 0 0,-1 0 0,0 0 0,0 0 0,0 0 0,1 0 0,-1 0 0,0 0 0,0 0 0,0-1 0,1 1 0,-1 0 0,0 0 0,0 0 0,0 0 0,0-1 0,1 1 0,-1 0 0,0 0 0,0 0 0,0-1 0,0 1 0,0 0 0,0 0 0,0-1 0,0 1 0,0 0 0,0 0 0,0 0 0,0-1 0,0 1 0,0 0 0,0 0 0,0-1 0,0 1 0,0 0 0,-13-10 0,-25-4 0,16 10 0,-1 1 0,1 1 0,0 1 0,-1 1 0,-30 3 0,-112 24 0,68-8 0,-226 40 0,189-39 0,1 5 0,-156 52 0,266-70 0,13-4 0,0 0 0,0 0 0,0 1 0,1 0 0,-1 1 0,1 0 0,-10 7 0,19-12 0,0 1 0,0-1 0,0 0 0,-1 0 0,1 0 0,0 1 0,0-1 0,0 0 0,0 0 0,0 0 0,0 1 0,0-1 0,0 0 0,0 0 0,0 0 0,0 1 0,0-1 0,0 0 0,0 0 0,0 0 0,0 1 0,0-1 0,1 0 0,-1 0 0,0 0 0,0 1 0,0-1 0,0 0 0,0 0 0,0 0 0,1 0 0,-1 1 0,0-1 0,0 0 0,0 0 0,0 0 0,1 0 0,-1 0 0,0 0 0,0 0 0,0 1 0,0-1 0,1 0 0,-1 0 0,0 0 0,0 0 0,1 0 0,-1 0 0,0 0 0,0 0 0,0 0 0,1 0 0,-1 0 0,0 0 0,18 3 0,-13-2 0,89 24 0,2-4 0,194 17 0,-216-34-120,368 36-1125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24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48 222 24575,'-2'3'0,"0"1"0,0-1 0,-1 0 0,1 1 0,0-1 0,-1-1 0,0 1 0,0 0 0,-4 3 0,-11 0 0,18-7 0,10-5 0,-2 3 0,-1 1 0,1 0 0,0 0 0,-1 1 0,1 0 0,0 0 0,0 1 0,0 0 0,10 1 0,14 0 0,32-5 0,-1-3 0,119-28 0,67-15 0,-48 10 0,187-25 0,-347 60 0,-29 3 0,-29 3 0,-366-1 0,355-2 0,2 1-273,0-2 0,1-1 0,0-1 0,-30-11 0,33 9-6553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49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 24575,'0'0'0,"0"0"0,0 0 0,0 0 0,0 0 0,0 0 0,0 0 0,0 0 0,0 0 0,-17 17 0,11-12 0,0 0 0,0 0 0,1 1 0,-1 0 0,1 0 0,1 0 0,-1 1 0,1-1 0,-7 15 0,9-13 0,0 0 0,1 0 0,0 0 0,0 0 0,1 0 0,0 8 0,1-6 0,-2 0 0,1 0 0,-4 16 0,-2-9 0,0 1 0,-1-2 0,-1 1 0,-1-1 0,-1 0 0,-14 19 0,12-18 0,0 0 0,2 0 0,0 1 0,1 0 0,-7 22 0,3-5 0,0-2 0,-19 34 0,5-13 0,26-52 0,-1 0 0,1 0 0,0 0 0,-1 0 0,0 0 0,1 0 0,-1-1 0,-2 3 0,4-4 0,15-8 0,-12 7 0,1 1 0,-1-1 0,1 1 0,0 0 0,0 0 0,-1 0 0,1 1 0,0-1 0,-1 1 0,1 0 0,6 2 0,17 3 0,108-4 0,-58-1 0,102 12 0,-179-13 0,1 0 0,-1 0 0,1 0 0,-1 0 0,1 0 0,0 0 0,-1 0 0,1 0 0,-1 0 0,1 0 0,-1 0 0,1-1 0,-1 1 0,1 0 0,-1 0 0,1-1 0,-1 1 0,1 0 0,-1-1 0,1 1 0,-1 0 0,0-1 0,1 1 0,-1-1 0,0 1 0,1-1 0,5-19 0,-6-26 0,0 42 0,-2-18 0,-1 0 0,-1 0 0,-1 0 0,-13-36 0,-42-82 0,15 41 0,33 70 0,-1-4 0,-1 1 0,-1 0 0,-31-46 0,87 106 0,-36-24-1365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7:51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0 24575,'-4'26'0,"-22"113"0,2-12 0,13-72 0,-3-1 0,-32 85 0,22-72 0,70-66 0,-27 0 0,1 0 0,-1-1 0,1-1 0,33-6 0,77-25 0,-6 1 0,-129 1 0,-3 16 0,-1 0 0,0 1 0,-1 0 0,-17-18 0,-7-9 0,-11-20 0,1 0 0,-60-63 0,72 95-12,25 22-157,0 1 0,1-1 0,-1-1-1,1 1 1,1-1 0,-1 0 0,-6-11 0,7 7-6657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25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58 24575,'0'0'0,"0"0"0,0 0 0,1 1 0,0 1 0,0-1 0,0 0 0,1 0 0,-1 0 0,0 0 0,1 0 0,-1 0 0,1 0 0,-1 0 0,1-1 0,-1 1 0,1-1 0,-1 1 0,3 0 0,-4-1 0,18 4 0,-1-1 0,1 0 0,0-1 0,0-1 0,33-3 0,-14 1 0,467-32 0,-277 12 0,-109 16 0,44-4 0,-92-5 0,-177 14 0,-510 29 0,413-30 17,111-2-708,-170 17 0,248-11-6135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29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72 24575,'-15'-6'0,"4"0"0,29 1 0,123-11 0,-80 4 0,-35 6 0,-1 1 0,1 1 0,0 1 0,0 2 0,44 2 0,158 33 0,359 2 0,-405-35 0,118-2 0,325 4 0,-462 0 0,-24 2 0,81 0 0,468-17 0,-196 9 0,-369 1 0,-5 1 0,220-29 0,-244 17 0,117 0 0,-143 11 0,253-6 0,-299 0-1365,-15 6-5461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0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70 362 24575,'0'0'0,"0"0"0,0 0 0,0 0 0,0 0 0,0 0 0,0 0 0,0 0 0,0 0 0,11-11 0,14-24 0,43-74 0,-15 20 0,-52 88 0,4-6 0,0-1 0,0-1 0,-1 1 0,7-17 0,-11 23 0,1 0 0,-1 0 0,1 0 0,-1 0 0,0 0 0,0 0 0,0 0 0,0 0 0,0 0 0,0 0 0,0 0 0,-1 0 0,1 0 0,-1 0 0,1 1 0,-1-1 0,0 0 0,0 0 0,0 0 0,0 0 0,0 1 0,0-1 0,0 1 0,-1-1 0,1 1 0,0-1 0,-1 1 0,-3-3 0,4 4 0,-1-1 0,0 0 0,0 1 0,0-1 0,0 1 0,0-1 0,1 1 0,-1 0 0,0 0 0,0 0 0,0 0 0,0 0 0,0 0 0,0 0 0,0 1 0,0-1 0,0 1 0,1 0 0,-1-1 0,0 1 0,0 0 0,1 0 0,-1 0 0,0 0 0,1 0 0,-3 2 0,-5 5 0,0-1 0,0 2 0,-7 8 0,-28 35 0,-40 64 0,82-114 0,0 1 0,0 0 0,1 0 0,-1-1 0,1 1 0,0 0 0,0 0 0,0 0 0,0 0 0,0 0 0,1 1 0,-1-1 0,1 0 0,0 0 0,0 0 0,0 0 0,0 1 0,1-1 0,-1 0 0,1 0 0,0 0 0,0 0 0,0 0 0,0 0 0,1 0 0,-1 0 0,1-1 0,0 1 0,3 4 0,0-2 0,-1 0 0,2 0 0,-1-1 0,1 0 0,-1 0 0,1 0 0,0 0 0,0-1 0,1 0 0,-1-1 0,1 1 0,9 2 0,31 3 0,-28-5 0,34 10 0,-47-11 0,0 0 0,0 1 0,-1 0 0,1 0 0,-1 0 0,0 1 0,0-1 0,0 1 0,8 8 0,-12-10 0,0 0 0,0-1 0,0 1 0,0 0 0,-1 0 0,1 0 0,-1 0 0,1 0 0,-1 0 0,1 0 0,-1 0 0,0 0 0,0 0 0,0 0 0,-1 4 0,-6 35 0,4-31 0,-6 24 0,-1 0 0,-29 60 0,18-47 0,15-32-455,1-1 0,-4 24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0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 24575,'0'6'0,"-1"0"0,0 1 0,0-1 0,0 0 0,-1 0 0,0 0 0,-6 11 0,-25 41 0,21-38 0,3-5 0,-17 29 0,-25 56 0,45-87 0,1 0 0,1 0 0,0 0 0,0 1 0,1 0 0,1 0 0,1 0 0,0 0 0,1 20 0,1-29 0,0 1 0,1-1 0,0 0 0,0 1 0,0-1 0,1 0 0,-1 0 0,1 0 0,0 0 0,1-1 0,-1 1 0,1-1 0,0 0 0,0 0 0,0 0 0,1-1 0,-1 1 0,10 5 0,6 2 0,0-1 0,1-1 0,27 9 0,7-2 0,-40-13 0,0 1 0,-1 1 0,1 0 0,-1 0 0,0 2 0,-1 0 0,20 13 0,-30-18 0,0 1 0,0 0 0,0-1 0,-1 1 0,1 0 0,-1 1 0,0-1 0,0 0 0,0 1 0,0-1 0,0 1 0,-1 0 0,0 0 0,0-1 0,0 1 0,1 8 0,-2-7 0,0 1 0,-1 0 0,1 0 0,-1 0 0,0 0 0,-1-1 0,1 1 0,-1 0 0,0-1 0,-5 8 0,1-1 0,-1-1 0,-1 0 0,0-1 0,0 1 0,-1-2 0,0 1 0,-1-1 0,0-1 0,-17 12 0,16-14-114,0 0 1,-1-1-1,1 0 0,-1-1 0,0 0 1,-1-1-1,1 0 0,-1-1 0,1-1 1,-1 0-1,-22-1 0,16-2-6712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1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24575,'0'0'0,"0"0"0,15 0 0,81 2 0,96 16 0,-184-17-273,0 1 0,0 0 0,0 1 0,11 5 0,-10-4-6553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24575,'0'0'0,"0"0"0,0 0 0,0 0 0,9 3 0,12 4 0,0-1 0,0-1 0,0-1 0,1-1 0,24 0 0,112-5 0,-86 0 0,575-50 0,-194 18 0,3 26 0,-379 7 0,550-7 0,-361 17 0,-172-4 0,55-5-1365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4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230 320 24575,'0'0'0,"0"0"0,0 0 0,0 0 0,0 0 0,12-12 0,-8 3 0,0 0 0,-1-1 0,0 1 0,0-1 0,-1 0 0,0 0 0,-1 0 0,1-17 0,1 0 0,3-11 0,-4 25 0,1 0 0,-2 0 0,0 0 0,0 0 0,-1 0 0,-2-13 0,2 25 0,0-1 0,0 0 0,-1 1 0,1-1 0,0 1 0,-1-1 0,1 1 0,-1 0 0,0-1 0,1 1 0,-1-1 0,0 1 0,0 0 0,0 0 0,0-1 0,0 1 0,0 0 0,0 0 0,0 0 0,0 0 0,-1 0 0,1 0 0,0 1 0,-1-1 0,1 0 0,-1 1 0,1-1 0,-1 0 0,1 1 0,-1 0 0,1-1 0,-1 1 0,1 0 0,-1 0 0,1 0 0,-1 0 0,0 0 0,1 0 0,-1 1 0,1-1 0,-1 0 0,1 1 0,-1-1 0,1 1 0,0 0 0,-3 1 0,-6 2 0,0 2 0,0-1 0,1 1 0,0 1 0,-9 8 0,-10 11 0,2 0 0,1 2 0,1 1 0,-21 34 0,44-62 0,0 0 0,-1 1 0,1-1 0,0 0 0,1 1 0,-1 0 0,0-1 0,0 1 0,1-1 0,-1 1 0,0 0 0,1 0 0,0-1 0,-1 1 0,1 0 0,0 0 0,0-1 0,0 1 0,0 0 0,0 0 0,1-1 0,-1 1 0,0 0 0,1 0 0,0-1 0,-1 1 0,1 0 0,0-1 0,0 1 0,0-1 0,0 1 0,0-1 0,0 1 0,0-1 0,0 0 0,0 0 0,1 1 0,-1-1 0,1 0 0,-1 0 0,1 0 0,-1 0 0,3 0 0,4 3 0,0-1 0,0 0 0,0 0 0,0-1 0,1 0 0,-1-1 0,15 1 0,28-1 0,-22-1 0,39 4 0,-60-3 0,0 1 0,-1-1 0,1 1 0,-1 1 0,0-1 0,0 1 0,0 0 0,0 1 0,0 0 0,6 5 0,-10-6 0,0-1 0,-1 1 0,0 0 0,1 0 0,-1 1 0,0-1 0,0 0 0,-1 1 0,1-1 0,-1 1 0,0-1 0,0 1 0,0 0 0,0 0 0,-1-1 0,1 1 0,-1 0 0,0 0 0,0 0 0,-1 4 0,-1 8 0,0 1 0,-1-1 0,-8 21 0,-4 4 0,-2 0 0,-1 0 0,-29 43 0,14-24 0,33-60 2,0 0 0,0 0 0,0 0 0,0 0 0,0 0 0,0 0 0,0 0 1,0 0-1,0 0 0,0 0 0,1 0 0,-1 0 0,0 0 0,0 0 0,0 0 0,0 0 0,0 0 0,0 0 0,0 0 0,0 0 0,0 0 0,0 0 0,1 0 0,-1 0 0,0 0 0,0 0 0,0 0 0,0 0 0,0 0 0,0 0 0,0 0 0,0 0 0,0 0 0,0 0 0,0 0 0,0 1 0,0-1 1,0 0-1,0 0 0,1 0 0,-1 0 0,0 0 0,0 0 0,0 0 0,0 0 0,0 0 0,8-6-968,-7 5 471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4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0 24575,'-2'3'0,"-1"-1"0,0 1 0,1 0 0,0 0 0,0 0 0,0 1 0,-3 4 0,0 2 0,-1-1 0,1 0 0,0 0 0,0 1 0,1 0 0,1 0 0,0 0 0,0 1 0,1-1 0,0 1 0,0-1 0,2 1 0,-1 0 0,3 20 0,-1-22 0,1-1 0,0 1 0,0 0 0,1-1 0,1 1 0,-1-1 0,1 0 0,0 0 0,1-1 0,0 1 0,0-1 0,1 0 0,0 0 0,0-1 0,1 1 0,12 9 0,21 8 0,-31-19 0,0 0 0,1 1 0,9 10 0,-16-14 0,0 1 0,0 0 0,-1 0 0,1 0 0,-1 0 0,0 1 0,0-1 0,-1 0 0,1 1 0,0 0 0,-1-1 0,0 1 0,1 4 0,0 3 0,-1 0 0,0-1 0,0 1 0,-2 21 0,1-29 0,0 0 0,-1 0 0,1 0 0,-1 0 0,0-1 0,1 1 0,-1 0 0,-1 0 0,1 0 0,0-1 0,-1 1 0,1 0 0,-1-1 0,0 0 0,0 1 0,0-1 0,0 0 0,0 0 0,0 0 0,-1 0 0,1 0 0,-4 1 0,-12 4-1365,2-2-5461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4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24575,'0'0'0,"0"0"0,0 0 0,21 0 0,41-6 0,34-1 0,118-4-1365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5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1 139 24575,'3'1'0,"0"0"0,1-1 0,-1 1 0,1-1 0,-1 0 0,0 0 0,5-1 0,7 1 0,9 0 0,-1 0 0,0-1 0,0-1 0,0-1 0,0-1 0,0-1 0,0-1 0,-1-1 0,32-15 0,-21 9-99,27-12 320,-55 23-370,-1-1 0,0 0 1,1 0-1,-1 0 0,0 0 1,0-1-1,0 0 0,-1 0 1,6-8-1,-2 0-6677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5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24575,'7'18'0,"-3"3"0,-2 1 0,-1-1 0,0 1 0,-5 38 0,0 0 0,15 342 0,-2-304 0,-9-98 4,0 1-1,0-1 1,0 1-1,0-1 1,0 1-1,0-1 1,0 1-1,0-1 1,1 1-1,-1-1 1,0 0-1,0 1 1,0-1-1,1 1 1,-1-1-1,0 0 1,0 1-1,1-1 1,-1 0-1,0 1 1,1-1-1,-1 0 1,1 1-1,-1-1 1,0 0-1,1 0 1,-1 1-1,2-1 1,12-6-1471,-4-1-5359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36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24575,'29'-1'0,"24"-4"0,107-5 0,-136 11 0,1 0 0,-1 2 0,1 0 0,36 11 0,-45-9-1365,-4-1-5461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47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24575,'5'10'0,"-1"0"0,0 0 0,-1 0 0,-1 0 0,1 1 0,1 20 0,-3 69 0,-1-71 0,-4 38 0,-4 0 0,-20 89 0,23-129 0,3-16-136,0 1-1,1-1 1,0 1-1,1 0 1,1-1-1,0 1 1,0 0-1,1-1 0,5 16 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25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4168 1022 24575,'0'0'0,"0"0"0,0 0 0,24-1 0,-1-1 0,1-1 0,-1-1 0,0-2 0,0 0 0,0-1 0,-1-1 0,41-22 0,-33 16 0,0-2 0,-1-1 0,-1-1 0,0-1 0,-2-2 0,25-24 0,-46 39 0,1 0 0,-1-1 0,0 1 0,-1-1 0,1 0 0,-2-1 0,1 1 0,-1-1 0,0 0 0,0 1 0,-1-1 0,2-13 0,-3 10 0,0 0 0,-1 0 0,-1 1 0,0-1 0,0 0 0,-1 1 0,0-1 0,-7-17 0,0 5 0,-2 0 0,0 1 0,-2 0 0,0 1 0,-2 0 0,0 1 0,-28-28 0,16 23 0,0 0 0,-1 1 0,-2 2 0,0 1 0,-1 2 0,-1 0 0,-1 3 0,-1 0 0,0 2 0,-1 2 0,-68-15 0,-327-38 0,22 46 0,-5 22 0,124 0 0,-301-37 0,365 15 0,3 6 0,-303 20 0,423 3 0,2 4 0,-1 5 0,2 3 0,-141 53 0,201-60 0,1 1 0,0 2 0,1 2 0,-35 24 0,58-34 0,1 1 0,0 0 0,1 1 0,0 0 0,1 1 0,-18 26 0,25-33 0,0 0 0,1 1 0,-1 0 0,2-1 0,-1 1 0,1 0 0,0 1 0,0-1 0,1 0 0,0 0 0,0 1 0,1-1 0,-1 1 0,2-1 0,-1 0 0,1 1 0,4 13 0,1-5 0,0-1 0,2 1 0,0-2 0,0 1 0,2-1 0,-1-1 0,2 1 0,0-2 0,0 1 0,1-2 0,15 12 0,6 2 0,1-1 0,1-1 0,48 22 0,186 66 0,7-24 0,-203-68 0,1-3 0,93 7 0,156-3 0,-311-19 0,623-3 0,-493-9 0,-2-6 0,205-51 0,-134 25-1365,-199 41-5461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30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2413 1038 24575,'0'0'0,"0"0"0,13 11 0,-8-10 0,1 1 0,-1-1 0,1 0 0,0 0 0,-1-1 0,1 0 0,0 0 0,0 0 0,-1-1 0,1 0 0,0 0 0,5-2 0,1 0 0,0-1 0,0 0 0,0-1 0,16-10 0,-10 3 0,-1-1 0,0 0 0,-1-1 0,0-1 0,-1 0 0,-1-1 0,17-25 0,-5 2 0,-2-1 0,25-57 0,-43 82 0,0-1 0,0 1 0,-2-1 0,0 0 0,0 0 0,-2 0 0,0 0 0,-1-1 0,0 1 0,-2 0 0,-2-23 0,0 25 0,0 1 0,0-1 0,-2 0 0,0 1 0,0 0 0,-1 0 0,0 0 0,-2 1 0,1 0 0,-1 0 0,-1 1 0,0 0 0,-13-11 0,0 3 0,-1 1 0,0 1 0,-2 1 0,0 1 0,-1 2 0,0 0 0,-1 2 0,-51-15 0,-13 4 0,-126-15 0,-521-45 0,392 70 0,-2 24 0,251-5 60,-173 34 0,199-24-431,1 3-1,1 3 1,-73 35 0,119-47-6455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40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 24575,'-35'5'0,"-1"-1"0,-40-1 0,75-3 0,0 0 0,0 0 0,-1 0 0,1 0 0,0 0 0,0 0 0,0 0 0,0 0 0,0 1 0,0-1 0,0 0 0,0 1 0,0-1 0,0 1 0,0-1 0,0 1 0,0 0 0,0-1 0,0 1 0,0 0 0,0 0 0,1-1 0,-1 1 0,0 0 0,0 0 0,1 0 0,-1 0 0,1 0 0,-1 0 0,1 0 0,-1 0 0,1 0 0,0 0 0,-1 3 0,1-1 0,0 0 0,0 1 0,1-1 0,-1 1 0,1-1 0,-1 1 0,1-1 0,0 0 0,0 1 0,1-1 0,1 3 0,8 15 0,1 0 0,24 31 0,-27-41 0,0-1 0,0 0 0,0-1 0,2 0 0,-1-1 0,16 10 0,-22-15 0,1-1 0,0 1 0,0-2 0,0 1 0,0 0 0,0-1 0,0 0 0,0 0 0,0 0 0,1-1 0,-1 0 0,0 0 0,0 0 0,1-1 0,-1 1 0,0-1 0,8-3 0,-5 1 0,-1 0 0,0 0 0,1-1 0,-1 0 0,-1-1 0,1 1 0,0-1 0,-1 0 0,0-1 0,9-11 0,-12 14 0,-1 1 0,0-1 0,1 1 0,-1-1 0,1 1 0,0 0 0,0 0 0,0 0 0,0 0 0,0 1 0,0-1 0,0 1 0,1 0 0,-1 0 0,0 0 0,6-1 0,-6 2 0,0 0 0,-1 1 0,1-1 0,0 1 0,0-1 0,0 1 0,-1 0 0,1 0 0,0 0 0,-1 0 0,1 0 0,-1 1 0,1-1 0,-1 1 0,0-1 0,0 1 0,0 0 0,0 0 0,0 0 0,3 3 0,-2-1 0,0 0 0,1 0 0,0 0 0,-1-1 0,1 1 0,7 3 0,-8-7 0,-1 0 0,1 0 0,0-1 0,-1 1 0,1-1 0,-1 1 0,1-1 0,3-2 0,2 0 0,17-4 0,43-9 0,-63 16 0,0 0 0,0 1 0,0 0 0,0 0 0,0 0 0,0 0 0,-1 1 0,7 3 0,15 3 0,-14-4 0,1-1 0,0-1 0,0 0 0,0-1 0,0 0 0,0-1 0,0 0 0,1-1 0,-1-1 0,0 0 0,0 0 0,23-9 0,2-5 0,-22 8 0,2 1 0,-1 1 0,1 1 0,24-5 0,-33 10 0,1 0 0,-1 0 0,0 1 0,1 1 0,-1 0 0,0 0 0,16 6 0,-17-5 0,0 0 0,1-1 0,-1 0 0,0 0 0,1-1 0,0 0 0,-1 0 0,1-1 0,-1 0 0,11-2 0,8-5 0,41-16 0,-50 16 0,-1 0 0,1 1 0,1 1 0,-1 1 0,35-3 0,-38 7 0,1 1 0,-1 1 0,1 1 0,23 6 0,26 5 0,-58-14 0,1 0 0,-1 0 0,0 0 0,1-1 0,-1 0 0,0 0 0,0-1 0,0 0 0,10-5 0,8-3 0,29-20 0,4 0 0,-54 28 0,-1 0 0,1 0 0,0 1 0,0 0 0,0 0 0,0 0 0,1 0 0,-1 0 0,0 1 0,0 0 0,0 0 0,0 0 0,8 2 0,-8-1 0,0 1 0,-1-1 0,1 1 0,-1 0 0,0 0 0,0 0 0,1 1 0,-2-1 0,1 1 0,0 0 0,0 0 0,-1 0 0,1 0 0,3 7 0,-4-7 0,-1 0 0,1 0 0,0 0 0,1 0 0,-1 0 0,1-1 0,-1 1 0,1-1 0,0 0 0,-1 1 0,1-1 0,6 2 0,-3-3 0,0 0 0,0-1 0,1 0 0,-1 0 0,0-1 0,0 1 0,0-1 0,12-4 0,-11 3 0,-8 2 0,1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4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23 24575,'-2'-5'0,"-2"-7"0,4 12 0,0 0 0,0 0 0,0 0 0,0 0 0,0-1 0,-1 1 0,1 0 0,0 0 0,0 0 0,0 0 0,0-1 0,0 1 0,0 0 0,0 0 0,0 0 0,0-1 0,1 1 0,-1 0 0,0 0 0,0 0 0,0 0 0,0 0 0,0-1 0,0 1 0,0 0 0,0 0 0,0 0 0,0 0 0,1 0 0,-1-1 0,0 1 0,0 0 0,0 0 0,0 0 0,0 0 0,1 0 0,-1 0 0,0 0 0,0 0 0,0 0 0,0 0 0,1-1 0,-1 1 0,0 0 0,0 0 0,0 0 0,0 0 0,1 0 0,-1 0 0,0 0 0,0 0 0,1 1 0,118 29 0,-106-27 0,-1-1 0,0 2 0,-1 0 0,1 0 0,14 9 0,-19-10 0,-1 1 0,0 1 0,-1-1 0,1 1 0,-1 0 0,0 0 0,0 1 0,0-1 0,-1 1 0,6 10 0,-6-8 0,0 0 0,0 0 0,-1 1 0,0-1 0,0 1 0,-1 0 0,0 0 0,0 0 0,-1 0 0,-1 0 0,1 0 0,-1 0 0,-1 0 0,0 0 0,0 0 0,-4 13 0,2-12 0,-1 0 0,0 0 0,-1-1 0,0 1 0,0-1 0,-1 0 0,0-1 0,0 1 0,-1-1 0,0-1 0,-1 1 0,1-1 0,-2-1 0,-10 9 0,-91 46 0,115-63 0,0 0 0,0 1 0,0 0 0,0 0 0,0 0 0,1 0 0,-1 1 0,7 0 0,46 5 0,-48-4 0,4 1 0,0 0 0,0 1 0,-1 0 0,1 1 0,-1 1 0,0 0 0,21 12 0,-30-15 0,0 1 0,0 0 0,0-1 0,0 1 0,-1 1 0,1-1 0,-1 0 0,0 1 0,0-1 0,0 1 0,-1 0 0,1 0 0,-1 0 0,0 1 0,0-1 0,0 0 0,-1 1 0,0-1 0,0 1 0,0 0 0,0-1 0,-1 1 0,1 0 0,-1-1 0,0 1 0,-1 6 0,-1-3 0,0-1 0,-1 1 0,0-1 0,0 1 0,0-1 0,-1 0 0,0 0 0,0 0 0,-1-1 0,0 1 0,0-1 0,-1 0 0,1-1 0,-1 1 0,-12 7 0,-5 3 0,-1-1 0,-1 0 0,-27 10 0,22-13-370,0-2 0,-55 12-1,80-20 117,-4 0-6572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8:48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0 24575,'-1'20'0,"-2"-1"0,0 1 0,-1-1 0,-1 0 0,-11 25 0,-3 19 0,12-37-120,3-8 205,-1 1-1,-9 19 0,11-32-208,1-1-1,-1 1 0,0-1 0,-1 0 0,1-1 0,-1 1 0,0 0 0,0-1 1,0 0-1,-1 0 0,-5 4 0,2-3-6701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01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7 24575,'30'-7'0,"16"9"0,-1 1 0,75 16 0,-119-18 0,0 0 0,0-1 0,0 1 0,0 0 0,0 0 0,0-1 0,0 1 0,0 0 0,0 0 0,-1 0 0,1 0 0,0 0 0,-1 0 0,1 0 0,-1 1 0,1-1 0,-1 0 0,1 0 0,-1 0 0,0 0 0,1 3 0,-1-1 0,1-1 0,-1 1 0,1 0 0,-1 0 0,0 0 0,0 0 0,0-1 0,-1 4 0,0-3 0,-1-1 0,1 1 0,0-1 0,-1 1 0,0-1 0,0 0 0,1 0 0,-1 0 0,-1 0 0,1 0 0,0 0 0,0-1 0,-4 3 0,-37 18 0,19-11 0,-2 3 0,1 2 0,0 1 0,1 1 0,-38 36 0,57-51 0,0 0 0,0 0 0,0 0 0,-1-1 0,1 0 0,-1 0 0,1 0 0,-1-1 0,0 0 0,1 0 0,-1 0 0,-10 0 0,-10 2 0,11 0 0,0-1 0,1-1 0,-1 0 0,0-1 0,0-1 0,0 0 0,0-1 0,1 0 0,-22-7 0,10 1 0,13 3 0,-1 1 0,1 1 0,-22-3 0,34 6 0,1 0 0,-1 0 0,0 0 0,0-1 0,1 1 0,-1 0 0,0 0 0,0-1 0,1 1 0,-1 0 0,1-1 0,-1 1 0,0-1 0,1 1 0,-1-1 0,0 0 0,1 0 0,-1 1 0,1 0 0,0 0 0,0 0 0,0-1 0,0 1 0,0 0 0,0 0 0,0-1 0,0 1 0,0 0 0,0 0 0,0-1 0,0 1 0,0 0 0,0 0 0,0-1 0,0 1 0,0 0 0,0 0 0,0 0 0,0-1 0,1 1 0,-1 0 0,0 0 0,0 0 0,0-1 0,0 1 0,0 0 0,1 0 0,-1 0 0,0-1 0,0 1 0,0 0 0,1 0 0,-1 0 0,0 0 0,0 0 0,0 0 0,1 0 0,-1-1 0,0 1 0,0 0 0,1 0 0,-1 0 0,0 0 0,0 0 0,1 0 0,-1 0 0,1 0 0,0 0 0,1 0 0,0 0 0,1 0 0,-1 0 0,0 0 0,0 0 0,0 0 0,-1 1 0,1-1 0,0 1 0,0-1 0,0 1 0,0 0 0,3 1 0,28 21 0,-1 0 0,-4-12 0,0 0 0,0-2 0,59 11 0,-57-14 0,0 1 0,0 1 0,53 24 0,-69-25 0,0 0 0,-1 2 0,0 0 0,0 0 0,-1 1 0,0 1 0,19 21 0,-28-28 0,0 0 0,-1-1 0,1 1 0,-1 0 0,1 0 0,-1 0 0,-1 1 0,1-1 0,0 0 0,-1 1 0,0-1 0,0 1 0,0-1 0,-1 1 0,0 0 0,1-1 0,-2 1 0,1-1 0,0 1 0,-1 0 0,0-1 0,0 1 0,0-1 0,-1 1 0,0-1 0,1 0 0,-1 0 0,-1 0 0,1 0 0,-1 0 0,-3 4 0,-3 2 0,1-2 0,-1 1 0,-1-1 0,0-1 0,0 0 0,0 0 0,-1-1 0,0 0 0,0-1 0,-21 7 0,-11 1 0,-69 11 0,90-20 0,0-1 0,0-1 0,-39-1 0,49-2 0,1 0 0,0-1 0,0 0 0,0-1 0,0 0 0,0-1 0,0 0 0,1-1 0,-12-7 0,15 4 0,7 7 0,-1 0 0,1 1 0,0-1 0,-1 0 0,1 1 0,0-1 0,-1 1 0,1-1 0,-1 1 0,1-1 0,-1 1 0,0-1 0,1 1 0,-1 0 0,1-1 0,-1 1 0,0 0 0,1-1 0,-1 1 0,0 0 0,1 0 0,-1 0 0,0 0 0,1-1 0,-1 1 0,0 0 0,0 0 0,-17 1-1365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02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24575,'-6'31'0,"-5"-23"0,4-4 0,14-1 0,20 2 0,-1-3 0,1 0 0,39-3 0,49 3 0,-88 2 0,-15-2 0,0-1 0,0 0 0,-1-1 0,14 0 0,74-7 0,-80 5-105,-3 1-315,1-1 0,20-6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05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24575,'3'1'0,"0"-1"0,-1 1 0,1-1 0,0 0 0,-1 1 0,1-1 0,0-1 0,4 0 0,10 0 0,187 20 0,-131-10 0,2-3 0,126-6 0,-22-6 0,16 0 0,379-20 0,1 51 0,-461-20 0,156 17 0,-17 2 0,-132-15 0,126 0 0,57 6 0,-12 11 0,-197-19 0,389 10 0,-429-15-455,1 3 0,64 13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12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98 24575,'-3'6'0,"0"1"0,0 0 0,-1-1 0,0 0 0,0 0 0,-1 0 0,0-1 0,0 1 0,-10 8 0,29 4 0,317 28 0,4-26 0,-283-17 0,326-6 0,-186-2 0,-77 3 0,191 0 0,37 17 0,-206-10 0,140 0 0,-224-7 0,408-25 0,-130-22 0,-259 42 0,0 3 0,84 7 0,-39 0 0,192-4 0,203 3 0,-69-15 0,94 5 0,-326 10 0,516-39 0,-430 24 0,-295 13 0,0 0 0,0 0 0,0 0 0,0 0 0,0 0 0,0-1 0,0 1 0,0-1 0,0 1 0,0-1 0,0 0 0,0 0 0,0 0 0,-1 0 0,1 0 0,0 0 0,-1 0 0,1 0 0,2-4 0,-2 2 0,0 0 0,-1 0 0,1 0 0,-1-1 0,0 1 0,0 0 0,0-1 0,0 1 0,-1-1 0,1-4 0,2-22-1365,-3 2-5461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15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24575,'-20'14'0,"4"27"0,17-40 0,1 1 0,0-1 0,-1 0 0,1 0 0,0 0 0,0 0 0,0 0 0,0 0 0,0 0 0,0-1 0,0 1 0,3 0 0,-3 0 0,18 5 0,3 0 0,-1 2 0,0 0 0,36 20 0,-17-6 0,0-3 0,2-1 0,0-2 0,51 12 0,-52-19 0,51 6 0,-50-9 0,62 16 0,-57-8 0,0-3 0,0-2 0,1-2 0,84 2 0,138 2 0,-9 1 0,818-35 0,-485 11 0,0 38 0,-175 12 0,-134-10 0,251 28 0,-379-42 0,1-7 0,200-16 0,-202-6 0,81-5 0,-110 17 0,152-25 0,-182 14 0,158-1 0,257 5 0,-326-13 0,-15 2 0,-143 20 0,32 3 0,-38 0 0,-1-1 0,36-4 0,-52 2 0,-1 1 0,1 0 0,0 0 0,0 1 0,-1-1 0,1 1 0,7 3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19:51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0 24575,'0'0'0,"-24"0"0,12 0 0,-18 0 0,0 1 0,-34 6 0,54-5 0,0 0 0,0 0 0,1 2 0,-1-1 0,1 1 0,0 0 0,0 1 0,0 0 0,1 1 0,-12 9 0,9-5 0,0 0 0,1 1 0,1 0 0,0 0 0,0 1 0,1 1 0,0-1 0,2 1 0,-1 1 0,1-1 0,-6 24 0,3 0 0,2 1 0,2 0 0,-1 51 0,-1 293 0,12-266 0,24 147 0,-9-151 0,22 162 0,-33-185 0,7 122 0,-15-174 0,-3-1 0,-1 1 0,-14 66 0,7-60 0,-2-2 0,-1 0 0,-2 0 0,-40 72 0,53-109 0,-2 1 0,1-1 0,0 0 0,-1-1 0,0 1 0,0-1 0,0 1 0,0-1 0,-1 0 0,1-1 0,-1 1 0,0-1 0,0 0 0,0 0 0,-5 1 0,24-8 0,-13 4 0,0 1 0,0-1 0,0 1 0,0-1 0,0 1 0,1 0 0,-1-1 0,0 1 0,0 0 0,0 0 0,0 0 0,1 0 0,-1 0 0,0 0 0,0 0 0,0 0 0,0 0 0,1 0 0,-1 1 0,0-1 0,0 0 0,0 1 0,1 0 0,13 7 0,-1 0 0,0 1 0,-1 1 0,0 0 0,-1 0 0,0 1 0,0 1 0,13 18 0,6 11 0,34 61 0,-29-37 0,-4 2 0,-2 2 0,-4 0 0,-2 2 0,-4 1 0,-2 0 0,9 98 0,-18-60 0,-13 210 0,-7-209 0,-49 205 0,21-131 0,-110 570 0,142-724 0,2 0 0,1 1 0,0 54 0,5-77 0,-1 1 0,1-1 0,1 1 0,0-1 0,0 0 0,1 1 0,0-1 0,0 0 0,1-1 0,1 1 0,-1-1 0,1 0 0,1 0 0,-1 0 0,1-1 0,14 13 0,-9-10-76,1-1 1,0-1-1,0 0 0,1-1 0,0 0 0,0-1 0,0-1 0,1 0 1,0 0-1,0-1 0,1-1 0,-1-1 0,0 0 0,1-1 1,0 0-1,-1-1 0,27-4 0,-23 1-6750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0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4 516 24575,'0'0'0,"0"0"0,0 0 0,0 0 0,0 0 0,0 0 0,-2 17 0,1-11 0,1 0 0,0 0 0,0 0 0,0 0 0,1 0 0,0 0 0,0 0 0,1 0 0,4 11 0,3 5 0,15 25 0,-9-21 0,1 8 0,0-2 0,23 36 0,-33-59 0,0-1 0,0 0 0,1 0 0,0 0 0,1-1 0,0 0 0,0-1 0,15 10 0,-22-16 0,0 1 0,1-1 0,-1 0 0,1 1 0,-1-1 0,0 0 0,1 0 0,-1 0 0,1 0 0,-1-1 0,0 1 0,1 0 0,-1 0 0,0-1 0,1 1 0,-1-1 0,0 1 0,1-1 0,-1 0 0,0 1 0,2-2 0,24-20 0,-18 12 0,-1-1 0,0 0 0,-1 0 0,0-1 0,0 0 0,-1 0 0,4-14 0,28-94 0,-37 118 0,27-114 0,17-142 0,-39 206-341,2 1 0,3 0-1,20-64 1,-25 102-6485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02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0 359 24575,'0'0'0,"0"0"0,0 0 0,0 0 0,0 0 0,1 8 0,0-1 0,0 1 0,0-1 0,1 1 0,0-1 0,1 1 0,0-1 0,0 0 0,6 10 0,6 7 0,21 27 0,-19-27 0,27 42 0,37 77 0,-28-47 0,-51-92 0,0-1 0,1 1 0,0-1 0,0 1 0,0-1 0,0 0 0,6 4 0,-8-6 0,0 0 0,0 0 0,0-1 0,0 1 0,1 0 0,-1-1 0,0 1 0,0-1 0,1 1 0,-1-1 0,0 0 0,1 1 0,-1-1 0,0 0 0,1 0 0,-1 0 0,0 0 0,1 0 0,-1 0 0,0-1 0,1 1 0,-1 0 0,0-1 0,1 1 0,-1-1 0,0 1 0,0-1 0,2-1 0,3-3 0,0-1 0,0 1 0,-1-1 0,0 0 0,-1-1 0,1 1 0,-1-1 0,0 0 0,3-8 0,4-14 0,8-29 0,-16 48 0,64-279 0,-14 48 0,-2 59-1365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46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3 194 24575,'-1'-2'0,"1"-1"0,-1 1 0,1-1 0,0 1 0,-1-1 0,1 1 0,0-5 0,1 4 0,1 0 0,-1 0 0,0 0 0,1 0 0,-1 1 0,1-1 0,0 0 0,0 1 0,0-1 0,0 1 0,0 0 0,0 0 0,1 0 0,-1 0 0,1 0 0,0 0 0,-1 0 0,1 1 0,0 0 0,0-1 0,4 0 0,9-3 0,1 0 0,30-4 0,-24 5 0,47-9 0,0 3 0,88-1 0,-74 10 0,0-4 0,93-17 0,-128 13 0,0-1 0,59-4 0,-92 13 0,0 0 0,0 2 0,0 0 0,0 1 0,0 0 0,0 2 0,28 9 0,-38-10 0,0 1 0,-1 0 0,0 0 0,1 1 0,-1-1 0,-1 1 0,1 0 0,-1 1 0,5 7 0,2 1 0,-2-4 0,-1 0 0,1 0 0,21 15 0,-24-21 0,-1 0 0,1-1 0,1 0 0,-1 0 0,0 0 0,1-1 0,-1 0 0,1-1 0,8 2 0,0-1 0,-1-1 0,1-1 0,-1 0 0,1-1 0,-1 0 0,17-5 0,81-27 0,-79 21 0,1 2 0,38-7 0,-52 15 0,0 1 0,0 1 0,0 1 0,24 4 0,-19-1 0,0-2 0,37-2 0,287-17 0,-181 17 0,-165 1-114,1-1 1,-1 0-1,0 1 0,1 0 0,-1 0 1,0 0-1,1 0 0,-1 1 0,0-1 1,0 1-1,5 3 0,-2 2-6712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50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24575,'0'0'0,"0"0"0,0 0 0,0 0 0,0 0 0,0 0 0,0 2 0,-5 34 0,1-1 0,2 1 0,2 37 0,15 113 0,-11-147 0,14 100 0,37 138 0,-25-117 0,2 8 0,-24-138 0,1-1 0,1 0 0,23 45 0,8-3 0,4-2 0,3-1 0,75 81 0,-77-101 0,2-3 0,67 50 0,161 123 0,-230-183 0,1-2 0,77 41 0,108 37 0,-219-105 0,121 61 0,-72-34 0,80 30 0,15-3 0,75 26 0,-51-34 0,53 21 0,184 79 0,-178-73 0,-219-70-1365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5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161 124 24575,'0'0'0,"0"0"0,0 0 0,-22-3 0,13 2 0,0 0 0,0 1 0,0 0 0,0 0 0,0 1 0,1 0 0,-14 3 0,19-3 0,0 0 0,0 0 0,0 1 0,1-1 0,-1 1 0,1-1 0,-1 1 0,1 0 0,0 0 0,-1 0 0,1 0 0,0 0 0,0 1 0,0-1 0,1 0 0,-1 1 0,1 0 0,-1-1 0,1 1 0,0 0 0,0 0 0,0-1 0,0 1 0,1 0 0,-1 6 0,-2 7 0,2 0 0,0 0 0,1 0 0,0 1 0,1-1 0,1 0 0,6 25 0,-7-38 0,0-1 0,0 1 0,1-1 0,-1 1 0,0-1 0,1 0 0,-1 1 0,1-1 0,0 0 0,0 0 0,0 0 0,0 0 0,0 0 0,0-1 0,0 1 0,1-1 0,3 3 0,-2-3 0,0 0 0,0 0 0,0 0 0,0 0 0,0-1 0,0 1 0,0-1 0,1 0 0,-1 0 0,7-2 0,0 0 0,-1-1 0,1 0 0,-1 0 0,0-2 0,0 1 0,0-1 0,17-12 0,-14 7 0,0-1 0,-1 0 0,-1-1 0,0 0 0,0-1 0,-1 0 0,-1 0 0,0-1 0,-1-1 0,-1 0 0,0 0 0,-1 0 0,-1 0 0,0-1 0,3-18 0,-8 31 0,1 0 0,-1-1 0,0 1 0,0-1 0,0 1 0,0 0 0,-1-1 0,1 1 0,-1-1 0,0 1 0,-2-6 0,2 8 0,1 0 0,-1 0 0,1 0 0,-1 0 0,0 0 0,1 0 0,-1 0 0,0 0 0,1 1 0,-1-1 0,0 0 0,0 0 0,0 1 0,0-1 0,0 1 0,0-1 0,0 1 0,0-1 0,0 1 0,0-1 0,0 1 0,0 0 0,0 0 0,0-1 0,0 1 0,0 0 0,0 0 0,0 0 0,0 0 0,-1 0 0,1 1 0,0-1 0,0 0 0,0 0 0,0 1 0,0-1 0,0 1 0,-1 0 0,-5 2 0,1 1 0,-1 0 0,1 0 0,0 1 0,1 0 0,-1 0 0,1 0 0,0 1 0,0-1 0,0 1 0,1 0 0,0 1 0,0-1 0,1 1 0,0 0 0,0 0 0,0 0 0,1 0 0,-1 8 0,-1 3 0,1 0 0,1 0 0,1 0 0,0 0 0,2 1 0,3 30 0,-4-49 0,0 0 0,0 0 0,0 0 0,0 0 0,0 0 0,0 0 0,0 1 0,1-1 0,-1 0 0,0 0 0,0 0 0,0 0 0,0 0 0,0 0 0,0 0 0,0 0 0,0 1 0,0-1 0,0 0 0,0 0 0,0 0 0,1 0 0,-1 0 0,0 0 0,0 0 0,0 0 0,0 0 0,0 0 0,0 0 0,0 0 0,1 0 0,-1 0 0,0 0 0,0 0 0,0 0 0,0 0 0,0 0 0,0 0 0,0 0 0,1 0 0,-1 0 0,0 0 0,0 0 0,0 0 0,0 0 0,0 0 0,0 0 0,0 0 0,0 0 0,1 0 0,-1 0 0,0 0 0,0-1 0,0 1 0,0 0 0,0 0 0,0 0 0,0 0 0,0 0 0,10-11 0,6-12 0,-14 19 0,-1-1 0,0 1 0,0 0 0,0-1 0,-1 1 0,1-1 0,-1 1 0,0-1 0,0 1 0,-1-1 0,0-4 0,1 7 0,-1-1 0,1 1 0,0 0 0,-1 0 0,1-1 0,-1 1 0,0 0 0,0 0 0,0 0 0,0 0 0,0 0 0,0 0 0,-1 0 0,1 0 0,-1 0 0,1 1 0,-1-1 0,0 0 0,0 1 0,1 0 0,-1-1 0,0 1 0,-3-1 0,3 1 0,0 1 0,1 0 0,-1 0 0,0 1 0,0-1 0,0 0 0,1 0 0,-1 1 0,0-1 0,0 1 0,1 0 0,-1-1 0,0 1 0,1 0 0,-1 0 0,1 0 0,-1 0 0,1 0 0,-1 1 0,1-1 0,0 0 0,0 1 0,0-1 0,-1 1 0,1-1 0,1 1 0,-1-1 0,0 1 0,0 0 0,0 2 0,-2 3 0,0-1 0,0 1 0,1 0 0,0 0 0,1 0 0,-1 10 0,1-11 0,1-1 0,0 1 0,1 0 0,-1 0 0,1-1 0,1 1 0,-1 0 0,1-1 0,3 10 0,-4-13 0,1 0 0,-1 0 0,0 1 0,1-1 0,-1 0 0,1-1 0,0 1 0,-1 0 0,1 0 0,0-1 0,0 1 0,0-1 0,0 0 0,0 1 0,1-1 0,-1 0 0,0 0 0,1 0 0,-1-1 0,0 1 0,1-1 0,-1 1 0,1-1 0,2 0 0,-1 0 0,0 0 0,0 0 0,-1-1 0,1 0 0,0 0 0,-1 0 0,1 0 0,-1 0 0,1-1 0,-1 1 0,1-1 0,-1 0 0,0 0 0,0 0 0,0-1 0,0 1 0,3-5 0,-2 3 0,-1 0 0,0 0 0,0 0 0,0-1 0,-1 1 0,1-1 0,-1 0 0,0 0 0,-1 1 0,1-1 0,-1-1 0,1-4 0,-2 9 0,1 0 0,-1 0 0,0 0 0,0 0 0,0 0 0,0 0 0,0 0 0,0 0 0,0 0 0,0 0 0,-1 0 0,1 0 0,0 0 0,0 0 0,-1 0 0,1 1 0,-1-1 0,1 0 0,-1 0 0,1 0 0,-1 0 0,1 1 0,-1-1 0,0 0 0,1 1 0,-1-1 0,0 0 0,0 1 0,0-1 0,1 1 0,-1-1 0,0 1 0,0-1 0,0 1 0,0 0 0,0-1 0,0 1 0,0 0 0,0 0 0,0 0 0,0 0 0,0 0 0,0 0 0,0 0 0,0 0 0,0 0 0,0 0 0,0 1 0,1-1 0,-3 1 0,-1 0 0,-1 0 0,1 0 0,0 1 0,0-1 0,-1 1 0,1 0 0,0 0 0,1 1 0,-7 4 0,5-2 0,1 0 0,0 1 0,0-1 0,1 1 0,-1 0 0,1 0 0,0 0 0,1 0 0,0 0 0,0 1 0,0-1 0,-1 12 0,3-16 0,-1 0 0,1 1 0,0-1 0,0 1 0,0-1 0,0 1 0,1-1 0,-1 1 0,1-1 0,0 0 0,-1 1 0,1-1 0,0 0 0,0 1 0,1-1 0,-1 0 0,0 0 0,1 0 0,-1 0 0,1 0 0,-1-1 0,1 1 0,0 0 0,0-1 0,0 1 0,0-1 0,0 0 0,0 1 0,1-1 0,-1 0 0,0 0 0,0-1 0,1 1 0,-1 0 0,1-1 0,2 1 0,-2-1 0,0 0 0,0 0 0,0 0 0,0 0 0,1-1 0,-1 1 0,0-1 0,0 0 0,0 0 0,0 0 0,0 0 0,-1-1 0,1 1 0,0-1 0,0 0 0,-1 0 0,1 1 0,-1-2 0,0 1 0,1 0 0,-1 0 0,0-1 0,-1 1 0,1-1 0,0 0 0,1-3 0,4-6 0,-1 0 0,0-1 0,-1 0 0,5-19 0,-5 13 0,-1 0 0,-1 0 0,0 0 0,-2-1 0,0-26 0,-2 38 0,0-1 0,0 1 0,-1 0 0,0 0 0,0 0 0,-6-13 0,6 17 0,0 0 0,-1 1 0,1-1 0,-1 0 0,0 1 0,0 0 0,0-1 0,0 1 0,0 0 0,-1 1 0,1-1 0,-1 0 0,-5-2 0,7 4 0,-1 0 0,0 0 0,1 0 0,-1 0 0,0 1 0,0-1 0,0 1 0,0-1 0,1 1 0,-1 0 0,0 0 0,0 1 0,0-1 0,0 0 0,0 1 0,-3 1 0,1 0 0,0 0 0,0 0 0,0 1 0,0 0 0,1 0 0,-1 0 0,1 1 0,-4 3 0,-2 4 0,0 0 0,1 0 0,1 0 0,0 1 0,-11 21 0,14-22 0,0 0 0,1 1 0,0-1 0,1 1 0,0 0 0,1 0 0,-2 16 0,4-21 0,0 0 0,0 0 0,1 0 0,0 0 0,0 0 0,0 0 0,1 0 0,0 0 0,1-1 0,0 1 0,0-1 0,0 1 0,6 8 0,-8-13 0,1-1 0,-1 1 0,0-1 0,0 0 0,1 1 0,-1-1 0,1 0 0,-1 0 0,1 0 0,0 0 0,-1 0 0,1 0 0,0-1 0,0 1 0,-1-1 0,1 1 0,0-1 0,0 1 0,0-1 0,0 0 0,0 0 0,-1 0 0,1 0 0,0 0 0,0 0 0,0-1 0,0 1 0,0-1 0,-1 1 0,1-1 0,0 0 0,0 1 0,-1-1 0,1 0 0,0 0 0,-1 0 0,3-3 0,2 0 0,0-1 0,-1 1 0,0-1 0,0 0 0,0-1 0,-1 1 0,0-1 0,6-10 0,-4 5 0,-2 0 0,1-1 0,5-23 0,-9 31 0,0-1 0,-1 0 0,1 0 0,-1 0 0,0 0 0,0 0 0,-1 0 0,1 1 0,-1-1 0,0 0 0,0 0 0,-4-7 0,5 10 0,-1 1 0,0 0 0,1 0 0,-1 0 0,0 0 0,0 0 0,0 0 0,1 0 0,-1 0 0,0 0 0,0 0 0,0 0 0,-1 0 0,1 1 0,0-1 0,0 0 0,0 1 0,0-1 0,-1 1 0,1 0 0,0-1 0,-3 1 0,2 0 0,-1 0 0,0 0 0,1 0 0,-1 1 0,0-1 0,1 1 0,-1-1 0,1 1 0,-1 0 0,-4 3 0,0 0 0,-1 1 0,1 0 0,0 0 0,0 1 0,-11 12 0,8-6 0,1-1 0,0 2 0,1-1 0,1 1 0,0 0 0,1 1 0,0 0 0,1 0 0,-4 18 0,9-24 0,6-10 0,8-13 0,-3-6 0,0-1 0,-1 0 0,-2-1 0,0 0 0,8-44 0,-10 43 0,-2 5 0,4-37 0,-7 49 0,-1 0 0,0 0 0,0 0 0,-1 0 0,0 0 0,-1 0 0,1 0 0,-4-9 0,5 15 0,-1 1 0,1-1 0,0 1 0,0-1 0,-1 0 0,1 1 0,0-1 0,-1 1 0,1-1 0,0 1 0,-1-1 0,1 1 0,-1-1 0,1 1 0,-1 0 0,1-1 0,-1 1 0,1 0 0,-1-1 0,0 1 0,1 0 0,-1 0 0,1-1 0,-1 1 0,0 0 0,1 0 0,-1 0 0,0 0 0,1 0 0,-1 0 0,1 0 0,-1 0 0,0 0 0,1 0 0,-1 0 0,0 0 0,1 1 0,-1-1 0,1 0 0,-1 0 0,0 1 0,1-1 0,-1 0 0,1 1 0,-1 0 0,-3 1 0,0 1 0,1 0 0,0 0 0,-1 1 0,-3 5 0,-10 14-132,2 2 0,1 0 0,1 1-1,-12 32 1,17-38-572,-16 39-6122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05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1 305 24575,'26'-6'0,"-11"5"0,0-1 0,0-1 0,0 0 0,-1-1 0,1-1 0,-1 0 0,0-1 0,14-8 0,-23 11 0,1 1 0,0-1 0,0 1 0,0 0 0,1 1 0,-1-1 0,12 0 0,49 0 0,-48 2 0,-2 0 0,-1-1 0,1-1 0,-1 0 0,19-6 0,-4 2 0,1 1 0,0 1 0,0 2 0,0 2 0,39 3 0,-24-1 0,94-8 0,-22 0 0,-27-1 0,-34 5 0,-21 2 0,65-11 0,6-23 0,-61 26 0,-1 1 0,1 3 0,54 2 0,-76 2 0,0-1 0,0-2 0,0-1 0,0-1 0,0 0 0,-1-2 0,0-1 0,-1-1 0,36-19 0,-55 26 0,0 0 0,0 0 0,0 0 0,0 1 0,1-1 0,-1 1 0,1 0 0,-1 1 0,1-1 0,-1 1 0,1 0 0,-1 0 0,1 0 0,-1 1 0,1-1 0,-1 1 0,0 0 0,6 2 0,0 1 0,0 1 0,-1 0 0,0 0 0,0 1 0,0 0 0,12 11 0,-16-13 0,1 0 0,0 0 0,0 0 0,1-1 0,-1 0 0,1 0 0,0 0 0,0-1 0,-1 0 0,1-1 0,1 1 0,-1-1 0,0-1 0,0 1 0,0-1 0,8-1 0,0-1 0,-1 0 0,0-1 0,0-1 0,0 0 0,0 0 0,-1-2 0,16-7 0,-23 9 0,1 1 0,0 0 0,0 0 0,0 1 0,0 0 0,15-2 0,-18 3 0,0 1 0,1 0 0,-1 1 0,0-1 0,1 1 0,-1 0 0,0 0 0,0 0 0,1 0 0,-1 1 0,0 0 0,0-1 0,5 5 0,-2-3 0,0 1 0,0-1 0,1-1 0,0 1 0,-1-1 0,1-1 0,0 1 0,0-1 0,0-1 0,0 1 0,0-2 0,0 1 0,11-2 0,0-1 0,-1-1 0,1-1 0,-1 0 0,25-12 0,-33 13 0,0 0 0,1 1 0,-1 0 0,1 0 0,0 1 0,-1 0 0,1 1 0,15 0 0,-12 2 0,1 1 0,-1 0 0,0 1 0,-1 1 0,26 9 0,-29-9 0,0-1 0,-1-1 0,1 0 0,1 0 0,-1-1 0,0 0 0,0 0 0,0-1 0,1-1 0,-1 0 0,12-2 0,5-4 0,1-1 0,41-19 0,31-9 0,-94 34 0,0 0 0,1 1 0,-1 0 0,1 0 0,-1 1 0,1-1 0,-1 1 0,1 1 0,-1-1 0,1 1 0,-1 0 0,1 1 0,-1-1 0,0 1 0,0 1 0,0-1 0,0 1 0,0 0 0,0 0 0,5 5 0,-3-3 0,1 0 0,-1-1 0,1 0 0,0 0 0,0-1 0,0 0 0,1 0 0,-1-1 0,1-1 0,12 2 0,4-3 0,0-1 0,37-6 0,-34 3 0,57 0 0,-69 6 0,0 1 0,0 1 0,0 0 0,-1 1 0,1 1 0,22 11 0,-16-7 0,0-1 0,35 9 0,-33-14 0,0-2 0,1-1 0,0 0 0,-1-2 0,39-7 0,-38 5 0,1 0 0,0 2 0,-1 0 0,1 2 0,31 5 0,123 46 0,-129-35 0,1-1 0,73 11 0,-77-21 0,91 15 0,-113-15 0,0 1 0,-1 2 0,33 14 0,-30-9 0,-1 2 0,48 35 0,45 50 0,-14-12 0,-90-77 0,1 0 0,1-1 0,0-1 0,34 13 0,87 21 0,-55-19 0,-23-6 0,113 41 0,-151-50 0,-1 1 0,0 1 0,-1 1 0,0 1 0,21 18 0,61 61 0,67 53 0,-139-123 0,0-1 0,1-2 0,66 30 0,241 78 0,-304-112 0,-1 1 0,-1 2 0,-1 2 0,0 1 0,49 44 0,-52-41 0,1-1 0,2-1 0,66 35 0,-72-45 0,0-2 0,1-1 0,0-1 0,1-1 0,56 7 0,74 17 0,-44-6 0,-90-23 0,-1-1 0,0-1 0,1-1 0,-1-1 0,1-1 0,-1-1 0,0-2 0,0 0 0,24-9 0,25-12 0,103-54 0,-108 48 0,-50 23 0,0 1 0,1 1 0,0 1 0,1 0 0,-1 2 0,29-4 0,-39 8 0,1 0 0,-1 0 0,1 0 0,-1 1 0,0 1 0,1 0 0,-1 0 0,0 0 0,0 1 0,0 1 0,-1 0 0,1 0 0,-1 0 0,0 1 0,12 9 0,-6-2 0,-1 1 0,0 0 0,-1 1 0,-1 0 0,14 21 0,40 81 0,-62-109 0,0-1 0,1-1 0,0 1 0,1 0 0,-1-1 0,1 0 0,0 0 0,0 0 0,0-1 0,1 0 0,0 0 0,0 0 0,10 4 0,-7-4 0,0 0 0,1 0 0,-1-1 0,1-1 0,0 0 0,0 0 0,18 1 0,-15-4 0,-1-1 0,0 0 0,0 0 0,0-1 0,0-1 0,18-8 0,-16 6 0,0 1 0,0 1 0,1 0 0,14-2 0,-19 6 0,0-1 0,0 1 0,16 2 0,-22-2 0,0 1 0,0 0 0,0 0 0,0 0 0,0 0 0,-1 1 0,1 0 0,-1-1 0,1 1 0,-1 0 0,0 1 0,5 3 0,4 12 0,-12-18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3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24575,'59'-13'0,"0"3"0,90-5 0,120 13 0,-85 2 0,1004-11 0,-1117 12 0,528 5 0,1 26 0,-106-20 0,-335-12 0,52 0 0,-191 2 0,1 0 0,-20-3 0,0 1 0,-1-1 0,1 1 0,0-1 0,0 0 0,0 1 0,-1-1 0,1 0 0,0 1 0,-1-1 0,1 0 0,-1 0 0,1 0 0,-1 0 0,1 1 0,-1-1 0,0 0 0,1 0 0,-1 0 0,0 0 0,0 0 0,1-2 0,1-15-1365,-2 12-5461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35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24575,'1'3'0,"1"0"0,-1-1 0,1 1 0,0-1 0,0 0 0,0 1 0,1-1 0,3 3 0,-2-1 0,9 9 0,0-1 0,1 0 0,1-1 0,-1 0 0,2-2 0,-1 1 0,26 9 0,-14-8 0,1-1 0,-1-2 0,56 9 0,-83-17 0,0 0 0,0 0 0,0 0 0,0 0 0,0 0 0,1 0 0,-1 0 0,0 0 0,0 0 0,0 0 0,0 0 0,0 0 0,0 0 0,0 0 0,1 0 0,-1 0 0,0 0 0,0 0 0,0 0 0,0 0 0,0 0 0,0 0 0,0 0 0,0 1 0,0-1 0,1 0 0,-1 0 0,0 0 0,0 0 0,0 0 0,0 0 0,0 0 0,0 0 0,0 1 0,0-1 0,0 0 0,0 0 0,0 0 0,0 0 0,0 0 0,0 0 0,0 0 0,0 0 0,0 1 0,0-1 0,0 0 0,0 0 0,0 0 0,0 0 0,0 0 0,0 0 0,0 0 0,0 1 0,0-1 0,0 0 0,0 0 0,0 0 0,0 0 0,-1 0 0,-7 8 0,-13 3 0,-63 16 0,-107 21 0,98-26 0,-84 16-1365,137-31-5461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37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5875 24575,'0'0'0,"0"0"0,0 0 0,0 0 0,0 0 0,0 0 0,0 0 0,5-11 0,4-18 0,-2 0 0,-1 0 0,2-37 0,0-90 0,-8 155 0,-4-648 0,-4 300 0,-15-313-265,0-103-37,13-1322 302,4 1768 20,0-126 527,5 410-547,-2 0 0,-1 1 0,-2-1 0,-1 1 0,-17-47 0,22 73 0,-5-7 0,3 14 0,-3 11 0,-59 123 0,5 3 0,-55 186 0,108-288 0,7-25 0,-1 0 0,0-1 0,-1 1 0,1-1 0,-8 14 0,10-21 0,0-1 0,-1 0 0,1 0 0,0 0 0,0 1 0,0-1 0,0 0 0,0 0 0,-1 0 0,1 1 0,0-1 0,0 0 0,0 0 0,-1 0 0,1 0 0,0 0 0,0 0 0,0 1 0,-1-1 0,1 0 0,0 0 0,0 0 0,-1 0 0,1 0 0,0 0 0,0 0 0,0 0 0,-1 0 0,1 0 0,0 0 0,0 0 0,-1 0 0,1 0 0,0 0 0,0 0 0,-1-1 0,1 1 0,0 0 0,0 0 0,0 0 0,-1 0 0,1 0 0,0 0 0,0-1 0,0 1 0,0 0 0,-1 0 0,1 0 0,0-1 0,0 1 0,0 0 0,0 0 0,0 0 0,0-1 0,-1 1 0,1 0 0,0 0 0,0 0 0,0-1 0,0 1 0,0 0 0,0 0 0,0-1 0,-4-15 0,5-1 0,1 0 0,0 0 0,1 0 0,1 0 0,0 0 0,9-19 0,-5 10 0,18-54 0,3 2 0,68-131 0,-94 204 0,0 0 0,0 1 0,0-1 0,0 1 0,1 0 0,-1-1 0,1 2 0,0-1 0,0 0 0,1 1 0,5-4 0,-7 6 0,0 0 0,0 0 0,0 0 0,0 0 0,0 0 0,0 1 0,0-1 0,0 1 0,1 0 0,-1 0 0,0 0 0,0 0 0,0 1 0,0-1 0,1 1 0,-1 0 0,0 0 0,0 0 0,0 0 0,3 2 0,-3-1 0,1 1 0,0-1 0,0 1 0,-1 0 0,0-1 0,1 2 0,-1-1 0,0 0 0,4 7 0,20 37 0,-21-35 0,34 77-455,-4 1 0,42 157 0,-74-231-6371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3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24575,'-5'18'0,"2"0"0,0 0 0,1 0 0,0 20 0,6 74 0,-1-47 0,33 434 0,-21-397 0,4-1 0,61 183 0,103 170 0,44-23 0,-190-373 0,56 63 0,52 44 0,-136-154 0,245 225 0,-241-225 0,325 235 0,-334-243 0,45 27 0,82 39 0,62 12 0,-120-51 0,110 50 0,92 36 0,-198-91 0,104 19 0,-52-15 0,-84-17 0,413 84 0,-458-96 0,0 0 0,1 0 0,-1 0 0,0 0 0,0 0 0,0 0 0,1 0 0,-1 0 0,0 0 0,0 0 0,0 0 0,0 0 0,1 0 0,-1 0 0,0-1 0,0 1 0,0 0 0,0 0 0,1 0 0,-1 0 0,0 0 0,0 0 0,0-1 0,0 1 0,0 0 0,0 0 0,0 0 0,1 0 0,-1-1 0,0 1 0,0 0 0,0 0 0,0 0 0,0-1 0,0 1 0,0 0 0,0 0 0,0 0 0,0-1 0,0 1 0,0 0 0,0 0 0,0 0 0,0 0 0,0-1 0,-1 1 0,1 0 0,0 0 0,0 0 0,0-1 0,0 1 0,0 0 0,0 0 0,0 0 0,-1 0 0,1-1 0,-8-12 0,-5-1-682,-23-20-1,9 11-6143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3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24575,'-12'66'0,"14"14"0,20 138 0,-22-215 0,40 230 0,-39-226-273,0 1 0,1-1 0,0 0 0,5 11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3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24575,'0'0'0,"0"0"0,26 14 0,-20 10 0,-4-13 0,0 0 0,1 0 0,6 13 0,-8-21 0,0-1 0,0 0 0,0 0 0,1 0 0,-1 0 0,0 0 0,1-1 0,-1 1 0,1 0 0,0-1 0,-1 1 0,1-1 0,0 1 0,0-1 0,0 0 0,0 0 0,0 0 0,0 0 0,0 0 0,1 0 0,3 1 0,-4-3 0,1 1 0,-1 0 0,0 0 0,1-1 0,-1 1 0,0-1 0,1 0 0,-1 0 0,0 0 0,0 0 0,0 0 0,0 0 0,0-1 0,0 1 0,0-1 0,0 1 0,0-1 0,-1 0 0,1 1 0,2-5 0,0 0 0,1 0 0,-1 0 0,0-1 0,-1 0 0,5-10 0,-6 10 0,0 0 0,0-1 0,-1 1 0,1-1 0,-2 0 0,1 1 0,-1-1 0,0 0 0,-1 1 0,0-1 0,-3-14 0,3 19 0,0 0 0,0 0 0,0 0 0,-1 1 0,1-1 0,-1 0 0,1 1 0,-1-1 0,0 1 0,0-1 0,0 1 0,0 0 0,0 0 0,-1 0 0,1 0 0,-1 0 0,1 0 0,-1 1 0,0-1 0,0 1 0,1 0 0,-1 0 0,0 0 0,0 0 0,0 0 0,0 1 0,0-1 0,0 1 0,-1 0 0,1 0 0,0 0 0,-4 1 0,4-1-54,0 1-1,0-1 0,0 1 1,0 0-1,0 1 1,0-1-1,0 0 0,0 1 1,0 0-1,1-1 1,-1 1-1,1 0 0,-1 0 1,1 1-1,0-1 0,-1 0 1,1 1-1,1 0 1,-1-1-1,0 1 0,1 0 1,-1 0-1,1 0 1,-2 4-1,0 0-6771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39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0 24575,'0'0'0,"0"0"0,0 0 0,0 0 0,-21 5 0,15-4 0,-20 4 0,-49 16 0,68-18 0,1-1 0,0 1 0,-1 0 0,1 0 0,0 1 0,1 0 0,-1 0 0,1 0 0,-1 1 0,1 0 0,1 0 0,-1 0 0,-4 7 0,8-11 0,0 0 0,1 1 0,-1-1 0,1 0 0,-1 0 0,1 0 0,-1 1 0,1-1 0,0 0 0,-1 0 0,1 1 0,0-1 0,0 0 0,0 0 0,0 1 0,0-1 0,1 0 0,-1 1 0,0-1 0,0 0 0,1 0 0,-1 0 0,2 3 0,-1-2 0,1 0 0,-1 0 0,1 0 0,0 0 0,0-1 0,0 1 0,0 0 0,0-1 0,0 0 0,1 1 0,2 0 0,4 2 0,1 0 0,0-1 0,0 0 0,18 3 0,-6-4 0,-1 1 0,0 0 0,27 8 0,-47-10 0,-1-1 0,1 0 0,0 0 0,-1 0 0,1 0 0,0 1 0,-1-1 0,1 0 0,0 1 0,-1-1 0,1 0 0,-1 1 0,1-1 0,-1 1 0,1-1 0,-1 1 0,1-1 0,-1 1 0,1-1 0,-1 1 0,0-1 0,1 1 0,-1 0 0,0-1 0,0 1 0,1-1 0,-1 1 0,0 0 0,0-1 0,0 1 0,0 0 0,0 0 0,0-1 0,0 1 0,0 0 0,-1 2 0,0-1 0,0 0 0,0 1 0,0-1 0,0 0 0,-1 0 0,1 0 0,-1 0 0,1-1 0,-4 4 0,-3 2 0,0 0 0,-1 0 0,0-1 0,-10 6 0,14-10 15,1 0 0,-1 0 0,1-1 0,-1 1 0,0-1 0,1 0 0,-9 1 0,11-2-83,0 0 1,0 0-1,0 0 1,0-1-1,1 1 1,-1 0-1,0-1 1,0 0-1,0 1 1,1-1-1,-1 0 1,0 0-1,0 0 1,1 0-1,-1 0 1,1 0-1,-1 0 1,1 0-1,0-1 1,-1 1-1,-1-3 1,-1-3-6759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4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 24575,'7'-1'0,"0"0"0,0 0 0,0 1 0,0-1 0,0 1 0,0 1 0,0-1 0,13 4 0,-47 11 0,24-14 0,0 1 0,1-1 0,-1 1 0,1-1 0,0 1 0,-1 0 0,1 0 0,0 0 0,0 0 0,0 1 0,1-1 0,-1 0 0,0 1 0,1-1 0,-3 6 0,4-6 0,-1 1 0,1-1 0,0 0 0,-1 1 0,1-1 0,0 1 0,1-1 0,-1 1 0,0-1 0,1 0 0,-1 1 0,1-1 0,0 0 0,-1 1 0,3 2 0,0 1 0,1 0 0,0 0 0,0-1 0,1 0 0,0 1 0,-1-2 0,2 1 0,-1 0 0,0-1 0,1 0 0,11 5 0,6 4 0,1-2 0,1-1 0,0-1 0,0-1 0,36 6 0,-60-12 0,-7 3 0,-8 3 0,-262 112-1365,253-111-5461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42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24575,'5'0'0,"0"1"0,0-1 0,0 0 0,0-1 0,-1 1 0,1-1 0,0 0 0,0 0 0,-1 0 0,1-1 0,6-2 0,-2 0 0,0 0 0,-1 0 0,1-1 0,-1 0 0,0 0 0,0-1 0,0 0 0,-1 0 0,0-1 0,-1 0 0,1-1 0,-1 1 0,0-1 0,5-11 0,-10 17 0,0-1 0,0 0 0,0 0 0,0 0 0,-1 0 0,1 0 0,-1 0 0,0 0 0,0 0 0,0 1 0,0-1 0,0 0 0,-1 0 0,1 0 0,-1 0 0,0 0 0,0 0 0,-2-4 0,2 6 0,0-1 0,0 1 0,0-1 0,0 1 0,0 0 0,0-1 0,-1 1 0,1 0 0,0 0 0,-1 0 0,1 0 0,-1 0 0,0 0 0,1 0 0,-1 1 0,1-1 0,-1 1 0,0-1 0,0 1 0,1-1 0,-1 1 0,0 0 0,0 0 0,1 0 0,-1 0 0,0 0 0,0 0 0,1 0 0,-1 1 0,0-1 0,0 1 0,-1 0 0,-2 1 0,1-1 0,0 1 0,0 0 0,0 0 0,0 0 0,1 0 0,-1 1 0,1-1 0,-1 1 0,1 0 0,0 0 0,0 1 0,0-1 0,0 0 0,1 1 0,-1 0 0,1-1 0,-2 6 0,2-3 0,0 0 0,0 0 0,1 0 0,0 0 0,0 0 0,1 0 0,0 0 0,0 1 0,0-1 0,0 0 0,1 0 0,2 9 0,1 0 0,0 0 0,1 0 0,0-1 0,1 1 0,1-1 0,0 0 0,1-1 0,14 19 0,-17-25 0,1-1 0,1 1 0,-1-1 0,1 0 0,1 0 0,-1-1 0,1 0 0,-1-1 0,1 1 0,1-1 0,-1-1 0,1 0 0,-1 0 0,1 0 0,16 1 0,-21-3 0,0-1 0,0 0 0,1 0 0,-1 0 0,0-1 0,0 0 0,0 0 0,0 0 0,0 0 0,0 0 0,0-1 0,0 0 0,0 0 0,-1 0 0,1 0 0,-1 0 0,0-1 0,1 1 0,-1-1 0,0 0 0,0 0 0,-1 0 0,1-1 0,-1 1 0,4-7 0,4-8 0,-1 0 0,-1-1 0,-1 0 0,6-20 0,-7 19 0,10-33 0,-10 29 0,1 0 0,1 1 0,1 1 0,13-24 0,-20 43 0,0 0 0,1 0 0,-1 1 0,1-1 0,-1 0 0,1 1 0,0-1 0,0 1 0,0 0 0,7-3 0,-9 4 0,-1 1 0,1-1 0,0 1 0,0 0 0,0 0 0,0-1 0,0 1 0,0 0 0,0 0 0,0 0 0,0 0 0,0 0 0,-1 0 0,1 0 0,0 0 0,0 1 0,0-1 0,0 0 0,0 1 0,0-1 0,0 0 0,-1 1 0,1-1 0,0 1 0,0-1 0,0 1 0,-1-1 0,1 1 0,0 0 0,-1 0 0,1-1 0,-1 1 0,1 0 0,-1 0 0,1-1 0,-1 1 0,1 0 0,-1 0 0,0 0 0,1 0 0,-1 0 0,0 0 0,0-1 0,0 1 0,0 0 0,0 0 0,0 2 0,5 40 0,-2 1 0,-2 0 0,-7 56 0,5-75 0,-6 82 0,-5 142 0,12-240 0,0 1 0,1-1 0,0 1 0,0-1 0,1 1 0,0-1 0,1 0 0,0 0 0,1 0 0,4 9 0,-6-39 0,-39-267 0,-2-35 0,35 295 0,3 19 0,0 0 0,0 0 0,1-16 0,22 30 0,0 2 0,-2 1 0,1 1 0,-1 1 0,-1 1 0,24 16 0,35 20 0,-74-45 0,0 0 0,0 0 0,-1 0 0,1 0 0,-1 1 0,1 0 0,-1 0 0,0 0 0,5 7 0,-7-9 0,0 0 0,-1 0 0,1 1 0,-1-1 0,0 0 0,1 1 0,-1-1 0,0 0 0,0 1 0,0-1 0,0 0 0,0 1 0,0-1 0,0 1 0,0-1 0,-1 0 0,1 1 0,0-1 0,-1 0 0,1 0 0,-1 1 0,1-1 0,-1 0 0,0 0 0,0 0 0,0 1 0,1-1 0,-1 0 0,0 0 0,0 0 0,0-1 0,0 1 0,-1 0 0,1 0 0,-1 0 0,-9 7 0,0-1 0,0 0 0,-1-1 0,1 0 0,-2-1 0,1-1 0,0 1 0,-17 2 0,-110 12 0,97-14 0,33-5 0,1 1 0,-1-2 0,-15-1 0,24 2 0,-1 0 0,1 0 0,0 0 0,0 0 0,-1 0 0,1 0 0,0-1 0,0 1 0,0 0 0,-1 0 0,1 0 0,0 0 0,0 0 0,0-1 0,0 1 0,-1 0 0,1 0 0,0 0 0,0 0 0,0-1 0,0 1 0,0 0 0,0 0 0,0-1 0,-1 1 0,1 0 0,0 0 0,0 0 0,0-1 0,0 1 0,0 0 0,0 0 0,0-1 0,0 1 0,0 0 0,4-14 0,8-8 0,1 4-1365,-1 3-5461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42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24575,'0'0'0,"0"0"0,0 0 0,8 8 0,-6-4 0,0-1 0,0 1 0,-1 0 0,1-1 0,-1 1 0,0 0 0,0 0 0,0 0 0,0 0 0,0 8 0,-5 43 0,2-45 0,1 1 0,0 0 0,1-1 0,2 19 0,-1-23 0,0 0 0,0 0 0,1 0 0,0 0 0,1 0 0,-1-1 0,1 1 0,0-1 0,6 9 0,-7-12 0,0 0 0,0 0 0,0 0 0,0 0 0,0-1 0,1 1 0,-1 0 0,0-1 0,1 0 0,0 0 0,-1 1 0,1-2 0,0 1 0,-1 0 0,1 0 0,0-1 0,0 0 0,-1 1 0,1-1 0,0 0 0,0 0 0,0-1 0,-1 1 0,5-1 0,-1-1 0,1 0 0,-1-1 0,0 1 0,0-1 0,0 0 0,-1-1 0,1 1 0,-1-1 0,1 0 0,-1-1 0,-1 1 0,1-1 0,0 0 0,-1 0 0,0 0 0,-1-1 0,1 0 0,-1 1 0,0-1 0,0 0 0,-1-1 0,4-10 0,-3 7 0,0 0 0,-1-1 0,-1 1 0,1-1 0,-1 1 0,-1-1 0,0 0 0,-1 1 0,0-1 0,0 1 0,-1-1 0,-1 1 0,-6-18 0,8 25 0,-1-1 0,0 1 0,0 0 0,0-1 0,0 1 0,0 0 0,-1 0 0,0 1 0,1-1 0,-1 0 0,0 1 0,0 0 0,-7-4 0,8 5 0,1 0 0,-1 1 0,0-1 0,0 0 0,0 1 0,1 0 0,-1-1 0,0 1 0,0 0 0,0 0 0,0 0 0,0 0 0,0 0 0,0 1 0,0-1 0,1 1 0,-1-1 0,0 1 0,0-1 0,0 1 0,1 0 0,-1 0 0,0 0 0,1 0 0,-1 0 0,1 0 0,-1 1 0,-1 1 0,1-1-105,0 1 0,0 0 0,0-1 0,0 1 0,0 0 0,0 0 0,1 0 0,-1 0 0,1 1 0,0-1 0,0 0 0,0 4 0,-1 5-6721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0:4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210 458 24575,'0'0'0,"0"0"0,0 0 0,0 0 0,-20 4 0,5-1 0,0 1 0,0 0 0,0 1 0,1 0 0,0 2 0,-25 14 0,33-17 0,1 0 0,-1 0 0,1 0 0,0 1 0,1 0 0,-1 0 0,1 0 0,-4 7 0,6-9 0,0 1 0,0 0 0,0 0 0,1 0 0,0 0 0,-1 0 0,2 0 0,-1 0 0,0 1 0,1-1 0,0 0 0,0 0 0,1 9 0,0-8 0,0 1 0,1-1 0,0 1 0,0-1 0,1 0 0,0 0 0,0 0 0,0 0 0,0 0 0,1 0 0,-1-1 0,1 0 0,0 0 0,1 0 0,-1 0 0,1-1 0,-1 1 0,1-1 0,0 0 0,0-1 0,1 1 0,-1-1 0,8 2 0,-6-1 0,1-1 0,-1 0 0,0-1 0,1 1 0,-1-1 0,1-1 0,0 0 0,-1 0 0,1 0 0,-1-1 0,1 0 0,-1 0 0,1-1 0,-1 0 0,0 0 0,0-1 0,9-4 0,-7 0 0,0 0 0,-1 0 0,0-1 0,0 0 0,-1 0 0,0-1 0,-1 0 0,1 0 0,-2 0 0,1-1 0,-2 0 0,8-20 0,1-10 0,15-80 0,-27 117 0,27-185 0,6-25 0,-34 211 0,0 1 0,0 0 0,1 0 0,-1 0 0,0 0 0,1 0 0,-1 0 0,1 0 0,-1 0 0,1 0 0,0 0 0,-1 0 0,1 1 0,0-1 0,0 0 0,-1 0 0,1 1 0,0-1 0,0 0 0,0 1 0,0-1 0,1 0 0,-1 1 0,0 0 0,-1 0 0,1 0 0,0 0 0,-1 0 0,1 1 0,0-1 0,-1 0 0,1 0 0,-1 1 0,1-1 0,0 0 0,-1 1 0,1-1 0,-1 1 0,1-1 0,-1 0 0,1 1 0,-1-1 0,1 1 0,-1-1 0,0 1 0,1 0 0,-1-1 0,0 1 0,1-1 0,-1 1 0,0 0 0,0-1 0,0 1 0,0 0 0,1-1 0,-1 1 0,0 0 0,0-1 0,0 1 0,0 0 0,-1 0 0,2 13 0,-1 0 0,-1 0 0,-1 0 0,-5 25 0,2-10 0,-36 308 0,40-321 0,0 0 0,-1 0 0,-1 0 0,-1 0 0,0 0 0,-10 24 0,14-40 0,0 0 0,0 1 0,0-1 0,0 0 0,0 1 0,-1-1 0,1 0 0,0 1 0,0-1 0,0 0 0,0 0 0,-1 1 0,1-1 0,0 0 0,0 0 0,0 1 0,-1-1 0,1 0 0,0 0 0,-1 0 0,1 1 0,0-1 0,0 0 0,-1 0 0,1 0 0,0 0 0,-1 0 0,1 0 0,0 0 0,-1 1 0,1-1 0,0 0 0,-1 0 0,1 0 0,0 0 0,-1 0 0,1-1 0,0 1 0,-1 0 0,1 0 0,0 0 0,-1 0 0,1 0 0,0 0 0,0 0 0,-1-1 0,0 1 0,1-1 0,0 1 0,-1-1 0,1 1 0,0-1 0,0 0 0,-1 1 0,1-1 0,0 1 0,0-1 0,0 1 0,0-1 0,0 0 0,0 1 0,0-1 0,0 1 0,0-1 0,0 1 0,0-1 0,0 0 0,0 1 0,0-1 0,0 1 0,1-1 0,-1 1 0,0-1 0,0 0 0,1 0 0,6-8 0,-1 0 0,1 1 0,1 0 0,0 0 0,0 1 0,0 0 0,1 0 0,0 1 0,1 0 0,-1 1 0,11-5 0,-17 9 0,0 1 0,0-1 0,0 1 0,0-1 0,0 1 0,0 0 0,0 0 0,0 1 0,0-1 0,0 0 0,0 1 0,0 0 0,0 0 0,0 0 0,-1 0 0,1 0 0,0 0 0,-1 1 0,1 0 0,-1-1 0,1 1 0,-1 0 0,0 0 0,1 0 0,2 4 0,2 2 0,0 1 0,-1-1 0,0 1 0,0 0 0,-1 0 0,5 13 0,-4-6 17,-1 1 0,-1-1 1,0 1-1,-1 0 0,-1 0 0,1 24 0,-3-5-760,-11 70 1,7-80-6084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10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3038 24575,'0'0'0,"0"0"0,5-22 0,-5 20 0,3-18 0,1 1 0,11-31 0,-12 43 0,0 0 0,1 0 0,0 1 0,0-1 0,1 1 0,-1 0 0,1 0 0,1 1 0,-1-1 0,7-4 0,0 1 0,0 1 0,0 1 0,0 0 0,1 1 0,21-8 0,73-18 0,-48 16 0,-32 8 0,1 1 0,30-3 0,-46 9 0,0 0 0,0 1 0,1 0 0,-1 1 0,0 1 0,0 0 0,17 5 0,-20-4 0,0-1 0,-1 1 0,1-1 0,0-1 0,0 0 0,0 0 0,0 0 0,0-1 0,1-1 0,-1 0 0,0 0 0,0 0 0,-1-1 0,1-1 0,14-5 0,9-8 0,0-1 0,-1-2 0,0-1 0,42-37 0,-37 28 0,1 2 0,45-25 0,-60 42 0,0 1 0,1 0 0,32-6 0,-31 9 0,-1-1 0,0-1 0,26-13 0,46-31 0,-51 25 0,2 3 0,85-33 0,31 17 0,-114 31 0,-1-3 0,65-23 0,59-50 0,-103 48 0,-30 21 0,0 1 0,0 1 0,45-8 0,44-16 0,61-39 0,-28 11 0,-116 53 0,0 2 0,0 1 0,1 3 0,62-3 0,82-14 0,-79 1 0,171-60 0,-200 55 0,1 3 0,149-23 0,-137 29 0,175-61 0,227-60 0,-259 70 0,52-12 0,-272 79 0,25-8 0,0 2 0,1 2 0,0 2 0,72 0 0,-68 7 0,-1-2 0,1-3 0,-1-1 0,0-3 0,81-22 0,36-20 0,191-47 0,-85 64 0,-94 15 0,264-72 0,-274 50 0,-122 32 0,0 2 0,1 1 0,60 4 0,34-2 0,-30-10 0,127-31 0,-143 23 0,2 4 0,122-5 0,-88 12 0,195-38 0,-162 20 0,189-41 0,-36 7 0,-62 31 0,25-5 0,-162 18 0,158-5 0,119 22 0,-185 2 0,77 15 0,-135-3 0,1-7 0,0-6 0,292-36 0,-344 19 0,-32 3 0,1 4 0,81-1 0,-128 10 0,96 1 0,159-18 0,65-29 0,7 15 0,-247 23 0,125-24 0,-112 13 0,-27 11 0,0 3 0,87 6 0,21 1 0,58-13 0,170-2 0,358 3 0,-524 6 0,-70 1 0,860-2 0,-442-1 0,-176-1 0,-292 6 0,656 9 0,-192 8 0,293 16 0,-879-31 0,667 25 0,-559-24 120,-103 1-417,-1-1 0,0 2 0,-1 0 0,28 11 0,-27-7-6529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0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24575,'-2'2'0,"1"1"0,0 0 0,0 0 0,1 0 0,-1-1 0,0 1 0,1 0 0,0 0 0,0 4 0,-1-3 0,-5 77 0,6 109 0,1-68 0,-2 47 0,1 421 0,4 128 0,-6-670 0,-1-1 0,-3-1 0,-2 1 0,-24 82 0,31-128 0,0 0 0,1 0 0,-1 0 0,0 0 0,0-1 0,1 1 0,-1 0 0,0 0 0,0-1 0,0 1 0,0-1 0,0 1 0,0-1 0,0 1 0,0-1 0,0 1 0,0-1 0,0 0 0,0 0 0,-1 1 0,1-1 0,0 0 0,0 0 0,0 0 0,0 0 0,0-1 0,0 1 0,-1 0 0,1 0 0,0-1 0,0 1 0,0 0 0,0-1 0,0 1 0,0-1 0,0 1 0,0-1 0,0 0 0,1 1 0,-2-2 0,-6-24-1365,6 14-5461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1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76 312 24575,'0'0'0,"16"0"0,1-1 0,0 0 0,0-2 0,-1 0 0,1 0 0,-1-1 0,0-1 0,26-12 0,-36 14 0,-1 0 0,1 0 0,-1-1 0,0 1 0,0-1 0,0 0 0,-1-1 0,1 1 0,-1-1 0,0 0 0,0 0 0,-1 0 0,1 0 0,-1-1 0,-1 0 0,1 1 0,-1-1 0,0 0 0,0 0 0,0 0 0,-1 0 0,0-1 0,0-10 0,0 7 0,-2 1 0,0 0 0,0 0 0,0 0 0,-1 0 0,0 1 0,-1-1 0,0 0 0,-1 1 0,-6-12 0,9 17 0,0 1 0,-1-1 0,0 1 0,1 0 0,-1 0 0,0-1 0,0 1 0,0 1 0,-1-1 0,1 0 0,0 0 0,-1 1 0,1-1 0,-1 1 0,1 0 0,-1 0 0,0 0 0,1 0 0,-1 0 0,0 1 0,0-1 0,0 1 0,0 0 0,1 0 0,-1 0 0,0 0 0,0 0 0,0 0 0,0 1 0,1 0 0,-1-1 0,0 1 0,0 0 0,1 0 0,-1 1 0,-3 1 0,-7 4 0,1 1 0,1 0 0,0 1 0,0 0 0,0 1 0,-11 13 0,2 1 0,-30 47 0,42-58 0,1 0 0,0 0 0,1 1 0,1-1 0,0 1 0,-3 18 0,6-22 0,0 0 0,1 0 0,0 0 0,1 0 0,0 0 0,1 0 0,0 0 0,1 0 0,0 0 0,3 11 0,-3-16 0,0 0 0,0-1 0,0 1 0,1 0 0,0-1 0,-1 0 0,2 0 0,-1 0 0,0 0 0,1 0 0,0-1 0,7 7 0,-4-6 0,0 0 0,0-1 0,0 1 0,0-1 0,1-1 0,-1 1 0,14 1 0,0-1 0,0-1 0,1-1 0,-1-2 0,0 0 0,31-5 0,-45 5-72,-1-1 1,1 1-1,-1-1 0,0 0 0,1-1 0,-1 0 0,0 0 0,0 0 1,-1 0-1,1-1 0,-1 0 0,1 0 0,-1-1 0,-1 1 0,1-1 1,0 0-1,-1-1 0,5-7 0,0-1-6754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1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58 24575,'0'0'0,"0"0"0,0 0 0,-22-23 0,16 19 0,-1-1 0,0 1 0,0 1 0,-1-1 0,1 1 0,-1 1 0,0-1 0,1 1 0,-16-1 0,19 2 0,0 1 0,1 0 0,-1 0 0,0 0 0,0 0 0,0 1 0,0-1 0,1 1 0,-1 0 0,0 0 0,1 1 0,-1-1 0,0 1 0,1 0 0,0 0 0,-1 0 0,1 0 0,0 0 0,0 1 0,1 0 0,-1-1 0,-4 6 0,0 2 0,1 0 0,0 1 0,0-1 0,1 1 0,1 0 0,0 1 0,0-1 0,1 1 0,1-1 0,0 1 0,0 0 0,1 21 0,1-26 0,1-1 0,0 1 0,0 0 0,0-1 0,1 1 0,0 0 0,0-1 0,1 0 0,0 0 0,0 0 0,0 0 0,1 0 0,-1 0 0,2-1 0,-1 0 0,0 0 0,1 0 0,0 0 0,0-1 0,1 0 0,-1 0 0,1 0 0,12 5 0,-15-7 0,0-1 0,0 0 0,0 0 0,0 0 0,1-1 0,-1 1 0,0-1 0,0 0 0,1 0 0,-1 0 0,0 0 0,1-1 0,-1 1 0,0-1 0,0 0 0,0 0 0,0 0 0,0 0 0,0 0 0,0-1 0,0 1 0,0-1 0,0 0 0,-1 0 0,1 0 0,-1 0 0,1-1 0,-1 1 0,3-4 0,4-6 0,0 1 0,-1-1 0,-1 0 0,0-1 0,8-20 0,-12 27 0,-1 2 0,0-1 0,0 1 0,-1-1 0,0 0 0,2-7 0,-6 14 0,3 7 0,1-3-170,1-1-1,0 1 0,1-1 1,-1 0-1,1 0 0,0 0 1,4 5-1,-1-3-6655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2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24575,'0'0'0,"0"0"0,3 11 0,8 32 0,-1 0 0,-2 1 0,-2 0 0,-2 0 0,-2 49 0,-7-65 0,-1-22 0,5-7 0,1 1 0,-1 0 0,1-1 0,-1 1 0,0 0 0,1-1 0,-1 1 0,1-1 0,-1 1 0,1-1 0,-1 1 0,1-1 0,0 1 0,-1-1 0,1 0 0,0 1 0,-1-2 0,-3-7 0,1 1 0,0-1 0,0 0 0,1 0 0,0 0 0,1 0 0,0 0 0,0-1 0,1 1 0,0 0 0,1-1 0,0 1 0,0 0 0,1 0 0,5-14 0,-5 18 7,0 0 0,1 0-1,0 0 1,0 1 0,1-1-1,-1 1 1,1 0-1,0 0 1,0 0 0,0 0-1,0 1 1,1-1 0,-1 1-1,1 0 1,0 1 0,0-1-1,7-2 1,2 0-255,1 1 1,0 0-1,0 1 1,0 0-1,15 0 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2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0 24575,'0'0'0,"0"0"0,0 0 0,0 26 0,-22 234 0,0-19 0,21-218 0,0 1 0,1 0 0,1 0 0,1 0 0,5 24 0,-7-48 0,0 1 0,0-1 0,0 0 0,0 1 0,0-1 0,0 0 0,0 0 0,0 1 0,0-1 0,0 0 0,1 1 0,-1-1 0,0 0 0,0 1 0,0-1 0,0 0 0,1 0 0,-1 1 0,0-1 0,0 0 0,0 0 0,1 1 0,-1-1 0,0 0 0,1 0 0,-1 0 0,0 0 0,0 1 0,1-1 0,5-7 0,2-19 0,10-49 0,-11 40 0,2 1 0,1-1 0,18-40 0,-26 71 0,-1 1 0,1 0 0,0 0 0,0 0 0,0 0 0,0 1 0,1-1 0,4-4 0,-6 6 0,0 1 0,-1 0 0,1-1 0,-1 1 0,1 0 0,0-1 0,0 1 0,-1 0 0,1 0 0,0 0 0,-1 0 0,1 0 0,0-1 0,0 1 0,-1 0 0,1 1 0,0-1 0,0 0 0,-1 0 0,1 0 0,0 0 0,-1 1 0,1-1 0,0 0 0,-1 0 0,1 1 0,0-1 0,-1 1 0,1-1 0,-1 1 0,1-1 0,-1 1 0,1-1 0,-1 1 0,1-1 0,-1 1 0,1-1 0,-1 1 0,0 0 0,1-1 0,-1 1 0,0 0 0,1-1 0,-1 1 0,0 1 0,4 8 0,-1 1 0,0 0 0,0-1 0,-1 1 0,-1 0 0,0 1 0,0-1 0,-2 21 0,0-19 0,1-1 0,0 0 0,1 1 0,0-1 0,1 0 0,0 0 0,5 13 0,-6-24 0,-1 0 0,1 1 0,-1-1 0,1 0 0,0 0 0,-1 0 0,1 0 0,0-1 0,0 1 0,0 0 0,0 0 0,0 0 0,0-1 0,0 1 0,0 0 0,0-1 0,0 1 0,0-1 0,0 1 0,0-1 0,1 0 0,-1 1 0,0-1 0,0 0 0,0 0 0,1 0 0,-1 0 0,0 0 0,0 0 0,1 0 0,-1 0 0,0-1 0,0 1 0,0 0 0,1-1 0,1 0 0,2-1 0,-1 0 0,1 0 0,0-1 0,-1 0 0,1 0 0,7-6 0,-5 2 0,0-1 0,0 1 0,-1-1 0,0 0 0,-1-1 0,0 0 0,0 1 0,-1-2 0,0 1 0,3-10 0,1-11 0,7-60 0,-13 82 0,-1 1 0,0 1 0,0 0 0,1 0 0,0 0 0,0 0 0,1 0 0,0 0 0,7-10 0,-8 22 0,0 0 0,-1 1 0,1-1 0,-1 1 0,0 7 0,10 272 0,2 28 0,-12-303 0,-1 0 0,0-1 0,-1 1 0,0 0 0,0-1 0,-1 1 0,-1-1 0,-6 18 0,6-22 0,0 1 0,-1-1 0,1 0 0,-2 0 0,1 0 0,0 0 0,-1-1 0,0 0 0,-1 0 0,1 0 0,-1-1 0,0 0 0,-8 5 0,-2 0 0,-1-2 0,0 0 0,-1-1 0,1-1 0,-1 0 0,0-2 0,0 0 0,-34 1 0,31-3 0,0-2 0,-1 0 0,1-2 0,0 0 0,0-1 0,1-1 0,-27-11 0,34 11-195,1-1 0,0-1 0,0 0 0,1 0 0,0-1 0,-13-12 0,4 1-6631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3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11 24575,'-15'-4'0,"0"2"0,-1 0 0,0 0 0,1 2 0,-1 0 0,0 1 0,1 0 0,-25 6 0,31-5 0,0 0 0,0 1 0,0 0 0,0 1 0,0 0 0,1 0 0,-1 1 0,1 0 0,1 0 0,-1 1 0,1 0 0,0 1 0,0-1 0,0 1 0,-6 9 0,11-12 0,0-1 0,0 0 0,1 0 0,-1 1 0,1-1 0,-1 1 0,1 0 0,0-1 0,1 1 0,-1 0 0,1 0 0,-1-1 0,1 1 0,0 0 0,0 0 0,1 3 0,1-1 0,-1 0 0,1 0 0,0-1 0,1 1 0,-1-1 0,1 0 0,0 1 0,0-1 0,6 6 0,1 1 0,1-1 0,0-1 0,1 1 0,0-2 0,0 0 0,1 0 0,16 7 0,52 18 0,-56-26 0,46 25 0,-70-33 0,-1 0 0,1 0 0,-1 1 0,0-1 0,1 0 0,-1 0 0,0 1 0,0-1 0,1 0 0,-1 1 0,0-1 0,1 0 0,-1 0 0,0 1 0,0-1 0,0 1 0,1-1 0,-1 0 0,0 1 0,0-1 0,0 0 0,0 1 0,0-1 0,0 1 0,0-1 0,0 0 0,0 1 0,0-1 0,0 1 0,0-1 0,0 1 0,-9 12 0,-20 7 0,12-13-227,-1 0-1,0-2 1,0 0-1,0 0 1,-31 2-1,36-6-6598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3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24575,'5'13'0,"-2"0"0,1 0 0,-1 1 0,-1-1 0,-1 1 0,1 19 0,-9 84 0,-25 97 0,18-143 0,3 0 0,-2 144 0,10-186-1365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24575,'32'10'0,"11"-1"0,0-2 0,1-1 0,69-1 0,-3 0 0,56 2 0,-184 24 0,2-9 0,1 0 0,2 1 0,0 1 0,1 0 0,2 0 0,0 1 0,2 1 0,1 0 0,1 0 0,1 0 0,-2 28 0,7-52 0,0 1 0,0 0 0,0 0 0,1 0 0,-1 0 0,1 0 0,-1-1 0,1 1 0,0 0 0,0 0 0,1-1 0,-1 1 0,0-1 0,1 1 0,0-1 0,-1 0 0,1 1 0,3 2 0,-4-4 0,1 0 0,-1 0 0,1 0 0,-1 0 0,1 0 0,-1-1 0,1 1 0,-1 0 0,1-1 0,0 1 0,-1-1 0,1 0 0,0 0 0,-1 1 0,1-1 0,0 0 0,0 0 0,-1-1 0,1 1 0,0 0 0,-1 0 0,1-1 0,0 1 0,-1-1 0,1 0 0,-1 1 0,1-1 0,-1 0 0,1 0 0,-1 0 0,2-1 0,2-3 0,0 1 0,-1-1 0,0 0 0,0 0 0,0-1 0,0 1 0,-1-1 0,0 0 0,0 1 0,-1-1 0,0-1 0,0 1 0,0 0 0,1-8 0,0-4 0,0-2 0,-2 1 0,0-30 0,-1 42 20,-1 1 0,0-1 0,0 1 0,0-1 0,-4-10 0,4 15-91,0 0 1,1 0-1,-1 0 0,-1 0 0,1 0 1,0 1-1,0-1 0,-1 0 1,1 0-1,-1 1 0,1-1 0,-1 1 1,0-1-1,0 1 0,1 0 1,-1 0-1,0 0 0,0 0 0,0 0 1,-3-1-1,-2 1-6755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24575,'0'0'0,"2"11"0,4 24 0,-3 1 0,0 49 0,-11 72 0,7-152 0,-43 356 0,5-58 0,37-232 0,2-50 0,0 0 0,-6 33 0,2-73 0,-14-347-1365,14 300-5461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2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42 24575,'0'0'0,"0"0"0,0 0 0,8-18 0,-5 16 0,0-1 0,-1 1 0,1 0 0,0 0 0,1 0 0,-1 0 0,0 1 0,1-1 0,-1 1 0,1 0 0,-1 0 0,1 0 0,-1 0 0,1 1 0,0-1 0,6 1 0,8 0 0,-1 1 0,20 4 0,-30-5 0,13 4 0,1 0 0,-1 1 0,0 0 0,0 2 0,0 1 0,-1 0 0,0 1 0,-1 1 0,0 1 0,-1 1 0,17 14 0,-31-24 0,0 1 0,0-1 0,-1 1 0,1 0 0,-1 0 0,0 0 0,1 1 0,-1-1 0,-1 0 0,1 1 0,-1-1 0,1 1 0,-1 0 0,0-1 0,0 1 0,0 0 0,-1 0 0,1 4 0,-2-4 0,0 0 0,1 0 0,-1 0 0,-1 0 0,1 0 0,0 0 0,-1-1 0,0 1 0,0-1 0,0 1 0,0-1 0,-1 0 0,1 0 0,-1 0 0,0 0 0,0 0 0,-5 4 0,-6 3 0,1-1 0,-2 0 0,1-1 0,-1-1 0,0 0 0,-20 6 0,-101 21 0,86-23 0,-64 15-1365,74-16-5461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21:3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24575,'25'5'0,"65"0"0,98-9 0,-105 1 0,216 6 0,44-2 0,-261-4 0,132-10 0,-153 6 0,88-21 0,-76 12 0,135-14 0,-204 29-72,0 1 1,0-1-1,0 0 0,0 0 0,0 0 0,0 0 0,0-1 0,0 0 1,-1 1-1,1-1 0,0-1 0,-1 1 0,0 0 0,1-1 0,-1 0 1,0 0-1,-1 0 0,4-3 0,-1-1-6754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16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53 4609 0 0,'-4'-19'1394'0'0,"3"18"-1086"0"0,0-1 0 0 0,1 1 0 0 0,-1-1-1 0 0,1 1 1 0 0,-1-1 0 0 0,1 1 0 0 0,0-1 0 0 0,0 0 0 0 0,-1 1 0 0 0,1-1 0 0 0,0 1-1 0 0,1-1 1 0 0,-1 0 0 0 0,0 1 0 0 0,1-3 0 0 0,0-2 3655 0 0,-3 10-73 0 0,1-2-3719 0 0,0 1 0 0 0,0-1-1 0 0,1 1 1 0 0,-1 0 0 0 0,1-1 0 0 0,0 1 0 0 0,0-1 0 0 0,0 4 0 0 0,5 230 453 0 0,-5-83-523 0 0,-13 401 467 0 0,4-350-324 0 0,3-25-64 0 0,-11 315 38 0 0,14-334-180 0 0,9 212 59 0 0,-1-200-66 0 0,4 267 33 0 0,-13-7-64 0 0,1-291 0 0 0,10 219 245 0 0,-4-136 7 0 0,-1-23 11 0 0,10 173 110 0 0,-5-211-145 0 0,0 63 67 0 0,-12-35-72 0 0,1 45-72 0 0,-18 291 51 0 0,11-405-186 0 0,-9 191 48 0 0,28-86-76 0 0,-7-222-78 0 0,-1 0 0 0 0,1 0 0 0 0,0 1 0 0 0,0-1 0 0 0,1 0 0 0 0,-1 0 0 0 0,1 0 0 0 0,0 0 0 0 0,5 8 0 0 0,-6-13 13 0 0,-1 0 0 0 0,0 1 0 0 0,1-1 0 0 0,-1 0 0 0 0,0 0 0 0 0,1 1 0 0 0,-1-1 0 0 0,0 0 0 0 0,1 0 0 0 0,-1 0 0 0 0,0 0 0 0 0,1 0 0 0 0,-1 1 0 0 0,0-1 0 0 0,1 0 0 0 0,-1 0 0 0 0,1 0 0 0 0,-1 0 0 0 0,0 0-1 0 0,1 0 1 0 0,-1 0 0 0 0,0 0 0 0 0,1-1 0 0 0,-1 1 0 0 0,1 0 0 0 0,-1 0 0 0 0,0 0 0 0 0,1 0 0 0 0,0-1 0 0 0,5-4-5558 0 0,-2-3-1230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17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0 8266 0 0,'-2'1'517'0'0,"1"0"0"0"0,0 0 0 0 0,0 1-1 0 0,0-1 1 0 0,-1 0 0 0 0,1 0 0 0 0,0 1 0 0 0,1-1 0 0 0,-1 0 0 0 0,0 1 0 0 0,0-1 0 0 0,0 1 0 0 0,0 1 0 0 0,-1 1-881 0 0,-9 21 1038 0 0,0 0 0 0 0,2 1-1 0 0,1 1 1 0 0,1-1 0 0 0,-6 46-1 0 0,5-24-594 0 0,-2 3-12 0 0,-33 208 522 0 0,69-370-441 0 0,4-13-69 0 0,-23 79-343 0 0,19-81 437 0 0,-21 106-195 0 0,1 1-1 0 0,0 0 1 0 0,2 1 0 0 0,13-24-1 0 0,-21 41 25 0 0,1 0-1 0 0,-1 0 1 0 0,1 0-1 0 0,-1 0 1 0 0,1 0-1 0 0,-1 0 1 0 0,1 0-1 0 0,0 0 1 0 0,-1 0-1 0 0,1 0 1 0 0,0 1-1 0 0,0-1 1 0 0,-1 0-1 0 0,1 1 1 0 0,0-1-1 0 0,0 0 1 0 0,0 1-1 0 0,0-1 1 0 0,0 1-1 0 0,0-1 1 0 0,0 1-1 0 0,0 0 1 0 0,0-1-1 0 0,0 1 1 0 0,0 0-1 0 0,1 0 1 0 0,-1 0-1 0 0,0 0 1 0 0,0 0-1 0 0,0 0 1 0 0,0 0-1 0 0,0 0 1 0 0,0 0-1 0 0,0 0 1 0 0,1 1-1 0 0,0 0 28 0 0,0 1 0 0 0,0-1 0 0 0,0 0 0 0 0,-1 1 0 0 0,1 0-1 0 0,-1-1 1 0 0,1 1 0 0 0,-1 0 0 0 0,0 0 0 0 0,1 0-1 0 0,-1 0 1 0 0,0 0 0 0 0,0 0 0 0 0,-1 0 0 0 0,1 0 0 0 0,0 4-1 0 0,33 151 414 0 0,-25-107 262 0 0,1 0 0 0 0,3 0 0 0 0,26 64 0 0 0,-36-103-341 0 0,-3-9-329 0 0,0 0-1 0 0,1-1 1 0 0,-1 1-1 0 0,1 0 1 0 0,-1 0 0 0 0,1 0-1 0 0,0-1 1 0 0,0 1-1 0 0,0 0 1 0 0,1 2 0 0 0,-2-4-111 0 0,0 0 0 0 0,0-1 0 0 0,-1 0-1153 0 0,1 1 1153 0 0,0 0 0 0 0,0 0 1 0 0,0 0-1 0 0,0 0 0 0 0,0 0 0 0 0,0 0 0 0 0,0 0 0 0 0,0 0 0 0 0,0 0 0 0 0,0 0 1 0 0,0 0-1 0 0,0 0 0 0 0,0-1 0 0 0,0 1 0 0 0,0 0 0 0 0,0 0 0 0 0,0 0 1 0 0,0 0-1 0 0,0 0 0 0 0,1-1-1153 0 0,0 1 1153 0 0,-1 0 0 0 0,0 0 0 0 0,0 0 1 0 0,0 0-1 0 0,0 0 0 0 0,0 0 0 0 0,0 0 0 0 0,0 0 0 0 0,0 0 0 0 0,0 0 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19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14 171 10370 0 0,'-13'-6'1889'0'0,"13"6"-1850"0"0,0 0 1 0 0,0 0-1 0 0,0-1 0 0 0,0 1 0 0 0,-1 0 1 0 0,1 0-1 0 0,0 0 0 0 0,0 0 0 0 0,0 0 1 0 0,0 0-1 0 0,0-1 0 0 0,0 1 0 0 0,0 0 1 0 0,0 0-1 0 0,0 0 0 0 0,0 0 0 0 0,0 0 1 0 0,0 0-1 0 0,0-1 0 0 0,0 1 0 0 0,0 0 0 0 0,0 0 1 0 0,0 0-1 0 0,0 0 0 0 0,0 0 0 0 0,1 0 1 0 0,-1-1-1 0 0,0 1 0 0 0,0 0 0 0 0,0 0 1 0 0,0 0-1 0 0,0 0 0 0 0,0 0 0 0 0,0 0 1 0 0,0 0-1 0 0,0 0 0 0 0,0-1 0 0 0,1 1 1 0 0,-1 0-1 0 0,0 0 0 0 0,0 0 0 0 0,0 0 1 0 0,0 0-1 0 0,0 0 0 0 0,1 0 0 0 0,25-7 2284 0 0,-13 5-2266 0 0,199-38 3984 0 0,109 5-3409 0 0,41 13-662 0 0,-280 18 62 0 0,625-2 525 0 0,-212 7-203 0 0,825 7 1061 0 0,-1140-5-1359 0 0,817-11 712 0 0,-255-21-352 0 0,474 11 152 0 0,-553 49-412 0 0,73 8-72 0 0,-597-33 53 0 0,121 2 215 0 0,-254-8-891 0 0,-1 0-1 0 0,0 0 1 0 0,0-1 0 0 0,0 1 0 0 0,0-1 0 0 0,-1 0 0 0 0,1-1 0 0 0,8-2 0 0 0,-11 2 206 0 0,0 1 1 0 0,0 0-1 0 0,0 0 0 0 0,-1-1 0 0 0,1 1 0 0 0,0-1 1 0 0,-1 0-1 0 0,1 1 0 0 0,-1-1 0 0 0,0 0 1 0 0,0 0-1 0 0,0 0 0 0 0,0 0 0 0 0,0 0 0 0 0,0 0 1 0 0,0 0-1 0 0,0 0 0 0 0,-1 0 0 0 0,1 0 1 0 0,-1-1-1 0 0,0 1 0 0 0,1-3 0 0 0,-1-3-5509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0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1 5985 0 0,'-6'5'6991'0'0,"2"7"-4432"0"0,3 12-1520 0 0,2-20-824 0 0,0-1 1 0 0,0 1-1 0 0,1-1 0 0 0,-1 1 0 0 0,1-1 0 0 0,0 1 1 0 0,0-1-1 0 0,0 0 0 0 0,0 0 0 0 0,0 0 0 0 0,1 0 1 0 0,0 0-1 0 0,-1-1 0 0 0,1 1 0 0 0,5 3 0 0 0,6 3 210 0 0,0 0 0 0 0,16 8-1 0 0,10 2 267 0 0,63 19 0 0 0,-60-23-272 0 0,-42-15-388 0 0,0 1 1 0 0,1-1 0 0 0,-1 0 0 0 0,0 1 0 0 0,0-1 0 0 0,1 1 0 0 0,-1 0-1 0 0,0-1 1 0 0,0 1 0 0 0,0 0 0 0 0,0 0 0 0 0,0-1 0 0 0,0 1 0 0 0,0 0 0 0 0,0 0-1 0 0,0 0 1 0 0,0 0 0 0 0,0 1 0 0 0,0-1 0 0 0,-1 0 0 0 0,1 0 0 0 0,0 2-1 0 0,-1-2 7 0 0,0 0 0 0 0,0 0-1 0 0,0 0 1 0 0,-1 0 0 0 0,1 1-1 0 0,0-1 1 0 0,-1 0-1 0 0,1 0 1 0 0,-1 0 0 0 0,1 0-1 0 0,-1 0 1 0 0,0 0 0 0 0,1 0-1 0 0,-1 0 1 0 0,0 0 0 0 0,1-1-1 0 0,-1 1 1 0 0,0 0-1 0 0,0 0 1 0 0,-1 0 0 0 0,-8 6 162 0 0,0 0 0 0 0,0-1 0 0 0,-19 8-1 0 0,25-12-224 0 0,-11 5 123 0 0,-356 160 917 0 0,349-158-844 0 0,-24 15 0 0 0,39-20-644 0 0,0 0-1 0 0,1 1 0 0 0,0 0 1 0 0,0 0-1 0 0,0 0 1 0 0,0 1-1 0 0,-7 9 1 0 0,9-8-7892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2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14 440 10594 0 0,'0'0'90'0'0,"-1"0"-1"0"0,1 0 0 0 0,-1 0 1 0 0,1 0-1 0 0,-1 0 0 0 0,0 0 1 0 0,1 1-1 0 0,-1-1 0 0 0,1 0 1 0 0,-1 0-1 0 0,1 1 0 0 0,-1-1 1 0 0,1 0-1 0 0,-1 1 0 0 0,1-1 1 0 0,0 0-1 0 0,-1 1 0 0 0,1-1 1 0 0,-1 1-1 0 0,1-1 0 0 0,0 1 1 0 0,-1-1-1 0 0,1 1 0 0 0,0-1 1 0 0,0 1-1 0 0,-1-1 0 0 0,1 1 1 0 0,0-1-1 0 0,0 2 0 0 0,-2 23 703 0 0,3-16-581 0 0,1-1-1 0 0,0 1 0 0 0,4 14 0 0 0,9 13 540 0 0,1-1 584 0 0,-2 2 0 0 0,14 59 0 0 0,-15-48-851 0 0,3 0-1 0 0,38 83 1 0 0,-3-9-377 0 0,-41-97 22 0 0,1-1 1 0 0,1-1-1 0 0,1 0 1 0 0,23 31-1 0 0,72 74 561 0 0,-52-63-364 0 0,173 215 422 0 0,-161-177-573 0 0,20 24 49 0 0,24 2-119 0 0,137 124 0 0 0,-156-153-91 0 0,-70-72-3 0 0,1-1 0 0 0,2-1 0 0 0,46 35 1 0 0,40 21 24 0 0,104 69 4 0 0,-143-103-39 0 0,19 12 0 0 0,22 5 26 0 0,3-5-1 0 0,131 47 0 0 0,-74-51-5 0 0,3-8 0 0 0,192 28 0 0 0,92-28 228 0 0,-359-45-194 0 0,-1-4-1 0 0,113-17 0 0 0,198-51 22 0 0,-334 48 19 0 0,0-3-1 0 0,89-40 1 0 0,-25 8-116 0 0,-70 26 135 0 0,112-65-1 0 0,-84 40-61 0 0,-5 4-56 0 0,133-95 0 0 0,-105 41 47 0 0,-42 33-20 0 0,1-2 26 0 0,-2-5 0 0 0,82-105 0 0 0,-31 11-31 0 0,-43 54-23 0 0,75-125-7 0 0,-78 109 15 0 0,-38 58-2 0 0,67-149 0 0 0,35-62 11 0 0,152-230-22 0 0,-283 486 21 0 0,-1-2-1 0 0,24-67 0 0 0,11-75 26 0 0,-43 140-33 0 0,-8 31-373 0 0,1 0 1 0 0,-1 0-1 0 0,1 1 1 0 0,-1-1 0 0 0,1 1-1 0 0,1-1 1 0 0,-1 1 0 0 0,1 0-1 0 0,5-8 1 0 0,-5 11-1024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6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148 112 14283 0 0,'-6'-30'1383'0'0,"4"21"-1449"0"0,1 1 1 0 0,-1 0 0 0 0,0 0 0 0 0,-1 0 0 0 0,0 0 0 0 0,0 0 0 0 0,-7-11 0 0 0,10 19 104 0 0,0 0 1 0 0,-1-1 0 0 0,1 1 0 0 0,0-1 0 0 0,-1 1 0 0 0,1 0-1 0 0,0-1 1 0 0,-1 1 0 0 0,1-1 0 0 0,-1 1 0 0 0,1 0 0 0 0,0 0 0 0 0,-1-1-1 0 0,1 1 1 0 0,-1 0 0 0 0,1 0 0 0 0,-1 0 0 0 0,1-1 0 0 0,-1 1-1 0 0,1 0 1 0 0,-1 0 0 0 0,1 0 0 0 0,-1 0 0 0 0,0 0 0 0 0,1 0 0 0 0,-1 0-1 0 0,1 0 1 0 0,-1 0 0 0 0,-12 11 811 0 0,-4 22-117 0 0,17-33-734 0 0,-14 41 227 0 0,2 0 0 0 0,2 1-1 0 0,2 1 1 0 0,-5 57 0 0 0,-2 108 340 0 0,14-172-487 0 0,2 1 0 0 0,2-1 0 0 0,12 62 0 0 0,-9-78 32 0 0,0-1 1 0 0,10 20-1 0 0,-5-13-2073 0 0,-1 0-3817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7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94 5529 0 0,'-6'-11'-992'0'0,"4"8"1678"0"0,0 1 0 0 0,1-1 0 0 0,0 0-1 0 0,-1 0 1 0 0,1 0 0 0 0,-1-6 0 0 0,2 8-531 0 0,0 0 0 0 0,0 0 0 0 0,0 1 0 0 0,0-1 0 0 0,0 0 0 0 0,0 0 0 0 0,1 1 0 0 0,-1-1 0 0 0,0 0 0 0 0,0 1 0 0 0,1-1 0 0 0,-1 0 0 0 0,1 0 0 0 0,-1 1 0 0 0,0-1 0 0 0,1 1 0 0 0,-1-1 0 0 0,1 0 0 0 0,-1 1 0 0 0,1-1 0 0 0,0 1 0 0 0,-1-1 0 0 0,1 1 0 0 0,-1 0 0 0 0,1-1 0 0 0,0 1 0 0 0,0 0 0 0 0,-1-1 0 0 0,1 1 0 0 0,0 0 0 0 0,-1 0 0 0 0,1-1 0 0 0,0 1 0 0 0,1 0 0 0 0,23-4 816 0 0,-1 0-1 0 0,49 1 0 0 0,-36 2-455 0 0,7-1-265 0 0,65-4 323 0 0,-88 3-4026 0 0,30-7 1 0 0,-36 6-1774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7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2 9730 0 0,'-5'-1'342'0'0,"0"1"-1"0"0,0-1 1 0 0,0 1 0 0 0,0 0-1 0 0,0 1 1 0 0,0-1 0 0 0,0 1-1 0 0,1 0 1 0 0,-1 0 0 0 0,0 1-1 0 0,0 0 1 0 0,1-1 0 0 0,-10 6-1 0 0,7-3-7 0 0,0 0 0 0 0,0 1-1 0 0,1-1 1 0 0,-1 1-1 0 0,1 1 1 0 0,0-1 0 0 0,-10 12-1 0 0,9-6-117 0 0,0 1-1 0 0,1-1 0 0 0,1 1 1 0 0,-1 0-1 0 0,2 0 0 0 0,0 0 1 0 0,0 1-1 0 0,1 0 0 0 0,1-1 0 0 0,0 1 1 0 0,1 0-1 0 0,0 0 0 0 0,1 0 1 0 0,2 18-1 0 0,-1-16-262 0 0,1 0 0 0 0,1 0 0 0 0,1 0 0 0 0,0 0 0 0 0,7 15 0 0 0,-6-19-529 0 0,0 0 0 0 0,0-1 0 0 0,1 0 1 0 0,1 0-1 0 0,0-1 0 0 0,15 17 0 0 0,-16-20-1041 0 0,0-2-14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7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13 10594 0 0,'0'0'109'0'0,"0"0"-1"0"0,-1 0 0 0 0,1-1 0 0 0,0 1 1 0 0,0 0-1 0 0,0-1 0 0 0,0 1 0 0 0,0 0 0 0 0,-1-1 1 0 0,1 1-1 0 0,0 0 0 0 0,0-1 0 0 0,0 1 1 0 0,0-1-1 0 0,0 1 0 0 0,0 0 0 0 0,0-1 1 0 0,0 1-1 0 0,0 0 0 0 0,0-1 0 0 0,1 1 1 0 0,-1 0-1 0 0,0-1 0 0 0,0 1 0 0 0,0 0 1 0 0,0-1-1 0 0,0 1 0 0 0,1 0 0 0 0,-1-1 1 0 0,0 1-1 0 0,0 0 0 0 0,0 0 0 0 0,1-1 1 0 0,-1 1-1 0 0,0 0 0 0 0,1 0 0 0 0,-1 0 1 0 0,0-1-1 0 0,1 1 0 0 0,16 3 1182 0 0,17 15-660 0 0,-22-10-244 0 0,-1 1 0 0 0,-1 1 0 0 0,0 0 0 0 0,0 1 0 0 0,14 19 0 0 0,10 12 770 0 0,-26-34-996 0 0,-1 2 0 0 0,0-1-1 0 0,9 18 1 0 0,-3-2-4774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7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13 6913 0 0,'-1'-1'214'0'0,"0"0"0"0"0,0 0 0 0 0,0 0 0 0 0,0 0 0 0 0,0 0-1 0 0,-1 0 1 0 0,1 0 0 0 0,0 0 0 0 0,0 1 0 0 0,-1-1 0 0 0,1 1-1 0 0,-1-1 1 0 0,1 1 0 0 0,0-1 0 0 0,-1 1 0 0 0,1 0 0 0 0,-1 0-1 0 0,1 0 1 0 0,-1 0 0 0 0,1 0 0 0 0,-1 0 0 0 0,1 0 0 0 0,-1 0-1 0 0,1 1 1 0 0,-1-1 0 0 0,1 0 0 0 0,-2 1 0 0 0,-4 1 180 0 0,1 0 0 0 0,-1 0 0 0 0,1 0 1 0 0,0 1-1 0 0,-7 3 0 0 0,5 0-136 0 0,0 0-1 0 0,0 0 1 0 0,1 1 0 0 0,0 0 0 0 0,0 0 0 0 0,1 0-1 0 0,-7 11 1 0 0,-37 63 911 0 0,29-45-725 0 0,8-15-205 0 0,1 0-1 0 0,1 1 0 0 0,0 0 0 0 0,-13 43 0 0 0,24-62-204 0 0,-1-1-1 0 0,1 1 1 0 0,0-1-1 0 0,0 1 1 0 0,0 0-1 0 0,0-1 1 0 0,0 1-1 0 0,0 0 0 0 0,1-1 1 0 0,0 4-1 0 0,7 6-1254 0 0,6-5-4387 0 0,-7-5-285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28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14283 0 0,'0'0'1298'0'0,"7"20"821"0"0,9 32-990 0 0,57 212 4613 0 0,-66-231-5123 0 0,-2 1 0 0 0,-2 0 1 0 0,-1 0-1 0 0,-1 1 0 0 0,-8 67 0 0 0,5-93-562 0 0,0 1 1 0 0,0-1-1 0 0,0 0 0 0 0,-1 0 1 0 0,-1 0-1 0 0,0 0 0 0 0,0-1 1 0 0,0 1-1 0 0,-8 9 0 0 0,12-18-71 0 0,-1 1 0 0 0,1-1 0 0 0,-1 0 0 0 0,1 1 0 0 0,-1-1 0 0 0,1 0-1 0 0,-1 1 1 0 0,1-1 0 0 0,-1 0 0 0 0,0 0 0 0 0,1 1 0 0 0,-1-1-1 0 0,1 0 1 0 0,-1 0 0 0 0,0 0 0 0 0,1 0 0 0 0,-1 0 0 0 0,0 0-1 0 0,1 0 1 0 0,-1 0 0 0 0,1 0 0 0 0,-1 0 0 0 0,0 0 0 0 0,1 0-1 0 0,-1-1 1 0 0,0 1 0 0 0,1 0 0 0 0,-1 0 0 0 0,1-1 0 0 0,-1 1-1 0 0,1 0 1 0 0,-2-1 0 0 0,-18-15-5176 0 0,16 12 511 0 0,-2-2-3306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30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58 10658 0 0,'-3'2'336'0'0,"1"0"-1"0"0,0 0 1 0 0,0 0 0 0 0,0 1-1 0 0,0-1 1 0 0,0 0 0 0 0,1 1-1 0 0,-1-1 1 0 0,0 1-1 0 0,1 0 1 0 0,0-1 0 0 0,0 1-1 0 0,0 0 1 0 0,0 0-1 0 0,0 0 1 0 0,0 0 0 0 0,1 0-1 0 0,0 0 1 0 0,-1 5-1 0 0,2-7 259 0 0,5-7 1736 0 0,-1-1-2230 0 0,-1 1 1 0 0,0-1 0 0 0,0 0-1 0 0,-1-1 1 0 0,3-7-1 0 0,-5 13-63 0 0,0 0 0 0 0,-1 0-1 0 0,1 0 1 0 0,-1 0 0 0 0,1 0-1 0 0,-1-1 1 0 0,0 1-1 0 0,0 0 1 0 0,1 0 0 0 0,-2 0-1 0 0,1 0 1 0 0,0 0-1 0 0,0 0 1 0 0,-1-1 0 0 0,1 1-1 0 0,-1 0 1 0 0,1 0 0 0 0,-1 0-1 0 0,0 0 1 0 0,0 0-1 0 0,0 1 1 0 0,0-1 0 0 0,0 0-1 0 0,-1 0 1 0 0,1 1-1 0 0,-2-3 1 0 0,2 3-27 0 0,0 1-1 0 0,1 0 1 0 0,-1-1-1 0 0,1 1 1 0 0,-1 0-1 0 0,0 0 1 0 0,1-1-1 0 0,-1 1 1 0 0,0 0 0 0 0,1 0-1 0 0,-1 0 1 0 0,0 0-1 0 0,1 0 1 0 0,-1 0-1 0 0,0 0 1 0 0,1 0-1 0 0,-1 0 1 0 0,0 0 0 0 0,1 0-1 0 0,-1 0 1 0 0,0 0-1 0 0,1 1 1 0 0,-1-1-1 0 0,0 0 1 0 0,1 0-1 0 0,-1 1 1 0 0,0 0-1 0 0,-2 0 43 0 0,1 1-1 0 0,0-1 0 0 0,1 1 0 0 0,-1 0 1 0 0,0 0-1 0 0,0 0 0 0 0,1 0 0 0 0,-3 3 1 0 0,3-4-26 0 0,0 1 0 0 0,0-1 0 0 0,0 1 1 0 0,0-1-1 0 0,0 1 0 0 0,0 0 0 0 0,1 0 1 0 0,-1-1-1 0 0,1 1 0 0 0,-1 0 0 0 0,1 0 1 0 0,-1 0-1 0 0,1 0 0 0 0,0-1 1 0 0,0 1-1 0 0,0 0 0 0 0,0 0 0 0 0,0 0 1 0 0,0 0-1 0 0,1 0 0 0 0,-1-1 0 0 0,1 1 1 0 0,0 3-1 0 0,0-4-22 0 0,-1-1 0 0 0,1 0 0 0 0,-1 1 0 0 0,1-1 0 0 0,-1 0 0 0 0,1 1 1 0 0,0-1-1 0 0,-1 0 0 0 0,1 0 0 0 0,-1 0 0 0 0,1 1 0 0 0,0-1 0 0 0,-1 0 0 0 0,1 0 0 0 0,-1 0 0 0 0,1 0 0 0 0,0 0 1 0 0,-1 0-1 0 0,1 0 0 0 0,0 0 0 0 0,-1 0 0 0 0,1-1 0 0 0,-1 1 0 0 0,1 0 0 0 0,0 0 0 0 0,-1-1 0 0 0,1 1 0 0 0,-1 0 0 0 0,1 0 1 0 0,-1-1-1 0 0,1 1 0 0 0,-1-1 0 0 0,1 1 0 0 0,-1 0 0 0 0,1-1 0 0 0,-1 1 0 0 0,1-1 0 0 0,-1 1 0 0 0,0-1 0 0 0,1 1 0 0 0,-1-1 1 0 0,0 0-1 0 0,1 1 0 0 0,-1-1 0 0 0,0 1 0 0 0,0-2 0 0 0,12-27 220 0 0,-12 15 62 0 0,-7 21 664 0 0,-7 22-351 0 0,5 27-254 0 0,-5 86-1 0 0,-1 12 73 0 0,-6 97-50 0 0,14-126-221 0 0,-4 53-86 0 0,-15 154 59 0 0,7 151 100 0 0,15-175-166 0 0,3-283-53 0 0,-8 42 0 0 0,-1 1 0 0 0,9-59 0 0 0,1-4 0 0 0,-1 0 0 0 0,1-1 0 0 0,0 1 0 0 0,0-1 0 0 0,0 1 0 0 0,1 0 0 0 0,1 5 0 0 0,1-22-682 0 0,12-63-2865 0 0,-9 56 1030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32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468 24 6913 0 0,'0'-1'147'0'0,"-1"0"104"0"0,0-1 0 0 0,0 0 0 0 0,0 1 0 0 0,0 0-1 0 0,0-1 1 0 0,0 1 0 0 0,0 0 0 0 0,0-1 0 0 0,-1 1 0 0 0,1 0 0 0 0,0 0-1 0 0,-1 0 1 0 0,1 0 0 0 0,-1 0 0 0 0,1 1 0 0 0,-1-1 0 0 0,1 0 0 0 0,-4 0 0 0 0,3 7 4881 0 0,-1 9-5662 0 0,3-15 937 0 0,-22 126 1061 0 0,5-21-1016 0 0,-35 181 636 0 0,20-101-1044 0 0,5 0 256 0 0,-20 135-236 0 0,8 37 160 0 0,12-75-16 0 0,-3-90 103 0 0,17-75 41 0 0,-2 18-97 0 0,-4-37-50 0 0,2-8 50 0 0,-9 124 0 0 0,11 98 204 0 0,-3-125-150 0 0,12-137-177 0 0,-6 91 568 0 0,10-93-188 0 0,2-43-2654 0 0,1-5 2024 0 0,-1 0 0 0 0,0 0 0 0 0,0 0 0 0 0,0 0 0 0 0,1 0 0 0 0,-1 0 0 0 0,0 0 0 0 0,0 0 0 0 0,0 0-1 0 0,1 1 1 0 0,-1-1 0 0 0,0 0 0 0 0,0 0 0 0 0,1 0 0 0 0,-1 0 0 0 0,0 0 0 0 0,0-1 0 0 0,0 1 0 0 0,1 0 0 0 0,-1 0 0 0 0,0 0 0 0 0,0 0 0 0 0,0 0 0 0 0,1 0 0 0 0,-1 0 0 0 0,0 0-1 0 0,0 0 1 0 0,0-1 0 0 0,0 1 0 0 0,1 0 0 0 0,-1 0 0 0 0,0 0 0 0 0,0 0 0 0 0,0 0 0 0 0,0-1 0 0 0,0 1 0 0 0,1 0 0 0 0,-1 0 0 0 0,0 0 0 0 0,0-1 0 0 0,0 1 0 0 0,0 0-1 0 0,0 0 1 0 0,0 0 0 0 0,0-1 0 0 0,0 1 0 0 0,17-20-7082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49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9 213 13707 0 0,'-2'-1'680'0'0,"1"1"-588"0"0,1 0 0 0 0,0 0 0 0 0,0 0 0 0 0,-1 0-1 0 0,1 0 1 0 0,0 0 0 0 0,0 0 0 0 0,-1-1 0 0 0,1 1 0 0 0,0 0 0 0 0,0 0-1 0 0,-1 0 1 0 0,1 0 0 0 0,0 0 0 0 0,0-1 0 0 0,0 1 0 0 0,-1 0 0 0 0,1 0 0 0 0,0 0-1 0 0,0-1 1 0 0,0 1 0 0 0,0 0 0 0 0,-1 0 0 0 0,1 0 0 0 0,0-1 0 0 0,0 1 0 0 0,0 0-1 0 0,0 0 1 0 0,0-1 0 0 0,0 1 0 0 0,0 0 0 0 0,0 0 0 0 0,0-1 0 0 0,0 1 0 0 0,0 0-1 0 0,0-1 1 0 0,0 1 0 0 0,0 0 0 0 0,0 0 0 0 0,0-1 0 0 0,0 1 0 0 0,0 0 0 0 0,0 0-1 0 0,0-1 1 0 0,0 1 0 0 0,0 0 0 0 0,1 0 0 0 0,-1-1 0 0 0,0 1 0 0 0,0 0 0 0 0,0 0-1 0 0,0 0 1 0 0,1-1 0 0 0,9-14 536 0 0,2 0 0 0 0,-1 0-1 0 0,2 1 1 0 0,21-18 0 0 0,-26 24-413 0 0,1 1 0 0 0,0 1 0 0 0,0-1 1 0 0,1 1-1 0 0,-1 1 0 0 0,1 0 0 0 0,0 0 0 0 0,1 1 0 0 0,13-3 1 0 0,-18 6-191 0 0,-1 1 1 0 0,1 0 0 0 0,0 0-1 0 0,-1 1 1 0 0,1-1 0 0 0,-1 1 0 0 0,1 1-1 0 0,-1-1 1 0 0,1 1 0 0 0,-1 0 0 0 0,0 0-1 0 0,0 0 1 0 0,0 1 0 0 0,0 0-1 0 0,0 0 1 0 0,-1 0 0 0 0,1 0 0 0 0,4 6-1 0 0,8 6-8 0 0,-1 1-1 0 0,-1 0 1 0 0,16 22-1 0 0,-11-8 27 0 0,-2 1 0 0 0,-1 1 0 0 0,-1 1 0 0 0,-2 0 0 0 0,13 44 0 0 0,-2 6 31 0 0,-25-82-98 0 0,0-1 0 0 0,1 1 0 0 0,-1-1 0 0 0,0 1 0 0 0,0-1 0 0 0,0 1 0 0 0,0-1 0 0 0,1 1 0 0 0,-1-1 0 0 0,0 1 0 0 0,0-1 0 0 0,0 1 0 0 0,0 0 0 0 0,0-1 0 0 0,0 1 0 0 0,-1-1 0 0 0,1 1 0 0 0,0-1 0 0 0,0 1 0 0 0,0-1 0 0 0,0 1 0 0 0,-1-1 0 0 0,1 1 0 0 0,0-1 0 0 0,0 0 0 0 0,-1 1 0 0 0,1-1 0 0 0,0 1 0 0 0,-1-1 0 0 0,1 0 0 0 0,0 1 0 0 0,-1-1 0 0 0,1 0 0 0 0,-1 1 0 0 0,1-1 0 0 0,-1 0 0 0 0,1 1 0 0 0,-1-1 0 0 0,1 0 0 0 0,-1 0 0 0 0,1 0 0 0 0,-1 0 0 0 0,1 1 0 0 0,-1-1 0 0 0,1 0 0 0 0,-1 0 0 0 0,1 0 0 0 0,-1 0 0 0 0,1 0 0 0 0,-1 0 0 0 0,1 0 0 0 0,-1 0 0 0 0,1-1 0 0 0,-1 1 0 0 0,1 0 0 0 0,-1 0 0 0 0,1 0 0 0 0,-2-1 0 0 0,1 0-85 0 0,-1 1-1 0 0,0-1 1 0 0,0 0-1 0 0,0 0 1 0 0,0 0-1 0 0,1 0 0 0 0,-1 0 1 0 0,1 0-1 0 0,-1-1 1 0 0,1 1-1 0 0,-1 0 1 0 0,1-1-1 0 0,0 1 1 0 0,-1-1-1 0 0,0-2 1 0 0,0-1-187 0 0,1 0 1 0 0,0 0 0 0 0,0 0-1 0 0,0 0 1 0 0,1-1 0 0 0,0 1-1 0 0,0 0 1 0 0,0 0 0 0 0,2-11-1 0 0,14-49-2147 0 0,-9 38 1550 0 0,21-71-1882 0 0,-10 34 1359 0 0,13-73 0 0 0,-31 136 1528 0 0,0 0 0 0 0,1 0 0 0 0,-1-1 1 0 0,0 1-1 0 0,0 0 0 0 0,0 0 0 0 0,0 0 1 0 0,0-1-1 0 0,0 1 0 0 0,0 0 1 0 0,0 0-1 0 0,0-1 0 0 0,-1 1 0 0 0,1 0 1 0 0,0 0-1 0 0,-1 0 0 0 0,1-1 0 0 0,-1 1 1 0 0,1 0-1 0 0,-1 0 0 0 0,0 0 1 0 0,1 0-1 0 0,-1 0 0 0 0,0 0 0 0 0,-2-1 1 0 0,2 1 49 0 0,-1 1 1 0 0,1 0-1 0 0,-1-1 1 0 0,1 1-1 0 0,-1 0 1 0 0,1 0-1 0 0,-1 0 1 0 0,0 1-1 0 0,1-1 1 0 0,-1 0-1 0 0,1 1 1 0 0,-1-1-1 0 0,1 1 1 0 0,-1-1-1 0 0,1 1 1 0 0,-1-1-1 0 0,1 1 1 0 0,0 0 0 0 0,-1 0-1 0 0,-1 2 1 0 0,-9 6 335 0 0,0 2 0 0 0,1 0 0 0 0,0 0 0 0 0,1 1 0 0 0,-17 25 0 0 0,11-15-26 0 0,-38 54 848 0 0,4 3 0 0 0,-42 90 0 0 0,87-161-1168 0 0,1 0 0 0 0,1 0 1 0 0,-1 1-1 0 0,1 0 0 0 0,1-1 1 0 0,-1 1-1 0 0,2 0 0 0 0,-2 10 1 0 0,10-39 48 0 0,-7 19-427 0 0,1-1-1 0 0,-1 1 0 0 0,1-1 0 0 0,-1 1 1 0 0,0-1-1 0 0,1 1 0 0 0,-1-1 1 0 0,0 1-1 0 0,0-1 0 0 0,0 0 0 0 0,0 1 1 0 0,0-1-1 0 0,-1 1 0 0 0,0-4 0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0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11 100 12443 0 0,'-1'-1'195'0'0,"0"0"1"0"0,0 0 0 0 0,0 0-1 0 0,0 0 1 0 0,1 0 0 0 0,-1 0 0 0 0,0 0-1 0 0,1 0 1 0 0,-1 0 0 0 0,1-1-1 0 0,-1 1 1 0 0,1 0 0 0 0,-1 0 0 0 0,1-1-1 0 0,0 1 1 0 0,0 0 0 0 0,0 0-1 0 0,0-1 1 0 0,0 1 0 0 0,0 0 0 0 0,0-1-1 0 0,0 1 1 0 0,0 0 0 0 0,0 0-1 0 0,1-1 1 0 0,0 0 0 0 0,-1-1 0 0 0,1 0 1 0 0,-1 1-1 0 0,1-1 0 0 0,0 1 1 0 0,0-1-1 0 0,0 1 1 0 0,1 0-1 0 0,-1-1 0 0 0,0 1 1 0 0,1 0-1 0 0,-1 0 1 0 0,1 0-1 0 0,2-2 0 0 0,3 0-25 0 0,0 0-1 0 0,0 0 0 0 0,1 0 1 0 0,-1 1-1 0 0,1 0 0 0 0,0 1 1 0 0,0 0-1 0 0,0 0 0 0 0,0 0 1 0 0,0 1-1 0 0,1 1 0 0 0,-1-1 1 0 0,16 2-1 0 0,-17 0-107 0 0,-1 0-1 0 0,1 0 1 0 0,-1 0 0 0 0,0 1-1 0 0,1 0 1 0 0,-1 0 0 0 0,0 1-1 0 0,0 0 1 0 0,0 0 0 0 0,-1 0-1 0 0,1 0 1 0 0,-1 1 0 0 0,0 0-1 0 0,0 0 1 0 0,0 1 0 0 0,0-1-1 0 0,7 11 1 0 0,-3-1 29 0 0,-1 0 1 0 0,-1 0-1 0 0,0 1 0 0 0,-1 0 0 0 0,6 20 0 0 0,-9-27-459 0 0,-1 1 0 0 0,0-1 0 0 0,-1 1 0 0 0,0 0-1 0 0,0 0 1 0 0,-1-1 0 0 0,0 1 0 0 0,-1 0 0 0 0,0 0 0 0 0,0 0-1 0 0,-3 9 1 0 0,3-17-668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0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 2 3225 0 0,'-4'0'1191'0'0,"0"-1"0"0"0,0 1 0 0 0,0 0 0 0 0,0 0 0 0 0,0 0 0 0 0,0 1 0 0 0,-6 1 0 0 0,-30 13 2175 0 0,26-8-2731 0 0,1 1 0 0 0,1 0 1 0 0,-18 15-1 0 0,10-6 628 0 0,-31 36 0 0 0,45-45-1062 0 0,-1 0 1 0 0,1 1-1 0 0,1 0 0 0 0,-1 0 1 0 0,1 0-1 0 0,1 0 0 0 0,-6 16 1 0 0,9-21-177 0 0,1-1 1 0 0,-1 0-1 0 0,0 1 0 0 0,1-1 1 0 0,0 1-1 0 0,0-1 0 0 0,0 1 1 0 0,0 0-1 0 0,0-1 1 0 0,1 1-1 0 0,0 4 0 0 0,0-7-171 0 0,0 0-1 0 0,-1 1 0 0 0,1-1 0 0 0,0 0 1 0 0,0 1-1 0 0,0-1 0 0 0,0 0 0 0 0,0 0 1 0 0,0 0-1 0 0,0 0 0 0 0,0 0 0 0 0,0 0 0 0 0,0 0 1 0 0,1 0-1 0 0,-1 0 0 0 0,0-1 0 0 0,1 1 1 0 0,-1 0-1 0 0,0-1 0 0 0,1 1 0 0 0,-1-1 1 0 0,1 0-1 0 0,-1 1 0 0 0,1-1 0 0 0,-1 0 1 0 0,1 0-1 0 0,-1 0 0 0 0,3 0 0 0 0,6 0-2237 0 0,0-2-3779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1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99 16788 0 0,'0'0'113'0'0,"-1"-1"0"0"0,1 1 0 0 0,0 0 0 0 0,0-1 0 0 0,-1 1 0 0 0,1-1 1 0 0,0 1-1 0 0,0-1 0 0 0,0 1 0 0 0,0-1 0 0 0,0 1 0 0 0,0-1 0 0 0,0 1 0 0 0,0-1 1 0 0,0 1-1 0 0,0-1 0 0 0,0 1 0 0 0,0-1 0 0 0,0 1 0 0 0,0-1 0 0 0,0 1 1 0 0,0-1-1 0 0,1 1 0 0 0,-1-1 0 0 0,0 1 0 0 0,0 0 0 0 0,1-1 0 0 0,-1 1 1 0 0,0-1-1 0 0,0 1 0 0 0,1 0 0 0 0,0-1 0 0 0,19-12 1367 0 0,30-1-614 0 0,-48 14-697 0 0,106-22 199 0 0,132-10 1 0 0,-236 32-782 0 0,10-1-414 0 0,-10 0-2041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1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6449 0 0,'-11'8'1302'0'0,"-7"11"8102"0"0,10-1-9286 0 0,2-1 222 0 0,1 0-1 0 0,1 0 1 0 0,0 1-1 0 0,1-1 1 0 0,1 1-1 0 0,1 0 1 0 0,1 0 0 0 0,0 0-1 0 0,1 0 1 0 0,1 0-1 0 0,1-1 1 0 0,6 22-1 0 0,-2-12-551 0 0,3 9-889 0 0,-1-13-5454 0 0,-6-17 594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1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16 13187 0 0,'-5'-15'2120'0'0,"10"30"1417"0"0,5 44-2200 0 0,3 99 1 0 0,-15 67 213 0 0,2-217-1425 0 0,0 0 0 0 0,-1 0-1 0 0,0 0 1 0 0,0 0 0 0 0,-1 0-1 0 0,0 0 1 0 0,0 0 0 0 0,-4 9-1 0 0,6-52 439 0 0,4 7-506 0 0,1 0 0 0 0,1 1 0 0 0,2 0-1 0 0,1 0 1 0 0,14-29 0 0 0,-23 53-48 0 0,2 1-1 0 0,-1-1 1 0 0,0 1 0 0 0,0-1 0 0 0,1 1-1 0 0,-1 0 1 0 0,1 0 0 0 0,0 0-1 0 0,0 0 1 0 0,0 0 0 0 0,0 0 0 0 0,0 0-1 0 0,0 0 1 0 0,0 1 0 0 0,1-1-1 0 0,-1 1 1 0 0,0 0 0 0 0,1-1-1 0 0,0 1 1 0 0,-1 0 0 0 0,1 1 0 0 0,-1-1-1 0 0,1 0 1 0 0,5 0 0 0 0,-4 1 0 0 0,0 1 1 0 0,0-1-1 0 0,0 1 1 0 0,0 0-1 0 0,0 0 1 0 0,0 0-1 0 0,-1 1 1 0 0,1-1-1 0 0,0 1 1 0 0,-1 0-1 0 0,1 0 1 0 0,-1 0-1 0 0,0 1 1 0 0,0-1-1 0 0,0 1 1 0 0,4 4-1 0 0,10 10 151 0 0,-1 1-1 0 0,-1 1 1 0 0,25 39-1 0 0,-33-45-78 0 0,0 1 0 0 0,-1-1 0 0 0,0 1 1 0 0,-1 0-1 0 0,-1 0 0 0 0,0 0 0 0 0,3 24 0 0 0,-7-37-70 0 0,0 1-1 0 0,0-1 0 0 0,0 0 0 0 0,0 0 0 0 0,0 1 0 0 0,0-1 0 0 0,0 0 0 0 0,0 0 1 0 0,-1 0-1 0 0,1 1 0 0 0,0-1 0 0 0,-1 0 0 0 0,1 0 0 0 0,-1 1 0 0 0,-7 2-4061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8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1 3225 0 0,'-15'4'3357'0'0,"-46"10"4392"0"0,50-12-7308 0 0,1-1 0 0 0,0 0 0 0 0,-1-1 0 0 0,1 0 0 0 0,-1 0 0 0 0,1-1 0 0 0,-12-2-1 0 0,11 1-687 0 0,0 0 0 0 0,0 1-1 0 0,-20 1 1 0 0,-12 3-4314 0 0,26-1 1140 0 0,8-2-433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8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297 0 5065 0 0,'-36'4'7037'0'0,"-1"3"-4049"0"0,-25 3-1289 0 0,46-10-1732 0 0,1 0-1 0 0,0-1 1 0 0,-19-4 0 0 0,-32-1-4086 0 0,58 6 957 0 0,1 1-884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8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1 8786 0 0,'-114'4'6762'0'0,"-46"0"-5633"0"0,108-3-4095 0 0,38-1 1282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9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13 9186 0 0,'-214'-10'5004'0'0,"133"7"-5477"0"0,46 5-3654 0 0,16-1-6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9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650 1 6913 0 0,'-47'2'5127'0'0,"-23"5"-2498"0"0,-9 2-1389 0 0,-230 6 608 0 0,179-9-6022 0 0,116-6 3130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9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1 8034 0 0,'-138'3'5148'0'0,"-2"1"-3367"0"0,33-4-5368 0 0,96 0-635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9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31 8410 0 0,'-210'-2'5484'0'0,"203"2"-5519"0"0,0-1 1 0 0,1 0 0 0 0,-1 0 0 0 0,0-1 0 0 0,1 0-1 0 0,-1 0 1 0 0,1 0 0 0 0,-1-1 0 0 0,1 0 0 0 0,-10-7 0 0 0,14 10-221 0 0,0-1 1 0 0,0 1-1 0 0,0 0 1 0 0,0-1 0 0 0,0 1-1 0 0,0 0 1 0 0,0 0 0 0 0,0 0-1 0 0,-1 1 1 0 0,1-1 0 0 0,0 0-1 0 0,0 1 1 0 0,0-1-1 0 0,0 1 1 0 0,0 0 0 0 0,0 0-1 0 0,1 0 1 0 0,-3 1 0 0 0,-5 2-1015 0 0,1-2 302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9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19 6913 0 0,'-3'0'609'0'0,"0"-2"-481"0"0,0 2-128 0 0,-1 0 0 0 0,3 0 1192 0 0,-2-1 216 0 0,-2-1 49 0 0,-2 1 7 0 0,-4 0-968 0 0,1-1-192 0 0,1 1-40 0 0,0 0-8 0 0,1-1-368 0 0,2-1-80 0 0,4 2-8 0 0,-2 0-3561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0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47 5529 0 0,'-4'-6'735'0'0,"0"1"0"0"0,-1 0-1 0 0,0 1 1 0 0,1-1 0 0 0,-2 1 0 0 0,1 0-1 0 0,-8-5 1 0 0,11 8-632 0 0,1 0 0 0 0,0 1-1 0 0,-1-1 1 0 0,1 1 0 0 0,-1-1 0 0 0,1 1 0 0 0,-1 0-1 0 0,1 0 1 0 0,-1-1 0 0 0,1 1 0 0 0,-1 0 0 0 0,1 0 0 0 0,-1 1-1 0 0,1-1 1 0 0,-1 0 0 0 0,1 0 0 0 0,-1 1 0 0 0,1-1-1 0 0,-1 1 1 0 0,1-1 0 0 0,-1 1 0 0 0,1 0 0 0 0,0-1 0 0 0,-1 1-1 0 0,1 0 1 0 0,0 0 0 0 0,0 0 0 0 0,0 0 0 0 0,0 0-1 0 0,0 0 1 0 0,0 0 0 0 0,0 1 0 0 0,0-1 0 0 0,0 0-1 0 0,0 0 1 0 0,0 1 0 0 0,0 1 0 0 0,-4 6 45 0 0,1 0 0 0 0,1 0 1 0 0,-1 1-1 0 0,1-1 0 0 0,1 1 0 0 0,0 0 0 0 0,-1 12 1 0 0,-1 72 647 0 0,3-62-616 0 0,0-3-55 0 0,-17 419 1475 0 0,6-350-1909 0 0,11-98 234 0 0,1 1-1 0 0,0-1 1 0 0,0 0-1 0 0,0 1 1 0 0,0-1-1 0 0,-1 1 1 0 0,1-1 0 0 0,0 0-1 0 0,0 1 1 0 0,-1-1-1 0 0,1 0 1 0 0,0 1 0 0 0,0-1-1 0 0,-1 0 1 0 0,1 0-1 0 0,-1 1 1 0 0,1-1-1 0 0,0 0 1 0 0,-1 0 0 0 0,1 1-1 0 0,0-1 1 0 0,-1 0-1 0 0,1 0 1 0 0,-1 0-1 0 0,1 0 1 0 0,-1 0 0 0 0,1 0-1 0 0,0 1 1 0 0,-1-1-1 0 0,1 0 1 0 0,-1 0-1 0 0,1 0 1 0 0,-1 0 0 0 0,1-1-1 0 0,-1 1 1 0 0,-4-2-1739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0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5529 0 0,'0'0'423'0'0,"0"0"-278"0"0,43 0 7686 0 0,-22 1-7141 0 0,0-1 1 0 0,1-1-1 0 0,-1 0 0 0 0,34-8 1 0 0,1-9 88 0 0,-36 12-550 0 0,0 0-1 0 0,0 1 0 0 0,26-4 0 0 0,-21 13-815 0 0,-15 0-4869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1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2 8754 0 0,'-5'-1'621'0'0,"1"1"0"0"0,-1 0 0 0 0,0 0 1 0 0,0 0-1 0 0,1 0 0 0 0,-1 1 0 0 0,0 0 0 0 0,1 0 0 0 0,-1 0 1 0 0,1 1-1 0 0,-1-1 0 0 0,-5 4 0 0 0,3-1-221 0 0,1 0 0 0 0,1 0 0 0 0,-1 0 0 0 0,0 1 0 0 0,1-1 0 0 0,0 1 0 0 0,-7 10 0 0 0,5-5-241 0 0,0 0-1 0 0,1 0 0 0 0,0 1 1 0 0,1-1-1 0 0,0 1 0 0 0,1 0 1 0 0,0 1-1 0 0,1-1 0 0 0,-4 21 1 0 0,6-19-211 0 0,0 1 0 0 0,1 0 1 0 0,0-1-1 0 0,1 1 1 0 0,0 0-1 0 0,1-1 0 0 0,1 1 1 0 0,0-1-1 0 0,1 0 1 0 0,0 0-1 0 0,1 0 0 0 0,1 0 1 0 0,0-1-1 0 0,0 0 1 0 0,16 21-1 0 0,-21-31-142 0 0,0-1 0 0 0,0 0 0 0 0,0 1 0 0 0,0-1 0 0 0,0 0 0 0 0,1 0 0 0 0,-1 0 0 0 0,0 0 0 0 0,1 0 0 0 0,-1 0 0 0 0,1 0 0 0 0,-1 0 0 0 0,1-1 0 0 0,-1 1-1 0 0,1-1 1 0 0,-1 1 0 0 0,1-1 0 0 0,0 1 0 0 0,-1-1 0 0 0,1 0 0 0 0,0 0 0 0 0,-1 0 0 0 0,4 0 0 0 0,-1-1-1685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1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8178 0 0,'1'-2'389'0'0,"0"0"1"0"0,0 1-1 0 0,0-1 0 0 0,-1 1 1 0 0,2-1-1 0 0,-1 1 1 0 0,0 0-1 0 0,0-1 0 0 0,0 1 1 0 0,1 0-1 0 0,-1 0 1 0 0,0 0-1 0 0,1 0 0 0 0,-1 0 1 0 0,1 0-1 0 0,0 0 1 0 0,-1 0-1 0 0,1 1 1 0 0,0-1-1 0 0,2 0 0 0 0,-1 1-74 0 0,0-1 0 0 0,0 1 0 0 0,0 1 0 0 0,0-1 0 0 0,0 0 0 0 0,0 1 0 0 0,0 0 0 0 0,0-1 0 0 0,-1 1 0 0 0,1 0-1 0 0,4 2 1 0 0,5 5-21 0 0,1-1 1 0 0,-2 1-1 0 0,1 1 0 0 0,10 10 0 0 0,-18-15-200 0 0,9 9-65 0 0,0 0 1 0 0,-1 1-1 0 0,-1 1 0 0 0,0 0 0 0 0,-1 0 0 0 0,-1 1 1 0 0,13 27-1 0 0,-20-37-243 0 0,0 0 0 0 0,0 1 1 0 0,0-1-1 0 0,-1 0 1 0 0,2 12-1 0 0,-3-16 128 0 0,0 0-1 0 0,1 0 0 0 0,-1 1 1 0 0,-1-1-1 0 0,1 0 1 0 0,0 0-1 0 0,0 0 1 0 0,-1 0-1 0 0,1 0 1 0 0,-1 0-1 0 0,0 0 0 0 0,0 0 1 0 0,0 0-1 0 0,0 0 1 0 0,0 0-1 0 0,0 0 1 0 0,0 0-1 0 0,0-1 0 0 0,-1 1 1 0 0,-2 3-1 0 0,-2-4-2835 0 0,3-2 1302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1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1 6913 0 0,'-2'1'705'0'0,"-34"17"6352"0"0,27-12-6388 0 0,1-1 0 0 0,-1 1-1 0 0,-13 13 1 0 0,1 0 357 0 0,2 2 0 0 0,-31 41 0 0 0,44-54-943 0 0,0 1-1 0 0,1-1 1 0 0,1 1-1 0 0,0 0 1 0 0,0 1 0 0 0,0-1-1 0 0,1 0 1 0 0,1 1-1 0 0,-1 0 1 0 0,2 0 0 0 0,-2 15-1 0 0,3-23-130 0 0,0 0-1 0 0,0 0 0 0 0,1-1 0 0 0,-1 1 1 0 0,1 0-1 0 0,-1 0 0 0 0,1 0 1 0 0,0 0-1 0 0,-1-1 0 0 0,1 1 1 0 0,0 0-1 0 0,0-1 0 0 0,0 1 1 0 0,2 1-1 0 0,8 4-6369 0 0,-5-6 269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2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10594 0 0,'16'17'5059'0'0,"-3"3"-4191"0"0,0 2 1 0 0,-1 0 0 0 0,-1 0-1 0 0,-2 1 1 0 0,14 46 0 0 0,-19-53-734 0 0,-1 1 1 0 0,0-1 0 0 0,-2 1 0 0 0,0 0-1 0 0,-1 0 1 0 0,0 0 0 0 0,-1 0 0 0 0,-2 0-1 0 0,-5 26 1 0 0,2-21-443 0 0,-2 0 1 0 0,0-1-1 0 0,-1 0 0 0 0,-1 0 0 0 0,-17 26 1 0 0,15-30-7041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4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0 4145 0 0,'-38'2'9016'0'0,"28"0"-8064"0"0,0 0 1 0 0,0 1-1 0 0,-13 4 0 0 0,16-4-713 0 0,-1-1-1 0 0,1 0 1 0 0,-16 2-1 0 0,-6-5-4020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5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0 10082 0 0,'-115'10'6690'0'0,"42"-2"-5666"0"0,47-3-895 0 0,22-4-486 0 0,0 0 1 0 0,0 0 0 0 0,0 0 0 0 0,-1-1-1 0 0,1 0 1 0 0,0 1 0 0 0,0-2-1 0 0,-1 1 1 0 0,1 0 0 0 0,-6-2 0 0 0,6 1-4784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5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0 4145 0 0,'-57'10'9051'0'0,"-31"0"-7164"0"0,58-7-1504 0 0,1-3-1863 0 0,24 0 873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5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1 1840 0 0,'-30'1'6465'0'0,"1"2"-4069"0"0,12-1-2568 0 0,1 0 1 0 0,-31-2-1 0 0,27-4-992 0 0,13 1 472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5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 5 6913 0 0,'-9'-2'733'0'0,"1"1"-1"0"0,-1 0 0 0 0,1 1 0 0 0,-1 0 0 0 0,1 0 1 0 0,-12 2-1 0 0,-4 0-204 0 0,-226 24 1830 0 0,223-23-3657 0 0,16-3-2880 0 0,6 0 101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6.2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17 2761 0 0,'-22'-1'4484'0'0,"-33"-7"0"0"0,34 5-2864 0 0,-35-2 0 0 0,-69 9 1353 0 0,42 3-3983 0 0,82-7 942 0 0,-18 1-1415 0 0,5-1-3498 0 0,6-1 486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6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42 5065 0 0,'-3'-2'656'0'0,"-1"0"1"0"0,1 0-1 0 0,-1 0 0 0 0,1 0 1 0 0,-1 1-1 0 0,0 0 1 0 0,-5-2-1 0 0,-7 0 641 0 0,-31-1 1 0 0,8 1-210 0 0,0-3-496 0 0,-34-4-3140 0 0,65 10 1819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479 2 8234 0 0,'-31'2'1500'0'0,"0"-1"1"0"0,-33-4 0 0 0,-27 1 443 0 0,-2 8-828 0 0,-51 1-4112 0 0,132-8 1995 0 0,-1 0-116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6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13 3225 0 0,'-11'-1'1481'0'0,"-1"0"0"0"0,0 1 1 0 0,1 0-1 0 0,-20 3 1 0 0,-4 0-313 0 0,-5-2 602 0 0,-42-5 0 0 0,1-8-6145 0 0,74 11 310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7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 1 5529 0 0,'-7'1'996'0'0,"1"0"-1"0"0,-1 0 1 0 0,1-1-1 0 0,-9 0 1 0 0,-5 1-135 0 0,-83 2 1810 0 0,34-9-4341 0 0,50 5 131 0 0,11 1-1572 0 0,4 1-215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7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 6913 0 0,'-12'0'954'0'0,"0"2"0"0"0,0-1-1 0 0,-21 7 1 0 0,4-1 323 0 0,7-4-669 0 0,0-1 0 0 0,-34-2 0 0 0,-17 3-3756 0 0,66-3 2389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7:57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1 5985 0 0,'-44'2'7161'0'0,"29"-1"-6564"0"0,1-1 1 0 0,-18-1-1 0 0,29 1-588 0 0,3 0-56 0 0,-1 0-1 0 0,1 0 1 0 0,0 0 0 0 0,-1 0-1 0 0,1 0 1 0 0,-1 0-1 0 0,1 0 1 0 0,0 0 0 0 0,-1 0-1 0 0,1 0 1 0 0,-1 0 0 0 0,1 0-1 0 0,0 0 1 0 0,-1 0 0 0 0,1-1-1 0 0,-1 1 1 0 0,1 0-1 0 0,0 0 1 0 0,-1 0 0 0 0,1-1-1 0 0,0 1 1 0 0,-1-1 0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2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79 3225 0 0,'-2'-3'1058'0'0,"1"0"1"0"0,0 0-1 0 0,-1 0 1 0 0,1 1-1 0 0,-1-1 0 0 0,0 1 1 0 0,-3-4-1 0 0,-21-16 2653 0 0,20 17-3367 0 0,-2 1-1 0 0,1 0 0 0 0,0 1 1 0 0,-1-1-1 0 0,-12-3 1 0 0,15 6-199 0 0,-1 0 0 0 0,1 0 1 0 0,0 0-1 0 0,-1 0 0 0 0,1 1 0 0 0,0 0 1 0 0,-1 0-1 0 0,1 1 0 0 0,-1 0 1 0 0,1 0-1 0 0,0 0 0 0 0,0 0 0 0 0,-1 1 1 0 0,1 0-1 0 0,-6 3 0 0 0,4-1-24 0 0,1 0-1 0 0,0 0 0 0 0,1 1 0 0 0,-1-1 1 0 0,1 2-1 0 0,0-1 0 0 0,0 0 1 0 0,1 1-1 0 0,-1 0 0 0 0,-3 8 0 0 0,-3 6 21 0 0,2 1-1 0 0,0 1 0 0 0,1 0 0 0 0,1 0 0 0 0,1 0 1 0 0,-3 26-1 0 0,-2 48 7 0 0,4 1 1 0 0,7 127 0 0 0,2-96-26 0 0,0-56-106 0 0,0-43-152 0 0,-1 1 0 0 0,-4 38 0 0 0,3-66 68 0 0,-1-1-1 0 0,1 0 1 0 0,0 1 0 0 0,0-1-1 0 0,-1 0 1 0 0,1 0 0 0 0,-1 1-1 0 0,0-1 1 0 0,1 0 0 0 0,-1 0-1 0 0,0 0 1 0 0,1 0-1 0 0,-2 1 1 0 0,2-2-73 0 0,-1 1-1 0 0,1-1 1 0 0,-1 0 0 0 0,1 1-1 0 0,-1-1 1 0 0,1 0 0 0 0,0 0-1 0 0,-1 0 1 0 0,1 0 0 0 0,-1 1-1 0 0,1-1 1 0 0,-1 0 0 0 0,1 0-1 0 0,-1 0 1 0 0,1 0 0 0 0,-1 0-1 0 0,1 0 1 0 0,-1 0 0 0 0,1 0-1 0 0,-1 0 1 0 0,1-1 0 0 0,-1 1-1 0 0,1 0 1 0 0,-1 0 0 0 0,1 0-1 0 0,0 0 1 0 0,-1-1 0 0 0,1 1-1 0 0,-1 0 1 0 0,1 0-1 0 0,0-1 1 0 0,-1 1 0 0 0,1 0-1 0 0,0-1 1 0 0,-1 1 0 0 0,1-1-1 0 0,-1 1 1 0 0,-5-8-1906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3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5065 0 0,'0'0'130'0'0,"0"-1"1"0"0,0 1-1 0 0,0 0 1 0 0,0 0-1 0 0,0 0 0 0 0,0 0 1 0 0,0 0-1 0 0,0-1 0 0 0,0 1 1 0 0,0 0-1 0 0,0 0 0 0 0,0 0 1 0 0,0 0-1 0 0,0-1 1 0 0,0 1-1 0 0,0 0 0 0 0,0 0 1 0 0,1 0-1 0 0,-1 0 0 0 0,0 0 1 0 0,0 0-1 0 0,0-1 0 0 0,0 1 1 0 0,0 0-1 0 0,0 0 1 0 0,0 0-1 0 0,0 0 0 0 0,1 0 1 0 0,-1 0-1 0 0,0 0 0 0 0,0 0 1 0 0,0 0-1 0 0,0 0 0 0 0,0-1 1 0 0,1 1-1 0 0,-1 0 1 0 0,0 0-1 0 0,0 0 0 0 0,0 0 1 0 0,0 0-1 0 0,1 0 0 0 0,-1 0 1 0 0,0 0-1 0 0,0 0 0 0 0,0 0 1 0 0,0 0-1 0 0,0 0 1 0 0,1 1-1 0 0,-1-1 0 0 0,0 0 1 0 0,0 0-1 0 0,0 0 0 0 0,0 0 1 0 0,0 0-1 0 0,1 0 1 0 0,17 6 2457 0 0,17 10-1471 0 0,-18-8-677 0 0,1-1 0 0 0,-1-1 0 0 0,1-1 0 0 0,0 0 0 0 0,1-1 0 0 0,32 2 0 0 0,113-5 1073 0 0,-73-3-1133 0 0,-85 1-484 0 0,11 2-246 0 0,-6 1-3242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3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0 10138 0 0,'-4'1'648'0'0,"0"0"0"0"0,0 1 0 0 0,-1-1-1 0 0,1 1 1 0 0,0 0 0 0 0,0 0 0 0 0,1 0 0 0 0,-5 3-1 0 0,1 0-125 0 0,0 1-1 0 0,1-1 0 0 0,-10 12 0 0 0,3 0-82 0 0,1 0 0 0 0,-16 28-1 0 0,21-30-292 0 0,0 0-1 0 0,0 1 1 0 0,2 0-1 0 0,0 0 1 0 0,0 1-1 0 0,2-1 1 0 0,0 1-1 0 0,-1 19 1 0 0,4-22-160 0 0,0 0 1 0 0,0 0-1 0 0,1 0 1 0 0,1 0 0 0 0,0 0-1 0 0,1 0 1 0 0,0-1-1 0 0,1 1 1 0 0,1-1-1 0 0,8 16 1 0 0,-12-26-257 0 0,0 0 0 0 0,0-1 0 0 0,1 1 0 0 0,0-1 0 0 0,-1 1 0 0 0,1-1 0 0 0,0 1 0 0 0,0-1 0 0 0,1 0-1 0 0,-1 0 1 0 0,0 0 0 0 0,1 0 0 0 0,4 2 0 0 0,0-3-5870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3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6913 0 0,'24'20'7043'0'0,"19"10"-5183"0"0,-23-16-1095 0 0,33 29 0 0 0,-48-39-690 0 0,0 1-1 0 0,0 0 1 0 0,-1 1 0 0 0,0-1-1 0 0,0 1 1 0 0,0 0-1 0 0,-1 0 1 0 0,0 0-1 0 0,0 0 1 0 0,4 14 0 0 0,-6-17-403 0 0,-1 1 1 0 0,1-1 0 0 0,-1 1 0 0 0,0-1 0 0 0,0 0-1 0 0,0 1 1 0 0,0-1 0 0 0,-2 7 0 0 0,1-6-1108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3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2 5985 0 0,'-3'-1'366'0'0,"0"1"0"0"0,0-1 0 0 0,-1 1 0 0 0,1 0 0 0 0,0 0 0 0 0,0 0 0 0 0,-1 1 0 0 0,1-1 0 0 0,0 1 0 0 0,0 0 0 0 0,0 0 0 0 0,0 0 0 0 0,0 0 0 0 0,0 0 0 0 0,0 1 0 0 0,0-1 0 0 0,0 1 0 0 0,1 0 0 0 0,-1-1 0 0 0,1 1 0 0 0,-1 1 0 0 0,-3 3 0 0 0,-4 3 241 0 0,0 2 0 0 0,0-1 1 0 0,-14 23-1 0 0,18-23-549 0 0,0 0 1 0 0,0 0 0 0 0,1 1 0 0 0,-6 19 0 0 0,10-25-148 0 0,-1-1 0 0 0,1 1 0 0 0,0 0 1 0 0,1-1-1 0 0,-1 1 0 0 0,1 0 0 0 0,0 0 1 0 0,0 0-1 0 0,0 0 0 0 0,1-1 0 0 0,0 1 0 0 0,0 0 1 0 0,0 0-1 0 0,2 5 0 0 0,2-2-454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4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54 16331 0 0,'-18'-5'6426'0'0,"59"-6"-6280"0"0,42-7 0 0 0,5 0-741 0 0,-64 16-508 0 0,-10 5-2810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4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3 4609 0 0,'0'0'270'0'0,"-1"0"0"0"0,1 0 0 0 0,0-1 0 0 0,0 1 0 0 0,-1 0 0 0 0,1 0 0 0 0,0 0 0 0 0,0-1 0 0 0,-1 1 0 0 0,1 0 0 0 0,0 0 0 0 0,-1 0 0 0 0,1 0 0 0 0,0 0 0 0 0,-1 0 0 0 0,1-1 0 0 0,0 1 0 0 0,0 0 0 0 0,-1 0 0 0 0,1 0 0 0 0,0 0 0 0 0,-1 0 0 0 0,1 0 0 0 0,0 0 0 0 0,-1 0 0 0 0,1 0-1 0 0,0 1 1 0 0,-1-1 0 0 0,1 0 0 0 0,-1 0 0 0 0,-6 9 2372 0 0,1 12-1694 0 0,2 3-607 0 0,2 0 1 0 0,1 0 0 0 0,1 1 0 0 0,3 27-1 0 0,21 94-2847 0 0,-23-137 1076 0 0,-1-1-59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5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7370 0 0,'0'108'7889'0'0,"-4"193"-5359"0"0,4-299-2496 0 0,0 0-1 0 0,0 0 0 0 0,0 1 1 0 0,0-1-1 0 0,0 0 1 0 0,1 1-1 0 0,-1-1 0 0 0,2 4 1 0 0,-2-6-36 0 0,0 0 0 0 0,0 0 1 0 0,0 0-1 0 0,0 0 0 0 0,0 0 1 0 0,0 0-1 0 0,0 0 0 0 0,0 0 1 0 0,0 1-1 0 0,0-1 0 0 0,0 0 1 0 0,0 0-1 0 0,1 0 0 0 0,-1 0 1 0 0,0 0-1 0 0,0 0 0 0 0,0 0 1 0 0,0 0-1 0 0,0 0 0 0 0,0 0 0 0 0,0 0 1 0 0,0 0-1 0 0,1 1 0 0 0,-1-1 1 0 0,0 0-1 0 0,0 0 0 0 0,0 0 1 0 0,0 0-1 0 0,0 0 0 0 0,0 0 1 0 0,0 0-1 0 0,1 0 0 0 0,-1 0 1 0 0,0 0-1 0 0,0 0 0 0 0,0 0 0 0 0,0 0 1 0 0,0-1-1 0 0,0 1 0 0 0,0 0 1 0 0,1 0-1 0 0,-1 0 0 0 0,0 0 1 0 0,0 0-1 0 0,0 0 0 0 0,0 0 1 0 0,0 0-1 0 0,0 0 0 0 0,6-13-309 0 0,63-204 2403 0 0,-69 216-2029 0 0,1 0 0 0 0,-1 0 0 0 0,0 0 0 0 0,1 0-1 0 0,-1 0 1 0 0,0 0 0 0 0,1 0 0 0 0,-1-1 0 0 0,1 1-1 0 0,0 1 1 0 0,-1-1 0 0 0,1 0 0 0 0,0 0 0 0 0,-1 0 0 0 0,1 0-1 0 0,0 0 1 0 0,0 1 0 0 0,0-1 0 0 0,0 0 0 0 0,0 1-1 0 0,0-1 1 0 0,0 1 0 0 0,0-1 0 0 0,0 1 0 0 0,0-1 0 0 0,0 1-1 0 0,0 0 1 0 0,0-1 0 0 0,2 1 0 0 0,-1 0-19 0 0,-1 1 0 0 0,1-1 0 0 0,-1 1 0 0 0,0-1 0 0 0,1 1 0 0 0,-1 0 0 0 0,0-1 0 0 0,0 1 0 0 0,1 0 0 0 0,-1 0 1 0 0,0 0-1 0 0,0 0 0 0 0,0 0 0 0 0,0 0 0 0 0,0 0 0 0 0,0 1 0 0 0,0-1 0 0 0,-1 0 0 0 0,1 1 0 0 0,0-1 0 0 0,-1 0 0 0 0,2 3 0 0 0,5 14 4 0 0,-3-8-16 0 0,0 0 0 0 0,0-1 0 0 0,1 1 0 0 0,0-1-1 0 0,1 0 1 0 0,0 0 0 0 0,7 8 0 0 0,25 33-3386 0 0,-35-48 2427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05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4145 0 0,'2'4'9154'0'0,"3"6"-6598"0"0,0 2-1815 0 0,0 1 0 0 0,-1-1 0 0 0,0 1-1 0 0,1 13 1 0 0,5 15 295 0 0,-5-24-801 0 0,6 18 1249 0 0,12 66 0 0 0,-21-90-1250 0 0,-1 1 0 0 0,-1 0-1 0 0,0-1 1 0 0,0 1 0 0 0,-1 0-1 0 0,-1-1 1 0 0,0 1 0 0 0,0-1-1 0 0,-8 22 1 0 0,7-25-413 0 0,-1 1 0 0 0,0-1 0 0 0,0 0 0 0 0,0 0 0 0 0,-1-1 0 0 0,0 1 0 0 0,-1-1 0 0 0,1 0 0 0 0,-2-1 0 0 0,-9 10 1 0 0,10-12-1688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17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3630 2761 0 0,'-1'-7'10755'0'0,"2"6"-10564"0"0,82-97 4386 0 0,-65 78-4111 0 0,-1-1 0 0 0,17-28 0 0 0,-22 30-286 0 0,1 2 1 0 0,0 0-1 0 0,1 0 0 0 0,26-23 0 0 0,-16 17-61 0 0,-1 0-1 0 0,-1-2 1 0 0,19-27 0 0 0,42-72 178 0 0,-27 38 21 0 0,-45 72-65 0 0,23-24 1 0 0,-12 15-224 0 0,-7 8-42 0 0,23-18-1 0 0,-23 20 147 0 0,23-23 0 0 0,-21 19-98 0 0,31-24 0 0 0,-30 26-84 0 0,51-50 199 0 0,-16 12-46 0 0,79-79 207 0 0,-98 99-207 0 0,1 0 0 0 0,52-34-1 0 0,9-9 74 0 0,-8 1-29 0 0,-20 19-7 0 0,68-72-1 0 0,-116 108-40 0 0,2 1 1 0 0,36-25-1 0 0,-3 2-105 0 0,-28 23 12 0 0,9-9 176 0 0,-16 11-166 0 0,1 0-1 0 0,38-24 1 0 0,17-13-7 0 0,-32 20 66 0 0,-28 22-16 0 0,0 0-1 0 0,0-1 1 0 0,19-22 0 0 0,-14 13 28 0 0,1 1 1 0 0,48-36-1 0 0,-39 33-10 0 0,29-28 1 0 0,24-22-51 0 0,-66 60-7 0 0,1-1 37 0 0,31-16 0 0 0,-4 2-7 0 0,-15 8-45 0 0,95-72 50 0 0,4-6 137 0 0,-37 30-117 0 0,66-44 113 0 0,-51 40 96 0 0,52-41-272 0 0,-48 43-14 0 0,23-14 217 0 0,38-28 120 0 0,-46 20-106 0 0,108-45 229 0 0,-133 82-513 0 0,-77 40 72 0 0,0-1 1 0 0,35-33-1 0 0,-41 33-13 0 0,2-4 202 0 0,-20 21-314 0 0,-1-1 0 0 0,1 1 0 0 0,0-1-1 0 0,-1 1 1 0 0,1-1 0 0 0,-1 0 0 0 0,1 1-1 0 0,-1-1 1 0 0,1 0 0 0 0,-1 0 0 0 0,0 1 0 0 0,1-1-1 0 0,-1 0 1 0 0,0 0 0 0 0,1 0 0 0 0,-1 1-1 0 0,0-1 1 0 0,0 0 0 0 0,0 0 0 0 0,0 0 0 0 0,0 0-1 0 0,0 0 1 0 0,0 1 0 0 0,0-1 0 0 0,0 0-1 0 0,0 0 1 0 0,-1-1 0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1:58:24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29 3225 0 0,'0'-1'318'0'0,"0"0"1"0"0,0-1-1 0 0,0 1 1 0 0,0 0 0 0 0,0 0-1 0 0,0 0 1 0 0,0-1-1 0 0,-1 1 1 0 0,1 0-1 0 0,0 0 1 0 0,-1 0 0 0 0,1 0-1 0 0,-1 0 1 0 0,1 0-1 0 0,-1 0 1 0 0,0 0-1 0 0,1 0 1 0 0,-1 0-1 0 0,0 0 1 0 0,0 0 0 0 0,0 0-1 0 0,0 0 1 0 0,1 1-1 0 0,-1-1 1 0 0,0 0-1 0 0,0 1 1 0 0,-2-2 0 0 0,3 2-218 0 0,-1 0 0 0 0,1 0 0 0 0,-1 0 0 0 0,1 0 0 0 0,-1 0 1 0 0,1 0-1 0 0,-1 0 0 0 0,0 0 0 0 0,1 0 0 0 0,-1 1 0 0 0,1-1 1 0 0,-1 0-1 0 0,1 0 0 0 0,-1 0 0 0 0,1 1 0 0 0,0-1 0 0 0,-1 0 1 0 0,1 0-1 0 0,-1 1 0 0 0,1-1 0 0 0,-1 0 0 0 0,1 1 0 0 0,-1 0 0 0 0,0 0-1 0 0,0 0-1 0 0,0 1 0 0 0,1-1 0 0 0,-1 0 1 0 0,0 1-1 0 0,1-1 0 0 0,-1 1 0 0 0,1-1 1 0 0,-1 1-1 0 0,1-1 0 0 0,-1 4 0 0 0,-2 15-21 0 0,-2 1 0 0 0,0-1 0 0 0,-17 39 0 0 0,-33 53 375 0 0,12-28-297 0 0,38-72-31 0 0,1-1 1 0 0,-4 21 0 0 0,5-18-54 0 0,2-14-60 0 0,1 0 0 0 0,0 1 1 0 0,0-1-1 0 0,0 0 0 0 0,0 1 0 0 0,0-1 1 0 0,0 0-1 0 0,0 1 0 0 0,0-1 0 0 0,0 1 1 0 0,0-1-1 0 0,0 0 0 0 0,0 1 0 0 0,0-1 1 0 0,0 0-1 0 0,0 1 0 0 0,0-1 0 0 0,0 0 1 0 0,1 1-1 0 0,-1-1 0 0 0,0 0 0 0 0,0 1 1 0 0,0-1-1 0 0,1 0 0 0 0,-1 1 0 0 0,0-1 1 0 0,0 0-1 0 0,1 1 0 0 0,-1-1 0 0 0,0 0 1 0 0,0 0-1 0 0,1 0 0 0 0,-1 1 0 0 0,16 0 222 0 0,14-10 35 0 0,109-67 560 0 0,-92 53-662 0 0,0-2 0 0 0,45-33-1 0 0,-90 58-127 0 0,-1-1 0 0 0,1 0 0 0 0,-1 0 0 0 0,1 0-1 0 0,-1 0 1 0 0,0-1 0 0 0,1 1 0 0 0,-1 0 0 0 0,0 0-1 0 0,0-1 1 0 0,0 1 0 0 0,0-1 0 0 0,0 1-1 0 0,-1-1 1 0 0,1 1 0 0 0,0-1 0 0 0,-1 1 0 0 0,1-1-1 0 0,-1 0 1 0 0,1 1 0 0 0,-1-4 0 0 0,0 3 34 0 0,0 1 0 0 0,-1-1 0 0 0,1 0 0 0 0,-1 0 0 0 0,0 1 0 0 0,1-1 0 0 0,-1 0 0 0 0,0 1 0 0 0,0-1 0 0 0,0 1 0 0 0,0-1 0 0 0,0 1 0 0 0,-1 0 0 0 0,1-1 0 0 0,0 1 0 0 0,-3-2 0 0 0,-6-3 204 0 0,0-1 0 0 0,0 2-1 0 0,0 0 1 0 0,-22-8 0 0 0,-13-2 91 0 0,21 9-49 0 0,-36-17 0 0 0,54 20-308 0 0,0 0 0 0 0,1 0 0 0 0,-1 0 0 0 0,1-1 0 0 0,0 0 0 0 0,0 0 0 0 0,0 0 0 0 0,1 0 0 0 0,0-1 0 0 0,-1 0 0 0 0,-4-7 0 0 0,9 12-91 0 0,0-1 0 0 0,0 1 0 0 0,0 0 0 0 0,0 0 0 0 0,0 0 0 0 0,0-1 0 0 0,-1 1 0 0 0,1 0 0 0 0,0-1 0 0 0,0 1 0 0 0,0 0 0 0 0,0 0 0 0 0,0-1 0 0 0,0 1 0 0 0,0 0 0 0 0,0-1 0 0 0,0 1 0 0 0,0 0 0 0 0,0 0 0 0 0,0-1 0 0 0,0 1 0 0 0,1 0 0 0 0,-1 0 0 0 0,0-1 0 0 0,0 1 0 0 0,0 0 0 0 0,0-1 0 0 0,3 0-1122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7:54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24575,'4'-1'0,"-1"0"0,1 1 0,-1 0 0,1-1 0,-1 1 0,1 0 0,-1 1 0,5 0 0,5 0 0,1 0-108,10-2 342,-23 1-282,-1-1 0,1 1 0,0 0-1,-1 0 1,1-1 0,-1 1 0,1-1 0,0 1 0,-1 0 0,1-1 0,-1 1 0,1-1 0,-1 1 0,0-1-1,1 1 1,-1-1 0,1 0 0,-1 1 0,0-1 0,0 1 0,1-1 0,-1 0 0,0 1 0,0-1 0,0 0-1,0 1 1,0-1 0,1 0 0,-1 0 0,-1 0 0,1-9-6778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7:5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34 145 24394,'92'-145'0,"-32"306"0,-120-322 0,-65 1340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0 171 24575,'52'8'0,"0"-3"0,0-2 0,0-2 0,0-3 0,69-10 0,-20-2 0,167-1 0,157-18 0,-278 17 0,-41 6 0,250-34 0,-335 41 0,1 1 0,31 0 0,-73-19 0,10 18-151,0 0-1,0 1 0,0 0 0,-1 0 1,1 1-1,0 1 0,-1 0 1,-17 2-1,8 0-6674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5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24575,'0'0'0,"0"0"0,0 0 0,0 0 0,0 0 0,0 0 0,0 0 0,10 1 0,159 23 0,88 7 0,-132-25 0,1-6 0,0-5 0,160-28 0,153-51 0,-83 15 0,-237 50 0,0 5 0,130 1 0,-106 23-1365,-127-11-5461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6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547 184 24575,'0'-19'0,"-1"1"0,-6-31 0,6 42 0,-1 0 0,0 0 0,0 1 0,0-1 0,-1 0 0,0 1 0,0 0 0,-1 0 0,0 0 0,-5-7 0,7 11 0,0 0 0,0 1 0,0-1 0,0 1 0,0-1 0,0 1 0,0-1 0,0 1 0,-1 0 0,1 0 0,-1 0 0,1 1 0,0-1 0,-1 1 0,0-1 0,-4 0 0,3 2 0,-1-1 0,1 1 0,0-1 0,-1 1 0,1 1 0,0-1 0,0 0 0,0 1 0,-5 3 0,-5 3 0,1 1 0,1 0 0,-1 1 0,-15 17 0,10-8 0,1 1 0,2 1 0,0 0 0,1 1 0,1 0 0,-15 35 0,5 1 0,-25 92 0,25-60 0,4 0 0,4 1 0,3 1 0,2 149 0,13-192 0,2-1 0,2 0 0,14 50 0,55 134 0,-70-218 0,-1-2 0,0-1 0,5 24 0,-10-33 0,1 0 0,-1-1 0,0 1 0,1 0 0,-1 0 0,0 0 0,0 0 0,0 0 0,0 0 0,-1 0 0,1 0 0,0 0 0,-1-1 0,0 1 0,1 0 0,-1 0 0,0 0 0,0-1 0,0 1 0,0 0 0,0-1 0,0 1 0,0-1 0,-1 1 0,-1 1 0,1-2 0,0 0 0,0-1 0,0 1 0,0 0 0,-1-1 0,1 1 0,0-1 0,0 0 0,-1 0 0,1 0 0,0 0 0,0 0 0,0 0 0,-1-1 0,1 1 0,0-1 0,0 1 0,0-1 0,-4-1 0,-39-22 0,38 19 0,-40-25-1365,5 0-5461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6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24575,'14'0'0,"28"-2"0,0-3 0,0-1 0,56-17 0,-26 6 0,-48 12 0,165-27 0,-166 30 0,-1 1 0,1 1 0,-1 1 0,1 1 0,-1 1 0,33 9 0,-50-11-195,0 1 0,-1-1 0,1 1 0,-1 0 0,1 1 0,5 3 0,-2 0-6631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6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24575,'16'150'-682,"-6"194"-1,-10-335-6143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7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1 24575,'0'0'0,"0"0"0,0 0 0,-24 13 0,8-2 0,0 1 0,1 1 0,0 0 0,1 1 0,1 1 0,0 0 0,-13 21 0,-66 123 0,80-136 0,0 1 0,2 1 0,1-1 0,1 2 0,1-1 0,2 1 0,-4 34 0,8-50 0,0 0 0,1 0 0,1 0 0,-1 0 0,2-1 0,-1 1 0,1 0 0,1-1 0,0 1 0,0-1 0,1 0 0,0 0 0,0 0 0,1 0 0,0-1 0,1 0 0,0 0 0,0 0 0,1-1 0,0 0 0,0 0 0,12 8 0,-5-6 24,0 0 0,1-1 0,0 0 0,25 8 0,-30-12-189,-1-2 0,1 1 0,0-1 0,0-1 0,0 0 0,0 0 0,0-1 0,20-2 0,-19 0-6661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7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24575,'0'0'0,"9"5"0,38 28 0,-1 3 0,-2 1 0,47 50 0,-62-55 0,-2 1 0,-1 1 0,-1 1 0,39 76 0,-11 26 121,-21-49-1607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7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24575,'0'0'0,"-7"2"0,-6 2 0,1 0 0,-1 2 0,1 0 0,1 0 0,-1 1 0,1 0 0,0 1 0,1 0 0,0 1 0,0 0 0,-14 18 0,-5 10 0,-47 80 0,58-87 0,-62 112 0,68-118 0,2 1 0,0 0 0,-12 52 0,21-72 0,0 1 0,0 0 0,1-1 0,0 1 0,0 7 0,0-12 0,0 0 0,0 0 0,1 0 0,-1 0 0,0 0 0,0 0 0,1 0 0,-1 0 0,0 0 0,1 0 0,-1 0 0,1 0 0,-1 0 0,1 0 0,0-1 0,-1 1 0,1 0 0,0 0 0,0-1 0,-1 1 0,1-1 0,0 1 0,0-1 0,0 1 0,0-1 0,0 1 0,0-1 0,0 0 0,0 1 0,0-1 0,0 0 0,0 0 0,0 0 0,0 0 0,0 1 0,0-2 0,0 1 0,1 0 0,3-1 7,-1 0 0,1 0-1,-1 0 1,1-1 0,-1 0-1,0 0 1,0 0 0,0 0-1,0-1 1,6-4 0,34-34-718,-34 31-17,22-23-6098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08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24575,'13'16'0,"-1"1"0,-1 0 0,-1 1 0,0 0 0,-1 0 0,-1 1 0,9 33 0,-11-26 0,-2 0 0,0 0 0,-2 0 0,0 1 0,-4 41 0,-47 286 0,43-318 0,-43 177 0,48-210-151,-1 1-1,1 0 0,-1-1 0,1 1 1,-1-1-1,0 1 0,0-1 1,-3 4-1,-2 0-6674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0,17 3 0,19 3-195,0 2 0,-1 1 0,-1 2 0,0 1 0,0 2 0,33 19 0,-59-29-6631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2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24575,'0'0'0,"0"0"0,21 4 0,25-1 0,1-2 0,89-11 0,-100 6 0,27-4 120,-58 7-255,-1-1 0,1 1 0,0-1 0,0 1 0,-1-1 0,1-1 0,-1 1 0,1 0 0,-1-1 0,4-4 0,-2 1-6691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435 686 24575,'0'0'0,"1"-2"0,0 0 0,0 0 0,0 0 0,0 0 0,-1 0 0,1 0 0,-1 0 0,1 0 0,-1-2 0,0 3 0,3-14 0,-1 0 0,-1 0 0,-1 0 0,0 0 0,-1 0 0,0-1 0,-1 1 0,-1 1 0,0-1 0,-1 0 0,-1 1 0,-1 0 0,1 0 0,-2 0 0,-13-20 0,16 28 0,0 1 0,-1 0 0,0 0 0,0 0 0,0 1 0,0 0 0,-1 0 0,0 0 0,0 0 0,0 1 0,0 0 0,0 0 0,-1 1 0,0 0 0,1 0 0,-1 0 0,0 1 0,0 0 0,1 0 0,-1 1 0,0 0 0,0 0 0,0 1 0,0 0 0,0 0 0,-11 3 0,7 0 0,0 0 0,0 0 0,0 1 0,1 0 0,0 1 0,0 0 0,0 0 0,1 1 0,0 1 0,1-1 0,-1 2 0,1-1 0,1 1 0,-1 0 0,-7 14 0,6-5 0,0 0 0,1 1 0,1 1 0,1-1 0,1 1 0,0 0 0,2 0 0,0 0 0,1 1 0,1-1 0,1 1 0,1-1 0,1 1 0,5 26 0,-4-37 0,0-1 0,0 0 0,1 0 0,0 0 0,0-1 0,1 0 0,0 1 0,0-2 0,1 1 0,0-1 0,1 1 0,-1-2 0,1 1 0,16 10 0,-17-13 0,1 0 0,-1-1 0,0 0 0,1 0 0,0-1 0,0 0 0,0 0 0,0-1 0,0 1 0,0-1 0,0-1 0,0 0 0,1 0 0,-1 0 0,0-1 0,0 0 0,0 0 0,0-1 0,0 0 0,11-4 0,-5 0 0,-1 0 0,0 0 0,-1-1 0,1 0 0,-2-1 0,1-1 0,-1 0 0,0 0 0,0-1 0,-2 0 0,15-20 0,-10 8 0,0 0 0,-2-1 0,-1 0 0,-1-1 0,9-35 0,37-177 0,13-47 0,-36 155 0,-84 416 0,5-50 0,38-172 0,2 0 0,3 1 0,10 123 0,-6-188-28,0 0-1,0 0 1,0-1-1,1 1 1,-1 0 0,0 0-1,1-1 1,0 1-1,-1 0 1,1-1-1,0 1 1,0 0-1,0-1 1,0 1 0,0-1-1,0 0 1,0 1-1,1-1 1,-1 0-1,1 0 1,-1 0-1,0 0 1,1 0 0,0 0-1,-1 0 1,1 0-1,0-1 1,-1 1-1,1 0 1,0-1-1,0 0 1,-1 1 0,1-1-1,0 0 1,0 0-1,0 0 1,-1 0-1,1 0 1,0 0-1,0-1 1,0 1 0,-1-1-1,1 1 1,0-1-1,-1 0 1,1 1-1,3-3 1,8-4-6798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0 24575,'0'0'0,"0"0"0,0 0 0,0 0 0,0 0 0,-16 7 0,2 0 0,1 1 0,0 1 0,1 0 0,0 1 0,1 0 0,0 1 0,0 0 0,1 1 0,1 0 0,-10 15 0,9-9 0,0 1 0,1 0 0,1 1 0,1 0 0,0 0 0,-6 37 0,9-23 0,1-1 0,1 0 0,2 1 0,1-1 0,2 1 0,1-1 0,2 0 0,1 0 0,13 38 0,0-22 0,-10-26 0,12 43 0,-21-60 0,0 0 0,0 0 0,0 0 0,0 1 0,-1-1 0,0 0 0,0 1 0,-1-1 0,0 0 0,0 0 0,-4 13 0,3-16 7,0 1 0,1 0 0,-1-1 0,-1 0 0,1 1 1,-1-1-1,1 0 0,-1 0 0,0 0 0,0 0 0,0-1 0,0 1 0,-1-1 0,1 0 0,0 0 0,-6 2 0,1-1-219,0 0 0,0-1 0,0 0-1,0 0 1,0-1 0,-15 0 0,5 0-6614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24575,'10'-1'0,"0"-1"0,0 0 0,-1-1 0,14-5 0,11-3 0,32-5 0,0 2 0,1 4 0,94-3 0,-136 12 0,48 7 0,-62-5 0,0 1 0,0 1 0,0 0 0,0 1 0,-1 0 0,17 9 0,-26-12 5,1 0-1,0 0 1,0 0-1,-1 0 0,1 0 1,-1 1-1,1-1 1,-1 1-1,0-1 1,1 1-1,-1-1 0,0 1 1,0 0-1,0 0 1,0 0-1,-1-1 1,1 1-1,0 0 1,-1 0-1,1 0 0,-1 0 1,0 0-1,0 0 1,1 0-1,-1 0 1,-1 3-1,0 2-190,-1-1 1,1 0-1,-1 1 0,-1-1 1,1 0-1,-1 0 1,-4 5-1,-3 6-6640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4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24575,'41'-2'0,"50"-9"0,-20 2 0,112-10 0,399-28 0,-329 36 0,61-1 0,-300 11 0,1 1 0,-1 1 0,0 0 0,0 1 0,24 6 0,-37-7-1365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5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383 528 24575,'0'0'0,"0"0"0,0 0 0,0-26 0,-3 0 0,0 1 0,-1 0 0,-1 1 0,-2-1 0,0 1 0,-1 0 0,-2 1 0,-1 0 0,-22-37 0,31 56 0,-1 1 0,1-1 0,-1 1 0,0 0 0,0 0 0,0 0 0,-1 0 0,1 0 0,-1 0 0,1 1 0,-1 0 0,0 0 0,0 0 0,0 0 0,0 1 0,0-1 0,-1 1 0,1 0 0,0 0 0,0 1 0,-1-1 0,1 1 0,-1 0 0,1 0 0,0 0 0,-1 1 0,-7 1 0,4 1 0,1 0 0,-1 0 0,1 0 0,0 1 0,0 0 0,0 0 0,0 1 0,1 0 0,-1 0 0,1 1 0,1-1 0,-1 1 0,-9 14 0,5-4 0,1 1 0,0 0 0,1 0 0,1 1 0,1 0 0,0 0 0,-5 34 0,7-23 0,1 1 0,1-1 0,1 1 0,6 41 0,-2-47 0,1 1 0,2-1 0,10 32 0,-11-42 0,1-1 0,0 0 0,0-1 0,1 0 0,1 0 0,0 0 0,14 15 0,-20-25 0,0 1 0,0-1 0,0 0 0,1 0 0,-1 0 0,1 0 0,0 0 0,-1 0 0,1-1 0,0 1 0,0-1 0,0 0 0,0 0 0,0 0 0,0 0 0,1-1 0,-1 1 0,0-1 0,0 0 0,1 0 0,-1 0 0,0 0 0,0 0 0,0-1 0,1 1 0,-1-1 0,0 0 0,0 0 0,0 0 0,0-1 0,0 1 0,-1-1 0,1 1 0,0-1 0,0 0 0,-1 0 0,0 0 0,1-1 0,1-2 0,10-10 0,-2-2 0,0 1 0,-1-2 0,-1 1 0,0-1 0,7-22 0,38-119 0,-52 151 0,25-104 0,24-206 0,-40 234 0,-10 53 0,-4 24 0,-7 23 0,-4 20 0,2 2 0,-13 68 0,-1 83 0,24-176 0,-4 44 0,2-1 0,3 1 0,2-1 0,3 1 0,2-1 0,21 80 0,-27-132 0,0-1 0,0 0 0,0 0 0,0 1 0,1-1 0,-1 0 0,1 0 0,0-1 0,0 1 0,0 0 0,0-1 0,1 1 0,-1-1 0,0 1 0,1-1 0,3 2 0,-5-4 2,-1 1 0,1-1 0,0 0 0,-1 0 0,1 0 0,0 0 0,-1 0 0,1 0 0,-1 0 0,1-1 0,0 1 0,-1 0 0,1 0 0,-1 0 0,1 0 0,0-1 0,-1 1 0,1 0 0,-1-1 0,1 1 0,-1 0 1,1-1-1,-1 1 0,1-1 0,-1 1 0,0-1 0,1 1 0,-1-1 0,1 1 0,-1-1 0,0 1 0,0-1 0,1 0 0,-1 0 0,10-23-941,-10 21 442,7-19-6329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2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24575,'28'6'0,"-13"-2"0,0 1 0,1 1 0,-2 0 0,1 1 0,20 13 0,64 52 0,-45-31 0,-24-19 0,-2 2 0,0 1 0,-2 1 0,-1 1 0,-1 2 0,-1 0 0,-2 1 0,28 52 0,-23-39 0,-15-26 0,-1 0 0,0 1 0,13 36 0,-24-61 0,0 0 0,1-1 0,-1 1 0,1-1 0,2-11 0,-1-6 0,-1-22 0,12-286 0,-3 294 0,-7 33 0,0 0 0,0 1 0,-1-1 0,0 0 0,0 0 0,-1 0 0,0 0 0,0-6 0,0 11 0,-1-1 0,1 1 0,0 0 0,-1 0 0,1 0 0,-1 0 0,1 0 0,-1 0 0,0 0 0,1 0 0,-1 0 0,0 0 0,0 0 0,0 0 0,0 0 0,0 1 0,0-1 0,0 0 0,0 1 0,0-1 0,0 0 0,0 1 0,0 0 0,0-1 0,0 1 0,-1 0 0,1-1 0,0 1 0,0 0 0,0 0 0,-1 0 0,1 0 0,0 0 0,0 0 0,0 0 0,-1 1 0,1-1 0,-1 1 0,-6 1 0,0 0 0,0 0 0,0 1 0,-11 6 0,-1 3 0,-1 0 0,2 2 0,0 0 0,-19 18 0,-66 74 0,67-65-195,1 2 0,2 2 0,2 1 0,2 1 0,2 2 0,-37 88 0,55-110-6631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31:40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0,'-4'2'10264'0'0,"3"-2"-10283"0"0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5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0 24575,'-6'1'0,"0"-1"0,0 1 0,0 1 0,0-1 0,0 1 0,0 0 0,1 0 0,-1 1 0,1 0 0,-1 0 0,1 0 0,0 0 0,0 1 0,-8 8 0,-2 3 0,1 0 0,-24 35 0,-36 48 0,-31 44 0,100-134 0,-19 33 0,22-38 0,1-1 0,0 1 0,0 0 0,0 0 0,0 0 0,0-1 0,1 1 0,-1 0 0,1 0 0,0 0 0,0 0 0,0 5 0,1-6 0,0-1 0,0 0 0,-1 0 0,1 0 0,0 0 0,0 0 0,0 0 0,0 0 0,0 0 0,0 0 0,0 0 0,0-1 0,0 1 0,1 0 0,-1-1 0,0 1 0,0-1 0,1 1 0,-1-1 0,0 0 0,1 0 0,-1 1 0,3-1 0,36 2 0,-36-2 0,59-3 0,120-22 0,-171 23 0,0-1 0,22-9 0,-30 11 0,0-1 0,0 0 0,-1 0 0,1 0 0,0-1 0,-1 1 0,0-1 0,0 0 0,0 1 0,0-2 0,5-5 0,-7 7 0,0-1 0,-1 1 0,1 0 0,-1 0 0,1-1 0,-1 1 0,0 0 0,0 0 0,0-1 0,0 1 0,0 0 0,-1-1 0,1 1 0,-1 0 0,1 0 0,-1 0 0,0-1 0,0 1 0,0 0 0,-2-3 0,-27-40 0,30 44 0,-31-39-39,5 9-624,-20-35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8:59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24575,'52'6'0,"0"-2"0,65-5 0,29 2 0,50 14 0,233 48 0,-72-5 0,-225-40 0,271 31 0,-202-26 0,57 0 0,353-13 0,436-57 0,-577 32 0,-47 4 0,-190 2 0,172-16 0,388-19-1365,-777 44-5461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4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6 169 24575,'-5'-18'0,"5"12"0,-1 1 0,1-1 0,1 0 0,-1 1 0,1-1 0,0 1 0,0-1 0,0 1 0,1-1 0,0 1 0,0 0 0,0 0 0,1 0 0,-1 0 0,1 0 0,1 1 0,-1-1 0,1 1 0,-1 0 0,9-7 0,-7 7 0,0 0 0,0 0 0,0 1 0,1-1 0,0 1 0,0 1 0,0-1 0,0 1 0,0 0 0,0 0 0,0 1 0,1 0 0,-1 0 0,1 0 0,-1 1 0,0 0 0,1 0 0,7 2 0,3 2 0,1 1 0,-1 1 0,0 0 0,0 1 0,0 1 0,-1 1 0,0 0 0,-1 1 0,0 0 0,-1 2 0,0-1 0,22 25 0,6 13 0,-3 1 0,44 71 0,-57-78 0,38 87 0,7 52 0,-43-106 0,0-15-1365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5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 6 24575,'0'0'0,"0"0"0,0 0 0,-9-3 0,2 2 0,-1 0 0,1 1 0,0 0 0,-1 0 0,1 0 0,0 1 0,-1 0 0,1 0 0,0 1 0,0 0 0,0 0 0,0 1 0,0 0 0,1 0 0,-1 0 0,1 1 0,0 0 0,-11 9 0,-8 8 0,1 1 0,-40 47 0,58-61 0,-40 44 0,-146 185 0,160-179 0,24-42 0,-18 29 0,21-57-1365,2 5-5461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5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 24575,'-3'0'0,"-1"0"0,1 0 0,0 1 0,-1-1 0,1 1 0,0 0 0,-1 0 0,1 0 0,0 0 0,0 1 0,0-1 0,0 1 0,0 0 0,0 0 0,0 0 0,0 0 0,1 0 0,-3 4 0,-4 4 0,1 0 0,0 1 0,-8 14 0,11-17 0,-14 26 0,1 0 0,2 1 0,2 1 0,-20 74 0,18-34 0,-10 113 0,25-143 0,1-44 0,0 0 0,0 1 0,1-1 0,-1 0 0,0 0 0,1 0 0,0 0 0,-1 0 0,1 0 0,0 0 0,0 0 0,0 0 0,0 0 0,1 0 0,-1-1 0,0 1 0,3 2 0,-2-3 0,0 0 0,0-1 0,0 1 0,0-1 0,0 1 0,-1-1 0,1 0 0,0 0 0,0 0 0,0 0 0,0 0 0,0 0 0,0-1 0,0 1 0,0-1 0,0 1 0,-1-1 0,1 0 0,0 1 0,0-1 0,-1 0 0,1 0 0,0 0 0,-1-1 0,1 1 0,-1 0 0,2-2 0,4-4 0,0 0 0,0 0 0,10-15 0,-5 4 0,-1 0 0,-1-1 0,0 0 0,7-22 0,-14 31 0,0 1 0,0-1 0,-1 0 0,0 0 0,-1 0 0,0 0 0,-1-1 0,0 1 0,0 0 0,-4-16 0,4 24 0,-1 0 0,0 0 0,0 0 0,0 0 0,0 0 0,0 0 0,-1 0 0,1 1 0,-1-1 0,1 1 0,-1-1 0,1 1 0,-1-1 0,0 1 0,0 0 0,1 0 0,-1 0 0,0 0 0,0 0 0,0 0 0,0 0 0,0 1 0,-1-1 0,1 1 0,-3-1 0,-4 0 0,0 0 0,-1 0 0,1 1 0,-14 1 0,9 2-114,0-1 1,1 2-1,-1 0 0,0 1 0,1 0 1,0 1-1,0 0 0,1 1 0,0 0 1,0 1-1,-17 15 0,5-2-6712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6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24575,'34'-8'0,"1"1"0,66-3 0,70 10 0,-158 0 0,-6 0 0,0 1 0,-1 0 0,1 0 0,0 0 0,0 1 0,-1 0 0,7 3 0,-11-4 0,-1-1 0,1 1 0,-1 0 0,0-1 0,1 1 0,-1 0 0,0 0 0,0 0 0,0 0 0,0 0 0,0 0 0,0 0 0,0 0 0,0 1 0,0-1 0,0 0 0,0 1 0,-1-1 0,1 0 0,-1 1 0,1-1 0,-1 1 0,0-1 0,1 1 0,-1-1 0,0 1 0,0-1 0,0 1 0,0-1 0,0 1 0,0-1 0,0 1 0,-1-1 0,1 1 0,-1-1 0,1 0 0,-1 1 0,1-1 0,-2 2 0,-2 4-170,0-2-1,-1 1 0,1 0 1,-1-1-1,0 0 0,-1 0 1,-8 6-1,0 0-6655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6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19 24575,'-14'25'0,"14"-24"0,0 0 0,0 0 0,0 0 0,0 0 0,0-1 0,0 1 0,0 0 0,0 0 0,0 0 0,0 0 0,0 0 0,1-1 0,-1 1 0,0 0 0,1 0 0,-1 0 0,1-1 0,-1 1 0,1 0 0,-1-1 0,1 1 0,-1 0 0,1-1 0,1 2 0,0-1 0,0 0 0,0 1 0,1-1 0,-1 0 0,1 0 0,-1 0 0,1-1 0,3 2 0,5-1 0,0 1 0,21-1 0,-31-1 0,54-4 0,-1-2 0,95-24 0,-6 2 0,-89 20-1365,-38 6-5461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10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24575,'-3'26'0,"3"17"-120,-5 216-1125,3-225-5581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8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624 37 24575,'-1'-3'0,"0"1"0,0-1 0,0 0 0,0 1 0,-1 0 0,1-1 0,-1 1 0,1 0 0,-1 0 0,0-1 0,0 1 0,-3-1 0,4 2 0,-1 0 0,0 0 0,0 1 0,0-1 0,0 1 0,0 0 0,0-1 0,0 1 0,0 0 0,0 0 0,0 0 0,0 1 0,0-1 0,0 0 0,0 1 0,0-1 0,-3 2 0,-5 2 0,-1 0 0,1 0 0,0 1 0,0 1 0,1 0 0,0 0 0,0 1 0,-16 15 0,-2 5 0,-28 39 0,48-57 0,-54 73 0,5 2 0,2 3 0,5 2 0,-57 144 0,97-211 0,1 1 0,1-1 0,1 1 0,1 1 0,1-1 0,-2 41 0,6-56 0,0 0 0,0 0 0,1 0 0,0 0 0,1 0 0,0-1 0,0 1 0,0 0 0,1-1 0,0 0 0,1 1 0,-1-1 0,2 0 0,-1-1 0,1 1 0,-1-1 0,2 0 0,-1 0 0,1-1 0,0 1 0,0-1 0,0 0 0,12 6 0,-11-8 0,-1 1 0,1-1 0,0-1 0,0 1 0,0-1 0,0-1 0,0 1 0,1-1 0,-1 0 0,0-1 0,1 0 0,-1 0 0,15-2 0,-12-1 0,1 1 0,-1-2 0,0 1 0,0-2 0,0 1 0,0-1 0,-1-1 0,15-10 0,-2-3 0,0-1 0,-1-1 0,-1 0 0,-1-2 0,-1 0 0,16-28 0,-24 35 0,-1 1 0,-1-1 0,0-1 0,-1 1 0,10-35 0,-16 46 0,0 0 0,-1-1 0,1 1 0,-1 0 0,0-1 0,0 1 0,-1 0 0,0-1 0,1 1 0,-4-9 0,2 11 0,0-1 0,1 0 0,-2 1 0,1-1 0,0 1 0,-1 0 0,1 0 0,-1 0 0,0 0 0,0 0 0,0 1 0,0-1 0,-1 1 0,1 0 0,-7-3 0,0 0-65,0 1 0,-1 1 0,1 0 0,-1 1 0,1 0 0,-1 0 0,0 1 0,0 1 0,0-1 0,0 2 0,0 0 0,1 0 0,-1 1 0,0 0 0,1 1 0,-1 0 0,1 1 0,0 0 0,0 0 0,-10 7 0,12-7-6761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24575,'17'9'0,"0"1"0,-1 0 0,0 1 0,-1 0 0,0 2 0,0-1 0,20 26 0,79 111 0,-105-136 0,16 23 0,91 134 0,-89-125 0,40 90 0,-63-126 0,-1 1 0,-1-1 0,0 0 0,0 1 0,-1 0 0,0-1 0,-1 11 0,0-20 3,1 1-1,-1-1 0,0 0 0,0 0 1,0 0-1,0 1 0,0-1 1,0 0-1,0 0 0,0 0 0,0 1 1,0-1-1,0 0 0,0 0 1,0 0-1,0 1 0,0-1 0,0 0 1,0 0-1,0 0 0,0 1 1,0-1-1,0 0 0,0 0 0,0 0 1,0 1-1,0-1 0,-1 0 1,1 0-1,0 0 0,0 0 1,0 1-1,0-1 0,0 0 0,-1 0 1,1 0-1,0 0 0,0 0 1,0 0-1,0 0 0,-1 1 0,1-1 1,0 0-1,0 0 0,0 0 1,-1 0-1,1 0 0,0 0 0,0 0 1,0 0-1,-1 0 0,-7-9-1486,4 4-5342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08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666 1 24575,'-21'0'0,"6"-1"0,0 1 0,-1 1 0,-23 5 0,18 0 0,0 1 0,0 1 0,0 0 0,2 2 0,-1 1 0,1 0 0,0 1 0,-23 21 0,2 2 0,2 1 0,-46 56 0,62-63 30,0 1 0,2 0 0,-26 53 0,19-23-773,-20 65 1,36-92-6084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14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24575,'0'0'0,"0"0"0,0 0 0,0 0 0,0 0 0,-15 8 0,10-3 0,0 0 0,0 1 0,0-1 0,0 1 0,1 0 0,0 0 0,1 1 0,-1-1 0,1 1 0,0-1 0,1 1 0,-1 0 0,-1 10 0,1-2 0,0 1 0,2-1 0,-1 1 0,2 0 0,1 18 0,0-15 0,2-1 0,0 1 0,1-1 0,1 0 0,0-1 0,1 1 0,1-1 0,1 0 0,13 20 0,-16-31 0,0 0 0,0 0 0,0-1 0,1 0 0,0 0 0,0-1 0,11 7 0,53 23 0,-15-7 0,-34-17 0,-15-8 0,-1 0 0,0 1 0,-1-1 0,1 1 0,0 0 0,-1 0 0,1 0 0,-1 1 0,0 0 0,0-1 0,3 6 0,-6-7 0,-1 1 0,1-1 0,-1 0 0,0 1 0,1-1 0,-1 1 0,0-1 0,-1 0 0,1 1 0,0-1 0,-1 1 0,1-1 0,-1 0 0,0 1 0,0-1 0,0 0 0,0 0 0,0 0 0,-3 4 0,-28 37 0,32-42 0,-9 9-114,-1 0 1,0 0-1,0-1 0,-1 0 0,-1-1 1,1-1-1,-1 1 0,0-2 0,-1 0 1,0 0-1,-20 5 0,17-6-6712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15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24575,'0'0'0,"0"0"0,0 0 0,19-8 0,9-6 0,1 2 0,1 1 0,0 2 0,0 0 0,60-8 0,-87 17-68,0 1 0,0-1-1,0 0 1,0 1 0,0-1 0,0 1-1,0 0 1,0 0 0,0 0 0,0 0-1,0 1 1,0-1 0,-1 1 0,1 0-1,-1 0 1,1 0 0,-1 0 0,0 0-1,3 4 1,7 6-6758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51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24575,'3'1'0,"0"0"0,0 0 0,1 0 0,-1 0 0,0-1 0,1 1 0,3-1 0,5 2 0,150 38 0,116 23 0,118 1 0,-313-54 0,0-5 0,110-6 0,1 0 0,964 7 0,-978-4 0,-55 1 0,-107-3-1365,-12 0-5461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54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0 24575,'-14'27'0,"2"3"0,-2 0 0,-2 0 0,-24 35 0,-65 78 0,77-106 0,-30 36 0,-35 48 0,92-121 0,1 1 0,-1-1 0,1 1 0,-1-1 0,1 1 0,-1 0 0,1-1 0,-1 1 0,1 0 0,0-1 0,-1 1 0,1 0 0,0-1 0,-1 1 0,1 0 0,0 0 0,0-1 0,0 1 0,0 0 0,0 0 0,0 0 0,0-1 0,0 1 0,0 0 0,0 0 0,0-1 0,1 1 0,-1 0 0,0 0 0,0-1 0,1 1 0,-1 0 0,0-1 0,1 1 0,-1 0 0,1-1 0,-1 1 0,1 0 0,-1-1 0,1 1 0,0-1 0,-1 1 0,1-1 0,0 0 0,-1 1 0,1-1 0,1 1 0,4 1 0,0 0 0,0-1 0,1 0 0,-1 0 0,8 0 0,3 0 0,328 40 0,-196-33 0,-144-8 0,-1 0 0,1-1 0,0 1 0,-1-1 0,9-3 0,-12 4 0,-1-1 0,0 1 0,1-1 0,-1 0 0,0 1 0,1-1 0,-1 0 0,0 1 0,0-1 0,0 0 0,0 1 0,1-1 0,-1 0 0,0 0 0,0 1 0,0-1 0,-1 0 0,1 0 0,0 1 0,0-2 0,-4-17 0,4 17 0,-13-42 0,-1-1 0,-3 2 0,-23-46 0,12 27 0,22 49-120,1 2-87,0 0-1,0 0 1,-1 0-1,0 1 1,-10-12-1,9 14-6618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43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0 0,0 0 0,0 0 0,0 0 0,0 0 0,0 0 0,0 0 0,14 5 0,15 4 0,1-2 0,0-2 0,40 3 0,96-2 0,-68-5 0,155-5 0,-124 0 0,442 25 0,-523-18 0,294 15 0,-268-12 95,15 0-1555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4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24575,'3'1'0,"-1"0"0,0 1 0,1-1 0,-1 0 0,1 0 0,0-1 0,4 2 0,17 1 0,0-1 0,30-2 0,16 2 0,783 20 0,-428-19 0,-242 1 0,430 3 0,-42-21 0,-465 12 0,-25 1 0,119-16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1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 3190 24575,'0'0'0,"0"0"0,0 0 0,2 0 0,106 2 0,0 5 0,-1 5 0,146 34 0,367 71 0,-502-105 0,1-5 0,0-5 0,152-18 0,348-52 0,-525 54 0,128-36 0,87-45 0,-237 71 0,243-86 0,-227 74 0,127-73 0,-141 64 0,-2-2 0,-2-3 0,84-80 0,-121 99 0,-2-2 0,-1-2 0,-2 0 0,-1-2 0,-2-1 0,-2-1 0,-1-1 0,18-49 0,-27 51 0,-2-1 0,-1 0 0,-2-1 0,-2 0 0,-2 0 0,-1-45 0,-4 13 0,-4-1 0,-20-103 0,15 129 0,-3 2 0,-1 0 0,-3 0 0,-1 2 0,-40-68 0,-4 12 0,-81-100 0,68 108 0,-4 4 0,-4 3 0,-3 3 0,-4 5 0,-4 3 0,-122-72 0,139 101 0,-2 3 0,-2 4 0,-1 3 0,-2 4 0,-145-32 0,105 38 0,-1 6 0,-1 5 0,-177 5 0,201 13-19,1 4 0,-1 4-1,2 5 1,0 4 0,-110 40-1,31 3-96,3 7 1,3 9-1,5 6 0,-251 174 0,328-192 116,3 3 0,3 5 0,3 2 0,4 5 0,4 2 0,3 4 0,5 3 0,4 3 0,-70 141 0,5 61 0,109-245 0,3 0 0,2 2 0,-11 99 0,18-75 116,4 1 0,12 124 0,-3-156-58,1 0-1,2-1 1,3 0 0,1-1 0,31 66 0,-19-59-58,3-1 0,3-2 0,1-1 0,71 79 0,-54-75 0,3-3 0,2-2 0,88 60 0,-70-61-1365,-14-10-5461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0:59:58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44 169 24575,'0'0'0,"0"0"0,0 0 0,0 0 0,0 0 0,-16-20 0,13 16 0,0 0 0,0-1 0,0 1 0,0-1 0,1 0 0,0 0 0,0 0 0,0 0 0,-2-10 0,4 12 0,0 1 0,0-1 0,0 0 0,0 1 0,0-1 0,1 1 0,-1-1 0,1 1 0,0-1 0,-1 1 0,1-1 0,0 1 0,1-1 0,-1 1 0,0 0 0,1 0 0,-1 0 0,1 0 0,0 0 0,-1 0 0,1 0 0,0 0 0,3-1 0,2-2 0,1 1 0,-1 0 0,1 0 0,0 0 0,0 1 0,1 1 0,-1-1 0,0 1 0,1 1 0,0 0 0,-1 0 0,1 0 0,0 1 0,-1 1 0,1-1 0,0 1 0,16 5 0,-3-1 0,0 2 0,0 0 0,-1 1 0,0 2 0,32 19 0,-37-19 0,0 2 0,-1 0 0,0 1 0,-1 0 0,-1 2 0,0-1 0,-1 1 0,14 22 0,-11-11 0,0 0 0,-2 1 0,-1 0 0,13 48 0,-21-58 0,0 1 0,-2-1 0,0 1 0,-1 0 0,-1-1 0,0 1 0,-2 0 0,0 0 0,-6 26 0,-1-12 0,-1 0 0,-1-1 0,-2 0 0,-18 32 0,20-43 0,0-1 0,-27 32 0,32-44 0,0 1 0,-1-2 0,0 1 0,0-1 0,-1 0 0,1-1 0,-1 1 0,-1-2 0,-12 7 0,16-10 0,0 1 0,0-1 0,0 0 0,0-1 0,0 1 0,-1-1 0,1 0 0,0 0 0,0-1 0,0 1 0,0-1 0,0 0 0,0-1 0,0 1 0,0-1 0,0 0 0,0 0 0,1-1 0,-1 1 0,1-1 0,0 0 0,-1 0 0,1 0 0,1-1 0,-1 0 0,1 1 0,-1-1 0,-3-6 0,3 4 0,0 1 0,0-1 0,1 0 0,0 0 0,0 0 0,0-1 0,1 1 0,0-1 0,0 1 0,1-1 0,0 0 0,0 0 0,0 1 0,1-1 0,0 0 0,0 0 0,1 0 0,0 0 0,0 1 0,1-1 0,3-9 0,1 2 0,1 0 0,1 0 0,0 1 0,1 0 0,0 1 0,1 0 0,1 0 0,-1 1 0,2 1 0,0 0 0,0 0 0,0 1 0,1 1 0,1 0 0,0 0 0,0 2 0,0 0 0,0 0 0,1 2 0,0-1 0,0 2 0,0 0 0,1 1 0,-1 0 0,1 2 0,28 1 0,-22 2 0,0 2 0,0 0 0,-1 1 0,0 2 0,0 0 0,-1 1 0,0 1 0,-1 0 0,0 2 0,0 0 0,-1 2 0,16 15 0,-29-25 0,-1 0 0,0 1 0,-1-1 0,1 1 0,-1 0 0,0 0 0,0 0 0,0 1 0,-1-1 0,0 1 0,2 7 0,-1-2 0,-1 0 0,0 0 0,0 0 0,-2 0 0,0 11 0,0-21-65,-1 0-1,1 0 0,-1 0 1,0 0-1,1 0 0,-1 0 1,0 0-1,0 0 1,1 0-1,-1-1 0,0 1 1,0 0-1,0-1 0,0 1 1,0-1-1,0 1 1,-3 0-1,4-1-118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0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417 233 24575,'0'0'0,"0"0"0,0 0 0,0 0 0,0 0 0,0 0 0,0 0 0,0 0 0,0 0 0,0 0 0,0 0 0,0-10 0,0-19 0,1 9 0,-1 0 0,-1 0 0,-4-26 0,4 42 0,0-1 0,0 0 0,0 1 0,-1 0 0,1-1 0,-1 1 0,0 0 0,-1 0 0,1 0 0,-1 0 0,1 0 0,-1 1 0,0-1 0,-1 1 0,1 0 0,0 0 0,-1 0 0,0 0 0,-7-3 0,7 4 0,-1 0 0,1 1 0,-1 0 0,1 0 0,-1 1 0,0-1 0,1 1 0,-1 0 0,0 0 0,0 1 0,1-1 0,-1 1 0,1 0 0,-1 0 0,0 0 0,1 1 0,-7 3 0,3-1 0,1-1 0,0 2 0,0-1 0,0 1 0,0 0 0,1 0 0,0 1 0,0 0 0,-8 9 0,6-2 0,-1 0 0,1 0 0,1 1 0,1 0 0,0 0 0,0 1 0,2-1 0,-1 1 0,2 0 0,0 1 0,1-1 0,1 0 0,0 1 0,1-1 0,1 1 0,0-1 0,1 0 0,0 1 0,6 15 0,-8-30 0,6 21 0,0-1 0,1 0 0,1 0 0,17 31 0,-24-51 0,0 1 0,1-1 0,-1 0 0,1 1 0,-1-1 0,1 0 0,-1 0 0,1 0 0,0 0 0,0 0 0,-1 0 0,1 0 0,0-1 0,0 1 0,0-1 0,0 1 0,0-1 0,0 0 0,0 0 0,0 0 0,0 0 0,0 0 0,0 0 0,0 0 0,-1-1 0,4 0 0,3 0 0,0-2 0,0 1 0,0-1 0,12-6 0,-9 2 0,-1 0 0,0 0 0,0-1 0,0-1 0,-1 1 0,0-2 0,-1 1 0,0-1 0,-1 0 0,0-1 0,0 1 0,5-14 0,3-7 0,-2-1 0,-2 0 0,11-42 0,-11 35 0,-6 20 0,6-31 0,-4 112 0,-5 14 0,0 466 0,-5-496 0,-1 0 0,-2 0 0,-16 60 0,17-89 0,0-1 0,-1 1 0,-1-1 0,0 0 0,-1-1 0,-1 0 0,0 0 0,-1-1 0,0 0 0,-2-1 0,-24 24 0,31-33 0,0-1 0,0 1 0,0-1 0,0 0 0,-1-1 0,1 0 0,-1 1 0,1-2 0,-1 1 0,0-1 0,0 0 0,0 0 0,0 0 0,-6-1 0,3 0 0,0-1 0,0 0 0,0-1 0,0 0 0,0-1 0,1 1 0,-1-2 0,-13-6 0,10 3 0,0 0 0,1 0 0,-1-1 0,2-1 0,-1 0 0,1-1 0,1 0 0,0 0 0,0-1 0,1 0 0,0 0 0,-7-15 0,10 14 0,0 0 0,0 0 0,1-1 0,1 1 0,0-1 0,1 0 0,0 0 0,1 0 0,0 0 0,1 0 0,1 0 0,0 0 0,1 0 0,0 1 0,1-1 0,0 0 0,1 1 0,0 0 0,1 0 0,1 0 0,0 0 0,0 1 0,1 0 0,1 0 0,0 1 0,13-14 0,-5 8 0,2 0 0,0 0 0,1 2 0,0 1 0,1 0 0,0 1 0,1 1 0,0 1 0,1 1 0,0 1 0,1 1 0,-1 1 0,1 1 0,1 1 0,-1 1 0,44-1 0,-50 4 0,35 0 0,-48 0 0,-1 0 0,0 1 0,1 0 0,-1-1 0,0 1 0,0 0 0,1 0 0,-1 1 0,0-1 0,0 1 0,5 3 0,-8-4 3,1 0 0,0 0 0,-1 0 0,1-1 0,-1 1 0,1 1-1,-1-1 1,0 0 0,1 0 0,-1 0 0,0 0 0,0 0 0,1 0 0,-1 0-1,0 0 1,0 1 0,0-1 0,0 0 0,-1 0 0,1 0 0,0 0 0,0 0 0,-1 0-1,1 0 1,-1 0 0,1 0 0,-1 0 0,1 0 0,-1 0 0,1 0 0,-1 0-1,0 0 1,-1 1 0,-27 30-1067,26-29 665,-16 15-6427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0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1 249 24575,'20'0'0,"140"-21"0,-49 4 0,224-15 0,111-15 0,-208 14 0,238-30 0,-80 43 0,-101 10 0,-34 5 0,-193 5 0,-89 7-1365,6-3-5461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1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24575,'0'0'0,"16"-5"0,-16 5 0,161-51 0,-139 46 0,0 1 0,0 1 0,1 1 0,-1 1 0,33 3 0,-41-1 0,-1 0 0,0 1 0,1 1 0,-1 0 0,0 0 0,-1 2 0,1-1 0,-1 2 0,0 0 0,0 0 0,-1 1 0,1 0 0,16 15 0,-6-2 0,-1 1 0,-1 1 0,-1 1 0,0 0 0,-2 1 0,-1 1 0,-1 1 0,-1 0 0,-2 1 0,14 41 0,-21-50 0,-1 1 0,-1 0 0,0 0 0,-2 0 0,0 0 0,-1 0 0,-1 1 0,-1-1 0,-1 0 0,0 0 0,-2-1 0,-11 33 0,8-30 0,-2 0 0,0 0 0,-1-1 0,-1-1 0,-1 0 0,0 0 0,-2-1 0,0-1 0,-1-1 0,-23 20 0,26-27 0,0 0 0,0 0 0,-1-1 0,0-1 0,0 0 0,-26 7 0,32-11 0,0-1 0,-1 0 0,0 0 0,1-1 0,-1 0 0,0-1 0,1 0 0,-1 0 0,0-1 0,0 0 0,1-1 0,-1 0 0,-11-4 0,14 4 0,1-1 0,0 0 0,-1 0 0,1 0 0,0 0 0,1-1 0,-1 0 0,1 0 0,-1 0 0,1-1 0,0 1 0,1-1 0,-6-8 0,5 5 0,0 0 0,1-1 0,0 1 0,1 0 0,-1-1 0,2 0 0,-1 1 0,0-15 0,2 4 0,1 0 0,0 0 0,2 0 0,0 0 0,1 0 0,1 0 0,14-34 0,-13 39 0,1 0 0,1 0 0,0 0 0,1 1 0,1 1 0,0-1 0,0 1 0,1 1 0,1 0 0,0 1 0,0 0 0,1 0 0,0 2 0,1 0 0,-1 0 0,25-9 0,-18 10 0,0 1 0,0 1 0,1 1 0,0 0 0,0 2 0,0 0 0,0 2 0,0 0 0,0 1 0,0 1 0,0 1 0,20 6 0,-19-4 0,-1 1 0,1 1 0,-1 1 0,-1 1 0,0 0 0,0 2 0,0 0 0,-2 1 0,1 1 0,-2 1 0,26 26 0,-31-28 0,-1 0 0,-1 1 0,0 0 0,-1 1 0,15 28 0,-22-37 0,0 1 0,0-1 0,0 1 0,-1-1 0,1 1 0,-1-1 0,-1 1 0,1 0 0,-1 0 0,0-1 0,0 1 0,-1 0 0,1-1 0,-1 1 0,-1 0 0,1-1 0,-1 1 0,0-1 0,0 0 0,-5 9 0,7-14 0,-13 17 0,6-14 0,2-14 0,4 4 8,1 0 1,0 0-1,0 0 0,1 1 0,0-1 1,0 0-1,0 0 0,1 0 0,0 1 1,4-9-1,5-11-397,17-27 1,-20 38-291,9-16-6147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75 218 24575,'21'-8'0,"139"-62"0,-156 68 0,-1 0 0,1-1 0,-1 0 0,0 1 0,0-1 0,0 0 0,0 0 0,-1 0 0,1-1 0,-1 1 0,0-1 0,0 1 0,0-1 0,1-4 0,-1 3 0,0 0 0,0 0 0,-1 0 0,0 0 0,0 0 0,0 0 0,0 0 0,-1 0 0,0 0 0,0 0 0,-1-5 0,1 9 0,0 0 0,0 0 0,0-1 0,-1 1 0,1 0 0,0 0 0,0 0 0,-1 0 0,1 0 0,-1 0 0,1 1 0,-1-1 0,1 0 0,-1 0 0,1 0 0,-1 0 0,0 0 0,0 1 0,1-1 0,-1 0 0,0 1 0,0-1 0,0 1 0,0-1 0,0 1 0,0-1 0,0 1 0,0-1 0,0 1 0,0 0 0,0 0 0,0-1 0,0 1 0,0 0 0,0 0 0,0 0 0,0 0 0,0 0 0,0 0 0,0 1 0,0-1 0,0 0 0,0 0 0,-2 2 0,0-1 0,-1 1 0,1 0 0,0 0 0,0 0 0,0 0 0,0 0 0,0 1 0,0 0 0,0-1 0,1 1 0,-3 4 0,-3 7 0,0 0 0,1 1 0,1 0 0,1 1 0,0-1 0,1 1 0,0 0 0,1 0 0,-1 22 0,2 18 0,8 76 0,-4-98 0,23 151 0,0 14 0,-23-153 0,0-12 0,-3 59 0,1-91 0,0 0 0,0 0 0,-1 0 0,1 0 0,-1 0 0,1 0 0,-1 0 0,0 0 0,0 0 0,0 0 0,0 0 0,0-1 0,0 1 0,0 0 0,0-1 0,-1 1 0,1-1 0,-1 1 0,1-1 0,-1 0 0,1 1 0,-1-1 0,0 0 0,0 0 0,0 0 0,0 0 0,1-1 0,-1 1 0,0-1 0,-3 1 0,2 0 0,0-1 0,0 0 0,0 0 0,0-1 0,-1 1 0,1-1 0,0 1 0,0-1 0,0 0 0,0 0 0,0 0 0,1-1 0,-1 1 0,0-1 0,0 0 0,1 1 0,-1-1 0,1 0 0,-3-3 0,-8-10 20,0-1 0,1 1 0,1-2 0,1 0 0,-14-30 0,7 6-763,-18-63 1,30 86-6084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2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1 251 24575,'195'-49'0,"85"-24"0,-264 69 0,1 1 0,0 0 0,0 1 0,28 1 0,6 0 0,-53-2 0,0 0 0,0 0 0,1-1 0,-1 1 0,1-1 0,-2-4 0,3 7 0,-2-6-170,0 0-1,1-1 0,0 1 1,0 0-1,1-1 0,0 1 1,1-14-1,1 8-6655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3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37 24575,'0'0'0,"0"0"0,0 0 0,0 0 0,0 0 0,-24 13 0,-34 12 0,57-25 0,0 0 0,0 0 0,0 0 0,1 0 0,-1-1 0,0 1 0,0 0 0,0 0 0,1-1 0,-1 1 0,0 0 0,0-1 0,1 1 0,-1-1 0,0 1 0,0-1 0,1 1 0,-1-1 0,1 1 0,-1-1 0,1 0 0,-2 0 0,-8-17 0,10 16 0,0 1 0,0-1 0,-1 0 0,1 1 0,0-1 0,0 0 0,1 1 0,-1-1 0,0 0 0,0 1 0,1-1 0,-1 1 0,1-1 0,0 1 0,-1-1 0,1 1 0,0-1 0,0 1 0,0-1 0,0 1 0,0 0 0,0 0 0,0-1 0,0 1 0,1 0 0,-1 0 0,0 0 0,1 0 0,-1 0 0,1 1 0,-1-1 0,1 0 0,-1 1 0,1-1 0,-1 1 0,1 0 0,0-1 0,-1 1 0,1 0 0,-1 0 0,1 0 0,0 0 0,-1 0 0,1 0 0,0 1 0,-1-1 0,1 0 0,0 1 0,-1-1 0,1 1 0,-1 0 0,1-1 0,-1 1 0,0 0 0,1 0 0,-1 0 0,2 1 0,0 3 0,1-1 0,-1 0 0,0 1 0,0 0 0,5 9 0,-8-13 0,1 1 0,0-1 0,-1 0 0,1 1 0,-1-1 0,1 1 0,-1-1 0,0 1 0,1-1 0,-1 1 0,0-1 0,0 1 0,0-1 0,0 1 0,0-1 0,-1 1 0,1-1 0,0 1 0,-1-1 0,1 1 0,-1-1 0,0 1 0,1-1 0,-1 0 0,-1 3 0,-19-25 0,18 20 0,5 6 0,2 16 0,-4-21 0,0 1 0,0-1 0,0 1 0,0 0 0,-1-1 0,1 1 0,0 0 0,0-1 0,0 1 0,-1-1 0,1 1 0,0-1 0,-1 1 0,1-1 0,0 1 0,-1-1 0,1 1 0,-1-1 0,1 1 0,-1-1 0,1 0 0,-1 1 0,1-1 0,-1 0 0,1 1 0,-1-1 0,1 0 0,-1 0 0,1 1 0,-1-1 0,0 0 0,1 0 0,-2 0 0,10-16 0,-5 7 0,-3 16 0,-3 7 0,1 3 0,9-29 0,-4 4 0,5-7 0,-4 16 0,0 10 0,-3-7 0,0 0 0,-1 1 0,0-1 0,0 0 0,0 0 0,0 0 0,-1 0 0,1 1 0,-1-1 0,0 0 0,-1 0 0,1 0 0,-1 0 0,1-1 0,-1 1 0,0 0 0,0-1 0,-1 1 0,1-1 0,-1 0 0,0 0 0,0 0 0,0 0 0,0 0 0,0 0 0,-1-1 0,1 0 0,-1 0 0,1 0 0,-1 0 0,0 0 0,0-1 0,-4 2 0,7-3 0,-1-1 0,1 1 0,0 0 0,0-1 0,0 1 0,0-1 0,0 1 0,1-1 0,-1 0 0,0 1 0,0-1 0,0 0 0,0 0 0,1 0 0,-1 1 0,0-1 0,1 0 0,-1 0 0,1 0 0,-1 0 0,0-2 0,-12-22 0,16 23 0,0 1 0,-1-1 0,1 1 0,0 0 0,0 0 0,0 1 0,0-1 0,4 0 0,-2 1-195,0 0 0,0 1 0,0 0 0,0 0 0,0 0 0,8 3 0,-6-1-6631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6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6 24575,'0'0'0,"0"0"0,0 0 0,-9-1 0,-7-1 0,-1 0 0,0 1 0,0 1 0,0 1 0,1 0 0,-1 1 0,-31 8 0,39-6 0,-1-1 0,1 1 0,0 1 0,0 0 0,1 0 0,-1 0 0,1 1 0,1 1 0,-1-1 0,1 1 0,0 0 0,0 1 0,1 0 0,-9 14 0,0 3 0,1 1 0,2 0 0,1 1 0,0 0 0,3 0 0,0 1 0,1 1 0,2-1 0,-2 30 0,5-16 0,2-1 0,1 0 0,3 0 0,1 0 0,19 73 0,-1-29 0,-4 1 0,10 114 0,-29-194 0,8 207 0,-9-189 0,-1 0 0,-1-1 0,-1 1 0,-1-1 0,-1 0 0,-17 43 0,22-63 0,0-1 0,-1 1 0,1-1 0,0 0 0,-1 1 0,1-1 0,-1 0 0,0 0 0,1 0 0,-1 0 0,0-1 0,0 1 0,-1 0 0,1-1 0,0 1 0,0-1 0,-1 0 0,1 0 0,-1 0 0,1 0 0,-1 0 0,1-1 0,-1 1 0,1-1 0,-1 1 0,0-1 0,1 0 0,-1 0 0,0 0 0,1-1 0,-1 1 0,0 0 0,1-1 0,-1 0 0,1 0 0,-1 1 0,1-2 0,0 1 0,-1 0 0,1 0 0,-3-3 0,-8-7 0,0-1 0,1 0 0,0-1 0,1-1 0,0 0 0,1 0 0,-9-19 0,-51-115 0,49 94-455,2-1 0,-14-66 0,29 100-6371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07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24575,'0'0'0,"0"0"0,0 0 0,0 0 0,0 0 0,0 0 0,0 0 0,0 0 0,0 0 0,0 0 0,0 0 0,0 0 0,0 0 0,0 0 0,0 0 0,0 0 0,0 0 0,0 0 0,0 0 0,0 0 0,0 0 0,0 0 0,15-7 0,-11 5 0,-1 0 0,1 0 0,0 1 0,0 0 0,0 0 0,0 0 0,1 0 0,-1 1 0,0-1 0,0 1 0,5 1 0,10-3 0,0 0 0,0-1 0,34-11 0,-9 3 0,3 0 0,-18 3 0,36-4 0,-29 11 0,-53-15-1365,8 7-5461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10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238 113 24575,'-4'0'0,"-1"-1"0,1 1 0,-1-1 0,0-1 0,1 1 0,0 0 0,-1-1 0,1 0 0,0 0 0,-6-4 0,-38-30 0,37 27 0,10 7 0,0 0 0,0 0 0,1 1 0,-1-1 0,0 0 0,1 0 0,-1 0 0,1 0 0,-1 1 0,1-1 0,0 0 0,0 0 0,0 0 0,0 0 0,0 0 0,0 0 0,0 0 0,1-2 0,0-8 0,26 21 0,-11-3 0,-1 0 0,1 1 0,-1 1 0,0 0 0,-1 1 0,0 0 0,0 2 0,15 14 0,-11-7 0,0 1 0,-2 0 0,0 1 0,24 40 0,-18-15 0,-2 1 0,-2 1 0,22 91 0,-32-108 0,-2-4 0,-1-1 0,-2 1 0,0 0 0,-2 0 0,0 0 0,-2 0 0,-1 0 0,-6 31 0,1-25 0,-1 0 0,-2 0 0,-1-1 0,-1-1 0,-2 0 0,-19 31 0,23-45 0,0-1 0,-2 0 0,0-1 0,-1 0 0,-27 23 0,32-30 0,-1 0 0,-1 0 0,1-1 0,-1-1 0,0 0 0,0 0 0,-1-1 0,1 0 0,-1-1 0,0 0 0,-12 1 0,17-3 0,0-1 0,0 0 0,1 0 0,-1 0 0,0-1 0,0 0 0,1 0 0,-1-1 0,0 1 0,1-1 0,-1-1 0,1 1 0,0-1 0,0 1 0,-7-6 0,5 2 0,0 0 0,1-1 0,0 1 0,0-1 0,0 0 0,1-1 0,0 1 0,1-1 0,-5-11 0,1 1 0,1-1 0,2 1 0,0-1 0,0-1 0,2 1 0,1-1 0,0 1 0,2-33 0,2 34 0,1 0 0,0 0 0,2 0 0,0 0 0,1 1 0,1-1 0,0 2 0,2-1 0,0 1 0,0 0 0,2 1 0,0 0 0,0 1 0,1 0 0,1 1 0,1 0 0,0 1 0,0 0 0,1 2 0,0-1 0,1 2 0,0 0 0,1 1 0,23-8 0,-29 13 0,-1 0 0,1 1 0,0 0 0,0 1 0,0 0 0,0 1 0,0 0 0,0 1 0,0 0 0,0 0 0,0 1 0,-1 1 0,1 0 0,18 8 0,-15-4 0,-1 0 0,0 1 0,-1 1 0,0 0 0,0 1 0,-1 0 0,0 1 0,-1 0 0,0 0 0,10 17 0,-9-12 0,-1 1 0,-1 1 0,-1-1 0,-1 1 0,0 1 0,7 29 0,-5 0 0,6 71 0,-14-95 0,-1-1 0,-5 32 0,4-48 0,-8-11-1365,-2 0-5461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11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0 322 24575,'15'-1'0,"0"0"0,1-1 0,-1-1 0,26-8 0,55-25 0,-92 34 0,349-119 0,-269 95 0,185-51 0,-207 63 0,0 2 0,91-4 0,50 22 0,-195-7 0,8 1 0,-16 1 0,0-1 0,0 0 0,0 0 0,0 0 0,-1 0 0,1 0 0,0 0 0,0 0 0,0 0 0,0 0 0,0 0 0,0 0 0,0 0 0,0 0 0,-1 1 0,1-1 0,0 0 0,0 0 0,0 0 0,0 0 0,0 0 0,0 0 0,0 1 0,0-1 0,0 0 0,0 0 0,0 0 0,0 0 0,0 0 0,0 0 0,0 1 0,0-1 0,0 0 0,0 0 0,0 0 0,0 0 0,0 0 0,0 0 0,0 1 0,0-1 0,0 0 0,0 0 0,0 0 0,0 0 0,0 0 0,1 0 0,-1 0 0,0 1 0,0-1 0,0 0 0,0 0 0,0 0 0,0 0 0,0 0 0,0 0 0,1 0 0,-1 0 0,0 0 0,0 0 0,0 0 0,-27 18-682,-43 20-1,44-26-6143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12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24575,'2'-3'0,"1"-1"0,-1 0 0,0 0 0,0 0 0,2-4 0,-4 7 0,8-17 0,1-1 0,0 1 0,2 1 0,22-30 0,-27 40 0,1 0 0,0 0 0,0 1 0,1 0 0,-1 0 0,1 1 0,1 0 0,-1 0 0,1 1 0,-1 0 0,1 1 0,16-4 0,3 1 0,1 1 0,0 2 0,-1 1 0,1 1 0,0 2 0,0 0 0,0 2 0,54 13 0,-64-11 0,0 0 0,-1 2 0,0 0 0,0 1 0,0 0 0,-1 2 0,0 0 0,-1 1 0,0 0 0,-1 1 0,0 1 0,-1 1 0,0 0 0,12 17 0,-18-17 0,0 0 0,-1 1 0,0 0 0,-1 1 0,-1-1 0,0 1 0,-1 0 0,-1 0 0,-1 0 0,0 1 0,-1-1 0,-2 28 0,-2 3 0,-3-2 0,-1 1 0,-17 54 0,12-58 0,-2-1 0,-2 0 0,-2-1 0,-1-1 0,-45 66 0,45-78 0,-2 0 0,0-2 0,-2 0 0,-1-2 0,-1 0 0,0-2 0,-2 0 0,-32 18 0,51-35 0,0 0 0,0 0 0,0-1 0,0 0 0,-1 0 0,1-1 0,-1 0 0,0-1 0,1 1 0,-13-1 0,16-1 0,0-1 0,-1 0 0,1 1 0,0-2 0,-1 1 0,1 0 0,0-1 0,0 0 0,0-1 0,0 1 0,1-1 0,-1 1 0,1-2 0,-1 1 0,1 0 0,0-1 0,-6-6 0,1-2 0,0-1 0,1 0 0,0 0 0,1-1 0,1 0 0,0 0 0,0 0 0,2-1 0,0 1 0,0-1 0,2 0 0,0-1 0,-1-18 0,3-5 0,1 1 0,2 0 0,2 1 0,11-45 0,-9 52 0,1 1 0,2 1 0,1-1 0,1 2 0,31-52 0,-32 63 0,0 0 0,0 1 0,2 1 0,-1 0 0,2 0 0,0 1 0,1 1 0,0 1 0,1 0 0,27-15 0,-23 17 0,-1 1 0,1 0 0,0 2 0,1 0 0,0 1 0,0 1 0,0 1 0,0 1 0,0 0 0,1 2 0,-1 1 0,0 0 0,1 2 0,-1 0 0,-1 2 0,1 0 0,24 10 0,-5 1 0,-1 2 0,0 1 0,-1 2 0,43 34 0,-54-35 0,-1 1 0,-1 2 0,-2 1 0,0 0 0,-1 2 0,19 30 0,-32-43 0,-2 0 0,1 1 0,-2 0 0,0 0 0,-1 0 0,0 0 0,-1 1 0,0 0 0,1 22 0,-5-33 7,0-1-1,0 0 0,0 1 0,-1-1 1,0 1-1,1-1 0,-1 0 1,-1 0-1,1 0 0,0 1 1,-1-1-1,1 0 0,-1 0 0,0-1 1,0 1-1,0 0 0,-1-1 1,-2 3-1,3-3-63,0-1 0,0 1 0,0-1 0,0 0-1,0 1 1,0-1 0,-1 0 0,1-1 0,-1 1 0,1 0 0,0-1 0,-1 1-1,1-1 1,-1 0 0,1 0 0,-1 0 0,1 0 0,-1 0 0,1 0 0,-1-1 0,1 1-1,0-1 1,-1 0 0,1 0 0,-3-1 0,-6-4-6769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12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24575,'10'3'0,"7"1"0,1 0 0,0 2 0,-1 0 0,27 14 0,-12 0 0,-1 1 0,0 2 0,-2 0 0,-1 2 0,-1 2 0,-1 0 0,-1 1 0,-2 2 0,38 61 0,-48-69 0,14 22 0,-2 2 0,28 72 0,-30-52 0,-24-62 0,-5-9 0,-5-11 0,8 6 0,0 0 0,1 0 0,-1 0 0,2 0 0,0 0 0,0 0 0,1-1 0,1-15 0,14-81 0,-15 106 0,24-103 0,46-125 0,-69 225 0,1-2 0,0 0 0,0 1 0,-1-1 0,1-1 0,-1-7 0,-1 13 0,0 0 0,0 0 0,0 0 0,0 1 0,0-1 0,0 0 0,0 0 0,-1 0 0,1 0 0,0 1 0,-1-1 0,1 0 0,-1 0 0,1 1 0,-1-1 0,1 0 0,-1 0 0,1 1 0,-1-1 0,1 1 0,-1-1 0,0 0 0,0 1 0,1-1 0,-1 1 0,0 0 0,0-1 0,1 1 0,-1 0 0,0-1 0,0 1 0,0 0 0,0 0 0,0 0 0,1 0 0,-1 0 0,0 0 0,0 0 0,0 0 0,0 0 0,0 0 0,0 0 0,1 0 0,-1 1 0,0-1 0,-1 1 0,-16 3 0,0 1 0,0 1 0,1 1 0,0 0 0,0 1 0,0 1 0,-23 17 0,5 0 0,1 1 0,-34 36 0,32-23 0,2 0 0,-34 54 0,33-43 0,31-45 19,0 1 0,1 0-1,-1 0 1,2 0 0,-4 10-1,5-10-229,-2-1 0,1 1 0,-1-1 0,0 0 0,0 1 0,-6 7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20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1 370 24575,'0'0'0,"0"0"0,0 0 0,9-1 0,192-9 0,-59 6 0,180-15 0,773-62 0,-615 41-291,-38 4 34,172-18 257,353-37 0,-934 87 0,209-21 0,-174 21 0,106 8 0,-157-3-204,-1 1-1,1 1 1,31 10 0,-41-10-6622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26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0 568 24575,'0'0'0,"0"0"0,0 0 0,0 0 0,0 0 0,0 0 0,7 1 0,0 1 0,0 0 0,0 0 0,0 1 0,-1 0 0,0 0 0,1 0 0,9 8 0,-12-9 0,20 15 0,-1 0 0,-1 1 0,36 37 0,51 73 0,-23-24 0,-80-97 0,0 0 0,1-1 0,0 0 0,0 0 0,0-1 0,1 0 0,0 0 0,0-1 0,0 0 0,13 5 0,-15-7 0,1-1 0,0 0 0,-1 0 0,1 0 0,0-1 0,-1 0 0,1 0 0,0 0 0,0-1 0,-1 0 0,1-1 0,-1 1 0,1-1 0,-1 0 0,8-4 0,-3 0 0,-1-1 0,1 1 0,-1-2 0,-1 1 0,1-1 0,-1-1 0,0 0 0,-1 0 0,8-11 0,5-11 0,31-59 0,-13 6 0,-4-1 0,25-94 0,-32 91 0,3 1 0,49-96 0,-72 168-341,1 0 0,1 1-1,12-14 1,-17 22-6485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26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62 24575,'0'0'0,"0"0"0,-1 3 0,0 0 0,0 1 0,0-1 0,0 1 0,0 0 0,1-1 0,0 5 0,0 61 0,2 0 0,22 118 0,-23-178 0,34 186 0,-25-155 0,1 1 0,30 66 0,-41-105 0,1 0 0,0 0 0,0 0 0,0 0 0,0 0 0,0 0 0,1 0 0,-1 0 0,1-1 0,-1 1 0,1 0 0,0-1 0,-1 1 0,1-1 0,0 0 0,0 0 0,0 1 0,0-1 0,0 0 0,0-1 0,0 1 0,0 0 0,1-1 0,-1 1 0,0-1 0,0 0 0,0 1 0,1-1 0,-1 0 0,0 0 0,1-1 0,-1 1 0,0 0 0,0-1 0,0 1 0,1-1 0,-1 0 0,2-1 0,4-2 0,0-1 0,0 0 0,0 0 0,0 0 0,-1-1 0,0 0 0,-1-1 0,8-7 0,53-72 0,73-122 0,-18 23 0,-78 124-341,2 1 0,3 3-1,58-53 1,-87 92-6485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27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5 576 24575,'0'0'0,"0"0"0,0 0 0,-5 11 0,6-4 0,-1-1 0,1 1 0,1-1 0,-1 1 0,1-1 0,0 0 0,0 0 0,1 0 0,0 0 0,0 0 0,0 0 0,5 5 0,3 9 0,237 442 0,-128-264 0,-58-101 0,-57-88 0,1-1 0,0 0 0,0 0 0,1 0 0,0-1 0,1 0 0,0 0 0,10 6 0,-16-11 0,1 0 0,0-1 0,0 1 0,0-1 0,0 1 0,0-1 0,0 0 0,1 0 0,-1-1 0,0 1 0,0-1 0,1 1 0,-1-1 0,0 0 0,1 0 0,-1-1 0,0 1 0,0-1 0,1 0 0,-1 1 0,0-1 0,0-1 0,0 1 0,0 0 0,0-1 0,0 1 0,0-1 0,-1 0 0,4-3 0,5-5 0,-1 0 0,-1-1 0,0-1 0,0 1 0,12-25 0,31-72 0,-42 86 0,147-414 0,-53 126 0,126-182-1875,-196 431-4441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27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19 337 24575,'-19'-8'0,"34"14"0,-9-5 0,-1 1 0,1-1 0,0-1 0,0 1 0,0-1 0,0 0 0,10-2 0,5 1 0,109 0 0,0-6 0,230-43 0,-178 15 0,245-17 0,-138 21 0,115-5 0,-244 34 0,1075-36 0,-1207 36 0,438-36 0,102 12 0,-280 21 0,546-7 0,-834 12-1,66-1-340,-1 2 0,0 4 0,66 13 0,-117-15-6485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43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1 223 24575,'0'0'0,"0"0"0,0 0 0,8-6 0,34-25 0,-31 21 0,0 1 0,0 1 0,1 0 0,1 1 0,-1 0 0,1 1 0,27-10 0,-5 10 0,1 1 0,0 2 0,0 2 0,53 4 0,-11-1 0,506 11 0,-340 1 0,49-1 0,325-33 0,-257 5 0,101-11 0,150-4 0,472 8 0,-575 13 0,-77 3 0,-305 1 0,91-1 0,-176 2-1365,-35 3-5461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44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35 265 24575,'-1'-1'0,"-1"1"0,0-1 0,0 0 0,0 0 0,0 1 0,0-1 0,1-1 0,-1 1 0,1 0 0,-1 0 0,0-1 0,1 1 0,0 0 0,-1-1 0,1 0 0,0 1 0,0-1 0,0 0 0,0 1 0,0-1 0,0 0 0,1 0 0,-1 0 0,0 0 0,1 0 0,0 0 0,-1 0 0,1 0 0,0 0 0,0 0 0,0 0 0,0 0 0,1-3 0,0-2 0,0 1 0,1-1 0,-1 1 0,1-1 0,1 1 0,-1 0 0,1 0 0,7-11 0,0 5 0,0 0 0,1 0 0,0 1 0,1 1 0,1 0 0,-1 0 0,2 1 0,-1 1 0,1 0 0,0 1 0,1 1 0,-1 0 0,2 0 0,-1 2 0,17-3 0,-21 5 0,0 1 0,0 1 0,0 0 0,0 0 0,1 1 0,-1 1 0,0 0 0,0 0 0,-1 1 0,1 0 0,-1 1 0,1 1 0,-1-1 0,0 1 0,10 8 0,-9-6 0,0 2 0,-1-1 0,0 1 0,0 1 0,-1 0 0,0 0 0,-1 1 0,0 0 0,-1 0 0,0 1 0,-1 0 0,6 14 0,47 169 0,-32-96 0,-7-23 0,-16-87 0,-1-12 0,0-9-1365,-1 1-5461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44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2 24575,'2'0'0,"-1"-1"0,0 1 0,0 0 0,0 0 0,0 0 0,0 0 0,1 0 0,-1 0 0,0 0 0,0 0 0,0 1 0,0-1 0,0 0 0,0 1 0,0-1 0,1 1 0,1 0 0,-19 9 0,-2-1 0,-12 8 0,1 2 0,-41 36 0,-47 54 0,59-53 0,38-38-455,2 1 0,-26 33 0,40-47-6371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0:57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 24575,'-29'0'0,"-1"0"0,0 1 0,-52 8 0,80-7 0,0-1 0,0 1 0,1-1 0,-1 1 0,0-1 0,1 1 0,0 0 0,-1 0 0,1 0 0,0 0 0,0 0 0,0 0 0,0 0 0,0 0 0,0 0 0,0 0 0,1 1 0,-1-1 0,1 3 0,2-3 0,-1-1 0,1 1 0,0-1 0,0 1 0,0-1 0,1 0 0,-1 0 0,0 0 0,0 0 0,5 1 0,19 5 0,1-1 0,38 2 0,-4 1 0,103 8 0,-25-3 0,-39 5 0,22 2 0,-74-18 0,-32-2 0,0 0 0,-1 0 0,24 6 0,-45-9 0,1 0 0,0 0 0,0-1 0,-7-5 0,7 5 0,0-1 0,0 1 0,0 1 0,-1-1 0,-6-1 0,-41-9 0,0 3 0,-1 3 0,-81-2 0,14-5 0,93 9 0,-1 1 0,0 2 0,-1 1 0,-45 3 0,-44 10 0,134-13 0,-12 0 0,0 1 0,0 0 0,0-1 0,0 1 0,0 1 0,0-1 0,0 0 0,0 1 0,0-1 0,0 1 0,0 0 0,0 0 0,0 0 0,4 3 0,-2-2 0,0-1 0,0 0 0,0 1 0,0-2 0,10 2 0,10 1 0,-12 1 0,26 4 0,-37-7 0,0-1 0,0 0 0,0 0 0,1 0 0,-1 0 0,0 0 0,0 0 0,0-1 0,0 1 0,0-1 0,0 1 0,1-1 0,-1 0 0,2-1 0,10-1 0,-10 5 0,-10 5 0,-76 46 0,11-9 0,-156 109 0,221-148 0,-8 5 0,1-1 0,-24 12 0,37-21 0,0 0 0,-1 0 0,1 0 0,0 0 0,0 1 0,0-1 0,0 0 0,-1 0 0,1 0 0,0 0 0,0 0 0,0 1 0,0-1 0,0 0 0,0 0 0,0 0 0,-1 1 0,1-1 0,0 0 0,0 0 0,0 0 0,0 1 0,0-1 0,0 0 0,0 0 0,0 0 0,0 1 0,0-1 0,0 0 0,0 0 0,0 1 0,0-1 0,0 0 0,0 0 0,0 0 0,1 1 0,-1-1 0,0 0 0,0 0 0,0 0 0,0 1 0,10 10 0,15 6 0,-9-10 0,0-2 0,0 0 0,1-1 0,22 3 0,73 3 0,-93-8 0,204 15 0,266 11 0,-323-19 0,-129-6 0,-36-2 0,1-1 0,-1 0 0,1 0 0,-1 0 0,1 0 0,-1 0 0,0 0 0,1 0 0,-1 0 0,1 0 0,-1-1 0,0 1 0,1-1 0,-1 1 0,0-1 0,1 1 0,-1-1 0,0 0 0,0 0 0,2-1 0,-2 1 0,-1-1 0,0 1 0,1-1 0,-1 1 0,0-1 0,0 1 0,0-1 0,0 1 0,0-1 0,0 1 0,0-1 0,0 1 0,-1-1 0,1 1 0,-1-1 0,1 1 0,-1 0 0,1-1 0,-1 1 0,0 0 0,-1-2 0,-13-26 0,-2 1 0,-1 1 0,-22-26 0,-71-73 0,92 106 0,-3-5-227,0 2-1,-2 1 1,0 0-1,-2 2 1,-38-23-1,49 34-6598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03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0 24575,'-191'324'0,"165"-285"0,-37 73 0,56-101 0,0 0 0,-1 0 0,0-1 0,0 0 0,-1 0 0,-1-1 0,1 0 0,-1-1 0,-1 0 0,0-1 0,0 0 0,-20 9 0,35-16 0,0 1 0,-1-1 0,1 0 0,-1 1 0,1 0 0,-1 0 0,7 3 0,1-1 0,24 5 0,169 46 0,-169-45 0,61 8 0,-61-13 0,65 19 0,21 11 0,-104-25 0,-6-3 0,-11-7 0,1 0 0,0 0 0,-1 1 0,1-1 0,-1 0 0,1 0 0,-1 0 0,0 0 0,1 0 0,-1 1 0,0-1 0,1 0 0,-1 0 0,0 0 0,0 0 0,0 0 0,0 0 0,0-1 0,1-12 0,-1 1 0,0-1 0,-1 1 0,-1-1 0,-4-18 0,-23-68 0,19 69 0,-12-46 0,-25-74 0,37 127 0,0 1 0,-1-1 0,-2 2 0,-16-24 0,25 39-151,-1 1-1,0-1 0,-1 1 0,1 1 1,-1-1-1,0 1 0,-1 0 1,-8-6-1,4 6-6674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0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59 24575,'-16'24'0,"1"0"0,1 2 0,1 0 0,1 0 0,2 1 0,-11 41 0,9-22 0,-2 0 0,-2-1 0,-29 57 0,44-101 0,0 0 0,1 0 0,-1 0 0,0 1 0,1-1 0,-1 0 0,1 1 0,-1-1 0,1 0 0,0 1 0,-1-1 0,1 0 0,0 1 0,0-1 0,0 1 0,0-1 0,0 1 0,1-1 0,-1 0 0,0 1 0,0-1 0,1 0 0,-1 1 0,1-1 0,0 2 0,1-2 0,0 1 0,1-1 0,-1 0 0,0 1 0,0-1 0,1 0 0,-1 0 0,0-1 0,1 1 0,-1 0 0,1-1 0,-1 0 0,1 1 0,-1-1 0,4 0 0,36-1 0,-1-2 0,0-1 0,69-16 0,19-3 0,143 8 0,-90 9 0,-138 0 0,-1-1 0,57-16 0,44-9 0,-115 29 0,1 2 0,29 1 0,-57 0 0,-1 1 0,0-1 0,0 0 0,0 0 0,1 0 0,-1 0 0,0-1 0,0 1 0,0 0 0,0 0 0,0-1 0,1 1 0,-1-1 0,0 1 0,0-1 0,0 1 0,0-1 0,0 0 0,0 1 0,0-1 0,-1 0 0,1 0 0,1-1 0,-1 0 0,-1 1 0,1-1 0,-1 1 0,1-1 0,-1 0 0,0 1 0,0-1 0,0 1 0,0-1 0,0 0 0,0 1 0,0-1 0,0 1 0,-1-1 0,0-1 0,-1-4 0,0 1 0,-1-1 0,0 1 0,0 0 0,0 0 0,-9-10 0,-85-88 0,12 14 0,74 78 0,0-1 0,-1 2 0,-1 0 0,0 0 0,0 1 0,-1 1 0,0 0 0,-1 1 0,0 1 0,0 0 0,-1 1 0,1 0 0,-1 2 0,0-1 0,-1 2 0,1 1 0,-1 0 0,-20 0 0,-32 3 0,-218 13 0,255-10 0,1 2 0,-1 1 0,1 2 0,0 1 0,1 1 0,-55 29 0,59-26-227,1 2-1,1 1 1,1 1-1,0 0 1,-26 29-1,40-37-6598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11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86 24575,'0'0'0,"0"0"0,0 0 0,0 0 0,-19 0 0,10 0 0,5 1 0,0-1 0,0 0 0,0 0 0,0-1 0,0 1 0,0-1 0,0 1 0,0-1 0,-7-3 0,18 8 0,1 0 0,0 0 0,1-1 0,-1 0 0,1-1 0,-1 0 0,11 2 0,64 2 0,-49-4 0,360 3 0,-224-7 0,-82 0 0,-45-1 0,79 7 0,-119-3 0,0-1 0,0 0 0,-1 0 0,1 0 0,0 0 0,-1-1 0,1 1 0,0-1 0,-1 1 0,1-1 0,-1 0 0,1 0 0,-1 0 0,1-1 0,-1 1 0,0 0 0,0-1 0,1 0 0,-1 1 0,0-1 0,0 0 0,3-4 0,-7 4 0,0 0 0,0 0 0,0 1 0,-1-1 0,1 1 0,0-1 0,-4-1 0,-11-5 0,0 1 0,0 1 0,0 1 0,-1 0 0,0 1 0,-23-2 0,-115-1 0,60 5 0,-6-11 0,-5-1 0,92 14-1365,-1 1-5461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2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24575,'21'9'0,"-8"-7"0,0-1 0,1-1 0,-1 0 0,22-3 0,13 0 0,151 9 0,-22 1 0,-332-1 0,15 0 0,136-6 0,-1 0 0,0 0 0,0-1 0,0 0 0,-6-2 0,11 3 0,0 0 0,0 0 0,0 0 0,0 0 0,0 0 0,0 0 0,0 0 0,0 0 0,0 0 0,0 0 0,0 0 0,0 0 0,1 0 0,-1 0 0,0 0 0,0 0 0,0 0 0,0 0 0,0 0 0,0-1 0,0 1 0,0 0 0,0 0 0,0 0 0,0 0 0,0 0 0,0 0 0,0 0 0,0 0 0,0 0 0,0 0 0,0 0 0,0-1 0,0 1 0,0 0 0,0 0 0,0 0 0,0 0 0,0 0 0,0 0 0,0 0 0,0 0 0,0 0 0,0 0 0,0 0 0,0-1 0,0 1 0,0 0 0,0 0 0,-1 0 0,1 0 0,0 0 0,0 0 0,0 0 0,0 0 0,0 0 0,0 0 0,0 0 0,0 0 0,0 0 0,0 0 0,0 0 0,21-3 0,17 0 0,33-1 0,-52 6 0,-4 1 0,-24-6 0,-38-4-208,-58-2 0,78 8-741,-9-2-5877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24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 24575,'0'0'0,"0"0"0,0 0 0,0 31 0,29-36 0,2 1 0,47 1 0,-24 1 0,85-9 0,199-42 0,-10-17 0,-305 67 0,1 0 0,34 1 0,-48 2 0,-51-10 0,13 9 0,0 0 0,-54 6 0,-56 18 0,58-8 0,74-14 0,-346 62 0,313-58 0,29-4 0,0 0 0,1 0 0,-1 1 0,-14 4 0,23-5 0,0-1 0,1 0 0,-1 0 0,0 1 0,0-1 0,0 1 0,0-1 0,1 1 0,-1-1 0,0 1 0,0-1 0,1 1 0,-1 0 0,0 0 0,1-1 0,-1 1 0,0 1 0,1-2 0,0 0 0,0 1 0,0-1 0,1 0 0,-1 1 0,0-1 0,0 0 0,0 1 0,0-1 0,0 0 0,1 1 0,-1-1 0,0 0 0,0 0 0,1 1 0,-1-1 0,0 0 0,0 0 0,1 1 0,-1-1 0,0 0 0,1 0 0,-1 0 0,0 1 0,0-1 0,1 0 0,-1 0 0,1 0 0,4 2 0,-1-1 0,1 0 0,0 0 0,0 0 0,6 0 0,25-1 0,-1-1 0,52-9 0,73-22 0,-72 13 0,-51 11-1365,-28 6-5461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32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0 0,0 0 0,18 5 0,138 51 0,-144-53 0,-1 0 0,1-1 0,0 0 0,0-1 0,0-1 0,0 0 0,0 0 0,0-1 0,0-1 0,0 0 0,0 0 0,0-1 0,-1-1 0,12-5 0,-89 45 0,-63 7 0,15-5 0,108-36 0,-1 1 0,1-1 0,-1-1 0,-11 2 0,18-4 0,1 0 0,0 0 0,0 1 0,-1-1 0,1 0 0,0 0 0,0 0 0,0 1 0,0-1 0,0 0 0,0 1 0,0-1 0,1 0 0,6 0 0,1 1 0,-1 0 0,1 0 0,-1 0 0,10 3 0,17-1 0,218-4 0,-301 21 0,-135 25 0,199-49 0,13-3 0,76-4 0,54-2 0,-154 14 0,2-1 0,-1 1 0,1 0 0,-1 0 0,1 0 0,-1 1 0,1 0 0,-1 1 0,7 1 0,-37 6-100,19-6-1165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3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 24575,'60'-4'0,"0"-2"0,0-2 0,71-21 0,-22 5 0,-10 11 0,-66 10 0,-1-1 0,35-10 0,-60 10 0,-14 2 0,-17 3 0,-161 33 0,83-18 0,-151 16 0,346-34 0,439-48 0,-545 51 0,5-1 0,1 0 0,0 1 0,0 0 0,-1 0 0,1 1 0,0 0 0,-12 5 0,14-5 0,1 0 0,0 0 0,-1-1 0,1 1 0,-1-1 0,-6 0 0,-3 2 0,37-21-1365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35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24575,'4'7'0,"-1"0"0,1 0 0,-1 0 0,-1 0 0,0 0 0,1 1 0,0 7 0,5 59 0,-3-25 0,10 61 0,45 349 0,-36-107 0,6 53 0,5-139 0,19 173 0,-40-344 0,30 115 0,-22-120 0,14 128 0,-8 20-1365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35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379 171 24575,'-3'28'0,"-5"29"0,-16 66 0,14-82 0,-7 80 0,0-3 0,15-108 0,-5 22 0,-5 54 0,7-94 0,-4-14 0,1-1 0,-7-32 0,2 6 0,-170-469-2793,138 406-2605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43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38 24575,'0'0'0,"0"0"0,0 0 0,0 0 0,-22-7 0,13 3 0,8 1 0,19 2 0,29 3 0,18 2 0,1-3 0,-1-2 0,117-20 0,-138 17-682,58 1-1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44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40 24575,'-28'-2'0,"13"2"0,36 9 0,6-1 0,0-1 0,0-2 0,1 0 0,0-2 0,0-1 0,-1-1 0,52-5 0,-28-3 0,0-2 0,-1-2 0,64-24 0,-85 26-1365,-19 6-5461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1:46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22 24575,'-3'-1'0,"0"1"0,-1-1 0,1 0 0,0 0 0,1 0 0,-1 0 0,0 0 0,-3-2 0,4 1 0,1 1 0,-1 0 0,0 0 0,0 0 0,0 0 0,0 0 0,0 0 0,0 0 0,0 1 0,-4-1 0,6 0 0,-1 1 0,0 1 0,0-1 0,0 0 0,0 0 0,0 0 0,0 0 0,0 1 0,0-1 0,0 0 0,0 1 0,0-1 0,1 1 0,-1-1 0,0 1 0,0-1 0,0 1 0,1 0 0,-1-1 0,0 1 0,1 0 0,-1-1 0,1 1 0,-1 0 0,1 0 0,-1 0 0,1 0 0,-1 1 0,19 22 0,-6 3 0,-1 0 0,-1 1 0,-1 0 0,-1 0 0,-2 1 0,4 33 0,-3 16 0,-3 82 0,-10 57 0,6-216 0,0 1 0,0-1 0,0 0 0,0 1 0,0-1 0,0 0 0,1 1 0,-1-1 0,0 0 0,1 1 0,-1-1 0,1 0 0,0 1 0,-1-1 0,1 0 0,0 0 0,0 0 0,0 0 0,0 0 0,0 0 0,0 0 0,1 1 0,0-1 0,0 0 0,0 0 0,0-1 0,1 1 0,-1 0 0,0-1 0,0 0 0,0 1 0,1-1 0,-1 0 0,0 0 0,4 0 0,5-2 0,1-1 0,-1 1 0,1-2 0,11-4 0,-18 6 0,81-30 0,157-36 0,-224 65 0,-10 2 0,0-1 0,-1 1 0,1-2 0,-1 1 0,0-1 0,1 0 0,13-8 0,-21 10 0,0 0 0,0 0 0,-1 0 0,1 1 0,0-1 0,-1 0 0,1 0 0,-1 0 0,1-1 0,-1 1 0,1 0 0,-1 0 0,1 0 0,-1 0 0,0 0 0,0 0 0,0-1 0,0 1 0,0 0 0,0 0 0,0 0 0,0 0 0,0-1 0,0 1 0,-1 0 0,1 0 0,0 0 0,-1 0 0,1 0 0,-1 0 0,1 0 0,-1 0 0,0 0 0,1 0 0,-1 0 0,-1-1 0,-4-6 0,0 0 0,0 1 0,-9-8 0,12 12 0,-129-114 0,52 49 0,73 62 0,-148-122 0,135 114 0,-2 0 0,0 1 0,0 2 0,-1 0 0,-47-15 0,72 27-9,-1 1 0,0-1 0,0 0 0,1 1 0,-1-1 0,0 1 0,0-1 0,0 1 0,-1 0-1,2 2 1,1 2-1256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35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0,1 9 0,1 2 0,-1 0-8191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35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24575,'3'0'0,"-1"1"0,1 0 0,0-1 0,0 1 0,0 0 0,-1 1 0,1-1 0,0 0 0,-1 1 0,1 0 0,-1-1 0,0 1 0,1 0 0,-1 0 0,0 0 0,0 1 0,0-1 0,-1 0 0,1 1 0,0-1 0,-1 1 0,0 0 0,0-1 0,1 1 0,-2 0 0,1 0 0,0 0 0,0-1 0,-1 1 0,0 0 0,1 0 0,-1 0 0,0 0 0,-1 0 0,1 0 0,-1 5 0,-3 5-136,0 1-1,0-1 1,-2 1-1,1-1 1,-2-1-1,1 1 1,-2-1-1,0-1 0,-13 17 1,7-11-6690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06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37 187 24575,'0'0'0,"0"0"0,0 0 0,-19 11 0,18-12 0,-1 0 0,1-1 0,0 1 0,-1-1 0,1 1 0,0-1 0,0 0 0,0 1 0,0-1 0,0 0 0,0 0 0,1 1 0,-1-1 0,0 0 0,1 0 0,-1 0 0,1 0 0,0 0 0,0 0 0,0-3 0,1 1 0,-1 0 0,1 0 0,1 0 0,-1 1 0,0-1 0,1 1 0,0-1 0,-1 1 0,2-1 0,1-2 0,4-4 0,0 1 0,1 0 0,0 1 0,0-1 0,1 2 0,11-8 0,-8 8 0,1 0 0,1 0 0,-1 2 0,1 0 0,0 0 0,0 1 0,0 1 0,1 1 0,26-1 0,-23 2 0,0 2 0,1 0 0,-1 1 0,0 1 0,0 1 0,0 1 0,26 9 0,-32-8 0,1 1 0,-1 0 0,-1 1 0,0 0 0,0 1 0,0 0 0,-1 1 0,-1 1 0,1-1 0,-2 1 0,0 1 0,0 0 0,-1 0 0,0 1 0,6 15 0,-4-5 0,-1 1 0,-1 0 0,-1 0 0,0 0 0,-3 1 0,0 0 0,1 49 0,-4-30 0,-9 70 0,5-94 0,-1-1 0,-1 1 0,0-1 0,-2-1 0,-15 35 0,14-39 0,0 0 0,-1 0 0,-1-1 0,0 0 0,-1-1 0,0 0 0,-1-1 0,0 0 0,-1-1 0,-25 16 0,30-21 0,-1 0 0,-1-1 0,1 0 0,0 0 0,-1-1 0,0-1 0,0 0 0,0 0 0,0-1 0,0 0 0,0 0 0,0-1 0,0-1 0,0 0 0,-1 0 0,1-1 0,1 0 0,-17-6 0,20 6 0,-1-1 0,0 0 0,1-1 0,0 0 0,-1 0 0,2 0 0,-1 0 0,0-1 0,1 0 0,0 0 0,0-1 0,-6-9 0,6 7 0,0-1 0,1 1 0,0-1 0,0-1 0,1 1 0,0 0 0,1-1 0,-2-14 0,2-1 0,1 0 0,1 0 0,2 0 0,1 0 0,0 0 0,11-38 0,-6 36 0,1-1 0,1 1 0,1 1 0,1 0 0,2 1 0,0 0 0,33-42 0,-38 55 0,1 1 0,0 1 0,1 0 0,0 0 0,0 1 0,1 0 0,0 1 0,0 1 0,1 0 0,0 0 0,1 1 0,-1 1 0,1 0 0,0 1 0,0 1 0,1 0 0,20-1 0,-22 4 0,0 1 0,0 0 0,0 1 0,0 0 0,0 2 0,0-1 0,-1 1 0,1 1 0,-1 0 0,19 12 0,-10-4 0,-1 0 0,0 1 0,-1 2 0,33 34 0,-44-41 0,0 2 0,-1-1 0,0 1 0,-1 0 0,0 0 0,-1 1 0,7 22 0,-1 5 0,6 46 0,-19-92 0,-4-18 0,8 0-1365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07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20 24575,'0'0'0,"0"0"0,0 0 0,0 0 0,0 0 0,-32-19 0,29 19 0,-1 0 0,0 0 0,0 0 0,0 0 0,1 1 0,-1-1 0,0 1 0,0 0 0,1 0 0,-1 0 0,1 1 0,-1-1 0,1 1 0,-1 0 0,1 0 0,0 0 0,0 1 0,0-1 0,-4 5 0,-6 6 0,1 0 0,-18 27 0,27-35 0,-15 21 0,3 1 0,0 1 0,1 0 0,2 1 0,1 0 0,2 1 0,0 0 0,2 1 0,-4 44 0,5-4 0,2 0 0,4 0 0,10 73 0,5-15 0,6 99 0,-17-147 0,-2-37 0,-3 54 0,1-97 0,0 0 0,0 0 0,0 0 0,0-1 0,0 1 0,0 0 0,0 0 0,0 0 0,0-1 0,0 1 0,0 0 0,-1 0 0,1-1 0,0 1 0,-1 0 0,1 0 0,0-1 0,-1 1 0,1 0 0,-1-1 0,1 1 0,-1-1 0,1 1 0,-1 0 0,0-1 0,1 1 0,-1-1 0,0 1 0,-1-1 0,1-1 0,0 1 0,0-1 0,0 1 0,0-1 0,0 1 0,0-1 0,1 0 0,-1 0 0,0 1 0,0-1 0,0 0 0,1 0 0,-1 0 0,0 0 0,0-1 0,-25-46 0,-16-67-1037,40 110 709,-9-31-6498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07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24575,'4'-5'0,"1"0"0,-1 0 0,1 1 0,0-1 0,0 1 0,1 0 0,-1 1 0,1-1 0,-1 1 0,1 0 0,0 1 0,1-1 0,5 0 0,14-4 0,49-7 0,-56 11 0,27-1 0,0 1 0,0 3 0,76 8 0,-61-6-1365,-53-2-5461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07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24575,'-6'2'0,"-1"0"0,1 0 0,0 1 0,0-1 0,0 1 0,0 0 0,1 1 0,-1 0 0,1 0 0,0 0 0,0 0 0,0 1 0,1 0 0,-1 0 0,1 0 0,1 0 0,-1 1 0,1-1 0,-1 1 0,2 0 0,-1 0 0,1 0 0,0 1 0,-2 7 0,-1 12 0,1 1 0,2 0 0,0 0 0,2 0 0,1-1 0,1 1 0,1 0 0,2 0 0,1-1 0,0 0 0,2 0 0,14 31 0,-19-52-97,0 0-1,0 1 1,0-1-1,1 0 1,0-1-1,0 1 1,0-1-1,1 1 1,-1-1-1,1 0 1,0-1-1,0 1 0,8 3 1,-4-3-6729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08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24575,'35'39'0,"38"55"0,-15-19 0,-39-51 0,-1 2 0,-2 0 0,0 1 0,-2 0 0,12 33 0,-2-3 0,-30-502 0,6 436 0,0 1 0,-1-1 0,0 1 0,0-1 0,-1 1 0,-4-12 0,6 20 0,-1-1 0,1 0 0,-1 1 0,1-1 0,-1 0 0,1 1 0,-1-1 0,1 0 0,-1 1 0,1-1 0,-1 1 0,0-1 0,0 1 0,1-1 0,-1 1 0,0 0 0,1-1 0,-1 1 0,0 0 0,0 0 0,0-1 0,1 1 0,-1 0 0,0 0 0,0 0 0,0 0 0,0 0 0,1 0 0,-1 0 0,0 0 0,0 0 0,0 1 0,1-1 0,-1 0 0,0 0 0,0 1 0,1-1 0,-1 1 0,0-1 0,0 0 0,0 1 0,-5 3 0,1-1 0,-1 1 0,1 0 0,-5 4 0,-10 11 0,2 1 0,1 0 0,0 2 0,2 0 0,0 0 0,2 1 0,0 1 0,2 0 0,0 1 0,-10 37 0,21-60 0,-15 63 0,13-60 0,2 1 0,-1-1 0,1 1 0,0 0 0,0-1 0,0 1 0,1-1 0,-1 1 0,4 9 0,-4-14-3,1 0 0,-1 0 0,0-1-1,1 1 1,-1 0 0,1 0 0,0 0 0,-1 0-1,1 0 1,0-1 0,-1 1 0,1 0-1,0 0 1,0-1 0,-1 1 0,1-1 0,0 1-1,0-1 1,0 1 0,0-1 0,0 1-1,0-1 1,0 0 0,2 1 0,-1-1 18,0 0 1,0-1-1,0 1 0,0 0 1,-1-1-1,1 1 1,0-1-1,0 0 0,0 0 1,0 1-1,-1-1 1,3-2-1,4-2-386,0-1-1,-1-1 1,13-12 0,-3 0-6455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08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24575,'8'19'0,"-1"9"0,-1 0 0,-1 1 0,2 56 0,-10 90 0,2-140 0,-18 158 0,1-31 0,18-159 10,0 0 0,-1-1 0,1 1 0,0 0 0,-1-1 0,0 1 0,0-1 0,0 1 0,0-1 0,0 1 0,-2 2 0,2-4-69,0 0-1,0 0 1,0 0-1,0 0 1,0-1 0,0 1-1,0 0 1,0-1-1,0 1 1,0-1 0,0 1-1,-1-1 1,1 0-1,0 1 1,0-1 0,-1 0-1,1 0 1,0 0-1,-1 0 1,1 0 0,0 0-1,0 0 1,-1 0-1,-1-1 1,-10-2-6767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09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 24575,'0'0'0,"0"0"0,0 0 0,0 0 0,10 1 0,430 21 0,84-49 0,-302 12 0,155-18 0,443-36 0,-789 68 0,378-10 0,-1 32 0,-404-21 14,-1 1-1,0-1 0,0 1 0,1 0 1,-1 0-1,0 0 0,0 1 1,5 2-1,-8-4-52,1 1 0,0-1 0,-1 1 0,1-1 0,0 1 0,-1-1-1,1 1 1,-1 0 0,1-1 0,-1 1 0,1 0 0,-1-1 0,0 1 0,1 0 0,-1 0 0,0-1 0,1 1 0,-1 0 0,0 0-1,0 0 1,0-1 0,0 1 0,0 0 0,0 0 0,0 0 0,0 0 0,0-1 0,0 1 0,0 0 0,-1 0 0,1 0-1,0-1 1,0 1 0,-1 0 0,1 0 0,-1-1 0,0 2 0,-4 6-6787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10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24575,'0'0'0,"0"0"0,0 0 0,0 0 0,0 0 0,12-6 0,17-6 0,1 1 0,0 1 0,1 2 0,-1 1 0,2 1 0,44-2 0,-24 6 0,0 2 0,1 3 0,58 10 0,-75-6 0,-1 1 0,0 1 0,34 15 0,-49-16 0,-1 1 0,1 1 0,-1 1 0,-1 0 0,0 1 0,21 20 0,-31-24 0,-2 0 0,1 0 0,-1 1 0,0-1 0,-1 1 0,0 1 0,0-1 0,-1 1 0,0 0 0,-1 0 0,0 0 0,-1 1 0,0-1 0,0 0 0,0 19 0,-2 7 0,-2-1 0,0 1 0,-11 46 0,8-56 0,-1-1 0,-2 0 0,0 0 0,-1 0 0,-2-1 0,0-1 0,-2 0 0,0 0 0,-29 35 0,31-45 0,0 0 0,-1-1 0,-1-1 0,0 0 0,0-1 0,-1 0 0,0-1 0,-1-1 0,0 0 0,0-1 0,-1 0 0,1-2 0,-2 1 0,1-2 0,0 0 0,-20 1 0,16-4 0,0 0 0,1-2 0,-1 0 0,0-1 0,1-1 0,-1-1 0,1-1 0,0 0 0,0-1 0,-34-18 0,41 18 0,1 0 0,-1-1 0,2-1 0,-1 0 0,1 0 0,0-1 0,1 0 0,0-1 0,1 0 0,-1 0 0,2-1 0,0 0 0,0 0 0,1-1 0,0 0 0,1 0 0,-5-20 0,8 21 0,0 0 0,1 0 0,0 0 0,1-1 0,1 1 0,0 0 0,0 0 0,1 0 0,0 0 0,1 0 0,0 0 0,1 0 0,8-16 0,8-9 0,0 0 0,34-43 0,-46 69 0,3-6 0,0 1 0,2 1 0,0 0 0,0 1 0,1 0 0,1 1 0,0 1 0,1 0 0,0 1 0,1 1 0,0 0 0,0 1 0,0 1 0,1 1 0,25-5 0,0 0 0,1 3 0,0 2 0,1 2 0,0 1 0,-1 3 0,1 1 0,59 11 0,-63-5 0,-1 3 0,76 29 0,-96-31 0,0 2 0,-1 1 0,0 0 0,0 1 0,-2 1 0,1 1 0,20 22 0,-38-36 0,20 19 0,-2 2 0,0 0 0,-1 1 0,17 29 0,-32-46 0,0 1 0,-1-1 0,1 0 0,-1 1 0,0 0 0,-1-1 0,1 1 0,-1-1 0,0 1 0,0 0 0,-1-1 0,0 1 0,0-1 0,0 1 0,0-1 0,-1 1 0,0-1 0,-3 6 0,0-24-1365,3 6-5461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1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24575,'-19'27'0,"14"-21"0,0 1 0,0-1 0,0 2 0,1-1 0,0 0 0,0 1 0,1 0 0,0-1 0,0 1 0,1 1 0,0-1 0,1 0 0,-1 9 0,1 27 0,10 81 0,1-10 0,-9-73 0,3-1 0,1 1 0,2-1 0,21 69 0,-28-109 0,0 1 0,1-1 0,-1 1 0,1-1 0,0 1 0,-1-1 0,1 0 0,0 0 0,0 1 0,-1-1 0,1 0 0,0 0 0,0 0 0,0 0 0,1 0 0,-1 0 0,0 0 0,0 0 0,0 0 0,1-1 0,-1 1 0,0 0 0,1-1 0,-1 1 0,1-1 0,-1 1 0,1-1 0,-1 0 0,1 0 0,-1 0 0,1 0 0,-1 0 0,1 0 0,-1 0 0,1 0 0,-1 0 0,0-1 0,1 1 0,-1-1 0,1 1 0,-1-1 0,2 0 0,2-2 0,0 0 0,0 0 0,0 0 0,-1 0 0,0-1 0,1 0 0,-1 0 0,0 0 0,6-9 0,12-22 0,-2-1 0,26-63 0,16-83 0,-43 111 0,-13 43 0,1 0 0,2 0 0,14-31 0,-22 56 0,7-11 0,-7 14 0,-1 0 0,0 0 0,0 0 0,0-1 0,1 1 0,-1 0 0,0 0 0,0 0 0,0 0 0,1 0 0,-1 0 0,0 0 0,0-1 0,0 1 0,1 0 0,-1 0 0,0 0 0,0 0 0,1 0 0,-1 0 0,0 0 0,0 0 0,1 0 0,-1 0 0,0 0 0,0 1 0,0-1 0,1 0 0,-1 0 0,0 0 0,0 0 0,0 0 0,1 0 0,-1 0 0,0 1 0,0-1 0,0 0 0,1 0 0,-1 0 0,0 0 0,0 1 0,0-1 0,0 0 0,0 0 0,0 0 0,1 1 0,-1-1 0,0 0 0,0 0 0,0 0 0,0 1 0,0-1 0,0 0 0,0 0 0,0 1 0,0-1 0,0 0 0,0 0 0,0 1 0,0-1 0,0 0 0,0 1 0,4 18 0,-1 0 0,-1 1 0,1 35 0,-2-7 0,28 233 0,-23-247 0,2 0 0,1-1 0,2 0 0,1-1 0,2 0 0,20 36 0,-29-60 0,0 1 0,1-2 0,0 1 0,0 0 0,10 8 0,-14-14 0,0 0 0,0 0 0,1-1 0,-1 1 0,1-1 0,0 1 0,-1-1 0,1 0 0,0 0 0,0 0 0,0 0 0,0-1 0,0 1 0,0-1 0,0 1 0,0-1 0,0 0 0,0 0 0,0-1 0,0 1 0,4-2 0,-3 0 0,0 1 0,0-1 0,-1-1 0,1 1 0,-1-1 0,0 1 0,1-1 0,-1 0 0,0 0 0,-1 0 0,1-1 0,0 1 0,-1-1 0,0 1 0,2-5 0,5-10 0,13-35 0,-1-16 0,21-129 0,-18 74 0,-9 56 0,17-93 0,-31 154 0,-1-1 0,0 0 0,-1-15 0,1 22 0,0 0 0,0 0 0,0 0 0,-1-1 0,1 1 0,0 0 0,0 0 0,-1 0 0,1 0 0,-1 0 0,1 0 0,-1-1 0,1 1 0,-1 0 0,0 0 0,1 0 0,-1 1 0,0-1 0,0 0 0,0 0 0,0 0 0,0 1 0,0-1 0,0 0 0,0 1 0,0-1 0,0 1 0,0-1 0,0 1 0,0-1 0,-1 1 0,1 0 0,0 0 0,-2-1 0,1 2 7,1-1 0,0 1 0,-1-1 0,1 1 0,0 0 1,-1-1-1,1 1 0,0 0 0,0 0 0,-1 0 0,1 0 0,0 0 0,0 0 0,0 0 0,0 1 0,-1 1 0,-11 22-1492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12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0,5 19 0,-2 2 0,-1 0 0,-1 0 0,-3 34 0,1-27 0,3 42 0,-1-54 0,3 20 0,10 42 0,-12-76-43,0-7 142,3-9-1196,-5 13 773,5-13-6502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12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0 0,26 15 0,-12-9 0,0 0 0,1-1 0,0-1 0,0 0 0,0-1 0,0-1 0,19 1 0,42 9 0,-53-8-90,-18-4 5,-1 0 0,1 1 0,-1 0 0,1 0 0,-1 0 0,1 0 0,-1 1 0,0-1 0,1 1 0,-1 1 0,0-1 0,0 0 0,0 1 0,5 5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13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24575,'0'0'0,"0"0"0,20-4 0,27-5 0,1 2 0,-1 2 0,83 3 0,-63 4-1365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19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349 162 24575,'0'0'0,"0"0"0,0 0 0,0 0 0,0 0 0,0 0 0,13-9 0,11-2 0,1 0 0,0 2 0,0 0 0,1 2 0,41-6 0,141-7 0,-29 5 0,-166 14 0,-27 6 0,-26 5 0,-51 3 0,-111 2 0,93-22 0,83 4 0,0 1 0,0 1 0,-1 1 0,-33 5 0,55-4 0,-1 0 0,1-1 0,0 1 0,-1-1 0,-9-2 0,14 3 0,0 0 0,1-1 0,-1 1 0,0 0 0,1 0 0,-1 0 0,1 0 0,-1-1 0,1 1 0,0 0 0,-1 0 0,1 0 0,0 0 0,0 0 0,-1 0 0,1 0 0,0 0 0,0 0 0,0 0 0,0 0 0,0 0 0,1 2 0,0-1 0,1 0 0,0 0 0,0 0 0,-1 0 0,1-1 0,0 1 0,0 0 0,0-1 0,1 0 0,-1 1 0,0-1 0,1 0 0,-1 0 0,0 0 0,1 0 0,-1-1 0,1 1 0,0-1 0,2 1 0,10 0 0,-1 0 0,19-1 0,-15-1 0,37 2 0,0-2 0,107-18 0,-163 19 0,1-1 0,-1 1 0,0-1 0,1 1 0,-1-1 0,0 1 0,1-1 0,-1 1 0,1-1 0,-1 1 0,1-1 0,-1 0 0,1 1 0,-1-1 0,1 0 0,-1-1 0,1 1 0,-1 0 0,0 0 0,1 0 0,-1 0 0,0-1 0,0 1 0,0 0 0,0 1 0,0-1 0,0 0 0,-2-1 0,-10 0 0,0 0 0,0 2 0,-1-1 0,-15 3 0,-29-2 0,-3-8 0,-59-17 0,-19-2 0,53 18 0,-23-4 0,105 9 0,9-1 0,-3 4 0,0 1 0,0-1 0,-1 0 0,1 1 0,0-1 0,0 1 0,0-1 0,0 1 0,2 0 0,315 48 0,-118-16 0,-163-27-341,0-2 0,1-2-1,63-5 1,-90 2-6485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1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457 127 24575,'-6'-12'0,"-1"-2"0,1 1 0,-2-1 0,0 2 0,-14-18 0,20 27 0,-1 1 0,1-1 0,-1 1 0,0-1 0,0 1 0,0 0 0,0 0 0,0 0 0,-1 0 0,1 1 0,-1-1 0,1 1 0,-1 0 0,1 0 0,-1 0 0,0 0 0,1 1 0,-1 0 0,0-1 0,0 1 0,1 1 0,-1-1 0,-5 1 0,2 1 0,1 1 0,-1-1 0,1 1 0,-1 0 0,1 0 0,0 1 0,0 0 0,1 0 0,-1 0 0,1 1 0,0 0 0,0 0 0,0 0 0,0 1 0,1-1 0,0 1 0,1 0 0,-5 9 0,-5 13 0,2 0 0,-17 57 0,26-77 0,-77 330 0,65-249 0,-4 172 0,19 289 0,-1-550-2,0 1 1,0-1-1,0 0 0,0 0 0,0 0 0,0 0 1,0 0-1,0 1 0,0-1 0,0 0 0,0 0 1,0 0-1,0 0 0,0 0 0,0 1 0,0-1 1,0 0-1,0 0 0,0 0 0,0 0 0,0 0 1,0 0-1,-1 1 0,1-1 0,0 0 0,0 0 0,0 0 1,0 0-1,0 0 0,0 0 0,0 0 0,-1 0 1,1 0-1,0 0 0,0 1 0,0-1 0,0 0 1,0 0-1,-1 0 0,1 0 0,0 0 0,0 0 1,0 0-1,0 0 0,0 0 0,-1 0 0,-8-5 188,-11-12-1266,19 15 694,-9-8-6440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2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24575,'0'0'0,"0"0"0,13 0 0,23-5 0,57-17 0,10-2 0,303-39 0,-368 59 0,1 2 0,59 3 0,-56 0 0,-35 0-1365,0-1-5461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2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24575,'-13'17'0,"9"-13"0,-33 41 0,11-15 0,-31 47 0,49-64 0,0 0 0,2 0 0,-1 1 0,2 0 0,0 1 0,1-1 0,-4 19 0,6-20 0,1-1 0,0 1 0,1-1 0,0 1 0,1-1 0,0 1 0,1-1 0,1 0 0,0 1 0,0-1 0,1-1 0,1 1 0,0 0 0,0-1 0,1 0 0,1 0 0,8 11 0,-11-17-91,0 1 0,0-1 0,0 0 0,1 0 0,0 0 0,0-1 0,0 0 0,0 0 0,1 0 0,-1-1 0,1 1 0,0-1 0,0-1 0,10 4 0,-11-4-6735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2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24575,'16'6'0,"15"9"0,1 1 0,-2 2 0,37 28 0,-65-44 0,11 9 0,0 0 0,-2 1 0,1 1 0,-2 0 0,1 0 0,-2 1 0,0 0 0,0 1 0,-2 0 0,8 19 0,-11-24 0,0 1 0,-1 0 0,0 0 0,2 15 0,-5-20 0,1-1 0,-1 1 0,0-1 0,-1 1 0,1-1 0,-1 1 0,0-1 0,0 1 0,-1-1 0,-4 10 0,6-15 1,0-1 0,0 1 0,0 0 0,0 0-1,0 0 1,0 0 0,0 0 0,0 0 0,0-1 0,0 1-1,0 0 1,0 0 0,0 0 0,0 0 0,0 0 0,0 0-1,0 0 1,0 0 0,-1-1 0,1 1 0,0 0 0,0 0-1,0 0 1,0 0 0,0 0 0,0 0 0,0 0-1,-1 0 1,1 0 0,0 0 0,0 0 0,0 0 0,0 0-1,0 0 1,0 0 0,0 0 0,-1 0 0,1 0 0,0 0-1,0 0 1,0 0 0,0 0 0,0 0 0,0 0 0,-1 0-1,1 0 1,0 0 0,0 0 0,0 0 0,0 0 0,0 0-1,0 0 1,0 1 0,0-1 0,-1 0 0,1 0 0,0 0-1,0 0 1,0 0 0,0 0 0,0 0 0,0 0 0,0 1-1,0-1 1,0 0 0,0 0 0,0 0 0,0 0 0,0 0-1,-4-12-831,3 10 239,-2-10-6234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3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24575,'-9'23'0,"-6"6"0,-2-2 0,-1 0 0,0-1 0,-29 29 0,12-12 0,26-32 0,-3 4 0,0 0 0,-16 29 0,25-39 0,1-1 0,0 1 0,0 0 0,0 0 0,0 1 0,1-1 0,0 0 0,0 1 0,0-1 0,1 0 0,0 1 0,0-1 0,0 0 0,2 10 0,-2-15-24,0 0 0,0 1-1,0-1 1,0 0-1,1 1 1,-1-1 0,0 0-1,0 1 1,0-1-1,0 0 1,0 1 0,0-1-1,0 0 1,1 1 0,-1-1-1,0 0 1,0 0-1,0 1 1,1-1 0,-1 0-1,0 0 1,1 1 0,-1-1-1,0 0 1,0 0-1,1 0 1,-1 1 0,0-1-1,1 0 1,-1 0-1,0 0 1,1 0 0,-1 0-1,0 0 1,1 0 0,-1 0-1,0 0 1,1 0-1,-1 0 1,0 0 0,1 0-1,-1 0 1,0 0 0,1 0-1,-1 0 1,0 0-1,1 0 1,-1 0 0,0-1-1,1 1 1,-1 0-1,0 0 1,1 0 0,-1-1-1,0 1 1,6-5-6802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3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24575,'1'4'0,"0"0"0,0 0 0,1 0 0,-1 0 0,1-1 0,0 1 0,4 5 0,0 3 0,2 6 0,-2 0 0,0 0 0,-1 1 0,5 29 0,1 79 0,-10-113 0,0 0-124,0-1 0,-1 0 0,-1 0 0,0 1 0,-1-1 0,-1 0-1,0 0 1,0 0 0,-1-1 0,-12 24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3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24575,'63'6'0,"1"-4"0,124-11 0,-164 6-682,45 1-1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4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24575,'0'0'0,"0"0"0,0 0 0,21 5 0,-7-2 0,1-1 0,-1 0 0,1-2 0,0 1 0,20-3 0,76-16 0,7 0 0,-104 17-69,9-1 245,-19 2-571,-8 2-682,-4 1-5749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6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 24575,'24'-1'0,"-1"2"0,1 0 0,-1 2 0,1 0 0,-1 2 0,0 1 0,0 0 0,-1 2 0,0 0 0,27 15 0,-38-17 0,-1 0 0,0 1 0,-1 0 0,1 1 0,-1 0 0,0 0 0,9 12 0,-15-16 0,0 1 0,0 0 0,0-1 0,-1 1 0,1 0 0,-1 1 0,0-1 0,0 0 0,-1 1 0,0-1 0,0 0 0,0 1 0,-1 0 0,1-1 0,-1 1 0,-1-1 0,-1 10 0,-1-2 0,-1 1 0,0-1 0,-1-1 0,-1 1 0,0-1 0,-1 0 0,0 0 0,-1-1 0,0 0 0,0 0 0,-16 14 0,-14 10 0,-70 52 0,85-70 0,22-16 0,-124 86 0,108-76 0,-1-2 0,0 0 0,-1-1 0,0-1 0,-28 6 0,147-67 0,-70 42 0,1 0 0,-1 2 0,2 1 0,-1 2 0,1 0 0,34-1 0,-52 7 0,0 1 0,0 0 0,0 1 0,0 0 0,0 2 0,0-1 0,0 2 0,0-1 0,-1 2 0,0 0 0,0 1 0,0 0 0,-1 0 0,0 2 0,0 0 0,15 12 0,-21-15 0,-1 1 0,1 0 0,-1 0 0,0 1 0,0-1 0,-1 1 0,0 0 0,0 0 0,-1 1 0,0-1 0,0 1 0,2 10 0,-3-7 0,0 0 0,-1 0 0,-1 0 0,0 0 0,0 0 0,-1-1 0,0 1 0,-4 15 0,-1-7 0,0 0 0,-1-1 0,-1 0 0,0 0 0,-2-1 0,0 0 0,0-1 0,-2 0 0,-24 26 0,18-24 0,-1 0 0,-1-2 0,0 0 0,-24 13 0,33-23 0,-1 0 0,1 0 0,-1-1 0,0-1 0,0 1 0,-1-2 0,1 0 0,-1-1 0,0 0 0,-12 0 0,22-2-76,-1 0 1,1-1-1,0 1 0,0-1 0,0 0 0,0 0 0,0 0 0,0 0 1,0-1-1,0 1 0,0-1 0,0 0 0,1 1 0,-1-1 1,1 0-1,-1-1 0,-1-2 0,-3-2-6750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6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24575,'1'2'0,"0"0"0,-1 0 0,1 1 0,-1-1 0,1 0 0,-1 0 0,0 0 0,0 1 0,0-1 0,0 2 0,0 3 0,8 189 0,11 138 0,-18-327 0,0 0 0,0 1 0,1-1 0,0 0 0,1 0 0,-1 0 0,7 10 0,-8-15 0,0 0 0,0 0 0,0-1 0,1 1 0,-1-1 0,0 1 0,1-1 0,-1 1 0,1-1 0,0 0 0,-1 0 0,1 0 0,0 0 0,0 0 0,0 0 0,-1 0 0,1-1 0,0 1 0,0 0 0,0-1 0,0 0 0,0 0 0,0 1 0,0-1 0,0 0 0,1-1 0,-1 1 0,0 0 0,0 0 0,0-1 0,0 0 0,-1 1 0,3-2 0,1 0 0,-1 0 0,0-1 0,0 0 0,-1 0 0,1 0 0,-1 0 0,1 0 0,-1-1 0,0 1 0,0-1 0,0 0 0,-1 0 0,0 0 0,3-6 0,4-10 0,12-36 0,-18 45 0,14-50 0,13-83 0,-20 82 0,27-84 0,-26 122 0,-11 24 0,0-1 0,0 1 0,0 0 0,0-1 0,0 1 0,1-1 0,-1 1 0,0 0 0,0-1 0,0 1 0,1 0 0,-1 0 0,0-1 0,0 1 0,1 0 0,-1-1 0,0 1 0,1 0 0,-1 0 0,0 0 0,1-1 0,-1 1 0,0 0 0,1 0 0,-1 0 0,0 0 0,1 0 0,-1 0 0,0-1 0,1 1 0,-1 0 0,1 0 0,-1 0 0,0 0 0,1 0 0,-1 1 0,1-1 0,-1 0 0,0 0 0,1 0 0,-1 0 0,0 0 0,1 0 0,-1 1 0,0-1 0,1 0 0,-1 0 0,0 0 0,1 1 0,-1-1 0,0 0 0,0 1 0,1-1 0,-1 0 0,0 1 0,0-1 0,0 0 0,1 1 0,-1-1 0,4 10 0,-1-1 0,0 1 0,-1 0 0,0 0 0,0 0 0,-1 0 0,0 19 0,0-9 0,2 153 0,0 0 0,-1-142 0,2 0 0,1-1 0,13 45 0,-16-68 0,0 0 0,1-1 0,0 1 0,0-1 0,1 0 0,-1 0 0,1 0 0,0-1 0,9 10 0,-11-13 0,1 0 0,-1-1 0,0 1 0,1 0 0,0-1 0,-1 0 0,1 1 0,0-1 0,-1 0 0,1 0 0,0 0 0,0-1 0,0 1 0,0-1 0,0 0 0,0 1 0,0-1 0,0-1 0,0 1 0,0 0 0,0-1 0,-1 1 0,1-1 0,0 0 0,5-2 0,-1-1 0,0 0 0,-1 0 0,1-1 0,-1 0 0,0 0 0,-1 0 0,1-1 0,-1 1 0,0-1 0,7-12 0,2-4 0,21-47 0,-25 44 0,-2 1 0,0-1 0,-2-1 0,5-32 0,3-106 0,-5 45 0,-9 112-273,0 0 0,0 0 0,0 0 0,-2-9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7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24575,'0'0'0,"14"26"0,-8-13 0,-2 0 0,0 1 0,0-1 0,-1 1 0,-1 0 0,1 20 0,-4 90 0,0-67 0,0 24-1365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49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24575,'20'-2'0,"1"0"0,-1 1 0,1 1 0,-1 1 0,1 1 0,-1 0 0,0 2 0,0 0 0,0 2 0,0 0 0,-1 1 0,0 1 0,0 1 0,-1 0 0,0 1 0,-1 1 0,23 20 0,-35-28 0,-1 1 0,0 0 0,1 1 0,-2-1 0,1 1 0,0 0 0,-1-1 0,0 2 0,0-1 0,-1 0 0,1 0 0,-1 1 0,0 0 0,-1-1 0,1 1 0,-1 0 0,0 0 0,-1-1 0,1 1 0,-1 0 0,0 0 0,-1 0 0,1 0 0,-1 0 0,0 0 0,-1-1 0,1 1 0,-1 0 0,-1-1 0,1 0 0,-1 1 0,-4 6 0,-3 5 0,-1-1 0,-1 0 0,-1-1 0,0 0 0,-1-1 0,0-1 0,-1 0 0,0-1 0,-1 0 0,-1-1 0,0-1 0,0-1 0,-1 0 0,0-2 0,0 0 0,-22 5 0,87-23 0,-1 1 0,56-4 0,-64 12 0,54 4 0,-81-1 0,1 1 0,0 0 0,-1 0 0,1 1 0,-1 1 0,0 0 0,0 0 0,0 1 0,10 7 0,-20-12 0,1 1 0,-1 0 0,0 0 0,1 0 0,-1 0 0,0 0 0,0 0 0,0 0 0,0 0 0,0 0 0,0 0 0,0 1 0,0-1 0,0 0 0,0 1 0,-1-1 0,1 1 0,0-1 0,-1 1 0,0-1 0,1 1 0,-1-1 0,0 1 0,0 0 0,0-1 0,1 1 0,-2 2 0,0-1 0,-1 1 0,1 0 0,-1 0 0,0-1 0,0 1 0,-1-1 0,1 0 0,-1 0 0,1 0 0,-5 3 0,-15 16 0,-2-2 0,0-1 0,-2-1 0,0-1 0,-52 25 0,5-9 0,-82 25 0,92-39-1365,44-13-5461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0 199 24575,'2'-2'0,"1"0"0,-1 0 0,0 1 0,1-1 0,-1 1 0,1-1 0,0 1 0,-1 0 0,5-1 0,-5 1 0,119-41 0,142-31 0,-123 37 0,-10 5-1365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1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24575,'0'0'0,"0"0"0,-11 58 0,11-9 0,2 0 0,10 64 0,-2-28 0,9 183 0,-18-189 0,-12 110 0,10-184 0,0 0 0,0 1 0,0-1 0,0 0 0,-1-1 0,0 1 0,0 0 0,0 0 0,-1-1 0,1 1 0,-1-1 0,-6 7 0,9-11 0,0 0 0,0 0 0,0 0 0,0 0 0,0 0 0,0 0 0,-1 0 0,1 0 0,0 0 0,0 0 0,0 0 0,0 0 0,0 0 0,0 0 0,-1 0 0,1 0 0,0 0 0,0 0 0,0 0 0,0 0 0,0 0 0,0 0 0,0 0 0,-1 0 0,1 0 0,0 0 0,0 0 0,0 0 0,0-1 0,0 1 0,0 0 0,0 0 0,0 0 0,0 0 0,-1 0 0,1 0 0,0 0 0,0 0 0,0-1 0,0 1 0,0 0 0,0 0 0,0 0 0,0 0 0,0 0 0,0 0 0,0 0 0,0-1 0,0 1 0,0 0 0,0 0 0,0 0 0,0 0 0,0 0 0,0 0 0,0-1 0,0 1 0,0 0 0,0 0 0,-1-16 0,3-15 0,1 14-1365,0 2-5461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2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24575,'0'0'0,"0"0"0,0 0 0,0 0 0,19 0 0,31-1 0,-1 3 0,97 16 0,-131-15 0,-1 0 0,0 1 0,0 1 0,-1 0 0,1 1 0,-1 0 0,-1 1 0,1 1 0,-1 0 0,0 0 0,-1 1 0,0 1 0,0 0 0,16 20 0,-22-23 0,-1 0 0,0 0 0,0 1 0,0-1 0,-1 1 0,0 0 0,0 0 0,-1 0 0,0 0 0,-1 1 0,2 13 0,-3-10 0,-1 0 0,0 0 0,0 0 0,-1 0 0,-1 0 0,0 0 0,-6 13 0,-6 10 0,-2-2 0,-1 0 0,-2-1 0,-25 32 0,15-26 0,-1-1 0,-67 61 0,-85 48 0,145-114 0,70-25 0,-3-8 0,0-1 0,0-1 0,0-2 0,0-1 0,44-15 0,-40 11 0,1 1 0,0 2 0,54-5 0,6 14 0,-103-7-1365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3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24575,'0'0'0,"0"0"0,0 0 0,3 13 0,6 58 0,-3 0 0,-4 110 0,-2-112 0,16 337 0,-16-402 0,1 0 0,-1 0 0,1 0 0,0 0 0,0 0 0,0 0 0,0-1 0,1 1 0,-1 0 0,1-1 0,0 1 0,0-1 0,3 4 0,-4-6 0,0-1 0,-1 1 0,1 0 0,0-1 0,0 1 0,0-1 0,-1 1 0,1-1 0,0 0 0,0 1 0,0-1 0,0 0 0,0 0 0,0 1 0,0-1 0,0 0 0,0 0 0,0 0 0,0 0 0,0 0 0,1-1 0,0 0 0,1 1 0,-1-1 0,0-1 0,1 1 0,-1 0 0,0-1 0,0 1 0,0-1 0,0 1 0,-1-1 0,4-3 0,5-8 0,-1 1 0,0-2 0,-1 1 0,0-1 0,-1 0 0,7-22 0,25-96 0,-31 104 0,10-44 0,-9 30 0,2 0 0,2 1 0,33-72 0,-46 113 0,0-1 0,0 1 0,0 0 0,0-1 0,1 1 0,-1-1 0,0 1 0,0 0 0,1-1 0,-1 1 0,0-1 0,0 1 0,1 0 0,-1-1 0,0 1 0,1 0 0,-1 0 0,1-1 0,-1 1 0,0 0 0,1 0 0,-1-1 0,1 1 0,-1 0 0,0 0 0,1 0 0,-1 0 0,1 0 0,-1 0 0,1 0 0,-1 0 0,1 0 0,-1 0 0,1 0 0,-1 0 0,0 0 0,1 0 0,-1 0 0,1 0 0,-1 1 0,1-1 0,-1 0 0,0 0 0,1 0 0,-1 1 0,1-1 0,-1 0 0,0 0 0,1 1 0,-1-1 0,0 0 0,1 1 0,-1-1 0,0 1 0,0-1 0,0 0 0,1 1 0,-1-1 0,0 1 0,0-1 0,0 1 0,1 0 0,1 2 0,-1 1 0,1 0 0,-1 0 0,1 0 0,-1 0 0,1 4 0,9 113 0,-6-62 0,17 90 0,-14-119 0,0 0 0,23 49 0,-22-61 0,0-1 0,1 0 0,1-1 0,1 0 0,18 20 0,-21-27 0,0 0 0,0-1 0,1 0 0,0 0 0,0-1 0,1 0 0,0-1 0,12 5 0,-20-10 0,0 0 0,0 0 0,0 0 0,0 0 0,0 0 0,1-1 0,-1 0 0,0 0 0,0 0 0,1 0 0,-1 0 0,0 0 0,0-1 0,0 0 0,0 1 0,0-1 0,0 0 0,0-1 0,0 1 0,0 0 0,0-1 0,0 0 0,-1 0 0,1 0 0,0 0 0,-1 0 0,0 0 0,0 0 0,0-1 0,0 1 0,0-1 0,0 0 0,0 1 0,-1-1 0,1 0 0,1-5 0,7-17 0,-1 0 0,-1-1 0,-1 0 0,6-40 0,5-115 0,-14 128 0,7-72 0,-1 19 0,-3-141 0,-8 243 0,-5-65 0,5 63 0,-1 1 0,1 0 0,-1-1 0,1 1 0,-2 0 0,1 0 0,0 0 0,-1 0 0,0 0 0,-4-4 0,6 8-27,0 0 0,0 1 0,0-1-1,0 1 1,0 0 0,0-1 0,-1 1-1,1 0 1,0 0 0,0-1 0,0 1-1,0 0 1,0 0 0,-1 0 0,1 1 0,0-1-1,0 0 1,0 0 0,0 1 0,0-1-1,0 0 1,0 1 0,-2 0 0,0 0-685,-11 4-6114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4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6 24575,'10'-2'0,"1"0"0,0 1 0,0 1 0,0-1 0,-1 2 0,1 0 0,0 0 0,0 1 0,0 0 0,19 7 0,-22-6 0,0 0 0,-1 0 0,1 0 0,-1 1 0,1 1 0,-1-1 0,0 1 0,-1 0 0,0 1 0,1 0 0,-2 0 0,1 0 0,-1 0 0,8 12 0,-10-11 0,-1-1 0,0 1 0,0-1 0,0 1 0,-1 0 0,0-1 0,0 1 0,0 0 0,-1 0 0,0 0 0,-1 0 0,1 0 0,-2-1 0,1 1 0,0 0 0,-1-1 0,-1 1 0,1-1 0,-6 11 0,-3 4 0,-1-1 0,0-1 0,-2 0 0,-21 25 0,20-28 0,0 1 0,-1-2 0,0 0 0,-2-1 0,1-1 0,-2 0 0,-36 18 0,57-29 0,11-1 0,18-2 0,49-13 0,83-26 0,25-6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24575,'24'-7'0,"49"-14"0,0 3 0,129-13 0,-168 29-273,0 1 0,0 2 0,0 2 0,57 11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5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 24575,'-1'9'0,"0"1"0,-1 0 0,-4 16 0,-2 5 0,-9 70 0,4 0 0,4 1 0,9 187 0,4-138 0,4 53 0,-2-166-1365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6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24575,'7'19'0,"-1"5"0,-1-1 0,-1 1 0,1 37 0,-5 74 0,-2-69 0,1 36 0,1 106 0,2-171 0,2-1 0,1 0 0,16 57 0,-19-87 0,1 0 0,0 0 0,0-1 0,0 1 0,0-1 0,1 0 0,0 0 0,0 0 0,0-1 0,1 1 0,-1-1 0,1 0 0,8 5 0,-10-7 0,-1 0 0,0-1 0,1 0 0,0 1 0,-1-1 0,1 0 0,0 0 0,-1-1 0,1 1 0,0 0 0,0-1 0,0 0 0,0 1 0,0-1 0,-1 0 0,1-1 0,0 1 0,0-1 0,0 1 0,0-1 0,-1 0 0,1 0 0,0 0 0,-1 0 0,1 0 0,0-1 0,-1 1 0,0-1 0,1 1 0,-1-1 0,2-2 0,5-6 0,-1 0 0,-1-1 0,0 1 0,0-1 0,-1-1 0,-1 1 0,5-13 0,26-91 0,-34 108 0,75-341 0,-32 134 0,-39 184 0,-4 18 0,0-1 0,1 1 0,0 0 0,1 0 0,8-17 0,-12 28 0,0 1 0,0 0 0,0 0 0,1 0 0,-1 0 0,0 0 0,0-1 0,0 1 0,0 0 0,0 0 0,0 0 0,0 0 0,0 0 0,0 0 0,0 0 0,0-1 0,0 1 0,1 0 0,-1 0 0,0 0 0,0 0 0,0 0 0,0 0 0,0 0 0,0 0 0,1 0 0,-1 0 0,0 0 0,0 0 0,0 0 0,0 0 0,0 0 0,0 0 0,1 0 0,-1 0 0,0 0 0,0 0 0,0 0 0,0 0 0,0 0 0,1 0 0,-1 0 0,0 0 0,0 0 0,0 0 0,0 0 0,0 0 0,1 0 0,2 9 0,0 15 0,-10 219 0,0-116 0,6-82 0,-2 180 0,5-179 0,2-1 0,18 83 0,-15-104 0,0 0 0,2 0 0,1-1 0,0-1 0,17 26 0,-20-37 0,0-1 0,1 1 0,0-1 0,0 0 0,1-1 0,1 0 0,0-1 0,0 1 0,0-2 0,1 0 0,19 10 0,-26-15 0,0 0 0,0-1 0,0 0 0,0 0 0,0 0 0,0 0 0,0 0 0,0-1 0,1 0 0,-1 0 0,0 0 0,0 0 0,0-1 0,0 1 0,0-1 0,0 0 0,0-1 0,0 1 0,0-1 0,0 1 0,0-1 0,-1 0 0,1-1 0,-1 1 0,1-1 0,-1 1 0,0-1 0,0 0 0,3-4 0,3-5 0,-1 0 0,0 0 0,-1-1 0,0 0 0,-1-1 0,0 0 0,3-15 0,9-33 0,-3-1 0,8-73 0,3-132 0,-22 211 0,0 17 0,0 5 0,-2 0 0,-1 0 0,-1 0 0,-2 0 0,-8-40 0,9 70-85,0 0 0,0 0-1,-1 0 1,1 0 0,-1 1-1,0-1 1,-1 0 0,1 1-1,-1 0 1,0-1 0,0 1-1,0 0 1,-1 1 0,1-1-1,-7-5 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6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24575,'-6'259'0,"0"12"0,7-221 0,1-26 0,-2 1 0,-4 31 0,-3-27-1365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2:5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24575,'4'0'0,"0"-1"0,0 1 0,0 0 0,0 0 0,0 0 0,0 0 0,0 1 0,0-1 0,4 2 0,4 0 0,10 0 0,0 2 0,0 0 0,-1 1 0,1 1 0,27 12 0,-43-16 0,-1 1 0,1 0 0,-1 0 0,0 0 0,0 0 0,-1 1 0,1 0 0,-1 0 0,0 0 0,0 1 0,0-1 0,0 1 0,-1 0 0,0 0 0,0 0 0,0 1 0,-1-1 0,0 1 0,0-1 0,0 1 0,0 0 0,-1 0 0,0-1 0,0 12 0,-1-4 0,-1-1 0,-1 1 0,0-1 0,0 0 0,-1 1 0,-1-1 0,0-1 0,0 1 0,-2 0 0,-9 16 0,-1-2 0,-1-1 0,-2-1 0,-25 26 0,11-22 0,33-28 0,0 0 0,-1 0 0,1 0 0,0 0 0,0 0 0,0 0 0,0 0 0,0 0 0,0 0 0,0 1 0,0-1 0,0 0 0,-1 0 0,1 0 0,0 0 0,0 0 0,0 0 0,0 0 0,0 0 0,0 1 0,0-1 0,0 0 0,0 0 0,0 0 0,0 0 0,0 0 0,0 0 0,0 1 0,0-1 0,0 0 0,0 0 0,0 0 0,0 0 0,0 0 0,0 0 0,0 0 0,0 1 0,0-1 0,0 0 0,0 0 0,1 0 0,-1 0 0,0 0 0,0 0 0,0 0 0,0 0 0,0 1 0,0-1 0,0 0 0,1 0 0,8 5 0,11-1 0,12-4 0,45-6 0,24 0 0,-79 11-1365,-13-3-5461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24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0 211 24575,'0'0'0,"0"0"0,0 0 0,0 0 0,0 0 0,0 0 0,0 0 0,0 0 0,0 0 0,0 0 0,25 15 0,-6-6 0,0-1 0,0-1 0,1-1 0,0-1 0,0 0 0,0-2 0,1 0 0,-1-1 0,33-2 0,17-5 0,100-18 0,-144 18 0,137-27 0,79-12 0,40 1 0,27-2 0,-208 35 0,168-19 0,-127 19 0,-9 1 0,-131-3-1365,-1 5-5461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2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24575,'18'8'0,"1"1"0,-1 1 0,-1 1 0,0 0 0,0 1 0,-1 1 0,-1 0 0,0 1 0,-1 1 0,0 0 0,19 30 0,-3 5-1365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26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24575,'27'15'0,"57"41"0,-58-36 0,47 25 0,-55-36-682,31 23-1,-43-27-6143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26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24575,'2'19'0,"-2"58"0,2 19 0,-1-84 0,1 0 0,0-1 0,0 1 0,2-1 0,-1 0 0,6 12 0,-6-18 0,0-1 0,-1 0 0,1 1 0,1-1 0,-1-1 0,1 1 0,-1 0 0,1-1 0,0 0 0,0 0 0,1 0 0,-1 0 0,0-1 0,1 1 0,0-1 0,6 2 0,-5-3 0,0 1 0,0 0 0,0-1 0,0 0 0,0-1 0,0 0 0,0 1 0,0-2 0,0 1 0,0-1 0,0 0 0,10-3 0,-7 0 0,0 0 0,-1-1 0,1 0 0,-1-1 0,-1 1 0,1-2 0,-1 1 0,0-1 0,-1 0 0,1 0 0,-1-1 0,-1 0 0,1 0 0,-1 0 0,-1-1 0,0 0 0,4-10 0,-4 10 0,-1 1 0,0-1 0,-1 0 0,0 0 0,0 0 0,-1 0 0,0 0 0,-1 0 0,0-1 0,0 1 0,-1 0 0,0 0 0,-1 0 0,0 0 0,0 0 0,-1 0 0,0 1 0,-5-11 0,6 16 8,-1-1 0,0 1 0,1-1 0,-1 1 0,0 0 0,-1 0 0,1 0 0,-1 1 0,1-1 0,-1 1 0,0 0 0,1 0 0,-1 0 0,-8-2 0,1 1-305,0 0 0,0 1 0,0 1 0,-16-1 0,8 2-6529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4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24 24575,'0'0'0,"0"0"0,0 0 0,0 0 0,0 0 0,0 0 0,0 0 0,0 0 0,0 0 0,-27 12 0,23-10 0,0 1 0,0 0 0,0 1 0,0-1 0,0 1 0,1 0 0,-1 0 0,1 0 0,0 0 0,0 0 0,1 1 0,-1-1 0,-2 9 0,-20 28 0,18-33 0,-7 10 0,13-18 0,1 0 0,0 1 0,0-1 0,-1 0 0,1 0 0,0 1 0,0-1 0,-1 0 0,1 0 0,0 1 0,0-1 0,0 0 0,0 0 0,0 1 0,-1-1 0,1 0 0,0 1 0,0-1 0,0 0 0,0 1 0,0-1 0,0 0 0,0 1 0,0-1 0,0 0 0,0 1 0,0-1 0,0 0 0,0 1 0,0-1 0,0 0 0,1 1 0,-1-1 0,0 0 0,0 0 0,0 1 0,0-1 0,1 1 0,7 1 0,0 0 0,0 0 0,0-1 0,1 0 0,-1 0 0,0-1 0,1 0 0,9-2 0,69-11 0,-83 12 0,18-5 0,0 0 0,29-14 0,23-6 0,-84 7 0,4 10-136,0 0-1,0 0 1,-1 1-1,-1 1 1,1-1-1,-1 1 1,0 0-1,-1 1 0,-17-11 1,19 13-6690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56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42 24575,'-29'5'0,"21"-5"0,-1 0 0,1 0 0,-1-1 0,1 0 0,0 0 0,-1-1 0,1 0 0,-11-5 0,-20-3 0,71-1 0,16 5 0,-1 2 0,2 3 0,49 4 0,-92-3 0,18 1 0,0 1 0,-1 2 0,1 0 0,-1 1 0,0 1 0,0 1 0,-1 1 0,0 2 0,40 21 0,-58-28 0,0 0 0,0 0 0,0 0 0,0 1 0,0-1 0,-1 1 0,0 0 0,0 0 0,0 0 0,0 0 0,0 0 0,-1 1 0,0 0 0,4 9 0,-5-8 0,0 0 0,0 1 0,0-1 0,-1 1 0,0-1 0,0 1 0,-1-1 0,1 1 0,-1-1 0,-3 9 0,-2 3 0,-1-1 0,0-1 0,-1 0 0,-1 0 0,0 0 0,-1-1 0,-17 19 0,-15 11 0,-3-1 0,-100 74 0,132-107 0,48-22 0,22-16 0,-28 12 0,1 2 0,1 1 0,0 1 0,38-8 0,-49 15 0,-1 2 0,1 0 0,-1 1 0,1 1 0,0 1 0,23 4 0,-30-3 0,0 1 0,0 1 0,0 0 0,-1 1 0,1 0 0,-1 1 0,0 0 0,-1 1 0,21 16 0,-28-19 0,0 0 0,-1 0 0,0 0 0,1 1 0,-2-1 0,1 1 0,0 0 0,-1 0 0,0 0 0,0 0 0,-1 0 0,1 0 0,-1 1 0,0-1 0,-1 0 0,1 1 0,-1-1 0,-1 11 0,0-2 0,0 0 0,-1 0 0,-1-1 0,0 1 0,-1-1 0,-7 17 0,5-19 0,1 0 0,-2-1 0,1 1 0,-2-1 0,1 0 0,-1-1 0,-1 0 0,0 0 0,0-1 0,0 0 0,-1 0 0,0-1 0,-1-1 0,0 1 0,0-2 0,-17 7 0,-10 1 0,0-3 0,0 0 0,-75 7 0,108-17 0,-1 1 0,-1 0 0,0 0 0,0-1 0,0 0 0,0 0 0,-11-3 0,16 3 0,1-1 0,-1 1 0,0-1 0,1 0 0,-1 0 0,1 0 0,-1 0 0,1 0 0,0 0 0,-1 0 0,1-1 0,0 1 0,0 0 0,0-1 0,0 1 0,0-1 0,0 1 0,0-1 0,0 1 0,1-1 0,-1 0 0,0 1 0,1-1 0,0 0 0,-1 1 0,1-1 0,0 0 0,0 0 0,0 0 0,0 1 0,1-4 0,-1-3-341,1 0 0,1-1-1,3-11 1,2 0-6485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57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47 24575,'-15'-12'0,"10"7"0,-10-9 0,15 13 0,0 0 0,0 1 0,0-1 0,1 1 0,-1-1 0,0 1 0,0-1 0,0 1 0,0-1 0,1 0 0,-1 1 0,0-1 0,0 1 0,1-1 0,-1 1 0,0 0 0,1-1 0,-1 1 0,1-1 0,-1 1 0,0 0 0,1-1 0,-1 1 0,1 0 0,-1-1 0,1 1 0,-1 0 0,1 0 0,0-1 0,-1 1 0,1 0 0,-1 0 0,1 0 0,0 0 0,0 0 0,0-1 0,0 1 0,0 0 0,0 0 0,0 0 0,0 0 0,0 0 0,-1 0 0,1 0 0,0 0 0,0 0 0,0 1 0,0-1 0,0 0 0,0 1 0,-1-1 0,1 0 0,0 1 0,0-1 0,-1 1 0,1-1 0,0 1 0,0-1 0,-1 1 0,1 0 0,-1-1 0,1 1 0,0 0 0,0 1 0,0-1 0,-1 0 0,1 0 0,0 0 0,-1 1 0,1-1 0,-1 0 0,1 0 0,-1 0 0,0 1 0,1-1 0,-1 0 0,0 1 0,0-1 0,0 0 0,0 1 0,0-1 0,0 0 0,0 1 0,-1 1 0,1-3 0,-1 1 0,1 0 0,0 0 0,-1-1 0,1 1 0,0 0 0,-1-1 0,1 1 0,-1-1 0,0 1 0,1-1 0,-1 1 0,1-1 0,-1 1 0,0-1 0,1 1 0,-1-1 0,0 0 0,0 1 0,1-1 0,-1 0 0,0 1 0,0-1 0,1 0 0,-1 0 0,0 0 0,0 0 0,1 0 0,-1 0 0,0 0 0,0 0 0,0 0 0,1 0 0,-1-1 0,0 1 0,0 0 0,1 0 0,-1-1 0,0 1 0,1-1 0,-1 1 0,0 0 0,1-1 0,-1 1 0,0-1 0,1 1 0,-1-1 0,1 0 0,-1 1 0,1-1 0,-1 0 0,0 0 0,22 13-1365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58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0,0 0 0,0 0 0,0 0 0,20 5 0,17 3 0,0-3 0,64 2 0,34 5 0,-120-10 0,0 2 0,0 0 0,0 0 0,0 1 0,-1 1 0,23 13 0,-32-16 0,0 1 0,0-1 0,0 1 0,-1 0 0,0 0 0,1 1 0,-2-1 0,1 1 0,0 0 0,-1 0 0,0 0 0,0 1 0,-1-1 0,3 7 0,-2-3 0,-1 0 0,0 0 0,0 0 0,-1 1 0,-1-1 0,1 0 0,-1 1 0,-2 13 0,-1-6 0,0-1 0,-1 0 0,-1 0 0,0-1 0,-1 1 0,-1-1 0,0 0 0,-1-1 0,-1 0 0,-12 16 0,-7 0 0,-35 31 0,41-42 0,1 1 0,1 1 0,0 1 0,-23 34 0,82-63 0,-8-2 0,-3 0 0,1 2 0,53-7 0,-72 13 0,0 1 0,0 0 0,1 1 0,-1 0 0,0 1 0,0 0 0,0 0 0,-1 1 0,1 0 0,0 1 0,-1 0 0,11 6 0,-8-2 0,0-1 0,0 2 0,-1-1 0,0 2 0,0-1 0,-1 2 0,-1-1 0,0 1 0,12 18 0,-17-21 0,0-1 0,0 1 0,-1 1 0,0-1 0,0 0 0,-1 1 0,0 0 0,0-1 0,-1 1 0,0 0 0,-1 0 0,0 0 0,0 0 0,-1-1 0,0 1 0,-3 12 0,2-12 0,0 1 0,-1 0 0,0-1 0,-1 0 0,0 1 0,0-2 0,-1 1 0,0 0 0,-1-1 0,0 0 0,0 0 0,0-1 0,-1 1 0,0-2 0,-1 1 0,-16 11 0,6-8 0,-1 0 0,0 0 0,-1-2 0,-39 11 0,-85 10 0,143-29 0,-1 0 6,0 1 0,0-1 0,0 0 0,0 0 0,0 0 0,0 0 0,0-1 0,0 1 0,0 0 0,0-1 0,1 1 0,-1-1 0,0 0 0,0 0 0,1 0 0,-1 0 0,0 0 0,1 0 0,-4-2 0,3 0-171,-1 0 0,1 0 0,0 0 0,0 0 0,0 0 0,0-1 0,0 1 0,-2-8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59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47 24575,'-5'18'0,"-1"12"0,1-1 0,2 1 0,0 30 0,6 93 0,-1-124 0,0 22 0,9 140 0,-6-150 0,1 1 0,19 61 0,-24-99 0,1 0 0,-1 1 0,1-1 0,0 0 0,1 0 0,-1 0 0,1 0 0,-1-1 0,1 1 0,0-1 0,1 1 0,6 4 0,-9-7 0,1 0 0,0 0 0,-1 0 0,1 0 0,0 0 0,0-1 0,-1 1 0,1-1 0,0 1 0,0-1 0,0 0 0,0 0 0,0 0 0,0 0 0,0 0 0,0 0 0,-1 0 0,1-1 0,0 1 0,0 0 0,0-1 0,0 0 0,-1 0 0,1 1 0,0-1 0,0 0 0,-1 0 0,1 0 0,-1-1 0,1 1 0,1-3 0,2-1 0,0 0 0,-1 0 0,1-1 0,-1 0 0,-1 0 0,1 0 0,-1 0 0,3-8 0,15-57 0,-18 60 0,11-60 0,-3 0 0,2-73 0,10-66 0,-13 173 0,-10 35 0,1-1 0,0 1 0,0 0 0,0 0 0,1 0 0,-1-1 0,0 1 0,1 0 0,0 1 0,-1-1 0,1 0 0,3-2 0,-4 3 0,-1 1 0,1 0 0,-1 0 0,1 0 0,0 0 0,-1 0 0,1 0 0,-1 0 0,1 0 0,-1 0 0,1 0 0,-1 0 0,1 0 0,0 0 0,-1 1 0,1-1 0,-1 0 0,1 0 0,-1 1 0,1-1 0,-1 0 0,1 1 0,-1-1 0,0 0 0,1 1 0,-1-1 0,1 0 0,-1 1 0,0-1 0,1 1 0,-1-1 0,0 1 0,0-1 0,1 1 0,-1 0 0,10 22 0,-9-21 0,13 43 0,-3 1 0,-1 0 0,6 70 0,-4-17 0,-8-75 0,1 11 0,13 45 0,-16-72 0,1 1 0,0-1 0,1 1 0,-1-1 0,2-1 0,-1 1 0,1 0 0,0-1 0,1 0 0,9 10 0,-12-15 0,0 1 0,0-1 0,0 0 0,0 0 0,0 0 0,1 0 0,-1 0 0,1-1 0,-1 1 0,1-1 0,-1 0 0,1 0 0,0-1 0,0 1 0,-1-1 0,1 0 0,0 0 0,0 0 0,-1 0 0,1-1 0,0 1 0,5-2 0,-5 0 0,1 0 0,-1 0 0,1-1 0,-1 1 0,0-1 0,0 0 0,0 0 0,0 0 0,-1 0 0,1-1 0,-1 1 0,0-1 0,0 0 0,0 0 0,-1 0 0,1-1 0,1-4 0,5-14 0,0-1 0,-2 1 0,-1-2 0,-1 1 0,3-33 0,0-129 0,-7 168 0,19-293 0,-14 255-1365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59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24575,'13'28'0,"-3"10"0,-1 1 0,-2 1 0,2 45 0,-3 124 0,-5-85 0,-2-92 0,0-22 0,1 1 0,0-1 0,3 18 0,-1-31 0,1-7 0,-1-58-1365,-1 32-5461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3:59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24575,'0'0'0,"0"0"0,0 0 0,0 0 0,25-4 0,7 2 0,1 1 0,-1 1 0,65 11 0,-94-11 0,0 1 0,-1-1 0,1 1 0,0 0 0,-1 0 0,1 0 0,0 0 0,-1 0 0,0 0 0,1 1 0,-1-1 0,0 1 0,1 0 0,-1 0 0,0 0 0,0 0 0,0 0 0,2 4 0,-2-3 0,-1 0 0,0 1 0,1-1 0,-1 1 0,0-1 0,-1 1 0,1 0 0,0-1 0,-1 1 0,0 0 0,0-1 0,-1 6 0,-1 3 0,0 0 0,-1 0 0,-1 0 0,0-1 0,0 0 0,-1 0 0,-10 16 0,5-11 0,0-1 0,-1 0 0,-1-1 0,-1 0 0,0-1 0,-24 19 0,33-30 0,1 1 0,0 0 0,-1 0 0,1 0 0,0 0 0,1 1 0,-1-1 0,1 1 0,-3 4 0,5-8 0,-1 1 0,1 0 0,0 0 0,-1 0 0,1 0 0,0 0 0,0 0 0,0 0 0,0 0 0,0 0 0,0 0 0,0 0 0,0 0 0,0 0 0,1 0 0,-1 0 0,0-1 0,1 3 0,0-2 0,0 1 0,0-1 0,0 0 0,0 0 0,0 0 0,1 0 0,-1 0 0,0 0 0,1 0 0,-1 0 0,0 0 0,1-1 0,-1 1 0,1-1 0,1 1 0,13 3 0,1-2 0,-1 0 0,0-1 0,0-1 0,1 0 0,31-6 0,-22 4 0,151-14-1365,-163 16-5461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06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0 143 24575,'0'0'0,"0"0"0,0 0 0,0 0 0,0 0 0,0 0 0,0 0 0,0 0 0,0 0 0,0 0 0,0 0 0,17 5 0,23 0 0,0-1 0,0-2 0,50-4 0,-16 0 0,406-18 0,-180 3 0,174-19 0,-5 1 0,-384 31 0,126-14 0,113-2 0,-222 15-1365,-95 5-5461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08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24575,'4'1'0,"-1"0"0,1 0 0,0-1 0,0 1 0,-1-1 0,1 0 0,7 0 0,1 0 0,90 0 0,117-14 0,48-1 0,-178 12-1365,-80 2-5461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08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24575,'-5'29'0,"-12"294"0,15-219 0,1-24 0,-11 154 0,11-225-227,-1 0-1,-1 0 1,1-1-1,-1 1 1,-7 12-1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14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608 752 24575,'7'-12'0,"-2"-1"0,0 0 0,0 0 0,-1 0 0,-1 0 0,4-27 0,0-86 0,-7 119 0,0 5 0,1-38 0,-8-76 0,5 103 0,-1 1 0,0-1 0,0 1 0,-1 0 0,-1 0 0,0 0 0,0 1 0,-2 0 0,1 0 0,-12-14 0,1 5 0,-1 0 0,-1 1 0,0 1 0,-2 1 0,0 0 0,-1 2 0,0 1 0,-27-13 0,38 21 0,-1 1 0,1 1 0,-1 0 0,0 0 0,-1 1 0,1 1 0,0 0 0,-1 0 0,1 2 0,-1-1 0,1 2 0,-1-1 0,0 2 0,1 0 0,0 0 0,0 1 0,-1 1 0,2 0 0,-17 8 0,20-8 0,0 1 0,1 1 0,0-1 0,0 1 0,1 1 0,-1-1 0,1 1 0,1 0 0,-1 0 0,1 1 0,0 0 0,1-1 0,0 2 0,0-1 0,1 0 0,0 1 0,0 0 0,-1 9 0,-1 12 0,0-1 0,2 1 0,2 0 0,2 35 0,-1-45 0,1 0 0,2 1 0,0-1 0,1 0 0,10 29 0,-11-42 0,0 1 0,1 0 0,0-1 0,0 0 0,1 0 0,-1 0 0,2 0 0,-1-1 0,1 0 0,0 0 0,0 0 0,1-1 0,-1 0 0,1 0 0,14 7 0,-7-6 0,-1-1 0,1 0 0,1-1 0,-1-1 0,0 0 0,1-1 0,0 0 0,-1-1 0,1-1 0,0 0 0,22-4 0,-11 0 0,1-2 0,-2-1 0,1-1 0,-1-1 0,36-18 0,-57 24-69,0 1-1,0-1 1,0 0 0,0 0-1,6-6 1,-6 5-880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13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24575,'0'0'0,"0"0"0,0 0 0,0 0 0,0 0 0,-27 6 0,18-2 0,9-3 0,0-1 0,0 0 0,0 0 0,0 1 0,0-1 0,0 0 0,0 0 0,0 0 0,0 1 0,1-1 0,-1 0 0,0 0 0,0 0 0,0 1 0,0-1 0,0 0 0,1 0 0,-1 0 0,0 0 0,0 0 0,0 0 0,1 1 0,-1-1 0,0 0 0,0 0 0,0 0 0,1 0 0,-1 0 0,0 0 0,0 0 0,1 0 0,-1 0 0,0 0 0,0 0 0,0 0 0,1 0 0,-1 0 0,0 0 0,1 0 0,23 4 0,44 0 0,-9 0 0,-3 0 0,-15-1 0,44 9 0,-73-10 0,-1 1 0,1 0 0,-1 1 0,0 0 0,0 1 0,-1 0 0,1 1 0,13 10 0,-20-13 0,-1 0 0,1 0 0,0 1 0,-1 0 0,0 0 0,0 0 0,0 0 0,0 0 0,-1 1 0,1-1 0,-1 1 0,0-1 0,2 10 0,-3-6 0,1 0 0,-2-1 0,1 1 0,-1 0 0,0-1 0,-1 1 0,0 0 0,-2 10 0,-3 2 0,-1 1 0,-1-1 0,0-1 0,-2 1 0,-19 29 0,7-16 0,-3 0 0,-45 46 0,-66 50 0,54-54 0,82-75 0,-1 0 0,1 1 0,-1-1 0,1 0 0,0 1 0,-1-1 0,1 0 0,-1 1 0,1-1 0,-1 1 0,1-1 0,0 0 0,0 1 0,-1-1 0,1 1 0,0 0 0,-1-1 0,1 1 0,0-1 0,0 1 0,0-1 0,0 1 0,0-1 0,0 1 0,0 0 0,0 0 0,1 0 0,0-1 0,0 1 0,1-1 0,-1 1 0,0-1 0,1 0 0,-1 0 0,0 0 0,1 1 0,-1-1 0,0 0 0,3-1 0,13 0 0,-1-1 0,1 0 0,-1-1 0,17-6 0,66-26 0,-22 7 0,57-9 0,-109 31 0,0 2 0,1 1 0,35 0 0,-43 5-62,4 0 227,-21-2-226,0-1 0,0 1-1,0 0 1,-1 0 0,1-1 0,0 1 0,0 0 0,-1-1-1,1 1 1,0 0 0,0-1 0,-1 1 0,1-1 0,-1 0-1,1 1 1,0-1 0,-1 1 0,1-1 0,-1 0 0,1 1-1,-1-1 1,0 0 0,1 0 0,2-7-6765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16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0 0,0 0 0,0 0 0,0 0 0,0 0 0,0 0 0,0 0 0,0 0 0,0 0 0,0 0 0,0 0 0,19 18 0,-2-21 0,-11 3 0,-6 12 0,-4 12-1365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16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19 227 24575,'0'0'0,"0"0"0,0 0 0,0 0 0,0 0 0,0 0 0,-2 10 0,-4 24 0,1 0 0,1 1 0,2 36 0,10 106 0,-5-129 0,2 41 0,4 0 0,22 95 0,-28-175 0,0 0 0,0 0 0,0 0 0,1-1 0,0 1 0,1-1 0,7 10 0,-11-16 0,1-1 0,-1 1 0,0-1 0,1 0 0,-1 1 0,1-1 0,-1 0 0,1 0 0,-1 0 0,1 0 0,0 0 0,-1-1 0,1 1 0,0 0 0,0-1 0,0 1 0,3-1 0,-3 0 0,0 0 0,0-1 0,1 1 0,-1-1 0,0 0 0,0 0 0,0 0 0,0 0 0,0 0 0,0 0 0,-1 0 0,1-1 0,0 1 0,-1-1 0,1 1 0,-1-1 0,1 1 0,-1-1 0,2-3 0,9-12 0,0-2 0,-2 1 0,0-2 0,-1 1 0,8-28 0,25-107 0,-39 141 0,38-166 0,87-328 0,-104 431 0,-28 127 0,-16 82 0,-2 0 0,-6 194 0,28-293 0,2-1 0,1 1 0,1-1 0,2 0 0,1 0 0,2-1 0,1 0 0,19 41 0,-26-67 0,0-1 0,0 1 0,0-1 0,1 0 0,0 0 0,0 0 0,1 0 0,-1-1 0,1 0 0,0 0 0,0 0 0,0 0 0,1-1 0,-1 0 0,1 0 0,0 0 0,12 3 0,-14-5 0,1 0 0,0-1 0,0 1 0,-1-1 0,1 0 0,0 0 0,0-1 0,0 1 0,-1-1 0,1 0 0,0 0 0,-1-1 0,1 1 0,-1-1 0,1 0 0,-1 0 0,0-1 0,0 1 0,0-1 0,0 0 0,-1 0 0,1 0 0,-1-1 0,4-4 0,6-8 0,-1-1 0,-1-1 0,-1 0 0,0 0 0,-2-1 0,0 0 0,-1 0 0,-1-1 0,4-23 0,0-13 0,-2 1 0,0-66 0,-5 53 0,-4 0 0,-12-89 0,12 154-151,1 1-1,-1 0 0,0-1 0,0 1 1,0 0-1,0 0 0,-1 0 1,-2-4-1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17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29 0,6 162 0,-2-148 0,1 1 0,17 58 0,-14-80-3,-6-19-148,-1 1 0,1 0-1,-1 0 1,0 1 0,0-1-1,0 0 1,0 0-1,0 6 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19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0,0 0 0,3 24 0,4 33 0,15 176 0,-21-222-227,-1 0-1,-1-1 1,0 1-1,0 0 1,-4 12-1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3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86 24575,'-29'-11'0,"20"7"0,0 0 0,1 0 0,-1 0 0,-12-11 0,22 14 0,0-1 0,0 0 0,0 0 0,1 1 0,-1-1 0,0 1 0,1-1 0,-1 1 0,1-1 0,0 1 0,-1 0 0,4-2 0,5-1 0,0 0 0,0 1 0,0 0 0,1 0 0,-1 1 0,1 0 0,20 0 0,1 2 0,45 6 0,-54-4 0,0 2 0,-1 1 0,1 0 0,-1 2 0,0 1 0,-1 0 0,1 2 0,-2 0 0,37 25 0,-46-26 0,0-1 0,-1 2 0,0-1 0,0 1 0,-1 1 0,-1-1 0,0 1 0,0 1 0,-1 0 0,0 0 0,-1 0 0,-1 1 0,0 0 0,-1 0 0,0 0 0,-1 0 0,3 26 0,-4-9 0,-1-1 0,-2 1 0,-1-1 0,-1 1 0,-2-1 0,0 0 0,-2 0 0,-16 42 0,16-54 0,0-1 0,-1 1 0,-1-1 0,-1-1 0,0 1 0,0-2 0,-2 1 0,0-2 0,0 0 0,-2 0 0,1-1 0,-2 0 0,1-2 0,-1 1 0,-20 9 0,32-19 0,-1 1 0,1-1 0,-1 0 0,1 0 0,-1 0 0,1 0 0,-1-1 0,1 1 0,-1-1 0,0 0 0,1 0 0,-1 0 0,0-1 0,1 1 0,-1-1 0,1 0 0,-1 0 0,1 0 0,-1 0 0,1-1 0,-1 1 0,1-1 0,0 0 0,0 0 0,0 0 0,0-1 0,1 1 0,-1 0 0,0-1 0,1 0 0,0 0 0,-1 0 0,1 0 0,1 0 0,-4-7 0,2 3 0,0-1 0,0 1 0,1-1 0,0 0 0,1 0 0,-1 0 0,2 0 0,-1 0 0,1 0 0,0-1 0,1 1 0,0 0 0,0 0 0,1 0 0,5-15 0,2-3 0,1 0 0,2 1 0,19-32 0,-14 29 0,2 2 0,1 0 0,1 1 0,33-31 0,-12 19 0,79-56 0,-103 81 0,0 1 0,1 0 0,1 1 0,-1 1 0,29-8 0,-39 14 0,0 1 0,1 0 0,-1 1 0,1 0 0,0 1 0,-1-1 0,1 2 0,0 0 0,-1 0 0,1 0 0,-1 1 0,0 1 0,1 0 0,11 5 0,-9-2 0,0 0 0,-1 1 0,0 0 0,0 1 0,0 0 0,-1 0 0,0 2 0,-1-1 0,0 1 0,-1 0 0,0 1 0,0 0 0,-1 0 0,-1 1 0,7 14 0,-5-4 0,0 0 0,-2 0 0,0 1 0,-2 0 0,0 0 0,-2 0 0,-1 44 0,-2-37-682,-8 48-1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3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466 37 24575,'-7'-12'0,"-4"-3"0,8 14 0,0-1 0,0 1 0,0 0 0,0 0 0,0 0 0,-1 0 0,1 0 0,0 1 0,0 0 0,-1-1 0,1 1 0,0 0 0,0 1 0,-1-1 0,1 1 0,0-1 0,0 1 0,0 0 0,-6 2 0,-1 1 0,1 1 0,-1-1 0,1 1 0,-17 13 0,18-12 0,0 1 0,0 1 0,1-1 0,0 2 0,1-1 0,-1 0 0,2 1 0,-10 19 0,8-12 0,1 0 0,0 1 0,2 0 0,-6 31 0,6-3 0,2 0 0,1 1 0,8 56 0,17 73 0,-1-10 0,-20-127 0,-1 0 0,-6 54 0,1-55 0,-10 74 0,11-99 0,-1 0 0,0-1 0,-1 1 0,0-1 0,-1 0 0,-11 20 0,15-29 0,0 0 0,0-1 0,0 1 0,0 0 0,-1 0 0,1-1 0,0 1 0,-1-1 0,1 0 0,-1 1 0,0-1 0,1 0 0,-1 0 0,0 0 0,0 0 0,0 0 0,0 0 0,1 0 0,-1-1 0,0 1 0,-1-1 0,1 1 0,0-1 0,0 0 0,0 0 0,0 0 0,0 0 0,0 0 0,0-1 0,0 1 0,0 0 0,0-1 0,0 0 0,0 1 0,0-1 0,0 0 0,0 0 0,1 0 0,-1 0 0,-2-2 0,-3-3 0,0 0 0,0-1 0,0 1 0,1-1 0,0-1 0,1 1 0,-9-16 0,-39-92-1365,34 65-5461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4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1 24575,'-20'10'0,"0"1"0,1 1 0,0 0 0,1 2 0,0 0 0,1 1 0,1 1 0,0 0 0,1 1 0,1 1 0,0 1 0,2 0 0,-14 25 0,20-29 0,0 0 0,1 0 0,0 0 0,1 0 0,1 1 0,0 0 0,1-1 0,1 1 0,0 0 0,2 0 0,-1 0 0,2 0 0,0-1 0,1 1 0,1 0 0,0-1 0,1 0 0,1 0 0,0-1 0,1 1 0,0-1 0,1 0 0,1-1 0,0 0 0,1-1 0,0 0 0,1 0 0,1-1 0,23 18 0,120 79 0,-151-105 0,-1-1 0,1 1 0,0-1 0,0 0 0,0 0 0,0 0 0,0-1 0,6 2 0,-8-3 0,-1 0 0,1 0 0,-1 0 0,1 0 0,0 0 0,-1 0 0,1 0 0,-1-1 0,1 1 0,0-1 0,-1 1 0,1-1 0,-1 0 0,0 1 0,1-1 0,-1 0 0,1 0 0,-1 0 0,0 0 0,0 0 0,0 0 0,0 0 0,1-1 0,0-1 0,11-17-1365,-2-1-5461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24575,'4'0'0,"-1"0"0,0 1 0,0-1 0,1 1 0,-1 0 0,0 0 0,6 2 0,-2 0 0,9 1 0,0 1 0,0 1 0,-1 1 0,0 0 0,0 0 0,-1 2 0,0 0 0,0 0 0,18 18 0,2 2 0,-2 2 0,-1 2 0,-2 0 0,-1 2 0,-2 1 0,-1 1 0,26 55 0,-48-87 0,0 0 0,-1 1 0,0-1 0,0 1 0,-1 0 0,1 0 0,0 11 0,-2-17-39,0 1 0,0-1 0,0 1 0,-1-1 0,1 0 0,0 1 0,0-1 0,0 0 0,-1 1 0,1-1 0,0 0 0,-1 1 0,1-1 0,0 0 0,-1 0 0,1 1 0,0-1 0,-1 0 0,1 0 0,-1 0 0,1 1 0,0-1 0,-1 0 0,1 0 0,-1 0 0,1 0 0,-1 0 0,1 0 0,0 0 0,-1 0 0,1 0 0,-1 0 0,1 0 0,-1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4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397 0 24575,'-3'1'0,"1"0"0,-1 0 0,0 1 0,1-1 0,-1 1 0,1-1 0,-1 1 0,1 0 0,0 0 0,-3 2 0,-3 4 0,-32 23 0,-58 58 0,78-67 0,2 0 0,0 1 0,1 1 0,-19 34 0,6-3 0,6-12 0,-26 66 0,48-102 0,0 0 0,1 0 0,0 0 0,0 11 0,1-16 0,0 0 0,0 0 0,0 0 0,1-1 0,-1 1 0,0 0 0,1 0 0,-1-1 0,1 1 0,1 2 0,-2-3 0,1-1 0,-1 0 0,0 1 0,1-1 0,-1 0 0,1 1 0,-1-1 0,0 0 0,1 1 0,-1-1 0,1 0 0,-1 0 0,1 1 0,-1-1 0,1 0 0,-1 0 0,1 0 0,-1 0 0,1 0 0,0 0 0,-1 0 0,1 0 0,-1 0 0,1 0 0,-1 0 0,1 0 0,-1 0 0,1 0 0,-1-1 0,1 1 0,-1 0 0,1 0 0,0-1 0,3-2-32,0 0-1,0 0 0,-1 0 0,1 0 1,-1 0-1,0-1 0,0 0 0,0 1 1,0-1-1,3-8 0,1 2-972,8-13-5821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4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24575,'18'-2'0,"-2"0"0,0 1 0,0 1 0,-1 0 0,28 5 0,-37-4 0,0 0 0,0 1 0,0 0 0,0 0 0,0 1 0,0-1 0,-1 1 0,1 0 0,-1 1 0,0 0 0,0-1 0,0 2 0,0-1 0,-1 0 0,4 6 0,2 5 0,-1 0 0,-1 0 0,0 1 0,-1 0 0,-1 1 0,0-1 0,-2 1 0,0 0 0,0 0 0,1 34 0,-3 12 0,-9 101 0,4-133 0,-1 0 0,-1-1 0,-2 0 0,-1 0 0,-2 0 0,0-1 0,-2-1 0,-25 45 0,33-67-114,0 0 1,-1 0-1,1 0 0,-1 0 0,0-1 1,-1 0-1,1 0 0,-1 0 0,0-1 1,0 1-1,-11 4 0,1-2-6712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5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24575,'2'1'0,"1"0"0,0-1 0,-1 1 0,1-1 0,0 1 0,0-1 0,0 0 0,3 0 0,1 0 0,37 5 0,0-3 0,61-4 0,89-20 0,-186 20-119,21-2 370,-29 4-288,1 0-1,-1 0 1,1 0-1,-1 0 1,1 0-1,-1 0 1,1 0 0,-1 0-1,1 0 1,-1 0-1,1 0 1,-1 1-1,1-1 1,-1 0 0,1 0-1,-1 0 1,1 1-1,-1-1 1,1 0-1,-1 1 1,1-1 0,-1 0-1,0 1 1,1-1-1,-1 0 1,1 1-1,-1-1 1,0 1 0,0-1-1,1 1 1,-1-1-1,0 1 1,0-1-1,1 1 1,-1-1 0,0 1-1,0-1 1,0 1-1,0 0 1,-1 6-6789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6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1 335 24575,'0'0'0,"0"0"0,0 0 0,11-2 0,38-5 0,0 2 0,1 2 0,74 7 0,27-2 0,282-18 0,206-45 0,-175 11 0,-85 2 0,50-4 0,141 0 0,38 10 0,-560 40 0,42 1-1365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7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85 24575,'2'-2'0,"1"1"0,-1-1 0,1 1 0,0 0 0,0 0 0,0 0 0,5-1 0,3-1 0,36-15 0,78-20 0,-98 33 0,1 0 0,0 2 0,0 1 0,41 2 0,-51 1 0,141 14 0,-138-12 0,-1 1 0,0 1 0,0 1 0,0 0 0,30 16 0,-36-14 0,-1 1 0,0 0 0,0 1 0,-1 1 0,-1 0 0,0 0 0,0 1 0,15 23 0,-15-19 0,-1 1 0,-1 0 0,0 1 0,-2 0 0,0 0 0,8 32 0,-10-20 0,-1 0 0,-1 0 0,-2 36 0,-10 90 0,6-133 0,-1 1 0,-1 0 0,-1-1 0,0 0 0,-16 33 0,6-23 0,-1-1 0,-43 58 0,38-60 0,-2-1 0,0-1 0,-2-2 0,-1 0 0,-43 30 0,50-42 0,0-1 0,-1-2 0,0 0 0,-1-1 0,0-1 0,-1-1 0,0-1 0,0-1 0,-35 5 0,39-9 0,0 0 0,0-1 0,-1-1 0,1-1 0,0-1 0,-37-8 0,47 7 0,0 0 0,0 0 0,1-1 0,-1 0 0,1 0 0,0-1 0,0 0 0,1-1 0,0 1 0,-1-2 0,2 1 0,-1-1 0,1 0 0,0 0 0,1 0 0,-7-12 0,3 2 0,1-1 0,1 0 0,0 0 0,1-1 0,1 0 0,1 0 0,1 0 0,1 0 0,0 0 0,1-1 0,1 1 0,1-1 0,7-34 0,-4 30 0,2 1 0,0 0 0,2 0 0,1 0 0,0 1 0,2 0 0,0 1 0,2 1 0,0 0 0,30-35 0,-9 19 0,2 2 0,1 1 0,2 2 0,1 1 0,1 3 0,1 1 0,1 2 0,2 2 0,0 2 0,1 2 0,96-24 0,-96 32 0,0 2 0,0 2 0,0 3 0,1 1 0,0 2 0,-1 2 0,63 12 0,-83-8 0,-1 2 0,0 0 0,0 2 0,-1 0 0,0 2 0,40 27 0,-47-27 0,0 1 0,-1 0 0,0 1 0,-1 1 0,-1 0 0,-1 1 0,0 1 0,-1 0 0,11 19 0,-12-12 0,-1 0 0,-1 1 0,11 50 0,5 77 0,-13 21-1365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49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24575,'16'27'0,"-12"-22"0,0 0 0,-1 1 0,0 0 0,4 9 0,-1 3 0,-2 1 0,0 1 0,-1-1 0,1 24 0,-4 83 0,-1-68 0,0 34 0,4 0 0,19 123 0,-21-210 0,0 0 0,0 0 0,1 0 0,0 0 0,0 0 0,0-1 0,0 1 0,1-1 0,-1 1 0,1-1 0,0 0 0,1 0 0,-1 0 0,1-1 0,-1 1 0,1-1 0,7 5 0,-7-6 0,0 0 0,0 0 0,1-1 0,-1 1 0,0-1 0,1 0 0,0 0 0,-1 0 0,1-1 0,-1 0 0,1 0 0,0 0 0,-1 0 0,1-1 0,0 1 0,-1-1 0,1 0 0,-1-1 0,7-2 0,-2 0 0,0-1 0,0 0 0,-1-1 0,0 0 0,0 0 0,-1 0 0,1-1 0,-1 0 0,-1-1 0,0 1 0,0-1 0,0-1 0,6-11 0,5-14 0,-1-1 0,12-40 0,-21 55 0,19-55 0,-4 0 0,-3-1 0,-4-1 0,7-93 0,-15 148 0,-2 15 0,0 14 0,155 610 0,-114-483 0,-39-119 0,0 1 0,2-1 0,-1 0 0,2-1 0,0 0 0,15 16 0,-24-29 0,0 1 0,0-1 0,0 0 0,1 0 0,-1 0 0,0 0 0,0-1 0,1 1 0,-1 0 0,0 0 0,1-1 0,-1 1 0,0-1 0,1 1 0,-1-1 0,1 0 0,-1 1 0,1-1 0,-1 0 0,1 0 0,-1 0 0,1 0 0,-1 0 0,1-1 0,-1 1 0,1 0 0,-1-1 0,1 1 0,-1-1 0,1 1 0,-1-1 0,0 0 0,1 1 0,-1-1 0,0 0 0,0 0 0,0 0 0,1 0 0,-1 0 0,0 0 0,0-1 0,-1 1 0,1 0 0,1-2 0,3-5 0,1 0 0,-1 0 0,-1-1 0,0 1 0,5-15 0,1-14 0,-2-1 0,-1 0 0,-2-1 0,0-70 0,-2 39 0,39-354 0,-40 410 0,-1 3 0,-1 1 0,1-1 0,-2 0 0,-2-19 0,3 30-2,0-1 0,0 1-1,0 0 1,0 0 0,0-1-1,0 1 1,0 0 0,0-1 0,0 1-1,-1 0 1,1-1 0,0 1-1,0 0 1,0 0 0,0-1-1,-1 1 1,1 0 0,0 0-1,0-1 1,-1 1 0,1 0 0,0 0-1,0 0 1,-1-1 0,1 1-1,0 0 1,0 0 0,-1 0-1,1 0 1,0 0 0,-1 0 0,1 0-1,-1 0 1,-11 4 197,-7 13-1677,10-5-5344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50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24575,'9'13'0,"-8"-12"0,-1 0 0,0 0 0,1 0 0,-1-1 0,1 1 0,-1 0 0,1 0 0,-1-1 0,1 1 0,0 0 0,-1-1 0,1 1 0,0-1 0,0 1 0,-1-1 0,1 1 0,0-1 0,0 1 0,0-1 0,0 0 0,-1 0 0,1 1 0,0-1 0,0 0 0,0 0 0,0 0 0,2 0 0,72 1 0,-50-1 0,31 2 0,-49-1 0,0 0 0,0 0 0,0 1 0,0 0 0,0 0 0,0 0 0,0 1 0,8 5 0,-12-6 0,0 0 0,0 0 0,0 1 0,-1 0 0,1-1 0,-1 1 0,1 0 0,-1 0 0,0 0 0,0 0 0,0 1 0,-1-1 0,1 1 0,-1-1 0,0 1 0,0-1 0,1 5 0,-1 0 0,-1 1 0,1-1 0,-1 0 0,-1 1 0,0-1 0,0 0 0,0 0 0,-1 0 0,0 0 0,-1 0 0,0 0 0,0 0 0,-1-1 0,-7 12 0,-8 11 0,-1-2 0,-29 31 0,17-20 0,21-25 0,2 0 0,0 0 0,0 1 0,-8 22 0,17-36 0,0-1 0,0 0 0,0 0 0,0 0 0,0 0 0,0 1 0,0-1 0,0 0 0,0 0 0,0 0 0,0 1 0,0-1 0,0 0 0,0 0 0,0 0 0,0 1 0,0-1 0,0 0 0,0 0 0,0 0 0,0 0 0,0 1 0,0-1 0,1 0 0,-1 0 0,0 0 0,0 0 0,0 0 0,0 1 0,0-1 0,1 0 0,-1 0 0,0 0 0,0 0 0,0 0 0,0 0 0,1 0 0,-1 0 0,0 0 0,0 0 0,0 0 0,0 0 0,1 0 0,13 2 0,21-6 0,-33 3 0,64-6 0,111 3 0,-128 4 0,-12 8-1365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09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25 146 24575,'0'0'0,"0"0"0,0 0 0,0 0 0,0 0 0,0 0 0,0 0 0,0 0 0,-25 19 0,46-16 0,-16-2 0,17 2 0,1 0 0,0-2 0,0 0 0,0-2 0,0-1 0,41-8 0,134-44 0,-129 32 0,113-19 0,-148 35 0,44-7 0,155-7 0,-165 15 0,-43 2 0,-19 3 0,-7 1 0,-31 9 0,-1-1 0,-36 5 0,37-9 0,-87 12 0,-139 2 0,155-13 0,48-4 0,30-2 0,1 1 0,-1 1 0,-28 7 0,62-12-111,0 1-203,0 0 1,0 0-1,14-1 1,-13 3-6513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12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2426 2577 24575,'0'0'0,"0"0"0,0 0 0,29 8 0,-1 1 0,1-1 0,0-2 0,0 0 0,0-3 0,0 0 0,1-2 0,0 0 0,-1-3 0,48-7 0,-57 5 0,-1-1 0,1-1 0,-2 0 0,1-2 0,-1 0 0,0-1 0,25-16 0,-11 4 0,0-1 0,-2-2 0,34-33 0,-45 37 0,-1-2 0,-1 0 0,-1-1 0,-1-1 0,24-50 0,-24 39 0,-2-1 0,-2 0 0,12-68 0,-14 36 0,2-87 0,-12-70 0,0 179 0,-1-25 0,-3 1 0,-3 0 0,-33-132 0,21 138 0,-3 1 0,-3 1 0,-2 2 0,-3 0 0,-3 2 0,-52-68 0,76 112 0,-162-203 0,150 193 0,-1 2 0,-1 1 0,-1 1 0,0 1 0,-2 1 0,-46-24 0,-20 0 0,-2 4 0,-1 4 0,-1 4 0,-2 5 0,-1 4 0,-115-9 0,148 28 0,0 2 0,1 4 0,-72 13 0,58-7 0,10 1 0,1 3 0,1 3 0,0 3 0,-113 49 0,98-32 0,-103 62 0,147-75 0,1 2 0,1 2 0,2 2 0,-51 53 0,44-33 0,2 2 0,-65 113 0,-41 129 0,120-234 0,-34 119 0,49-136 0,3 1 0,2-1 0,-2 82 0,8-99 0,5 236 0,-1-204 0,2 0 0,22 83 0,-17-105 0,2 0 0,1-2 0,2 1 0,1-2 0,1 0 0,2-2 0,2 0 0,25 29 0,8 0 0,2-2 0,104 83 0,-107-100 0,2-1 0,64 33 0,-83-53 0,2-2 0,0-2 0,1-1 0,63 14 0,-72-23 0,0-2 0,62-1 0,-92-3 0,-1 0 0,0 0 0,0 1 0,0-1 0,1 0 0,-1-1 0,0 1 0,0 0 0,0 0 0,1 0 0,-1 0 0,0 0 0,0 0 0,1 0 0,-1 0 0,0 0 0,0 0 0,0 0 0,0-1 0,1 1 0,-1 0 0,0 0 0,0 0 0,0 0 0,0 0 0,1-1 0,-1 1 0,0 0 0,0 0 0,0 0 0,0-1 0,0 1 0,0 0 0,0 0 0,0 0 0,0-1 0,0 1 0,0 0 0,0 0 0,0 0 0,0-1 0,0 1 0,0 0 0,0 0 0,0-1 0,0 1 0,0 0 0,0 0 0,0 0 0,0-1 0,0 1 0,0 0 0,0 0 0,0 0 0,-1 0 0,1-1 0,0 1 0,-11-10 0,-16 8-1365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14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13 24575,'-12'-4'0,"-19"-4"0,29 8 0,1 0 0,-1-1 0,1 1 0,-1 0 0,0 0 0,1 0 0,-1 0 0,1 0 0,-1 1 0,1-1 0,-1 0 0,1 1 0,-1-1 0,-2 2 0,7 0 0,-1 0 0,1 0 0,0-1 0,0 1 0,0-1 0,1 1 0,4 0 0,0 1 0,-1 1 0,1-1 0,-1 1 0,0 1 0,8 5 0,10 6 0,47 17 0,-47-23 0,41 24 0,-39-11-1365,-21-18-5461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14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0,20 13 0,-6-2 0,-1 0 0,17 19 0,-21-20 0,1 0 0,1 0 0,0-1 0,0 0 0,14 8 0,25 12-1365,-42-24-5461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15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56 112 24575,'-5'6'0,"2"-1"0,-1 1 0,1 0 0,0 0 0,0 1 0,-3 8 0,2-5 0,-1 5 0,0 0 0,1 0 0,0 1 0,2-1 0,0 1 0,-1 30 0,3-37 0,1 0 0,-1 0 0,2 0 0,-1 0 0,1 0 0,1 0 0,-1-1 0,1 1 0,1-1 0,0 0 0,0 0 0,0 0 0,8 9 0,-10-14 0,1 0 0,-1 0 0,1-1 0,0 1 0,-1-1 0,1 0 0,0 0 0,1 0 0,-1 0 0,0-1 0,0 1 0,1-1 0,-1 0 0,1 0 0,-1 0 0,1 0 0,0-1 0,-1 1 0,1-1 0,0 0 0,-1 0 0,1 0 0,0-1 0,-1 1 0,1-1 0,-1 0 0,1 0 0,-1 0 0,1 0 0,3-3 0,1 0 0,-1 0 0,0 0 0,1-1 0,-2 0 0,1-1 0,-1 0 0,0 0 0,0 0 0,0 0 0,-1-1 0,9-14 0,-7 7 0,-1-1 0,0 0 0,-1 0 0,0 0 0,-1 0 0,-1-1 0,-1 0 0,1-17 0,-2 11 0,-1 0 0,-1 0 0,-1 0 0,-1 0 0,-8-28 0,10 47 7,-1 0 0,1 0-1,0 0 1,-1 0 0,0 0-1,0 0 1,0 1-1,0-1 1,0 1 0,0-1-1,-1 1 1,1 0 0,-1 0-1,0 0 1,0 0 0,1 0-1,-5-1 1,-2-1-304,-1 0 0,1 1 0,-1 0 0,-11-2 0,0 1-6529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19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1662 2213 24575,'0'0'0,"0"0"0,0 0 0,23-6 0,-3-1 0,-1-1 0,0 0 0,0-2 0,-1 0 0,0-1 0,-1-1 0,-1-1 0,1 0 0,-2-1 0,0-1 0,22-28 0,9-18 0,69-122 0,-95 149 0,26-48 0,-3-2 0,41-114 0,-64 137 0,-2 0 0,-2-1 0,-4-1 0,7-83 0,-17 112 0,-2-1 0,0 0 0,-3 1 0,-1-1 0,-14-55 0,11 66 0,-1 0 0,-1 1 0,-1-1 0,-1 2 0,-1 0 0,-1 0 0,-1 1 0,-26-30 0,-16-10 0,-84-73 0,98 99 0,-1 3 0,-1 2 0,-59-31 0,50 33 0,-109-50 0,137 68 0,-1 1 0,0 2 0,-1 0 0,-47-4 0,-2 5 0,0 4 0,0 3 0,0 3 0,0 4 0,-129 30 0,179-30 0,-1 2 0,1 1 0,1 1 0,-45 27 0,-86 74 0,149-107 0,-36 27 0,2 2 0,-44 49 0,63-59 0,2 1 0,0 0 0,2 2 0,1 0 0,-14 32 0,-11 36 0,5 3 0,-32 129 0,62-196 0,2-1 0,2 0 0,0 52 0,13 94 0,-7-150 0,2 25 0,2-1 0,3 1 0,2-2 0,2 1 0,22 50 0,-21-66 0,1 0 0,3-2 0,0 0 0,2-1 0,1-1 0,2-2 0,48 48 0,-33-41 0,1-2 0,2-2 0,61 35 0,-73-50 0,1-2 0,0 0 0,1-3 0,1 0 0,0-3 0,41 8 0,-16-8 0,0-4 0,0-1 0,1-4 0,76-8 0,-90 3 0,0-3 0,0-2 0,0-2 0,-2-2 0,1-1 0,41-23 0,-70 30-170,0-2-1,0 1 0,-1-2 1,0 0-1,-1-1 0,-1 0 1,15-17-1,-15 14-6655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19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24575,'64'-5'0,"129"16"0,-170-8-1365,-12-2-5461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20.2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24575,'89'6'0,"-68"-4"0,1 0 0,-1-1 0,0-1 0,1-1 0,37-7 0,1 1-1365,-51 4-5461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20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 24575,'-2'0'0,"1"0"0,-1 1 0,0-1 0,1 1 0,-1-1 0,1 1 0,-1 0 0,1 0 0,-1 0 0,1 0 0,-1 0 0,1 0 0,0 0 0,0 0 0,-1 0 0,0 2 0,-18 24 0,17-22 0,-9 13 0,1 1 0,1 0 0,1 1 0,0 0 0,2 1 0,0-1 0,2 1 0,-6 34 0,9-43 0,1 0 0,1 0 0,-1 0 0,2 0 0,0-1 0,0 1 0,1 0 0,0 0 0,1-1 0,1 0 0,0 1 0,0-1 0,1-1 0,0 1 0,1-1 0,0 1 0,10 11 0,-10-16 0,0-1 0,-1 0 0,2 1 0,-1-2 0,1 1 0,0-1 0,-1 0 0,2 0 0,-1-1 0,0 0 0,1 0 0,0-1 0,-1 0 0,1 0 0,0-1 0,0 0 0,0-1 0,0 1 0,0-1 0,0-1 0,0 0 0,0 0 0,12-3 0,-9 1 0,0 0 0,-1-1 0,1 0 0,-1-1 0,0 0 0,0 0 0,-1-1 0,1 0 0,-2-1 0,1 0 0,-1 0 0,1-1 0,-2 0 0,0-1 0,0 0 0,9-13 0,-10 10 0,0-1 0,-1 0 0,0 1 0,-1-2 0,0 1 0,-1 0 0,-1-1 0,0 0 0,-1 1 0,0-1 0,-1 0 0,0 0 0,-5-23 0,3 29 0,1-1 0,-2 1 0,1-1 0,-1 1 0,-1 0 0,0 0 0,0 1 0,0-1 0,-1 1 0,0 0 0,0 0 0,-1 0 0,0 1 0,0 0 0,0 0 0,-1 0 0,0 1 0,0 0 0,0 0 0,-1 1 0,0 0 0,-14-5 0,9 5-195,-1 0 0,1 1 0,-1 1 0,0 0 0,1 1 0,-22 0 0,7 3-6631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26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24575,'-28'11'0,"26"-10"0,1-1 0,-1 1 0,1 0 0,-1 0 0,1 0 0,0 0 0,0 0 0,-1 0 0,1 0 0,0 0 0,0 0 0,0 1 0,0-1 0,0 0 0,0 1 0,1-1 0,-1 1 0,0-1 0,1 1 0,-1-1 0,1 1 0,-1 0 0,1-1 0,0 1 0,0-1 0,0 1 0,0 0 0,0 1 0,1 7 0,0-1 0,1 0 0,0 0 0,4 10 0,1 11 0,0 42 0,4 24 0,-11-94 0,2 3 0,-1-1 0,-1 1 0,1 0 0,-1 0 0,0 0 0,0-1 0,-1 6 0,-3 0-69,-2 3 245,6-13-216,1 0 0,-1 1 1,0-1-1,1 0 0,-1 0 0,1 1 0,-1-1 1,0 0-1,1 0 0,-1 0 0,0 0 0,1 1 1,-1-1-1,1 0 0,-1 0 0,1 0 1,-1 0-1,0 0 0,1 0 0,-1 0 0,1 0 1,-1 0-1,0 0 0,1 0 0,-1-1 1,1 1-1,-1 0 0,0 0 0,1 0 0,-1 0 1,1-1-1,-1 1 0,0 0 0,1 0 1,-1-1-1,1 1 0,4-2-6786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51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24575,'89'6'0,"255"6"0,-334-11 0,6 1 0,-16-1 0,-1 0 0,1 0 0,0 0 0,0-1 0,0 1 0,-1 0 0,1 0 0,0-1 0,-1 1 0,1 0 0,-1 0 0,1-1 0,-1 1 0,1-1 0,-1 1 0,1 0 0,-1-1 0,1 1 0,-1-1 0,0 1 0,1-1 0,-2 1 0,-4 3-75,1-1-1,-1 0 1,0 0-1,0 0 1,0-1-1,0 1 0,0-2 1,0 1-1,-1-1 1,-8 1-1,9 0-458,-6 0-6292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4:51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24575,'2'0'0,"1"1"0,-1-1 0,1 0 0,0 0 0,-1 0 0,1 0 0,4-1 0,3 1 0,72-4 0,146-25 0,-211 27-682,33-1-1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29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0,29 5 0,4 2 0,-1 2 0,0 2 0,-1 1 0,0 1 0,42 24 0,-29-13 0,-17-11 0,0 1 0,-1 2 0,47 37 0,-67-48 0,0 1 0,0 0 0,0 0 0,-1 0 0,0 1 0,-1 0 0,1 0 0,-1 0 0,-1 0 0,1 1 0,-1 0 0,-1 0 0,1-1 0,-1 1 0,-1 1 0,1-1 0,-1 0 0,-1 0 0,0 12 0,-2-3 0,0-1 0,-1 0 0,-1 0 0,-1 0 0,0-1 0,-1 0 0,-1 0 0,-14 23 0,-8 8 0,-42 51 0,63-87 0,-67 82 0,61-78 0,0 1 0,-1-1 0,-31 21 0,15-20 0,27-13 0,16-8 0,24-9 0,102-42 0,-114 49 0,0 2 0,1 0 0,49-5 0,-7 9-27,-48 3-196,0-1 0,0-1 0,0-1 0,-1-1 0,31-7 0,-42 7-6603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0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24575,'0'0'0,"0"0"0,0 0 0,0 0 0,0 0 0,0 0 0,0 0 0,10 24 0,-9-23 0,-1-1 0,0 1 0,0 0 0,0 0 0,0-1 0,0 1 0,0 0 0,0 0 0,0 0 0,0-1 0,0 1 0,0 0 0,0 0 0,0 0 0,-1-1 0,1 1 0,0 0 0,-1 0 0,1-1 0,0 1 0,-1 0 0,1-1 0,-1 1 0,1 0 0,-1-1 0,0 1 0,1-1 0,-1 1 0,1-1 0,-1 1 0,0-1 0,0 0 0,0 1 0,-1 0 0,1 0 0,-1-1 0,1 1 0,-1-1 0,1 1 0,-1-1 0,1 0 0,-1 1 0,0-1 0,1 0 0,-1 0 0,1 0 0,-1 0 0,0 0 0,1-1 0,-1 1 0,-2-1 0,4 0 0,1 1 0,0 0 0,-1-1 0,1 1 0,-1 0 0,1-1 0,-1 1 0,1 0 0,-1-1 0,1 1 0,-1-1 0,0 1 0,1-1 0,-1 1 0,0-1 0,1 0 0,-1 1 0,1-2 0,-1 1 0,0 0 0,0 1 0,1-1 0,-1 0 0,1 0 0,-1 1 0,0-1 0,1 0 0,-1 1 0,1-1 0,0 1 0,-1-1 0,1 0 0,-1 1 0,1-1 0,0 1 0,0 0 0,-1-1 0,1 1 0,0-1 0,0 1 0,-1 0 0,2-1 0,28 22 0,-31-21 4,1-1 0,-1 1 0,1-1 0,-1 1 0,1-1 0,-1 1 0,1-1 0,-1 1 0,1-1 0,-1 0 0,1 1 0,0-1 0,-1 0 0,1 1 0,0-1 0,-1 0 0,1 1 0,0-1 0,0 0 0,0 0 0,0 1 0,0-1 0,0 0 0,0 0 0,0 1 0,0-1 0,0 0 0,0 1 0,1-3 0,0 0-216,1 0 0,-1 0 0,1 0-1,0 0 1,0 0 0,4-4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0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24575,'0'9'0,"1"0"0,-1 0 0,0-1 0,-1 1 0,0 0 0,-4 12 0,1 6 0,-6 51 0,5 1 0,7 149 0,4-148 0,-3-24 0,2 1 0,3-1 0,21 78 0,-16-80 132,-11-45-394,-7-31-973,2 7-5591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3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21 161 24575,'0'0'0,"0"0"0,0 0 0,0 0 0,0 0 0,0 0 0,0 0 0,-11 28 0,7-7 0,2-1 0,0 1 0,1 0 0,1-1 0,3 26 0,-1-6 0,11 444 0,-12-461 0,1 0 0,0 0 0,2-1 0,1 1 0,1-1 0,1 0 0,19 41 0,-25-61 0,1 1 0,-1-1 0,1 1 0,0-1 0,-1 1 0,1-1 0,0 0 0,0 0 0,1 0 0,-1 0 0,0 0 0,1-1 0,-1 1 0,1 0 0,-1-1 0,4 1 0,-4-1 0,1-1 0,-1 1 0,0-1 0,0 0 0,1 0 0,-1 0 0,0 0 0,0 0 0,1-1 0,-1 1 0,0-1 0,0 1 0,0-1 0,0 0 0,0 0 0,0 0 0,0 0 0,0 0 0,0 0 0,0-1 0,0 1 0,2-3 0,8-8 0,-1-1 0,0 1 0,-1-2 0,0 0 0,-1 0 0,-1 0 0,11-26 0,-2-5 0,18-68 0,34-206 0,-42 179 0,2-36 0,-27 148 0,-1 0 0,-1-1 0,-1 1 0,-6-33 0,5 58 0,-1 10 0,-2 13 0,-4 43 0,3-1 0,2 109 0,24 128 0,-19-295 0,3 48 0,19 85 0,-19-121 0,0-1 0,1 0 0,1 0 0,1 0 0,0-1 0,1 1 0,0-2 0,1 1 0,18 19 0,-26-31 0,0-1 0,1 1 0,-1-1 0,1 0 0,-1 0 0,1 1 0,-1-1 0,1 0 0,0-1 0,0 1 0,-1 0 0,1 0 0,0-1 0,0 1 0,0-1 0,0 1 0,0-1 0,0 0 0,-1 0 0,1 0 0,0 0 0,0 0 0,0 0 0,0-1 0,0 1 0,0-1 0,0 1 0,0-1 0,-1 0 0,1 1 0,0-1 0,-1 0 0,1 0 0,0 0 0,-1-1 0,1 1 0,-1 0 0,2-2 0,3-3 0,0 0 0,-1 0 0,0-1 0,0 0 0,-1 0 0,0 0 0,6-13 0,1-10 0,-1 0 0,-2 0 0,8-55 0,0-99 0,-11 121 0,-3 41-83,11-304-1199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3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24575,'26'-2'0,"-1"0"0,1 2 0,-1 1 0,1 1 0,-1 1 0,0 1 0,43 12 0,-63-14 0,1 0 0,-1 0 0,1 1 0,-1 0 0,0 0 0,0 0 0,0 0 0,0 1 0,0 0 0,-1 0 0,0 0 0,0 1 0,7 8 0,-9-9 0,0 0 0,0 0 0,0 1 0,-1-1 0,0 1 0,1-1 0,-2 1 0,1-1 0,0 1 0,-1 0 0,0-1 0,0 1 0,0-1 0,-1 1 0,1 0 0,-1-1 0,0 1 0,-2 4 0,-3 7 0,-1 0 0,0 0 0,-1-1 0,-1 0 0,0-1 0,-16 20 0,-1-4 0,-49 45 0,73-74 0,1 0 0,0 1 0,-1-1 0,1 0 0,0 1 0,0-1 0,0 1 0,-1-1 0,2 1 0,-1 0 0,0-1 0,0 1 0,0 0 0,1 0 0,-1-1 0,1 1 0,0 0 0,-1 0 0,1 3 0,1-4 0,-1 1 0,1-1 0,-1 0 0,1 1 0,0-1 0,-1 0 0,1 0 0,0 0 0,0 1 0,0-1 0,0 0 0,0 0 0,0 0 0,0 0 0,1-1 0,-1 1 0,0 0 0,0 0 0,1-1 0,-1 1 0,0-1 0,1 1 0,-1-1 0,1 1 0,-1-1 0,3 0 0,23 4 0,0-1 0,0-1 0,0-2 0,0-1 0,28-4 0,22 0 0,-15 4 0,45-3 0,-106 4-57,1 0 0,-1 0 1,1 0-1,-1 0 0,1 0 0,-1-1 0,1 1 0,-1 0 0,1-1 0,-1 1 0,1-1 1,-1 0-1,0 1 0,1-1 0,-1 0 0,0 0 0,0 0 0,0 0 0,1 0 1,-1 0-1,0 0 0,0 0 0,1-3 0,0-3-6769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5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24575,'0'0'0,"0"0"0,0 0 0,-28 7 0,24-4 0,1 0 0,-1 0 0,0 1 0,1-1 0,0 1 0,0 0 0,0-1 0,1 1 0,-1 1 0,1-1 0,0 0 0,0 1 0,0-1 0,1 1 0,-1-1 0,1 1 0,0 0 0,1 0 0,-1-1 0,1 1 0,0 8 0,1 11 0,2 0 0,0-1 0,7 27 0,-5-30 0,2 14-111,-1-10-203,-1 1 1,-2 0-1,2 36 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6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 24575,'0'0'0,"0"0"0,0 0 0,0 0 0,0 0 0,0 0 0,0 0 0,0 0 0,0 0 0,0 0 0,23 10 0,13-11 0,46-9 0,-45 5 0,47-1 0,-68 6 0,-12 1 0,-1-1 0,1 0 0,0 0 0,-1 0 0,1-1 0,5-1 0,-8 2 0,0-1 0,1 1 0,-1-1 0,0 0 0,0 0 0,0 0 0,1 0 0,-1 0 0,0 0 0,0 0 0,-1 0 0,1 0 0,0 0 0,0 0 0,0 0 0,-1-1 0,1 1 0,-1 0 0,2-3 0,6-28-1365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6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 24575,'0'30'0,"-4"45"0,-2 213 0,15-194 0,-4-51 0,-2 1 0,-3 74 0,-4-99-1365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8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24575,'2'1'0,"1"0"0,-1 0 0,0 0 0,0 0 0,-1 0 0,1 0 0,0 1 0,0-1 0,2 3 0,6 5 0,82 44 0,-12-7 0,-77-44 0,0 1 0,0-1 0,0 0 0,-1 1 0,1 0 0,-1 0 0,0 0 0,0 0 0,0 0 0,0 0 0,0 0 0,-1 0 0,1 1 0,-1-1 0,0 1 0,1 5 0,-1-7 0,-1 0 0,0 0 0,0 0 0,0 0 0,0 0 0,0 0 0,0 0 0,0 0 0,-1 0 0,1-1 0,-1 1 0,1 0 0,-1 0 0,0 0 0,1 0 0,-1 0 0,0-1 0,0 1 0,-1 0 0,1-1 0,0 1 0,-1-1 0,1 1 0,0-1 0,-1 0 0,0 1 0,1-1 0,-1 0 0,0 0 0,-2 1 0,-7 2 0,-1-1 0,1 1 0,-1-2 0,0 0 0,0 0 0,0-1 0,0-1 0,-22-1 0,41 0 0,0 1 0,0-1 0,0-1 0,0 1 0,-1-1 0,11-4 0,12-3 0,108-18 0,-118 25 0,-1 1 0,0 0 0,1 1 0,-1 1 0,32 6 0,-46-6-124,1 1 0,-1-1 0,1 1 0,-1 0 0,0 0 0,0 1-1,0-1 1,0 1 0,0 0 0,4 4 0,1 3-6702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8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24575,'0'0'0,"0"0"0,16-5 0,5-3 0,6-1 0,-1 0 0,1 2 0,0 1 0,1 1 0,42-3 0,8 10-455,0 3 0,125 24 0,-196-28-6371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9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0,16 4 0,13 1 0,-1-2 0,47 0 0,-45-3 0,-1 2 0,43 7 0,-52-4 0,0 0 0,0 2 0,0 1 0,0 0 0,23 14 0,-31-15 0,-1 1 0,0 0 0,0 0 0,-1 1 0,0 0 0,0 1 0,-1 0 0,0 0 0,10 18 0,-16-22 0,0 0 0,-1 1 0,0 0 0,0 0 0,0-1 0,-1 1 0,0 0 0,0 0 0,-1 0 0,0 0 0,0 0 0,0 1 0,-1-1 0,0-1 0,-3 9 0,-3 10 0,-1 0 0,-18 39 0,13-37 0,-1 0 0,-2-2 0,-1 0 0,0-1 0,-35 37 0,-119 96 0,57-54 0,113-103 0,0 1 0,0-1 0,1 1 0,-1-1 0,0 1 0,1-1 0,-1 1 0,1 0 0,-1-1 0,1 1 0,-1 0 0,1 0 0,-1-1 0,1 1 0,0 0 0,-1 0 0,1-1 0,0 1 0,0 0 0,0 0 0,-1 1 0,2-2 0,-1 1 0,1-1 0,0 0 0,-1 0 0,1 1 0,-1-1 0,1 0 0,0 0 0,-1 0 0,1 1 0,0-1 0,-1 0 0,1 0 0,0 0 0,-1 0 0,1 0 0,0-1 0,-1 1 0,1 0 0,0 0 0,47-14 0,-42 12 0,31-10 0,22-7 0,0 2 0,121-19 0,-117 31 0,-1 2 0,87 7 0,-103 4-48,-37-6-62,0 0 0,-1 0 1,1-1-1,0 0 0,0 0 0,-1-1 1,1 0-1,0-1 0,0 0 0,0 0 1,10-4-1,-8 0-6716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39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 24575,'-27'17'0,"13"-7"0,12-8 0,0 0 0,1-1 0,-1 1 0,0-1 0,-1 0 0,1 0 0,0 0 0,0 0 0,-5 2 0,7-6 0,8-6 0,9-8 0,-6 12-1365,-1 1-5461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40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0 24575,'-1'17'0,"-1"-1"0,0 0 0,-6 17 0,-1 14 0,-12 138 0,1-12 0,10-68 0,2 107 0,7-124 0,1-70 0,-2 0 0,0-1 0,0 1 0,-2-1 0,0 1 0,-7 17 0,29-70-1365,-8 17-5461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40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1 24575,'0'6'0,"-1"0"0,0 0 0,0 0 0,-1 0 0,0-1 0,0 1 0,0 0 0,0-1 0,-1 0 0,0 1 0,0-1 0,-5 6 0,0-1 0,0-1 0,-1 1 0,0-2 0,-18 15 0,23-20 0,0-1 0,0 0 0,0 0 0,-1 0 0,1 0 0,0-1 0,-1 1 0,1-1 0,-1 0 0,1-1 0,-1 1 0,0-1 0,1 0 0,-7 0 0,9 0 0,0 0 0,1-1 0,-1 1 0,0-1 0,1 1 0,-1-1 0,1 1 0,-1-1 0,1 0 0,-1 1 0,1-1 0,-1 0 0,1 0 0,0 0 0,0 0 0,-1-1 0,1 1 0,0 0 0,0 0 0,0-1 0,0 1 0,0-1 0,1 1 0,-1-1 0,0 1 0,1-1 0,-1 1 0,1-1 0,-1 0 0,1 1 0,0-1 0,0 0 0,0 1 0,0-1 0,0 0 0,0 1 0,0-1 0,0 1 0,1-1 0,0-2 0,0 0 0,0 1 0,1-1 0,0 1 0,0 0 0,0 0 0,0-1 0,0 1 0,1 1 0,0-1 0,-1 0 0,1 0 0,0 1 0,0 0 0,0 0 0,0 0 0,1 0 0,-1 0 0,1 0 0,-1 1 0,1 0 0,-1-1 0,1 1 0,7 0 0,-12-1 0,1 1 0,-1 0 0,1 0 0,-1 0 0,1 0 0,-1-1 0,1 1 0,0 0 0,0 0 0,-1 0 0,1-1 0,0 1 0,0 0 0,0-1 0,0 1 0,1 0 0,-1 0 0,0-1 0,0 1 0,1 0 0,-1 0 0,2-3 0,17-14-1365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41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24575,'-2'14'-33,"2"-6"153,13-12-1572,-3 0-5374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4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0 24575,'0'33'0,"1"-30"0,1-1 0,-1 1 0,0 0 0,0 0 0,0 0 0,0 0 0,-1 0 0,1 0 0,-1 0 0,0 0 0,0 0 0,0 0 0,0 0 0,0 1 0,-1-1 0,1 0 0,-1 0 0,-1 3 0,-11 54 0,4 1 0,2 1 0,0 79 0,7-129 0,12 355 0,-9-319 0,-2 1 0,-9 75 0,8-119 20,-1 0 0,0 0 0,0 0 0,0 0 0,-3 8 0,4-12-28,0-1 1,-1 1-1,1-1 0,0 0 0,0 1 1,-1-1-1,1 0 0,0 1 0,0-1 1,-1 0-1,1 1 0,-1-1 0,1 0 1,0 0-1,-1 1 0,1-1 1,0 0-1,-1 0 0,1 0 0,-1 0 1,1 1-1,-1-1 0,1 0 0,-1 0 1,0 0-1,0 0-84,0-1 1,0 1-1,0-1 0,-1 1 0,1-1 1,0 1-1,0-1 0,0 0 1,0 1-1,0-1 0,0 0 0,0 0 1,-1-1-1,-4-5-6734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46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73 24575,'0'0'0,"0"0"0,0 0 0,0 0 0,2 0 0,132-30 0,-88 18 0,0 2 0,0 2 0,1 2 0,63 0 0,-67 7-120,88 6 373,-108-5-627,1 2-1,0 0 1,29 11-1,-43-11-6451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46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61 24575,'24'3'0,"-2"-3"0,1-2 0,-1 0 0,1-2 0,42-12 0,10-2 0,-74 18-5,127-19 131,-111 17-374,0 2 0,0 0 1,-1 1-1,1 0 1,30 7-1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5:47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24575,'27'0'0,"5"2"0,0 2 0,0 0 0,0 2 0,0 2 0,-1 1 0,0 1 0,-1 2 0,0 1 0,32 19 0,-56-29 0,0 1 0,0-1 0,0 1 0,-1 1 0,0-1 0,0 1 0,0 0 0,0 0 0,-1 0 0,0 1 0,5 8 0,-6-9 0,-1 0 0,0 0 0,-1 1 0,1-1 0,-1 1 0,0-1 0,0 1 0,-1 0 0,0-1 0,0 1 0,0-1 0,0 1 0,-1 0 0,-2 8 0,-3 7 0,-1-2 0,0 1 0,-2-1 0,0 0 0,-15 23 0,-64 83 0,86-122 0,-65 78 0,-115 108 0,181-188 0,0 0 0,0-1 0,1 1 0,-1 0 0,0-1 0,0 1 0,0 0 0,1 0 0,-1 0 0,1 0 0,-1 0 0,1 0 0,-1 0 0,1 0 0,-1 0 0,1 0 0,0 0 0,-1 0 0,1 0 0,0 0 0,0 0 0,0 0 0,0 2 0,1-2 0,-1-1 0,1 1 0,0 0 0,-1-1 0,1 1 0,0-1 0,0 1 0,-1 0 0,1-1 0,0 0 0,0 1 0,0-1 0,0 1 0,0-1 0,0 0 0,0 0 0,0 0 0,0 0 0,0 1 0,1-1 0,11 0 0,-1 0 0,24-4 0,-29 3 0,209-38 0,-139 22 0,102-9 0,-166 25-227,0 1-1,1 0 1,-1 1-1,0 1 1,19 4-1,-12-1-6598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0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829 1177 24575,'4'1'0,"0"0"0,-1-1 0,1 0 0,0 0 0,0 0 0,-1 0 0,6-1 0,4 0 0,2 2 0,0-2 0,0 1 0,-1-2 0,1 0 0,15-4 0,-26 4 0,1 0 0,-1 0 0,1 0 0,-1 0 0,0 0 0,0-1 0,0 0 0,0 0 0,0 0 0,0 0 0,-1-1 0,0 0 0,0 1 0,0-1 0,0 0 0,0 0 0,-1-1 0,0 1 0,3-8 0,2-7 0,-1 0 0,-2 0 0,1 0 0,-2-1 0,-1 1 0,0-1 0,-2-29 0,-3 19 0,0 0 0,-2 0 0,-2 0 0,-11-35 0,-14-16 0,-3 1 0,-63-104 0,76 145 0,-1-4 0,-6-10 0,-40-56 0,60 96 0,-2 0 0,0 0 0,0 1 0,-1 0 0,0 1 0,-1 0 0,0 1 0,-30-16 0,37 23 0,0 1 0,0-1 0,0 1 0,-1 0 0,1 1 0,-1 0 0,1 0 0,-1 0 0,1 1 0,-1 0 0,1 0 0,-10 2 0,6 0 0,0 1 0,0 0 0,0 0 0,0 1 0,1 0 0,0 1 0,-11 6 0,-5 7 0,1 2 0,1 0 0,1 1 0,-26 31 0,10-8 0,-57 88 0,76-100 0,1-1 0,3 2 0,0 0 0,-10 37 0,9-16 0,2 0 0,-8 66 0,20-104 0,0 0 0,1 0 0,1 1 0,1-1 0,0 0 0,1 0 0,1 0 0,1 0 0,0 0 0,0 0 0,2-1 0,8 17 0,-7-21 0,0-1 0,0 0 0,1-1 0,1 0 0,-1 0 0,1-1 0,1 0 0,0 0 0,0-1 0,0 0 0,1-1 0,0-1 0,0 1 0,1-2 0,-1 1 0,1-2 0,21 5 0,1-2 0,0-2 0,0-1 0,0-2 0,1-2 0,38-4 0,41-13-1365,-99 15-5461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442 973 24575,'140'-54'0,"-96"40"0,73-36 0,-103 43 0,-2 0 0,1-1 0,-1-1 0,0 0 0,-1-1 0,0 0 0,0 0 0,-1-1 0,13-20 0,-11 12 0,-2 1 0,0-2 0,-1 1 0,-1-1 0,-1-1 0,-1 1 0,-1-1 0,-1 0 0,0 0 0,-2-1 0,0-37 0,-3 28 0,-1 1 0,-2 0 0,-2 0 0,0 0 0,-2 0 0,-1 1 0,-24-50 0,28 67 0,-1 1 0,-1 0 0,1 0 0,-2 1 0,1 0 0,-2 1 0,1-1 0,-1 1 0,0 1 0,-1 0 0,0 0 0,-1 1 0,1 0 0,-1 1 0,0 0 0,-1 1 0,0 0 0,1 1 0,-2 0 0,1 1 0,0 0 0,-1 1 0,1 0 0,-26 1 0,20 2 0,0 1 0,0 1 0,0 0 0,1 2 0,-1 0 0,1 1 0,-25 12 0,19-6 0,0 2 0,1 0 0,0 1 0,-31 30 0,19-11 0,2 1 0,1 2 0,2 1 0,1 1 0,-29 57 0,40-63 0,1 0 0,-20 62 0,31-78 0,0 1 0,1 0 0,2 0 0,-1 0 0,2 1 0,1-1 0,2 26 0,-1-34 0,2 0 0,-1 0 0,2 0 0,-1-1 0,1 1 0,1-1 0,-1 0 0,2-1 0,-1 1 0,1-1 0,0 0 0,1 0 0,0-1 0,0 0 0,1 0 0,-1 0 0,1-1 0,11 6 0,13 7 0,0-2 0,1-1 0,56 18 0,-37-16 60,95 19 0,-113-32-357,-1-1 0,1-1 0,0-2 0,37-3 0,-59 1-6529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1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1027 24575,'28'1'0,"-20"0"0,0-1 0,0 0 0,0 0 0,0-1 0,0 0 0,0 0 0,0-1 0,13-5 0,-11 3 0,-1 0 0,1-2 0,-1 1 0,-1-1 0,1 0 0,-1-1 0,0 1 0,10-13 0,-6 5 0,-2 0 0,1-1 0,-2 0 0,11-22 0,0-9 0,-3 0 0,18-75 0,-29 94 0,-2 0 0,0 0 0,-2 0 0,-1 0 0,-1 0 0,-1 0 0,-2-1 0,-1 2 0,-9-39 0,7 42 0,-1 0 0,-2 1 0,0 0 0,0 1 0,-2 0 0,-1 0 0,-1 2 0,0-1 0,-2 1 0,0 1 0,-18-17 0,23 27 0,0 0 0,-1 1 0,0 0 0,0 1 0,-1 0 0,0 1 0,0 0 0,0 0 0,0 2 0,-1-1 0,0 2 0,-17-3 0,-6 3 0,0 1 0,0 2 0,-41 5 0,50-2 0,1 0 0,0 1 0,1 2 0,0 1 0,-35 15 0,43-15 0,1 1 0,0 0 0,1 1 0,0 1 0,0 0 0,1 1 0,1 0 0,-21 25 0,14-9 0,1 0 0,1 2 0,1 0 0,2 1 0,1 0 0,1 1 0,2 1 0,2-1 0,-9 50 0,12-44 0,2 0 0,2 0 0,1 0 0,2 0 0,2 0 0,1 0 0,2-1 0,15 51 0,-17-75 0,0 0 0,1 0 0,1-1 0,0 0 0,0 0 0,1 0 0,1-1 0,0 0 0,1 0 0,13 12 0,-15-16 0,1-1 0,0 0 0,1 0 0,-1-1 0,1 0 0,0-1 0,0 0 0,1 0 0,-1-1 0,1 0 0,0-1 0,0 0 0,0 0 0,19 0 0,-6-3-195,0-1 0,0 0 0,0-2 0,0-1 0,-1 0 0,40-16 0,-26 6-6631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06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5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24575,'0'0'0,"6"11"0,5 18 0,0 1 0,-1 0 0,-2 1 0,4 31 0,4 130 0,-14-153 0,4 71 0,-4-92 0,1-1 0,0 1 0,2-1 0,6 18 0,0-55 0,6-28 0,19-89 0,-2-55 0,-28 151 0,3-23 0,-4 26 0,17-70 0,-21 106 0,-1 1 0,0-1 0,1 1 0,0-1 0,-1 1 0,1-1 0,0 1 0,0 0 0,0-1 0,0 1 0,0 0 0,0 0 0,0 0 0,0 0 0,0-1 0,0 1 0,3-1 0,-3 2 0,0 0 0,0 0 0,0 0 0,0 0 0,-1 0 0,1 0 0,0 0 0,0 0 0,0 1 0,-1-1 0,1 0 0,0 1 0,0-1 0,-1 0 0,1 1 0,0-1 0,-1 1 0,1-1 0,0 1 0,-1-1 0,1 1 0,-1 0 0,1-1 0,-1 1 0,1 0 0,-1-1 0,1 1 0,-1 0 0,0 0 0,1-1 0,-1 1 0,0 0 0,0 0 0,1 1 0,3 13 0,0-1 0,0 2 0,-2-1 0,0 0 0,1 24 0,-1-8 0,5 85 0,-2-27 0,30 160 0,-34-242 0,1 0 0,1 0 0,0 0 0,0 0 0,0-1 0,7 10 0,-9-14 0,0 0 0,1 0 0,-1 0 0,1-1 0,-1 1 0,1 0 0,-1-1 0,1 1 0,0-1 0,0 0 0,0 0 0,0 1 0,0-1 0,0-1 0,0 1 0,0 0 0,0 0 0,0-1 0,0 1 0,1-1 0,-1 0 0,0 1 0,0-1 0,5-1 0,-5 1 0,0-1 0,0 0 0,0-1 0,0 1 0,0 0 0,0 0 0,-1-1 0,1 1 0,0-1 0,-1 0 0,1 1 0,-1-1 0,1 0 0,-1 0 0,0 0 0,0 0 0,1-3 0,16-40 0,-16 39 0,10-33 0,-2-1 0,10-79 0,-10-84 0,-10 192-151,-1 0-1,0 0 0,0 0 0,-1 0 1,0 0-1,-1 0 0,0 1 1,-9-20-1,8 23-6674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6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24575,'16'7'0,"0"-1"0,0 0 0,17 3 0,-20-6 0,-1 0 0,1 1 0,-1 1 0,1 0 0,20 12 0,-32-16 0,-1 0 0,0-1 0,1 1 0,-1 0 0,0-1 0,0 1 0,1 0 0,-1 0 0,0 0 0,0-1 0,0 1 0,0 0 0,0 0 0,0-1 0,0 1 0,0 0 0,0 0 0,-1 0 0,1-1 0,0 1 0,0 0 0,-1 0 0,1-1 0,0 1 0,-1 0 0,1-1 0,-1 1 0,0 1 0,-14 19 0,5-10 0,-1 0 0,0-2 0,-1 1 0,1-1 0,-2-1 0,-19 11 0,-11 7 0,75-20 0,-11-4 0,0-1 0,0 0 0,0-1 0,0-2 0,23-4 0,101-28 0,-139 32 0,0 1 0,-1-1 0,1-1 0,-1 1 0,0-1 0,1 0 0,-1 0 0,0 0 0,-1 0 0,1-1 0,-1 0 0,1 0 0,-1 0 0,0-1 0,-1 0 0,1 1 0,-1-1 0,0 0 0,0-1 0,-1 1 0,1 0 0,-1-1 0,0 1 0,-1-1 0,1 0 0,-1 0 0,0 0 0,0-8 0,0-53 0,-1 51 0,0-1 0,1 0 0,4-23 0,-6 50 0,0-1 0,1 1 0,1 17 0,0-1 0,8 155 0,0 45 0,-9-219 0,-1 16 0,-2-24 0,-2-14 0,2 6-1365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6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25 24575,'4'28'0,"-5"-27"0,0 0 0,0 0 0,1 0 0,-1 0 0,0 0 0,0-1 0,0 1 0,0 0 0,0-1 0,0 1 0,0-1 0,0 1 0,0-1 0,-1 1 0,1-1 0,0 0 0,0 0 0,0 1 0,0-1 0,-1 0 0,1 0 0,0 0 0,0 0 0,0 0 0,0-1 0,-1 1 0,1 0 0,0 0 0,0-1 0,0 1 0,-2-1 0,-2-1 0,0 0 0,0 0 0,0 0 0,0-1 0,-6-3 0,8 4 0,1 0 0,0 1 0,0-1 0,0 1 0,0-1 0,0 1 0,1-1 0,-1 0 0,-2-3 0,4 3 0,-1 0 0,1 0 0,0 1 0,0-1 0,0 0 0,0 0 0,0 0 0,0 1 0,0-1 0,1 0 0,0-3 0,-2 7-8,-1 0 0,0 0 0,0-1-1,0 1 1,0-1 0,0 1 0,0-1-1,-3 2 1,-1 1-1283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7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188 198 24575,'-2'1'0,"0"-1"0,-1 0 0,1 1 0,0 0 0,0-1 0,0 1 0,0 0 0,0 0 0,0 0 0,0 0 0,0 0 0,0 1 0,0-1 0,1 1 0,-4 2 0,-23 32 0,23-28 0,-13 17 0,2 1 0,1 1 0,2 0 0,0 1 0,2 0 0,1 1 0,-7 32 0,14-50 0,2 0 0,-1 0 0,2 0 0,-1 0 0,2 1 0,-1-1 0,1 0 0,1 0 0,0 0 0,1-1 0,0 1 0,0 0 0,9 17 0,-7-20 0,0 0 0,0-1 0,0 0 0,1 0 0,0 0 0,0-1 0,1 1 0,0-1 0,0-1 0,0 0 0,1 0 0,0 0 0,0-1 0,0 0 0,0 0 0,0-1 0,13 3 0,-9-4 0,0 1 0,1-2 0,0 0 0,-1 0 0,1-1 0,0 0 0,-1-2 0,1 1 0,-1-1 0,1-1 0,23-8 0,-17 3 0,1-1 0,-2-1 0,0 0 0,0-1 0,-1-1 0,26-22 0,-32 23 0,-1 0 0,0-1 0,0-1 0,-1 1 0,-1-2 0,0 1 0,0-1 0,-2 0 0,0 0 0,0-1 0,5-26 0,-5 17 0,-2-1 0,-1-1 0,-1 1 0,-1 0 0,-1-1 0,-5-36 0,3 40 0,-2 0 0,-1 0 0,-1 0 0,-16-39 0,18 52 0,-1 0 0,1 0 0,-2 1 0,0 0 0,0 0 0,0 0 0,-1 1 0,0 0 0,0 0 0,-1 0 0,0 1 0,0 1 0,-12-7 0,13 8 0,0 0 0,-1 1 0,0 0 0,0 1 0,1 0 0,-1 0 0,-1 0 0,1 1 0,0 0 0,0 1 0,0 0 0,-1 0 0,1 1 0,0 0 0,0 0 0,0 1 0,-14 5 0,2-2 0,0 2 0,1 0 0,0 1 0,-25 15 0,38-19 0,-1 0 0,1 1 0,0 0 0,0 0 0,1 0 0,-1 1 0,1 0 0,0 0 0,1 0 0,0 1 0,0 0 0,0-1 0,1 1 0,-6 15 0,9-19-72,0 0 0,-1 0 1,1 0-1,0 0 0,0 1 0,0-1 0,1 0 0,-1 0 0,1 0 0,0 0 0,0 0 1,2 6-1,-2-7-359,3 7-6395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7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24575,'-5'25'0,"2"-1"0,1 1 0,1 0 0,3 41 0,0-10 0,-8 116 0,4-181 0,2-12 0,10-2-1365,-6 14-5461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24575,'0'0'0,"0"0"0,0 0 0,0 0 0,16-5 0,8-2 0,1 1 0,0 1 0,44-4 0,76 6 0,1 1 0,-123-2-1365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8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24575,'0'0'0,"0"62"0,-3 184 0,-2-178 0,-20 108 0,19-144 0,1 0 0,2 1 0,1 38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0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18 24575,'0'0'0,"0"0"0,0 0 0,0 0 0,-1-2 0,0 0 0,-1 0 0,1 0 0,0 0 0,-1 0 0,1 1 0,-4-3 0,1 11 0,1 1 0,0 0 0,0 0 0,1 0 0,-1 0 0,2 1 0,-1-1 0,1 16 0,3 74 0,0-62 0,0 123 0,5 88 0,-6-237 0,-1 2 0,2 0 0,4 21 0,-5-30 0,0 1 0,0 0 0,1 0 0,0-1 0,0 1 0,0 0 0,0-1 0,0 0 0,1 0 0,0 0 0,-1 0 0,5 3 0,-7-6 0,0 1 0,1-1 0,-1 0 0,0 0 0,1 0 0,-1 0 0,1 0 0,-1 0 0,0 0 0,1 0 0,-1 0 0,1 0 0,-1 0 0,1 0 0,-1 0 0,0 0 0,1 0 0,-1 0 0,1 0 0,-1 0 0,0 0 0,1-1 0,-1 1 0,0 0 0,1 0 0,-1-1 0,0 1 0,1 0 0,-1 0 0,0-1 0,1 1 0,-1 0 0,0-1 0,0 1 0,0 0 0,1-1 0,-1 1 0,0 0 0,0-1 0,0 0 0,10-19 0,-9 17 0,16-42 0,-3-2 0,-2 0 0,8-62 0,-7 39 0,-3 15 0,1-10 0,3 1 0,28-79 0,-41 140 0,12-22 0,-13 25 0,1 0 0,-1-1 0,0 1 0,1 0 0,-1-1 0,1 1 0,-1 0 0,0-1 0,1 1 0,-1 0 0,1 0 0,-1-1 0,1 1 0,-1 0 0,1 0 0,-1 0 0,1 0 0,-1 0 0,1 0 0,-1 0 0,1 0 0,-1 0 0,1 0 0,0 0 0,-1 0 0,1 0 0,-1 0 0,1 0 0,-1 0 0,1 1 0,-1-1 0,0 0 0,1 0 0,-1 1 0,1-1 0,-1 0 0,1 1 0,-1-1 0,0 0 0,1 1 0,-1-1 0,0 0 0,1 1 0,-1-1 0,0 1 0,1 0 0,4 6 0,0 0 0,-1 1 0,0-1 0,0 1 0,-1 0 0,1 0 0,-2 1 0,3 9 0,11 75 0,-15-85 0,14 137 0,8 60 0,-17-175 0,1 1 0,1-1 0,2 0 0,18 41 0,-26-67 0,0 0 0,1 0 0,-1-1 0,0 1 0,1-1 0,5 5 0,-8-7 0,1 0 0,0-1 0,-1 1 0,1 0 0,0-1 0,0 1 0,0-1 0,0 1 0,0-1 0,-1 0 0,1 1 0,0-1 0,0 0 0,0 0 0,0 0 0,0 1 0,0-1 0,0 0 0,0 0 0,0 0 0,0-1 0,0 1 0,0 0 0,0 0 0,0 0 0,0-1 0,0 1 0,-1 0 0,1-1 0,0 1 0,0-1 0,0 1 0,0-1 0,-1 0 0,2 0 0,5-6 0,-1 0 0,0 0 0,-1 0 0,1-1 0,-2 0 0,8-15 0,21-58 0,-29 72 0,24-83 0,30-163 0,-6 20 0,-49 223 0,2-3 0,-5 15 0,1 0 0,-1 1 0,1-1 0,-1 0 0,1 1 0,-1-1 0,1 0 0,-1 1 0,1-1 0,-1 1 0,0-1 0,1 1 0,-1-1 0,0 1 0,1-1 0,-1 1 0,0-1 0,0 1 0,1-1 0,-1 1 0,0-1 0,0 1 0,0 0 0,0-1 0,0 1 0,0 1 0,8 29-1365,-7-22-5461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0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24575,'0'0'0,"0"0"0,0 0 0,0 0 0,6-8 0,-1 4 0,0 0 0,0 1 0,0-1 0,0 1 0,1 0 0,-1 0 0,1 1 0,0 0 0,0 0 0,0 0 0,10-1 0,-7 2 0,0 0 0,0 0 0,0 1 0,0 1 0,0-1 0,0 1 0,14 4 0,-22-5 0,1 1 0,-1-1 0,1 1 0,-1-1 0,0 1 0,1 0 0,-1-1 0,0 1 0,0 0 0,0 0 0,0 0 0,1 0 0,-1 0 0,0 0 0,-1 0 0,1 0 0,0 0 0,0 1 0,0-1 0,-1 0 0,1 0 0,0 3 0,0-1 0,-1 0 0,1 0 0,-1 0 0,0 0 0,0 0 0,0 1 0,0-1 0,-1 0 0,0 0 0,0 4 0,-3 4 0,0 0 0,-1 0 0,0-1 0,-12 18 0,15-25 0,-4 6 0,0 0 0,0 0 0,1 1 0,1 0 0,-5 11 0,9-20 0,0 0 0,0 0 0,0-1 0,0 1 0,0 0 0,0-1 0,0 1 0,0 0 0,0-1 0,1 1 0,-1 0 0,0-1 0,1 1 0,-1 0 0,0-1 0,1 1 0,-1-1 0,0 1 0,1-1 0,-1 1 0,1-1 0,-1 1 0,1-1 0,-1 1 0,1-1 0,0 0 0,-1 1 0,1-1 0,-1 0 0,1 1 0,0-1 0,-1 0 0,1 0 0,0 0 0,0 1 0,25 4 0,-14-5-114,0 0 1,1-1-1,-1 0 0,0-1 0,0 0 1,0-1-1,-1 0 0,1-1 0,-1 0 1,1-1-1,19-11 0,-17 7-6712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1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24575,'21'0'0,"0"0"0,-1 1 0,1 1 0,0 1 0,-1 1 0,0 1 0,0 1 0,25 11 0,-43-17 0,0 1 0,0 0 0,-1 0 0,1 1 0,0-1 0,0 0 0,-1 1 0,1-1 0,-1 1 0,0-1 0,1 1 0,-1 0 0,0-1 0,0 1 0,0 0 0,0 0 0,0 0 0,0 0 0,-1 0 0,1 3 0,0-2 0,-1 1 0,0 0 0,0-1 0,0 1 0,-1 0 0,1-1 0,-1 1 0,0-1 0,0 1 0,-3 6 0,-2 2 0,-1-1 0,0 1 0,0-1 0,-1 0 0,-11 11 0,-21 17 0,27-28 0,2 0 0,-1 1 0,-13 20 0,24-32 0,1 0 0,-1 1 0,1-1 0,-1 1 0,1-1 0,-1 1 0,1-1 0,0 1 0,-1 0 0,1-1 0,0 1 0,-1-1 0,1 1 0,0 0 0,0-1 0,0 1 0,0 0 0,0-1 0,0 1 0,0 0 0,0-1 0,0 1 0,0 0 0,0-1 0,0 1 0,0 0 0,0-1 0,0 1 0,1 0 0,-1-1 0,0 1 0,1 0 0,-1-1 0,0 1 0,1-1 0,-1 1 0,1-1 0,-1 1 0,1-1 0,-1 1 0,1-1 0,-1 0 0,1 1 0,-1-1 0,1 0 0,-1 1 0,1-1 0,0 0 0,-1 1 0,1-1 0,0 0 0,-1 0 0,1 0 0,0 0 0,-1 0 0,1 0 0,0 0 0,-1 0 0,1 0 0,1 0 0,6 0 0,0 0 0,1 0 0,11-3 0,-18 2 0,16-2 20,-1-1 0,1-1 0,-1 0 0,0-2 0,30-15 0,-15 3-763,54-43 1,-78 56-6084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1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24575,'-7'29'0,"-2"7"0,7-39 0,0 0 0,0-1 0,1 1 0,-1-1 0,1 1 0,-1-1 0,1 0 0,0-4 0,0-15 0,2 21 0,-1 16 0,0-8-1365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2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253 244 24575,'0'0'0,"0"0"0,0 0 0,0 0 0,0-2 0,-1 1 0,1-1 0,0 0 0,-1 0 0,1 0 0,-1 0 0,1 0 0,-1 1 0,0-1 0,0 0 0,0 0 0,0 1 0,0-1 0,0 1 0,0-1 0,0 1 0,-3-2 0,-27-18 0,27 18 0,3 3 0,0-1 0,0 1 0,0 0 0,0 0 0,0-1 0,0 1 0,0 0 0,0 0 0,0 0 0,0 0 0,0 0 0,0 1 0,0-1 0,0 0 0,0 0 0,0 1 0,0-1 0,0 0 0,0 1 0,0-1 0,1 1 0,-1-1 0,0 1 0,0-1 0,1 1 0,-1 0 0,0 0 0,0-1 0,1 1 0,-1 0 0,1 0 0,-1 0 0,0 1 0,-18 33 0,17-31 0,-16 35 0,-18 38 0,-29 89 0,57-141 0,1 0 0,2 0 0,0 1 0,2 0 0,0 0 0,2 0 0,1 0 0,3 27 0,-1-44 0,-1 0 0,1-1 0,0 1 0,1-1 0,0 1 0,0-1 0,1 0 0,0 0 0,1-1 0,0 1 0,0-1 0,0 0 0,1 0 0,11 11 0,-8-12 0,-1 1 0,1-2 0,0 1 0,0-1 0,1-1 0,0 1 0,-1-2 0,1 1 0,1-1 0,-1-1 0,0 0 0,14 1 0,-5-2 0,0-1 0,0-1 0,0-1 0,0-1 0,0 0 0,-1-1 0,1-1 0,-1-1 0,0-1 0,-1 0 0,33-19 0,-13 3 0,-1-1 0,-2-2 0,0-1 0,38-41 0,-57 51 0,0-1 0,-1-1 0,-1 0 0,0 0 0,-2-1 0,0-1 0,-1 0 0,-2-1 0,0 0 0,-1 0 0,-1 0 0,-1-1 0,-1 0 0,1-27 0,-4 33 0,-2 0 0,1-1 0,-2 1 0,0 0 0,-1 0 0,-1 0 0,-1 0 0,-10-26 0,9 31 0,0-1 0,-1 1 0,-1 0 0,0 1 0,0 0 0,-1 0 0,-1 0 0,0 1 0,0 1 0,-1 0 0,-18-12 0,12 11 0,0 0 0,-1 1 0,0 1 0,0 1 0,-1 0 0,0 2 0,-1 0 0,1 1 0,-1 1 0,0 1 0,0 0 0,1 2 0,-1 0 0,0 1 0,0 1 0,-22 6 0,35-7-97,1 1-1,0 0 1,0 1-1,1-1 1,-1 1-1,0 0 1,1 1-1,0-1 1,0 1-1,0 0 1,0 1-1,1-1 0,-6 7 1,0 2-6729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3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21 24575,'0'0'0,"0"0"0,-24-13 0,46 10 0,44 1 0,-30 1 0,-21 1 0,-2-1 0,-1 0 0,0 1 0,0 1 0,0 0 0,0 0 0,21 6 0,-31-6 0,-1-1 0,0 0 0,0 1 0,0-1 0,0 1 0,1 0 0,-1-1 0,0 1 0,0 0 0,0 0 0,0-1 0,0 1 0,0 0 0,-1 0 0,1 0 0,0 0 0,0 0 0,-1 0 0,1 1 0,-1-1 0,1 0 0,-1 0 0,1 0 0,0 2 0,-1 0 0,-1-1 0,1 0 0,0 0 0,0 0 0,-1 1 0,1-1 0,-1 0 0,0 0 0,0 0 0,0 0 0,0 0 0,0 0 0,-1 1 0,-5 7 0,0-2 0,0 1 0,-1-1 0,-10 9 0,-89 69 0,130-79 0,13-1-171,-1-2 0,1-1 0,61-4 1,-74 0-512,-7 1-6144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5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 24575,'0'0'0,"0"0"0,0 0 0,0 0 0,0 18 0,-30 304 0,14-198 0,0 140 0,11-87 0,27-242-1365,-18 53-5461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5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 24575,'19'-37'0,"-9"66"0,-9-6 0,-1 0 0,-2 0 0,-5 31 0,-2 32 0,9-85 0,0 1 0,0-1 0,0 0 0,0 0 0,0 1 0,0-1 0,0 0 0,0 1 0,0-1 0,1 0 0,-1 0 0,0 1 0,1-1 0,-1 0 0,1 0 0,0 0 0,-1 0 0,1 0 0,0 0 0,-1 0 0,1 0 0,0 0 0,0 0 0,0 0 0,0 0 0,0 0 0,0-1 0,0 1 0,0 0 0,1-1 0,-1 1 0,0-1 0,0 1 0,0-1 0,1 0 0,-1 0 0,0 1 0,0-1 0,3 0 0,-1 0 0,1-1 0,0 1 0,-1-1 0,1 0 0,-1 0 0,1 0 0,-1 0 0,1-1 0,-1 1 0,0-1 0,0 0 0,0 0 0,4-3 0,1-3 0,0 0 0,-1 0 0,0-1 0,0 0 0,-1 0 0,0 0 0,-1-1 0,0 0 0,0 0 0,-1-1 0,5-19 0,-5 13 0,-1 0 0,0 0 0,-1 0 0,-1-1 0,-1 1 0,-3-35 0,3 50 0,0 0 0,0-1 0,-1 1 0,1 0 0,-1-1 0,0 1 0,1 0 0,-1 0 0,0-1 0,0 1 0,-1 0 0,1 0 0,0 0 0,-1 0 0,1 0 0,-1 1 0,1-1 0,-1 0 0,0 1 0,0-1 0,0 1 0,0 0 0,0-1 0,0 1 0,-4-1 0,3 1 0,0 1 0,-1-1 0,1 1 0,-1 0 0,1 1 0,0-1 0,-1 0 0,1 1 0,-1 0 0,1 0 0,0 0 0,0 0 0,0 0 0,-1 1 0,1-1 0,1 1 0,-5 2 0,1 0-151,-1 0-1,1 1 0,1 0 0,-1-1 1,1 2-1,0-1 0,0 1 1,-7 10-1,6-6-6674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24575,'-4'1'0,"-27"7"0,-44 16 0,65-19 0,-1 0 0,1 0 0,0 1 0,1 0 0,0 1 0,0 0 0,-13 14 0,18-17 0,1-1 0,0 1 0,0 0 0,1 0 0,-1 0 0,1 1 0,0-1 0,0 1 0,1-1 0,-1 1 0,1 0 0,0-1 0,0 1 0,0 0 0,1 0 0,0 0 0,0-1 0,0 1 0,0 0 0,1 0 0,0 0 0,2 8 0,-1-7 0,0-1 0,1 1 0,-1-1 0,1 0 0,0 0 0,1 0 0,-1 0 0,1 0 0,0-1 0,0 0 0,0 1 0,0-2 0,1 1 0,0 0 0,0-1 0,0 0 0,0 0 0,10 4 0,67 16 0,-54-15 0,40 14 0,-67-22 0,0 1 0,0-1 0,0 0 0,0 1 0,0-1 0,0 1 0,0-1 0,0 1 0,0 0 0,-1-1 0,1 1 0,0 0 0,0-1 0,-1 1 0,1 0 0,-1 0 0,1 0 0,0 0 0,-1 0 0,0 0 0,1-1 0,-1 1 0,0 0 0,1 0 0,-1 0 0,0 2 0,0-1 0,0 0 0,-1 0 0,1-1 0,-1 1 0,1 0 0,-1 0 0,0-1 0,0 1 0,0 0 0,0-1 0,0 1 0,0 0 0,-2 1 0,-4 4 0,0 1 0,-1-1 0,-17 11 0,9-7 0,-1 0 0,-36 14 0,44-21 0,0-1 0,0 0 0,0 0 0,-1-1 0,1-1 0,-1 0 0,0 0 0,-10 0 0,19-1 5,-1 0 0,1-1-1,-1 1 1,1 0 0,0 0 0,-1-1-1,1 1 1,-1 0 0,1-1-1,0 1 1,0-1 0,-1 0-1,1 0 1,0 1 0,0-1 0,0 0-1,-1 0 1,1 0 0,0 0-1,0 0 1,1 0 0,-1 0 0,0-1-1,-1-1 1,1 0-153,0 0-1,0 0 1,1 0 0,-1 0 0,1-1-1,0 1 1,0 0 0,0-1-1,0-4 1,3-13-6678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 24575,'0'1'0,"1"0"0,-1 0 0,1 0 0,-1 0 0,0 0 0,1 0 0,-1 0 0,0 0 0,0 0 0,0 0 0,0 0 0,0 0 0,0 0 0,0 1 0,0-1 0,0 0 0,0 0 0,0 0 0,-1 0 0,1 0 0,-1 0 0,1 0 0,-1 0 0,1 0 0,-1 0 0,1 0 0,-1 0 0,-1 1 0,-28 29 0,17-19 0,6-5 0,1 0 0,-1 1 0,2 0 0,-1 0 0,1 0 0,0 1 0,-4 10 0,8-16 0,0 0 0,0 1 0,0-1 0,0 1 0,0-1 0,1 1 0,-1 0 0,1-1 0,0 1 0,1 0 0,-1-1 0,0 1 0,1-1 0,0 1 0,0 0 0,0-1 0,0 0 0,0 1 0,1-1 0,0 0 0,0 0 0,4 6 0,0-1 0,2-1 0,-1 0 0,1 0 0,0-1 0,0 1 0,0-2 0,1 1 0,14 5 0,-8-4 0,1-2 0,0 1 0,0-2 0,24 4 0,-38-8 0,0 0 0,0 1 0,-1-1 0,1 1 0,0-1 0,0 1 0,0-1 0,0 1 0,-1 0 0,1 0 0,0 0 0,-1 0 0,1 0 0,-1 0 0,1 0 0,-1 1 0,1-1 0,-1 1 0,2 2 0,-3-3 0,1 1 0,-1-1 0,0 0 0,0 1 0,0-1 0,0 0 0,0 1 0,0-1 0,-1 0 0,1 1 0,0-1 0,-1 0 0,1 1 0,-1-1 0,1 0 0,-1 0 0,0 0 0,1 1 0,-1-1 0,0 0 0,0 0 0,0 0 0,0 0 0,0 0 0,0-1 0,0 1 0,0 0 0,0 0 0,-2 0 0,-18 14 0,0-2 0,-1-1 0,0 0 0,-42 14 0,39-20-1365,15-6-5461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24575,'20'5'0,"5"-3"27,0-1-1,-1-1 1,1-2-1,38-6 0,-30 3-774,52 0-1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7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24575,'18'3'0,"20"-1"0,0-1 0,0-1 0,72-12 0,-108 12-1365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7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24575,'0'0'0,"0"0"0,0 0 0,0 0 0,0 0 0,1-2 0,1 1 0,0-1 0,0 1 0,1-1 0,-1 1 0,0 0 0,0 0 0,0 0 0,1 0 0,-1 0 0,1 0 0,2 0 0,61-15 0,-30 6 0,1 1 0,0 2 0,0 2 0,46-1 0,-60 6-1365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8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24575,'3'3'0,"0"-1"0,0 0 0,1 1 0,-1-1 0,1 0 0,0-1 0,-1 1 0,1 0 0,0-1 0,0 0 0,0 0 0,0 0 0,0-1 0,1 1 0,4-1 0,9 0 0,0-1 0,21-4 0,-22 2 0,141-27-1365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24575,'27'4'0,"37"2"0,89-2 0,2 0 0,-132-4 0,-17-1 0,-1 1 0,1 0 0,-1 0 0,1 0 0,-1 1 0,0 0 0,9 3 0,-14-4-32,1 0 1,-1 0-1,0 1 0,0-1 0,0 0 1,0 1-1,0-1 0,0 0 0,0 1 1,1-1-1,-1 0 0,0 1 0,0-1 1,0 0-1,0 1 0,0-1 0,-1 0 1,1 1-1,0-1 0,0 0 0,0 0 1,0 1-1,0-1 0,0 0 0,0 1 1,-1-1-1,1 0 0,0 0 0,0 1 1,0-1-1,-1 0 0,1 0 0,0 1 1,0-1-1,-1 0 0,1 0 0,0 0 1,-1 1-1,1-1 0,0 0 0,0 0 1,-1 0-1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6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24575,'0'0'0,"0"0"0,0 0 0,0 0 0,0 0 0,0 0 0,0 0 0,0 0 0,33 8 0,-10-1 0,2-4 0,0-1 0,0 0 0,0-2 0,0-1 0,29-5 0,120-34 0,-125 28-1365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09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26 24575,'1'-1'0,"0"-1"0,0 1 0,0 0 0,0-1 0,0 1 0,0 0 0,1 0 0,-1 0 0,0 0 0,1 0 0,-1 0 0,1 0 0,-1 0 0,1 1 0,-1-1 0,1 0 0,0 1 0,-1 0 0,1-1 0,-1 1 0,1 0 0,0 0 0,0 0 0,-1 0 0,3 0 0,-2 1 0,0-1 0,1 1 0,-1 0 0,0 0 0,0 1 0,0-1 0,0 0 0,0 1 0,0-1 0,0 1 0,0-1 0,0 1 0,-1 0 0,1 0 0,-1 0 0,0 0 0,2 3 0,3 6 0,-1-1 0,-1 1 0,0 0 0,-1 0 0,0 1 0,0-1 0,-1 1 0,0 15 0,0 14 0,-6 44 0,1-20 0,3-55 0,-1 3 0,1 0 0,1 1 0,3 22 0,-3-34 0,-1 0 0,0 0 0,1 0 0,-1 0 0,1 0 0,0 0 0,0 0 0,0 0 0,0 0 0,0 0 0,0-1 0,0 1 0,0 0 0,1-1 0,-1 1 0,1-1 0,-1 1 0,1-1 0,0 0 0,-1 0 0,1 1 0,0-1 0,0 0 0,0-1 0,0 1 0,0 0 0,0 0 0,0-1 0,0 0 0,4 1 0,-4-1 0,1-1 0,0 1 0,0-1 0,0 0 0,-1 0 0,1 0 0,0 0 0,-1-1 0,1 1 0,-1-1 0,0 1 0,1-1 0,-1 0 0,0 0 0,0 0 0,0 0 0,0 0 0,-1-1 0,1 1 0,2-5 0,4-6 0,-1 0 0,8-21 0,-14 32 0,11-28 0,-1 1 0,-2-2 0,0 1 0,-3-1 0,0 0 0,-2-1 0,-1 1 0,-2-1 0,-1 1 0,-5-36 0,13 103 0,11 35 0,7 24 0,-12-21 0,5 108 0,-11 77 0,-7-242 0,-1 42 0,-8 77 0,6-118 0,-1 1 0,-1-1 0,0-1 0,-2 1 0,0-1 0,-1 1 0,0-2 0,-14 23 0,16-33 0,0 0 0,0 0 0,-1-1 0,0 0 0,1 0 0,-2 0 0,1-1 0,0 0 0,-1 0 0,0-1 0,0 1 0,0-2 0,0 1 0,-1-1 0,1 0 0,-1 0 0,1-1 0,-1 0 0,-9 0 0,-16-1 0,1 0 0,0-3 0,-36-6 0,57 7 0,-7 0 0,0 0 0,0-1 0,0-1 0,1 0 0,-19-8 0,32 11 0,1-1 0,-1 0 0,0 0 0,0 0 0,1 0 0,0-1 0,-1 1 0,1-1 0,0 0 0,0 0 0,0 0 0,1 0 0,-1-1 0,1 1 0,0-1 0,0 1 0,0-1 0,0 0 0,0 0 0,1 0 0,0 0 0,-2-8 0,1-16-1365,1 3-5461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0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24575,'15'5'0,"4"1"0,10-7 0,0-1 0,0-1 0,-1-2 0,1-1 0,-1-1 0,36-14 0,-48 14 0,1 1 0,32-8 0,-49 14 0,0 0 0,0 0 0,0 0 0,0 0 0,0 0 0,0 0 0,0 0 0,0 0 0,0 0 0,0 0 0,1 0 0,-1 0 0,0 0 0,0 0 0,0 0 0,0 0 0,0 0 0,0 0 0,0 0 0,0 0 0,1 0 0,-1 0 0,0 0 0,0 0 0,0 0 0,0 0 0,0 0 0,0 0 0,0 0 0,0 0 0,0 0 0,1 0 0,-1 0 0,0 0 0,0 0 0,0 0 0,0 0 0,0 0 0,0 0 0,0 1 0,0-1 0,0 0 0,0 0 0,0 0 0,0 0 0,0 0 0,0 0 0,0 0 0,0 0 0,0 0 0,0 1 0,0-1 0,0 0 0,0 0 0,0 0 0,0 0 0,0 0 0,0 0 0,0 0 0,0 0 0,0 1 0,0-1 0,0 0 0,-6 8 0,-13 9 0,-54 28-1365,50-31-5461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0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24575,'0'3'0,"0"0"0,0 0 0,1 0 0,-1 0 0,1-1 0,0 1 0,0 0 0,0 0 0,0-1 0,0 1 0,1-1 0,-1 1 0,1-1 0,-1 0 0,1 1 0,0-1 0,0 0 0,0 0 0,0 0 0,0-1 0,1 1 0,-1 0 0,1-1 0,-1 1 0,1-1 0,-1 0 0,1 0 0,4 1 0,7 2 0,0 0 0,1-2 0,0 0 0,19 1 0,-21-2 0,21-1 0,-1-1 0,0-1 0,1-2 0,-2-1 0,38-12 0,-74 22-1365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0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24575,'0'18'0,"-4"26"0,-2 1 0,-12 46 0,8-47 0,-7 89 0,14-71 0,-1 82 0,9-185-1365,-4 24-5461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0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24575,'0'0'0,"21"-12"0,-2 11 0,1 0 0,0 2 0,-1 0 0,1 2 0,-1 0 0,1 1 0,-1 1 0,0 0 0,-1 2 0,29 14 0,-44-20 0,1 1 0,-1 0 0,0 0 0,0 1 0,0-1 0,0 1 0,0-1 0,0 1 0,-1 0 0,1 0 0,-1 0 0,0 0 0,0 1 0,0-1 0,0 1 0,-1-1 0,1 1 0,-1 0 0,1 3 0,-2-3 0,0-1 0,0 0 0,0 0 0,0 0 0,0 0 0,-1 0 0,0 0 0,0 0 0,0 0 0,0 0 0,0 0 0,0 0 0,-1 0 0,1 0 0,-1-1 0,0 1 0,0-1 0,0 1 0,0-1 0,0 0 0,-1 0 0,1 0 0,-5 3 0,-6 4 20,0-1-1,-1-1 1,1 0-1,-28 9 1,-60 13-926,84-25 349,-29 7-6269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8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24575,'-3'2'0,"0"1"0,0-1 0,0 1 0,1 0 0,-1 0 0,-3 6 0,5-6 0,-22 33 0,2 1 0,2 1 0,-28 81 0,40-101 0,-80 251 0,76-227 0,3 0 0,1 0 0,3 1 0,0 67 0,6-94 0,0-1 0,1 1 0,0-1 0,1 0 0,1 0 0,1 0 0,0-1 0,0 0 0,2 0 0,10 16 0,1-4 0,1 0 0,1-1 0,45 41 0,-55-56 0,0-1 0,1 0 0,0 0 0,1-2 0,-1 1 0,1-2 0,1 0 0,17 6 0,-26-10 22,-1 0-1,1 0 1,-1 1 0,1-1-1,5 6 1,12 6-1517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24575,'-1'26'0,"-8"109"0,-1 41 0,10-155 0,4 37 0,-2-51 0,-1 0 0,1-1 0,-1 1 0,2-1 0,-1 0 0,1 1 0,0-1 0,0 0 0,8 9 0,-9-13 0,1 1 0,0-1 0,-1 0 0,1 0 0,0-1 0,1 1 0,-1 0 0,0-1 0,0 0 0,1 0 0,-1 0 0,0 0 0,1 0 0,-1-1 0,1 0 0,-1 1 0,1-1 0,-1-1 0,6 0 0,-3 1 0,-1-1 0,0 1 0,0-2 0,0 1 0,0 0 0,0-1 0,0 0 0,0 0 0,0-1 0,-1 1 0,1-1 0,-1 0 0,5-4 0,0-3 0,-1 0 0,0-1 0,0 0 0,-1 0 0,7-14 0,25-68 0,-16 39 0,79-165 0,-101 217 0,-1 0 0,1 0 0,0 1 0,-1-1 0,1 0 0,-1 0 0,0 0 0,1 0 0,-1 1 0,0-4 0,-4 6 0,-3 13 0,1 2 0,0 1 0,1-1 0,2 1 0,-1 1 0,0 17 0,0 89 0,3-89 0,8 269 0,0-99 0,-7-191 0,0 1 0,-1-1 0,-1 1 0,0-1 0,0 0 0,-6 16 0,6-25 0,0 1 0,-1-1 0,0 0 0,1 0 0,-2 0 0,1 0 0,-1 0 0,1 0 0,-1-1 0,0 0 0,-1 0 0,1 0 0,-1 0 0,0-1 0,0 0 0,0 0 0,-8 4 0,1-2 12,-1-1 0,1 0 0,-1-1 0,0 0 0,0-1 0,0 0 0,0-1 0,-1-1 0,-12-1 0,16 1-126,0-2 0,0 1-1,0-1 1,1-1 0,-1 1 0,1-2-1,0 1 1,0-1 0,0-1 0,0 0-1,1 0 1,-13-11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24575,'0'0'0,"0"0"0,0 0 0,-8 19 0,-4 11 0,2 0 0,1 1 0,1 0 0,2 0 0,-4 62 0,12 162 0,12-131 0,-23-181-1365,4 29-5461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24575,'28'-6'0,"-1"1"0,1 1 0,0 2 0,0 0 0,0 2 0,0 1 0,0 2 0,51 10 0,-70-9 0,0-1 0,-1 1 0,0 1 0,0 0 0,0 0 0,0 0 0,-1 1 0,0 0 0,0 1 0,-1-1 0,1 1 0,-1 1 0,-1-1 0,0 1 0,6 9 0,-10-14 0,0-1 0,0 1 0,0 0 0,-1-1 0,1 1 0,-1 0 0,1 0 0,-1 0 0,0 0 0,0-1 0,0 1 0,0 0 0,-1 0 0,1 0 0,-1 0 0,1-1 0,-2 4 0,-1-2 0,1 1 0,0-1 0,-1 0 0,0 0 0,0-1 0,0 1 0,0-1 0,0 1 0,-6 3 0,-7 4 0,1-1 0,-1-1 0,0-1 0,-23 9 0,-140 43-1365,153-53-5461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4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24575,'0'0'0,"0"0"0,0 0 0,0 0 0,13-2 0,42-3 0,55 3 0,-67 3 0,0-3 0,84-12 0,-126 13 86,-5 1-783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5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63 24575,'6'43'0,"4"19"0,2 78 0,2 164 0,-14-301 0,0-1 0,0 0 0,1 1 0,-1-1 0,1 0 0,0 1 0,0-1 0,0 0 0,0 0 0,0 0 0,0 1 0,1-1 0,-1-1 0,0 1 0,1 0 0,0 0 0,-1 0 0,1-1 0,0 1 0,0-1 0,0 0 0,0 1 0,0-1 0,0 0 0,1 0 0,-1 0 0,0-1 0,0 1 0,4 0 0,-2 0 0,1-1 0,-1 1 0,0-1 0,0-1 0,1 1 0,-1 0 0,0-1 0,0 0 0,1 0 0,-1 0 0,0-1 0,0 1 0,0-1 0,-1 0 0,8-5 0,-2 0 0,-1 0 0,0-1 0,-1 0 0,0 0 0,0-1 0,-1 0 0,0 0 0,8-17 0,1-6 0,15-49 0,-17 36 0,-2 0 0,-2-1 0,-2 0 0,-2 0 0,-2-1 0,-2 0 0,-7-66 0,6 112 0,0 1 0,0 0 0,0 0 0,0 0 0,0-1 0,0 1 0,0 0 0,0 0 0,0 0 0,0 0 0,0-1 0,0 1 0,0 0 0,0 0 0,0 0 0,0-1 0,0 1 0,0 0 0,0 0 0,0 0 0,0-1 0,0 1 0,0 0 0,0 0 0,0 0 0,0 0 0,0-1 0,-1 1 0,1 0 0,0 0 0,0 0 0,0 0 0,0 0 0,0 0 0,-1-1 0,1 1 0,0 0 0,0 0 0,0 0 0,0 0 0,-1 0 0,1 0 0,0 0 0,0 0 0,0 0 0,-1 0 0,1 0 0,0 0 0,0 0 0,0 0 0,-1 0 0,-6 12 0,-4 24 0,-4 28 0,3 0 0,-8 119 0,17 134 0,3-271 0,5 80 0,-1-58 0,-3 0 0,-10 88 0,6-136 0,0 0 0,-2 0 0,0 0 0,-1-1 0,-1 0 0,-1 0 0,0 0 0,-2-1 0,0-1 0,-1 0 0,-1 0 0,-14 16 0,21-28 0,-1 0 0,1-1 0,-1 0 0,0 0 0,0-1 0,0 1 0,0-1 0,-1 0 0,1-1 0,-1 0 0,0 0 0,1 0 0,-1-1 0,0 0 0,0 0 0,0-1 0,0 0 0,0 0 0,-12-2 0,1-1 0,0 0 0,0-1 0,1-1 0,-1-1 0,1 0 0,-22-13 0,32 16 17,0-1 0,0-1 1,1 1-1,-1-1 0,1 0 0,-8-9 0,11 11-123,0-1 0,1 1 0,-1-1 0,1 0 0,0 0 0,0 0-1,0 0 1,1 0 0,-1 0 0,1 0 0,0 0 0,0-1 0,0-4 0,1-2-6720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7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0 293 24575,'0'0'0,"0"0"0,0 0 0,0 0 0,0 0 0,0 0 0,0 0 0,0 0 0,0 0 0,23-4 0,-3 4 0,-20 0 0,1 1 0,0-1 0,-1 0 0,1 0 0,-1 1 0,1-1 0,0 0 0,-1 0 0,1 0 0,0 0 0,0 0 0,-1 0 0,1 0 0,0 0 0,-1-1 0,1 1 0,0 0 0,-1 0 0,1 0 0,-1-1 0,1 1 0,0 0 0,-1-1 0,1 1 0,0-1 0,-6-9 0,2-2 0,3 12 0,0 0 0,1-1 0,-1 1 0,1 0 0,-1 0 0,1-1 0,-1 1 0,1 0 0,-1 0 0,1 0 0,-1 0 0,1 0 0,-1 0 0,1 0 0,-1 0 0,1 0 0,-1 0 0,1 0 0,-1 0 0,1 0 0,-1 0 0,1 0 0,-1 1 0,1-1 0,6 1 0,0-1 0,0 1 0,-1-1 0,1-1 0,0 1 0,-1-1 0,1 0 0,-1-1 0,1 0 0,-1 0 0,0 0 0,1 0 0,-1-1 0,0 0 0,-1-1 0,1 1 0,0-1 0,-1 0 0,0-1 0,0 1 0,5-7 0,9-12 0,-1 0 0,-1-1 0,23-43 0,-9 14 0,-20 32 0,-11 21 0,0 0 0,0 0 0,0 0 0,0 0 0,0 0 0,0 0 0,0 0 0,0 0 0,0 0 0,0 0 0,0 0 0,0 0 0,0 0 0,0 0 0,0 0 0,0 0 0,0 0 0,-1 0 0,1 0 0,0 0 0,0-1 0,0 1 0,0 0 0,0 0 0,0 0 0,0 0 0,0 0 0,0 0 0,0 0 0,0 0 0,-7 12 0,-7 19 0,2 0 0,1 0 0,1 1 0,-6 41 0,-2 3 0,4-24 0,-22 89 0,33-122 0,0 1 0,2-1 0,0 0 0,1 0 0,3 27 0,-2-38 0,1-1 0,-1 0 0,2 0 0,-1 0 0,1 0 0,0 0 0,0 0 0,1-1 0,0 1 0,0-1 0,0 0 0,1 0 0,0 0 0,0-1 0,9 8 0,-10-11 0,0 1 0,0 0 0,0-1 0,1 0 0,-1 0 0,0 0 0,1 0 0,-1-1 0,1 0 0,0 0 0,-1 0 0,1 0 0,0-1 0,0 0 0,-1 0 0,1 0 0,0-1 0,-1 1 0,1-1 0,0 0 0,-1-1 0,1 1 0,-1-1 0,8-3 0,-6 1 0,-1 0 0,1 0 0,-1 0 0,0-1 0,0 0 0,0 0 0,-1 0 0,1-1 0,-1 1 0,-1-1 0,1 0 0,-1 0 0,0 0 0,0-1 0,-1 1 0,0-1 0,0 0 0,1-7 0,-1 3 0,0 1 0,-1-1 0,0 0 0,-1 0 0,0 0 0,-1 1 0,0-1 0,0 0 0,-2 0 0,-5-19 0,3 20 0,0 1 0,0 0 0,-1 0 0,0 0 0,0 1 0,-8-8 0,-47-43 0,54 53 0,-14-11 0,0 0 0,-2 2 0,0 1 0,-27-13 0,50 26 0,0 1 0,0 0 0,-1-1 0,1 1 0,0 0 0,0-1 0,0 1 0,0-1 0,0 1 0,0 0 0,0-1 0,0 1 0,0-1 0,1 1 0,-1 0 0,0-1 0,0 1 0,0 0 0,0-1 0,0 1 0,1 0 0,-1-1 0,0 1 0,0 0 0,1-1 0,-1 1 0,0 0 0,0 0 0,1-1 0,-1 1 0,0 0 0,1 0 0,-1 0 0,1-1 0,11-9 0,3 3-124,-1 0 0,2 2 0,-1-1 0,1 2 0,0 0 0,0 1-1,0 1 1,0 0 0,0 1 0,19 2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7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24575,'0'0'0,"0"0"0,0 0 0,0 0 0,0 0 0,0 0 0,-24 8 0,23-6 0,1 1 0,0-1 0,0 1 0,0 0 0,0-1 0,1 1 0,-1-1 0,1 1 0,-1-1 0,1 1 0,0-1 0,1 4 0,17 31 0,-14-28 0,43 75 0,26 54 0,-66-120 0,-1 0 0,-1 0 0,-1 1 0,-1-1 0,0 1 0,1 24 0,-4-19 0,-1 1 0,-1 0 0,-2 0 0,0-1 0,-7 26 0,5-32 0,-1-1 0,0 1 0,-1-1 0,-1-1 0,0 1 0,-1-1 0,-16 21 0,3-2 95,15-24-220,16-30-1210,-3 6-5491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8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24575,'76'8'0,"-58"-7"0,1 1 0,0 0 0,29 9 0,-44-10 0,1 0 0,0 1 0,-1 0 0,0 0 0,0 0 0,1 1 0,-1 0 0,0-1 0,-1 1 0,1 0 0,-1 1 0,1-1 0,-1 1 0,0 0 0,0-1 0,0 1 0,-1 0 0,1 1 0,-1-1 0,0 0 0,-1 1 0,1-1 0,-1 1 0,1 0 0,-1-1 0,-1 1 0,1 0 0,-1 0 0,0-1 0,0 1 0,0 0 0,0 0 0,-1 0 0,0-1 0,0 1 0,0 0 0,-1-1 0,0 1 0,0-1 0,0 0 0,-5 8 0,-5 7 0,-2-1 0,0 0 0,-1-1 0,-25 22 0,22-21 0,0 0 0,-30 40 0,48-58 0,-1 1 0,0 0 0,1 0 0,-1 0 0,1 0 0,-1 0 0,1 0 0,-1 0 0,1 0 0,0 0 0,-1 0 0,1 0 0,0 0 0,0 0 0,0 0 0,0 0 0,0 0 0,0 0 0,0 0 0,0 0 0,1 1 0,-1-1 0,1 0 0,-1 0 0,1-1 0,0 1 0,-1 0 0,1-1 0,0 1 0,-1-1 0,1 1 0,0-1 0,0 1 0,0-1 0,0 1 0,-1-1 0,1 0 0,0 1 0,0-1 0,2 0 0,5 1 0,0 0 0,0-1 0,0 0 0,11-1 0,168-26-1365,-159 23-5461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14 107 24575,'0'23'0,"-7"142"0,1 17 0,6-179 0,0 0 0,0 0 0,0 0 0,1 1 0,-1-1 0,1 0 0,0 0 0,0 0 0,0 0 0,0 0 0,0 0 0,1 0 0,-1-1 0,1 1 0,0 0 0,0-1 0,0 1 0,0-1 0,0 0 0,4 4 0,-4-5 0,1 0 0,-1 0 0,1 0 0,0 0 0,-1 0 0,1-1 0,0 1 0,0-1 0,-1 0 0,1 0 0,0 0 0,0 0 0,0 0 0,-1 0 0,1-1 0,0 1 0,0-1 0,-1 0 0,1 0 0,-1 0 0,1 0 0,-1 0 0,5-4 0,4-2 0,-1-1 0,0 0 0,0 0 0,0-1 0,-1-1 0,-1 0 0,1 0 0,-2-1 0,1 1 0,8-21 0,4-8 0,25-76 0,-34 84 0,-1-1 0,-2 1 0,-1-2 0,-2 1 0,0-1 0,-2-33 0,-9 191 0,0 433 0,6-543 0,-1 0 0,-1 0 0,-4 18 0,5-27 0,-1-1 0,0 0 0,0 1 0,0-1 0,-1 0 0,0 0 0,0-1 0,0 1 0,0 0 0,-1-1 0,-8 8 0,7-8 6,-1 1 0,1-1 0,-1-1 0,0 1 0,-1-1 0,1 0 0,-1 0 0,1-1 0,-1 0 0,0 0 0,0 0 0,0-1 1,-7 1-1,-8-2-176,1 0 0,0-2 1,-21-3-1,14 1-601,22 3-6055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24575,'-6'28'0,"1"-1"0,1 1 0,1 1 0,1-1 0,4 43 0,-2-19 0,1 242 0,-2-286-33,-1 0 0,1 0-1,-1 0 1,-1-1 0,1 1 0,-7 11-1,3-4-1098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66 24575,'0'-3'0,"0"1"0,0-1 0,0 0 0,1 0 0,-1 1 0,1-1 0,0 1 0,0-1 0,0 0 0,0 1 0,0 0 0,0-1 0,1 1 0,-1 0 0,1-1 0,0 1 0,0 0 0,0 0 0,0 0 0,0 1 0,0-1 0,0 0 0,0 1 0,1 0 0,-1-1 0,1 1 0,-1 0 0,1 0 0,-1 0 0,1 1 0,-1-1 0,1 0 0,0 1 0,4 0 0,2-1 0,0 1 0,1 0 0,-1 0 0,0 1 0,0 0 0,0 1 0,0 0 0,0 0 0,9 5 0,-10-4 0,-1 0 0,0 1 0,0 0 0,-1 0 0,1 1 0,-1 0 0,0 0 0,7 7 0,-10-9 0,-1 0 0,1 1 0,-1-1 0,0 1 0,0-1 0,0 1 0,-1 0 0,1-1 0,-1 1 0,0 0 0,0 0 0,0 0 0,0 0 0,-1 0 0,0 0 0,0 0 0,0 0 0,-1 5 0,0-3 0,0 1 0,-1-1 0,-1 0 0,1 0 0,-1 0 0,0 0 0,0 0 0,0 0 0,-1-1 0,0 1 0,0-1 0,-1 0 0,1-1 0,-1 1 0,0-1 0,0 0 0,-1 0 0,1 0 0,-1-1 0,-10 5 0,-6 2 0,-1-1 0,1-1 0,-2-1 0,-32 5 0,52-11-105,-1 0 0,1-1 0,-1 1 0,1-1 0,-1 0 0,0 0 0,1-1 0,-1 0 0,1 1 0,-1-2 0,1 1 0,-8-3 0,4-1-6721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24575,'64'0'0,"-31"4"0,-20-4 0,0 1 0,-1 1 0,0 0 0,1 1 0,-1 0 0,0 1 0,0 0 0,13 7 0,-24-10 0,0-1 0,0 1 0,0 0 0,0-1 0,-1 1 0,1 0 0,0 0 0,0 0 0,0-1 0,-1 1 0,1 0 0,-1 0 0,1 0 0,-1 0 0,1 0 0,-1 1 0,1-1 0,-1 0 0,0 0 0,0 0 0,1 0 0,-1 2 0,0-1 0,-1 1 0,1-1 0,-1 0 0,1 1 0,-1-1 0,0 0 0,1 0 0,-1 1 0,-1-1 0,0 2 0,-5 6 0,0-1 0,0 0 0,-13 12 0,17-18 0,-12 10 0,0 0 0,-21 13 0,21-16 0,1 0 0,-24 23 0,38-33 0,0 0 0,-1 1 0,1-1 0,0 0 0,-1 1 0,1-1 0,0 0 0,-1 0 0,1 1 0,0-1 0,0 1 0,0-1 0,-1 0 0,1 1 0,0-1 0,0 0 0,0 1 0,0-1 0,-1 1 0,1-1 0,0 1 0,0-1 0,0 0 0,0 1 0,0-1 0,0 1 0,0-1 0,0 0 0,1 1 0,-1-1 0,0 2 0,13 1 0,23-6 0,91-36-48,-81 24-1269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4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24575,'285'13'0,"-195"-20"-1365,-83 7-5461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6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24575,'0'0'0,"0"0"0,0 0 0,0 0 0,0 0 0,0 0 0,0 0 0,0 0 0,18-3 0,7 1 0,1 1 0,49 5 0,-60-3 0,-1 2 0,0-1 0,0 2 0,0 0 0,0 1 0,24 12 0,-35-16 0,0 1 0,0 0 0,0 0 0,0 0 0,-1 0 0,1 1 0,-1-1 0,1 1 0,-1-1 0,0 1 0,0 0 0,0 0 0,0 0 0,-1 0 0,1 0 0,-1 0 0,1 5 0,-1-4 0,0 1 0,-1-1 0,1 1 0,-1-1 0,-1 1 0,1-1 0,-1 0 0,1 1 0,-1-1 0,0 1 0,-4 6 0,-1 3 0,-1 0 0,-1-1 0,0 0 0,-1 0 0,0-1 0,-19 19 0,4-9 0,-1-1 0,-1-2 0,-48 29 0,44-29 0,29-18 0,-18 12 0,18-8 0,14-4 0,41-10 0,-2-2 0,101-35 0,-150 45 0,121-39-1365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6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61 135 24575,'0'0'0,"0"0"0,0 0 0,0 0 0,0 0 0,0 0 0,0 0 0,0 16 0,-2 47 0,-3 0 0,-17 86 0,20-137 0,1-1 0,0 1 0,1 0 0,1 0 0,0 0 0,0-1 0,6 23 0,-6-32 0,0 0 0,-1 0 0,1 0 0,0 0 0,0 0 0,0 0 0,0 0 0,1-1 0,-1 1 0,0 0 0,1-1 0,-1 1 0,1-1 0,-1 0 0,1 1 0,0-1 0,0 0 0,-1 0 0,1 0 0,0 0 0,0 0 0,0 0 0,0-1 0,0 1 0,0-1 0,1 1 0,-1-1 0,3 0 0,0 0 0,-1 0 0,1 0 0,-1 0 0,1-1 0,-1 1 0,1-1 0,-1-1 0,1 1 0,-1 0 0,0-1 0,8-4 0,-3-1 0,-1 1 0,-1-1 0,1 0 0,-1-1 0,0 0 0,-1 0 0,0 0 0,0-1 0,-1 0 0,8-17 0,-1-3 0,-1-2 0,8-37 0,47-254 0,-66 311 0,-5 17 0,-3 23 0,5 25 0,4 58 0,0 3 0,-4 77 0,-8 141 0,10-314 0,-1-1 0,-1 1 0,-1-1 0,-1 0 0,-8 23 0,10-34 0,-1 1 0,1-1 0,-1 0 0,-1-1 0,0 1 0,0-1 0,0 1 0,0-2 0,-1 1 0,0-1 0,0 1 0,-1-2 0,1 1 0,-15 7 0,14-9-65,-1 1 0,0-1 0,1 0 0,-1-1 0,0 0 0,-1 0 0,1-1 0,0 0 0,0 0 0,-1-1 0,1 0 0,0-1 0,-1 1 0,1-2 0,0 1 0,0-1 0,0 0 0,0-1 0,0 0 0,-14-7 0,16 6-6761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7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 24575,'0'0'0,"0"0"0,-1 94 0,-5 1 0,-24 128 0,19-158 0,3 0 0,1 69 0,1-44 0,4-131-1365,0 20-5461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7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21 24575,'0'0'0,"0"0"0,14-5 0,2 1 0,0 0 0,0 1 0,0 1 0,0 1 0,1 0 0,-1 1 0,21 2 0,-27-1 0,0 0 0,0 1 0,0 1 0,0 0 0,0 0 0,-1 0 0,1 1 0,-1 1 0,0 0 0,0 0 0,-1 1 0,15 11 0,-18-12 0,0 0 0,-1 0 0,1 0 0,-1 1 0,0-1 0,0 1 0,-1 0 0,0 0 0,0 0 0,3 9 0,-5-11 0,-1 0 0,1 0 0,-1 0 0,0 1 0,0-1 0,0 0 0,0 0 0,-1 0 0,1 0 0,-1 1 0,0-1 0,-1 0 0,1 0 0,-1-1 0,1 1 0,-1 0 0,-5 7 0,1-3 0,-1 0 0,0 0 0,0 0 0,-1-1 0,0 0 0,0-1 0,0 0 0,-1 0 0,0 0 0,-11 4 0,-17 6 0,-50 16 0,35-14 0,32-10-119,-34 10 370,51-17-376,-1 0 0,0 0 1,0-1-1,0 0 0,0 0 0,0 0 1,0-1-1,0 1 0,0-1 0,0 0 1,-6-2-1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8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248 153 24575,'0'0'0,"0"0"0,0 0 0,0 0 0,0 0 0,0 0 0,-1 119 0,2 126 0,-1-237 0,1 1 0,0-1 0,0 0 0,0 1 0,5 11 0,-6-18 0,1-1 0,-1 1 0,1-1 0,0 0 0,0 1 0,0-1 0,-1 0 0,1 1 0,0-1 0,0 0 0,1 0 0,-1 0 0,0 0 0,0 0 0,0 0 0,1 0 0,-1-1 0,1 1 0,-1 0 0,0-1 0,1 1 0,-1-1 0,1 1 0,-1-1 0,1 0 0,-1 0 0,1 1 0,0-1 0,-1 0 0,1 0 0,-1-1 0,1 1 0,-1 0 0,1 0 0,-1-1 0,1 1 0,2-2 0,0 0 0,1 0 0,-1 0 0,0 0 0,0-1 0,0 1 0,0-1 0,-1 0 0,1 0 0,-1-1 0,0 1 0,5-7 0,3-5 0,13-28 0,-23 41 0,16-32 0,-2-1 0,-1 0 0,17-71 0,-18 41 0,7-97 0,-17 143 0,-1 15 0,-1-1 0,-1 1 0,1-1 0,-1 1 0,0 0 0,0-1 0,-1-7 0,1 12 0,0 0 0,0 0 0,0 0 0,0 0 0,0 0 0,0-1 0,0 1 0,0 0 0,0 0 0,0 0 0,0 0 0,0 0 0,0 0 0,0 0 0,0 0 0,0-1 0,0 1 0,0 0 0,0 0 0,0 0 0,0 0 0,0 0 0,0 0 0,-1 0 0,1 0 0,0 0 0,0 0 0,0 0 0,0 0 0,0-1 0,0 1 0,0 0 0,0 0 0,-1 0 0,1 0 0,0 0 0,0 0 0,0 0 0,0 0 0,0 0 0,0 0 0,0 0 0,0 0 0,-1 0 0,1 0 0,0 0 0,0 0 0,0 0 0,0 0 0,0 1 0,0-1 0,0 0 0,0 0 0,-1 0 0,1 0 0,0 0 0,0 0 0,0 0 0,0 0 0,0 0 0,0 0 0,0 0 0,0 0 0,0 1 0,-7 10 0,-2 17 0,-5 53 0,-5 124 0,16-155 0,-2 43 0,-19 183 0,17-233 0,-1 0 0,-2 0 0,-3-1 0,-21 51 0,29-81 0,-1 0 0,0-1 0,-1 0 0,0 0 0,-1 0 0,0-1 0,0 0 0,-20 16 0,22-21 0,0-1 0,0 0 0,0-1 0,0 1 0,-1-1 0,1 0 0,-1-1 0,0 0 0,0 0 0,0 0 0,0-1 0,0 0 0,0 0 0,0-1 0,0 0 0,0 0 0,-12-2 0,11 0 14,0 1-1,-1-1 0,1-1 0,1 0 1,-1 0-1,0 0 0,1-1 1,-12-7-1,14 8-127,1-1 0,-1 0-1,1 0 1,0-1 0,0 1 0,0-1-1,1 0 1,0 1 0,-1-2 0,2 1-1,-1 0 1,-2-9 0,-1-2-6712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1 557 24575,'8'-5'0,"1"-1"0,-1 0 0,1 0 0,-2 0 0,1-1 0,-1 0 0,0-1 0,6-8 0,45-71 0,-55 81 0,102-203 0,-31 54 0,-61 122 0,-44 82 0,-62 134 0,74-139 0,1 2 0,-13 56 0,29-93 0,0 1 0,0-1 0,1 1 0,1 0 0,-1 0 0,1 0 0,1 0 0,0-1 0,0 1 0,1 0 0,0-1 0,1 1 0,0-1 0,1 0 0,0 0 0,0 0 0,1 0 0,0-1 0,6 9 0,-7-13 0,0-1 0,1 1 0,-1-1 0,1 0 0,0 0 0,0-1 0,0 0 0,0 0 0,0 0 0,1 0 0,-1-1 0,0 1 0,1-2 0,-1 1 0,1 0 0,0-1 0,-1 0 0,1-1 0,-1 1 0,1-1 0,-1 0 0,1 0 0,-1 0 0,0-1 0,0 0 0,0 0 0,1-1 0,-2 1 0,1-1 0,8-6 0,-8 3-114,0 0 1,0 0-1,0-1 0,-1 0 0,0 0 1,0 0-1,-1 0 0,0-1 0,0 1 1,-1-1-1,2-9 0,0 2-6712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24575,'289'-13'0,"-267"13"0,-41-5-1365,7 3-5461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24575,'0'0'0,"0"0"0,0 0 0,0 0 0,183-9 0,10 0 0,-187 9-72,0 0 1,0 0-1,-1-1 0,1 0 0,0 0 0,0 0 0,0 0 0,0-1 1,-1 0-1,1 0 0,-1-1 0,0 1 0,1-1 0,-1-1 0,0 1 1,-1-1-1,1 1 0,4-6 0,0-2-6754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24575,'0'31'0,"13"221"0,-1 78 0,-25-209 0,29-142 0,-7 4-1365,-1 0-5461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0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178 362 24575,'8'24'0,"3"18"0,-2 2 0,6 86 0,-13-109 0,-1-15 0,0 0 0,0 0 0,0-1 0,1 1 0,0 0 0,0-1 0,1 1 0,-1-1 0,1 0 0,0 0 0,5 6 0,-6-9 0,0 0 0,-1 0 0,1 0 0,0 0 0,0 0 0,0-1 0,1 1 0,-1-1 0,0 0 0,0 0 0,1 0 0,-1 0 0,1 0 0,-1 0 0,1 0 0,-1-1 0,1 1 0,-1-1 0,1 0 0,0 0 0,-1 0 0,1 0 0,0 0 0,-1-1 0,1 1 0,-1-1 0,1 1 0,-1-1 0,3-1 0,3-2 0,0-1 0,-1 0 0,1 0 0,-1 0 0,0-1 0,-1 0 0,1 0 0,-1 0 0,-1-1 0,1 0 0,7-13 0,5-10 0,20-49 0,-37 77 0,2-4 0,112-276 0,-107 255 0,-1 0 0,4-33 0,-9 45 0,-1 0 0,0 0 0,-1 0 0,-1 0 0,-4-25 0,5 40 0,0 0 0,0-1 0,0 1 0,0 0 0,0 0 0,0 0 0,0 0 0,0 0 0,0 0 0,0-1 0,0 1 0,0 0 0,0 0 0,-1 0 0,1 0 0,0 0 0,0 0 0,0 0 0,0-1 0,0 1 0,0 0 0,0 0 0,0 0 0,0 0 0,-1 0 0,1 0 0,0 0 0,0 0 0,0 0 0,0 0 0,0 0 0,0 0 0,-1 0 0,1 0 0,0 0 0,0 0 0,0 0 0,0 0 0,0 0 0,0 0 0,-1 0 0,1 0 0,0 0 0,0 0 0,0 0 0,0 0 0,0 0 0,-1 0 0,-6 7 0,-5 10 0,3 6 0,1 1 0,0 1 0,2 0 0,-4 36 0,4-28 0,-41 343 0,44-348 0,-4 82 0,-1 21 0,5-108 0,-1 1 0,-1-2 0,-11 34 0,12-48 0,1 0 0,-1 0 0,0 0 0,-1-1 0,0 0 0,0 0 0,-1 0 0,1 0 0,-1-1 0,-1 0 0,1 0 0,-1-1 0,0 0 0,-1 0 0,1-1 0,-1 0 0,0 0 0,0 0 0,0-1 0,0 0 0,0-1 0,-17 3 0,8-3 0,0-1 0,-1 0 0,1-1 0,0-1 0,-1 0 0,1-2 0,0 0 0,0 0 0,1-2 0,-28-11 0,36 13-170,0-1-1,0 0 0,1-1 1,0 0-1,0 0 0,0 0 1,-11-13-1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1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0 540 24575,'0'0'0,"0"0"0,0 0 0,16-8 0,2-5 0,0-1 0,-1-1 0,0 0 0,-1-1 0,16-22 0,62-97 0,-29 17 0,-41 71 0,35-50 0,-46 75 0,-13 20 0,-8 17 0,-11 20 0,1 2 0,2 0 0,-20 71 0,28-79 0,2 0 0,1 1 0,2 0 0,1 0 0,3 55 0,0-74 0,1-1 0,0 0 0,1 1 0,0-1 0,0 0 0,1-1 0,1 1 0,-1-1 0,1 1 0,1-1 0,0-1 0,0 1 0,1-1 0,11 11 0,-14-15 0,0-1 0,1 1 0,-1-1 0,1 0 0,0 0 0,0 0 0,0 0 0,0-1 0,1 0 0,-1 0 0,0 0 0,1-1 0,0 0 0,-1 0 0,1 0 0,-1-1 0,1 0 0,0 0 0,0 0 0,-1-1 0,1 0 0,-1 0 0,1 0 0,-1-1 0,1 0 0,-1 0 0,10-5 0,-11 5 7,0 0-1,0-1 0,0 1 0,-1-1 1,1 0-1,-1 0 0,0-1 1,0 1-1,0 0 0,0-1 1,-1 0-1,1 0 0,-1 0 0,0 0 1,0 0-1,-1 0 0,1 0 1,1-6-1,-2 1-171,0 0 0,0 0 0,-1 1 0,0-1 0,-1 0 0,0 0 0,0 1 0,-4-13 0,0 3-6661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1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24575,'2'0'0,"0"0"0,0 0 0,0 0 0,0 0 0,0 1 0,0-1 0,0 0 0,0 1 0,2 1 0,10 2 0,127 9 0,0 1 0,-98-11-1365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2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 24575,'17'-13'0,"-2"1"0,29-17 0,-38 26 0,1-1 0,0 1 0,0 1 0,0 0 0,1 0 0,-1 0 0,14-1 0,-17 3 0,-1 0 0,1 0 0,0 0 0,0 1 0,0-1 0,0 1 0,0 0 0,-1 0 0,1 1 0,0-1 0,-1 1 0,1 0 0,-1 0 0,0 0 0,0 0 0,1 0 0,-1 1 0,-1-1 0,1 1 0,0 0 0,-1 0 0,1 0 0,-1 0 0,0 1 0,0-1 0,0 0 0,0 1 0,-1 0 0,0-1 0,1 1 0,-1 0 0,-1 0 0,1-1 0,0 1 0,-1 0 0,0 0 0,0 0 0,0 0 0,0 0 0,-1 0 0,1-1 0,-1 1 0,0 0 0,-2 4 0,-2 2 0,1-1 0,-2 1 0,0-1 0,0 0 0,0-1 0,-14 14 0,-53 40 0,6-6 0,65-53 0,-1-1 0,0 1 0,1 0 0,0-1 0,-1 1 0,1 0 0,0 0 0,-2 5 0,4-7 0,0 0 0,0 0 0,0 1 0,0-1 0,0 0 0,0 0 0,0 0 0,0 0 0,0 0 0,0 0 0,1 1 0,-1-1 0,0 0 0,1 0 0,-1 0 0,1 0 0,-1 0 0,1 0 0,-1 0 0,1 0 0,0 0 0,0-1 0,-1 1 0,1 0 0,0 0 0,0-1 0,0 1 0,0 0 0,0-1 0,0 1 0,2 0 0,3 2 11,1 0 0,0 0 0,0-1 0,0 1 0,1-2 0,-1 1-1,0-1 1,1 0 0,-1-1 0,11 0 0,10-1-754,37-8 1,-45 6-6084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24575,'-13'12'0,"1"1"0,0 0 0,1 0 0,0 2 0,1-1 0,0 1 0,-7 16 0,-44 115 0,43-85 0,1 0 0,4 1 0,2 1 0,-4 115 0,13-152 0,1 0 0,1 0 0,1 0 0,2 0 0,1 0 0,0-1 0,14 39 0,-17-60-105,0 0 0,0 0 0,1-1 0,0 1 0,0 0 0,0-1 0,0 0 0,1 1 0,-1-1 0,1 0 0,0 0 0,5 4 0,-2-3-6721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8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24575,'0'0'0,"0"0"0,0 0 0,0 0 0,-3 13 0,-14 53 0,4 1 0,2 0 0,-3 102 0,15-49 0,-1-119 0,0-1 0,0 1 0,0 0 0,0-1 0,0 1 0,0 0 0,0-1 0,0 1 0,0 0 0,0-1 0,0 1 0,0-1 0,0 1 0,0 0 0,0-1 0,1 1 0,-1 0 0,0-1 0,0 1 0,1-1 0,-1 1 0,1-1 0,-1 1 0,0-1 0,1 1 0,-1-1 0,1 1 0,-1-1 0,1 0 0,-1 1 0,1-1 0,-1 0 0,1 1 0,0-1 0,-1 0 0,1 0 0,-1 1 0,1-1 0,0 0 0,-1 0 0,1 0 0,0 0 0,-1 0 0,1 0 0,0 0 0,-1 0 0,1 0 0,-1 0 0,1 0 0,0-1 0,-1 1 0,2 0 0,1-2 0,0 1 0,0-1 0,0 1 0,-1-1 0,1 0 0,0 0 0,-1 0 0,1 0 0,2-4 0,2-4 0,0-1 0,-1 0 0,0 0 0,-1 0 0,0-1 0,0 0 0,3-17 0,15-88 0,-17 71 0,-6 32 0,2 0 0,-1 0 0,2 1 0,0-1 0,1 1 0,0-1 0,6-12 0,-9 25 0,-1-1 0,1 1 0,0 0 0,-1 0 0,1-1 0,0 1 0,0 0 0,0 0 0,0 0 0,0 0 0,0 0 0,0 0 0,0 0 0,0 0 0,0 1 0,0-1 0,1 0 0,0 0 0,-1 1 0,0 0 0,-1 0 0,1 1 0,0-1 0,-1 0 0,1 0 0,-1 1 0,1-1 0,0 0 0,-1 1 0,1-1 0,-1 1 0,1-1 0,-1 0 0,1 1 0,-1-1 0,0 1 0,1-1 0,-1 1 0,0 0 0,1-1 0,-1 1 0,0-1 0,1 1 0,-1 0 0,0 0 0,3 9 0,0 0 0,-1 0 0,2 15 0,-3-19 0,9 176 0,-9-126 0,2-1 0,11 60 0,-13-113 0,-1 1 0,1 0 0,0 0 0,0-1 0,0 1 0,0 0 0,0-1 0,0 1 0,1-1 0,-1 1 0,1-1 0,-1 0 0,1 0 0,0 0 0,0 0 0,0 0 0,1 0 0,-1 0 0,0-1 0,0 1 0,1-1 0,-1 1 0,1-1 0,0 0 0,-1 0 0,1 0 0,0-1 0,-1 1 0,1-1 0,4 1 0,-3-1 0,0 0 0,0-1 0,0 1 0,0-1 0,0 0 0,0 0 0,0 0 0,0-1 0,0 1 0,0-1 0,0 0 0,-1 0 0,1 0 0,-1-1 0,0 1 0,1-1 0,-1 0 0,0 0 0,-1 0 0,4-4 0,4-8 0,-1-1 0,0 0 0,-1 0 0,0-1 0,-2 0 0,6-23 0,20-114 0,-21 93 0,-1 13-455,-3 0 0,2-71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9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0,0 0 0,20 2 0,12 1 0,30 4 0,-57-6 0,-1 0 0,0 1 0,0-1 0,0 1 0,0-1 0,0 1 0,-1 0 0,1 1 0,0-1 0,-1 1 0,6 5 0,-8-7 0,0 0 0,-1 0 0,1 0 0,0 0 0,-1 0 0,1 0 0,-1 0 0,1 0 0,-1 0 0,1 0 0,-1 1 0,0-1 0,0 0 0,0 0 0,1 1 0,-1-1 0,0 0 0,0 0 0,-1 0 0,1 2 0,-1 0 0,0 0 0,0 0 0,0 0 0,0 0 0,-1 0 0,1 0 0,-5 4 0,1 0 0,0-1 0,-1 0 0,0 0 0,0-1 0,-10 8 0,-22 10 0,39-22 0,-1-1 0,0 0 0,0 1 0,1-1 0,-1 1 0,0-1 0,1 1 0,-1-1 0,0 0 0,1 1 0,-1-1 0,1 1 0,-1-1 0,0 0 0,1 0 0,-1 1 0,1-1 0,-1 0 0,1 0 0,-1 0 0,1 1 0,-1-1 0,1 0 0,-1 0 0,1 0 0,0 0 0,0 0 0,20 5 0,60-3-1365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9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 24575,'0'0'0,"0"0"0,0 0 0,0 0 0,-3 18 0,-45 238 0,44-226 0,1 0 0,2 0 0,2 47 0,1-44 0,-3-21-273,1 0 0,-2-1 0,1 1 0,-5 14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0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66 24575,'-12'27'0,"-102"237"0,103-232 0,1 1 0,2 0 0,1 0 0,2 0 0,1 1 0,0 47 0,4-74 0,1 0 0,0 0 0,0 0 0,0-1 0,1 1 0,0 0 0,0-1 0,0 0 0,1 1 0,0-1 0,0 0 0,6 6 0,-7-8 0,1-1 0,0 0 0,0 0 0,0-1 0,1 1 0,-1-1 0,1 1 0,-1-1 0,1 0 0,0 0 0,0-1 0,0 1 0,0-1 0,0 0 0,0 0 0,0 0 0,0-1 0,0 1 0,0-1 0,1 0 0,4-1 0,13-2 0,-1-1 0,0-1 0,-1-1 0,1-1 0,-1-1 0,0-1 0,-1 0 0,30-21 0,-33 19 0,-1-1 0,-1-1 0,0 0 0,-1-1 0,0 0 0,-1-1 0,-1-1 0,16-26 0,4-16 0,26-67 0,-51 112 0,-1 0 0,0 0 0,-1-1 0,0 0 0,-1 1 0,0-1 0,-2 0 0,1 0 0,-2 0 0,0-1 0,0 1 0,-4-20 0,2 26 0,-1 1 0,1 0 0,-1 0 0,-1 1 0,1-1 0,-1 1 0,0-1 0,-1 1 0,1 0 0,-1 1 0,-1-1 0,1 1 0,-1 0 0,1 1 0,-1-1 0,-8-3 0,3 1 0,-1 1 0,1 0 0,-1 1 0,-1 1 0,1 0 0,-1 0 0,0 1 0,-16-1 0,15 3-105,0 1 0,0 0 0,0 1 0,0 0 0,1 1 0,-1 1 0,0 0 0,1 1 0,0 1 0,0 0 0,0 0 0,-14 9 0,17-8-6721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0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24575,'0'0'0,"0"0"0,0 0 0,0 0 0,0 0 0,0 0 0,0 11 0,1 50 0,1-31 0,-2 1 0,-1-1 0,-8 46 0,9-76 2,0 0-1,0 0 1,0 0-1,0 1 0,0-1 1,0 0-1,0 0 1,0 0-1,0 0 1,0 0-1,0 0 1,0 0-1,0 0 0,0 0 1,0 0-1,0 0 1,0 0-1,0 0 1,0 0-1,-1 1 1,1-1-1,0 0 0,0 0 1,0 0-1,0 0 1,0 0-1,0 0 1,0 0-1,0 0 1,0 0-1,0 0 1,0 0-1,-1 0 0,1 0 1,0 0-1,0 0 1,0 0-1,0 0 1,0 0-1,0 0 1,0 0-1,0 0 0,0 0 1,0-1-1,0 1 1,-1 0-1,1 0 1,0 0-1,0 0 1,0 0-1,0 0 0,0 0 1,0 0-1,0 0 1,0 0-1,0 0 1,0 0-1,0 0 1,0 0-1,0 0 0,0-1 1,0 1-1,0 0 1,0 0-1,0 0 1,-5-6-940,5 5 415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2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24575,'0'0'0,"0"0"0,0 0 0,0 0 0,0 0 0,0 0 0,12 0 0,311-7 0,-309 8-80,13 0 272,-24-2-578,-13-2-705,2 2-5735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5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24575,'-4'22'0,"2"27"0,1 1 0,3-1 0,9 52 0,2 55 0,-12 76-1365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6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24575,'0'0'0,"0"0"0,0 0 0,0 0 0,-4 21 0,1 175 0,5-108 0,-2-34 0,4 111 0,-4-165 0,0 0 0,0 0 0,0 0 0,0 1 0,0-1 0,0 0 0,0 0 0,0 0 0,0 1 0,0-1 0,0 0 0,0 0 0,1 0 0,-1 1 0,0-1 0,0 0 0,0 0 0,0 0 0,0 0 0,0 0 0,0 1 0,0-1 0,1 0 0,-1 0 0,0 0 0,0 0 0,0 0 0,0 0 0,1 1 0,-1-1 0,0 0 0,0 0 0,0 0 0,0 0 0,1 0 0,-1 0 0,0 0 0,0 0 0,0 0 0,1 0 0,8-5 0,6-15 0,-2-4 0,-1-1 0,-2-1 0,15-53 0,8-85 0,-10 43 0,-23 119 0,6-17 0,-6 18 0,0 1 0,0-1 0,0 0 0,0 1 0,1-1 0,-1 1 0,0-1 0,0 0 0,1 1 0,-1-1 0,0 1 0,1-1 0,-1 1 0,1-1 0,-1 1 0,1 0 0,-1-1 0,1 1 0,-1-1 0,1 1 0,-1 0 0,1-1 0,0 1 0,0 0 0,-1 1 0,1-1 0,0 0 0,-1 1 0,1-1 0,-1 1 0,0-1 0,1 1 0,-1-1 0,1 1 0,-1 0 0,0-1 0,1 1 0,-1-1 0,0 1 0,0 0 0,1-1 0,-1 1 0,0 0 0,0-1 0,0 1 0,0 1 0,3 20 0,-2-19 0,8 116 0,6 52 0,-10-141 0,-3-9 0,2 0 0,0-1 0,1 0 0,12 31 0,-17-50 0,1 0 0,-1 0 0,1 1 0,0-1 0,-1 0 0,1 0 0,0 0 0,0 0 0,0 0 0,-1 0 0,1 0 0,0 0 0,0 0 0,0-1 0,1 1 0,-1 0 0,0-1 0,0 1 0,0-1 0,0 1 0,1-1 0,-1 1 0,0-1 0,0 0 0,1 0 0,-1 1 0,0-1 0,1 0 0,-1 0 0,0 0 0,1-1 0,-1 1 0,0 0 0,0 0 0,1-1 0,-1 1 0,0-1 0,0 1 0,1-1 0,-1 1 0,2-2 0,2-2 0,0 1 0,0-1 0,0 0 0,-1 0 0,1-1 0,7-9 0,0-4 14,0-1-1,-1 0 0,-1-1 0,0 0 1,-2 0-1,-1-1 0,0 0 1,4-26-1,-4 4-384,-1-1-1,-3 1 1,-2-52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6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24575,'9'0'0,"0"1"0,0 1 0,15 4 0,9 1 0,-28-6 0,0 0 0,0 1 0,0 0 0,0-1 0,0 2 0,0-1 0,-1 0 0,1 1 0,-1 0 0,1 0 0,4 5 0,-8-7 0,1 1 0,0 0 0,0 0 0,-1-1 0,1 1 0,-1 0 0,1 1 0,-1-1 0,0 0 0,0 0 0,0 0 0,0 1 0,0-1 0,-1 1 0,1-1 0,-1 0 0,1 1 0,-1-1 0,0 1 0,0-1 0,0 1 0,0-1 0,-1 1 0,0 4 0,-3 1 0,1 0 0,-2-1 0,1 1 0,-1-1 0,0 0 0,0 0 0,-1-1 0,0 0 0,0 0 0,-1 0 0,1-1 0,-12 7 0,-30 29 0,83-40 0,-2-6-1365,-19 2-5461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7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0,18 2 0,0 1 0,-2-2 0,0 2 0,0 0 0,0 0 0,-1 1 0,24 11 0,-36-14 0,0 0 0,0 1 0,-1 0 0,1 0 0,0 0 0,-1 0 0,0 0 0,1 0 0,-1 1 0,0-1 0,0 1 0,0-1 0,0 1 0,-1 0 0,1 0 0,-1 0 0,0 0 0,0 0 0,0 0 0,0 0 0,0 0 0,-1 0 0,1 0 0,-1 1 0,0-1 0,0 0 0,0 0 0,0 1 0,-1-1 0,1 0 0,-1 0 0,0 0 0,-2 6 0,1-3 0,0-1 0,0 1 0,-1-1 0,0 1 0,0-1 0,0 0 0,-1 0 0,1 0 0,-9 7 0,-1-1 0,0 0 0,-16 10 0,-10 7 0,36-26 0,-12 13 0,15-15 0,0 0 0,0 1 0,0-1 0,0 1 0,0-1 0,0 1 0,0-1 0,0 0 0,0 1 0,0-1 0,0 1 0,0-1 0,0 1 0,0-1 0,0 1 0,0-1 0,0 0 0,0 1 0,1-1 0,-1 1 0,0-1 0,0 0 0,0 1 0,1-1 0,-1 1 0,0-1 0,1 0 0,-1 0 0,0 1 0,1-1 0,-1 0 0,0 1 0,1-1 0,-1 0 0,1 0 0,-1 0 0,0 1 0,1-1 0,-1 0 0,1 0 0,-1 0 0,1 0 0,0 0 0,7 3 0,-1-1 0,2-1 0,-1 1 0,0-1 0,0-1 0,0 1 0,1-1 0,-1-1 0,0 1 0,16-5 0,-6 1 0,0-1 0,0-1 0,31-15 0,-49 21 2,0 0-1,0 0 0,0 0 0,1 0 0,-1 0 1,0 0-1,0 0 0,0 0 0,0 0 1,0 0-1,0 0 0,1 0 0,-1 0 1,0 0-1,0 0 0,0 0 0,0 0 1,0 0-1,0 0 0,0-1 0,0 1 1,1 0-1,-1 0 0,0 0 0,0 0 1,0 0-1,0 0 0,0 0 0,0 0 1,0-1-1,0 1 0,0 0 0,0 0 1,0 0-1,0 0 0,0 0 0,0 0 1,0-1-1,0 1 0,0 0 0,0 0 1,0 0-1,0 0 0,0 0 0,0 0 1,0 0-1,0-1 0,0 1 0,0 0 1,0 0-1,0 0 0,0 0 0,0 0 1,0 0-1,0 0 0,-1 0 0,1-1 1,0 1-1,0 0 0,0 0 0,0 0 1,-9-3-1219,8 3 991,-7-3-6600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7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94 138 24575,'0'0'0,"0"0"0,0 0 0,-5 14 0,-17 40 0,-21 89 0,35-111 0,2 1 0,1 1 0,2-1 0,1 41 0,2-66 0,1 0 0,-1-1 0,1 1 0,1 0 0,0-1 0,0 0 0,0 1 0,1-1 0,0 0 0,0 0 0,1 0 0,0-1 0,0 1 0,0-1 0,1 0 0,0 0 0,0-1 0,1 0 0,0 1 0,0-2 0,0 1 0,0-1 0,1 0 0,8 4 0,-7-4 0,0-1 0,0 0 0,0 0 0,0-1 0,0 0 0,1-1 0,-1 0 0,1 0 0,-1-1 0,1 0 0,0 0 0,-1-1 0,12-2 0,-9 0 0,0-1 0,-1 1 0,1-2 0,-1 0 0,0 0 0,0-1 0,0 0 0,-1 0 0,11-10 0,-5 2 0,-1 0 0,0-2 0,-1 1 0,-1-2 0,0 0 0,-2 0 0,0-1 0,0 0 0,-2-1 0,12-34 0,-13 27 0,-1 0 0,-2-1 0,0 1 0,-2-1 0,0 0 0,-2 0 0,-1 1 0,-2-1 0,-5-28 0,6 47 0,-1 0 0,0 0 0,-1 0 0,0 0 0,0 0 0,-1 1 0,0 0 0,0 0 0,0 0 0,-1 1 0,0-1 0,0 1 0,-1 1 0,0-1 0,0 1 0,0 1 0,-1-1 0,1 1 0,-1 0 0,-16-5 0,7 4 0,-1 0 0,0 0 0,0 2 0,0 1 0,-1 0 0,1 1 0,-1 1 0,-35 4 0,52-4-91,0 1 0,-1 0 0,1 0 0,0 0 0,0 0 0,0 0 0,0 1 0,0-1 0,0 0 0,0 1 0,0 0 0,0-1 0,1 1 0,-3 3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8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2 0,1 0 0,-1-1 0,1 1 0,0 0 0,-1-1 0,1 1 0,0-1 0,0 0 0,0 1 0,0-1 0,0 0 0,1 1 0,-1-1 0,0 0 0,1 0 0,1 1 0,23 15 0,-15-13 0,-1 0 0,22 4 0,-24-7 0,-1 1 0,0 0 0,0 0 0,0 0 0,0 1 0,0 0 0,-1 0 0,1 1 0,5 4 0,-10-6 0,0 1 0,0-1 0,0 1 0,0 0 0,-1-1 0,1 1 0,-1 0 0,0 0 0,0 0 0,0 0 0,0 0 0,0 0 0,0 0 0,-1 0 0,0 0 0,0 0 0,0 1 0,0-1 0,0 0 0,0 0 0,-1 0 0,1 0 0,-1 0 0,0 0 0,-2 5 0,-1 3 0,-1 0 0,0 0 0,0 0 0,-2-1 0,-8 13 0,-66 70 0,80-93 0,1 1 0,-1 0 0,1-1 0,-1 1 0,0 0 0,1-1 0,-1 1 0,1 0 0,0 0 0,-1 0 0,1-1 0,0 1 0,-1 0 0,1 0 0,0 0 0,0 0 0,0 0 0,0-1 0,-1 1 0,1 0 0,1 0 0,-1 0 0,0 0 0,0 0 0,0 0 0,1 1 0,0-1 0,-1-1 0,1 1 0,0 0 0,0 0 0,0-1 0,0 1 0,0 0 0,0-1 0,0 1 0,1-1 0,-1 1 0,0-1 0,0 0 0,0 0 0,0 1 0,2-1 0,7 1 0,0-1 0,0 0 0,13-2 0,-22 2 0,38-6-682,75-22-1,-101 25-6143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52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0 24575,'15'16'0,"-1"0"0,0 0 0,-1 1 0,-1 1 0,-1 0 0,-1 1 0,10 22 0,-14-25 0,-1 0 0,-1 0 0,0 1 0,-1 0 0,0-1 0,-2 1 0,0 0 0,-1 0 0,-3 26 0,-2-11 0,-1-1 0,-2 0 0,-1 0 0,-2 0 0,-24 49 0,-90 136 0,89-170-1365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53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24575,'30'5'0,"-6"-1"0,-1 0 0,41 15 0,-53-15 0,-1 1 0,0 0 0,0 1 0,0-1 0,0 2 0,-1-1 0,0 2 0,8 8 0,-14-14 0,-1 0 0,0 1 0,-1-1 0,1 1 0,0-1 0,-1 1 0,1 0 0,-1-1 0,0 1 0,0 0 0,0 0 0,0 0 0,-1 0 0,1 0 0,-1 0 0,0 0 0,0 5 0,0-3 0,-1 1 0,0-1 0,-1 0 0,1 1 0,-1-1 0,0 0 0,0 0 0,-1 0 0,-3 5 0,-6 7 0,0-1 0,-2 0 0,-30 28 0,17-17 0,27-27 0,0 0 0,0 0 0,0 0 0,0 0 0,0 0 0,-1 0 0,1 0 0,0 0 0,0 1 0,0-1 0,0 0 0,0 0 0,0 0 0,0 0 0,0 0 0,0 0 0,0 0 0,0 1 0,0-1 0,0 0 0,0 0 0,0 0 0,0 0 0,0 0 0,0 0 0,0 0 0,0 0 0,0 1 0,0-1 0,0 0 0,0 0 0,0 0 0,0 0 0,0 0 0,0 0 0,0 0 0,0 0 0,1 1 0,-1-1 0,0 0 0,0 0 0,0 0 0,0 0 0,0 0 0,0 0 0,0 0 0,0 0 0,0 0 0,1 0 0,-1 0 0,0 0 0,0 0 0,10 3 0,12-2 0,53-15 0,-49 8 0,29-3 0,-52 9-8,-1 0-1,1 1 0,-1-1 0,1 1 1,0 0-1,-1 0 0,1 0 1,3 2-1,1 0-1278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1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24575,'102'6'0,"-112"1"-1365,4-3-5461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6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24575,'27'15'0,"-14"-9"0,1-1 0,0 0 0,0-2 0,0 1 0,0-2 0,1 0 0,-1-1 0,16 0 0,28 4 0,-15 1 0,-1-2 0,1-2 0,0-2 0,-1-1 0,1-2 0,-1-3 0,56-13 0,-38 13 0,-49 5 0,-37 1 0,-194 13 0,42-1 0,-13-12 0,191 0 0,0 0 0,0 0 0,-1 0 0,1 0 0,0 0 0,0 0 0,0 0 0,0 0 0,0 0 0,0 0 0,0 0 0,0 0 0,0-1 0,0 1 0,0 0 0,0 0 0,-1 0 0,1 0 0,0 0 0,0 0 0,0 0 0,0 0 0,0 0 0,0 0 0,0 0 0,0 0 0,0-1 0,0 1 0,0 0 0,0 0 0,0 0 0,0 0 0,0 0 0,0 0 0,0 0 0,0 0 0,0 0 0,0-1 0,0 1 0,0 0 0,0 0 0,0 0 0,0 0 0,0 0 0,0 0 0,0 0 0,1 0 0,-1 0 0,0 0 0,0 0 0,0 0 0,0-1 0,0 1 0,0 0 0,0 0 0,0 0 0,0 0 0,0 0 0,8-8 0,-6 6 0,-1 1 0,1-1 0,0 1 0,-1 0 0,1 0 0,0 0 0,0 0 0,0 0 0,0 0 0,4 0 0,57-1 0,118 14 0,-176-12 0,17 2 0,-1 0 0,1 2 0,-1 1 0,0 0 0,27 11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57 24575,'0'0'0,"0"0"0,0 0 0,0 0 0,24-11 0,0 1 0,0 2 0,0 1 0,1 1 0,0 1 0,0 1 0,26-1 0,157 5 0,-188 1 0,68 5 0,94 21 0,-83-11 0,-120-18 0,-33 1 0,-13 0 0,-29-9 0,44 3 0,-1 3 0,1 1 0,-85 8 0,10 9 0,-60 8 0,191-22 0,-1 0 0,0 0 0,1 1 0,-1-1 0,0 1 0,6 1 0,5 1 0,53 1 0,114-9 0,-48-1 0,-8 12 0,-9 0 0,-109-6 0,17 0 0,-21 2 0,-15 1 0,-29 2 0,1-1 0,-68-3 0,21-1 0,-29 8 0,-26 0 0,130-9 0,15-3 0,21-2 0,131-1-1365,-128 6-5461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2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24575,'222'7'0,"-182"-8"0,-1-2 0,61-11 0,-124 13-1365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0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24575,'0'0'0,"0"0"0,0 0 0,0 0 0,0 0 0,20-3 0,-7 2 0,0 0 0,0 1 0,0 0 0,0 1 0,-1 0 0,1 1 0,0 0 0,-1 1 0,17 7 0,-12-3 0,-1 1 0,0 0 0,0 2 0,-1 0 0,0 0 0,13 14 0,-15-15 0,-1 1 0,20 9 0,16 12 0,-46-30 0,0 1 0,0 0 0,0-1 0,-1 1 0,1 0 0,-1 0 0,1 0 0,-1 1 0,0-1 0,1 0 0,-1 0 0,0 1 0,-1-1 0,1 0 0,0 1 0,-1-1 0,1 4 0,-1-1 0,0 0 0,0 0 0,0 0 0,-1 0 0,0 0 0,0 0 0,0-1 0,-4 8 0,-1 3 0,-1-1 0,-1 0 0,-1-1 0,-17 23 0,8-16 0,-1 0 0,0-1 0,-42 31 0,-75 39 0,99-66 0,29-18 0,4-3 0,0 0 0,0 0 0,1 1 0,0 0 0,-6 4 0,9-6 0,0-1 0,0 0 0,-1 0 0,1 0 0,0 1 0,0-1 0,0 0 0,0 0 0,0 1 0,0-1 0,0 0 0,-1 0 0,1 1 0,0-1 0,0 0 0,0 0 0,0 1 0,0-1 0,0 0 0,0 0 0,0 1 0,0-1 0,1 0 0,-1 0 0,0 1 0,0-1 0,0 0 0,0 0 0,0 1 0,0-1 0,0 0 0,1 0 0,-1 0 0,0 1 0,0-1 0,19 6 0,-3-4 0,0-1 0,0-1 0,0-1 0,22-2 0,66-17 0,-36 6 0,17-5 0,35-4 0,-120 22-4,0 1 1,1-1-1,-1 1 0,0-1 0,0 0 1,0 1-1,0-1 0,1 1 0,-1-1 0,0 0 1,0 1-1,0-1 0,0 1 0,-1-1 1,1 0-1,0 1 0,0-1 0,0 1 0,0-1 1,-1 0-1,1 1 0,0-1 0,0 1 1,-1-1-1,0 0 0,-1-6-1263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6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1 24575,'-3'1'0,"-1"1"0,1-1 0,-1 1 0,1 0 0,0 0 0,0 0 0,0 0 0,0 1 0,0-1 0,1 1 0,-3 3 0,-8 9 0,1 0 0,1 1 0,0 0 0,-10 22 0,-29 74 0,36-76 0,2 1 0,1 0 0,2 0 0,2 1 0,2 0 0,1 1 0,1-1 0,3 1 0,8 75 0,-5-98 0,1-1 0,1 1 0,0-1 0,1 0 0,12 23 0,48 68 0,-54-90 0,-10-13-97,0-1-1,0 0 1,0 0-1,0 0 1,0 0-1,1 0 1,-1 0-1,1-1 1,-1 1-1,1-1 1,0 0-1,0 0 0,4 1 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24575,'-8'36'0,"1"0"0,2 0 0,-1 69 0,5-28 0,0-39 0,2-1 0,8 58 0,-8-90 0,0 0 0,0 0 0,0 0 0,1 0 0,0-1 0,3 7 0,-4-11 0,-1 1 0,1 0 0,-1 0 0,1 0 0,0 0 0,-1-1 0,1 1 0,0 0 0,0 0 0,-1-1 0,1 1 0,0-1 0,0 1 0,0-1 0,0 1 0,0-1 0,0 1 0,0-1 0,0 0 0,0 0 0,0 1 0,0-1 0,0 0 0,0 0 0,0 0 0,0 0 0,0 0 0,0 0 0,0 0 0,0-1 0,0 1 0,0 0 0,0-1 0,0 1 0,0 0 0,0-1 0,0 1 0,1-2 0,4-2 0,-1 0 0,1-1 0,-1 0 0,0 0 0,-1 0 0,1 0 0,-1-1 0,0 1 0,0-1 0,-1 0 0,0-1 0,3-6 0,4-14 0,11-45 0,-17 59 0,44-219 0,-48 232 0,0 0 0,0 0 0,0-1 0,0 1 0,0 0 0,0 0 0,0 0 0,0 0 0,0 0 0,0 0 0,-1 0 0,1 0 0,0 0 0,0-1 0,0 1 0,0 0 0,0 0 0,0 0 0,0 0 0,0 0 0,0 0 0,0 0 0,0 0 0,0 0 0,1-1 0,-1 1 0,0 0 0,0 0 0,0 0 0,0 0 0,0 0 0,0 0 0,0 0 0,0 0 0,0 0 0,0 0 0,0-1 0,0 1 0,0 0 0,0 0 0,0 0 0,1 0 0,-1 0 0,0 0 0,0 0 0,0 0 0,0 0 0,0 0 0,0 0 0,0 0 0,0 0 0,0 0 0,1 0 0,-1 0 0,0 0 0,0 0 0,0 0 0,0 0 0,0 0 0,0 0 0,0 0 0,0 0 0,0 0 0,1 0 0,-1 0 0,0 0 0,0 0 0,4 10 0,3 17 0,6 76 0,12 59 0,-21-143 0,2 0 0,0-1 0,0 0 0,2 0 0,1 0 0,14 22 0,-22-38 0,0 0 0,1 0 0,-1 0 0,1 0 0,0 0 0,0 0 0,0-1 0,0 1 0,0-1 0,0 1 0,0-1 0,0 0 0,0 1 0,1-1 0,-1-1 0,0 1 0,1 0 0,-1 0 0,1-1 0,-1 0 0,1 1 0,-1-1 0,1 0 0,0 0 0,-1 0 0,1-1 0,-1 1 0,1-1 0,2 0 0,-1-1 0,0 1 0,0-1 0,0 0 0,-1 0 0,1 0 0,-1-1 0,1 1 0,-1-1 0,0 0 0,0 0 0,0 0 0,0 0 0,-1-1 0,1 1 0,-1-1 0,0 0 0,2-3 0,4-14 0,-1 0 0,-1-1 0,-1 0 0,5-41 0,-3-92 0,-7 150-195,-1 0 0,1 0 0,-1 0 0,0 1 0,0-1 0,-3-7 0,2 6-6631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7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24575,'23'3'0,"-1"1"0,1 1 0,-1 1 0,38 16 0,-58-22 0,-1 1 0,1 0 0,-1-1 0,0 1 0,1 0 0,-1-1 0,0 1 0,1 0 0,-1 0 0,0 0 0,0 0 0,0 0 0,0 1 0,0-1 0,0 0 0,0 0 0,-1 1 0,1-1 0,0 0 0,-1 1 0,1-1 0,-1 1 0,1-1 0,-1 1 0,0-1 0,0 1 0,0-1 0,1 1 0,-1-1 0,-1 1 0,1-1 0,0 3 0,-2 1 0,0-1 0,0 0 0,-1 1 0,1-1 0,-1 0 0,0-1 0,0 1 0,0 0 0,-6 4 0,-9 8 0,0-2 0,-30 18 0,-7 6 0,55-38 0,0 1 0,1-1 0,-1 0 0,0 1 0,0-1 0,0 0 0,1 0 0,-1 1 0,0-1 0,1 0 0,-1 1 0,0-1 0,1 0 0,-1 0 0,0 0 0,1 1 0,-1-1 0,0 0 0,1 0 0,-1 0 0,0 0 0,1 0 0,-1 0 0,1 0 0,-1 0 0,0 0 0,1 0 0,-1 0 0,0 0 0,1 0 0,-1 0 0,1 0 0,-1 0 0,19 2 0,-1-3 30,0 0 0,0-1 0,27-6 0,-35 5-216,1 0 1,-1 0-1,-1-1 0,1 0 1,-1-1-1,1 0 1,11-9-1,-11 6-6640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8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1 335 24575,'0'0'0,"0"0"0,0 0 0,0 0 0,2 3 0,0 0 0,-1-1 0,1 2 0,-1-1 0,0 0 0,0 0 0,0 0 0,0 4 0,0-6 0,4 23 0,0 0 0,-2 0 0,1 36 0,-8 75 0,3-117 0,-1 8 0,2 0 0,0 0 0,6 32 0,-6-58 0,0 0 0,0 0 0,0 1 0,0-1 0,0 0 0,0 0 0,0 0 0,0 1 0,0-1 0,0 0 0,0 0 0,0 0 0,0 1 0,0-1 0,0 0 0,1 0 0,-1 0 0,0 1 0,0-1 0,0 0 0,0 0 0,0 0 0,0 0 0,1 1 0,-1-1 0,0 0 0,0 0 0,0 0 0,1 0 0,-1 0 0,0 0 0,0 1 0,0-1 0,1 0 0,-1 0 0,0 0 0,0 0 0,0 0 0,1 0 0,-1 0 0,0 0 0,0 0 0,0 0 0,1 0 0,-1 0 0,0 0 0,1 0 0,9-11 0,9-18 0,85-202 0,-26 51 0,-54 133 0,-11 24 0,-1 0 0,-1-1 0,-1-1 0,-2 0 0,10-40 0,-39 154 0,3-18 0,7-25 0,-12 71 0,21-101 0,0 1 0,1 0 0,1 0 0,4 32 0,-3-46 0,-1 0 0,1 1 0,0-1 0,0 0 0,0 0 0,0 0 0,1 1 0,-1-1 0,1 0 0,0-1 0,-1 1 0,2 0 0,-1 0 0,0-1 0,0 1 0,1-1 0,-1 0 0,1 0 0,4 3 0,-1-3 0,-1 1 0,1-1 0,0-1 0,0 1 0,0-1 0,0 0 0,0 0 0,0-1 0,0 1 0,8-2 0,-4 1 0,-1-1 0,1-1 0,-1 1 0,1-1 0,-1-1 0,0 0 0,0 0 0,0-1 0,0 0 0,0-1 0,14-9 0,-13 5 0,1 0 0,-1 0 0,-1-1 0,0 0 0,0 0 0,-1-1 0,12-21 0,-9 9 0,0 0 0,-2 0 0,-1-1 0,0 0 0,-2 0 0,-1-1 0,0 0 0,0-44 0,-5 49 0,0 0 0,-6-33 0,4 45 0,1 0 0,-1 0 0,-1 0 0,1 0 0,-2 0 0,1 0 0,-1 1 0,0 0 0,-5-7 0,5 10 0,1 0 0,-1 0 0,0 1 0,0 0 0,0 0 0,0 0 0,-1 0 0,1 0 0,-1 1 0,0 0 0,0 0 0,0 1 0,0-1 0,0 1 0,0 0 0,0 0 0,0 1 0,0-1 0,-8 1 0,7 1 0,0-1 0,0 1 0,0 0 0,1 0 0,-1 1 0,0 0 0,0 0 0,1 0 0,-1 0 0,1 1 0,0 0 0,0 0 0,0 1 0,0 0 0,1-1 0,-7 8 0,-20 32-1365,27-35-5461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8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11 0,7 112 0,-1 5 0,-5-120 17,0 0 0,0 0 0,0 0 0,1 0 0,3 8 0,4 16-1484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9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24575,'49'2'0,"-29"0"0,32-2 0,157-4 0,-146 4 0,-60 0-136,-1 0-1,1-1 1,-1 1-1,1-1 1,-1 1-1,0-1 1,1 0-1,-1 0 0,3-2 1,3-1-6690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0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24575,'0'0'0,"0"22"0,12 315 0,-4-137 0,-8-200 0,0 0 0,-1 0 0,1 0 0,0 0 0,0 1 0,0-1 0,0 0 0,0 0 0,0 0 0,0 0 0,0 1 0,0-1 0,0 0 0,0 0 0,0 0 0,0 0 0,0 1 0,0-1 0,0 0 0,0 0 0,0 0 0,0 0 0,0 1 0,0-1 0,0 0 0,0 0 0,0 0 0,0 0 0,0 1 0,0-1 0,1 0 0,-1 0 0,0 0 0,0 0 0,0 0 0,0 1 0,0-1 0,0 0 0,1 0 0,-1 0 0,0 0 0,0 0 0,0 0 0,0 0 0,1 0 0,-1 0 0,0 0 0,0 0 0,0 0 0,0 0 0,1 0 0,-1 0 0,0 0 0,0 0 0,0 0 0,0 0 0,1 0 0,-1 0 0,0 0 0,0 0 0,0 0 0,0 0 0,1 0 0,-1 0 0,0 0 0,0 0 0,0 0 0,0 0 0,1-1 0,8-12 0,5-28-149,-1 0 0,12-67-1,-19 77-767,4-18-5909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0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24575,'1'-1'0,"0"1"0,0 0 0,0 0 0,0 0 0,0 0 0,0 1 0,0-1 0,0 0 0,0 0 0,0 0 0,0 1 0,0-1 0,0 1 0,0-1 0,0 1 0,0-1 0,0 1 0,0-1 0,0 1 0,-1 0 0,1 0 0,0-1 0,0 1 0,-1 0 0,1 0 0,-1 0 0,1 0 0,-1-1 0,1 1 0,-1 0 0,1 0 0,-1 0 0,0 0 0,1 0 0,-1 0 0,0 1 0,0-1 0,0 1 0,2 7 0,-1 0 0,0 1 0,-1 10 0,0-15 0,-2 144 0,-1-71 0,3 0 0,16 119 0,-10-179 0,-6-17 0,1-1 0,-1 0 0,0 0 0,0 0 0,0 1 0,0-1 0,1 0 0,-1 0 0,0 0 0,0 0 0,1 0 0,-1 0 0,0 0 0,0 1 0,0-1 0,1 0 0,-1 0 0,0 0 0,0 0 0,1 0 0,-1 0 0,0 0 0,0 0 0,1 0 0,-1 0 0,0 0 0,0 0 0,1-1 0,-1 1 0,0 0 0,0 0 0,1 0 0,-1 0 0,0 0 0,0 0 0,1-1 0,1-1 0,0 0 0,-1-1 0,1 1 0,0-1 0,-1 0 0,0 1 0,1-1 0,-1 0 0,1-5 0,42-186 0,-24 91 0,-6 34 0,-7 29 0,1 1 0,16-42 0,-24 81 0,0-1 0,0 1 0,0-1 0,0 1 0,1-1 0,-1 0 0,0 1 0,0-1 0,1 1 0,-1-1 0,0 1 0,1 0 0,-1-1 0,0 1 0,1-1 0,-1 1 0,1 0 0,-1-1 0,1 1 0,-1 0 0,1-1 0,-1 1 0,1 0 0,-1 0 0,1-1 0,-1 1 0,1 0 0,0 0 0,-1 0 0,1 0 0,-1 0 0,1 0 0,-1 0 0,1 0 0,0 0 0,0 0 0,1 1 0,0 0 0,0 0 0,-1 0 0,1 0 0,0 0 0,0 1 0,-1-1 0,1 1 0,-1-1 0,3 3 0,1 3 0,1 0 0,-1 1 0,0 0 0,5 11 0,-2 4 0,-1 1 0,-1 0 0,3 31 0,3 77 0,-8-68 0,-3-49 0,1 1 0,0-1 0,1 0 0,1 0 0,1-1 0,0 1 0,0-1 0,2 0 0,-1 0 0,15 20 0,-20-33 0,0 0 0,-1 0 0,1 0 0,0 0 0,0 0 0,0 0 0,0 0 0,0 0 0,0-1 0,0 1 0,0 0 0,0-1 0,0 1 0,0 0 0,0-1 0,1 0 0,-1 1 0,0-1 0,0 0 0,1 1 0,-1-1 0,0 0 0,0 0 0,1 0 0,-1 0 0,0 0 0,0 0 0,1-1 0,-1 1 0,0 0 0,0-1 0,1 1 0,-1-1 0,0 1 0,0-1 0,0 1 0,0-1 0,0 0 0,2-1 0,0-1 0,1-1 0,-1 1 0,0-1 0,0 1 0,-1-1 0,1 0 0,-1 0 0,0 0 0,3-8 0,6-24 0,-1 0 0,-2 0 0,5-66 0,-6-117 0,-7 203 0,0-83 0,-13-101 0,12 199 4,1 1-1,0-1 1,0 1-1,0-1 1,-1 0-1,1 1 1,0-1-1,-1 1 1,1-1-1,0 1 1,-1-1 0,1 1-1,-1-1 1,1 1-1,-1 0 1,1-1-1,-1 1 1,1-1-1,-1 1 1,1 0-1,-1 0 1,0-1-1,1 1 1,-1 0-1,1 0 1,-1 0-1,0-1 1,1 1-1,-1 0 1,0 0-1,1 0 1,-1 0-1,-1 1 1,-22 3-1489,17-3-5341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24575,'28'-1'0,"-7"0"0,0 1 0,23 3 0,-40-2 0,1-1 0,-1 1 0,0 0 0,1 0 0,-1 1 0,0-1 0,0 1 0,0 0 0,0 0 0,0 0 0,0 1 0,0-1 0,-1 1 0,1 0 0,4 5 0,-6-5 0,0 1 0,-1-1 0,1 1 0,-1-1 0,0 1 0,0-1 0,0 1 0,0 0 0,0 0 0,-1-1 0,0 1 0,0 0 0,0 0 0,0 0 0,-1-1 0,1 1 0,-1 0 0,0 0 0,0-1 0,0 1 0,0 0 0,-3 2 0,-3 11 0,-1-1 0,-1-1 0,-13 18 0,5-10 0,11-17 0,2 0 0,-1 0 0,1 1 0,-1-1 0,2 1 0,-1 0 0,-2 9 0,6-16 0,-1 1 0,1-1 0,0 0 0,0 1 0,0-1 0,0 1 0,0-1 0,0 1 0,0-1 0,0 1 0,0-1 0,1 1 0,-1-1 0,0 1 0,0-1 0,0 1 0,0-1 0,1 1 0,-1-1 0,0 0 0,0 1 0,1-1 0,-1 0 0,0 1 0,1-1 0,-1 1 0,1-1 0,-1 0 0,18 6 0,20-7 0,-36 0 0,78-7 0,-78 7-91,0 1 0,-1-1 0,1 1 0,0-1 0,-1 0 0,1 0 0,-1 0 0,1 0 0,-1 0 0,1 0 0,-1 0 0,0 0 0,1 0 0,0-2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0,18 4 0,-8-1 0,1-1 0,21 0 0,18 4 0,-46-5 0,-1 0 0,1 0 0,-1 1 0,0-1 0,1 1 0,-1-1 0,0 1 0,0 0 0,0 0 0,0 1 0,3 2 0,-2-1 0,0 1 0,-1-1 0,1 0 0,-1 1 0,-1 0 0,1-1 0,0 1 0,-1 0 0,0 1 0,0-1 0,-1 0 0,0 0 0,0 1 0,0-1 0,0 1 0,-1-1 0,0 1 0,0-1 0,0 1 0,-1-1 0,0 1 0,0-1 0,-2 9 0,-1-4 0,0 0 0,-1 0 0,0 0 0,-1 0 0,0-1 0,0 0 0,-1 0 0,0-1 0,0 1 0,-16 12 0,20-19 0,0 1 0,1-1 0,-1 1 0,1 0 0,-1 0 0,1 0 0,0 0 0,0 0 0,0 1 0,1-1 0,-1 0 0,1 1 0,-1-1 0,1 1 0,-1 6 0,2-8 0,0 0 0,1 1 0,-1-1 0,0 0 0,0 0 0,1 0 0,-1 0 0,1 0 0,0 0 0,0 0 0,0 0 0,0 0 0,0 0 0,0-1 0,0 1 0,0 0 0,1-1 0,-1 1 0,1-1 0,-1 1 0,1-1 0,0 0 0,-1 1 0,1-1 0,0 0 0,0 0 0,0 0 0,3 1 0,2 0 7,1 0 0,0 0 0,-1 0 0,1-1 0,0 0 1,0 0-1,0-1 0,0 0 0,0-1 0,0 1 0,0-1 0,-1-1 0,1 0 0,0 0 0,-1 0 0,9-5 0,-2 1-193,0-1 1,-1 0-1,0-1 0,-1-1 1,0 0-1,0-1 1,17-17-1,-17 13-6640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2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78 24575,'0'0'0,"0"0"0,0 0 0,-2 6 0,-19 57 0,-28 90 0,42-125 0,1 0 0,1 1 0,-1 47 0,6-51 0,5 38 0,-5-56 0,1 0 0,1 0 0,-1 0 0,1-1 0,1 1 0,-1-1 0,1 0 0,0 1 0,0-1 0,8 10 0,-8-14 0,-1 0 0,1 0 0,-1 0 0,1 0 0,0 0 0,0 0 0,0-1 0,0 0 0,0 1 0,0-1 0,0 0 0,0-1 0,1 1 0,-1 0 0,0-1 0,1 0 0,-1 0 0,0 0 0,0 0 0,1 0 0,-1-1 0,5-1 0,1 0 0,0 0 0,0-1 0,-1 0 0,1-1 0,-1 0 0,13-9 0,-6 2 0,0-1 0,-1 0 0,0-1 0,-2-1 0,1 0 0,-2-1 0,0 0 0,0-1 0,-2 0 0,0 0 0,-1-1 0,8-23 0,-5 7 0,-1-2 0,-1 1 0,-3-1 0,0 0 0,0-57 0,-5 84 0,-2 0 0,1 1 0,-1-1 0,0 0 0,-1 1 0,0-1 0,0 1 0,0 0 0,-1-1 0,-4-6 0,5 10 0,-1 0 0,1 1 0,-1-1 0,1 1 0,-1 0 0,0 0 0,0 0 0,0 0 0,-1 0 0,1 1 0,-1-1 0,0 1 0,1 0 0,-1 0 0,0 1 0,0-1 0,0 1 0,0 0 0,-1 0 0,-4-1 0,1 1 0,-1 0 0,1 1 0,0 0 0,-1 1 0,1 0 0,-1 0 0,1 0 0,0 1 0,0 0 0,0 1 0,0 0 0,0 0 0,1 1 0,-14 8 0,13-6 0,0 0 0,1 1 0,0 0 0,1 0 0,-1 0 0,1 1 0,0 0 0,1 0 0,0 0 0,1 1 0,-1 0 0,-4 15 0,6-16-170,1 0-1,0 0 0,0 0 1,1 0-1,0 0 0,0 0 1,1 16-1,2-11-6655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3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0,25 5 0,-11-2 0,-2-1 0,1 0 0,-1 1 0,23 9 0,-33-11 0,0 0 0,1 0 0,-1 0 0,0 1 0,0-1 0,0 0 0,0 1 0,0-1 0,0 1 0,0 0 0,-1 0 0,1 0 0,-1 0 0,1 0 0,-1 0 0,0 0 0,0 0 0,0 0 0,0 1 0,0-1 0,0 0 0,-1 1 0,1-1 0,-1 0 0,1 1 0,-1 3 0,0-3 0,-1-1 0,1 1 0,-1 0 0,1-1 0,-1 1 0,0 0 0,0-1 0,-1 0 0,1 1 0,0-1 0,-1 0 0,1 1 0,-4 3 0,-30 24 0,13-12 0,22-18 0,0 0 0,0 0 0,0 0 0,0 1 0,0-1 0,0 0 0,-1 0 0,1 0 0,0 0 0,0 0 0,0 0 0,0 0 0,0 0 0,0 1 0,0-1 0,0 0 0,0 0 0,0 0 0,0 0 0,0 0 0,0 0 0,0 1 0,0-1 0,0 0 0,0 0 0,0 0 0,0 0 0,0 0 0,0 0 0,0 1 0,0-1 0,0 0 0,0 0 0,0 0 0,0 0 0,0 0 0,0 0 0,0 1 0,0-1 0,0 0 0,0 0 0,0 0 0,1 0 0,-1 0 0,0 0 0,0 0 0,0 0 0,0 0 0,0 0 0,0 1 0,11 2 0,11-2 0,23-7 0,1-2 0,48-14 0,-88 20-57,-1 0 0,1 0 1,-1 0-1,0 0 0,1-1 0,-1 0 0,-1 0 0,1-1 0,0 1 0,-1-1 0,0 0 1,0 0-1,0 0 0,0-1 0,0 1 0,-1-1 0,0 0 0,0 0 0,-1 0 1,1-1-1,-1 1 0,0 0 0,1-8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3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24575,'0'0'0,"0"0"0,0 0 0,0 0 0,0 0 0,0 0 0,4 8 0,27 46 0,-3 2 0,41 116 0,-65-155 0,0 0 0,-1 0 0,-1 1 0,-1-1 0,-1 1 0,0-1 0,-1 1 0,-1-1 0,0 0 0,-1 0 0,-1 0 0,-8 22 0,-9 14 0,-2 0 0,-41 68 0,12-19-1365,45-85-5461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9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24575,'16'-11'0,"0"7"0,1 1 0,0 0 0,-1 2 0,29-1 0,16 0 0,72-21 0,-91 15 0,0 1 0,0 1 0,47 1 0,-62 1-1365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9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24575,'0'0'0,"0"0"0,0 0 0,0 0 0,-2 3 0,1-1 0,-1 1 0,1 0 0,0 0 0,0-1 0,0 1 0,0 0 0,-1 5 0,2-8 0,-3 18 0,0 0 0,1-1 0,1 1 0,2 28 0,12 74 0,-4-46 0,1-6 0,-6-49 0,-1 1 0,0-1 0,-2 1 0,-1 0 0,-3 36 0,2-30-1365,1-20-5461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2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24575,'27'2'0,"350"0"0,-91-4 0,13 8 0,178 6 0,313 26 0,-423-43 0,3 1 0,42 12 0,-240 8 0,-220-11-1365,41-4-5461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3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46 24575,'0'0'0,"0"0"0,0 0 0,0 9 0,-4 347 0,4-339 0,1 1 0,0 0 0,1-1 0,6 26 0,-7-39 0,0 0 0,0 0 0,1-1 0,-1 1 0,1 0 0,0-1 0,0 0 0,0 1 0,1-1 0,-1 0 0,1 0 0,-1 0 0,1 0 0,0 0 0,0-1 0,0 0 0,1 1 0,-1-1 0,1 0 0,-1 0 0,1-1 0,-1 1 0,1-1 0,0 0 0,0 0 0,5 1 0,-5-2 0,1 0 0,-1 0 0,1-1 0,-1 1 0,1-1 0,-1 0 0,1 0 0,-1-1 0,0 1 0,0-1 0,1 0 0,-1 0 0,-1-1 0,1 1 0,0-1 0,0 1 0,-1-1 0,0-1 0,1 1 0,2-4 0,7-8 0,-2-1 0,0 0 0,11-21 0,-20 34 0,20-39 0,-1-1 0,-2-1 0,-2 0 0,-2-1 0,-2-1 0,-1-1 0,5-59 0,-16 100 0,1-1 0,-1 1 0,1 0 0,5-12 0,-3 9 0,-8 25 0,2 0 0,-2 32 0,1-17 0,-60 545 0,59-546 0,-2 0 0,0-1 0,-2 1 0,-15 35 0,17-52 0,0 0 0,-1 0 0,0-1 0,0 1 0,-2-2 0,1 1 0,-2-1 0,1-1 0,-2 0 0,1 0 0,-14 9 0,16-14 0,-1-1 0,1 0 0,-1-1 0,0 1 0,0-2 0,0 1 0,0-1 0,0-1 0,0 0 0,-1 0 0,1-1 0,0 0 0,-1 0 0,1-1 0,0-1 0,-11-2 0,-10-3 0,0-2 0,1-1 0,-41-21 0,63 28-151,0-1-1,1 0 0,-1 0 0,1 0 1,0-1-1,1 0 0,-1 0 1,-5-6-1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0 593 24575,'7'-2'0,"0"-1"0,0 0 0,0-1 0,-1 1 0,0-1 0,0 0 0,10-10 0,37-38 0,-51 50 0,33-37 0,-2-2 0,-1-1 0,26-48 0,-44 66 0,0-2 0,-2 1 0,-2-2 0,0 0 0,-1 0 0,-2 0 0,5-38 0,-11 30 0,-1 34 0,0 1 0,0 0 0,0 0 0,0 0 0,0-1 0,0 1 0,0 0 0,0 0 0,0 0 0,0-1 0,0 1 0,0 0 0,0 0 0,0-1 0,-1 1 0,1 0 0,0 0 0,0 0 0,0 0 0,0-1 0,0 1 0,0 0 0,-1 0 0,1 0 0,0 0 0,0-1 0,0 1 0,0 0 0,-1 0 0,1 0 0,0 0 0,0 0 0,0 0 0,-1 0 0,1 0 0,0 0 0,0-1 0,0 1 0,-1 0 0,-9 16 0,7-7 0,0 1 0,0 0 0,1 0 0,-2 17 0,-2 10 0,-37 140 0,-8 33 0,48-192 0,1 0 0,0 1 0,1-1 0,1 0 0,4 30 0,-2-37 0,0 1 0,1-1 0,0 0 0,1 0 0,0 0 0,1-1 0,0 1 0,0-1 0,14 18 0,-17-25 0,0-1 0,0 1 0,0-1 0,1 0 0,-1 0 0,1 0 0,0 0 0,-1 0 0,1-1 0,0 1 0,0-1 0,0 0 0,0 0 0,0 0 0,0 0 0,0 0 0,0-1 0,1 1 0,-1-1 0,0 0 0,0 0 0,1 0 0,-1 0 0,0-1 0,0 1 0,0-1 0,0 0 0,0 0 0,0 0 0,0 0 0,0-1 0,4-1 0,-1 0 0,-1-1 0,1 0 0,-1 0 0,0 0 0,0-1 0,0 1 0,0-1 0,-1 0 0,0-1 0,0 1 0,0-1 0,-1 1 0,1-1 0,3-12 0,-3 3-124,-1 0 0,-1 0 0,0-1 0,-1 1 0,-1-1 0,-1 1-1,0-1 1,0 1 0,-2 0 0,-8-29 0,5 21-6702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4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13 24575,'-14'-4'0,"6"2"0,1 0 0,-1 0 0,0 1 0,1 0 0,-1 0 0,-15 1 0,30 0 0,0 0 0,-1 1 0,1 0 0,-1 0 0,9 2 0,6 2 0,134 28-1365,-132-28-5461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5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5886 119 24575,'0'0'0,"0"0"0,0 0 0,0 0 0,0 0 0,-20-15 0,9 8 0,-1 0 0,-1 1 0,1 0 0,-1 1 0,0 0 0,0 1 0,0 1 0,-21-3 0,-14 1 0,-54 1 0,56 4 0,-49-7 0,-55-12 0,-226 0 0,-144 45 0,516-26 0,-180 9 0,-63 5 0,-121 13 0,70-1 0,107-6 0,-198-8 0,383-12 0,-492-13 0,-132-13 0,584 25 0,-112-7 0,-87 1 0,36 9 0,-264 15 0,71 34 0,362-46-1365,34-4-5461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146 171 24575,'0'0'0,"0"0"0,0 0 0,0 0 0,0 0 0,14-10 0,-9 4 0,-11 5 0,2 3 0,1-1 0,0 1 0,-1-1 0,1 1 0,0 0 0,0 1 0,0-1 0,1 0 0,-1 1 0,0-1 0,1 1 0,0 0 0,-1 0 0,1 0 0,-2 5 0,-4 6 0,1 2 0,-6 15 0,12-29 0,-18 54 0,2 1 0,3 0 0,2 1 0,-7 109 0,19-164 0,-1 13 0,0-1 0,4 31 0,-3-42 0,1-1 0,0 1 0,-1-1 0,1 1 0,0-1 0,1 1 0,-1-1 0,0 0 0,1 0 0,0 0 0,0 0 0,0 0 0,0 0 0,0 0 0,1-1 0,-1 1 0,1-1 0,-1 1 0,7 2 0,3 1 0,1-1 0,-1-1 0,1 0 0,1-1 0,-1 0 0,0-1 0,1 0 0,-1-1 0,1-1 0,-1 0 0,1-1 0,-1-1 0,1 0 0,-1 0 0,0-1 0,0-1 0,0 0 0,0-1 0,-1-1 0,0 1 0,0-2 0,0 0 0,-1 0 0,0-1 0,18-17 0,-9 3 0,-1 0 0,-1-1 0,-1-1 0,-1 0 0,-1-1 0,-1-1 0,-1-1 0,12-38 0,-17 42 0,-1-1 0,-2 0 0,0 0 0,-2 0 0,-1 0 0,0-1 0,-2 1 0,-1-1 0,-1 1 0,-6-33 0,5 47 0,1 1 0,-2-1 0,1 1 0,-1-1 0,0 1 0,-1 0 0,0 1 0,-1-1 0,0 1 0,0 0 0,0 1 0,-1-1 0,-1 1 0,1 0 0,-1 1 0,0 0 0,0 0 0,-1 1 0,1 0 0,-1 1 0,-1-1 0,1 2 0,0-1 0,-1 1 0,0 1 0,0 0 0,0 0 0,0 1 0,0 0 0,0 1 0,0 0 0,0 0 0,0 1 0,0 1 0,0 0 0,0 0 0,1 1 0,-1 0 0,1 0 0,-10 6 0,15-7-85,-1 1 0,1-1-1,0 1 1,0 0 0,1 1-1,-1-1 1,1 0 0,-1 1-1,1 0 1,0 0 0,0 0-1,1 0 1,-1 0 0,1 1-1,-2 6 1,2-5-6741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7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24575,'11'40'0,"-5"19"0,-2-1 0,-5 85 0,-1-40 0,2-20 0,5-97-1365,-2 7-5461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174 112 24575,'7'25'0,"-1"0"0,-1 0 0,-1 0 0,1 46 0,-11 103 0,6-160 0,-10 96 0,-1 46 0,11-152 0,0-1 0,0 1 0,0 0 0,0-1 0,1 1 0,0 0 0,-1 0 0,1-1 0,1 1 0,-1-1 0,0 1 0,1-1 0,0 0 0,2 4 0,-3-6 0,1 1 0,-1-1 0,1 0 0,-1 0 0,1 0 0,0 0 0,0 0 0,-1 0 0,1 0 0,0-1 0,0 1 0,0-1 0,0 1 0,0-1 0,0 0 0,0 1 0,0-1 0,0 0 0,0 0 0,0-1 0,0 1 0,0 0 0,-1-1 0,1 1 0,0-1 0,0 1 0,0-1 0,2-1 0,7-3 0,0-1 0,-1 0 0,1 0 0,-1-1 0,-1-1 0,1 1 0,-1-2 0,0 1 0,14-20 0,5-9 0,27-49 0,-51 79 0,25-46 0,-2 0 0,-3-2 0,-2 0 0,-2-2 0,-3 0 0,16-102 0,-31 147 0,0 0 0,-1 0 0,0 0 0,-1 0 0,-2-14 0,2 25 0,0 1 0,0 0 0,0 0 0,0 0 0,0-1 0,0 1 0,0 0 0,0 0 0,0 0 0,0-1 0,0 1 0,0 0 0,0 0 0,0 0 0,0-1 0,0 1 0,0 0 0,0 0 0,0 0 0,-1-1 0,1 1 0,0 0 0,0 0 0,0 0 0,0 0 0,0-1 0,-1 1 0,1 0 0,0 0 0,0 0 0,0 0 0,0 0 0,-1 0 0,1 0 0,0 0 0,0 0 0,0-1 0,-1 1 0,1 0 0,0 0 0,-1 0 0,-6 8 0,-3 17 0,-4 29 0,4 1 0,-6 73 0,9-63 0,-14 172 0,11-99 0,-41 202 0,45-315 0,0 0 0,-2-1 0,-1 0 0,-1-1 0,-18 32 0,23-46 0,0-1 0,-1 0 0,0-1 0,0 1 0,-1-1 0,0-1 0,0 1 0,-1-1 0,0 0 0,0-1 0,0 0 0,-1 0 0,0-1 0,1 0 0,-2 0 0,1-1 0,-14 3 0,14-4 0,0-1 0,1 1 0,-1-2 0,0 1 0,0-2 0,0 1 0,1-1 0,-1 0 0,0-1 0,1 0 0,-1 0 0,1-1 0,-1 0 0,1 0 0,0-1 0,1 0 0,-1-1 0,1 1 0,-1-1 0,2-1 0,-1 0 0,0 0 0,1 0 0,0 0 0,1-1 0,-1 0 0,1 0 0,1-1 0,-1 0 0,-3-9 0,-7-25-1365,10 27-5461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0 596 24575,'19'-20'0,"66"-95"0,113-197 0,-178 275 0,31-74 0,-116 269 0,10-29 0,40-89 0,1 1 0,1 1 0,-9 66 0,20-94 0,1 0 0,1 0 0,0 0 0,1 0 0,1-1 0,5 22 0,-5-26 0,1 0 0,1 0 0,-1-1 0,2 1 0,-1-1 0,1 0 0,0 0 0,1 0 0,0-1 0,11 11 0,-12-13 0,1 0 0,0-1 0,0 0 0,0-1 0,0 1 0,0-1 0,1 0 0,-1-1 0,1 0 0,0 0 0,0 0 0,0-1 0,0 0 0,0 0 0,0 0 0,0-1 0,0 0 0,0-1 0,1 0 0,-1 0 0,11-4 0,-12 4 0,-1-1 0,1 0 0,-1 0 0,0-1 0,0 1 0,0-1 0,0 0 0,0-1 0,0 1 0,-1-1 0,0 0 0,0 0 0,0 0 0,0-1 0,-1 1 0,1-1 0,-1 0 0,-1 0 0,1 0 0,-1 0 0,1-1 0,-1 1 0,-1-1 0,1 1 0,-1-1 0,0 0 0,0-7 0,-1 1 0,0 0 0,-2 0 0,1 0 0,-1 0 0,-1 1 0,0-1 0,-1 1 0,0-1 0,0 1 0,-1 0 0,-1 1 0,-7-11 0,5 8 0,-2 0 0,0 1 0,0 0 0,-1 0 0,-1 1 0,0 1 0,0 0 0,-23-14 0,-1 5 0,-53-20 0,51 24 0,-46-26 0,84 41 0,0 0 0,0 0 0,-1 0 0,1 0 0,0 0 0,0 0 0,0 0 0,0-1 0,0 1 0,-1 0 0,1 0 0,0 0 0,0 0 0,0 0 0,0 0 0,0-1 0,0 1 0,0 0 0,0 0 0,0 0 0,-1 0 0,1-1 0,0 1 0,0 0 0,0 0 0,0 0 0,0 0 0,0-1 0,0 1 0,0 0 0,0 0 0,0 0 0,0 0 0,0-1 0,0 1 0,1 0 0,-1 0 0,0 0 0,0 0 0,0-1 0,0 1 0,0 0 0,0 0 0,0 0 0,0 0 0,1-1 0,10-6 0,14-3 0,13-1-195,1 2 0,0 2 0,0 2 0,0 1 0,1 2 0,56 5 0,-79-2-6631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5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123 232 24575,'-15'18'0,"9"-8"0,1 0 0,0 0 0,1 0 0,0 1 0,1 0 0,0-1 0,1 1 0,0 0 0,1 0 0,0 1 0,0-1 0,2 11 0,0-9 0,0-1 0,1 0 0,0 0 0,1 0 0,0 0 0,1 0 0,0-1 0,1 1 0,1-1 0,10 18 0,-14-27 0,0 1 0,0-1 0,0 1 0,0-1 0,0 0 0,0 0 0,0 0 0,1 0 0,-1 0 0,1 0 0,0-1 0,-1 1 0,1-1 0,0 1 0,0-1 0,0 0 0,0-1 0,0 1 0,0 0 0,0-1 0,0 1 0,0-1 0,0 0 0,0 0 0,0 0 0,0-1 0,1 1 0,-1-1 0,0 0 0,0 0 0,-1 0 0,5-1 0,1-2 0,-1 0 0,0-1 0,0 1 0,-1-1 0,1-1 0,-1 1 0,0-1 0,-1 0 0,1 0 0,8-14 0,4-11 0,-1 0 0,-2-1 0,-2-1 0,13-44 0,23-142 0,-38 137 0,-26 229 0,6-70 0,0 136 0,14-130 0,0-3 0,-4 0 0,-8 81 0,6-151 0,-1 0 0,-1 0 0,0 0 0,0-1 0,-1 1 0,0-1 0,-1 0 0,0 0 0,0-1 0,-1 1 0,0-1 0,0 0 0,-1-1 0,0 1 0,0-2 0,-15 11 0,12-9 0,-2-1 0,1 0 0,-1-1 0,0 0 0,0-1 0,0-1 0,-1 1 0,0-2 0,0 0 0,0-1 0,0 0 0,-19 0 0,25-2 0,0 0 0,0-1 0,0 0 0,1-1 0,-1 1 0,1-1 0,-1 0 0,1-1 0,0 1 0,-8-6 0,10 6 0,0-1 0,0 1 0,1-1 0,-1 0 0,1 0 0,0-1 0,0 1 0,0 0 0,1-1 0,-1 0 0,1 0 0,0 0 0,0 0 0,0 0 0,0 0 0,-1-7 0,-2-14-1365,3 3-5461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6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0 598 24575,'0'0'0,"0"0"0,0 0 0,0 0 0,18 2 0,-10-3 0,-1 1 0,0-1 0,0-1 0,0 1 0,0-1 0,0 0 0,-1-1 0,1 0 0,-1 0 0,1 0 0,-1-1 0,0 0 0,0 0 0,-1-1 0,1 1 0,5-7 0,8-10 0,0 0 0,27-42 0,-24 28 0,-2-2 0,-1-1 0,-1 0 0,-3-1 0,-1-1 0,-2-1 0,12-72 0,-21 104 0,-1 0 0,1 0 0,0 1 0,9-18 0,-15 38 0,-1-1 0,2 1 0,-3 18 0,1 0 0,1-16 0,-67 499 0,70-506 0,0 0 0,1 0 0,0 0 0,0 0 0,1 0 0,0-1 0,0 1 0,1 0 0,-1-1 0,8 13 0,-4-11 0,-1 1 0,1-1 0,0-1 0,1 1 0,0-1 0,0 0 0,10 7 0,-13-11 0,-1-1 0,0 0 0,1 0 0,0 0 0,-1-1 0,1 1 0,0-1 0,0 0 0,0 0 0,0 0 0,0 0 0,0-1 0,0 0 0,0 1 0,0-1 0,0-1 0,0 1 0,0-1 0,0 0 0,0 0 0,-1 0 0,1 0 0,0 0 0,0-1 0,-1 0 0,1 0 0,-1 0 0,6-4 0,-4 2 0,1-1 0,-1 1 0,-1-1 0,1-1 0,-1 1 0,1 0 0,-1-1 0,-1 0 0,1 0 0,-1 0 0,0-1 0,-1 1 0,0-1 0,0 1 0,0-1 0,1-8 0,-2-3-341,-1 0 0,0 0-1,-4-26 1,1 22-6485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6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88 24575,'0'0'0,"-12"18"0,82-39 0,-3 0 0,98-17 0,-144 34 0,93-17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24575,'42'1'0,"0"2"0,0 2 0,50 13 0,-82-16 0,-1 1 0,0 0 0,0 0 0,0 1 0,-1 0 0,1 1 0,-1-1 0,0 2 0,0-1 0,13 13 0,-18-14 0,1 1 0,-1-1 0,0 0 0,0 1 0,0-1 0,0 1 0,-1 0 0,0 0 0,0 0 0,-1 0 0,1 1 0,-1-1 0,0 0 0,0 1 0,-1-1 0,1 0 0,-1 1 0,-1-1 0,1 1 0,-3 9 0,-1 0 0,0-1 0,-1 0 0,-1 0 0,0 0 0,-1 0 0,-16 23 0,-3-2 0,-32 35 0,-64 48 0,81-82 0,-55 63 0,95-98 0,0 1 0,0-1 0,0 1 0,0-1 0,0 1 0,0-1 0,0 1 0,0 0 0,1-1 0,-1 1 0,0 0 0,1 0 0,0 0 0,-1-1 0,1 4 0,0-3 0,0-1 0,1 0 0,-1 0 0,0 0 0,1 0 0,-1 0 0,1 0 0,-1 0 0,1 0 0,0 0 0,-1 0 0,1 0 0,0 0 0,0-1 0,-1 1 0,1 0 0,0 0 0,0-1 0,1 2 0,3 0 0,-1 0 0,1 0 0,0-1 0,-1 1 0,1-1 0,0 0 0,0 0 0,0 0 0,0-1 0,6 0 0,28-3 0,0-2 0,-1-1 0,0-2 0,0-2 0,0-2 0,-2-1 0,36-17 0,10-11-1365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24575,'1'2'0,"1"0"0,-1 0 0,1 0 0,-1 1 0,0-1 0,0 0 0,0 1 0,1 3 0,3 15 0,-1 1 0,-1 0 0,-1 0 0,0 26 0,0-5 0,31 297 0,-32-329 0,7 30 0,-8-40 0,0 1 0,1 0 0,-1-1 0,1 1 0,-1-1 0,1 1 0,0-1 0,0 0 0,-1 1 0,1-1 0,0 0 0,0 0 0,0 1 0,1-1 0,-1 0 0,0 0 0,0 0 0,1 0 0,-1 0 0,2 0 0,-2-1 0,1 1 0,-1-1 0,0-1 0,1 1 0,-1 0 0,0 0 0,0 0 0,1-1 0,-1 1 0,0 0 0,0-1 0,0 1 0,0-1 0,1 0 0,-1 1 0,0-1 0,0 0 0,0 0 0,0 1 0,0-1 0,-1 0 0,2-1 0,19-26 0,-7 3 0,-1 0 0,-1-1 0,-2 0 0,9-31 0,23-115 0,-33 130 0,23-120 0,-32 162 0,0 1 0,0-1 0,0 0 0,0 0 0,0 0 0,0 0 0,0 0 0,1 0 0,-1 0 0,0 0 0,0 0 0,0 0 0,0 0 0,0 0 0,0 0 0,0 0 0,0 0 0,0 0 0,0 0 0,0 0 0,0 0 0,0 0 0,0 0 0,0 0 0,1 0 0,-1 0 0,0 0 0,0 0 0,0 0 0,0 0 0,0 0 0,0 0 0,0 0 0,0 0 0,0 0 0,0 0 0,0 0 0,0 0 0,0 0 0,0-1 0,0 1 0,0 0 0,0 0 0,0 0 0,0 0 0,1 0 0,-1 0 0,0 0 0,0 0 0,0 0 0,0 0 0,0 0 0,0 0 0,0 0 0,0 0 0,0 0 0,0 0 0,0-1 0,0 1 0,0 0 0,0 0 0,0 0 0,0 0 0,0 0 0,0 0 0,-1 0 0,5 7 0,1 11 0,1 18 0,39 176 0,-30-152 0,10 35 0,-21-82 0,1-2 0,0 1 0,0 0 0,1-1 0,11 15 0,-14-22 0,20 21 0,-22-24 0,0 0 0,0-1 0,0 1 0,0-1 0,0 1 0,0-1 0,0 1 0,0-1 0,0 0 0,0 1 0,0-1 0,0 0 0,0 0 0,0 0 0,0 0 0,0 0 0,0 0 0,0 0 0,1 0 0,-1 0 0,0-1 0,0 1 0,0 0 0,0-1 0,0 1 0,0 0 0,1-2 0,3-2 0,0 0 0,0 0 0,-1-1 0,1 1 0,-1-1 0,-1 0 0,1 0 0,-1 0 0,1-1 0,-2 1 0,1-1 0,0 0 0,2-10 0,1-9 0,0 0 0,2-25 0,-8 47 0,19-251 0,-6 44 0,-6 127-1365,-7 73-5461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14 24575,'0'0'0,"0"0"0,0 0 0,0 0 0,-27-7 0,23 6 0,-15-5 0,19 10 0,12 7 0,-6-7 0,1 0 0,0-1 0,-1 1 0,1-1 0,0 0 0,1-1 0,-1 0 0,14 2 0,30 10 0,-49-13 0,0 0 0,-1 0 0,1 0 0,0 0 0,-1 0 0,1 0 0,-1 0 0,1 0 0,-1 0 0,1 1 0,-1-1 0,0 1 0,0-1 0,1 1 0,-1 0 0,0-1 0,-1 1 0,1 0 0,1 3 0,-1-2 0,-1 0 0,1 0 0,-1 1 0,0-1 0,0 0 0,-1 0 0,1 0 0,0 1 0,-1-1 0,0 0 0,-1 3 0,-2 5 0,0-1 0,-1 0 0,-1-1 0,0 1 0,-13 16 0,14-19 0,-1 0 0,0 1 0,0-1 0,-1-1 0,1 1 0,-1-1 0,-16 10 0,40 2 0,-12-15 0,-1-1 0,1 0 0,0 0 0,0-1 0,0 1 0,0-1 0,0 0 0,1 0 0,-1-1 0,9 0 0,-3 0 0,1-1 0,-1 0 0,0 0 0,13-5 0,8-9-1365,-24 10-5461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0,2 1 0,-1 0 0,1 0 0,0 0 0,-1 0 0,1 0 0,-1 1 0,0-1 0,3 3 0,-1 18 0,0 0 0,-2 44 0,0-23 0,2 34 0,0 83 0,-3-158 120,0-4-1605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24575,'8'5'0,"0"-1"0,1 0 0,0-1 0,0 0 0,0 0 0,0-1 0,0 0 0,1-1 0,-1 0 0,0 0 0,1-1 0,11-1 0,26-5 0,-1-2 0,1-1 0,-2-3 0,49-19 0,-65 32-1365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24575,'0'0'0,"0"0"0,0 0 0,11 5 0,1-2 0,0 0 0,0-1 0,0 0 0,1-1 0,-1 0 0,17-2 0,75-11 0,54-23 0,12-1 0,-189 59-1365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09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19 376 24575,'-18'-82'0,"18"81"0,0 0 0,0-1 0,0 1 0,0 0 0,1-1 0,-1 1 0,0 0 0,1-1 0,-1 1 0,1 0 0,0 0 0,-1 0 0,1-1 0,0 1 0,0 0 0,0 0 0,-1 0 0,1 0 0,0 0 0,0 0 0,1 1 0,-1-1 0,0 0 0,0 0 0,2 0 0,32-14 0,-34 14 0,24-5 0,-1 1 0,1 1 0,0 2 0,0 0 0,0 1 0,31 4 0,14-2 0,143-7 0,44 0 0,1050-19 0,-870 15 0,261-16 0,-87-17 0,154-16 0,-287 24 0,-139 14 0,-280 20-1365,-45 2-5461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8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86 24575,'0'0'0,"8"16"0,4 15 0,-1 1 0,-1-1 0,8 47 0,5 99 0,-1-6 0,-22-170 0,0 0 0,0 0 0,0 1 0,1-1 0,-1 0 0,1 0 0,-1 0 0,1 0 0,-1 0 0,1 1 0,0-1 0,-1 0 0,1 0 0,0 0 0,0-1 0,0 1 0,0 0 0,0 0 0,0 0 0,0-1 0,0 1 0,0 0 0,0-1 0,0 1 0,0-1 0,0 1 0,1-1 0,-1 0 0,0 0 0,0 1 0,1-1 0,-1 0 0,0 0 0,0 0 0,1 0 0,-1 0 0,0 0 0,0-1 0,1 1 0,-1 0 0,0-1 0,2 0 0,4-1 0,-1-1 0,-1 1 0,1-1 0,0 0 0,-1-1 0,10-6 0,-6 1 0,-1 1 0,0-2 0,0 1 0,-1-1 0,0 0 0,11-21 0,24-71 0,-38 93 0,25-68 0,-3-2 0,23-119 0,-41 132 0,-25 431 0,13-208 0,3-86 0,-12 154 0,9-197 0,0 0 0,-2 0 0,-2-1 0,0 0 0,-21 46 0,25-65 0,-1 0 0,0 0 0,0 0 0,-1-1 0,0 0 0,0 0 0,0 0 0,-1-1 0,0 0 0,0 0 0,-1-1 0,-15 9 0,12-9 0,-1 0 0,0-1 0,0-1 0,0 0 0,0 0 0,-1-1 0,1-1 0,-1 0 0,-13 0 0,2-2-227,1-1-1,0-1 1,0 0-1,0-2 1,-43-14-1,44 9-6598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8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0 662 24575,'4'-2'0,"0"0"0,0 0 0,0-1 0,-1 1 0,1-1 0,-1 0 0,0 0 0,1 0 0,2-6 0,-2 5 0,16-19 0,-2-2 0,0 0 0,27-53 0,33-93 0,-64 138 0,25-71 0,-22 55 0,23-45 0,-31 75 0,-7 15 0,-8 13 0,-28 53 0,2 2 0,4 1 0,-24 79 0,45-118 0,1-1 0,1 2 0,2-1 0,0 0 0,2 50 0,2-64 0,0 0 0,1 0 0,0 0 0,1 0 0,0 0 0,1 0 0,0 0 0,1-1 0,0 0 0,1 0 0,0-1 0,1 1 0,0-1 0,15 16 0,-16-21 0,1 0 0,0 0 0,0-1 0,1 0 0,-1 0 0,1-1 0,0 1 0,0-2 0,0 1 0,0-1 0,0 0 0,1-1 0,-1 0 0,1-1 0,-1 1 0,1-2 0,-1 1 0,0-1 0,1 0 0,-1-1 0,0 0 0,1 0 0,12-6 0,-17 6-114,0-1 1,0 1-1,0-1 0,-1 0 0,1 0 1,-1-1-1,0 1 0,0-1 0,0 1 1,0-1-1,2-4 0,4-8-6712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9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0,47 7 0,-11-1 0,55 0 0,151-7 0,-182-8-1365,-45 6-5461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9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24575,'31'-1'0,"5"1"0,39 4 0,-66-3 0,0 0 0,0 1 0,0 0 0,0 0 0,-1 1 0,1 0 0,-1 1 0,0 0 0,14 8 0,-20-10 0,-1-1 0,1 1 0,0 0 0,-1-1 0,1 1 0,-1 0 0,1 0 0,-1 0 0,0 0 0,0 0 0,0 0 0,0 1 0,0-1 0,0 0 0,0 0 0,-1 1 0,1 1 0,-1 1 0,0 0 0,0 0 0,0-1 0,-1 1 0,1 0 0,-1 0 0,0-1 0,-2 6 0,-2 2 0,-1 1 0,0-1 0,0-1 0,-1 1 0,-11 13 0,-2-2 0,-1-1 0,-1-1 0,-47 35 0,23-20 0,45-35 0,-23 22 0,24-22 0,-1-1 0,1 0 0,0 1 0,0-1 0,-1 0 0,1 1 0,0-1 0,0 1 0,0-1 0,0 0 0,-1 1 0,1-1 0,0 1 0,0-1 0,0 1 0,0-1 0,0 0 0,0 1 0,0-1 0,0 1 0,0-1 0,0 1 0,0-1 0,1 1 0,0 0 0,-1-1 0,1 1 0,0-1 0,-1 1 0,1-1 0,0 0 0,0 1 0,0-1 0,-1 0 0,1 0 0,0 0 0,0 1 0,0-1 0,0 0 0,-1 0 0,1 0 0,0 0 0,1-1 0,22-2 0,0 0 0,-1-2 0,0-1 0,0-1 0,27-12 0,6-1 0,75-21-1365,-116 37-5461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8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8 24575,'-3'98'0,"5"-46"0,7 319 0,-10-360 0,1 6 0,-1 0 0,2 0 0,0 0 0,1 0 0,1 0 0,7 21 0,-10-36 0,0-1 0,1 0 0,-1 1 0,1-1 0,-1 0 0,1 0 0,0 0 0,-1 0 0,1 0 0,0 0 0,0 0 0,0 0 0,0 0 0,0 0 0,0 0 0,0 0 0,0 0 0,0-1 0,0 1 0,2 0 0,-2-1 0,1 0 0,-1 0 0,0 0 0,0 0 0,0 0 0,0 0 0,1 0 0,-1-1 0,0 1 0,0 0 0,0-1 0,0 1 0,0-1 0,0 1 0,0-1 0,0 0 0,0 1 0,1-2 0,3-3 0,0 0 0,-1 0 0,0 0 0,0-1 0,0 1 0,0-1 0,2-7 0,21-55 0,-2-1 0,25-122 0,12-36 0,-60 221 0,0 1 0,0 0 0,1 0 0,0 0 0,0 0 0,1 1 0,4-6 0,-8 9 0,1 0 0,-1 1 0,1-1 0,0 0 0,-1 0 0,1 1 0,0-1 0,0 1 0,0-1 0,-1 0 0,1 1 0,0 0 0,0-1 0,0 1 0,0-1 0,0 1 0,0 0 0,0 0 0,0-1 0,0 1 0,0 0 0,0 0 0,0 0 0,0 0 0,0 0 0,0 1 0,0-1 0,-1 0 0,1 0 0,0 0 0,0 1 0,0-1 0,0 1 0,0-1 0,0 1 0,0-1 0,-1 1 0,1-1 0,0 1 0,0 0 0,-1-1 0,1 1 0,0 0 0,-1 0 0,1-1 0,-1 1 0,1 0 0,0 1 0,5 9 0,-1 0 0,-1 0 0,0 1 0,0-1 0,-1 1 0,2 13 0,7 77 0,-10-85 0,5 100 0,-6-70 0,2 1 0,2 0 0,22 87 0,-25-129 0,0 0 0,1 0 0,0 0 0,0-1 0,0 1 0,1-1 0,0 0 0,0 0 0,0 0 0,0-1 0,8 7 0,-10-10 0,0 1 0,0-1 0,-1 0 0,1 0 0,0 0 0,0 0 0,0 0 0,0 0 0,0-1 0,1 1 0,-1-1 0,0 1 0,0-1 0,0 0 0,0 0 0,1 0 0,-1 0 0,0 0 0,0 0 0,0-1 0,1 1 0,-1-1 0,0 1 0,0-1 0,0 0 0,0 0 0,0 0 0,0 0 0,0 0 0,-1-1 0,1 1 0,0 0 0,-1-1 0,1 1 0,-1-1 0,2-2 0,4-4 0,-1-1 0,0 0 0,-1-1 0,0 1 0,-1-1 0,0 0 0,0 0 0,-1 0 0,3-20 0,0-5 0,0-61 0,-2-328 0,-4 420-151,0 1-1,0-1 0,0 1 0,-1-1 1,0 1-1,0-1 0,0 1 1,-2-6-1,-2 1-6674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24575,'18'-3'0,"-1"0"0,1 1 0,0 1 0,0 1 0,-1 0 0,1 2 0,23 4 0,-38-6 0,1 0 0,-1 1 0,0 0 0,0 0 0,0 0 0,0 0 0,0 0 0,0 0 0,0 1 0,0 0 0,-1-1 0,1 1 0,0 0 0,-1 0 0,0 0 0,1 1 0,-1-1 0,0 1 0,0-1 0,0 1 0,-1 0 0,1-1 0,-1 1 0,1 0 0,-1 0 0,0 0 0,0 0 0,0 0 0,-1 1 0,1-1 0,-1 0 0,1 0 0,-1 0 0,0 1 0,0-1 0,-1 0 0,1 0 0,-1 0 0,0 1 0,-1 3 0,-1 2 0,0-1 0,-1 0 0,0 0 0,-1-1 0,0 1 0,0-1 0,0 0 0,-1 0 0,-11 10 0,6-7 0,-1-1 0,0 0 0,0 0 0,-27 13 0,60-11 0,-5-8-18,0 0-1,0-1 1,0-1 0,0 0-1,31-3 1,-8 1-1237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 24575,'0'0'0,"0"0"0,0 0 0,0 0 0,0 473 0,0-472 4,1-1 0,-1 1 0,0 0 0,0-1 0,0 1 0,0-1 0,0 1 0,-1 0 0,1-1 0,0 1 0,0-1 0,0 1 0,0 0 0,-1-1 0,1 1 0,0-1 0,0 1 0,-1-1 0,1 1 0,-1-1 0,1 1 0,0-1 0,-1 0 0,1 1 0,-1-1 0,1 1 0,-1-1 0,1 0 0,-1 1 0,-1-1-97,1 0 0,0 0 1,0 0-1,0 0 0,0 0 0,0-1 0,-1 1 0,1 0 1,0-1-1,0 1 0,0 0 0,0-1 0,0 1 1,0-1-1,-2-1 0,-5-4-6733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0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24575,'16'15'0,"-3"-7"0,0-1 0,0 0 0,28 11 0,-30-15 0,0 1 0,0 1 0,-1 0 0,0 0 0,0 1 0,-1 1 0,1-1 0,8 10 0,-15-13 0,0 0 0,-1 0 0,1 1 0,-1-1 0,0 1 0,0-1 0,0 1 0,-1 0 0,1-1 0,-1 1 0,0 0 0,0 0 0,0 0 0,-1 0 0,0 1 0,1-1 0,-1 0 0,0 0 0,-1 0 0,1 0 0,-1 0 0,0 0 0,0 0 0,0 0 0,-1 0 0,1 0 0,-4 5 0,-5 9 0,0-1 0,-2-1 0,0 0 0,-21 22 0,9-11 0,21-22 0,-1-1 0,1 1 0,0-1 0,0 1 0,1 0 0,0 0 0,-1 0 0,2 0 0,-3 10 0,6-14 0,0 0 0,0-1 0,1 0 0,-1 1 0,0-1 0,0 0 0,1 0 0,2 0 0,-4 0 0,14-1 0,-1 0 0,1-1 0,-1 0 0,1-1 0,-1-1 0,0-1 0,0 0 0,23-11 0,-30 10-80,4-1 272,-11 7-220,0 0 0,0 0 0,1 0 1,-1 1-1,0-1 0,0 0 0,0 0 0,1 0 0,-1 0 0,0 0 0,0 0 1,0 0-1,1 0 0,-1 1 0,0-1 0,0 0 0,0 0 0,0 0 1,0 0-1,1 1 0,-1-1 0,0 0 0,0 0 0,0 0 0,0 1 0,0-1 1,0 0-1,0 0 0,0 0 0,0 1 0,0-1 0,0 0 0,0 0 0,0 0 1,0 1-1,0-1 0,0 0 0,0 0 0,0 1 0,0-1 0,0 0 1,0 0-1,0 0 0,0 1 0,0-1 0,-1 0 0,1 0 0,0 0 0,0 0 1,0 1-1,0-1 0,-1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1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3 24575,'0'0'0,"0"0"0,0 0 0,0 0 0,-25-2 0,19 2 0,0-1 0,0 1 0,0 1 0,0-1 0,0 1 0,0 0 0,0 1 0,0 0 0,0-1 0,0 2 0,-8 3 0,6-1 0,-1 0 0,1 1 0,0 0 0,0 1 0,0 0 0,-9 10 0,5-1 0,-1 1 0,2 0 0,0 0 0,1 1 0,1 1 0,-9 24 0,9-12 0,1 1 0,1 0 0,2 0 0,1 1 0,2 0 0,1-1 0,1 1 0,2 0 0,1-1 0,11 48 0,-12-75 0,-1 0 0,1 0 0,0 0 0,0 0 0,0-1 0,1 1 0,0-1 0,0 1 0,0-1 0,0 0 0,0 0 0,1-1 0,0 1 0,4 3 0,-1-3 0,-1 0 0,0 0 0,1-1 0,0 0 0,0 0 0,0-1 0,0 0 0,0 0 0,9 1 0,-2-2 0,1 0 0,-1-1 0,1 0 0,-1-1 0,0 0 0,1-2 0,-1 0 0,0 0 0,25-10 0,-29 8 0,0-1 0,0 1 0,0-2 0,0 0 0,-1 0 0,-1 0 0,1-1 0,-1 0 0,0-1 0,-1 0 0,0 0 0,-1-1 0,1 1 0,-2-2 0,0 1 0,0 0 0,-1-1 0,0 0 0,0 0 0,-1 0 0,-1-1 0,0 1 0,-1 0 0,0-1 0,-1 0 0,0 1 0,0-1 0,-1 1 0,-1-1 0,0 1 0,-1 0 0,0 0 0,0 0 0,-2 0 0,1 0 0,-1 1 0,-10-15 0,-3 0 0,-1 0 0,-1 2 0,-1 1 0,-1 0 0,-1 1 0,-1 2 0,-1 0 0,-35-19 0,6 14-1365,48 22-5461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2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24575,'-3'43'0,"3"-1"0,1 1 0,2 0 0,10 48 0,-1-2 0,-6 8-1365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3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31 24575,'-6'-31'0,"43"47"0,-1-10 0,-10-1 0,26 8 0,-45-11 0,0 0 0,0 1 0,-1 0 0,1 0 0,-1 0 0,0 1 0,0 0 0,9 8 0,-12-9 0,-1-1 0,1 1 0,-1 0 0,0 0 0,0 0 0,0 1 0,0-1 0,0 0 0,-1 1 0,1-1 0,-1 1 0,0-1 0,0 1 0,0 0 0,-1-1 0,1 1 0,-1 6 0,-1-3 0,0-1 0,0 1 0,0-1 0,-1 0 0,0 0 0,0 1 0,-1-1 0,1-1 0,-7 10 0,-1 1 0,-2-1 0,0 0 0,-1 0 0,-1-1 0,-27 22 0,35-30 0,1-1 0,-1 1 0,1 0 0,0 0 0,1 1 0,-1-1 0,2 1 0,-5 9 0,8-16 0,0 0 0,0 1 0,-1-1 0,1 0 0,0 0 0,0 1 0,0-1 0,0 0 0,0 1 0,0-1 0,0 0 0,0 1 0,0-1 0,0 0 0,0 1 0,0-1 0,0 0 0,0 1 0,0-1 0,1 0 0,-1 1 0,0-1 0,0 0 0,0 1 0,0-1 0,1 0 0,-1 0 0,0 1 0,0-1 0,0 0 0,1 0 0,-1 1 0,0-1 0,1 0 0,-1 0 0,17 6 0,18-4 0,0-5 63,40-10 0,-1 1-1554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1 149 24575,'9'-1'0,"1"0"0,-1 0 0,1-1 0,15-6 0,1 0 0,110-20 0,52-14 0,20-15 0,-175 56-1365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24575,'0'0'0,"0"0"0,0 0 0,0 0 0,-1 9 0,-2 18 0,1 1 0,1-1 0,1 1 0,5 29 0,24 105 0,-15-94 0,-6-9 0,-2 1 0,-5 109 0,-2-83 0,1-85 0,0-1 0,0 1 0,0-1 0,0 1 0,-1-1 0,1 1 0,0-1 0,0 1 0,0-1 0,0 1 0,-1-1 0,1 1 0,0-1 0,-1 1 0,1-1 0,0 1 0,-1-1 0,1 1 0,0-1 0,-1 0 0,0 1 0,1-1 0,0 0 0,-1 0 0,1 0 0,0 0 0,0 0 0,-1 0 0,1 0 0,0 0 0,0 0 0,-1 0 0,1 0 0,0 0 0,0 0 0,0-1 0,-1 1 0,1 0 0,0 0 0,0 0 0,0 0 0,-1 0 0,1-1 0,0 1 0,0 0 0,0 0 0,0 0 0,-1 0 0,1-1 0,0 1 0,0 0 0,0 0 0,0-1 0,0 1 0,0 0 0,0 0 0,0 0 0,0-1 0,0 1 0,-1 0 0,1 0 0,0-1 0,0 1 0,1 0 0,-1 0 0,0-1 0,0 1 0,0 0 0,0 0 0,0-1 0,0 1 0,0 0 0,1-16-1365,0 0-5461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6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24575,'27'-5'0,"1"1"0,0 2 0,1 0 0,-1 2 0,0 2 0,0 0 0,0 2 0,0 1 0,30 9 0,-52-12 0,1 0 0,-1 0 0,1 0 0,-1 1 0,0 0 0,0 0 0,-1 1 0,1 0 0,-1 0 0,10 8 0,-13-9 0,0 0 0,0 0 0,0 0 0,0 0 0,-1 0 0,1 0 0,-1 0 0,0 0 0,0 1 0,0-1 0,0 0 0,0 1 0,-1-1 0,0 1 0,0-1 0,0 1 0,0-1 0,0 1 0,0-1 0,-1 0 0,0 1 0,0-1 0,-1 4 0,-3 6 0,-1 1 0,0-1 0,-1-1 0,0 1 0,-1-1 0,0-1 0,-1 1 0,-18 16 0,-11 8 0,-44 32 0,43-37 0,9-8 0,12-9 0,0 0 0,1 1 0,-19 22 0,36-37 0,-1 1 0,0 0 0,1-1 0,-1 1 0,1 0 0,0 0 0,-1-1 0,1 1 0,0 0 0,-1 0 0,1 0 0,0 0 0,0-1 0,0 1 0,0 0 0,0 0 0,0 0 0,0 0 0,0 0 0,0-1 0,0 1 0,0 0 0,0 0 0,1 0 0,-1 0 0,0-1 0,1 1 0,-1 0 0,1 0 0,-1-1 0,0 1 0,1 0 0,0-1 0,-1 1 0,1 0 0,-1-1 0,1 1 0,0-1 0,0 1 0,1 1 0,0-1 0,0 0 0,0 0 0,0 0 0,0 0 0,1 0 0,-1 0 0,0 0 0,0-1 0,1 1 0,-1-1 0,0 0 0,4 0 0,25-4 0,0-1 0,-1-2 0,38-14 0,-29 9 0,46-9 0,-78 19 120,-12 1-1605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7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24575,'5'22'0,"8"64"0,3 174 0,-13-168 0,-2 19 0,-1-110 0,0 0 0,0 0 0,0 0 0,0 1 0,0-1 0,1 0 0,-1 0 0,0 0 0,1 0 0,-1 0 0,1 0 0,-1 0 0,1 0 0,1 2 0,-2-3 0,1 0 0,-1 0 0,0 0 0,1 1 0,-1-1 0,0 0 0,1 0 0,-1 0 0,0 0 0,1 0 0,-1 0 0,1 0 0,-1 0 0,0 0 0,1 0 0,-1 0 0,1 0 0,-1 0 0,0 0 0,1 0 0,-1 0 0,1 0 0,-1 0 0,0-1 0,1 1 0,-1 0 0,1 0 0,1-2 0,1 0 0,-1 0 0,0 0 0,0 0 0,0-1 0,0 1 0,0-1 0,0 1 0,1-4 0,7-14 0,-1-2 0,0 1 0,10-44 0,7-73 0,-17 83 0,4-28 0,21-98 0,-33 178 0,-1 1 0,1-1 0,0 1 0,0 0 0,-1-1 0,2 1 0,-1 0 0,2-4 0,-2 6 0,-1 0 0,0 0 0,1 0 0,-1 0 0,0 0 0,0 0 0,1 0 0,-1 1 0,0-1 0,0 0 0,1 0 0,-1 0 0,0 0 0,0 1 0,1-1 0,-1 0 0,0 0 0,0 0 0,0 1 0,0-1 0,1 0 0,-1 0 0,0 1 0,0-1 0,0 0 0,0 0 0,0 1 0,0-1 0,0 0 0,0 0 0,0 1 0,0-1 0,1 0 0,-2 1 0,1-1 0,0 0 0,0 0 0,0 1 0,0-1 0,0 1 0,3 54 0,-2-43 0,1 40 0,16 199 0,-13-218 0,1 0 0,2-1 0,1 0 0,2 0 0,20 44 0,-30-73 0,0-1 0,1 0 0,-1 0 0,0 1 0,1-1 0,-1 0 0,1 0 0,-1-1 0,1 1 0,0 0 0,0 0 0,0-1 0,0 0 0,0 1 0,0-1 0,0 0 0,1 0 0,-1 0 0,0 0 0,1 0 0,2 0 0,-3-1 0,1 0 0,-1 0 0,0 0 0,1-1 0,-1 1 0,1-1 0,-1 0 0,0 0 0,0 0 0,1 0 0,-1 0 0,0 0 0,0 0 0,0-1 0,0 1 0,0-1 0,-1 0 0,1 1 0,0-1 0,-1 0 0,3-3 0,8-12 0,-1-1 0,0 1 0,-2-2 0,0 1 0,-1-2 0,0 1 0,-2-1 0,7-33 0,-3-16 0,4-87 0,-1 1 0,-10 144-1365,-1 3-5461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24575,'40'2'0,"0"2"0,66 16 0,-104-20 0,0 0 0,0 1 0,-1-1 0,1 1 0,0 0 0,0-1 0,-1 1 0,1 0 0,0 0 0,-1 0 0,1 0 0,-1 0 0,0 1 0,1-1 0,-1 0 0,0 1 0,1-1 0,-1 1 0,0-1 0,0 1 0,0-1 0,-1 1 0,1 0 0,0-1 0,-1 1 0,1 0 0,-1 0 0,1 0 0,-1 0 0,0-1 0,0 1 0,1 0 0,-1 0 0,-1 0 0,1 0 0,0 0 0,0-1 0,-2 4 0,0 2 0,0 1 0,0-1 0,-1 0 0,0 0 0,-1 0 0,0-1 0,0 1 0,-7 8 0,-1-2 0,-1-1 0,0 0 0,-1-1 0,-27 17 0,19-14 0,-25 22 0,50-37 0,0-1 0,0 1 0,-1 1 0,1-1 0,0 0 0,0 1 0,5-1 0,17-4 0,117-44 0,-115 40-1365,-15 5-5461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24575,'7'24'0,"-7"-20"0,4 25 39,-1 1 0,-3 47-1,-1-48-532,2 0 1,7 54-1,-6-76-6332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90 225 24575,'-39'126'0,"26"-88"0,0 1 0,-7 47 0,18-73 0,1 1 0,0 0 0,0-1 0,2 1 0,0 0 0,0 0 0,1-1 0,1 1 0,0-1 0,7 19 0,-7-27 0,-1 0 0,1 0 0,-1-1 0,1 1 0,0-1 0,1 1 0,-1-1 0,1 0 0,0 0 0,0 0 0,0-1 0,1 1 0,6 3 0,-3-3 0,-1-1 0,1 1 0,-1-1 0,1-1 0,0 0 0,0 0 0,0 0 0,14 0 0,-12-2 0,-1 1 0,1-2 0,0 1 0,0-2 0,-1 1 0,1-1 0,-1-1 0,1 1 0,-1-2 0,0 1 0,0-1 0,0-1 0,-1 0 0,1 0 0,14-12 0,-8 0 0,0 0 0,-1 0 0,0-1 0,-2-1 0,0-1 0,-2 1 0,0-2 0,-1 1 0,12-43 0,-12 31 0,-2 0 0,-2-1 0,-1 0 0,-1 0 0,-2 0 0,-3-39 0,2 63 0,-1 1 0,0-1 0,-1 1 0,0-1 0,0 1 0,0 0 0,-1 0 0,-1 0 0,1 0 0,-1 1 0,-1-1 0,1 1 0,-1 0 0,0 1 0,-1-1 0,0 1 0,0 0 0,0 0 0,-1 0 0,1 1 0,-1 0 0,-1 1 0,1 0 0,-14-6 0,4 2 20,0 1 0,0 1 0,-1 1 0,0 1 0,-20-3 0,33 6-85,-1 0 1,1 1-1,0 0 1,-1 0-1,1 0 1,0 1-1,-1 0 0,1 0 1,0 0-1,0 0 1,0 1-1,0 0 1,0 0-1,0 0 1,1 1-1,-1-1 0,1 1 1,-1 1-1,1-1 1,0 0-1,0 1 1,-3 4-1,-2 4-6761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9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24575,'0'24'0,"0"296"0,-3-302-80,3-18 84,0 0 0,0 0 1,0 0-1,0 0 0,0 0 0,0 0 1,-1 1-1,1-1 0,0 0 0,0 0 1,0 0-1,0 0 0,0 0 0,-1 0 1,1 0-1,0 0 0,0 0 0,0 0 1,0 0-1,0 0 0,-1 0 1,1 0-1,0 0 0,0 0 0,0 0 1,0 0-1,0 0 0,-1 0 0,1 0 1,0 0-1,0 0 0,0 0 0,0 0 1,0 0-1,-1 0 0,1 0 0,0-1 1,0 1-1,0 0 0,0 0 0,0 0 1,0 0-1,0 0 0,0 0 1,-1 0-1,1-1 0,-14-25-1489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0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43 24575,'-16'189'0,"9"-139"0,2 1 0,3 96 0,5-131 0,0 0 0,1 0 0,0 0 0,1-1 0,10 21 0,-7-17 0,-8-18 0,0-1 0,0 0 0,0 0 0,0 1 0,0-1 0,0 0 0,0 0 0,1 1 0,-1-1 0,0 0 0,0 1 0,0-1 0,0 0 0,0 0 0,0 0 0,0 1 0,1-1 0,-1 0 0,0 0 0,0 1 0,0-1 0,1 0 0,-1 0 0,0 0 0,0 0 0,1 1 0,-1-1 0,0 0 0,0 0 0,1 0 0,-1 0 0,0 0 0,0 0 0,1 0 0,-1 0 0,0 0 0,0 0 0,1 0 0,-1 0 0,0 0 0,1 0 0,-1 0 0,0 0 0,1 0 0,6-14 0,2-28 0,7-179 0,-15 155 0,4 0 0,19-100 0,-11 124 0,-13 42 0,0 0 0,0 0 0,0-1 0,0 1 0,0 0 0,0 0 0,0 0 0,0 0 0,0 0 0,0 0 0,0-1 0,0 1 0,1 0 0,-1 0 0,0 0 0,0 0 0,0 0 0,0 0 0,0 0 0,0 0 0,0-1 0,0 1 0,0 0 0,1 0 0,-1 0 0,0 0 0,0 0 0,0 0 0,0 0 0,0 0 0,0 0 0,0 0 0,1 0 0,-1 0 0,0 0 0,0 0 0,0 0 0,0 0 0,0 0 0,1 0 0,-1 0 0,0 0 0,0 0 0,0 0 0,0 0 0,0 0 0,6 7 0,3 13 0,-8-18 0,15 44 0,-3 2 0,-1 0 0,8 78 0,-6-34 0,22 87 0,-27-144 0,2-1 0,1-1 0,19 35 0,-30-64 0,1-1 0,0 0 0,0 0 0,0 0 0,0 0 0,0 0 0,1 0 0,-1-1 0,1 1 0,4 2 0,-6-4 0,0-1 0,0 1 0,0-1 0,1 0 0,-1 1 0,0-1 0,0 0 0,1 0 0,-1 1 0,0-1 0,1 0 0,-1-1 0,0 1 0,0 0 0,1 0 0,-1 0 0,0-1 0,0 1 0,0-1 0,1 1 0,-1-1 0,0 1 0,0-1 0,0 0 0,0 1 0,0-1 0,0 0 0,0 0 0,0 0 0,0 0 0,0 0 0,0-1 0,6-7 0,0 0 0,-1 0 0,0-1 0,-1 1 0,0-1 0,0-1 0,-1 1 0,0-1 0,-1 0 0,0 1 0,1-19 0,1-14 0,-2-71 0,-3 104 0,1-289-1365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24575,'30'15'0,"-19"-12"0,0-1 0,1 0 0,12 1 0,-14-3 0,-1 1 0,1 0 0,-1 1 0,1 0 0,12 5 0,-20-6 0,1 1 0,-1-1 0,1 1 0,-1-1 0,0 1 0,0 0 0,1 0 0,-1 0 0,0 0 0,-1 0 0,1 0 0,0 0 0,-1 1 0,1-1 0,-1 1 0,0-1 0,0 1 0,0 0 0,0-1 0,0 1 0,0 0 0,0 4 0,-1-3 0,1 0 0,-1 0 0,0 0 0,0 0 0,0 0 0,0-1 0,-1 1 0,0 0 0,0 0 0,0 0 0,0-1 0,0 1 0,-1-1 0,1 1 0,-5 5 0,-1 0 0,0-1 0,0 0 0,-1 0 0,-10 8 0,5-5 0,10-9 0,1-1 0,1 1 0,-1-1 0,0 1 0,0 0 0,1 0 0,-1 0 0,1 0 0,-2 3 0,2-4 0,1-1 0,0 1 0,0 0 0,0-1 0,0 1 0,0 0 0,1-1 0,-1 1 0,0 0 0,0-1 0,0 1 0,1 0 0,-1-1 0,0 1 0,1-1 0,-1 1 0,0 0 0,1-1 0,-1 1 0,1-1 0,-1 1 0,1-1 0,-1 1 0,1-1 0,-1 0 0,1 1 0,-1-1 0,1 0 0,-1 1 0,1-1 0,0 0 0,-1 0 0,1 1 0,0-1 0,-1 0 0,2 0 0,24 5-1365,-14-5-5461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24575,'0'0'0,"0"0"0,25 1 0,6 4 0,-1 2 0,0 2 0,-1 1 0,29 13 0,-51-20 0,-1 0 0,1 0 0,-1 1 0,0 0 0,0 0 0,0 0 0,-1 1 0,0 0 0,0 0 0,0 0 0,5 8 0,-7-10 0,-1 1 0,-1-1 0,1 1 0,0 0 0,-1-1 0,0 1 0,0 0 0,0 0 0,0 0 0,-1 0 0,0 0 0,1 0 0,-1 0 0,-1 0 0,1 0 0,-1 0 0,1 0 0,-1 0 0,0 0 0,-1 0 0,1 0 0,-3 4 0,-3 6 0,-2-1 0,1 0 0,-2 0 0,0 0 0,0-1 0,-1-1 0,0 0 0,-1 0 0,-1-2 0,-24 17 0,63-31 0,-8 2 0,33-9 0,11-15-1365,-52 23-5461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253 179 24575,'-27'6'0,"18"-3"0,0 0 0,0 1 0,0 0 0,1 1 0,-1 0 0,1 0 0,0 1 0,1 0 0,-1 0 0,-7 9 0,5-4 0,0 2 0,1-1 0,1 1 0,0 0 0,-11 25 0,5-1 0,1 1 0,2 0 0,2 1 0,-4 41 0,11-72 0,2 1 0,-1-1 0,1 1 0,0-1 0,1 1 0,0-1 0,0 1 0,1-1 0,0 0 0,1 0 0,0 0 0,0 0 0,0 0 0,1 0 0,1-1 0,-1 0 0,1 0 0,0 0 0,0 0 0,1-1 0,0 0 0,0 0 0,1 0 0,0-1 0,-1 0 0,2-1 0,-1 1 0,0-1 0,1-1 0,0 1 0,0-1 0,0-1 0,0 1 0,1-1 0,-1-1 0,0 0 0,1 0 0,-1 0 0,1-1 0,0-1 0,-1 1 0,1-1 0,-1-1 0,0 0 0,16-5 0,-10 2 0,0-2 0,0 0 0,0 0 0,-1-2 0,0 1 0,-1-2 0,0 0 0,0 0 0,-1-1 0,-1 0 0,13-17 0,-11 11 0,-1-1 0,-1 0 0,-1 0 0,0-1 0,-1 0 0,-1 0 0,-1-1 0,4-23 0,-6 20 0,-1-1 0,-1 1 0,-1-1 0,-1 1 0,-1-1 0,-2 1 0,-4-24 0,3 28 0,-1 1 0,0 0 0,-2 0 0,0 1 0,-1-1 0,-1 2 0,0-1 0,-22-28 0,23 37 0,-1 0 0,0 0 0,0 1 0,0 1 0,-1 0 0,0 0 0,0 1 0,0 0 0,-1 0 0,1 1 0,-1 1 0,0 0 0,-1 0 0,1 1 0,0 1 0,-1 0 0,1 0 0,-23 2 0,27 1-170,1-1-1,-1 1 0,0 0 1,0 1-1,1-1 0,0 1 1,-8 5-1,9-4-6655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24575,'11'1'0,"0"0"0,0 1 0,-1 0 0,1 1 0,-1 0 0,1 1 0,-1 0 0,0 1 0,-1 0 0,1 1 0,-1-1 0,0 2 0,12 10 0,-19-15 0,1 0 0,-1 1 0,0-1 0,0 1 0,0-1 0,-1 1 0,1 0 0,0 0 0,-1-1 0,0 1 0,0 0 0,0 0 0,0 1 0,0-1 0,0 0 0,-1 0 0,0 0 0,1 4 0,-2-3 0,0 0 0,1 0 0,-1 0 0,-1 0 0,1 0 0,0-1 0,-1 1 0,0 0 0,0-1 0,0 1 0,0-1 0,-5 5 0,-1 1 0,0-1 0,-1 0 0,0-1 0,0 1 0,-1-2 0,0 1 0,0-2 0,-21 10 0,23-12 0,3-2 0,0 1 0,0 0 0,0 0 0,1 0 0,-1 1 0,1-1 0,-1 1 0,1 0 0,-6 5 0,41-4 0,-17-4 0,-1 0 0,0-1 0,0 0 0,21-5 0,-18 3 0,0 0 0,22 0 0,-37 3 0,0 0 0,0 0 0,0 1 0,0-2 0,0 1 0,-1 0 0,1 0 0,0 0 0,0 0 0,0 0 0,0-1 0,0 1 0,-1 0 0,1-1 0,0 1 0,0 0 0,-1-1 0,1 1 0,0-1 0,-1 0 0,2 0 0,1-18 0,-3 15 0,1-24-1365,-2 18-5461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24575,'81'3'0,"28"-1"0,-25-7-4,77-1-1357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24575,'13'485'0,"-12"-391"0,-3 107 0,-4-153-1365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0 145 24575,'5'21'0,"18"84"0,17 198 0,-28 111 0,-10-396 0,-2-18 0,0 0 0,0 1 0,0-1 0,0 0 0,0 0 0,1 0 0,-1 0 0,0 0 0,0 0 0,0 0 0,0 0 0,0 0 0,0 0 0,1 0 0,-1 0 0,0 0 0,0 0 0,0 0 0,0 0 0,0 0 0,0 0 0,1 0 0,-1 0 0,0-1 0,0 1 0,0 0 0,0 0 0,0 0 0,0 0 0,0 0 0,1 0 0,-1 0 0,0 0 0,0 0 0,0-1 0,0 1 0,0 0 0,0 0 0,0 0 0,0 0 0,0 0 0,0 0 0,0 0 0,0-1 0,0 1 0,0 0 0,0 0 0,0 0 0,0 0 0,0 0 0,0 0 0,0-1 0,0 1 0,9-35 0,-1-46 0,103-778 0,-109 853 0,0 7 0,3 15 0,3 28 0,-3-7 0,43 299 0,-31-248 0,50 151 0,-65-234 0,-1 0 0,2 0 0,-1 0 0,0-1 0,1 1 0,0-1 0,0 0 0,0 1 0,1-1 0,-1-1 0,1 1 0,0-1 0,0 1 0,7 3 0,-10-6 0,0-1 0,0 0 0,0 0 0,0 0 0,0 1 0,0-1 0,0 0 0,0 0 0,0 0 0,0 0 0,0-1 0,0 1 0,0 0 0,0 0 0,0-1 0,-1 1 0,1 0 0,0-1 0,0 1 0,0-1 0,0 1 0,0-1 0,-1 1 0,1-1 0,0 0 0,0 1 0,0-2 0,16-25 0,-9 7 0,-1 0 0,0-1 0,-2 0 0,0-1 0,3-35 0,-2-114 0,-9 26 0,2-69 0,2 89-1365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24575,'27'-6'0,"43"-2"0,-61 8 0,1-1 0,-1 2 0,1 0 0,-1 0 0,1 0 0,-1 1 0,0 1 0,11 3 0,-19-4 0,1-1 0,0 0 0,0 0 0,-1 1 0,1-1 0,-1 1 0,1 0 0,-1-1 0,0 1 0,1 0 0,-1 0 0,0 0 0,0 0 0,0 0 0,-1 0 0,1 0 0,0 0 0,-1 0 0,0 1 0,1-1 0,-1 0 0,0 0 0,0 0 0,0 0 0,0 1 0,0-1 0,-2 4 0,1 6 0,-2 0 0,0 0 0,-6 18 0,1-10 0,0-1 0,-1 0 0,-1-1 0,-13 18 0,19-31 0,0-1 0,0 1 0,-1-1 0,1 0 0,-1-1 0,-8 5 0,8-4 0,-1-1 0,1 1 0,0 1 0,0-1 0,-5 6 0,10-10 0,0 0 0,0 0 0,-1 0 0,1 0 0,0 1 0,0-1 0,0 0 0,-1 0 0,1 1 0,0-1 0,0 0 0,0 0 0,0 1 0,-1-1 0,1 0 0,0 1 0,0-1 0,0 0 0,0 0 0,0 1 0,0-1 0,0 0 0,0 1 0,0-1 0,0 0 0,0 1 0,0-1 0,0 0 0,0 0 0,0 1 0,0-1 0,0 0 0,0 1 0,1-1 0,-1 0 0,0 0 0,0 1 0,0-1 0,0 0 0,1 1 0,14 1 0,19-8 0,-19 0-341,-1-1 0,1-1-1,20-13 1,-23 12-6485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24575,'30'4'0,"46"10"0,-65-11 0,1 1 0,-1 0 0,1 0 0,-1 2 0,-1-1 0,19 13 0,-27-16 0,0-1 0,0 1 0,0-1 0,0 1 0,0 0 0,-1 0 0,1 0 0,0 0 0,-1 0 0,0 1 0,0-1 0,1 0 0,-1 1 0,0-1 0,-1 0 0,1 1 0,0-1 0,-1 1 0,1-1 0,-1 5 0,0-3 0,-1 1 0,0-1 0,0 0 0,0 1 0,0-1 0,-1 0 0,0 0 0,1 0 0,-1 0 0,-1 0 0,-2 3 0,-6 8 0,-1-1 0,0-1 0,-1 0 0,-24 18 0,16-16 0,0-1 0,-1-1 0,-39 18 0,82-30 0,-1 2 0,8-6-195,0-1 0,0-2 0,-1 0 0,0-2 0,0-1 0,42-21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24575,'10'-1'0,"-1"0"0,1 1 0,-1 1 0,1-1 0,-1 1 0,1 1 0,15 4 0,-13-2 0,-1-1 0,0 2 0,0-1 0,0 2 0,-1-1 0,1 1 0,-1 1 0,-1 0 0,11 9 0,-17-13 0,0 0 0,0 0 0,0 1 0,0-1 0,-1 1 0,1-1 0,-1 1 0,0 0 0,0 0 0,-1 0 0,1 0 0,-1 0 0,0 1 0,0-1 0,0 0 0,0 0 0,-1 1 0,0-1 0,0 1 0,0-1 0,0 0 0,-1 1 0,0-1 0,0 0 0,0 0 0,0 1 0,-4 6 0,0-1 0,-1 1 0,0-1 0,0-1 0,-1 1 0,0-1 0,-13 12 0,14-15 0,0-1 0,0 0 0,0 0 0,-1 0 0,0-1 0,0 0 0,0 0 0,0-1 0,-1 0 0,-11 4 0,57-25 0,15-2 0,-7 1 0,1 2 0,50-10 0,-97 27 2,1 0-1,-1 0 1,0 0 0,0 0-1,1 0 1,-1-1-1,0 1 1,0 0 0,0 0-1,1 0 1,-1 0-1,0 0 1,0 0 0,0 0-1,1 0 1,-1-1-1,0 1 1,0 0 0,0 0-1,0 0 1,1-1-1,-1 1 1,0 0 0,0 0-1,0 0 1,0-1-1,0 1 1,0 0 0,0 0-1,0 0 1,0-1-1,1 1 1,-1 0 0,0 0-1,0-1 1,0 1-1,0 0 1,0 0 0,0 0-1,-1-1 1,1 1-1,0 0 1,0 0 0,0-1-1,-6-10-1016,5 10 593,-7-9-6404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11 24575,'0'0'0,"-3"-1"0,0 1 0,1-1 0,-1 1 0,0 0 0,0 0 0,-5 0 0,0 3 0,1 1 0,-1-1 0,1 1 0,0 1 0,1-1 0,-1 1 0,1 1 0,-1-1 0,1 1 0,1 0 0,-1 0 0,1 1 0,1-1 0,-1 1 0,1 0 0,0 0 0,-4 11 0,-2 7 0,1 0 0,1 1 0,1-1 0,-3 29 0,5-23 0,2 1 0,1-1 0,2 41 0,1-52 0,2-1 0,0 1 0,1-1 0,1 0 0,0 0 0,12 25 0,-13-38 0,0 0 0,0 0 0,0 0 0,0 0 0,1-1 0,0 1 0,1-1 0,-1 0 0,1-1 0,0 0 0,0 1 0,0-2 0,0 1 0,1-1 0,9 4 0,-5-3 0,0-1 0,1 0 0,-1 0 0,1-1 0,-1 0 0,1-1 0,0 0 0,19-2 0,-22 0 0,0-1 0,0 0 0,0 0 0,0-1 0,-1 0 0,1 0 0,-1-1 0,0 0 0,0 0 0,0-1 0,-1 0 0,1 0 0,-1-1 0,0 0 0,-1-1 0,0 1 0,0-1 0,8-12 0,-4 3 0,0-2 0,-2 1 0,0-1 0,-1 0 0,0-1 0,-2 1 0,6-35 0,9-92 0,-19 126 0,0 0 0,-2 0 0,0 1 0,-1-1 0,-8-33 0,7 43 0,0 1 0,0-1 0,-1 1 0,-1 0 0,1 1 0,-1-1 0,-1 1 0,1 0 0,-1 0 0,0 0 0,-14-10 0,16 13 0,-1 0 0,0 1 0,0 0 0,-1 0 0,1 0 0,-1 0 0,0 1 0,1 0 0,-1 0 0,0 1 0,0 0 0,0 0 0,0 0 0,0 0 0,0 1 0,0 0 0,-1 1 0,-10 1 0,11 1-114,0-1 1,-1 1-1,1 1 0,0-1 0,1 1 1,-1 0-1,1 0 0,-1 1 0,1 0 1,1 0-1,-7 8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0,16 3 0,29 10 0,-1 1 0,50 24 0,-91-36 0,1 0 0,-1-1 0,0 1 0,0 0 0,0 1 0,0-1 0,0 0 0,-1 1 0,1 0 0,-1-1 0,0 1 0,0 0 0,0 0 0,0 1 0,0-1 0,0 0 0,-1 1 0,2 4 0,-3-5 0,1 0 0,-1 1 0,0-1 0,0 1 0,0-1 0,0 0 0,-1 1 0,1-1 0,-1 0 0,0 1 0,0-1 0,0 0 0,-1 0 0,1 0 0,-1 0 0,0 0 0,1 0 0,-1 0 0,0 0 0,-3 2 0,-19 20 0,-1-1 0,-1-1 0,0-1 0,-43 26 0,73-49 0,0 0 0,0 0 0,1 0 0,-1 1 0,7-1 0,5-1 0,7-2-170,0-2-1,-1-1 0,1-1 1,-1-1-1,-1 0 0,1-2 1,24-17-1,-27 15-6655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24575,'3'1'0,"1"-1"0,0 1 0,0 0 0,0 0 0,-1 0 0,1 0 0,-1 1 0,1-1 0,-1 1 0,4 2 0,-3-2 0,15 10 0,0 1 0,-1 0 0,22 22 0,9 7 0,-43-38 0,-1 0 0,0 1 0,0-1 0,0 1 0,-1 0 0,0 0 0,0 1 0,0-1 0,-1 1 0,5 8 0,-7-10 0,0 1 0,0-1 0,0 0 0,0 0 0,-1 0 0,1 0 0,-1 1 0,0-1 0,-1 0 0,1 0 0,-1 1 0,0-1 0,0 0 0,0 0 0,0 0 0,-1 0 0,1 0 0,-3 3 0,-1 1 0,-1 0 0,0-1 0,0 0 0,0 0 0,-1-1 0,0 0 0,0 0 0,-14 8 0,8-5 0,0-1 0,-25 11 0,143-54-1365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24575,'23'2'0,"-14"-3"0,267 7-128,-193-6-1109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3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 24575,'3'1'0,"0"-1"0,0 0 0,0 0 0,0 0 0,0-1 0,0 1 0,0-1 0,4-1 0,2 1 0,230-48-24,-149 28-1317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4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15 24575,'0'0'0,"0"0"0,0 0 0,0 0 0,0 0 0,0 0 0,-23-12 0,34 11 0,0 0 0,0 1 0,0 0 0,0 0 0,16 4 0,-1-1 0,-4-1 0,20 1 0,0 1 0,0 2 0,70 21 0,-103-24 0,-2 0 0,1 1 0,0 0 0,-1 0 0,1 1 0,-1 0 0,0 0 0,-1 0 0,1 1 0,7 10 0,-11-13 0,0 1 0,-1 0 0,1 0 0,-1 0 0,0 1 0,0-1 0,0 0 0,-1 1 0,1-1 0,-1 1 0,0 0 0,0-1 0,-1 1 0,1 0 0,-1 0 0,0-1 0,-1 1 0,1 0 0,-1 0 0,-2 7 0,-2 4 0,-2-1 0,1 1 0,-2-1 0,0 0 0,-1-1 0,-1 0 0,-11 13 0,-84 86 0,81-89 0,-254 227 0,276-250 0,1 0 0,0 0 0,0 0 0,-1 0 0,1 0 0,0 1 0,0-1 0,0 0 0,0 0 0,0 1 0,1-1 0,-1 1 0,0-1 0,1 1 0,-1-1 0,1 1 0,-1-1 0,1 1 0,0-1 0,0 1 0,-1 0 0,1-1 0,0 1 0,1 0 0,-1-1 0,0 1 0,0-1 0,1 1 0,-1-1 0,1 1 0,-1 0 0,1-1 0,0 0 0,-1 1 0,1-1 0,0 1 0,0-1 0,0 0 0,0 0 0,0 1 0,0-1 0,1 0 0,-1 0 0,0 0 0,1 0 0,-1-1 0,0 1 0,1 0 0,-1 0 0,1-1 0,-1 1 0,1-1 0,-1 1 0,1-1 0,0 0 0,-1 0 0,3 0 0,12 1 0,1 0 0,-1-2 0,1 0 0,-1-1 0,17-4 0,82-25 0,-43 11 0,-70 19-16,27-7-254,0 1 0,0 1 0,1 2 1,41-1-1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5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0 126 24575,'27'548'0,"-24"-519"0,1-1 0,1 1 0,2-1 0,15 41 0,-21-68 0,-1 1 0,1-1 0,-1 0 0,1 1 0,0-1 0,-1 0 0,1 0 0,0 1 0,0-1 0,0 0 0,0 0 0,0 0 0,0 0 0,0 0 0,0 0 0,0-1 0,1 1 0,-1 0 0,0 0 0,0-1 0,1 1 0,1 0 0,-2-1 0,1 0 0,-1-1 0,1 1 0,-1 0 0,1 0 0,-1-1 0,1 1 0,-1-1 0,1 1 0,-1-1 0,1 0 0,-1 1 0,0-1 0,1 0 0,-1 0 0,2-2 0,3-2 0,-1 0 0,-1-1 0,1 1 0,-1-1 0,0 0 0,0 0 0,4-12 0,19-59 0,-4-1 0,16-99 0,-18 73 0,-2 16 0,-19 88 0,0 0 0,0 0 0,0 0 0,0 0 0,0 0 0,0 0 0,1 0 0,-1 0 0,0 0 0,0-1 0,0 1 0,0 0 0,0 0 0,0 0 0,0 0 0,0 0 0,0 0 0,0 0 0,0 0 0,0 0 0,1 0 0,-1 0 0,0 0 0,0 0 0,0 0 0,0 0 0,0 0 0,0 0 0,0 0 0,0 0 0,0 0 0,0 0 0,1 0 0,-1 0 0,0 0 0,0 0 0,0 0 0,0 0 0,0 0 0,0 0 0,0 0 0,0 1 0,0-1 0,0 0 0,0 0 0,0 0 0,0 0 0,1 0 0,-1 0 0,0 0 0,0 0 0,0 0 0,0 0 0,0 0 0,0 0 0,0 1 0,0-1 0,0 0 0,0 0 0,0 0 0,0 0 0,0 0 0,0 0 0,0 0 0,0 0 0,0 0 0,5 12 0,3 12 0,35 153 0,19 71 0,-57-231 0,2 1 0,0-1 0,0 0 0,2-1 0,0 0 0,14 18 0,-16-24 0,1-1 0,1 0 0,-1-1 0,2 0 0,-1 0 0,1-1 0,0 0 0,0-1 0,1 0 0,14 6 0,-22-11 0,-1-1 0,0 1 0,1 0 0,-1-1 0,1 1 0,-1-1 0,1 0 0,-1 0 0,1 0 0,-1 0 0,1 0 0,-1 0 0,1-1 0,-1 1 0,1-1 0,3-1 0,-2 0 0,0 0 0,0-1 0,-1 1 0,1-1 0,0 0 0,-1 0 0,0 0 0,5-6 0,-1 1 0,-1-1 0,0 0 0,-1-1 0,0 1 0,0-1 0,5-18 0,-2-2 0,-2 0 0,-1-1 0,1-34 0,-5-95 0,-1 67 0,10-245 0,-11 311 0,-1 0 0,-7-34 0,7 61-80,-3 7 280,-4 8-1685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24575,'6'-2'0,"0"0"0,1 1 0,-1-1 0,0 2 0,1-1 0,-1 1 0,9 0 0,10-1 0,-17 1 0,23-3 0,33 1 0,-55 2 0,-1 0 0,1 1 0,-1 1 0,1-1 0,-1 1 0,0 1 0,0-1 0,14 8 0,-20-9 0,-1-1 0,1 1 0,-1 0 0,1 0 0,-1 1 0,0-1 0,1 0 0,-1 0 0,0 1 0,0-1 0,0 1 0,0-1 0,0 1 0,0-1 0,0 1 0,-1-1 0,1 1 0,-1 0 0,2 2 0,-2-1 0,0 0 0,0 0 0,0 0 0,-1 0 0,1 0 0,0 0 0,-1 0 0,0 0 0,0-1 0,-2 6 0,-3 2 0,1 0 0,-2 0 0,1-1 0,-15 16 0,6-10 0,-1-1 0,0-1 0,-22 14 0,-23 19 0,59-45 0,1 0 0,0 0 0,0-1 0,0 1 0,0 0 0,0 0 0,0 0 0,1 1 0,-1-1 0,0 0 0,0 0 0,1 0 0,-1 1 0,1-1 0,-1 0 0,1 0 0,0 1 0,-1-1 0,1 0 0,0 1 0,0-1 0,0 1 0,0-1 0,0 0 0,0 1 0,0-1 0,0 0 0,1 1 0,-1-1 0,1 0 0,-1 1 0,1-1 0,-1 0 0,1 0 0,1 3 0,0-2 0,0 0 0,-1 0 0,1-1 0,1 1 0,-1 0 0,0-1 0,0 1 0,0-1 0,1 0 0,-1 0 0,1 0 0,-1 0 0,1 0 0,-1 0 0,1-1 0,0 1 0,4-1 0,2 1-114,0-2 1,0 1-1,0-1 0,0-1 0,0 1 1,-1-1-1,1-1 0,0 0 0,-1 0 1,1-1-1,8-5 0,-1-1-6712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0,2 0 0,18 0 0,3 0 0,1 0 0,28 5 0,-46-4 0,-1 0 0,1 1 0,0-1 0,-1 1 0,1 0 0,-1 0 0,0 1 0,1 0 0,-1-1 0,0 2 0,-1-1 0,1 1 0,-1-1 0,6 7 0,-8-7 0,-1-1 0,1 1 0,-1-1 0,0 1 0,0 0 0,0-1 0,-1 1 0,1 0 0,0 0 0,-1 0 0,0-1 0,0 1 0,0 0 0,0 0 0,0 0 0,-1 0 0,1 0 0,-1-1 0,1 1 0,-1 0 0,0-1 0,0 1 0,-1 0 0,1-1 0,0 1 0,-3 2 0,-3 6 0,0-1 0,0 0 0,-1 0 0,-15 14 0,-33 24 0,56-48 0,-1 0 0,1 1 0,0-1 0,-1 0 0,1 0 0,0 0 0,0 1 0,-1-1 0,1 0 0,0 1 0,0-1 0,0 0 0,-1 1 0,1-1 0,0 0 0,0 1 0,0-1 0,0 0 0,0 1 0,0-1 0,0 0 0,-1 1 0,1-1 0,0 0 0,0 1 0,0-1 0,1 0 0,-1 1 0,0-1 0,0 1 0,0-1 0,0 0 0,0 1 0,1-1 0,11 10 0,18 1 0,-23-10 14,-1 0-1,0 0 0,1-1 0,-1 0 1,1 0-1,-1-1 0,1 1 1,10-4-1,0 0-756,30-13 1,-31 10-6084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7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168 253 24575,'8'-9'0,"-8"9"0,0 0 0,0 0 0,1 0 0,-1-1 0,0 1 0,0 0 0,0 0 0,0 0 0,0 0 0,0-1 0,1 1 0,-1 0 0,0 0 0,0 0 0,0 0 0,0-1 0,0 1 0,0 0 0,0 0 0,0 0 0,0-1 0,0 1 0,0 0 0,0 0 0,0 0 0,0-1 0,0 1 0,0 0 0,0 0 0,0 0 0,0-1 0,0 1 0,0 0 0,0 0 0,-1 0 0,1-1 0,0 1 0,0 0 0,0 0 0,0 0 0,0 0 0,-1 0 0,1-1 0,0 1 0,0 0 0,0 0 0,0 0 0,-1 0 0,1 0 0,0 0 0,0 0 0,0 0 0,0 0 0,-1 0 0,1-1 0,0 1 0,0 0 0,0 0 0,-1 0 0,1 0 0,0 0 0,0 0 0,-1 1 0,-3-1 0,0 1 0,0-1 0,0 1 0,0 1 0,1-1 0,-1 0 0,0 1 0,0 0 0,1 0 0,-1 0 0,1 0 0,0 0 0,0 1 0,0 0 0,0-1 0,0 1 0,0 0 0,-2 4 0,-5 7 0,0 0 0,-14 30 0,13-22 0,2 1 0,0 0 0,2 1 0,0 0 0,-3 27 0,7-33 0,1 0 0,1 0 0,1 0 0,0 0 0,1 0 0,1 0 0,7 31 0,-6-40 0,1 0 0,-1-1 0,2 1 0,-1-1 0,1 1 0,0-1 0,1-1 0,0 1 0,0-1 0,0 0 0,1 0 0,0-1 0,1 0 0,-1 0 0,1-1 0,0 0 0,1 0 0,-1-1 0,1 0 0,0 0 0,0-1 0,0-1 0,0 1 0,1-1 0,-1-1 0,11 1 0,-8-1 0,0 0 0,-1-1 0,1 0 0,0-1 0,0-1 0,-1 0 0,1 0 0,-1-1 0,1-1 0,-1 0 0,0 0 0,-1-1 0,1 0 0,-1-1 0,0 0 0,0-1 0,-1 0 0,0-1 0,0 0 0,14-16 0,-7 1 0,-1-1 0,-1 0 0,-1-1 0,-1 0 0,-2-1 0,0 0 0,10-47 0,-12 33 0,-2 0 0,-2 0 0,-1 0 0,-4-71 0,0 99 0,-1 0 0,0 1 0,0-1 0,-1 1 0,-1-1 0,0 1 0,0 0 0,-1 1 0,-1-1 0,0 1 0,0 0 0,-12-15 0,12 18 0,0 1 0,-1 0 0,1 0 0,-1 1 0,0 0 0,-1 0 0,1 0 0,-1 1 0,0 0 0,0 1 0,0 0 0,-1 0 0,1 1 0,-1 0 0,1 0 0,-1 1 0,-13-1 0,4 2 0,-1 0 0,1 1 0,0 1 0,0 1 0,-35 10 0,45-11 0,0 1 0,0 1 0,1 0 0,-1 0 0,1 0 0,0 1 0,0 0 0,0 0 0,1 1 0,0 0 0,0 0 0,0 0 0,1 1 0,-9 14 0,-3 16-1365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8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24575,'24'5'0,"32"2"0,-37-5 0,0 1 0,0 0 0,27 9 0,-43-11 0,1 0 0,-1 0 0,0 1 0,0-1 0,0 1 0,0 0 0,-1 0 0,1 0 0,0 0 0,-1 0 0,0 1 0,1-1 0,-1 1 0,0 0 0,0-1 0,0 1 0,1 4 0,-2-5 0,0 1 0,-1-1 0,1 1 0,-1-1 0,0 1 0,0 0 0,0-1 0,0 1 0,0 0 0,0-1 0,-1 1 0,1-1 0,-1 1 0,0 0 0,0-1 0,0 1 0,0-1 0,0 0 0,0 1 0,-1-1 0,1 0 0,-1 0 0,-1 2 0,-6 7 0,-1-1 0,1-1 0,-1 0 0,-1 0 0,0-1 0,-14 8 0,-77 36 0,91-47 0,66 0 0,101 0 0,-124 1-1365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0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220 143 24575,'2'17'0,"1"0"0,-2 1 0,0-1 0,-2 0 0,0 1 0,-4 23 0,-1 27 0,3-17 0,2 1 0,3-1 0,11 77 0,-13-126 0,0-1 0,1 1 0,-1-1 0,0 1 0,1-1 0,-1 0 0,0 1 0,1-1 0,0 1 0,-1-1 0,1 0 0,0 1 0,0-1 0,0 0 0,0 0 0,0 0 0,0 0 0,0 0 0,0 0 0,0 0 0,0 0 0,1 0 0,-1 0 0,0-1 0,1 1 0,-1 0 0,0-1 0,1 1 0,-1-1 0,1 0 0,-1 1 0,1-1 0,-1 0 0,1 0 0,-1 0 0,1 0 0,-1 0 0,1 0 0,-1-1 0,1 1 0,-1 0 0,1-1 0,-1 1 0,0-1 0,1 1 0,-1-1 0,2-1 0,3-1 0,0 0 0,0-1 0,-1 0 0,1 0 0,-1 0 0,0-1 0,0 0 0,0 0 0,6-9 0,3-10 0,-1 1 0,-1-2 0,-1 0 0,-1 0 0,9-36 0,21-139 0,-16 68 0,-7 36 0,-19 93 0,-4 7 0,-5 9 0,5 0 0,2 0 0,0 0 0,0 0 0,1 0 0,1 0 0,0 1 0,0 20 0,0-14 0,-2 457 0,8-229 0,-3-230 0,-2-1 0,0 1 0,-1 0 0,-1 0 0,0-1 0,-11 31 0,12-42 0,-1 0 0,0 0 0,0-1 0,-1 1 0,1-1 0,-1 0 0,-1 0 0,1 0 0,-1 0 0,1-1 0,-1 0 0,0 0 0,-1 0 0,1-1 0,-1 1 0,0-1 0,0-1 0,0 1 0,0-1 0,0 0 0,-13 2 0,4-2 14,-1 0-1,0-2 0,0 1 0,0-2 1,0-1-1,1 0 0,-1 0 1,-20-7-1,15 2-261,0 0 1,1-1-1,0-1 1,0 0-1,-27-20 1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1 720 24575,'0'0'0,"0"0"0,0 0 0,23-22 0,-8 1 0,0-1 0,-1-1 0,-1 0 0,18-46 0,-15 32 0,44-102 0,49-169 0,-106 297 0,1 1 0,0 0 0,8-15 0,-15 62 0,-14 38 0,-39 106 0,33-118 0,4 1 0,-18 101 0,36-150 0,1-1 0,0 0 0,1 0 0,0 0 0,1 0 0,1 0 0,0 0 0,1 0 0,7 17 0,-9-27 0,-1-1 0,1 0 0,0 0 0,1 0 0,-1 0 0,0 0 0,1 0 0,0-1 0,0 1 0,-1-1 0,1 0 0,1 0 0,-1 0 0,0 0 0,0 0 0,1-1 0,-1 1 0,1-1 0,-1 0 0,1 0 0,0 0 0,4 0 0,-1 0 0,1 0 0,0-1 0,-1 0 0,1 0 0,0 0 0,-1-1 0,1 0 0,-1-1 0,13-4 0,-12 3-80,-1-1 0,1 0-1,-1 0 1,0-1 0,-1 0-1,1 0 1,-1-1 0,0 0-1,0 0 1,-1 0 0,0-1 0,0 0-1,0 0 1,-1 0 0,0 0-1,3-9 1,-1 3-6746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24575,'28'2'0,"0"-1"0,0-1 0,39-5 0,85-20 0,-81 12 0,-44 9-1365,-7 0-5461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24575,'0'0'0,"0"0"0,0 0 0,0 0 0,0 0 0,0 0 0,9-1 0,490-29 0,-464 26-1365,-28 3-5461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0 24575,'-5'19'0,"-4"20"0,2 0 0,-2 49 0,3 82 0,6-96 0,-17 125 0,-22 63 0,33-216-1365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4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208 364 24575,'0'0'0,"0"0"0,0 0 0,0 0 0,0 0 0,0 0 0,0 0 0,0 0 0,-5 24 0,-5 37 0,1 1 0,1 100 0,8-159 0,0-1 0,0 1 0,0 0 0,1-1 0,-1 1 0,1 0 0,0-1 0,0 1 0,0-1 0,0 1 0,0-1 0,0 1 0,1-1 0,-1 0 0,1 0 0,0 1 0,0-1 0,-1-1 0,1 1 0,0 0 0,1 0 0,-1-1 0,0 1 0,0-1 0,1 1 0,-1-1 0,3 1 0,-1-1 0,0 0 0,0 0 0,0-1 0,0 1 0,0-1 0,1 0 0,-1 0 0,0-1 0,0 1 0,0-1 0,0 1 0,0-1 0,0-1 0,0 1 0,-1-1 0,1 1 0,6-4 0,8-8 0,0 0 0,-1 0 0,-1-2 0,0 0 0,0-1 0,22-32 0,-10 9 0,-2-2 0,22-45 0,-14 21 0,-4-2 0,-2-1 0,19-71 0,-45 133 0,0 1 0,-1 0 0,0 0 0,0-1 0,-1 1 0,1-1 0,-1 1 0,0 0 0,-1-1 0,1 1 0,-1-1 0,-2-8 0,2 14 0,1-1 0,-1 1 0,1-1 0,-1 1 0,1-1 0,-1 1 0,0-1 0,1 1 0,-1 0 0,0-1 0,1 1 0,-1 0 0,0 0 0,1-1 0,-1 1 0,0 0 0,1 0 0,-1 0 0,0 0 0,0 0 0,1 0 0,-1 0 0,0 0 0,1 0 0,-1 0 0,0 0 0,1 0 0,-1 1 0,0-1 0,0 0 0,1 1 0,-1-1 0,1 0 0,-1 1 0,0 0 0,-24 15 0,18-9 0,0 0 0,0 0 0,1 1 0,0 0 0,0 1 0,1-1 0,0 1 0,1 0 0,0 1 0,0-1 0,1 0 0,0 1 0,-2 14 0,-1 13 0,2-1 0,0 48 0,3-20 0,0 598 0,1-655 0,0 532 0,0-535 0,-1 0 0,1 0 0,-1 0 0,0 0 0,0 0 0,0 0 0,0 0 0,-1-1 0,0 1 0,0 0 0,0-1 0,0 1 0,0-1 0,-1 0 0,1 1 0,-1-1 0,0 0 0,0-1 0,0 1 0,-5 3 0,3-4 0,0 1 0,0-1 0,-1 0 0,1-1 0,0 1 0,-1-1 0,1 0 0,-1 0 0,1-1 0,-1 0 0,0 0 0,1 0 0,-1 0 0,-9-3 0,-15-3 0,1-2 0,0-1 0,1-2 0,0 0 0,0-2 0,2-1 0,-1-1 0,2-1 0,-33-27 0,49 34-91,0 1 0,1-1 0,0 0 0,0-1 0,1 0 0,0 0 0,1-1 0,0 0 0,1 0 0,0 0 0,1 0 0,0-1 0,1 0 0,-3-17 0,3 6-6735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0 573 24575,'18'-16'0,"-3"-2"0,-1 0 0,-1 0 0,17-32 0,28-68 0,-33 66 0,103-231 0,-152 339 0,2 1 0,3 1 0,2 0 0,3 1 0,-11 93 0,25-147 0,-1 0 0,1 0 0,1-1 0,-1 1 0,0 0 0,1 0 0,0-1 0,0 1 0,1-1 0,-1 1 0,1-1 0,0 1 0,0-1 0,0 0 0,1 0 0,-1 0 0,7 6 0,-5-5 0,1-1 0,-1 0 0,1 0 0,0-1 0,0 0 0,0 0 0,1 0 0,-1 0 0,1-1 0,0 0 0,-1 0 0,12 2 0,-11-3 0,0 0 0,0-1 0,0 1 0,1-1 0,-1-1 0,0 1 0,0-1 0,1 0 0,-1-1 0,0 1 0,0-1 0,7-3 0,-9 3 0,0-1 0,0 1 0,0 0 0,-1-1 0,1 0 0,-1 0 0,1 0 0,-1 0 0,0-1 0,0 1 0,-1-1 0,1 0 0,-1 0 0,0 0 0,0 0 0,0 0 0,2-9 0,0 2-341,-2-1 0,0 0-1,1-13 1,-3 15-6485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24575,'6'-2'0,"0"0"0,0 1 0,0 0 0,1 0 0,-1 1 0,0-1 0,11 2 0,5-1 0,98-2 0,22-3 0,-103 0-1365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24575,'23'0'0,"102"5"0,-111-4 0,-1 1 0,1 1 0,-1 1 0,0 0 0,0 0 0,0 1 0,13 8 0,-24-12 0,1 0 0,-1 1 0,0-1 0,1 1 0,-1 0 0,0 0 0,0 0 0,0 0 0,0 0 0,-1 0 0,1 1 0,0-1 0,-1 0 0,0 1 0,0 0 0,1-1 0,-2 1 0,3 4 0,-3-2 0,0-1 0,1 0 0,-2 1 0,1-1 0,0 0 0,-1 1 0,0-1 0,0 0 0,0 0 0,0 1 0,-3 3 0,-2 6 0,-2-1 0,1 0 0,-2 0 0,0-1 0,0 0 0,-12 11 0,-10 6 0,-44 32 0,0 0 0,74-61 0,1 1 0,-1-1 0,1 0 0,-1 0 0,1 1 0,-1-1 0,1 0 0,0 1 0,-1-1 0,1 0 0,-1 1 0,1-1 0,0 1 0,-1-1 0,1 0 0,0 1 0,0-1 0,-1 1 0,1-1 0,0 1 0,0-1 0,0 1 0,0-1 0,-1 1 0,1 0 0,0-1 0,0 1 0,0-1 0,0 1 0,0-1 0,0 1 0,0-1 0,1 1 0,-1 0 0,1 0 0,0-1 0,0 1 0,1-1 0,-1 1 0,0-1 0,0 0 0,0 0 0,1 1 0,-1-1 0,0 0 0,0 0 0,1 0 0,1 0 0,48-8 0,99-29 95,31-7-1555,-169 42-5366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24575,'12'2'0,"-1"-1"0,1-1 0,-1 0 0,21-2 0,-14 0 0,282 5 0,-222 0 0,172-5 0,-86-1 0,322 23 0,-190-4 0,307-3 0,0-9 0,-154-4 0,25 4 0,164 4 0,-434-3 0,420 22 0,-262-14 0,-22-2 0,90-8 0,-87-5 0,-166-2 0,-176 4 0,-1 0 0,0 0 0,0 0 0,1-1 0,-1 1 0,0 0 0,0 0 0,1 0 0,-1-1 0,0 1 0,0 0 0,1 0 0,-1-1 0,0 1 0,0 0 0,0 0 0,0-1 0,1 1 0,-1 0 0,0-1 0,0 1 0,0 0 0,0-1 0,0 1 0,0 0 0,0 0 0,0-1 0,0 1 0,0 0 0,0-1 0,0 1 0,0 0 0,0-1 0,0 1 0,0 0 0,-1-1 0,1 1 0,0 0 0,0 0 0,0-1 0,0 1 0,-1 0 0,1 0 0,0-1 0,0 1 0,0 0 0,-1 0 0,1-1 0,0 1 0,-1-1 0,0 0 0,1-1 0,-1 1 0,0 0 0,0 0 0,0 0 0,0-1 0,0 1 0,0 0 0,0 1 0,-3-3 0,-16 0-1365,12 2-5461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4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24575,'-29'3'0,"-134"36"0,162-39 0,1 0 0,0 0 0,-1 0 0,1 0 0,0 0 0,0 0 0,-1 0 0,1 0 0,0 0 0,0 0 0,-1 0 0,1 0 0,0 0 0,0 1 0,-1-1 0,1 0 0,0 0 0,0 0 0,-1 0 0,1 0 0,0 1 0,0-1 0,0 0 0,-1 0 0,1 0 0,0 1 0,0-1 0,0 0 0,0 0 0,-1 1 0,1-1 0,0 0 0,0 0 0,0 1 0,0-1 0,0 1 0,7 7 0,16 4 0,-2-7 0,0-2 0,0 0 0,26-1 0,24 4 0,102 16 0,197 1 0,185-17 0,-32 19 0,-213-16 0,525 25 0,-604-19 0,187 13 0,52-10 0,-168-11 0,5-1 0,181 11 0,-393-15 0,-57-3 0,-52-16 0,-5-5-1365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6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33 150 24575,'0'0'0,"0"0"0,0 0 0,0 0 0,0 0 0,0 0 0,-33 6 0,38-7 0,0 1 0,0 0 0,0 0 0,0 0 0,0 0 0,0 1 0,0 0 0,-1 0 0,1 0 0,0 0 0,-1 1 0,1 0 0,6 4 0,-6-4 0,42 16 0,1-2 0,1-2 0,0-2 0,1-2 0,66 4 0,255-7 0,-314-8 0,87-7 0,155-28 0,199 3 0,-196 21 0,436-28 0,-447 18 0,14 1 0,-1 12 0,279-15 0,-247 15 0,68-6 0,-29 1 0,-329 14 0,97-9 0,9 0 0,-115 14-1365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0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829 1177 24575,'4'1'0,"0"0"0,-1-1 0,1 0 0,0 0 0,0 0 0,-1 0 0,6-1 0,4 0 0,2 2 0,0-2 0,0 1 0,-1-2 0,1 0 0,15-4 0,-26 4 0,1 0 0,-1 0 0,1 0 0,-1 0 0,0 0 0,0-1 0,0 0 0,0 0 0,0 0 0,0 0 0,-1-1 0,0 0 0,0 1 0,0-1 0,0 0 0,0 0 0,-1-1 0,0 1 0,3-8 0,2-7 0,-1 0 0,-2 0 0,1 0 0,-2-1 0,-1 1 0,0-1 0,-2-29 0,-3 19 0,0 0 0,-2 0 0,-2 0 0,-11-35 0,-14-16 0,-3 1 0,-63-104 0,76 145 0,-1-4 0,-6-10 0,-40-56 0,60 96 0,-2 0 0,0 0 0,0 1 0,-1 0 0,0 1 0,-1 0 0,0 1 0,-30-16 0,37 23 0,0 1 0,0-1 0,0 1 0,-1 0 0,1 1 0,-1 0 0,1 0 0,-1 0 0,1 1 0,-1 0 0,1 0 0,-10 2 0,6 0 0,0 1 0,0 0 0,0 0 0,0 1 0,1 0 0,0 1 0,-11 6 0,-5 7 0,1 2 0,1 0 0,1 1 0,-26 31 0,10-8 0,-57 88 0,76-100 0,1-1 0,3 2 0,0 0 0,-10 37 0,9-16 0,2 0 0,-8 66 0,20-104 0,0 0 0,1 0 0,1 1 0,1-1 0,0 0 0,1 0 0,1 0 0,1 0 0,0 0 0,0 0 0,2-1 0,8 17 0,-7-21 0,0-1 0,0 0 0,1-1 0,1 0 0,-1 0 0,1-1 0,1 0 0,0 0 0,0-1 0,0 0 0,1-1 0,0-1 0,0 1 0,1-2 0,-1 1 0,1-2 0,21 5 0,1-2 0,0-2 0,0-1 0,0-2 0,1-2 0,38-4 0,41-13-1365,-99 15-5461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442 973 24575,'140'-54'0,"-96"40"0,73-36 0,-103 43 0,-2 0 0,1-1 0,-1-1 0,0 0 0,-1-1 0,0 0 0,0 0 0,-1-1 0,13-20 0,-11 12 0,-2 1 0,0-2 0,-1 1 0,-1-1 0,-1-1 0,-1 1 0,-1-1 0,-1 0 0,0 0 0,-2-1 0,0-37 0,-3 28 0,-1 1 0,-2 0 0,-2 0 0,0 0 0,-2 0 0,-1 1 0,-24-50 0,28 67 0,-1 1 0,-1 0 0,1 0 0,-2 1 0,1 0 0,-2 1 0,1-1 0,-1 1 0,0 1 0,-1 0 0,0 0 0,-1 1 0,1 0 0,-1 1 0,0 0 0,-1 1 0,0 0 0,1 1 0,-2 0 0,1 1 0,0 0 0,-1 1 0,1 0 0,-26 1 0,20 2 0,0 1 0,0 1 0,0 0 0,1 2 0,-1 0 0,1 1 0,-25 12 0,19-6 0,0 2 0,1 0 0,0 1 0,-31 30 0,19-11 0,2 1 0,1 2 0,2 1 0,1 1 0,-29 57 0,40-63 0,1 0 0,-20 62 0,31-78 0,0 1 0,1 0 0,2 0 0,-1 0 0,2 1 0,1-1 0,2 26 0,-1-34 0,2 0 0,-1 0 0,2 0 0,-1-1 0,1 1 0,1-1 0,-1 0 0,2-1 0,-1 1 0,1-1 0,0 0 0,1 0 0,0-1 0,0 0 0,1 0 0,-1 0 0,1-1 0,11 6 0,13 7 0,0-2 0,1-1 0,56 18 0,-37-16 60,95 19 0,-113-32-357,-1-1 0,1-1 0,0-2 0,37-3 0,-59 1-6529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1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1027 24575,'28'1'0,"-20"0"0,0-1 0,0 0 0,0 0 0,0-1 0,0 0 0,0 0 0,0-1 0,13-5 0,-11 3 0,-1 0 0,1-2 0,-1 1 0,-1-1 0,1 0 0,-1-1 0,0 1 0,10-13 0,-6 5 0,-2 0 0,1-1 0,-2 0 0,11-22 0,0-9 0,-3 0 0,18-75 0,-29 94 0,-2 0 0,0 0 0,-2 0 0,-1 0 0,-1 0 0,-1 0 0,-2-1 0,-1 2 0,-9-39 0,7 42 0,-1 0 0,-2 1 0,0 0 0,0 1 0,-2 0 0,-1 0 0,-1 2 0,0-1 0,-2 1 0,0 1 0,-18-17 0,23 27 0,0 0 0,-1 1 0,0 0 0,0 1 0,-1 0 0,0 1 0,0 0 0,0 0 0,0 2 0,-1-1 0,0 2 0,-17-3 0,-6 3 0,0 1 0,0 2 0,-41 5 0,50-2 0,1 0 0,0 1 0,1 2 0,0 1 0,-35 15 0,43-15 0,1 1 0,0 0 0,1 1 0,0 1 0,0 0 0,1 1 0,1 0 0,-21 25 0,14-9 0,1 0 0,1 2 0,1 0 0,2 1 0,1 0 0,1 1 0,2 1 0,2-1 0,-9 50 0,12-44 0,2 0 0,2 0 0,1 0 0,2 0 0,2 0 0,1 0 0,2-1 0,15 51 0,-17-75 0,0 0 0,1 0 0,1-1 0,0 0 0,0 0 0,1 0 0,1-1 0,0 0 0,1 0 0,13 12 0,-15-16 0,1-1 0,0 0 0,1 0 0,-1-1 0,1 0 0,0-1 0,0 0 0,1 0 0,-1-1 0,1 0 0,0-1 0,0 0 0,0 0 0,19 0 0,-6-3-195,0-1 0,0 0 0,0-2 0,0-1 0,-1 0 0,40-16 0,-26 6-6631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06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5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24575,'0'0'0,"6"11"0,5 18 0,0 1 0,-1 0 0,-2 1 0,4 31 0,4 130 0,-14-153 0,4 71 0,-4-92 0,1-1 0,0 1 0,2-1 0,6 18 0,0-55 0,6-28 0,19-89 0,-2-55 0,-28 151 0,3-23 0,-4 26 0,17-70 0,-21 106 0,-1 1 0,0-1 0,1 1 0,0-1 0,-1 1 0,1-1 0,0 1 0,0 0 0,0-1 0,0 1 0,0 0 0,0 0 0,0 0 0,0 0 0,0-1 0,0 1 0,3-1 0,-3 2 0,0 0 0,0 0 0,0 0 0,0 0 0,-1 0 0,1 0 0,0 0 0,0 0 0,0 1 0,-1-1 0,1 0 0,0 1 0,0-1 0,-1 0 0,1 1 0,0-1 0,-1 1 0,1-1 0,0 1 0,-1-1 0,1 1 0,-1 0 0,1-1 0,-1 1 0,1 0 0,-1-1 0,1 1 0,-1 0 0,0 0 0,1-1 0,-1 1 0,0 0 0,0 0 0,1 1 0,3 13 0,0-1 0,0 2 0,-2-1 0,0 0 0,1 24 0,-1-8 0,5 85 0,-2-27 0,30 160 0,-34-242 0,1 0 0,1 0 0,0 0 0,0 0 0,0-1 0,7 10 0,-9-14 0,0 0 0,1 0 0,-1 0 0,1-1 0,-1 1 0,1 0 0,-1-1 0,1 1 0,0-1 0,0 0 0,0 0 0,0 1 0,0-1 0,0-1 0,0 1 0,0 0 0,0 0 0,0-1 0,0 1 0,1-1 0,-1 0 0,0 1 0,0-1 0,5-1 0,-5 1 0,0-1 0,0 0 0,0-1 0,0 1 0,0 0 0,0 0 0,-1-1 0,1 1 0,0-1 0,-1 0 0,1 1 0,-1-1 0,1 0 0,-1 0 0,0 0 0,0 0 0,1-3 0,16-40 0,-16 39 0,10-33 0,-2-1 0,10-79 0,-10-84 0,-10 192-151,-1 0-1,0 0 0,0 0 0,-1 0 1,0 0-1,-1 0 0,0 1 1,-9-20-1,8 23-6674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6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24575,'16'7'0,"0"-1"0,0 0 0,17 3 0,-20-6 0,-1 0 0,1 1 0,-1 1 0,1 0 0,20 12 0,-32-16 0,-1 0 0,0-1 0,1 1 0,-1 0 0,0-1 0,0 1 0,1 0 0,-1 0 0,0 0 0,0-1 0,0 1 0,0 0 0,0 0 0,0-1 0,0 1 0,0 0 0,0 0 0,-1 0 0,1-1 0,0 1 0,0 0 0,-1 0 0,1-1 0,0 1 0,-1 0 0,1-1 0,-1 1 0,0 1 0,-14 19 0,5-10 0,-1 0 0,0-2 0,-1 1 0,1-1 0,-2-1 0,-19 11 0,-11 7 0,75-20 0,-11-4 0,0-1 0,0 0 0,0-1 0,0-2 0,23-4 0,101-28 0,-139 32 0,0 1 0,-1-1 0,1-1 0,-1 1 0,0-1 0,1 0 0,-1 0 0,0 0 0,-1 0 0,1-1 0,-1 0 0,1 0 0,-1 0 0,0-1 0,-1 0 0,1 1 0,-1-1 0,0 0 0,0-1 0,-1 1 0,1 0 0,-1-1 0,0 1 0,-1-1 0,1 0 0,-1 0 0,0 0 0,0-8 0,0-53 0,-1 51 0,0-1 0,1 0 0,4-23 0,-6 50 0,0-1 0,1 1 0,1 17 0,0-1 0,8 155 0,0 45 0,-9-219 0,-1 16 0,-2-24 0,-2-14 0,2 6-1365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6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25 24575,'4'28'0,"-5"-27"0,0 0 0,0 0 0,1 0 0,-1 0 0,0 0 0,0-1 0,0 1 0,0 0 0,0-1 0,0 1 0,0-1 0,0 1 0,0-1 0,-1 1 0,1-1 0,0 0 0,0 0 0,0 1 0,0-1 0,-1 0 0,1 0 0,0 0 0,0 0 0,0 0 0,0-1 0,-1 1 0,1 0 0,0 0 0,0-1 0,0 1 0,-2-1 0,-2-1 0,0 0 0,0 0 0,0 0 0,0-1 0,-6-3 0,8 4 0,1 0 0,0 1 0,0-1 0,0 1 0,0-1 0,0 1 0,1-1 0,-1 0 0,-2-3 0,4 3 0,-1 0 0,1 0 0,0 1 0,0-1 0,0 0 0,0 0 0,0 0 0,0 1 0,0-1 0,1 0 0,0-3 0,-2 7-8,-1 0 0,0 0 0,0-1-1,0 1 1,0-1 0,0 1 0,0-1-1,-3 2 1,-1 1-1283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7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188 198 24575,'-2'1'0,"0"-1"0,-1 0 0,1 1 0,0 0 0,0-1 0,0 1 0,0 0 0,0 0 0,0 0 0,0 0 0,0 0 0,0 1 0,0-1 0,1 1 0,-4 2 0,-23 32 0,23-28 0,-13 17 0,2 1 0,1 1 0,2 0 0,0 1 0,2 0 0,1 1 0,-7 32 0,14-50 0,2 0 0,-1 0 0,2 0 0,-1 0 0,2 1 0,-1-1 0,1 0 0,1 0 0,0 0 0,1-1 0,0 1 0,0 0 0,9 17 0,-7-20 0,0 0 0,0-1 0,0 0 0,1 0 0,0 0 0,0-1 0,1 1 0,0-1 0,0-1 0,0 0 0,1 0 0,0 0 0,0-1 0,0 0 0,0 0 0,0-1 0,13 3 0,-9-4 0,0 1 0,1-2 0,0 0 0,-1 0 0,1-1 0,0 0 0,-1-2 0,1 1 0,-1-1 0,1-1 0,23-8 0,-17 3 0,1-1 0,-2-1 0,0 0 0,0-1 0,-1-1 0,26-22 0,-32 23 0,-1 0 0,0-1 0,0-1 0,-1 1 0,-1-2 0,0 1 0,0-1 0,-2 0 0,0 0 0,0-1 0,5-26 0,-5 17 0,-2-1 0,-1-1 0,-1 1 0,-1 0 0,-1-1 0,-5-36 0,3 40 0,-2 0 0,-1 0 0,-1 0 0,-16-39 0,18 52 0,-1 0 0,1 0 0,-2 1 0,0 0 0,0 0 0,0 0 0,-1 1 0,0 0 0,0 0 0,-1 0 0,0 1 0,0 1 0,-12-7 0,13 8 0,0 0 0,-1 1 0,0 0 0,0 1 0,1 0 0,-1 0 0,-1 0 0,1 1 0,0 0 0,0 1 0,0 0 0,-1 0 0,1 1 0,0 0 0,0 0 0,0 1 0,-14 5 0,2-2 0,0 2 0,1 0 0,0 1 0,-25 15 0,38-19 0,-1 0 0,1 1 0,0 0 0,0 0 0,1 0 0,-1 1 0,1 0 0,0 0 0,1 0 0,0 1 0,0 0 0,0-1 0,1 1 0,-6 15 0,9-19-72,0 0 0,-1 0 1,1 0-1,0 0 0,0 1 0,0-1 0,1 0 0,-1 0 0,1 0 0,0 0 0,0 0 1,2 6-1,-2-7-359,3 7-6395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7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24575,'-5'25'0,"2"-1"0,1 1 0,1 0 0,3 41 0,0-10 0,-8 116 0,4-181 0,2-12 0,10-2-1365,-6 14-5461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24575,'0'0'0,"0"0"0,0 0 0,0 0 0,16-5 0,8-2 0,1 1 0,0 1 0,44-4 0,76 6 0,1 1 0,-123-2-1365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8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24575,'0'0'0,"0"62"0,-3 184 0,-2-178 0,-20 108 0,19-144 0,1 0 0,2 1 0,1 38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0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18 24575,'0'0'0,"0"0"0,0 0 0,0 0 0,-1-2 0,0 0 0,-1 0 0,1 0 0,0 0 0,-1 0 0,1 1 0,-4-3 0,1 11 0,1 1 0,0 0 0,0 0 0,1 0 0,-1 0 0,2 1 0,-1-1 0,1 16 0,3 74 0,0-62 0,0 123 0,5 88 0,-6-237 0,-1 2 0,2 0 0,4 21 0,-5-30 0,0 1 0,0 0 0,1 0 0,0-1 0,0 1 0,0 0 0,0-1 0,0 0 0,1 0 0,0 0 0,-1 0 0,5 3 0,-7-6 0,0 1 0,1-1 0,-1 0 0,0 0 0,1 0 0,-1 0 0,1 0 0,-1 0 0,0 0 0,1 0 0,-1 0 0,1 0 0,-1 0 0,1 0 0,-1 0 0,0 0 0,1 0 0,-1 0 0,1 0 0,-1 0 0,0 0 0,1-1 0,-1 1 0,0 0 0,1 0 0,-1-1 0,0 1 0,1 0 0,-1 0 0,0-1 0,1 1 0,-1 0 0,0-1 0,0 1 0,0 0 0,1-1 0,-1 1 0,0 0 0,0-1 0,0 0 0,10-19 0,-9 17 0,16-42 0,-3-2 0,-2 0 0,8-62 0,-7 39 0,-3 15 0,1-10 0,3 1 0,28-79 0,-41 140 0,12-22 0,-13 25 0,1 0 0,-1-1 0,0 1 0,1 0 0,-1-1 0,1 1 0,-1 0 0,0-1 0,1 1 0,-1 0 0,1 0 0,-1-1 0,1 1 0,-1 0 0,1 0 0,-1 0 0,1 0 0,-1 0 0,1 0 0,-1 0 0,1 0 0,-1 0 0,1 0 0,0 0 0,-1 0 0,1 0 0,-1 0 0,1 0 0,-1 0 0,1 1 0,-1-1 0,0 0 0,1 0 0,-1 1 0,1-1 0,-1 0 0,1 1 0,-1-1 0,0 0 0,1 1 0,-1-1 0,0 0 0,1 1 0,-1-1 0,0 1 0,1 0 0,4 6 0,0 0 0,-1 1 0,0-1 0,0 1 0,-1 0 0,1 0 0,-2 1 0,3 9 0,11 75 0,-15-85 0,14 137 0,8 60 0,-17-175 0,1 1 0,1-1 0,2 0 0,18 41 0,-26-67 0,0 0 0,1 0 0,-1-1 0,0 1 0,1-1 0,5 5 0,-8-7 0,1 0 0,0-1 0,-1 1 0,1 0 0,0-1 0,0 1 0,0-1 0,0 1 0,0-1 0,-1 0 0,1 1 0,0-1 0,0 0 0,0 0 0,0 0 0,0 1 0,0-1 0,0 0 0,0 0 0,0 0 0,0-1 0,0 1 0,0 0 0,0 0 0,0 0 0,0-1 0,0 1 0,-1 0 0,1-1 0,0 1 0,0-1 0,0 1 0,0-1 0,-1 0 0,2 0 0,5-6 0,-1 0 0,0 0 0,-1 0 0,1-1 0,-2 0 0,8-15 0,21-58 0,-29 72 0,24-83 0,30-163 0,-6 20 0,-49 223 0,2-3 0,-5 15 0,1 0 0,-1 1 0,1-1 0,-1 0 0,1 1 0,-1-1 0,1 0 0,-1 1 0,1-1 0,-1 1 0,0-1 0,1 1 0,-1-1 0,0 1 0,1-1 0,-1 1 0,0-1 0,0 1 0,1-1 0,-1 1 0,0-1 0,0 1 0,0 0 0,0-1 0,0 1 0,0 1 0,8 29-1365,-7-22-5461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0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24575,'0'0'0,"0"0"0,0 0 0,0 0 0,6-8 0,-1 4 0,0 0 0,0 1 0,0-1 0,0 1 0,1 0 0,-1 0 0,1 1 0,0 0 0,0 0 0,0 0 0,10-1 0,-7 2 0,0 0 0,0 0 0,0 1 0,0 1 0,0-1 0,0 1 0,14 4 0,-22-5 0,1 1 0,-1-1 0,1 1 0,-1-1 0,0 1 0,1 0 0,-1-1 0,0 1 0,0 0 0,0 0 0,0 0 0,1 0 0,-1 0 0,0 0 0,-1 0 0,1 0 0,0 0 0,0 1 0,0-1 0,-1 0 0,1 0 0,0 3 0,0-1 0,-1 0 0,1 0 0,-1 0 0,0 0 0,0 0 0,0 1 0,0-1 0,-1 0 0,0 0 0,0 4 0,-3 4 0,0 0 0,-1 0 0,0-1 0,-12 18 0,15-25 0,-4 6 0,0 0 0,0 0 0,1 1 0,1 0 0,-5 11 0,9-20 0,0 0 0,0 0 0,0-1 0,0 1 0,0 0 0,0-1 0,0 1 0,0 0 0,0-1 0,1 1 0,-1 0 0,0-1 0,1 1 0,-1 0 0,0-1 0,1 1 0,-1-1 0,0 1 0,1-1 0,-1 1 0,1-1 0,-1 1 0,1-1 0,-1 1 0,1-1 0,0 0 0,-1 1 0,1-1 0,-1 0 0,1 1 0,0-1 0,-1 0 0,1 0 0,0 0 0,0 1 0,25 4 0,-14-5-114,0 0 1,1-1-1,-1 0 0,0-1 0,0 0 1,0-1-1,-1 0 0,1-1 0,-1 0 1,1-1-1,19-11 0,-17 7-6712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1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24575,'21'0'0,"0"0"0,-1 1 0,1 1 0,0 1 0,-1 1 0,0 1 0,0 1 0,25 11 0,-43-17 0,0 1 0,0 0 0,-1 0 0,1 1 0,0-1 0,0 0 0,-1 1 0,1-1 0,-1 1 0,0-1 0,1 1 0,-1 0 0,0-1 0,0 1 0,0 0 0,0 0 0,0 0 0,0 0 0,-1 0 0,1 3 0,0-2 0,-1 1 0,0 0 0,0-1 0,0 1 0,-1 0 0,1-1 0,-1 1 0,0-1 0,0 1 0,-3 6 0,-2 2 0,-1-1 0,0 1 0,0-1 0,-1 0 0,-11 11 0,-21 17 0,27-28 0,2 0 0,-1 1 0,-13 20 0,24-32 0,1 0 0,-1 1 0,1-1 0,-1 1 0,1-1 0,-1 1 0,1-1 0,0 1 0,-1 0 0,1-1 0,0 1 0,-1-1 0,1 1 0,0 0 0,0-1 0,0 1 0,0 0 0,0-1 0,0 1 0,0 0 0,0-1 0,0 1 0,0 0 0,0-1 0,0 1 0,0 0 0,0-1 0,0 1 0,1 0 0,-1-1 0,0 1 0,1 0 0,-1-1 0,0 1 0,1-1 0,-1 1 0,1-1 0,-1 1 0,1-1 0,-1 1 0,1-1 0,-1 0 0,1 1 0,-1-1 0,1 0 0,-1 1 0,1-1 0,0 0 0,-1 1 0,1-1 0,0 0 0,-1 0 0,1 0 0,0 0 0,-1 0 0,1 0 0,0 0 0,-1 0 0,1 0 0,1 0 0,6 0 0,0 0 0,1 0 0,11-3 0,-18 2 0,16-2 20,-1-1 0,1-1 0,-1 0 0,0-2 0,30-15 0,-15 3-763,54-43 1,-78 56-6084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1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24575,'-7'29'0,"-2"7"0,7-39 0,0 0 0,0-1 0,1 1 0,-1-1 0,1 1 0,-1-1 0,1 0 0,0-4 0,0-15 0,2 21 0,-1 16 0,0-8-1365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2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253 244 24575,'0'0'0,"0"0"0,0 0 0,0 0 0,0-2 0,-1 1 0,1-1 0,0 0 0,-1 0 0,1 0 0,-1 0 0,1 0 0,-1 1 0,0-1 0,0 0 0,0 0 0,0 1 0,0-1 0,0 1 0,0-1 0,0 1 0,-3-2 0,-27-18 0,27 18 0,3 3 0,0-1 0,0 1 0,0 0 0,0 0 0,0-1 0,0 1 0,0 0 0,0 0 0,0 0 0,0 0 0,0 0 0,0 1 0,0-1 0,0 0 0,0 0 0,0 1 0,0-1 0,0 0 0,0 1 0,0-1 0,1 1 0,-1-1 0,0 1 0,0-1 0,1 1 0,-1 0 0,0 0 0,0-1 0,1 1 0,-1 0 0,1 0 0,-1 0 0,0 1 0,-18 33 0,17-31 0,-16 35 0,-18 38 0,-29 89 0,57-141 0,1 0 0,2 0 0,0 1 0,2 0 0,0 0 0,2 0 0,1 0 0,3 27 0,-1-44 0,-1 0 0,1-1 0,0 1 0,1-1 0,0 1 0,0-1 0,1 0 0,0 0 0,1-1 0,0 1 0,0-1 0,0 0 0,1 0 0,11 11 0,-8-12 0,-1 1 0,1-2 0,0 1 0,0-1 0,1-1 0,0 1 0,-1-2 0,1 1 0,1-1 0,-1-1 0,0 0 0,14 1 0,-5-2 0,0-1 0,0-1 0,0-1 0,0-1 0,0 0 0,-1-1 0,1-1 0,-1-1 0,0-1 0,-1 0 0,33-19 0,-13 3 0,-1-1 0,-2-2 0,0-1 0,38-41 0,-57 51 0,0-1 0,-1-1 0,-1 0 0,0 0 0,-2-1 0,0-1 0,-1 0 0,-2-1 0,0 0 0,-1 0 0,-1 0 0,-1-1 0,-1 0 0,1-27 0,-4 33 0,-2 0 0,1-1 0,-2 1 0,0 0 0,-1 0 0,-1 0 0,-1 0 0,-10-26 0,9 31 0,0-1 0,-1 1 0,-1 0 0,0 1 0,0 0 0,-1 0 0,-1 0 0,0 1 0,0 1 0,-1 0 0,-18-12 0,12 11 0,0 0 0,-1 1 0,0 1 0,0 1 0,-1 0 0,0 2 0,-1 0 0,1 1 0,-1 1 0,0 1 0,0 0 0,1 2 0,-1 0 0,0 1 0,0 1 0,-22 6 0,35-7-97,1 1-1,0 0 1,0 1-1,1-1 1,-1 1-1,0 0 1,1 1-1,0-1 1,0 1-1,0 0 1,0 1-1,1-1 0,-6 7 1,0 2-6729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3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21 24575,'0'0'0,"0"0"0,-24-13 0,46 10 0,44 1 0,-30 1 0,-21 1 0,-2-1 0,-1 0 0,0 1 0,0 1 0,0 0 0,0 0 0,21 6 0,-31-6 0,-1-1 0,0 0 0,0 1 0,0-1 0,0 1 0,1 0 0,-1-1 0,0 1 0,0 0 0,0 0 0,0-1 0,0 1 0,0 0 0,-1 0 0,1 0 0,0 0 0,0 0 0,-1 0 0,1 1 0,-1-1 0,1 0 0,-1 0 0,1 0 0,0 2 0,-1 0 0,-1-1 0,1 0 0,0 0 0,0 0 0,-1 1 0,1-1 0,-1 0 0,0 0 0,0 0 0,0 0 0,0 0 0,0 0 0,-1 1 0,-5 7 0,0-2 0,0 1 0,-1-1 0,-10 9 0,-89 69 0,130-79 0,13-1-171,-1-2 0,1-1 0,61-4 1,-74 0-512,-7 1-6144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5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 24575,'0'0'0,"0"0"0,0 0 0,0 0 0,0 18 0,-30 304 0,14-198 0,0 140 0,11-87 0,27-242-1365,-18 53-5461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5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 24575,'19'-37'0,"-9"66"0,-9-6 0,-1 0 0,-2 0 0,-5 31 0,-2 32 0,9-85 0,0 1 0,0-1 0,0 0 0,0 0 0,0 1 0,0-1 0,0 0 0,0 1 0,0-1 0,1 0 0,-1 0 0,0 1 0,1-1 0,-1 0 0,1 0 0,0 0 0,-1 0 0,1 0 0,0 0 0,-1 0 0,1 0 0,0 0 0,0 0 0,0 0 0,0 0 0,0 0 0,0-1 0,0 1 0,0 0 0,1-1 0,-1 1 0,0-1 0,0 1 0,0-1 0,1 0 0,-1 0 0,0 1 0,0-1 0,3 0 0,-1 0 0,1-1 0,0 1 0,-1-1 0,1 0 0,-1 0 0,1 0 0,-1 0 0,1-1 0,-1 1 0,0-1 0,0 0 0,0 0 0,4-3 0,1-3 0,0 0 0,-1 0 0,0-1 0,0 0 0,-1 0 0,0 0 0,-1-1 0,0 0 0,0 0 0,-1-1 0,5-19 0,-5 13 0,-1 0 0,0 0 0,-1 0 0,-1-1 0,-1 1 0,-3-35 0,3 50 0,0 0 0,0-1 0,-1 1 0,1 0 0,-1-1 0,0 1 0,1 0 0,-1 0 0,0-1 0,0 1 0,-1 0 0,1 0 0,0 0 0,-1 0 0,1 0 0,-1 1 0,1-1 0,-1 0 0,0 1 0,0-1 0,0 1 0,0 0 0,0-1 0,0 1 0,-4-1 0,3 1 0,0 1 0,-1-1 0,1 1 0,-1 0 0,1 1 0,0-1 0,-1 0 0,1 1 0,-1 0 0,1 0 0,0 0 0,0 0 0,0 0 0,-1 1 0,1-1 0,1 1 0,-5 2 0,1 0-151,-1 0-1,1 1 0,1 0 0,-1-1 1,1 2-1,0-1 0,0 1 1,-7 10-1,6-6-6674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24575,'-4'1'0,"-27"7"0,-44 16 0,65-19 0,-1 0 0,1 0 0,0 1 0,1 0 0,0 1 0,0 0 0,-13 14 0,18-17 0,1-1 0,0 1 0,0 0 0,1 0 0,-1 0 0,1 1 0,0-1 0,0 1 0,1-1 0,-1 1 0,1 0 0,0-1 0,0 1 0,0 0 0,1 0 0,0 0 0,0-1 0,0 1 0,0 0 0,1 0 0,0 0 0,2 8 0,-1-7 0,0-1 0,1 1 0,-1-1 0,1 0 0,0 0 0,1 0 0,-1 0 0,1 0 0,0-1 0,0 0 0,0 1 0,0-2 0,1 1 0,0 0 0,0-1 0,0 0 0,0 0 0,10 4 0,67 16 0,-54-15 0,40 14 0,-67-22 0,0 1 0,0-1 0,0 0 0,0 1 0,0-1 0,0 1 0,0-1 0,0 1 0,0 0 0,-1-1 0,1 1 0,0 0 0,0-1 0,-1 1 0,1 0 0,-1 0 0,1 0 0,0 0 0,-1 0 0,0 0 0,1-1 0,-1 1 0,0 0 0,1 0 0,-1 0 0,0 2 0,0-1 0,0 0 0,-1 0 0,1-1 0,-1 1 0,1 0 0,-1 0 0,0-1 0,0 1 0,0 0 0,0-1 0,0 1 0,0 0 0,-2 1 0,-4 4 0,0 1 0,-1-1 0,-17 11 0,9-7 0,-1 0 0,-36 14 0,44-21 0,0-1 0,0 0 0,0 0 0,-1-1 0,1-1 0,-1 0 0,0 0 0,-10 0 0,19-1 5,-1 0 0,1-1-1,-1 1 1,1 0 0,0 0 0,-1-1-1,1 1 1,-1 0 0,1-1-1,0 1 1,0-1 0,-1 0-1,1 0 1,0 1 0,0-1 0,0 0-1,-1 0 1,1 0 0,0 0-1,0 0 1,1 0 0,-1 0 0,0-1-1,-1-1 1,1 0-153,0 0-1,0 0 1,1 0 0,-1 0 0,1-1-1,0 1 1,0 0 0,0-1-1,0-4 1,3-13-6678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 24575,'0'1'0,"1"0"0,-1 0 0,1 0 0,-1 0 0,0 0 0,1 0 0,-1 0 0,0 0 0,0 0 0,0 0 0,0 0 0,0 0 0,0 0 0,0 1 0,0-1 0,0 0 0,0 0 0,0 0 0,-1 0 0,1 0 0,-1 0 0,1 0 0,-1 0 0,1 0 0,-1 0 0,1 0 0,-1 0 0,-1 1 0,-28 29 0,17-19 0,6-5 0,1 0 0,-1 1 0,2 0 0,-1 0 0,1 0 0,0 1 0,-4 10 0,8-16 0,0 0 0,0 1 0,0-1 0,0 1 0,0-1 0,1 1 0,-1 0 0,1-1 0,0 1 0,1 0 0,-1-1 0,0 1 0,1-1 0,0 1 0,0 0 0,0-1 0,0 0 0,0 1 0,1-1 0,0 0 0,0 0 0,4 6 0,0-1 0,2-1 0,-1 0 0,1 0 0,0-1 0,0 1 0,0-2 0,1 1 0,14 5 0,-8-4 0,1-2 0,0 1 0,0-2 0,24 4 0,-38-8 0,0 0 0,0 1 0,-1-1 0,1 1 0,0-1 0,0 1 0,0-1 0,0 1 0,-1 0 0,1 0 0,0 0 0,-1 0 0,1 0 0,-1 0 0,1 0 0,-1 1 0,1-1 0,-1 1 0,2 2 0,-3-3 0,1 1 0,-1-1 0,0 0 0,0 1 0,0-1 0,0 0 0,0 1 0,0-1 0,-1 0 0,1 1 0,0-1 0,-1 0 0,1 1 0,-1-1 0,1 0 0,-1 0 0,0 0 0,1 1 0,-1-1 0,0 0 0,0 0 0,0 0 0,0 0 0,0 0 0,0-1 0,0 1 0,0 0 0,0 0 0,-2 0 0,-18 14 0,0-2 0,-1-1 0,0 0 0,-42 14 0,39-20-1365,15-6-5461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24575,'20'5'0,"5"-3"27,0-1-1,-1-1 1,1-2-1,38-6 0,-30 3-774,52 0-1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7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24575,'18'3'0,"20"-1"0,0-1 0,0-1 0,72-12 0,-108 12-1365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7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24575,'0'0'0,"0"0"0,0 0 0,0 0 0,0 0 0,1-2 0,1 1 0,0-1 0,0 1 0,1-1 0,-1 1 0,0 0 0,0 0 0,0 0 0,1 0 0,-1 0 0,1 0 0,2 0 0,61-15 0,-30 6 0,1 1 0,0 2 0,0 2 0,46-1 0,-60 6-1365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8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24575,'3'3'0,"0"-1"0,0 0 0,1 1 0,-1-1 0,1 0 0,0-1 0,-1 1 0,1 0 0,0-1 0,0 0 0,0 0 0,0 0 0,0-1 0,1 1 0,4-1 0,9 0 0,0-1 0,21-4 0,-22 2 0,141-27-1365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24575,'27'4'0,"37"2"0,89-2 0,2 0 0,-132-4 0,-17-1 0,-1 1 0,1 0 0,-1 0 0,1 0 0,-1 1 0,0 0 0,9 3 0,-14-4-32,1 0 1,-1 0-1,0 1 0,0-1 0,0 0 1,0 1-1,0-1 0,0 0 0,0 1 1,1-1-1,-1 0 0,0 1 0,0-1 1,0 0-1,0 1 0,0-1 0,-1 0 1,1 1-1,0-1 0,0 0 0,0 0 1,0 1-1,0-1 0,0 0 0,0 1 1,-1-1-1,1 0 0,0 0 0,0 1 1,0-1-1,-1 0 0,1 0 0,0 1 1,0-1-1,-1 0 0,1 0 0,0 0 1,-1 1-1,1-1 0,0 0 0,0 0 1,-1 0-1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6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24575,'0'0'0,"0"0"0,0 0 0,0 0 0,0 0 0,0 0 0,0 0 0,0 0 0,33 8 0,-10-1 0,2-4 0,0-1 0,0 0 0,0-2 0,0-1 0,29-5 0,120-34 0,-125 28-1365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09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26 24575,'1'-1'0,"0"-1"0,0 1 0,0 0 0,0-1 0,0 1 0,0 0 0,1 0 0,-1 0 0,0 0 0,1 0 0,-1 0 0,1 0 0,-1 0 0,1 1 0,-1-1 0,1 0 0,0 1 0,-1 0 0,1-1 0,-1 1 0,1 0 0,0 0 0,0 0 0,-1 0 0,3 0 0,-2 1 0,0-1 0,1 1 0,-1 0 0,0 0 0,0 1 0,0-1 0,0 0 0,0 1 0,0-1 0,0 1 0,0-1 0,0 1 0,-1 0 0,1 0 0,-1 0 0,0 0 0,2 3 0,3 6 0,-1-1 0,-1 1 0,0 0 0,-1 0 0,0 1 0,0-1 0,-1 1 0,0 15 0,0 14 0,-6 44 0,1-20 0,3-55 0,-1 3 0,1 0 0,1 1 0,3 22 0,-3-34 0,-1 0 0,0 0 0,1 0 0,-1 0 0,1 0 0,0 0 0,0 0 0,0 0 0,0 0 0,0 0 0,0-1 0,0 1 0,0 0 0,1-1 0,-1 1 0,1-1 0,-1 1 0,1-1 0,0 0 0,-1 0 0,1 1 0,0-1 0,0 0 0,0-1 0,0 1 0,0 0 0,0 0 0,0-1 0,0 0 0,4 1 0,-4-1 0,1-1 0,0 1 0,0-1 0,0 0 0,-1 0 0,1 0 0,0 0 0,-1-1 0,1 1 0,-1-1 0,0 1 0,1-1 0,-1 0 0,0 0 0,0 0 0,0 0 0,0 0 0,-1-1 0,1 1 0,2-5 0,4-6 0,-1 0 0,8-21 0,-14 32 0,11-28 0,-1 1 0,-2-2 0,0 1 0,-3-1 0,0 0 0,-2-1 0,-1 1 0,-2-1 0,-1 1 0,-5-36 0,13 103 0,11 35 0,7 24 0,-12-21 0,5 108 0,-11 77 0,-7-242 0,-1 42 0,-8 77 0,6-118 0,-1 1 0,-1-1 0,0-1 0,-2 1 0,0-1 0,-1 1 0,0-2 0,-14 23 0,16-33 0,0 0 0,0 0 0,-1-1 0,0 0 0,1 0 0,-2 0 0,1-1 0,0 0 0,-1 0 0,0-1 0,0 1 0,0-2 0,0 1 0,-1-1 0,1 0 0,-1 0 0,1-1 0,-1 0 0,-9 0 0,-16-1 0,1 0 0,0-3 0,-36-6 0,57 7 0,-7 0 0,0 0 0,0-1 0,0-1 0,1 0 0,-19-8 0,32 11 0,1-1 0,-1 0 0,0 0 0,0 0 0,1 0 0,0-1 0,-1 1 0,1-1 0,0 0 0,0 0 0,0 0 0,1 0 0,-1-1 0,1 1 0,0-1 0,0 1 0,0-1 0,0 0 0,0 0 0,1 0 0,0 0 0,-2-8 0,1-16-1365,1 3-5461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0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24575,'15'5'0,"4"1"0,10-7 0,0-1 0,0-1 0,-1-2 0,1-1 0,-1-1 0,36-14 0,-48 14 0,1 1 0,32-8 0,-49 14 0,0 0 0,0 0 0,0 0 0,0 0 0,0 0 0,0 0 0,0 0 0,0 0 0,0 0 0,0 0 0,1 0 0,-1 0 0,0 0 0,0 0 0,0 0 0,0 0 0,0 0 0,0 0 0,0 0 0,0 0 0,1 0 0,-1 0 0,0 0 0,0 0 0,0 0 0,0 0 0,0 0 0,0 0 0,0 0 0,0 0 0,0 0 0,1 0 0,-1 0 0,0 0 0,0 0 0,0 0 0,0 0 0,0 0 0,0 0 0,0 1 0,0-1 0,0 0 0,0 0 0,0 0 0,0 0 0,0 0 0,0 0 0,0 0 0,0 0 0,0 0 0,0 1 0,0-1 0,0 0 0,0 0 0,0 0 0,0 0 0,0 0 0,0 0 0,0 0 0,0 0 0,0 1 0,0-1 0,0 0 0,-6 8 0,-13 9 0,-54 28-1365,50-31-5461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0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24575,'0'3'0,"0"0"0,0 0 0,1 0 0,-1 0 0,1-1 0,0 1 0,0 0 0,0 0 0,0-1 0,0 1 0,1-1 0,-1 1 0,1-1 0,-1 0 0,1 1 0,0-1 0,0 0 0,0 0 0,0 0 0,0-1 0,1 1 0,-1 0 0,1-1 0,-1 1 0,1-1 0,-1 0 0,1 0 0,4 1 0,7 2 0,0 0 0,1-2 0,0 0 0,19 1 0,-21-2 0,21-1 0,-1-1 0,0-1 0,1-2 0,-2-1 0,38-12 0,-74 22-1365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0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24575,'0'18'0,"-4"26"0,-2 1 0,-12 46 0,8-47 0,-7 89 0,14-71 0,-1 82 0,9-185-1365,-4 24-5461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0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24575,'0'0'0,"21"-12"0,-2 11 0,1 0 0,0 2 0,-1 0 0,1 2 0,-1 0 0,1 1 0,-1 1 0,0 0 0,-1 2 0,29 14 0,-44-20 0,1 1 0,-1 0 0,0 0 0,0 1 0,0-1 0,0 1 0,0-1 0,0 1 0,-1 0 0,1 0 0,-1 0 0,0 0 0,0 1 0,0-1 0,0 1 0,-1-1 0,1 1 0,-1 0 0,1 3 0,-2-3 0,0-1 0,0 0 0,0 0 0,0 0 0,0 0 0,-1 0 0,0 0 0,0 0 0,0 0 0,0 0 0,0 0 0,0 0 0,-1 0 0,1 0 0,-1-1 0,0 1 0,0-1 0,0 1 0,0-1 0,0 0 0,-1 0 0,1 0 0,-5 3 0,-6 4 20,0-1-1,-1-1 1,1 0-1,-28 9 1,-60 13-926,84-25 349,-29 7-6269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8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24575,'-3'2'0,"0"1"0,0-1 0,0 1 0,1 0 0,-1 0 0,-3 6 0,5-6 0,-22 33 0,2 1 0,2 1 0,-28 81 0,40-101 0,-80 251 0,76-227 0,3 0 0,1 0 0,3 1 0,0 67 0,6-94 0,0-1 0,1 1 0,0-1 0,1 0 0,1 0 0,1 0 0,0-1 0,0 0 0,2 0 0,10 16 0,1-4 0,1 0 0,1-1 0,45 41 0,-55-56 0,0-1 0,1 0 0,0 0 0,1-2 0,-1 1 0,1-2 0,1 0 0,17 6 0,-26-10 22,-1 0-1,1 0 1,-1 1 0,1-1-1,5 6 1,12 6-1517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24575,'-1'26'0,"-8"109"0,-1 41 0,10-155 0,4 37 0,-2-51 0,-1 0 0,1-1 0,-1 1 0,2-1 0,-1 0 0,1 1 0,0-1 0,0 0 0,8 9 0,-9-13 0,1 1 0,0-1 0,-1 0 0,1 0 0,0-1 0,1 1 0,-1 0 0,0-1 0,0 0 0,1 0 0,-1 0 0,0 0 0,1 0 0,-1-1 0,1 0 0,-1 1 0,1-1 0,-1-1 0,6 0 0,-3 1 0,-1-1 0,0 1 0,0-2 0,0 1 0,0 0 0,0-1 0,0 0 0,0 0 0,0-1 0,-1 1 0,1-1 0,-1 0 0,5-4 0,0-3 0,-1 0 0,0-1 0,0 0 0,-1 0 0,7-14 0,25-68 0,-16 39 0,79-165 0,-101 217 0,-1 0 0,1 0 0,0 1 0,-1-1 0,1 0 0,-1 0 0,0 0 0,1 0 0,-1 1 0,0-4 0,-4 6 0,-3 13 0,1 2 0,0 1 0,1-1 0,2 1 0,-1 1 0,0 17 0,0 89 0,3-89 0,8 269 0,0-99 0,-7-191 0,0 1 0,-1-1 0,-1 1 0,0-1 0,0 0 0,-6 16 0,6-25 0,0 1 0,-1-1 0,0 0 0,1 0 0,-2 0 0,1 0 0,-1 0 0,1 0 0,-1-1 0,0 0 0,-1 0 0,1 0 0,-1 0 0,0-1 0,0 0 0,0 0 0,-8 4 0,1-2 12,-1-1 0,1 0 0,-1-1 0,0 0 0,0-1 0,0 0 0,0-1 0,-1-1 0,-12-1 0,16 1-126,0-2 0,0 1-1,0-1 1,1-1 0,-1 1 0,1-2-1,0 1 1,0-1 0,0-1 0,0 0-1,1 0 1,-13-11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24575,'0'0'0,"0"0"0,0 0 0,-8 19 0,-4 11 0,2 0 0,1 1 0,1 0 0,2 0 0,-4 62 0,12 162 0,12-131 0,-23-181-1365,4 29-5461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24575,'28'-6'0,"-1"1"0,1 1 0,0 2 0,0 0 0,0 2 0,0 1 0,0 2 0,51 10 0,-70-9 0,0-1 0,-1 1 0,0 1 0,0 0 0,0 0 0,0 0 0,-1 1 0,0 0 0,0 1 0,-1-1 0,1 1 0,-1 1 0,-1-1 0,0 1 0,6 9 0,-10-14 0,0-1 0,0 1 0,0 0 0,-1-1 0,1 1 0,-1 0 0,1 0 0,-1 0 0,0 0 0,0-1 0,0 1 0,0 0 0,-1 0 0,1 0 0,-1 0 0,1-1 0,-2 4 0,-1-2 0,1 1 0,0-1 0,-1 0 0,0 0 0,0-1 0,0 1 0,0-1 0,0 1 0,-6 3 0,-7 4 0,1-1 0,-1-1 0,0-1 0,-23 9 0,-140 43-1365,153-53-5461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4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24575,'0'0'0,"0"0"0,0 0 0,0 0 0,13-2 0,42-3 0,55 3 0,-67 3 0,0-3 0,84-12 0,-126 13 86,-5 1-783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5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63 24575,'6'43'0,"4"19"0,2 78 0,2 164 0,-14-301 0,0-1 0,0 0 0,1 1 0,-1-1 0,1 0 0,0 1 0,0-1 0,0 0 0,0 0 0,0 0 0,0 1 0,1-1 0,-1-1 0,0 1 0,1 0 0,0 0 0,-1 0 0,1-1 0,0 1 0,0-1 0,0 0 0,0 1 0,0-1 0,0 0 0,1 0 0,-1 0 0,0-1 0,0 1 0,4 0 0,-2 0 0,1-1 0,-1 1 0,0-1 0,0-1 0,1 1 0,-1 0 0,0-1 0,0 0 0,1 0 0,-1 0 0,0-1 0,0 1 0,0-1 0,-1 0 0,8-5 0,-2 0 0,-1 0 0,0-1 0,-1 0 0,0 0 0,0-1 0,-1 0 0,0 0 0,8-17 0,1-6 0,15-49 0,-17 36 0,-2 0 0,-2-1 0,-2 0 0,-2 0 0,-2-1 0,-2 0 0,-7-66 0,6 112 0,0 1 0,0 0 0,0 0 0,0 0 0,0-1 0,0 1 0,0 0 0,0 0 0,0 0 0,0 0 0,0-1 0,0 1 0,0 0 0,0 0 0,0 0 0,0-1 0,0 1 0,0 0 0,0 0 0,0 0 0,0-1 0,0 1 0,0 0 0,0 0 0,0 0 0,0 0 0,0-1 0,-1 1 0,1 0 0,0 0 0,0 0 0,0 0 0,0 0 0,0 0 0,-1-1 0,1 1 0,0 0 0,0 0 0,0 0 0,0 0 0,-1 0 0,1 0 0,0 0 0,0 0 0,0 0 0,-1 0 0,1 0 0,0 0 0,0 0 0,0 0 0,-1 0 0,-6 12 0,-4 24 0,-4 28 0,3 0 0,-8 119 0,17 134 0,3-271 0,5 80 0,-1-58 0,-3 0 0,-10 88 0,6-136 0,0 0 0,-2 0 0,0 0 0,-1-1 0,-1 0 0,-1 0 0,0 0 0,-2-1 0,0-1 0,-1 0 0,-1 0 0,-14 16 0,21-28 0,-1 0 0,1-1 0,-1 0 0,0 0 0,0-1 0,0 1 0,0-1 0,-1 0 0,1-1 0,-1 0 0,0 0 0,1 0 0,-1-1 0,0 0 0,0 0 0,0-1 0,0 0 0,0 0 0,-12-2 0,1-1 0,0 0 0,0-1 0,1-1 0,-1-1 0,1 0 0,-22-13 0,32 16 17,0-1 0,0-1 1,1 1-1,-1-1 0,1 0 0,-8-9 0,11 11-123,0-1 0,1 1 0,-1-1 0,1 0 0,0 0 0,0 0-1,0 0 1,1 0 0,-1 0 0,1 0 0,0 0 0,0-1 0,0-4 0,1-2-6720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7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0 293 24575,'0'0'0,"0"0"0,0 0 0,0 0 0,0 0 0,0 0 0,0 0 0,0 0 0,0 0 0,23-4 0,-3 4 0,-20 0 0,1 1 0,0-1 0,-1 0 0,1 0 0,-1 1 0,1-1 0,0 0 0,-1 0 0,1 0 0,0 0 0,0 0 0,-1 0 0,1 0 0,0 0 0,-1-1 0,1 1 0,0 0 0,-1 0 0,1 0 0,-1-1 0,1 1 0,0 0 0,-1-1 0,1 1 0,0-1 0,-6-9 0,2-2 0,3 12 0,0 0 0,1-1 0,-1 1 0,1 0 0,-1 0 0,1-1 0,-1 1 0,1 0 0,-1 0 0,1 0 0,-1 0 0,1 0 0,-1 0 0,1 0 0,-1 0 0,1 0 0,-1 0 0,1 0 0,-1 0 0,1 0 0,-1 0 0,1 0 0,-1 1 0,1-1 0,6 1 0,0-1 0,0 1 0,-1-1 0,1-1 0,0 1 0,-1-1 0,1 0 0,-1-1 0,1 0 0,-1 0 0,0 0 0,1 0 0,-1-1 0,0 0 0,-1-1 0,1 1 0,0-1 0,-1 0 0,0-1 0,0 1 0,5-7 0,9-12 0,-1 0 0,-1-1 0,23-43 0,-9 14 0,-20 32 0,-11 21 0,0 0 0,0 0 0,0 0 0,0 0 0,0 0 0,0 0 0,0 0 0,0 0 0,0 0 0,0 0 0,0 0 0,0 0 0,0 0 0,0 0 0,0 0 0,0 0 0,0 0 0,-1 0 0,1 0 0,0 0 0,0-1 0,0 1 0,0 0 0,0 0 0,0 0 0,0 0 0,0 0 0,0 0 0,0 0 0,0 0 0,-7 12 0,-7 19 0,2 0 0,1 0 0,1 1 0,-6 41 0,-2 3 0,4-24 0,-22 89 0,33-122 0,0 1 0,2-1 0,0 0 0,1 0 0,3 27 0,-2-38 0,1-1 0,-1 0 0,2 0 0,-1 0 0,1 0 0,0 0 0,0 0 0,1-1 0,0 1 0,0-1 0,0 0 0,1 0 0,0 0 0,0-1 0,9 8 0,-10-11 0,0 1 0,0 0 0,0-1 0,1 0 0,-1 0 0,0 0 0,1 0 0,-1-1 0,1 0 0,0 0 0,-1 0 0,1 0 0,0-1 0,0 0 0,-1 0 0,1 0 0,0-1 0,-1 1 0,1-1 0,0 0 0,-1-1 0,1 1 0,-1-1 0,8-3 0,-6 1 0,-1 0 0,1 0 0,-1 0 0,0-1 0,0 0 0,0 0 0,-1 0 0,1-1 0,-1 1 0,-1-1 0,1 0 0,-1 0 0,0 0 0,0-1 0,-1 1 0,0-1 0,0 0 0,1-7 0,-1 3 0,0 1 0,-1-1 0,0 0 0,-1 0 0,0 0 0,-1 1 0,0-1 0,0 0 0,-2 0 0,-5-19 0,3 20 0,0 1 0,0 0 0,-1 0 0,0 0 0,0 1 0,-8-8 0,-47-43 0,54 53 0,-14-11 0,0 0 0,-2 2 0,0 1 0,-27-13 0,50 26 0,0 1 0,0 0 0,-1-1 0,1 1 0,0 0 0,0-1 0,0 1 0,0-1 0,0 1 0,0 0 0,0-1 0,0 1 0,0-1 0,1 1 0,-1 0 0,0-1 0,0 1 0,0 0 0,0-1 0,0 1 0,1 0 0,-1-1 0,0 1 0,0 0 0,1-1 0,-1 1 0,0 0 0,0 0 0,1-1 0,-1 1 0,0 0 0,1 0 0,-1 0 0,1-1 0,11-9 0,3 3-124,-1 0 0,2 2 0,-1-1 0,1 2 0,0 0 0,0 1-1,0 1 1,0 0 0,0 1 0,19 2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7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24575,'0'0'0,"0"0"0,0 0 0,0 0 0,0 0 0,0 0 0,-24 8 0,23-6 0,1 1 0,0-1 0,0 1 0,0 0 0,0-1 0,1 1 0,-1-1 0,1 1 0,-1-1 0,1 1 0,0-1 0,1 4 0,17 31 0,-14-28 0,43 75 0,26 54 0,-66-120 0,-1 0 0,-1 0 0,-1 1 0,-1-1 0,0 1 0,1 24 0,-4-19 0,-1 1 0,-1 0 0,-2 0 0,0-1 0,-7 26 0,5-32 0,-1-1 0,0 1 0,-1-1 0,-1-1 0,0 1 0,-1-1 0,-16 21 0,3-2 95,15-24-220,16-30-1210,-3 6-5491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8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24575,'76'8'0,"-58"-7"0,1 1 0,0 0 0,29 9 0,-44-10 0,1 0 0,0 1 0,-1 0 0,0 0 0,0 0 0,1 1 0,-1 0 0,0-1 0,-1 1 0,1 0 0,-1 1 0,1-1 0,-1 1 0,0 0 0,0-1 0,0 1 0,-1 0 0,1 1 0,-1-1 0,0 0 0,-1 1 0,1-1 0,-1 1 0,1 0 0,-1-1 0,-1 1 0,1 0 0,-1 0 0,0-1 0,0 1 0,0 0 0,0 0 0,-1 0 0,0-1 0,0 1 0,0 0 0,-1-1 0,0 1 0,0-1 0,0 0 0,-5 8 0,-5 7 0,-2-1 0,0 0 0,-1-1 0,-25 22 0,22-21 0,0 0 0,-30 40 0,48-58 0,-1 1 0,0 0 0,1 0 0,-1 0 0,1 0 0,-1 0 0,1 0 0,-1 0 0,1 0 0,0 0 0,-1 0 0,1 0 0,0 0 0,0 0 0,0 0 0,0 0 0,0 0 0,0 0 0,0 0 0,0 0 0,1 1 0,-1-1 0,1 0 0,-1 0 0,1-1 0,0 1 0,-1 0 0,1-1 0,0 1 0,-1-1 0,1 1 0,0-1 0,0 1 0,0-1 0,0 1 0,-1-1 0,1 0 0,0 1 0,0-1 0,2 0 0,5 1 0,0 0 0,0-1 0,0 0 0,11-1 0,168-26-1365,-159 23-5461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14 107 24575,'0'23'0,"-7"142"0,1 17 0,6-179 0,0 0 0,0 0 0,0 0 0,1 1 0,-1-1 0,1 0 0,0 0 0,0 0 0,0 0 0,0 0 0,0 0 0,1 0 0,-1-1 0,1 1 0,0 0 0,0-1 0,0 1 0,0-1 0,0 0 0,4 4 0,-4-5 0,1 0 0,-1 0 0,1 0 0,0 0 0,-1 0 0,1-1 0,0 1 0,0-1 0,-1 0 0,1 0 0,0 0 0,0 0 0,0 0 0,-1 0 0,1-1 0,0 1 0,0-1 0,-1 0 0,1 0 0,-1 0 0,1 0 0,-1 0 0,5-4 0,4-2 0,-1-1 0,0 0 0,0 0 0,0-1 0,-1-1 0,-1 0 0,1 0 0,-2-1 0,1 1 0,8-21 0,4-8 0,25-76 0,-34 84 0,-1-1 0,-2 1 0,-1-2 0,-2 1 0,0-1 0,-2-33 0,-9 191 0,0 433 0,6-543 0,-1 0 0,-1 0 0,-4 18 0,5-27 0,-1-1 0,0 0 0,0 1 0,0-1 0,-1 0 0,0 0 0,0-1 0,0 1 0,0 0 0,-1-1 0,-8 8 0,7-8 6,-1 1 0,1-1 0,-1-1 0,0 1 0,-1-1 0,1 0 0,-1 0 0,1-1 0,-1 0 0,0 0 0,0 0 0,0-1 1,-7 1-1,-8-2-176,1 0 0,0-2 1,-21-3-1,14 1-601,22 3-6055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24575,'-6'28'0,"1"-1"0,1 1 0,1 1 0,1-1 0,4 43 0,-2-19 0,1 242 0,-2-286-33,-1 0 0,1 0-1,-1 0 1,-1-1 0,1 1 0,-7 11-1,3-4-1098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66 24575,'0'-3'0,"0"1"0,0-1 0,0 0 0,1 0 0,-1 1 0,1-1 0,0 1 0,0-1 0,0 0 0,0 1 0,0 0 0,0-1 0,1 1 0,-1 0 0,1-1 0,0 1 0,0 0 0,0 0 0,0 0 0,0 1 0,0-1 0,0 0 0,0 1 0,1 0 0,-1-1 0,1 1 0,-1 0 0,1 0 0,-1 0 0,1 1 0,-1-1 0,1 0 0,0 1 0,4 0 0,2-1 0,0 1 0,1 0 0,-1 0 0,0 1 0,0 0 0,0 1 0,0 0 0,0 0 0,9 5 0,-10-4 0,-1 0 0,0 1 0,0 0 0,-1 0 0,1 1 0,-1 0 0,0 0 0,7 7 0,-10-9 0,-1 0 0,1 1 0,-1-1 0,0 1 0,0-1 0,0 1 0,-1 0 0,1-1 0,-1 1 0,0 0 0,0 0 0,0 0 0,0 0 0,-1 0 0,0 0 0,0 0 0,0 0 0,-1 5 0,0-3 0,0 1 0,-1-1 0,-1 0 0,1 0 0,-1 0 0,0 0 0,0 0 0,0 0 0,-1-1 0,0 1 0,0-1 0,-1 0 0,1-1 0,-1 1 0,0-1 0,0 0 0,-1 0 0,1 0 0,-1-1 0,-10 5 0,-6 2 0,-1-1 0,1-1 0,-2-1 0,-32 5 0,52-11-105,-1 0 0,1-1 0,-1 1 0,1-1 0,-1 0 0,0 0 0,1-1 0,-1 0 0,1 1 0,-1-2 0,1 1 0,-8-3 0,4-1-6721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24575,'64'0'0,"-31"4"0,-20-4 0,0 1 0,-1 1 0,0 0 0,1 1 0,-1 0 0,0 1 0,0 0 0,13 7 0,-24-10 0,0-1 0,0 1 0,0 0 0,0-1 0,-1 1 0,1 0 0,0 0 0,0 0 0,0-1 0,-1 1 0,1 0 0,-1 0 0,1 0 0,-1 0 0,1 0 0,-1 1 0,1-1 0,-1 0 0,0 0 0,0 0 0,1 0 0,-1 2 0,0-1 0,-1 1 0,1-1 0,-1 0 0,1 1 0,-1-1 0,0 0 0,1 0 0,-1 1 0,-1-1 0,0 2 0,-5 6 0,0-1 0,0 0 0,-13 12 0,17-18 0,-12 10 0,0 0 0,-21 13 0,21-16 0,1 0 0,-24 23 0,38-33 0,0 0 0,-1 1 0,1-1 0,0 0 0,-1 1 0,1-1 0,0 0 0,-1 0 0,1 1 0,0-1 0,0 1 0,0-1 0,-1 0 0,1 1 0,0-1 0,0 0 0,0 1 0,0-1 0,-1 1 0,1-1 0,0 1 0,0-1 0,0 0 0,0 1 0,0-1 0,0 1 0,0-1 0,0 0 0,1 1 0,-1-1 0,0 2 0,13 1 0,23-6 0,91-36-48,-81 24-1269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4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24575,'285'13'0,"-195"-20"-1365,-83 7-5461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6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24575,'0'0'0,"0"0"0,0 0 0,0 0 0,0 0 0,0 0 0,0 0 0,0 0 0,18-3 0,7 1 0,1 1 0,49 5 0,-60-3 0,-1 2 0,0-1 0,0 2 0,0 0 0,0 1 0,24 12 0,-35-16 0,0 1 0,0 0 0,0 0 0,0 0 0,-1 0 0,1 1 0,-1-1 0,1 1 0,-1-1 0,0 1 0,0 0 0,0 0 0,0 0 0,-1 0 0,1 0 0,-1 0 0,1 5 0,-1-4 0,0 1 0,-1-1 0,1 1 0,-1-1 0,-1 1 0,1-1 0,-1 0 0,1 1 0,-1-1 0,0 1 0,-4 6 0,-1 3 0,-1 0 0,-1-1 0,0 0 0,-1 0 0,0-1 0,-19 19 0,4-9 0,-1-1 0,-1-2 0,-48 29 0,44-29 0,29-18 0,-18 12 0,18-8 0,14-4 0,41-10 0,-2-2 0,101-35 0,-150 45 0,121-39-1365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6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61 135 24575,'0'0'0,"0"0"0,0 0 0,0 0 0,0 0 0,0 0 0,0 0 0,0 16 0,-2 47 0,-3 0 0,-17 86 0,20-137 0,1-1 0,0 1 0,1 0 0,1 0 0,0 0 0,0-1 0,6 23 0,-6-32 0,0 0 0,-1 0 0,1 0 0,0 0 0,0 0 0,0 0 0,0 0 0,1-1 0,-1 1 0,0 0 0,1-1 0,-1 1 0,1-1 0,-1 0 0,1 1 0,0-1 0,0 0 0,-1 0 0,1 0 0,0 0 0,0 0 0,0 0 0,0-1 0,0 1 0,0-1 0,1 1 0,-1-1 0,3 0 0,0 0 0,-1 0 0,1 0 0,-1 0 0,1-1 0,-1 1 0,1-1 0,-1-1 0,1 1 0,-1 0 0,0-1 0,8-4 0,-3-1 0,-1 1 0,-1-1 0,1 0 0,-1-1 0,0 0 0,-1 0 0,0 0 0,0-1 0,-1 0 0,8-17 0,-1-3 0,-1-2 0,8-37 0,47-254 0,-66 311 0,-5 17 0,-3 23 0,5 25 0,4 58 0,0 3 0,-4 77 0,-8 141 0,10-314 0,-1-1 0,-1 1 0,-1-1 0,-1 0 0,-8 23 0,10-34 0,-1 1 0,1-1 0,-1 0 0,-1-1 0,0 1 0,0-1 0,0 1 0,0-2 0,-1 1 0,0-1 0,0 1 0,-1-2 0,1 1 0,-15 7 0,14-9-65,-1 1 0,0-1 0,1 0 0,-1-1 0,0 0 0,-1 0 0,1-1 0,0 0 0,0 0 0,-1-1 0,1 0 0,0-1 0,-1 1 0,1-2 0,0 1 0,0-1 0,0 0 0,0-1 0,0 0 0,-14-7 0,16 6-6761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7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 24575,'0'0'0,"0"0"0,-1 94 0,-5 1 0,-24 128 0,19-158 0,3 0 0,1 69 0,1-44 0,4-131-1365,0 20-5461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7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21 24575,'0'0'0,"0"0"0,14-5 0,2 1 0,0 0 0,0 1 0,0 1 0,0 1 0,1 0 0,-1 1 0,21 2 0,-27-1 0,0 0 0,0 1 0,0 1 0,0 0 0,0 0 0,-1 0 0,1 1 0,-1 1 0,0 0 0,0 0 0,-1 1 0,15 11 0,-18-12 0,0 0 0,-1 0 0,1 0 0,-1 1 0,0-1 0,0 1 0,-1 0 0,0 0 0,0 0 0,3 9 0,-5-11 0,-1 0 0,1 0 0,-1 0 0,0 1 0,0-1 0,0 0 0,0 0 0,-1 0 0,1 0 0,-1 1 0,0-1 0,-1 0 0,1 0 0,-1-1 0,1 1 0,-1 0 0,-5 7 0,1-3 0,-1 0 0,0 0 0,0 0 0,-1-1 0,0 0 0,0-1 0,0 0 0,-1 0 0,0 0 0,-11 4 0,-17 6 0,-50 16 0,35-14 0,32-10-119,-34 10 370,51-17-376,-1 0 0,0 0 1,0-1-1,0 0 0,0 0 0,0 0 1,0-1-1,0 1 0,0-1 0,0 0 1,-6-2-1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8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248 153 24575,'0'0'0,"0"0"0,0 0 0,0 0 0,0 0 0,0 0 0,-1 119 0,2 126 0,-1-237 0,1 1 0,0-1 0,0 0 0,0 1 0,5 11 0,-6-18 0,1-1 0,-1 1 0,1-1 0,0 0 0,0 1 0,0-1 0,-1 0 0,1 1 0,0-1 0,0 0 0,1 0 0,-1 0 0,0 0 0,0 0 0,0 0 0,1 0 0,-1-1 0,1 1 0,-1 0 0,0-1 0,1 1 0,-1-1 0,1 1 0,-1-1 0,1 0 0,-1 0 0,1 1 0,0-1 0,-1 0 0,1 0 0,-1-1 0,1 1 0,-1 0 0,1 0 0,-1-1 0,1 1 0,2-2 0,0 0 0,1 0 0,-1 0 0,0 0 0,0-1 0,0 1 0,0-1 0,-1 0 0,1 0 0,-1-1 0,0 1 0,5-7 0,3-5 0,13-28 0,-23 41 0,16-32 0,-2-1 0,-1 0 0,17-71 0,-18 41 0,7-97 0,-17 143 0,-1 15 0,-1-1 0,-1 1 0,1-1 0,-1 1 0,0 0 0,0-1 0,-1-7 0,1 12 0,0 0 0,0 0 0,0 0 0,0 0 0,0 0 0,0-1 0,0 1 0,0 0 0,0 0 0,0 0 0,0 0 0,0 0 0,0 0 0,0 0 0,0 0 0,0-1 0,0 1 0,0 0 0,0 0 0,0 0 0,0 0 0,0 0 0,0 0 0,-1 0 0,1 0 0,0 0 0,0 0 0,0 0 0,0 0 0,0-1 0,0 1 0,0 0 0,0 0 0,-1 0 0,1 0 0,0 0 0,0 0 0,0 0 0,0 0 0,0 0 0,0 0 0,0 0 0,0 0 0,-1 0 0,1 0 0,0 0 0,0 0 0,0 0 0,0 0 0,0 1 0,0-1 0,0 0 0,0 0 0,-1 0 0,1 0 0,0 0 0,0 0 0,0 0 0,0 0 0,0 0 0,0 0 0,0 0 0,0 0 0,0 1 0,-7 10 0,-2 17 0,-5 53 0,-5 124 0,16-155 0,-2 43 0,-19 183 0,17-233 0,-1 0 0,-2 0 0,-3-1 0,-21 51 0,29-81 0,-1 0 0,0-1 0,-1 0 0,0 0 0,-1 0 0,0-1 0,0 0 0,-20 16 0,22-21 0,0-1 0,0 0 0,0-1 0,0 1 0,-1-1 0,1 0 0,-1-1 0,0 0 0,0 0 0,0 0 0,0-1 0,0 0 0,0 0 0,0-1 0,0 0 0,0 0 0,-12-2 0,11 0 14,0 1-1,-1-1 0,1-1 0,1 0 1,-1 0-1,0 0 0,1-1 1,-12-7-1,14 8-127,1-1 0,-1 0-1,1 0 1,0-1 0,0 1 0,0-1-1,1 0 1,0 1 0,-1-2 0,2 1-1,-1 0 1,-2-9 0,-1-2-6712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1 557 24575,'8'-5'0,"1"-1"0,-1 0 0,1 0 0,-2 0 0,1-1 0,-1 0 0,0-1 0,6-8 0,45-71 0,-55 81 0,102-203 0,-31 54 0,-61 122 0,-44 82 0,-62 134 0,74-139 0,1 2 0,-13 56 0,29-93 0,0 1 0,0-1 0,1 1 0,1 0 0,-1 0 0,1 0 0,1 0 0,0-1 0,0 1 0,1 0 0,0-1 0,1 1 0,0-1 0,1 0 0,0 0 0,0 0 0,1 0 0,0-1 0,6 9 0,-7-13 0,0-1 0,1 1 0,-1-1 0,1 0 0,0 0 0,0-1 0,0 0 0,0 0 0,0 0 0,1 0 0,-1-1 0,0 1 0,1-2 0,-1 1 0,1 0 0,0-1 0,-1 0 0,1-1 0,-1 1 0,1-1 0,-1 0 0,1 0 0,-1 0 0,0-1 0,0 0 0,0 0 0,1-1 0,-2 1 0,1-1 0,8-6 0,-8 3-114,0 0 1,0 0-1,0-1 0,-1 0 0,0 0 1,0 0-1,-1 0 0,0-1 0,0 1 1,-1-1-1,2-9 0,0 2-6712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24575,'289'-13'0,"-267"13"0,-41-5-1365,7 3-5461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24575,'0'0'0,"0"0"0,0 0 0,0 0 0,183-9 0,10 0 0,-187 9-72,0 0 1,0 0-1,-1-1 0,1 0 0,0 0 0,0 0 0,0 0 0,0-1 1,-1 0-1,1 0 0,-1-1 0,0 1 0,1-1 0,-1-1 0,0 1 1,-1-1-1,1 1 0,4-6 0,0-2-6754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24575,'0'31'0,"13"221"0,-1 78 0,-25-209 0,29-142 0,-7 4-1365,-1 0-5461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0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178 362 24575,'8'24'0,"3"18"0,-2 2 0,6 86 0,-13-109 0,-1-15 0,0 0 0,0 0 0,0-1 0,1 1 0,0 0 0,0-1 0,1 1 0,-1-1 0,1 0 0,0 0 0,5 6 0,-6-9 0,0 0 0,-1 0 0,1 0 0,0 0 0,0 0 0,0-1 0,1 1 0,-1-1 0,0 0 0,0 0 0,1 0 0,-1 0 0,1 0 0,-1 0 0,1 0 0,-1-1 0,1 1 0,-1-1 0,1 0 0,0 0 0,-1 0 0,1 0 0,0 0 0,-1-1 0,1 1 0,-1-1 0,1 1 0,-1-1 0,3-1 0,3-2 0,0-1 0,-1 0 0,1 0 0,-1 0 0,0-1 0,-1 0 0,1 0 0,-1 0 0,-1-1 0,1 0 0,7-13 0,5-10 0,20-49 0,-37 77 0,2-4 0,112-276 0,-107 255 0,-1 0 0,4-33 0,-9 45 0,-1 0 0,0 0 0,-1 0 0,-1 0 0,-4-25 0,5 40 0,0 0 0,0-1 0,0 1 0,0 0 0,0 0 0,0 0 0,0 0 0,0 0 0,0 0 0,0-1 0,0 1 0,0 0 0,0 0 0,-1 0 0,1 0 0,0 0 0,0 0 0,0 0 0,0-1 0,0 1 0,0 0 0,0 0 0,0 0 0,0 0 0,-1 0 0,1 0 0,0 0 0,0 0 0,0 0 0,0 0 0,0 0 0,0 0 0,-1 0 0,1 0 0,0 0 0,0 0 0,0 0 0,0 0 0,0 0 0,0 0 0,-1 0 0,1 0 0,0 0 0,0 0 0,0 0 0,0 0 0,0 0 0,-1 0 0,-6 7 0,-5 10 0,3 6 0,1 1 0,0 1 0,2 0 0,-4 36 0,4-28 0,-41 343 0,44-348 0,-4 82 0,-1 21 0,5-108 0,-1 1 0,-1-2 0,-11 34 0,12-48 0,1 0 0,-1 0 0,0 0 0,-1-1 0,0 0 0,0 0 0,-1 0 0,1 0 0,-1-1 0,-1 0 0,1 0 0,-1-1 0,0 0 0,-1 0 0,1-1 0,-1 0 0,0 0 0,0 0 0,0-1 0,0 0 0,0-1 0,-17 3 0,8-3 0,0-1 0,-1 0 0,1-1 0,0-1 0,-1 0 0,1-2 0,0 0 0,0 0 0,1-2 0,-28-11 0,36 13-170,0-1-1,0 0 0,1-1 1,0 0-1,0 0 0,0 0 1,-11-13-1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1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0 540 24575,'0'0'0,"0"0"0,0 0 0,16-8 0,2-5 0,0-1 0,-1-1 0,0 0 0,-1-1 0,16-22 0,62-97 0,-29 17 0,-41 71 0,35-50 0,-46 75 0,-13 20 0,-8 17 0,-11 20 0,1 2 0,2 0 0,-20 71 0,28-79 0,2 0 0,1 1 0,2 0 0,1 0 0,3 55 0,0-74 0,1-1 0,0 0 0,1 1 0,0-1 0,0 0 0,1-1 0,1 1 0,-1-1 0,1 1 0,1-1 0,0-1 0,0 1 0,1-1 0,11 11 0,-14-15 0,0-1 0,1 1 0,-1-1 0,1 0 0,0 0 0,0 0 0,0 0 0,0-1 0,1 0 0,-1 0 0,0 0 0,1-1 0,0 0 0,-1 0 0,1 0 0,-1-1 0,1 0 0,0 0 0,0 0 0,-1-1 0,1 0 0,-1 0 0,1 0 0,-1-1 0,1 0 0,-1 0 0,10-5 0,-11 5 7,0 0-1,0-1 0,0 1 0,-1-1 1,1 0-1,-1 0 0,0-1 1,0 1-1,0 0 0,0-1 1,-1 0-1,1 0 0,-1 0 0,0 0 1,0 0-1,-1 0 0,1 0 1,1-6-1,-2 1-171,0 0 0,0 0 0,-1 1 0,0-1 0,-1 0 0,0 0 0,0 1 0,-4-13 0,0 3-6661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1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24575,'2'0'0,"0"0"0,0 0 0,0 0 0,0 0 0,0 1 0,0-1 0,0 0 0,0 1 0,2 1 0,10 2 0,127 9 0,0 1 0,-98-11-1365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2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 24575,'17'-13'0,"-2"1"0,29-17 0,-38 26 0,1-1 0,0 1 0,0 1 0,0 0 0,1 0 0,-1 0 0,14-1 0,-17 3 0,-1 0 0,1 0 0,0 0 0,0 1 0,0-1 0,0 1 0,0 0 0,-1 0 0,1 1 0,0-1 0,-1 1 0,1 0 0,-1 0 0,0 0 0,0 0 0,1 0 0,-1 1 0,-1-1 0,1 1 0,0 0 0,-1 0 0,1 0 0,-1 0 0,0 1 0,0-1 0,0 0 0,0 1 0,-1 0 0,0-1 0,1 1 0,-1 0 0,-1 0 0,1-1 0,0 1 0,-1 0 0,0 0 0,0 0 0,0 0 0,0 0 0,-1 0 0,1-1 0,-1 1 0,0 0 0,-2 4 0,-2 2 0,1-1 0,-2 1 0,0-1 0,0 0 0,0-1 0,-14 14 0,-53 40 0,6-6 0,65-53 0,-1-1 0,0 1 0,1 0 0,0-1 0,-1 1 0,1 0 0,0 0 0,-2 5 0,4-7 0,0 0 0,0 0 0,0 1 0,0-1 0,0 0 0,0 0 0,0 0 0,0 0 0,0 0 0,0 0 0,1 1 0,-1-1 0,0 0 0,1 0 0,-1 0 0,1 0 0,-1 0 0,1 0 0,-1 0 0,1 0 0,0 0 0,0-1 0,-1 1 0,1 0 0,0 0 0,0-1 0,0 1 0,0 0 0,0-1 0,0 1 0,2 0 0,3 2 11,1 0 0,0 0 0,0-1 0,0 1 0,1-2 0,-1 1-1,0-1 1,1 0 0,-1-1 0,11 0 0,10-1-754,37-8 1,-45 6-6084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24575,'-13'12'0,"1"1"0,0 0 0,1 0 0,0 2 0,1-1 0,0 1 0,-7 16 0,-44 115 0,43-85 0,1 0 0,4 1 0,2 1 0,-4 115 0,13-152 0,1 0 0,1 0 0,1 0 0,2 0 0,1 0 0,0-1 0,14 39 0,-17-60-105,0 0 0,0 0 0,1-1 0,0 1 0,0 0 0,0-1 0,0 0 0,1 1 0,-1-1 0,1 0 0,0 0 0,5 4 0,-2-3-6721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8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24575,'0'0'0,"0"0"0,0 0 0,0 0 0,-3 13 0,-14 53 0,4 1 0,2 0 0,-3 102 0,15-49 0,-1-119 0,0-1 0,0 1 0,0 0 0,0-1 0,0 1 0,0 0 0,0-1 0,0 1 0,0 0 0,0-1 0,0 1 0,0-1 0,0 1 0,0 0 0,0-1 0,1 1 0,-1 0 0,0-1 0,0 1 0,1-1 0,-1 1 0,1-1 0,-1 1 0,0-1 0,1 1 0,-1-1 0,1 1 0,-1-1 0,1 0 0,-1 1 0,1-1 0,-1 0 0,1 1 0,0-1 0,-1 0 0,1 0 0,-1 1 0,1-1 0,0 0 0,-1 0 0,1 0 0,0 0 0,-1 0 0,1 0 0,0 0 0,-1 0 0,1 0 0,-1 0 0,1 0 0,0-1 0,-1 1 0,2 0 0,1-2 0,0 1 0,0-1 0,0 1 0,-1-1 0,1 0 0,0 0 0,-1 0 0,1 0 0,2-4 0,2-4 0,0-1 0,-1 0 0,0 0 0,-1 0 0,0-1 0,0 0 0,3-17 0,15-88 0,-17 71 0,-6 32 0,2 0 0,-1 0 0,2 1 0,0-1 0,1 1 0,0-1 0,6-12 0,-9 25 0,-1-1 0,1 1 0,0 0 0,-1 0 0,1-1 0,0 1 0,0 0 0,0 0 0,0 0 0,0 0 0,0 0 0,0 0 0,0 0 0,0 0 0,0 1 0,0-1 0,1 0 0,0 0 0,-1 1 0,0 0 0,-1 0 0,1 1 0,0-1 0,-1 0 0,1 0 0,-1 1 0,1-1 0,0 0 0,-1 1 0,1-1 0,-1 1 0,1-1 0,-1 0 0,1 1 0,-1-1 0,0 1 0,1-1 0,-1 1 0,0 0 0,1-1 0,-1 1 0,0-1 0,1 1 0,-1 0 0,0 0 0,3 9 0,0 0 0,-1 0 0,2 15 0,-3-19 0,9 176 0,-9-126 0,2-1 0,11 60 0,-13-113 0,-1 1 0,1 0 0,0 0 0,0-1 0,0 1 0,0 0 0,0-1 0,0 1 0,1-1 0,-1 1 0,1-1 0,-1 0 0,1 0 0,0 0 0,0 0 0,0 0 0,1 0 0,-1 0 0,0-1 0,0 1 0,1-1 0,-1 1 0,1-1 0,0 0 0,-1 0 0,1 0 0,0-1 0,-1 1 0,1-1 0,4 1 0,-3-1 0,0 0 0,0-1 0,0 1 0,0-1 0,0 0 0,0 0 0,0 0 0,0-1 0,0 1 0,0-1 0,0 0 0,-1 0 0,1 0 0,-1-1 0,0 1 0,1-1 0,-1 0 0,0 0 0,-1 0 0,4-4 0,4-8 0,-1-1 0,0 0 0,-1 0 0,0-1 0,-2 0 0,6-23 0,20-114 0,-21 93 0,-1 13-455,-3 0 0,2-71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9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0,0 0 0,20 2 0,12 1 0,30 4 0,-57-6 0,-1 0 0,0 1 0,0-1 0,0 1 0,0-1 0,0 1 0,-1 0 0,1 1 0,0-1 0,-1 1 0,6 5 0,-8-7 0,0 0 0,-1 0 0,1 0 0,0 0 0,-1 0 0,1 0 0,-1 0 0,1 0 0,-1 0 0,1 0 0,-1 1 0,0-1 0,0 0 0,0 0 0,1 1 0,-1-1 0,0 0 0,0 0 0,-1 0 0,1 2 0,-1 0 0,0 0 0,0 0 0,0 0 0,0 0 0,-1 0 0,1 0 0,-5 4 0,1 0 0,0-1 0,-1 0 0,0 0 0,0-1 0,-10 8 0,-22 10 0,39-22 0,-1-1 0,0 0 0,0 1 0,1-1 0,-1 1 0,0-1 0,1 1 0,-1-1 0,0 0 0,1 1 0,-1-1 0,1 1 0,-1-1 0,0 0 0,1 0 0,-1 1 0,1-1 0,-1 0 0,1 0 0,-1 0 0,1 1 0,-1-1 0,1 0 0,-1 0 0,1 0 0,0 0 0,0 0 0,20 5 0,60-3-1365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9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 24575,'0'0'0,"0"0"0,0 0 0,0 0 0,-3 18 0,-45 238 0,44-226 0,1 0 0,2 0 0,2 47 0,1-44 0,-3-21-273,1 0 0,-2-1 0,1 1 0,-5 14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0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66 24575,'-12'27'0,"-102"237"0,103-232 0,1 1 0,2 0 0,1 0 0,2 0 0,1 1 0,0 47 0,4-74 0,1 0 0,0 0 0,0 0 0,0-1 0,1 1 0,0 0 0,0-1 0,0 0 0,1 1 0,0-1 0,0 0 0,6 6 0,-7-8 0,1-1 0,0 0 0,0 0 0,0-1 0,1 1 0,-1-1 0,1 1 0,-1-1 0,1 0 0,0 0 0,0-1 0,0 1 0,0-1 0,0 0 0,0 0 0,0 0 0,0-1 0,0 1 0,0-1 0,1 0 0,4-1 0,13-2 0,-1-1 0,0-1 0,-1-1 0,1-1 0,-1-1 0,0-1 0,-1 0 0,30-21 0,-33 19 0,-1-1 0,-1-1 0,0 0 0,-1-1 0,0 0 0,-1-1 0,-1-1 0,16-26 0,4-16 0,26-67 0,-51 112 0,-1 0 0,0 0 0,-1-1 0,0 0 0,-1 1 0,0-1 0,-2 0 0,1 0 0,-2 0 0,0-1 0,0 1 0,-4-20 0,2 26 0,-1 1 0,1 0 0,-1 0 0,-1 1 0,1-1 0,-1 1 0,0-1 0,-1 1 0,1 0 0,-1 1 0,-1-1 0,1 1 0,-1 0 0,1 1 0,-1-1 0,-8-3 0,3 1 0,-1 1 0,1 0 0,-1 1 0,-1 1 0,1 0 0,-1 0 0,0 1 0,-16-1 0,15 3-105,0 1 0,0 0 0,0 1 0,0 0 0,1 1 0,-1 1 0,0 0 0,1 1 0,0 1 0,0 0 0,0 0 0,-14 9 0,17-8-6721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0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24575,'0'0'0,"0"0"0,0 0 0,0 0 0,0 0 0,0 0 0,0 11 0,1 50 0,1-31 0,-2 1 0,-1-1 0,-8 46 0,9-76 2,0 0-1,0 0 1,0 0-1,0 1 0,0-1 1,0 0-1,0 0 1,0 0-1,0 0 1,0 0-1,0 0 1,0 0-1,0 0 0,0 0 1,0 0-1,0 0 1,0 0-1,0 0 1,0 0-1,-1 1 1,1-1-1,0 0 0,0 0 1,0 0-1,0 0 1,0 0-1,0 0 1,0 0-1,0 0 1,0 0-1,0 0 1,0 0-1,-1 0 0,1 0 1,0 0-1,0 0 1,0 0-1,0 0 1,0 0-1,0 0 1,0 0-1,0 0 0,0 0 1,0-1-1,0 1 1,-1 0-1,1 0 1,0 0-1,0 0 1,0 0-1,0 0 0,0 0 1,0 0-1,0 0 1,0 0-1,0 0 1,0 0-1,0 0 1,0 0-1,0 0 0,0-1 1,0 1-1,0 0 1,0 0-1,0 0 1,-5-6-940,5 5 415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2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24575,'0'0'0,"0"0"0,0 0 0,0 0 0,0 0 0,0 0 0,12 0 0,311-7 0,-309 8-80,13 0 272,-24-2-578,-13-2-705,2 2-5735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5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24575,'-4'22'0,"2"27"0,1 1 0,3-1 0,9 52 0,2 55 0,-12 76-1365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6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24575,'0'0'0,"0"0"0,0 0 0,0 0 0,-4 21 0,1 175 0,5-108 0,-2-34 0,4 111 0,-4-165 0,0 0 0,0 0 0,0 0 0,0 1 0,0-1 0,0 0 0,0 0 0,0 0 0,0 1 0,0-1 0,0 0 0,0 0 0,1 0 0,-1 1 0,0-1 0,0 0 0,0 0 0,0 0 0,0 0 0,0 0 0,0 1 0,0-1 0,1 0 0,-1 0 0,0 0 0,0 0 0,0 0 0,0 0 0,1 1 0,-1-1 0,0 0 0,0 0 0,0 0 0,0 0 0,1 0 0,-1 0 0,0 0 0,0 0 0,0 0 0,1 0 0,8-5 0,6-15 0,-2-4 0,-1-1 0,-2-1 0,15-53 0,8-85 0,-10 43 0,-23 119 0,6-17 0,-6 18 0,0 1 0,0-1 0,0 0 0,0 1 0,1-1 0,-1 1 0,0-1 0,0 0 0,1 1 0,-1-1 0,0 1 0,1-1 0,-1 1 0,1-1 0,-1 1 0,1 0 0,-1-1 0,1 1 0,-1-1 0,1 1 0,-1 0 0,1-1 0,0 1 0,0 0 0,-1 1 0,1-1 0,0 0 0,-1 1 0,1-1 0,-1 1 0,0-1 0,1 1 0,-1-1 0,1 1 0,-1 0 0,0-1 0,1 1 0,-1-1 0,0 1 0,0 0 0,1-1 0,-1 1 0,0 0 0,0-1 0,0 1 0,0 1 0,3 20 0,-2-19 0,8 116 0,6 52 0,-10-141 0,-3-9 0,2 0 0,0-1 0,1 0 0,12 31 0,-17-50 0,1 0 0,-1 0 0,1 1 0,0-1 0,-1 0 0,1 0 0,0 0 0,0 0 0,0 0 0,-1 0 0,1 0 0,0 0 0,0 0 0,0-1 0,1 1 0,-1 0 0,0-1 0,0 1 0,0-1 0,0 1 0,1-1 0,-1 1 0,0-1 0,0 0 0,1 0 0,-1 1 0,0-1 0,1 0 0,-1 0 0,0 0 0,1-1 0,-1 1 0,0 0 0,0 0 0,1-1 0,-1 1 0,0-1 0,0 1 0,1-1 0,-1 1 0,2-2 0,2-2 0,0 1 0,0-1 0,0 0 0,-1 0 0,1-1 0,7-9 0,0-4 14,0-1-1,-1 0 0,-1-1 0,0 0 1,-2 0-1,-1-1 0,0 0 1,4-26-1,-4 4-384,-1-1-1,-3 1 1,-2-52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6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24575,'9'0'0,"0"1"0,0 1 0,15 4 0,9 1 0,-28-6 0,0 0 0,0 1 0,0 0 0,0-1 0,0 2 0,0-1 0,-1 0 0,1 1 0,-1 0 0,1 0 0,4 5 0,-8-7 0,1 1 0,0 0 0,0 0 0,-1-1 0,1 1 0,-1 0 0,1 1 0,-1-1 0,0 0 0,0 0 0,0 0 0,0 1 0,0-1 0,-1 1 0,1-1 0,-1 0 0,1 1 0,-1-1 0,0 1 0,0-1 0,0 1 0,0-1 0,-1 1 0,0 4 0,-3 1 0,1 0 0,-2-1 0,1 1 0,-1-1 0,0 0 0,0 0 0,-1-1 0,0 0 0,0 0 0,-1 0 0,1-1 0,-12 7 0,-30 29 0,83-40 0,-2-6-1365,-19 2-5461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7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0,18 2 0,0 1 0,-2-2 0,0 2 0,0 0 0,0 0 0,-1 1 0,24 11 0,-36-14 0,0 0 0,0 1 0,-1 0 0,1 0 0,0 0 0,-1 0 0,0 0 0,1 0 0,-1 1 0,0-1 0,0 1 0,0-1 0,0 1 0,-1 0 0,1 0 0,-1 0 0,0 0 0,0 0 0,0 0 0,0 0 0,0 0 0,-1 0 0,1 0 0,-1 1 0,0-1 0,0 0 0,0 0 0,0 1 0,-1-1 0,1 0 0,-1 0 0,0 0 0,-2 6 0,1-3 0,0-1 0,0 1 0,-1-1 0,0 1 0,0-1 0,0 0 0,-1 0 0,1 0 0,-9 7 0,-1-1 0,0 0 0,-16 10 0,-10 7 0,36-26 0,-12 13 0,15-15 0,0 0 0,0 1 0,0-1 0,0 1 0,0-1 0,0 1 0,0-1 0,0 0 0,0 1 0,0-1 0,0 1 0,0-1 0,0 1 0,0-1 0,0 1 0,0-1 0,0 0 0,0 1 0,1-1 0,-1 1 0,0-1 0,0 0 0,0 1 0,1-1 0,-1 1 0,0-1 0,1 0 0,-1 0 0,0 1 0,1-1 0,-1 0 0,0 1 0,1-1 0,-1 0 0,1 0 0,-1 0 0,0 1 0,1-1 0,-1 0 0,1 0 0,-1 0 0,1 0 0,0 0 0,7 3 0,-1-1 0,2-1 0,-1 1 0,0-1 0,0-1 0,0 1 0,1-1 0,-1-1 0,0 1 0,16-5 0,-6 1 0,0-1 0,0-1 0,31-15 0,-49 21 2,0 0-1,0 0 0,0 0 0,1 0 0,-1 0 1,0 0-1,0 0 0,0 0 0,0 0 1,0 0-1,0 0 0,1 0 0,-1 0 1,0 0-1,0 0 0,0 0 0,0 0 1,0 0-1,0 0 0,0-1 0,0 1 1,1 0-1,-1 0 0,0 0 0,0 0 1,0 0-1,0 0 0,0 0 0,0 0 1,0-1-1,0 1 0,0 0 0,0 0 1,0 0-1,0 0 0,0 0 0,0 0 1,0-1-1,0 1 0,0 0 0,0 0 1,0 0-1,0 0 0,0 0 0,0 0 1,0 0-1,0-1 0,0 1 0,0 0 1,0 0-1,0 0 0,0 0 0,0 0 1,0 0-1,0 0 0,-1 0 0,1-1 1,0 1-1,0 0 0,0 0 0,0 0 1,-9-3-1219,8 3 991,-7-3-6600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7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94 138 24575,'0'0'0,"0"0"0,0 0 0,-5 14 0,-17 40 0,-21 89 0,35-111 0,2 1 0,1 1 0,2-1 0,1 41 0,2-66 0,1 0 0,-1-1 0,1 1 0,1 0 0,0-1 0,0 0 0,0 1 0,1-1 0,0 0 0,0 0 0,1 0 0,0-1 0,0 1 0,0-1 0,1 0 0,0 0 0,0-1 0,1 0 0,0 1 0,0-2 0,0 1 0,0-1 0,1 0 0,8 4 0,-7-4 0,0-1 0,0 0 0,0 0 0,0-1 0,0 0 0,1-1 0,-1 0 0,1 0 0,-1-1 0,1 0 0,0 0 0,-1-1 0,12-2 0,-9 0 0,0-1 0,-1 1 0,1-2 0,-1 0 0,0 0 0,0-1 0,0 0 0,-1 0 0,11-10 0,-5 2 0,-1 0 0,0-2 0,-1 1 0,-1-2 0,0 0 0,-2 0 0,0-1 0,0 0 0,-2-1 0,12-34 0,-13 27 0,-1 0 0,-2-1 0,0 1 0,-2-1 0,0 0 0,-2 0 0,-1 1 0,-2-1 0,-5-28 0,6 47 0,-1 0 0,0 0 0,-1 0 0,0 0 0,0 0 0,-1 1 0,0 0 0,0 0 0,0 0 0,-1 1 0,0-1 0,0 1 0,-1 1 0,0-1 0,0 1 0,0 1 0,-1-1 0,1 1 0,-1 0 0,-16-5 0,7 4 0,-1 0 0,0 0 0,0 2 0,0 1 0,-1 0 0,1 1 0,-1 1 0,-35 4 0,52-4-91,0 1 0,-1 0 0,1 0 0,0 0 0,0 0 0,0 0 0,0 1 0,0-1 0,0 0 0,0 1 0,0 0 0,0-1 0,1 1 0,-3 3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8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2 0,1 0 0,-1-1 0,1 1 0,0 0 0,-1-1 0,1 1 0,0-1 0,0 0 0,0 1 0,0-1 0,0 0 0,1 1 0,-1-1 0,0 0 0,1 0 0,1 1 0,23 15 0,-15-13 0,-1 0 0,22 4 0,-24-7 0,-1 1 0,0 0 0,0 0 0,0 0 0,0 1 0,0 0 0,-1 0 0,1 1 0,5 4 0,-10-6 0,0 1 0,0-1 0,0 1 0,0 0 0,-1-1 0,1 1 0,-1 0 0,0 0 0,0 0 0,0 0 0,0 0 0,0 0 0,0 0 0,-1 0 0,0 0 0,0 0 0,0 1 0,0-1 0,0 0 0,0 0 0,-1 0 0,1 0 0,-1 0 0,0 0 0,-2 5 0,-1 3 0,-1 0 0,0 0 0,0 0 0,-2-1 0,-8 13 0,-66 70 0,80-93 0,1 1 0,-1 0 0,1-1 0,-1 1 0,0 0 0,1-1 0,-1 1 0,1 0 0,0 0 0,-1 0 0,1-1 0,0 1 0,-1 0 0,1 0 0,0 0 0,0 0 0,0 0 0,0-1 0,-1 1 0,1 0 0,1 0 0,-1 0 0,0 0 0,0 0 0,0 0 0,1 1 0,0-1 0,-1-1 0,1 1 0,0 0 0,0 0 0,0-1 0,0 1 0,0 0 0,0-1 0,0 1 0,1-1 0,-1 1 0,0-1 0,0 0 0,0 0 0,0 1 0,2-1 0,7 1 0,0-1 0,0 0 0,13-2 0,-22 2 0,38-6-682,75-22-1,-101 25-6143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52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0 24575,'15'16'0,"-1"0"0,0 0 0,-1 1 0,-1 1 0,-1 0 0,-1 1 0,10 22 0,-14-25 0,-1 0 0,-1 0 0,0 1 0,-1 0 0,0-1 0,-2 1 0,0 0 0,-1 0 0,-3 26 0,-2-11 0,-1-1 0,-2 0 0,-1 0 0,-2 0 0,-24 49 0,-90 136 0,89-170-1365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53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24575,'30'5'0,"-6"-1"0,-1 0 0,41 15 0,-53-15 0,-1 1 0,0 0 0,0 1 0,0-1 0,0 2 0,-1-1 0,0 2 0,8 8 0,-14-14 0,-1 0 0,0 1 0,-1-1 0,1 1 0,0-1 0,-1 1 0,1 0 0,-1-1 0,0 1 0,0 0 0,0 0 0,0 0 0,-1 0 0,1 0 0,-1 0 0,0 0 0,0 5 0,0-3 0,-1 1 0,0-1 0,-1 0 0,1 1 0,-1-1 0,0 0 0,0 0 0,-1 0 0,-3 5 0,-6 7 0,0-1 0,-2 0 0,-30 28 0,17-17 0,27-27 0,0 0 0,0 0 0,0 0 0,0 0 0,0 0 0,-1 0 0,1 0 0,0 0 0,0 1 0,0-1 0,0 0 0,0 0 0,0 0 0,0 0 0,0 0 0,0 0 0,0 0 0,0 1 0,0-1 0,0 0 0,0 0 0,0 0 0,0 0 0,0 0 0,0 0 0,0 0 0,0 0 0,0 1 0,0-1 0,0 0 0,0 0 0,0 0 0,0 0 0,0 0 0,0 0 0,0 0 0,0 0 0,1 1 0,-1-1 0,0 0 0,0 0 0,0 0 0,0 0 0,0 0 0,0 0 0,0 0 0,0 0 0,0 0 0,1 0 0,-1 0 0,0 0 0,0 0 0,10 3 0,12-2 0,53-15 0,-49 8 0,29-3 0,-52 9-8,-1 0-1,1 1 0,-1-1 0,1 1 1,0 0-1,-1 0 0,1 0 1,3 2-1,1 0-1278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1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24575,'102'6'0,"-112"1"-1365,4-3-5461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6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24575,'27'15'0,"-14"-9"0,1-1 0,0 0 0,0-2 0,0 1 0,0-2 0,1 0 0,-1-1 0,16 0 0,28 4 0,-15 1 0,-1-2 0,1-2 0,0-2 0,-1-1 0,1-2 0,-1-3 0,56-13 0,-38 13 0,-49 5 0,-37 1 0,-194 13 0,42-1 0,-13-12 0,191 0 0,0 0 0,0 0 0,-1 0 0,1 0 0,0 0 0,0 0 0,0 0 0,0 0 0,0 0 0,0 0 0,0 0 0,0 0 0,0-1 0,0 1 0,0 0 0,0 0 0,-1 0 0,1 0 0,0 0 0,0 0 0,0 0 0,0 0 0,0 0 0,0 0 0,0 0 0,0 0 0,0-1 0,0 1 0,0 0 0,0 0 0,0 0 0,0 0 0,0 0 0,0 0 0,0 0 0,0 0 0,0 0 0,0-1 0,0 1 0,0 0 0,0 0 0,0 0 0,0 0 0,0 0 0,0 0 0,0 0 0,1 0 0,-1 0 0,0 0 0,0 0 0,0 0 0,0-1 0,0 1 0,0 0 0,0 0 0,0 0 0,0 0 0,0 0 0,8-8 0,-6 6 0,-1 1 0,1-1 0,0 1 0,-1 0 0,1 0 0,0 0 0,0 0 0,0 0 0,0 0 0,4 0 0,57-1 0,118 14 0,-176-12 0,17 2 0,-1 0 0,1 2 0,-1 1 0,0 0 0,27 11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57 24575,'0'0'0,"0"0"0,0 0 0,0 0 0,24-11 0,0 1 0,0 2 0,0 1 0,1 1 0,0 1 0,0 1 0,26-1 0,157 5 0,-188 1 0,68 5 0,94 21 0,-83-11 0,-120-18 0,-33 1 0,-13 0 0,-29-9 0,44 3 0,-1 3 0,1 1 0,-85 8 0,10 9 0,-60 8 0,191-22 0,-1 0 0,0 0 0,1 1 0,-1-1 0,0 1 0,6 1 0,5 1 0,53 1 0,114-9 0,-48-1 0,-8 12 0,-9 0 0,-109-6 0,17 0 0,-21 2 0,-15 1 0,-29 2 0,1-1 0,-68-3 0,21-1 0,-29 8 0,-26 0 0,130-9 0,15-3 0,21-2 0,131-1-1365,-128 6-5461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2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24575,'222'7'0,"-182"-8"0,-1-2 0,61-11 0,-124 13-1365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0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24575,'0'0'0,"0"0"0,0 0 0,0 0 0,0 0 0,20-3 0,-7 2 0,0 0 0,0 1 0,0 0 0,0 1 0,-1 0 0,1 1 0,0 0 0,-1 1 0,17 7 0,-12-3 0,-1 1 0,0 0 0,0 2 0,-1 0 0,0 0 0,13 14 0,-15-15 0,-1 1 0,20 9 0,16 12 0,-46-30 0,0 1 0,0 0 0,0-1 0,-1 1 0,1 0 0,-1 0 0,1 0 0,-1 1 0,0-1 0,1 0 0,-1 0 0,0 1 0,-1-1 0,1 0 0,0 1 0,-1-1 0,1 4 0,-1-1 0,0 0 0,0 0 0,0 0 0,-1 0 0,0 0 0,0 0 0,0-1 0,-4 8 0,-1 3 0,-1-1 0,-1 0 0,-1-1 0,-17 23 0,8-16 0,-1 0 0,0-1 0,-42 31 0,-75 39 0,99-66 0,29-18 0,4-3 0,0 0 0,0 0 0,1 1 0,0 0 0,-6 4 0,9-6 0,0-1 0,0 0 0,-1 0 0,1 0 0,0 1 0,0-1 0,0 0 0,0 0 0,0 1 0,0-1 0,0 0 0,-1 0 0,1 1 0,0-1 0,0 0 0,0 0 0,0 1 0,0-1 0,0 0 0,0 0 0,0 1 0,0-1 0,1 0 0,-1 0 0,0 1 0,0-1 0,0 0 0,0 0 0,0 1 0,0-1 0,0 0 0,1 0 0,-1 0 0,0 1 0,0-1 0,19 6 0,-3-4 0,0-1 0,0-1 0,0-1 0,22-2 0,66-17 0,-36 6 0,17-5 0,35-4 0,-120 22-4,0 1 1,1-1-1,-1 1 0,0-1 0,0 0 1,0 1-1,0-1 0,1 1 0,-1-1 0,0 0 1,0 1-1,0-1 0,0 1 0,-1-1 1,1 0-1,0 1 0,0-1 0,0 1 0,0-1 1,-1 0-1,1 1 0,0-1 0,0 1 1,-1-1-1,0 0 0,-1-6-1263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6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1 24575,'-3'1'0,"-1"1"0,1-1 0,-1 1 0,1 0 0,0 0 0,0 0 0,0 0 0,0 1 0,0-1 0,1 1 0,-3 3 0,-8 9 0,1 0 0,1 1 0,0 0 0,-10 22 0,-29 74 0,36-76 0,2 1 0,1 0 0,2 0 0,2 1 0,2 0 0,1 1 0,1-1 0,3 1 0,8 75 0,-5-98 0,1-1 0,1 1 0,0-1 0,1 0 0,12 23 0,48 68 0,-54-90 0,-10-13-97,0-1-1,0 0 1,0 0-1,0 0 1,0 0-1,1 0 1,-1 0-1,1-1 1,-1 1-1,1-1 1,0 0-1,0 0 0,4 1 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24575,'-8'36'0,"1"0"0,2 0 0,-1 69 0,5-28 0,0-39 0,2-1 0,8 58 0,-8-90 0,0 0 0,0 0 0,0 0 0,1 0 0,0-1 0,3 7 0,-4-11 0,-1 1 0,1 0 0,-1 0 0,1 0 0,0 0 0,-1-1 0,1 1 0,0 0 0,0 0 0,-1-1 0,1 1 0,0-1 0,0 1 0,0-1 0,0 1 0,0-1 0,0 1 0,0-1 0,0 0 0,0 0 0,0 1 0,0-1 0,0 0 0,0 0 0,0 0 0,0 0 0,0 0 0,0 0 0,0 0 0,0-1 0,0 1 0,0 0 0,0-1 0,0 1 0,0 0 0,0-1 0,0 1 0,1-2 0,4-2 0,-1 0 0,1-1 0,-1 0 0,0 0 0,-1 0 0,1 0 0,-1-1 0,0 1 0,0-1 0,-1 0 0,0-1 0,3-6 0,4-14 0,11-45 0,-17 59 0,44-219 0,-48 232 0,0 0 0,0 0 0,0-1 0,0 1 0,0 0 0,0 0 0,0 0 0,0 0 0,0 0 0,0 0 0,-1 0 0,1 0 0,0 0 0,0-1 0,0 1 0,0 0 0,0 0 0,0 0 0,0 0 0,0 0 0,0 0 0,0 0 0,0 0 0,0 0 0,1-1 0,-1 1 0,0 0 0,0 0 0,0 0 0,0 0 0,0 0 0,0 0 0,0 0 0,0 0 0,0 0 0,0 0 0,0-1 0,0 1 0,0 0 0,0 0 0,0 0 0,1 0 0,-1 0 0,0 0 0,0 0 0,0 0 0,0 0 0,0 0 0,0 0 0,0 0 0,0 0 0,0 0 0,1 0 0,-1 0 0,0 0 0,0 0 0,0 0 0,0 0 0,0 0 0,0 0 0,0 0 0,0 0 0,0 0 0,1 0 0,-1 0 0,0 0 0,0 0 0,4 10 0,3 17 0,6 76 0,12 59 0,-21-143 0,2 0 0,0-1 0,0 0 0,2 0 0,1 0 0,14 22 0,-22-38 0,0 0 0,1 0 0,-1 0 0,1 0 0,0 0 0,0 0 0,0-1 0,0 1 0,0-1 0,0 1 0,0-1 0,0 0 0,0 1 0,1-1 0,-1-1 0,0 1 0,1 0 0,-1 0 0,1-1 0,-1 0 0,1 1 0,-1-1 0,1 0 0,0 0 0,-1 0 0,1-1 0,-1 1 0,1-1 0,2 0 0,-1-1 0,0 1 0,0-1 0,0 0 0,-1 0 0,1 0 0,-1-1 0,1 1 0,-1-1 0,0 0 0,0 0 0,0 0 0,0 0 0,-1-1 0,1 1 0,-1-1 0,0 0 0,2-3 0,4-14 0,-1 0 0,-1-1 0,-1 0 0,5-41 0,-3-92 0,-7 150-195,-1 0 0,1 0 0,-1 0 0,0 1 0,0-1 0,-3-7 0,2 6-6631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7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24575,'23'3'0,"-1"1"0,1 1 0,-1 1 0,38 16 0,-58-22 0,-1 1 0,1 0 0,-1-1 0,0 1 0,1 0 0,-1-1 0,0 1 0,1 0 0,-1 0 0,0 0 0,0 0 0,0 0 0,0 1 0,0-1 0,0 0 0,0 0 0,-1 1 0,1-1 0,0 0 0,-1 1 0,1-1 0,-1 1 0,1-1 0,-1 1 0,0-1 0,0 1 0,0-1 0,1 1 0,-1-1 0,-1 1 0,1-1 0,0 3 0,-2 1 0,0-1 0,0 0 0,-1 1 0,1-1 0,-1 0 0,0-1 0,0 1 0,0 0 0,-6 4 0,-9 8 0,0-2 0,-30 18 0,-7 6 0,55-38 0,0 1 0,1-1 0,-1 0 0,0 1 0,0-1 0,0 0 0,1 0 0,-1 1 0,0-1 0,1 0 0,-1 1 0,0-1 0,1 0 0,-1 0 0,0 0 0,1 1 0,-1-1 0,0 0 0,1 0 0,-1 0 0,0 0 0,1 0 0,-1 0 0,1 0 0,-1 0 0,0 0 0,1 0 0,-1 0 0,0 0 0,1 0 0,-1 0 0,1 0 0,-1 0 0,19 2 0,-1-3 30,0 0 0,0-1 0,27-6 0,-35 5-216,1 0 1,-1 0-1,-1-1 0,1 0 1,-1-1-1,1 0 1,11-9-1,-11 6-6640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8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1 335 24575,'0'0'0,"0"0"0,0 0 0,0 0 0,2 3 0,0 0 0,-1-1 0,1 2 0,-1-1 0,0 0 0,0 0 0,0 0 0,0 4 0,0-6 0,4 23 0,0 0 0,-2 0 0,1 36 0,-8 75 0,3-117 0,-1 8 0,2 0 0,0 0 0,6 32 0,-6-58 0,0 0 0,0 0 0,0 1 0,0-1 0,0 0 0,0 0 0,0 0 0,0 1 0,0-1 0,0 0 0,0 0 0,0 0 0,0 1 0,0-1 0,0 0 0,1 0 0,-1 0 0,0 1 0,0-1 0,0 0 0,0 0 0,0 0 0,0 0 0,1 1 0,-1-1 0,0 0 0,0 0 0,0 0 0,1 0 0,-1 0 0,0 0 0,0 1 0,0-1 0,1 0 0,-1 0 0,0 0 0,0 0 0,0 0 0,1 0 0,-1 0 0,0 0 0,0 0 0,0 0 0,1 0 0,-1 0 0,0 0 0,1 0 0,9-11 0,9-18 0,85-202 0,-26 51 0,-54 133 0,-11 24 0,-1 0 0,-1-1 0,-1-1 0,-2 0 0,10-40 0,-39 154 0,3-18 0,7-25 0,-12 71 0,21-101 0,0 1 0,1 0 0,1 0 0,4 32 0,-3-46 0,-1 0 0,1 1 0,0-1 0,0 0 0,0 0 0,0 0 0,1 1 0,-1-1 0,1 0 0,0-1 0,-1 1 0,2 0 0,-1 0 0,0-1 0,0 1 0,1-1 0,-1 0 0,1 0 0,4 3 0,-1-3 0,-1 1 0,1-1 0,0-1 0,0 1 0,0-1 0,0 0 0,0 0 0,0-1 0,0 1 0,8-2 0,-4 1 0,-1-1 0,1-1 0,-1 1 0,1-1 0,-1-1 0,0 0 0,0 0 0,0-1 0,0 0 0,0-1 0,14-9 0,-13 5 0,1 0 0,-1 0 0,-1-1 0,0 0 0,0 0 0,-1-1 0,12-21 0,-9 9 0,0 0 0,-2 0 0,-1-1 0,0 0 0,-2 0 0,-1-1 0,0 0 0,0-44 0,-5 49 0,0 0 0,-6-33 0,4 45 0,1 0 0,-1 0 0,-1 0 0,1 0 0,-2 0 0,1 0 0,-1 1 0,0 0 0,-5-7 0,5 10 0,1 0 0,-1 0 0,0 1 0,0 0 0,0 0 0,0 0 0,-1 0 0,1 0 0,-1 1 0,0 0 0,0 0 0,0 1 0,0-1 0,0 1 0,0 0 0,0 0 0,0 1 0,0-1 0,-8 1 0,7 1 0,0-1 0,0 1 0,0 0 0,1 0 0,-1 1 0,0 0 0,0 0 0,1 0 0,-1 0 0,1 1 0,0 0 0,0 0 0,0 1 0,0 0 0,1-1 0,-7 8 0,-20 32-1365,27-35-5461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8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11 0,7 112 0,-1 5 0,-5-120 17,0 0 0,0 0 0,0 0 0,1 0 0,3 8 0,4 16-1484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9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24575,'49'2'0,"-29"0"0,32-2 0,157-4 0,-146 4 0,-60 0-136,-1 0-1,1-1 1,-1 1-1,1-1 1,-1 1-1,0-1 1,1 0-1,-1 0 0,3-2 1,3-1-6690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0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24575,'0'0'0,"0"22"0,12 315 0,-4-137 0,-8-200 0,0 0 0,-1 0 0,1 0 0,0 0 0,0 1 0,0-1 0,0 0 0,0 0 0,0 0 0,0 0 0,0 1 0,0-1 0,0 0 0,0 0 0,0 0 0,0 0 0,0 1 0,0-1 0,0 0 0,0 0 0,0 0 0,0 0 0,0 1 0,0-1 0,0 0 0,0 0 0,0 0 0,0 0 0,0 1 0,0-1 0,1 0 0,-1 0 0,0 0 0,0 0 0,0 0 0,0 1 0,0-1 0,0 0 0,1 0 0,-1 0 0,0 0 0,0 0 0,0 0 0,0 0 0,1 0 0,-1 0 0,0 0 0,0 0 0,0 0 0,0 0 0,1 0 0,-1 0 0,0 0 0,0 0 0,0 0 0,0 0 0,1 0 0,-1 0 0,0 0 0,0 0 0,0 0 0,0 0 0,1 0 0,-1 0 0,0 0 0,0 0 0,0 0 0,0 0 0,1-1 0,8-12 0,5-28-149,-1 0 0,12-67-1,-19 77-767,4-18-5909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0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24575,'1'-1'0,"0"1"0,0 0 0,0 0 0,0 0 0,0 0 0,0 1 0,0-1 0,0 0 0,0 0 0,0 0 0,0 1 0,0-1 0,0 1 0,0-1 0,0 1 0,0-1 0,0 1 0,0-1 0,0 1 0,-1 0 0,1 0 0,0-1 0,0 1 0,-1 0 0,1 0 0,-1 0 0,1 0 0,-1-1 0,1 1 0,-1 0 0,1 0 0,-1 0 0,0 0 0,1 0 0,-1 0 0,0 1 0,0-1 0,0 1 0,2 7 0,-1 0 0,0 1 0,-1 10 0,0-15 0,-2 144 0,-1-71 0,3 0 0,16 119 0,-10-179 0,-6-17 0,1-1 0,-1 0 0,0 0 0,0 0 0,0 1 0,0-1 0,1 0 0,-1 0 0,0 0 0,0 0 0,1 0 0,-1 0 0,0 0 0,0 1 0,0-1 0,1 0 0,-1 0 0,0 0 0,0 0 0,1 0 0,-1 0 0,0 0 0,0 0 0,1 0 0,-1 0 0,0 0 0,0 0 0,1-1 0,-1 1 0,0 0 0,0 0 0,1 0 0,-1 0 0,0 0 0,0 0 0,1-1 0,1-1 0,0 0 0,-1-1 0,1 1 0,0-1 0,-1 0 0,0 1 0,1-1 0,-1 0 0,1-5 0,42-186 0,-24 91 0,-6 34 0,-7 29 0,1 1 0,16-42 0,-24 81 0,0-1 0,0 1 0,0-1 0,0 1 0,1-1 0,-1 0 0,0 1 0,0-1 0,1 1 0,-1-1 0,0 1 0,1 0 0,-1-1 0,0 1 0,1-1 0,-1 1 0,1 0 0,-1-1 0,1 1 0,-1 0 0,1-1 0,-1 1 0,1 0 0,-1 0 0,1-1 0,-1 1 0,1 0 0,0 0 0,-1 0 0,1 0 0,-1 0 0,1 0 0,-1 0 0,1 0 0,0 0 0,0 0 0,1 1 0,0 0 0,0 0 0,-1 0 0,1 0 0,0 0 0,0 1 0,-1-1 0,1 1 0,-1-1 0,3 3 0,1 3 0,1 0 0,-1 1 0,0 0 0,5 11 0,-2 4 0,-1 1 0,-1 0 0,3 31 0,3 77 0,-8-68 0,-3-49 0,1 1 0,0-1 0,1 0 0,1 0 0,1-1 0,0 1 0,0-1 0,2 0 0,-1 0 0,15 20 0,-20-33 0,0 0 0,-1 0 0,1 0 0,0 0 0,0 0 0,0 0 0,0 0 0,0 0 0,0-1 0,0 1 0,0 0 0,0-1 0,0 1 0,0 0 0,0-1 0,1 0 0,-1 1 0,0-1 0,0 0 0,1 1 0,-1-1 0,0 0 0,0 0 0,1 0 0,-1 0 0,0 0 0,0 0 0,1-1 0,-1 1 0,0 0 0,0-1 0,1 1 0,-1-1 0,0 1 0,0-1 0,0 1 0,0-1 0,0 0 0,2-1 0,0-1 0,1-1 0,-1 1 0,0-1 0,0 1 0,-1-1 0,1 0 0,-1 0 0,0 0 0,3-8 0,6-24 0,-1 0 0,-2 0 0,5-66 0,-6-117 0,-7 203 0,0-83 0,-13-101 0,12 199 4,1 1-1,0-1 1,0 1-1,0-1 1,-1 0-1,1 1 1,0-1-1,-1 1 1,1-1-1,0 1 1,-1-1 0,1 1-1,-1-1 1,1 1-1,-1 0 1,1-1-1,-1 1 1,1-1-1,-1 1 1,1 0-1,-1 0 1,0-1-1,1 1 1,-1 0-1,1 0 1,-1 0-1,0-1 1,1 1-1,-1 0 1,0 0-1,1 0 1,-1 0-1,-1 1 1,-22 3-1489,17-3-5341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24575,'28'-1'0,"-7"0"0,0 1 0,23 3 0,-40-2 0,1-1 0,-1 1 0,0 0 0,1 0 0,-1 1 0,0-1 0,0 1 0,0 0 0,0 0 0,0 0 0,0 1 0,0-1 0,-1 1 0,1 0 0,4 5 0,-6-5 0,0 1 0,-1-1 0,1 1 0,-1-1 0,0 1 0,0-1 0,0 1 0,0 0 0,0 0 0,-1-1 0,0 1 0,0 0 0,0 0 0,0 0 0,-1-1 0,1 1 0,-1 0 0,0 0 0,0-1 0,0 1 0,0 0 0,-3 2 0,-3 11 0,-1-1 0,-1-1 0,-13 18 0,5-10 0,11-17 0,2 0 0,-1 0 0,1 1 0,-1-1 0,2 1 0,-1 0 0,-2 9 0,6-16 0,-1 1 0,1-1 0,0 0 0,0 1 0,0-1 0,0 1 0,0-1 0,0 1 0,0-1 0,0 1 0,0-1 0,1 1 0,-1-1 0,0 1 0,0-1 0,0 1 0,0-1 0,1 1 0,-1-1 0,0 0 0,0 1 0,1-1 0,-1 0 0,0 1 0,1-1 0,-1 1 0,1-1 0,-1 0 0,18 6 0,20-7 0,-36 0 0,78-7 0,-78 7-91,0 1 0,-1-1 0,1 1 0,0-1 0,-1 0 0,1 0 0,-1 0 0,1 0 0,-1 0 0,1 0 0,-1 0 0,0 0 0,1 0 0,0-2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0,18 4 0,-8-1 0,1-1 0,21 0 0,18 4 0,-46-5 0,-1 0 0,1 0 0,-1 1 0,0-1 0,1 1 0,-1-1 0,0 1 0,0 0 0,0 0 0,0 1 0,3 2 0,-2-1 0,0 1 0,-1-1 0,1 0 0,-1 1 0,-1 0 0,1-1 0,0 1 0,-1 0 0,0 1 0,0-1 0,-1 0 0,0 0 0,0 1 0,0-1 0,0 1 0,-1-1 0,0 1 0,0-1 0,0 1 0,-1-1 0,0 1 0,0-1 0,-2 9 0,-1-4 0,0 0 0,-1 0 0,0 0 0,-1 0 0,0-1 0,0 0 0,-1 0 0,0-1 0,0 1 0,-16 12 0,20-19 0,0 1 0,1-1 0,-1 1 0,1 0 0,-1 0 0,1 0 0,0 0 0,0 0 0,0 1 0,1-1 0,-1 0 0,1 1 0,-1-1 0,1 1 0,-1 6 0,2-8 0,0 0 0,1 1 0,-1-1 0,0 0 0,0 0 0,1 0 0,-1 0 0,1 0 0,0 0 0,0 0 0,0 0 0,0 0 0,0 0 0,0-1 0,0 1 0,0 0 0,1-1 0,-1 1 0,1-1 0,-1 1 0,1-1 0,0 0 0,-1 1 0,1-1 0,0 0 0,0 0 0,0 0 0,3 1 0,2 0 7,1 0 0,0 0 0,-1 0 0,1-1 0,0 0 1,0 0-1,0-1 0,0 0 0,0-1 0,0 1 0,0-1 0,-1-1 0,1 0 0,0 0 0,-1 0 0,9-5 0,-2 1-193,0-1 1,-1 0-1,0-1 0,-1-1 1,0 0-1,0-1 1,17-17-1,-17 13-6640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2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78 24575,'0'0'0,"0"0"0,0 0 0,-2 6 0,-19 57 0,-28 90 0,42-125 0,1 0 0,1 1 0,-1 47 0,6-51 0,5 38 0,-5-56 0,1 0 0,1 0 0,-1 0 0,1-1 0,1 1 0,-1-1 0,1 0 0,0 1 0,0-1 0,8 10 0,-8-14 0,-1 0 0,1 0 0,-1 0 0,1 0 0,0 0 0,0 0 0,0-1 0,0 0 0,0 1 0,0-1 0,0 0 0,0-1 0,1 1 0,-1 0 0,0-1 0,1 0 0,-1 0 0,0 0 0,0 0 0,1 0 0,-1-1 0,5-1 0,1 0 0,0 0 0,0-1 0,-1 0 0,1-1 0,-1 0 0,13-9 0,-6 2 0,0-1 0,-1 0 0,0-1 0,-2-1 0,1 0 0,-2-1 0,0 0 0,0-1 0,-2 0 0,0 0 0,-1-1 0,8-23 0,-5 7 0,-1-2 0,-1 1 0,-3-1 0,0 0 0,0-57 0,-5 84 0,-2 0 0,1 1 0,-1-1 0,0 0 0,-1 1 0,0-1 0,0 1 0,0 0 0,-1-1 0,-4-6 0,5 10 0,-1 0 0,1 1 0,-1-1 0,1 1 0,-1 0 0,0 0 0,0 0 0,0 0 0,-1 0 0,1 1 0,-1-1 0,0 1 0,1 0 0,-1 0 0,0 1 0,0-1 0,0 1 0,0 0 0,-1 0 0,-4-1 0,1 1 0,-1 0 0,1 1 0,0 0 0,-1 1 0,1 0 0,-1 0 0,1 0 0,0 1 0,0 0 0,0 1 0,0 0 0,0 0 0,1 1 0,-14 8 0,13-6 0,0 0 0,1 1 0,0 0 0,1 0 0,-1 0 0,1 1 0,0 0 0,1 0 0,0 0 0,1 1 0,-1 0 0,-4 15 0,6-16-170,1 0-1,0 0 0,0 0 1,1 0-1,0 0 0,0 0 1,1 16-1,2-11-6655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3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0,25 5 0,-11-2 0,-2-1 0,1 0 0,-1 1 0,23 9 0,-33-11 0,0 0 0,1 0 0,-1 0 0,0 1 0,0-1 0,0 0 0,0 1 0,0-1 0,0 1 0,0 0 0,-1 0 0,1 0 0,-1 0 0,1 0 0,-1 0 0,0 0 0,0 0 0,0 0 0,0 1 0,0-1 0,0 0 0,-1 1 0,1-1 0,-1 0 0,1 1 0,-1 3 0,0-3 0,-1-1 0,1 1 0,-1 0 0,1-1 0,-1 1 0,0 0 0,0-1 0,-1 0 0,1 1 0,0-1 0,-1 0 0,1 1 0,-4 3 0,-30 24 0,13-12 0,22-18 0,0 0 0,0 0 0,0 0 0,0 1 0,0-1 0,0 0 0,-1 0 0,1 0 0,0 0 0,0 0 0,0 0 0,0 0 0,0 0 0,0 1 0,0-1 0,0 0 0,0 0 0,0 0 0,0 0 0,0 0 0,0 0 0,0 1 0,0-1 0,0 0 0,0 0 0,0 0 0,0 0 0,0 0 0,0 0 0,0 1 0,0-1 0,0 0 0,0 0 0,0 0 0,0 0 0,0 0 0,0 0 0,0 1 0,0-1 0,0 0 0,0 0 0,0 0 0,1 0 0,-1 0 0,0 0 0,0 0 0,0 0 0,0 0 0,0 0 0,0 1 0,11 2 0,11-2 0,23-7 0,1-2 0,48-14 0,-88 20-57,-1 0 0,1 0 1,-1 0-1,0 0 0,1-1 0,-1 0 0,-1 0 0,1-1 0,0 1 0,-1-1 0,0 0 1,0 0-1,0 0 0,0-1 0,0 1 0,-1-1 0,0 0 0,0 0 0,-1 0 1,1-1-1,-1 1 0,0 0 0,1-8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3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24575,'0'0'0,"0"0"0,0 0 0,0 0 0,0 0 0,0 0 0,4 8 0,27 46 0,-3 2 0,41 116 0,-65-155 0,0 0 0,-1 0 0,-1 1 0,-1-1 0,-1 1 0,0-1 0,-1 1 0,-1-1 0,0 0 0,-1 0 0,-1 0 0,-8 22 0,-9 14 0,-2 0 0,-41 68 0,12-19-1365,45-85-5461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9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24575,'16'-11'0,"0"7"0,1 1 0,0 0 0,-1 2 0,29-1 0,16 0 0,72-21 0,-91 15 0,0 1 0,0 1 0,47 1 0,-62 1-1365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9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24575,'0'0'0,"0"0"0,0 0 0,0 0 0,-2 3 0,1-1 0,-1 1 0,1 0 0,0 0 0,0-1 0,0 1 0,0 0 0,-1 5 0,2-8 0,-3 18 0,0 0 0,1-1 0,1 1 0,2 28 0,12 74 0,-4-46 0,1-6 0,-6-49 0,-1 1 0,0-1 0,-2 1 0,-1 0 0,-3 36 0,2-30-1365,1-20-5461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2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24575,'27'2'0,"350"0"0,-91-4 0,13 8 0,178 6 0,313 26 0,-423-43 0,3 1 0,42 12 0,-240 8 0,-220-11-1365,41-4-5461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3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46 24575,'0'0'0,"0"0"0,0 0 0,0 9 0,-4 347 0,4-339 0,1 1 0,0 0 0,1-1 0,6 26 0,-7-39 0,0 0 0,0 0 0,1-1 0,-1 1 0,1 0 0,0-1 0,0 0 0,0 1 0,1-1 0,-1 0 0,1 0 0,-1 0 0,1 0 0,0 0 0,0-1 0,0 0 0,1 1 0,-1-1 0,1 0 0,-1 0 0,1-1 0,-1 1 0,1-1 0,0 0 0,0 0 0,5 1 0,-5-2 0,1 0 0,-1 0 0,1-1 0,-1 1 0,1-1 0,-1 0 0,1 0 0,-1-1 0,0 1 0,0-1 0,1 0 0,-1 0 0,-1-1 0,1 1 0,0-1 0,0 1 0,-1-1 0,0-1 0,1 1 0,2-4 0,7-8 0,-2-1 0,0 0 0,11-21 0,-20 34 0,20-39 0,-1-1 0,-2-1 0,-2 0 0,-2-1 0,-2-1 0,-1-1 0,5-59 0,-16 100 0,1-1 0,-1 1 0,1 0 0,5-12 0,-3 9 0,-8 25 0,2 0 0,-2 32 0,1-17 0,-60 545 0,59-546 0,-2 0 0,0-1 0,-2 1 0,-15 35 0,17-52 0,0 0 0,-1 0 0,0-1 0,0 1 0,-2-2 0,1 1 0,-2-1 0,1-1 0,-2 0 0,1 0 0,-14 9 0,16-14 0,-1-1 0,1 0 0,-1-1 0,0 1 0,0-2 0,0 1 0,0-1 0,0-1 0,0 0 0,-1 0 0,1-1 0,0 0 0,-1 0 0,1-1 0,0-1 0,-11-2 0,-10-3 0,0-2 0,1-1 0,-41-21 0,63 28-151,0-1-1,1 0 0,-1 0 0,1 0 1,0-1-1,1 0 0,-1 0 1,-5-6-1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0 593 24575,'7'-2'0,"0"-1"0,0 0 0,0-1 0,-1 1 0,0-1 0,0 0 0,10-10 0,37-38 0,-51 50 0,33-37 0,-2-2 0,-1-1 0,26-48 0,-44 66 0,0-2 0,-2 1 0,-2-2 0,0 0 0,-1 0 0,-2 0 0,5-38 0,-11 30 0,-1 34 0,0 1 0,0 0 0,0 0 0,0 0 0,0-1 0,0 1 0,0 0 0,0 0 0,0 0 0,0-1 0,0 1 0,0 0 0,0 0 0,0-1 0,-1 1 0,1 0 0,0 0 0,0 0 0,0 0 0,0-1 0,0 1 0,0 0 0,-1 0 0,1 0 0,0 0 0,0-1 0,0 1 0,0 0 0,-1 0 0,1 0 0,0 0 0,0 0 0,0 0 0,-1 0 0,1 0 0,0 0 0,0-1 0,0 1 0,-1 0 0,-9 16 0,7-7 0,0 1 0,0 0 0,1 0 0,-2 17 0,-2 10 0,-37 140 0,-8 33 0,48-192 0,1 0 0,0 1 0,1-1 0,1 0 0,4 30 0,-2-37 0,0 1 0,1-1 0,0 0 0,1 0 0,0 0 0,1-1 0,0 1 0,0-1 0,14 18 0,-17-25 0,0-1 0,0 1 0,0-1 0,1 0 0,-1 0 0,1 0 0,0 0 0,-1 0 0,1-1 0,0 1 0,0-1 0,0 0 0,0 0 0,0 0 0,0 0 0,0 0 0,0-1 0,1 1 0,-1-1 0,0 0 0,0 0 0,1 0 0,-1 0 0,0-1 0,0 1 0,0-1 0,0 0 0,0 0 0,0 0 0,0 0 0,0-1 0,4-1 0,-1 0 0,-1-1 0,1 0 0,-1 0 0,0 0 0,0-1 0,0 1 0,0-1 0,-1 0 0,0-1 0,0 1 0,0-1 0,-1 1 0,1-1 0,3-12 0,-3 3-124,-1 0 0,-1 0 0,0-1 0,-1 1 0,-1-1 0,-1 1-1,0-1 1,0 1 0,-2 0 0,-8-29 0,5 21-6702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4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13 24575,'-14'-4'0,"6"2"0,1 0 0,-1 0 0,0 1 0,1 0 0,-1 0 0,-15 1 0,30 0 0,0 0 0,-1 1 0,1 0 0,-1 0 0,9 2 0,6 2 0,134 28-1365,-132-28-5461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5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5886 119 24575,'0'0'0,"0"0"0,0 0 0,0 0 0,0 0 0,-20-15 0,9 8 0,-1 0 0,-1 1 0,1 0 0,-1 1 0,0 0 0,0 1 0,0 1 0,-21-3 0,-14 1 0,-54 1 0,56 4 0,-49-7 0,-55-12 0,-226 0 0,-144 45 0,516-26 0,-180 9 0,-63 5 0,-121 13 0,70-1 0,107-6 0,-198-8 0,383-12 0,-492-13 0,-132-13 0,584 25 0,-112-7 0,-87 1 0,36 9 0,-264 15 0,71 34 0,362-46-1365,34-4-5461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146 171 24575,'0'0'0,"0"0"0,0 0 0,0 0 0,0 0 0,14-10 0,-9 4 0,-11 5 0,2 3 0,1-1 0,0 1 0,-1-1 0,1 1 0,0 0 0,0 1 0,0-1 0,1 0 0,-1 1 0,0-1 0,1 1 0,0 0 0,-1 0 0,1 0 0,-2 5 0,-4 6 0,1 2 0,-6 15 0,12-29 0,-18 54 0,2 1 0,3 0 0,2 1 0,-7 109 0,19-164 0,-1 13 0,0-1 0,4 31 0,-3-42 0,1-1 0,0 1 0,-1-1 0,1 1 0,0-1 0,1 1 0,-1-1 0,0 0 0,1 0 0,0 0 0,0 0 0,0 0 0,0 0 0,0 0 0,1-1 0,-1 1 0,1-1 0,-1 1 0,7 2 0,3 1 0,1-1 0,-1-1 0,1 0 0,1-1 0,-1 0 0,0-1 0,1 0 0,-1-1 0,1-1 0,-1 0 0,1-1 0,-1-1 0,1 0 0,-1 0 0,0-1 0,0-1 0,0 0 0,0-1 0,-1-1 0,0 1 0,0-2 0,0 0 0,-1 0 0,0-1 0,18-17 0,-9 3 0,-1 0 0,-1-1 0,-1-1 0,-1 0 0,-1-1 0,-1-1 0,-1-1 0,12-38 0,-17 42 0,-1-1 0,-2 0 0,0 0 0,-2 0 0,-1 0 0,0-1 0,-2 1 0,-1-1 0,-1 1 0,-6-33 0,5 47 0,1 1 0,-2-1 0,1 1 0,-1-1 0,0 1 0,-1 0 0,0 1 0,-1-1 0,0 1 0,0 0 0,0 1 0,-1-1 0,-1 1 0,1 0 0,-1 1 0,0 0 0,0 0 0,-1 1 0,1 0 0,-1 1 0,-1-1 0,1 2 0,0-1 0,-1 1 0,0 1 0,0 0 0,0 0 0,0 1 0,0 0 0,0 1 0,0 0 0,0 0 0,0 1 0,0 1 0,0 0 0,0 0 0,1 1 0,-1 0 0,1 0 0,-10 6 0,15-7-85,-1 1 0,1-1-1,0 1 1,0 0 0,1 1-1,-1-1 1,1 0 0,-1 1-1,1 0 1,0 0 0,0 0-1,1 0 1,-1 0 0,1 1-1,-2 6 1,2-5-6741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7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24575,'11'40'0,"-5"19"0,-2-1 0,-5 85 0,-1-40 0,2-20 0,5-97-1365,-2 7-5461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174 112 24575,'7'25'0,"-1"0"0,-1 0 0,-1 0 0,1 46 0,-11 103 0,6-160 0,-10 96 0,-1 46 0,11-152 0,0-1 0,0 1 0,0 0 0,0-1 0,1 1 0,0 0 0,-1 0 0,1-1 0,1 1 0,-1-1 0,0 1 0,1-1 0,0 0 0,2 4 0,-3-6 0,1 1 0,-1-1 0,1 0 0,-1 0 0,1 0 0,0 0 0,0 0 0,-1 0 0,1 0 0,0-1 0,0 1 0,0-1 0,0 1 0,0-1 0,0 0 0,0 1 0,0-1 0,0 0 0,0 0 0,0-1 0,0 1 0,0 0 0,-1-1 0,1 1 0,0-1 0,0 1 0,0-1 0,2-1 0,7-3 0,0-1 0,-1 0 0,1 0 0,-1-1 0,-1-1 0,1 1 0,-1-2 0,0 1 0,14-20 0,5-9 0,27-49 0,-51 79 0,25-46 0,-2 0 0,-3-2 0,-2 0 0,-2-2 0,-3 0 0,16-102 0,-31 147 0,0 0 0,-1 0 0,0 0 0,-1 0 0,-2-14 0,2 25 0,0 1 0,0 0 0,0 0 0,0 0 0,0-1 0,0 1 0,0 0 0,0 0 0,0 0 0,0-1 0,0 1 0,0 0 0,0 0 0,0 0 0,0-1 0,0 1 0,0 0 0,0 0 0,0 0 0,-1-1 0,1 1 0,0 0 0,0 0 0,0 0 0,0 0 0,0-1 0,-1 1 0,1 0 0,0 0 0,0 0 0,0 0 0,0 0 0,-1 0 0,1 0 0,0 0 0,0 0 0,0-1 0,-1 1 0,1 0 0,0 0 0,-1 0 0,-6 8 0,-3 17 0,-4 29 0,4 1 0,-6 73 0,9-63 0,-14 172 0,11-99 0,-41 202 0,45-315 0,0 0 0,-2-1 0,-1 0 0,-1-1 0,-18 32 0,23-46 0,0-1 0,-1 0 0,0-1 0,0 1 0,-1-1 0,0-1 0,0 1 0,-1-1 0,0 0 0,0-1 0,0 0 0,-1 0 0,0-1 0,1 0 0,-2 0 0,1-1 0,-14 3 0,14-4 0,0-1 0,1 1 0,-1-2 0,0 1 0,0-2 0,0 1 0,1-1 0,-1 0 0,0-1 0,1 0 0,-1 0 0,1-1 0,-1 0 0,1 0 0,0-1 0,1 0 0,-1-1 0,1 1 0,-1-1 0,2-1 0,-1 0 0,0 0 0,1 0 0,0 0 0,1-1 0,-1 0 0,1 0 0,1-1 0,-1 0 0,-3-9 0,-7-25-1365,10 27-5461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0 596 24575,'19'-20'0,"66"-95"0,113-197 0,-178 275 0,31-74 0,-116 269 0,10-29 0,40-89 0,1 1 0,1 1 0,-9 66 0,20-94 0,1 0 0,1 0 0,0 0 0,1 0 0,1-1 0,5 22 0,-5-26 0,1 0 0,1 0 0,-1-1 0,2 1 0,-1-1 0,1 0 0,0 0 0,1 0 0,0-1 0,11 11 0,-12-13 0,1 0 0,0-1 0,0 0 0,0-1 0,0 1 0,0-1 0,1 0 0,-1-1 0,1 0 0,0 0 0,0 0 0,0-1 0,0 0 0,0 0 0,0 0 0,0-1 0,0 0 0,0-1 0,1 0 0,-1 0 0,11-4 0,-12 4 0,-1-1 0,1 0 0,-1 0 0,0-1 0,0 1 0,0-1 0,0 0 0,0-1 0,0 1 0,-1-1 0,0 0 0,0 0 0,0 0 0,0-1 0,-1 1 0,1-1 0,-1 0 0,-1 0 0,1 0 0,-1 0 0,1-1 0,-1 1 0,-1-1 0,1 1 0,-1-1 0,0 0 0,0-7 0,-1 1 0,0 0 0,-2 0 0,1 0 0,-1 0 0,-1 1 0,0-1 0,-1 1 0,0-1 0,0 1 0,-1 0 0,-1 1 0,-7-11 0,5 8 0,-2 0 0,0 1 0,0 0 0,-1 0 0,-1 1 0,0 1 0,0 0 0,-23-14 0,-1 5 0,-53-20 0,51 24 0,-46-26 0,84 41 0,0 0 0,0 0 0,-1 0 0,1 0 0,0 0 0,0 0 0,0 0 0,0-1 0,0 1 0,-1 0 0,1 0 0,0 0 0,0 0 0,0 0 0,0 0 0,0-1 0,0 1 0,0 0 0,0 0 0,0 0 0,-1 0 0,1-1 0,0 1 0,0 0 0,0 0 0,0 0 0,0 0 0,0-1 0,0 1 0,0 0 0,0 0 0,0 0 0,0 0 0,0-1 0,0 1 0,1 0 0,-1 0 0,0 0 0,0 0 0,0-1 0,0 1 0,0 0 0,0 0 0,0 0 0,0 0 0,1-1 0,10-6 0,14-3 0,13-1-195,1 2 0,0 2 0,0 2 0,0 1 0,1 2 0,56 5 0,-79-2-6631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5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123 232 24575,'-15'18'0,"9"-8"0,1 0 0,0 0 0,1 0 0,0 1 0,1 0 0,0-1 0,1 1 0,0 0 0,1 0 0,0 1 0,0-1 0,2 11 0,0-9 0,0-1 0,1 0 0,0 0 0,1 0 0,0 0 0,1 0 0,0-1 0,1 1 0,1-1 0,10 18 0,-14-27 0,0 1 0,0-1 0,0 1 0,0-1 0,0 0 0,0 0 0,0 0 0,1 0 0,-1 0 0,1 0 0,0-1 0,-1 1 0,1-1 0,0 1 0,0-1 0,0 0 0,0-1 0,0 1 0,0 0 0,0-1 0,0 1 0,0-1 0,0 0 0,0 0 0,0 0 0,0-1 0,1 1 0,-1-1 0,0 0 0,0 0 0,-1 0 0,5-1 0,1-2 0,-1 0 0,0-1 0,0 1 0,-1-1 0,1-1 0,-1 1 0,0-1 0,-1 0 0,1 0 0,8-14 0,4-11 0,-1 0 0,-2-1 0,-2-1 0,13-44 0,23-142 0,-38 137 0,-26 229 0,6-70 0,0 136 0,14-130 0,0-3 0,-4 0 0,-8 81 0,6-151 0,-1 0 0,-1 0 0,0 0 0,0-1 0,-1 1 0,0-1 0,-1 0 0,0 0 0,0-1 0,-1 1 0,0-1 0,0 0 0,-1-1 0,0 1 0,0-2 0,-15 11 0,12-9 0,-2-1 0,1 0 0,-1-1 0,0 0 0,0-1 0,0-1 0,-1 1 0,0-2 0,0 0 0,0-1 0,0 0 0,-19 0 0,25-2 0,0 0 0,0-1 0,0 0 0,1-1 0,-1 1 0,1-1 0,-1 0 0,1-1 0,0 1 0,-8-6 0,10 6 0,0-1 0,0 1 0,1-1 0,-1 0 0,1 0 0,0-1 0,0 1 0,0 0 0,1-1 0,-1 0 0,1 0 0,0 0 0,0 0 0,0 0 0,0 0 0,-1-7 0,-2-14-1365,3 3-5461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6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0 598 24575,'0'0'0,"0"0"0,0 0 0,0 0 0,18 2 0,-10-3 0,-1 1 0,0-1 0,0-1 0,0 1 0,0-1 0,0 0 0,-1-1 0,1 0 0,-1 0 0,1 0 0,-1-1 0,0 0 0,0 0 0,-1-1 0,1 1 0,5-7 0,8-10 0,0 0 0,27-42 0,-24 28 0,-2-2 0,-1-1 0,-1 0 0,-3-1 0,-1-1 0,-2-1 0,12-72 0,-21 104 0,-1 0 0,1 0 0,0 1 0,9-18 0,-15 38 0,-1-1 0,2 1 0,-3 18 0,1 0 0,1-16 0,-67 499 0,70-506 0,0 0 0,1 0 0,0 0 0,0 0 0,1 0 0,0-1 0,0 1 0,1 0 0,-1-1 0,8 13 0,-4-11 0,-1 1 0,1-1 0,0-1 0,1 1 0,0-1 0,0 0 0,10 7 0,-13-11 0,-1-1 0,0 0 0,1 0 0,0 0 0,-1-1 0,1 1 0,0-1 0,0 0 0,0 0 0,0 0 0,0 0 0,0-1 0,0 0 0,0 1 0,0-1 0,0-1 0,0 1 0,0-1 0,0 0 0,0 0 0,-1 0 0,1 0 0,0 0 0,0-1 0,-1 0 0,1 0 0,-1 0 0,6-4 0,-4 2 0,1-1 0,-1 1 0,-1-1 0,1-1 0,-1 1 0,1 0 0,-1-1 0,-1 0 0,1 0 0,-1 0 0,0-1 0,-1 1 0,0-1 0,0 1 0,0-1 0,1-8 0,-2-3-341,-1 0 0,0 0-1,-4-26 1,1 22-6485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6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88 24575,'0'0'0,"-12"18"0,82-39 0,-3 0 0,98-17 0,-144 34 0,93-17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24575,'42'1'0,"0"2"0,0 2 0,50 13 0,-82-16 0,-1 1 0,0 0 0,0 0 0,0 1 0,-1 0 0,1 1 0,-1-1 0,0 2 0,0-1 0,13 13 0,-18-14 0,1 1 0,-1-1 0,0 0 0,0 1 0,0-1 0,0 1 0,-1 0 0,0 0 0,0 0 0,-1 0 0,1 1 0,-1-1 0,0 0 0,0 1 0,-1-1 0,1 0 0,-1 1 0,-1-1 0,1 1 0,-3 9 0,-1 0 0,0-1 0,-1 0 0,-1 0 0,0 0 0,-1 0 0,-16 23 0,-3-2 0,-32 35 0,-64 48 0,81-82 0,-55 63 0,95-98 0,0 1 0,0-1 0,0 1 0,0-1 0,0 1 0,0-1 0,0 1 0,0 0 0,1-1 0,-1 1 0,0 0 0,1 0 0,0 0 0,-1-1 0,1 4 0,0-3 0,0-1 0,1 0 0,-1 0 0,0 0 0,1 0 0,-1 0 0,1 0 0,-1 0 0,1 0 0,0 0 0,-1 0 0,1 0 0,0 0 0,0-1 0,-1 1 0,1 0 0,0 0 0,0-1 0,1 2 0,3 0 0,-1 0 0,1 0 0,0-1 0,-1 1 0,1-1 0,0 0 0,0 0 0,0 0 0,0-1 0,6 0 0,28-3 0,0-2 0,-1-1 0,0-2 0,0-2 0,0-2 0,-2-1 0,36-17 0,10-11-1365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24575,'1'2'0,"1"0"0,-1 0 0,1 0 0,-1 1 0,0-1 0,0 0 0,0 1 0,1 3 0,3 15 0,-1 1 0,-1 0 0,-1 0 0,0 26 0,0-5 0,31 297 0,-32-329 0,7 30 0,-8-40 0,0 1 0,1 0 0,-1-1 0,1 1 0,-1-1 0,1 1 0,0-1 0,0 0 0,-1 1 0,1-1 0,0 0 0,0 0 0,0 1 0,1-1 0,-1 0 0,0 0 0,0 0 0,1 0 0,-1 0 0,2 0 0,-2-1 0,1 1 0,-1-1 0,0-1 0,1 1 0,-1 0 0,0 0 0,0 0 0,1-1 0,-1 1 0,0 0 0,0-1 0,0 1 0,0-1 0,1 0 0,-1 1 0,0-1 0,0 0 0,0 0 0,0 1 0,0-1 0,-1 0 0,2-1 0,19-26 0,-7 3 0,-1 0 0,-1-1 0,-2 0 0,9-31 0,23-115 0,-33 130 0,23-120 0,-32 162 0,0 1 0,0-1 0,0 0 0,0 0 0,0 0 0,0 0 0,0 0 0,1 0 0,-1 0 0,0 0 0,0 0 0,0 0 0,0 0 0,0 0 0,0 0 0,0 0 0,0 0 0,0 0 0,0 0 0,0 0 0,0 0 0,0 0 0,0 0 0,0 0 0,1 0 0,-1 0 0,0 0 0,0 0 0,0 0 0,0 0 0,0 0 0,0 0 0,0 0 0,0 0 0,0 0 0,0 0 0,0 0 0,0 0 0,0 0 0,0-1 0,0 1 0,0 0 0,0 0 0,0 0 0,0 0 0,1 0 0,-1 0 0,0 0 0,0 0 0,0 0 0,0 0 0,0 0 0,0 0 0,0 0 0,0 0 0,0 0 0,0 0 0,0-1 0,0 1 0,0 0 0,0 0 0,0 0 0,0 0 0,0 0 0,0 0 0,-1 0 0,5 7 0,1 11 0,1 18 0,39 176 0,-30-152 0,10 35 0,-21-82 0,1-2 0,0 1 0,0 0 0,1-1 0,11 15 0,-14-22 0,20 21 0,-22-24 0,0 0 0,0-1 0,0 1 0,0-1 0,0 1 0,0-1 0,0 1 0,0-1 0,0 0 0,0 1 0,0-1 0,0 0 0,0 0 0,0 0 0,0 0 0,0 0 0,0 0 0,0 0 0,1 0 0,-1 0 0,0-1 0,0 1 0,0 0 0,0-1 0,0 1 0,0 0 0,1-2 0,3-2 0,0 0 0,0 0 0,-1-1 0,1 1 0,-1-1 0,-1 0 0,1 0 0,-1 0 0,1-1 0,-2 1 0,1-1 0,0 0 0,2-10 0,1-9 0,0 0 0,2-25 0,-8 47 0,19-251 0,-6 44 0,-6 127-1365,-7 73-5461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14 24575,'0'0'0,"0"0"0,0 0 0,0 0 0,-27-7 0,23 6 0,-15-5 0,19 10 0,12 7 0,-6-7 0,1 0 0,0-1 0,-1 1 0,1-1 0,0 0 0,1-1 0,-1 0 0,14 2 0,30 10 0,-49-13 0,0 0 0,-1 0 0,1 0 0,0 0 0,-1 0 0,1 0 0,-1 0 0,1 0 0,-1 0 0,1 1 0,-1-1 0,0 1 0,0-1 0,1 1 0,-1 0 0,0-1 0,-1 1 0,1 0 0,1 3 0,-1-2 0,-1 0 0,1 0 0,-1 1 0,0-1 0,0 0 0,-1 0 0,1 0 0,0 1 0,-1-1 0,0 0 0,-1 3 0,-2 5 0,0-1 0,-1 0 0,-1-1 0,0 1 0,-13 16 0,14-19 0,-1 0 0,0 1 0,0-1 0,-1-1 0,1 1 0,-1-1 0,-16 10 0,40 2 0,-12-15 0,-1-1 0,1 0 0,0 0 0,0-1 0,0 1 0,0-1 0,0 0 0,1 0 0,-1-1 0,9 0 0,-3 0 0,1-1 0,-1 0 0,0 0 0,13-5 0,8-9-1365,-24 10-5461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0,2 1 0,-1 0 0,1 0 0,0 0 0,-1 0 0,1 0 0,-1 1 0,0-1 0,3 3 0,-1 18 0,0 0 0,-2 44 0,0-23 0,2 34 0,0 83 0,-3-158 120,0-4-1605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24575,'8'5'0,"0"-1"0,1 0 0,0-1 0,0 0 0,0 0 0,0-1 0,0 0 0,1-1 0,-1 0 0,0 0 0,1-1 0,11-1 0,26-5 0,-1-2 0,1-1 0,-2-3 0,49-19 0,-65 32-1365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24575,'0'0'0,"0"0"0,0 0 0,11 5 0,1-2 0,0 0 0,0-1 0,0 0 0,1-1 0,-1 0 0,17-2 0,75-11 0,54-23 0,12-1 0,-189 59-1365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09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19 376 24575,'-18'-82'0,"18"81"0,0 0 0,0-1 0,0 1 0,0 0 0,1-1 0,-1 1 0,0 0 0,1-1 0,-1 1 0,1 0 0,0 0 0,-1 0 0,1-1 0,0 1 0,0 0 0,0 0 0,-1 0 0,1 0 0,0 0 0,0 0 0,1 1 0,-1-1 0,0 0 0,0 0 0,2 0 0,32-14 0,-34 14 0,24-5 0,-1 1 0,1 1 0,0 2 0,0 0 0,0 1 0,31 4 0,14-2 0,143-7 0,44 0 0,1050-19 0,-870 15 0,261-16 0,-87-17 0,154-16 0,-287 24 0,-139 14 0,-280 20-1365,-45 2-5461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8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86 24575,'0'0'0,"8"16"0,4 15 0,-1 1 0,-1-1 0,8 47 0,5 99 0,-1-6 0,-22-170 0,0 0 0,0 0 0,0 1 0,1-1 0,-1 0 0,1 0 0,-1 0 0,1 0 0,-1 0 0,1 1 0,0-1 0,-1 0 0,1 0 0,0 0 0,0-1 0,0 1 0,0 0 0,0 0 0,0 0 0,0-1 0,0 1 0,0 0 0,0-1 0,0 1 0,0-1 0,0 1 0,1-1 0,-1 0 0,0 0 0,0 1 0,1-1 0,-1 0 0,0 0 0,0 0 0,1 0 0,-1 0 0,0 0 0,0-1 0,1 1 0,-1 0 0,0-1 0,2 0 0,4-1 0,-1-1 0,-1 1 0,1-1 0,0 0 0,-1-1 0,10-6 0,-6 1 0,-1 1 0,0-2 0,0 1 0,-1-1 0,0 0 0,11-21 0,24-71 0,-38 93 0,25-68 0,-3-2 0,23-119 0,-41 132 0,-25 431 0,13-208 0,3-86 0,-12 154 0,9-197 0,0 0 0,-2 0 0,-2-1 0,0 0 0,-21 46 0,25-65 0,-1 0 0,0 0 0,0 0 0,-1-1 0,0 0 0,0 0 0,0 0 0,-1-1 0,0 0 0,0 0 0,-1-1 0,-15 9 0,12-9 0,-1 0 0,0-1 0,0-1 0,0 0 0,0 0 0,-1-1 0,1-1 0,-1 0 0,-13 0 0,2-2-227,1-1-1,0-1 1,0 0-1,0-2 1,-43-14-1,44 9-6598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8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0 662 24575,'4'-2'0,"0"0"0,0 0 0,0-1 0,-1 1 0,1-1 0,-1 0 0,0 0 0,1 0 0,2-6 0,-2 5 0,16-19 0,-2-2 0,0 0 0,27-53 0,33-93 0,-64 138 0,25-71 0,-22 55 0,23-45 0,-31 75 0,-7 15 0,-8 13 0,-28 53 0,2 2 0,4 1 0,-24 79 0,45-118 0,1-1 0,1 2 0,2-1 0,0 0 0,2 50 0,2-64 0,0 0 0,1 0 0,0 0 0,1 0 0,0 0 0,1 0 0,0 0 0,1-1 0,0 0 0,1 0 0,0-1 0,1 1 0,0-1 0,15 16 0,-16-21 0,1 0 0,0 0 0,0-1 0,1 0 0,-1 0 0,1-1 0,0 1 0,0-2 0,0 1 0,0-1 0,0 0 0,1-1 0,-1 0 0,1-1 0,-1 1 0,1-2 0,-1 1 0,0-1 0,1 0 0,-1-1 0,0 0 0,1 0 0,12-6 0,-17 6-114,0-1 1,0 1-1,0-1 0,-1 0 0,1 0 1,-1-1-1,0 1 0,0-1 0,0 1 1,0-1-1,2-4 0,4-8-6712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9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0,47 7 0,-11-1 0,55 0 0,151-7 0,-182-8-1365,-45 6-5461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9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24575,'31'-1'0,"5"1"0,39 4 0,-66-3 0,0 0 0,0 1 0,0 0 0,0 0 0,-1 1 0,1 0 0,-1 1 0,0 0 0,14 8 0,-20-10 0,-1-1 0,1 1 0,0 0 0,-1-1 0,1 1 0,-1 0 0,1 0 0,-1 0 0,0 0 0,0 0 0,0 0 0,0 1 0,0-1 0,0 0 0,0 0 0,-1 1 0,1 1 0,-1 1 0,0 0 0,0 0 0,0-1 0,-1 1 0,1 0 0,-1 0 0,0-1 0,-2 6 0,-2 2 0,-1 1 0,0-1 0,0-1 0,-1 1 0,-11 13 0,-2-2 0,-1-1 0,-1-1 0,-47 35 0,23-20 0,45-35 0,-23 22 0,24-22 0,-1-1 0,1 0 0,0 1 0,0-1 0,-1 0 0,1 1 0,0-1 0,0 1 0,0-1 0,0 0 0,-1 1 0,1-1 0,0 1 0,0-1 0,0 1 0,0-1 0,0 0 0,0 1 0,0-1 0,0 1 0,0-1 0,0 1 0,0-1 0,1 1 0,0 0 0,-1-1 0,1 1 0,0-1 0,-1 1 0,1-1 0,0 0 0,0 1 0,0-1 0,-1 0 0,1 0 0,0 0 0,0 1 0,0-1 0,0 0 0,-1 0 0,1 0 0,0 0 0,1-1 0,22-2 0,0 0 0,-1-2 0,0-1 0,0-1 0,27-12 0,6-1 0,75-21-1365,-116 37-5461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8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8 24575,'-3'98'0,"5"-46"0,7 319 0,-10-360 0,1 6 0,-1 0 0,2 0 0,0 0 0,1 0 0,1 0 0,7 21 0,-10-36 0,0-1 0,1 0 0,-1 1 0,1-1 0,-1 0 0,1 0 0,0 0 0,-1 0 0,1 0 0,0 0 0,0 0 0,0 0 0,0 0 0,0 0 0,0 0 0,0 0 0,0 0 0,0-1 0,0 1 0,2 0 0,-2-1 0,1 0 0,-1 0 0,0 0 0,0 0 0,0 0 0,0 0 0,1 0 0,-1-1 0,0 1 0,0 0 0,0-1 0,0 1 0,0-1 0,0 1 0,0-1 0,0 0 0,0 1 0,1-2 0,3-3 0,0 0 0,-1 0 0,0 0 0,0-1 0,0 1 0,0-1 0,2-7 0,21-55 0,-2-1 0,25-122 0,12-36 0,-60 221 0,0 1 0,0 0 0,1 0 0,0 0 0,0 0 0,1 1 0,4-6 0,-8 9 0,1 0 0,-1 1 0,1-1 0,0 0 0,-1 0 0,1 1 0,0-1 0,0 1 0,0-1 0,-1 0 0,1 1 0,0 0 0,0-1 0,0 1 0,0-1 0,0 1 0,0 0 0,0 0 0,0-1 0,0 1 0,0 0 0,0 0 0,0 0 0,0 0 0,0 0 0,0 1 0,0-1 0,-1 0 0,1 0 0,0 0 0,0 1 0,0-1 0,0 1 0,0-1 0,0 1 0,0-1 0,-1 1 0,1-1 0,0 1 0,0 0 0,-1-1 0,1 1 0,0 0 0,-1 0 0,1-1 0,-1 1 0,1 0 0,0 1 0,5 9 0,-1 0 0,-1 0 0,0 1 0,0-1 0,-1 1 0,2 13 0,7 77 0,-10-85 0,5 100 0,-6-70 0,2 1 0,2 0 0,22 87 0,-25-129 0,0 0 0,1 0 0,0 0 0,0-1 0,0 1 0,1-1 0,0 0 0,0 0 0,0 0 0,0-1 0,8 7 0,-10-10 0,0 1 0,0-1 0,-1 0 0,1 0 0,0 0 0,0 0 0,0 0 0,0 0 0,0-1 0,1 1 0,-1-1 0,0 1 0,0-1 0,0 0 0,0 0 0,1 0 0,-1 0 0,0 0 0,0 0 0,0-1 0,1 1 0,-1-1 0,0 1 0,0-1 0,0 0 0,0 0 0,0 0 0,0 0 0,0 0 0,-1-1 0,1 1 0,0 0 0,-1-1 0,1 1 0,-1-1 0,2-2 0,4-4 0,-1-1 0,0 0 0,-1-1 0,0 1 0,-1-1 0,0 0 0,0 0 0,-1 0 0,3-20 0,0-5 0,0-61 0,-2-328 0,-4 420-151,0 1-1,0-1 0,0 1 0,-1-1 1,0 1-1,0-1 0,0 1 1,-2-6-1,-2 1-6674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24575,'18'-3'0,"-1"0"0,1 1 0,0 1 0,0 1 0,-1 0 0,1 2 0,23 4 0,-38-6 0,1 0 0,-1 1 0,0 0 0,0 0 0,0 0 0,0 0 0,0 0 0,0 0 0,0 1 0,0 0 0,-1-1 0,1 1 0,0 0 0,-1 0 0,0 0 0,1 1 0,-1-1 0,0 1 0,0-1 0,0 1 0,-1 0 0,1-1 0,-1 1 0,1 0 0,-1 0 0,0 0 0,0 0 0,0 0 0,-1 1 0,1-1 0,-1 0 0,1 0 0,-1 0 0,0 1 0,0-1 0,-1 0 0,1 0 0,-1 0 0,0 1 0,-1 3 0,-1 2 0,0-1 0,-1 0 0,0 0 0,-1-1 0,0 1 0,0-1 0,0 0 0,-1 0 0,-11 10 0,6-7 0,-1-1 0,0 0 0,0 0 0,-27 13 0,60-11 0,-5-8-18,0 0-1,0-1 1,0-1 0,0 0-1,31-3 1,-8 1-1237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 24575,'0'0'0,"0"0"0,0 0 0,0 0 0,0 473 0,0-472 4,1-1 0,-1 1 0,0 0 0,0-1 0,0 1 0,0-1 0,0 1 0,-1 0 0,1-1 0,0 1 0,0-1 0,0 1 0,0 0 0,-1-1 0,1 1 0,0-1 0,0 1 0,-1-1 0,1 1 0,-1-1 0,1 1 0,0-1 0,-1 0 0,1 1 0,-1-1 0,1 1 0,-1-1 0,1 0 0,-1 1 0,-1-1-97,1 0 0,0 0 1,0 0-1,0 0 0,0 0 0,0-1 0,-1 1 0,1 0 1,0-1-1,0 1 0,0 0 0,0-1 0,0 1 1,0-1-1,-2-1 0,-5-4-6733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0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24575,'16'15'0,"-3"-7"0,0-1 0,0 0 0,28 11 0,-30-15 0,0 1 0,0 1 0,-1 0 0,0 0 0,0 1 0,-1 1 0,1-1 0,8 10 0,-15-13 0,0 0 0,-1 0 0,1 1 0,-1-1 0,0 1 0,0-1 0,0 1 0,-1 0 0,1-1 0,-1 1 0,0 0 0,0 0 0,0 0 0,-1 0 0,0 1 0,1-1 0,-1 0 0,0 0 0,-1 0 0,1 0 0,-1 0 0,0 0 0,0 0 0,0 0 0,-1 0 0,1 0 0,-4 5 0,-5 9 0,0-1 0,-2-1 0,0 0 0,-21 22 0,9-11 0,21-22 0,-1-1 0,1 1 0,0-1 0,0 1 0,1 0 0,0 0 0,-1 0 0,2 0 0,-3 10 0,6-14 0,0 0 0,0-1 0,1 0 0,-1 1 0,0-1 0,0 0 0,1 0 0,2 0 0,-4 0 0,14-1 0,-1 0 0,1-1 0,-1 0 0,1-1 0,-1-1 0,0-1 0,0 0 0,23-11 0,-30 10-80,4-1 272,-11 7-220,0 0 0,0 0 0,1 0 1,-1 1-1,0-1 0,0 0 0,0 0 0,1 0 0,-1 0 0,0 0 0,0 0 1,0 0-1,1 0 0,-1 1 0,0-1 0,0 0 0,0 0 0,0 0 1,0 0-1,1 1 0,-1-1 0,0 0 0,0 0 0,0 0 0,0 1 0,0-1 1,0 0-1,0 0 0,0 0 0,0 1 0,0-1 0,0 0 0,0 0 0,0 0 1,0 1-1,0-1 0,0 0 0,0 0 0,0 1 0,0-1 0,0 0 1,0 0-1,0 0 0,0 1 0,0-1 0,-1 0 0,1 0 0,0 0 0,0 0 1,0 1-1,0-1 0,-1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1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3 24575,'0'0'0,"0"0"0,0 0 0,0 0 0,-25-2 0,19 2 0,0-1 0,0 1 0,0 1 0,0-1 0,0 1 0,0 0 0,0 1 0,0 0 0,0-1 0,0 2 0,-8 3 0,6-1 0,-1 0 0,1 1 0,0 0 0,0 1 0,0 0 0,-9 10 0,5-1 0,-1 1 0,2 0 0,0 0 0,1 1 0,1 1 0,-9 24 0,9-12 0,1 1 0,1 0 0,2 0 0,1 1 0,2 0 0,1-1 0,1 1 0,2 0 0,1-1 0,11 48 0,-12-75 0,-1 0 0,1 0 0,0 0 0,0 0 0,0-1 0,1 1 0,0-1 0,0 1 0,0-1 0,0 0 0,0 0 0,1-1 0,0 1 0,4 3 0,-1-3 0,-1 0 0,0 0 0,1-1 0,0 0 0,0 0 0,0-1 0,0 0 0,0 0 0,9 1 0,-2-2 0,1 0 0,-1-1 0,1 0 0,-1-1 0,0 0 0,1-2 0,-1 0 0,0 0 0,25-10 0,-29 8 0,0-1 0,0 1 0,0-2 0,0 0 0,-1 0 0,-1 0 0,1-1 0,-1 0 0,0-1 0,-1 0 0,0 0 0,-1-1 0,1 1 0,-2-2 0,0 1 0,0 0 0,-1-1 0,0 0 0,0 0 0,-1 0 0,-1-1 0,0 1 0,-1 0 0,0-1 0,-1 0 0,0 1 0,0-1 0,-1 1 0,-1-1 0,0 1 0,-1 0 0,0 0 0,0 0 0,-2 0 0,1 0 0,-1 1 0,-10-15 0,-3 0 0,-1 0 0,-1 2 0,-1 1 0,-1 0 0,-1 1 0,-1 2 0,-1 0 0,-35-19 0,6 14-1365,48 22-5461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2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24575,'-3'43'0,"3"-1"0,1 1 0,2 0 0,10 48 0,-1-2 0,-6 8-1365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3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31 24575,'-6'-31'0,"43"47"0,-1-10 0,-10-1 0,26 8 0,-45-11 0,0 0 0,0 1 0,-1 0 0,1 0 0,-1 0 0,0 1 0,0 0 0,9 8 0,-12-9 0,-1-1 0,1 1 0,-1 0 0,0 0 0,0 0 0,0 1 0,0-1 0,0 0 0,-1 1 0,1-1 0,-1 1 0,0-1 0,0 1 0,0 0 0,-1-1 0,1 1 0,-1 6 0,-1-3 0,0-1 0,0 1 0,0-1 0,-1 0 0,0 0 0,0 1 0,-1-1 0,1-1 0,-7 10 0,-1 1 0,-2-1 0,0 0 0,-1 0 0,-1-1 0,-27 22 0,35-30 0,1-1 0,-1 1 0,1 0 0,0 0 0,1 1 0,-1-1 0,2 1 0,-5 9 0,8-16 0,0 0 0,0 1 0,-1-1 0,1 0 0,0 0 0,0 1 0,0-1 0,0 0 0,0 1 0,0-1 0,0 0 0,0 1 0,0-1 0,0 0 0,0 1 0,0-1 0,0 0 0,0 1 0,0-1 0,1 0 0,-1 1 0,0-1 0,0 0 0,0 1 0,0-1 0,1 0 0,-1 0 0,0 1 0,0-1 0,0 0 0,1 0 0,-1 1 0,0-1 0,1 0 0,-1 0 0,17 6 0,18-4 0,0-5 63,40-10 0,-1 1-1554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1 149 24575,'9'-1'0,"1"0"0,-1 0 0,1-1 0,15-6 0,1 0 0,110-20 0,52-14 0,20-15 0,-175 56-1365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24575,'0'0'0,"0"0"0,0 0 0,0 0 0,-1 9 0,-2 18 0,1 1 0,1-1 0,1 1 0,5 29 0,24 105 0,-15-94 0,-6-9 0,-2 1 0,-5 109 0,-2-83 0,1-85 0,0-1 0,0 1 0,0-1 0,0 1 0,-1-1 0,1 1 0,0-1 0,0 1 0,0-1 0,0 1 0,-1-1 0,1 1 0,0-1 0,-1 1 0,1-1 0,0 1 0,-1-1 0,1 1 0,0-1 0,-1 0 0,0 1 0,1-1 0,0 0 0,-1 0 0,1 0 0,0 0 0,0 0 0,-1 0 0,1 0 0,0 0 0,0 0 0,-1 0 0,1 0 0,0 0 0,0 0 0,0-1 0,-1 1 0,1 0 0,0 0 0,0 0 0,0 0 0,-1 0 0,1-1 0,0 1 0,0 0 0,0 0 0,0 0 0,-1 0 0,1-1 0,0 1 0,0 0 0,0 0 0,0-1 0,0 1 0,0 0 0,0 0 0,0 0 0,0-1 0,0 1 0,-1 0 0,1 0 0,0-1 0,0 1 0,1 0 0,-1 0 0,0-1 0,0 1 0,0 0 0,0 0 0,0-1 0,0 1 0,0 0 0,1-16-1365,0 0-5461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6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24575,'27'-5'0,"1"1"0,0 2 0,1 0 0,-1 2 0,0 2 0,0 0 0,0 2 0,0 1 0,30 9 0,-52-12 0,1 0 0,-1 0 0,1 0 0,-1 1 0,0 0 0,0 0 0,-1 1 0,1 0 0,-1 0 0,10 8 0,-13-9 0,0 0 0,0 0 0,0 0 0,0 0 0,-1 0 0,1 0 0,-1 0 0,0 0 0,0 1 0,0-1 0,0 0 0,0 1 0,-1-1 0,0 1 0,0-1 0,0 1 0,0-1 0,0 1 0,0-1 0,-1 0 0,0 1 0,0-1 0,-1 4 0,-3 6 0,-1 1 0,0-1 0,-1-1 0,0 1 0,-1-1 0,0-1 0,-1 1 0,-18 16 0,-11 8 0,-44 32 0,43-37 0,9-8 0,12-9 0,0 0 0,1 1 0,-19 22 0,36-37 0,-1 1 0,0 0 0,1-1 0,-1 1 0,1 0 0,0 0 0,-1-1 0,1 1 0,0 0 0,-1 0 0,1 0 0,0 0 0,0-1 0,0 1 0,0 0 0,0 0 0,0 0 0,0 0 0,0 0 0,0-1 0,0 1 0,0 0 0,0 0 0,1 0 0,-1 0 0,0-1 0,1 1 0,-1 0 0,1 0 0,-1-1 0,0 1 0,1 0 0,0-1 0,-1 1 0,1 0 0,-1-1 0,1 1 0,0-1 0,0 1 0,1 1 0,0-1 0,0 0 0,0 0 0,0 0 0,0 0 0,1 0 0,-1 0 0,0 0 0,0-1 0,1 1 0,-1-1 0,0 0 0,4 0 0,25-4 0,0-1 0,-1-2 0,38-14 0,-29 9 0,46-9 0,-78 19 120,-12 1-1605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7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24575,'5'22'0,"8"64"0,3 174 0,-13-168 0,-2 19 0,-1-110 0,0 0 0,0 0 0,0 0 0,0 1 0,0-1 0,1 0 0,-1 0 0,0 0 0,1 0 0,-1 0 0,1 0 0,-1 0 0,1 0 0,1 2 0,-2-3 0,1 0 0,-1 0 0,0 0 0,1 1 0,-1-1 0,0 0 0,1 0 0,-1 0 0,0 0 0,1 0 0,-1 0 0,1 0 0,-1 0 0,0 0 0,1 0 0,-1 0 0,1 0 0,-1 0 0,0 0 0,1 0 0,-1 0 0,1 0 0,-1 0 0,0-1 0,1 1 0,-1 0 0,1 0 0,1-2 0,1 0 0,-1 0 0,0 0 0,0 0 0,0-1 0,0 1 0,0-1 0,0 1 0,1-4 0,7-14 0,-1-2 0,0 1 0,10-44 0,7-73 0,-17 83 0,4-28 0,21-98 0,-33 178 0,-1 1 0,1-1 0,0 1 0,0 0 0,-1-1 0,2 1 0,-1 0 0,2-4 0,-2 6 0,-1 0 0,0 0 0,1 0 0,-1 0 0,0 0 0,0 0 0,1 0 0,-1 1 0,0-1 0,0 0 0,1 0 0,-1 0 0,0 0 0,0 1 0,1-1 0,-1 0 0,0 0 0,0 0 0,0 1 0,0-1 0,1 0 0,-1 0 0,0 1 0,0-1 0,0 0 0,0 0 0,0 1 0,0-1 0,0 0 0,0 0 0,0 1 0,0-1 0,1 0 0,-2 1 0,1-1 0,0 0 0,0 0 0,0 1 0,0-1 0,0 1 0,3 54 0,-2-43 0,1 40 0,16 199 0,-13-218 0,1 0 0,2-1 0,1 0 0,2 0 0,20 44 0,-30-73 0,0-1 0,1 0 0,-1 0 0,0 1 0,1-1 0,-1 0 0,1 0 0,-1-1 0,1 1 0,0 0 0,0 0 0,0-1 0,0 0 0,0 1 0,0-1 0,0 0 0,1 0 0,-1 0 0,0 0 0,1 0 0,2 0 0,-3-1 0,1 0 0,-1 0 0,0 0 0,1-1 0,-1 1 0,1-1 0,-1 0 0,0 0 0,0 0 0,1 0 0,-1 0 0,0 0 0,0 0 0,0-1 0,0 1 0,0-1 0,-1 0 0,1 1 0,0-1 0,-1 0 0,3-3 0,8-12 0,-1-1 0,0 1 0,-2-2 0,0 1 0,-1-2 0,0 1 0,-2-1 0,7-33 0,-3-16 0,4-87 0,-1 1 0,-10 144-1365,-1 3-5461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24575,'40'2'0,"0"2"0,66 16 0,-104-20 0,0 0 0,0 1 0,-1-1 0,1 1 0,0 0 0,0-1 0,-1 1 0,1 0 0,0 0 0,-1 0 0,1 0 0,-1 0 0,0 1 0,1-1 0,-1 0 0,0 1 0,1-1 0,-1 1 0,0-1 0,0 1 0,0-1 0,-1 1 0,1 0 0,0-1 0,-1 1 0,1 0 0,-1 0 0,1 0 0,-1 0 0,0-1 0,0 1 0,1 0 0,-1 0 0,-1 0 0,1 0 0,0 0 0,0-1 0,-2 4 0,0 2 0,0 1 0,0-1 0,-1 0 0,0 0 0,-1 0 0,0-1 0,0 1 0,-7 8 0,-1-2 0,-1-1 0,0 0 0,-1-1 0,-27 17 0,19-14 0,-25 22 0,50-37 0,0-1 0,0 1 0,-1 1 0,1-1 0,0 0 0,0 1 0,5-1 0,17-4 0,117-44 0,-115 40-1365,-15 5-5461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24575,'7'24'0,"-7"-20"0,4 25 39,-1 1 0,-3 47-1,-1-48-532,2 0 1,7 54-1,-6-76-6332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90 225 24575,'-39'126'0,"26"-88"0,0 1 0,-7 47 0,18-73 0,1 1 0,0 0 0,0-1 0,2 1 0,0 0 0,0 0 0,1-1 0,1 1 0,0-1 0,7 19 0,-7-27 0,-1 0 0,1 0 0,-1-1 0,1 1 0,0-1 0,1 1 0,-1-1 0,1 0 0,0 0 0,0 0 0,0-1 0,1 1 0,6 3 0,-3-3 0,-1-1 0,1 1 0,-1-1 0,1-1 0,0 0 0,0 0 0,0 0 0,14 0 0,-12-2 0,-1 1 0,1-2 0,0 1 0,0-2 0,-1 1 0,1-1 0,-1-1 0,1 1 0,-1-2 0,0 1 0,0-1 0,0-1 0,-1 0 0,1 0 0,14-12 0,-8 0 0,0 0 0,-1 0 0,0-1 0,-2-1 0,0-1 0,-2 1 0,0-2 0,-1 1 0,12-43 0,-12 31 0,-2 0 0,-2-1 0,-1 0 0,-1 0 0,-2 0 0,-3-39 0,2 63 0,-1 1 0,0-1 0,-1 1 0,0-1 0,0 1 0,0 0 0,-1 0 0,-1 0 0,1 0 0,-1 1 0,-1-1 0,1 1 0,-1 0 0,0 1 0,-1-1 0,0 1 0,0 0 0,0 0 0,-1 0 0,1 1 0,-1 0 0,-1 1 0,1 0 0,-14-6 0,4 2 20,0 1 0,0 1 0,-1 1 0,0 1 0,-20-3 0,33 6-85,-1 0 1,1 1-1,0 0 1,-1 0-1,1 0 1,0 1-1,-1 0 0,1 0 1,0 0-1,0 0 1,0 1-1,0 0 1,0 0-1,0 0 1,1 1-1,-1-1 0,1 1 1,-1 1-1,1-1 1,0 0-1,0 1 1,-3 4-1,-2 4-6761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9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24575,'0'24'0,"0"296"0,-3-302-80,3-18 84,0 0 0,0 0 1,0 0-1,0 0 0,0 0 0,0 0 1,-1 1-1,1-1 0,0 0 0,0 0 1,0 0-1,0 0 0,0 0 0,-1 0 1,1 0-1,0 0 0,0 0 0,0 0 1,0 0-1,0 0 0,-1 0 1,1 0-1,0 0 0,0 0 0,0 0 1,0 0-1,0 0 0,-1 0 0,1 0 1,0 0-1,0 0 0,0 0 0,0 0 1,0 0-1,-1 0 0,1 0 0,0-1 1,0 1-1,0 0 0,0 0 0,0 0 1,0 0-1,0 0 0,0 0 1,-1 0-1,1-1 0,-14-25-1489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0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43 24575,'-16'189'0,"9"-139"0,2 1 0,3 96 0,5-131 0,0 0 0,1 0 0,0 0 0,1-1 0,10 21 0,-7-17 0,-8-18 0,0-1 0,0 0 0,0 0 0,0 1 0,0-1 0,0 0 0,0 0 0,1 1 0,-1-1 0,0 0 0,0 1 0,0-1 0,0 0 0,0 0 0,0 0 0,0 1 0,1-1 0,-1 0 0,0 0 0,0 1 0,0-1 0,1 0 0,-1 0 0,0 0 0,0 0 0,1 1 0,-1-1 0,0 0 0,0 0 0,1 0 0,-1 0 0,0 0 0,0 0 0,1 0 0,-1 0 0,0 0 0,0 0 0,1 0 0,-1 0 0,0 0 0,1 0 0,-1 0 0,0 0 0,1 0 0,6-14 0,2-28 0,7-179 0,-15 155 0,4 0 0,19-100 0,-11 124 0,-13 42 0,0 0 0,0 0 0,0-1 0,0 1 0,0 0 0,0 0 0,0 0 0,0 0 0,0 0 0,0 0 0,0-1 0,0 1 0,1 0 0,-1 0 0,0 0 0,0 0 0,0 0 0,0 0 0,0 0 0,0 0 0,0-1 0,0 1 0,0 0 0,1 0 0,-1 0 0,0 0 0,0 0 0,0 0 0,0 0 0,0 0 0,0 0 0,0 0 0,1 0 0,-1 0 0,0 0 0,0 0 0,0 0 0,0 0 0,0 0 0,1 0 0,-1 0 0,0 0 0,0 0 0,0 0 0,0 0 0,0 0 0,6 7 0,3 13 0,-8-18 0,15 44 0,-3 2 0,-1 0 0,8 78 0,-6-34 0,22 87 0,-27-144 0,2-1 0,1-1 0,19 35 0,-30-64 0,1-1 0,0 0 0,0 0 0,0 0 0,0 0 0,0 0 0,1 0 0,-1-1 0,1 1 0,4 2 0,-6-4 0,0-1 0,0 1 0,0-1 0,1 0 0,-1 1 0,0-1 0,0 0 0,1 0 0,-1 1 0,0-1 0,1 0 0,-1-1 0,0 1 0,0 0 0,1 0 0,-1 0 0,0-1 0,0 1 0,0-1 0,1 1 0,-1-1 0,0 1 0,0-1 0,0 0 0,0 1 0,0-1 0,0 0 0,0 0 0,0 0 0,0 0 0,0 0 0,0-1 0,6-7 0,0 0 0,-1 0 0,0-1 0,-1 1 0,0-1 0,0-1 0,-1 1 0,0-1 0,-1 0 0,0 1 0,1-19 0,1-14 0,-2-71 0,-3 104 0,1-289-1365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24575,'30'15'0,"-19"-12"0,0-1 0,1 0 0,12 1 0,-14-3 0,-1 1 0,1 0 0,-1 1 0,1 0 0,12 5 0,-20-6 0,1 1 0,-1-1 0,1 1 0,-1-1 0,0 1 0,0 0 0,1 0 0,-1 0 0,0 0 0,-1 0 0,1 0 0,0 0 0,-1 1 0,1-1 0,-1 1 0,0-1 0,0 1 0,0 0 0,0-1 0,0 1 0,0 0 0,0 4 0,-1-3 0,1 0 0,-1 0 0,0 0 0,0 0 0,0 0 0,0-1 0,-1 1 0,0 0 0,0 0 0,0 0 0,0-1 0,0 1 0,-1-1 0,1 1 0,-5 5 0,-1 0 0,0-1 0,0 0 0,-1 0 0,-10 8 0,5-5 0,10-9 0,1-1 0,1 1 0,-1-1 0,0 1 0,0 0 0,1 0 0,-1 0 0,1 0 0,-2 3 0,2-4 0,1-1 0,0 1 0,0 0 0,0-1 0,0 1 0,0 0 0,1-1 0,-1 1 0,0 0 0,0-1 0,0 1 0,1 0 0,-1-1 0,0 1 0,1-1 0,-1 1 0,0 0 0,1-1 0,-1 1 0,1-1 0,-1 1 0,1-1 0,-1 1 0,1-1 0,-1 0 0,1 1 0,-1-1 0,1 0 0,-1 1 0,1-1 0,0 0 0,-1 0 0,1 1 0,0-1 0,-1 0 0,2 0 0,24 5-1365,-14-5-5461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24575,'0'0'0,"0"0"0,25 1 0,6 4 0,-1 2 0,0 2 0,-1 1 0,29 13 0,-51-20 0,-1 0 0,1 0 0,-1 1 0,0 0 0,0 0 0,0 0 0,-1 1 0,0 0 0,0 0 0,0 0 0,5 8 0,-7-10 0,-1 1 0,-1-1 0,1 1 0,0 0 0,-1-1 0,0 1 0,0 0 0,0 0 0,0 0 0,-1 0 0,0 0 0,1 0 0,-1 0 0,-1 0 0,1 0 0,-1 0 0,1 0 0,-1 0 0,0 0 0,-1 0 0,1 0 0,-3 4 0,-3 6 0,-2-1 0,1 0 0,-2 0 0,0 0 0,0-1 0,-1-1 0,0 0 0,-1 0 0,-1-2 0,-24 17 0,63-31 0,-8 2 0,33-9 0,11-15-1365,-52 23-5461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253 179 24575,'-27'6'0,"18"-3"0,0 0 0,0 1 0,0 0 0,1 1 0,-1 0 0,1 0 0,0 1 0,1 0 0,-1 0 0,-7 9 0,5-4 0,0 2 0,1-1 0,1 1 0,0 0 0,-11 25 0,5-1 0,1 1 0,2 0 0,2 1 0,-4 41 0,11-72 0,2 1 0,-1-1 0,1 1 0,0-1 0,1 1 0,0-1 0,0 1 0,1-1 0,0 0 0,1 0 0,0 0 0,0 0 0,0 0 0,1 0 0,1-1 0,-1 0 0,1 0 0,0 0 0,0 0 0,1-1 0,0 0 0,0 0 0,1 0 0,0-1 0,-1 0 0,2-1 0,-1 1 0,0-1 0,1-1 0,0 1 0,0-1 0,0-1 0,0 1 0,1-1 0,-1-1 0,0 0 0,1 0 0,-1 0 0,1-1 0,0-1 0,-1 1 0,1-1 0,-1-1 0,0 0 0,16-5 0,-10 2 0,0-2 0,0 0 0,0 0 0,-1-2 0,0 1 0,-1-2 0,0 0 0,0 0 0,-1-1 0,-1 0 0,13-17 0,-11 11 0,-1-1 0,-1 0 0,-1 0 0,0-1 0,-1 0 0,-1 0 0,-1-1 0,4-23 0,-6 20 0,-1-1 0,-1 1 0,-1-1 0,-1 1 0,-1-1 0,-2 1 0,-4-24 0,3 28 0,-1 1 0,0 0 0,-2 0 0,0 1 0,-1-1 0,-1 2 0,0-1 0,-22-28 0,23 37 0,-1 0 0,0 0 0,0 1 0,0 1 0,-1 0 0,0 0 0,0 1 0,0 0 0,-1 0 0,1 1 0,-1 1 0,0 0 0,-1 0 0,1 1 0,0 1 0,-1 0 0,1 0 0,-23 2 0,27 1-170,1-1-1,-1 1 0,0 0 1,0 1-1,1-1 0,0 1 1,-8 5-1,9-4-6655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24575,'11'1'0,"0"0"0,0 1 0,-1 0 0,1 1 0,-1 0 0,1 1 0,-1 0 0,0 1 0,-1 0 0,1 1 0,-1-1 0,0 2 0,12 10 0,-19-15 0,1 0 0,-1 1 0,0-1 0,0 1 0,0-1 0,-1 1 0,1 0 0,0 0 0,-1-1 0,0 1 0,0 0 0,0 0 0,0 1 0,0-1 0,0 0 0,-1 0 0,0 0 0,1 4 0,-2-3 0,0 0 0,1 0 0,-1 0 0,-1 0 0,1 0 0,0-1 0,-1 1 0,0 0 0,0-1 0,0 1 0,0-1 0,-5 5 0,-1 1 0,0-1 0,-1 0 0,0-1 0,0 1 0,-1-2 0,0 1 0,0-2 0,-21 10 0,23-12 0,3-2 0,0 1 0,0 0 0,0 0 0,1 0 0,-1 1 0,1-1 0,-1 1 0,1 0 0,-6 5 0,41-4 0,-17-4 0,-1 0 0,0-1 0,0 0 0,21-5 0,-18 3 0,0 0 0,22 0 0,-37 3 0,0 0 0,0 0 0,0 1 0,0-2 0,0 1 0,-1 0 0,1 0 0,0 0 0,0 0 0,0 0 0,0-1 0,0 1 0,-1 0 0,1-1 0,0 1 0,0 0 0,-1-1 0,1 1 0,0-1 0,-1 0 0,2 0 0,1-18 0,-3 15 0,1-24-1365,-2 18-5461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24575,'81'3'0,"28"-1"0,-25-7-4,77-1-1357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24575,'13'485'0,"-12"-391"0,-3 107 0,-4-153-1365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0 145 24575,'5'21'0,"18"84"0,17 198 0,-28 111 0,-10-396 0,-2-18 0,0 0 0,0 1 0,0-1 0,0 0 0,0 0 0,1 0 0,-1 0 0,0 0 0,0 0 0,0 0 0,0 0 0,0 0 0,0 0 0,1 0 0,-1 0 0,0 0 0,0 0 0,0 0 0,0 0 0,0 0 0,0 0 0,1 0 0,-1 0 0,0-1 0,0 1 0,0 0 0,0 0 0,0 0 0,0 0 0,0 0 0,1 0 0,-1 0 0,0 0 0,0 0 0,0-1 0,0 1 0,0 0 0,0 0 0,0 0 0,0 0 0,0 0 0,0 0 0,0 0 0,0-1 0,0 1 0,0 0 0,0 0 0,0 0 0,0 0 0,0 0 0,0 0 0,0-1 0,0 1 0,9-35 0,-1-46 0,103-778 0,-109 853 0,0 7 0,3 15 0,3 28 0,-3-7 0,43 299 0,-31-248 0,50 151 0,-65-234 0,-1 0 0,2 0 0,-1 0 0,0-1 0,1 1 0,0-1 0,0 0 0,0 1 0,1-1 0,-1-1 0,1 1 0,0-1 0,0 1 0,7 3 0,-10-6 0,0-1 0,0 0 0,0 0 0,0 0 0,0 1 0,0-1 0,0 0 0,0 0 0,0 0 0,0 0 0,0-1 0,0 1 0,0 0 0,0 0 0,0-1 0,-1 1 0,1 0 0,0-1 0,0 1 0,0-1 0,0 1 0,0-1 0,-1 1 0,1-1 0,0 0 0,0 1 0,0-2 0,16-25 0,-9 7 0,-1 0 0,0-1 0,-2 0 0,0-1 0,3-35 0,-2-114 0,-9 26 0,2-69 0,2 89-1365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24575,'27'-6'0,"43"-2"0,-61 8 0,1-1 0,-1 2 0,1 0 0,-1 0 0,1 0 0,-1 1 0,0 1 0,11 3 0,-19-4 0,1-1 0,0 0 0,0 0 0,-1 1 0,1-1 0,-1 1 0,1 0 0,-1-1 0,0 1 0,1 0 0,-1 0 0,0 0 0,0 0 0,0 0 0,-1 0 0,1 0 0,0 0 0,-1 0 0,0 1 0,1-1 0,-1 0 0,0 0 0,0 0 0,0 0 0,0 1 0,0-1 0,-2 4 0,1 6 0,-2 0 0,0 0 0,-6 18 0,1-10 0,0-1 0,-1 0 0,-1-1 0,-13 18 0,19-31 0,0-1 0,0 1 0,-1-1 0,1 0 0,-1-1 0,-8 5 0,8-4 0,-1-1 0,1 1 0,0 1 0,0-1 0,-5 6 0,10-10 0,0 0 0,0 0 0,-1 0 0,1 0 0,0 1 0,0-1 0,0 0 0,-1 0 0,1 1 0,0-1 0,0 0 0,0 0 0,0 1 0,-1-1 0,1 0 0,0 1 0,0-1 0,0 0 0,0 0 0,0 1 0,0-1 0,0 0 0,0 1 0,0-1 0,0 0 0,0 1 0,0-1 0,0 0 0,0 0 0,0 1 0,0-1 0,0 0 0,0 1 0,1-1 0,-1 0 0,0 0 0,0 1 0,0-1 0,0 0 0,1 1 0,14 1 0,19-8 0,-19 0-341,-1-1 0,1-1-1,20-13 1,-23 12-6485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24575,'30'4'0,"46"10"0,-65-11 0,1 1 0,-1 0 0,1 0 0,-1 2 0,-1-1 0,19 13 0,-27-16 0,0-1 0,0 1 0,0-1 0,0 1 0,0 0 0,-1 0 0,1 0 0,0 0 0,-1 0 0,0 1 0,0-1 0,1 0 0,-1 1 0,0-1 0,-1 0 0,1 1 0,0-1 0,-1 1 0,1-1 0,-1 5 0,0-3 0,-1 1 0,0-1 0,0 0 0,0 1 0,0-1 0,-1 0 0,0 0 0,1 0 0,-1 0 0,-1 0 0,-2 3 0,-6 8 0,-1-1 0,0-1 0,-1 0 0,-24 18 0,16-16 0,0-1 0,-1-1 0,-39 18 0,82-30 0,-1 2 0,8-6-195,0-1 0,0-2 0,-1 0 0,0-2 0,0-1 0,42-21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24575,'10'-1'0,"-1"0"0,1 1 0,-1 1 0,1-1 0,-1 1 0,1 1 0,15 4 0,-13-2 0,-1-1 0,0 2 0,0-1 0,0 2 0,-1-1 0,1 1 0,-1 1 0,-1 0 0,11 9 0,-17-13 0,0 0 0,0 0 0,0 1 0,0-1 0,-1 1 0,1-1 0,-1 1 0,0 0 0,0 0 0,-1 0 0,1 0 0,-1 0 0,0 1 0,0-1 0,0 0 0,0 0 0,-1 1 0,0-1 0,0 1 0,0-1 0,0 0 0,-1 1 0,0-1 0,0 0 0,0 0 0,0 1 0,-4 6 0,0-1 0,-1 1 0,0-1 0,0-1 0,-1 1 0,0-1 0,-13 12 0,14-15 0,0-1 0,0 0 0,0 0 0,-1 0 0,0-1 0,0 0 0,0 0 0,0-1 0,-1 0 0,-11 4 0,57-25 0,15-2 0,-7 1 0,1 2 0,50-10 0,-97 27 2,1 0-1,-1 0 1,0 0 0,0 0-1,1 0 1,-1-1-1,0 1 1,0 0 0,0 0-1,1 0 1,-1 0-1,0 0 1,0 0 0,0 0-1,1 0 1,-1-1-1,0 1 1,0 0 0,0 0-1,0 0 1,1-1-1,-1 1 1,0 0 0,0 0-1,0 0 1,0-1-1,0 1 1,0 0 0,0 0-1,0 0 1,0-1-1,1 1 1,-1 0 0,0 0-1,0-1 1,0 1-1,0 0 1,0 0 0,0 0-1,-1-1 1,1 1-1,0 0 1,0 0 0,0-1-1,-6-10-1016,5 10 593,-7-9-6404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11 24575,'0'0'0,"-3"-1"0,0 1 0,1-1 0,-1 1 0,0 0 0,0 0 0,-5 0 0,0 3 0,1 1 0,-1-1 0,1 1 0,0 1 0,1-1 0,-1 1 0,1 1 0,-1-1 0,1 1 0,1 0 0,-1 0 0,1 1 0,1-1 0,-1 1 0,1 0 0,0 0 0,-4 11 0,-2 7 0,1 0 0,1 1 0,1-1 0,-3 29 0,5-23 0,2 1 0,1-1 0,2 41 0,1-52 0,2-1 0,0 1 0,1-1 0,1 0 0,0 0 0,12 25 0,-13-38 0,0 0 0,0 0 0,0 0 0,0 0 0,1-1 0,0 1 0,1-1 0,-1 0 0,1-1 0,0 0 0,0 1 0,0-2 0,0 1 0,1-1 0,9 4 0,-5-3 0,0-1 0,1 0 0,-1 0 0,1-1 0,-1 0 0,1-1 0,0 0 0,19-2 0,-22 0 0,0-1 0,0 0 0,0 0 0,0-1 0,-1 0 0,1 0 0,-1-1 0,0 0 0,0 0 0,0-1 0,-1 0 0,1 0 0,-1-1 0,0 0 0,-1-1 0,0 1 0,0-1 0,8-12 0,-4 3 0,0-2 0,-2 1 0,0-1 0,-1 0 0,0-1 0,-2 1 0,6-35 0,9-92 0,-19 126 0,0 0 0,-2 0 0,0 1 0,-1-1 0,-8-33 0,7 43 0,0 1 0,0-1 0,-1 1 0,-1 0 0,1 1 0,-1-1 0,-1 1 0,1 0 0,-1 0 0,0 0 0,-14-10 0,16 13 0,-1 0 0,0 1 0,0 0 0,-1 0 0,1 0 0,-1 0 0,0 1 0,1 0 0,-1 0 0,0 1 0,0 0 0,0 0 0,0 0 0,0 0 0,0 1 0,0 0 0,-1 1 0,-10 1 0,11 1-114,0-1 1,-1 1-1,1 1 0,0-1 0,1 1 1,-1 0-1,1 0 0,-1 1 0,1 0 1,1 0-1,-7 8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0,16 3 0,29 10 0,-1 1 0,50 24 0,-91-36 0,1 0 0,-1-1 0,0 1 0,0 0 0,0 1 0,0-1 0,0 0 0,-1 1 0,1 0 0,-1-1 0,0 1 0,0 0 0,0 0 0,0 1 0,0-1 0,0 0 0,-1 1 0,2 4 0,-3-5 0,1 0 0,-1 1 0,0-1 0,0 1 0,0-1 0,0 0 0,-1 1 0,1-1 0,-1 0 0,0 1 0,0-1 0,0 0 0,-1 0 0,1 0 0,-1 0 0,0 0 0,1 0 0,-1 0 0,0 0 0,-3 2 0,-19 20 0,-1-1 0,-1-1 0,0-1 0,-43 26 0,73-49 0,0 0 0,0 0 0,1 0 0,-1 1 0,7-1 0,5-1 0,7-2-170,0-2-1,-1-1 0,1-1 1,-1-1-1,-1 0 0,1-2 1,24-17-1,-27 15-6655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24575,'3'1'0,"1"-1"0,0 1 0,0 0 0,0 0 0,-1 0 0,1 0 0,-1 1 0,1-1 0,-1 1 0,4 2 0,-3-2 0,15 10 0,0 1 0,-1 0 0,22 22 0,9 7 0,-43-38 0,-1 0 0,0 1 0,0-1 0,0 1 0,-1 0 0,0 0 0,0 1 0,0-1 0,-1 1 0,5 8 0,-7-10 0,0 1 0,0-1 0,0 0 0,0 0 0,-1 0 0,1 0 0,-1 1 0,0-1 0,-1 0 0,1 0 0,-1 1 0,0-1 0,0 0 0,0 0 0,0 0 0,-1 0 0,1 0 0,-3 3 0,-1 1 0,-1 0 0,0-1 0,0 0 0,0 0 0,-1-1 0,0 0 0,0 0 0,-14 8 0,8-5 0,0-1 0,-25 11 0,143-54-1365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24575,'23'2'0,"-14"-3"0,267 7-128,-193-6-1109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3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 24575,'3'1'0,"0"-1"0,0 0 0,0 0 0,0 0 0,0-1 0,0 1 0,0-1 0,4-1 0,2 1 0,230-48-24,-149 28-1317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4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15 24575,'0'0'0,"0"0"0,0 0 0,0 0 0,0 0 0,0 0 0,-23-12 0,34 11 0,0 0 0,0 1 0,0 0 0,0 0 0,16 4 0,-1-1 0,-4-1 0,20 1 0,0 1 0,0 2 0,70 21 0,-103-24 0,-2 0 0,1 1 0,0 0 0,-1 0 0,1 1 0,-1 0 0,0 0 0,-1 0 0,1 1 0,7 10 0,-11-13 0,0 1 0,-1 0 0,1 0 0,-1 0 0,0 1 0,0-1 0,0 0 0,-1 1 0,1-1 0,-1 1 0,0 0 0,0-1 0,-1 1 0,1 0 0,-1 0 0,0-1 0,-1 1 0,1 0 0,-1 0 0,-2 7 0,-2 4 0,-2-1 0,1 1 0,-2-1 0,0 0 0,-1-1 0,-1 0 0,-11 13 0,-84 86 0,81-89 0,-254 227 0,276-250 0,1 0 0,0 0 0,0 0 0,-1 0 0,1 0 0,0 1 0,0-1 0,0 0 0,0 0 0,0 1 0,1-1 0,-1 1 0,0-1 0,1 1 0,-1-1 0,1 1 0,-1-1 0,1 1 0,0-1 0,0 1 0,-1 0 0,1-1 0,0 1 0,1 0 0,-1-1 0,0 1 0,0-1 0,1 1 0,-1-1 0,1 1 0,-1 0 0,1-1 0,0 0 0,-1 1 0,1-1 0,0 1 0,0-1 0,0 0 0,0 0 0,0 1 0,0-1 0,1 0 0,-1 0 0,0 0 0,1 0 0,-1-1 0,0 1 0,1 0 0,-1 0 0,1-1 0,-1 1 0,1-1 0,-1 1 0,1-1 0,0 0 0,-1 0 0,3 0 0,12 1 0,1 0 0,-1-2 0,1 0 0,-1-1 0,17-4 0,82-25 0,-43 11 0,-70 19-16,27-7-254,0 1 0,0 1 0,1 2 1,41-1-1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5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0 126 24575,'27'548'0,"-24"-519"0,1-1 0,1 1 0,2-1 0,15 41 0,-21-68 0,-1 1 0,1-1 0,-1 0 0,1 1 0,0-1 0,-1 0 0,1 0 0,0 1 0,0-1 0,0 0 0,0 0 0,0 0 0,0 0 0,0 0 0,0 0 0,0-1 0,1 1 0,-1 0 0,0 0 0,0-1 0,1 1 0,1 0 0,-2-1 0,1 0 0,-1-1 0,1 1 0,-1 0 0,1 0 0,-1-1 0,1 1 0,-1-1 0,1 1 0,-1-1 0,1 0 0,-1 1 0,0-1 0,1 0 0,-1 0 0,2-2 0,3-2 0,-1 0 0,-1-1 0,1 1 0,-1-1 0,0 0 0,0 0 0,4-12 0,19-59 0,-4-1 0,16-99 0,-18 73 0,-2 16 0,-19 88 0,0 0 0,0 0 0,0 0 0,0 0 0,0 0 0,0 0 0,1 0 0,-1 0 0,0 0 0,0-1 0,0 1 0,0 0 0,0 0 0,0 0 0,0 0 0,0 0 0,0 0 0,0 0 0,0 0 0,0 0 0,1 0 0,-1 0 0,0 0 0,0 0 0,0 0 0,0 0 0,0 0 0,0 0 0,0 0 0,0 0 0,0 0 0,0 0 0,1 0 0,-1 0 0,0 0 0,0 0 0,0 0 0,0 0 0,0 0 0,0 0 0,0 0 0,0 1 0,0-1 0,0 0 0,0 0 0,0 0 0,0 0 0,1 0 0,-1 0 0,0 0 0,0 0 0,0 0 0,0 0 0,0 0 0,0 0 0,0 1 0,0-1 0,0 0 0,0 0 0,0 0 0,0 0 0,0 0 0,0 0 0,0 0 0,0 0 0,0 0 0,5 12 0,3 12 0,35 153 0,19 71 0,-57-231 0,2 1 0,0-1 0,0 0 0,2-1 0,0 0 0,14 18 0,-16-24 0,1-1 0,1 0 0,-1-1 0,2 0 0,-1 0 0,1-1 0,0 0 0,0-1 0,1 0 0,14 6 0,-22-11 0,-1-1 0,0 1 0,1 0 0,-1-1 0,1 1 0,-1-1 0,1 0 0,-1 0 0,1 0 0,-1 0 0,1 0 0,-1 0 0,1-1 0,-1 1 0,1-1 0,3-1 0,-2 0 0,0 0 0,0-1 0,-1 1 0,1-1 0,0 0 0,-1 0 0,0 0 0,5-6 0,-1 1 0,-1-1 0,0 0 0,-1-1 0,0 1 0,0-1 0,5-18 0,-2-2 0,-2 0 0,-1-1 0,1-34 0,-5-95 0,-1 67 0,10-245 0,-11 311 0,-1 0 0,-7-34 0,7 61-80,-3 7 280,-4 8-1685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24575,'6'-2'0,"0"0"0,1 1 0,-1-1 0,0 2 0,1-1 0,-1 1 0,9 0 0,10-1 0,-17 1 0,23-3 0,33 1 0,-55 2 0,-1 0 0,1 1 0,-1 1 0,1-1 0,-1 1 0,0 1 0,0-1 0,14 8 0,-20-9 0,-1-1 0,1 1 0,-1 0 0,1 0 0,-1 1 0,0-1 0,1 0 0,-1 0 0,0 1 0,0-1 0,0 1 0,0-1 0,0 1 0,0-1 0,0 1 0,-1-1 0,1 1 0,-1 0 0,2 2 0,-2-1 0,0 0 0,0 0 0,0 0 0,-1 0 0,1 0 0,0 0 0,-1 0 0,0 0 0,0-1 0,-2 6 0,-3 2 0,1 0 0,-2 0 0,1-1 0,-15 16 0,6-10 0,-1-1 0,0-1 0,-22 14 0,-23 19 0,59-45 0,1 0 0,0 0 0,0-1 0,0 1 0,0 0 0,0 0 0,0 0 0,1 1 0,-1-1 0,0 0 0,0 0 0,1 0 0,-1 1 0,1-1 0,-1 0 0,1 0 0,0 1 0,-1-1 0,1 0 0,0 1 0,0-1 0,0 1 0,0-1 0,0 0 0,0 1 0,0-1 0,0 0 0,1 1 0,-1-1 0,1 0 0,-1 1 0,1-1 0,-1 0 0,1 0 0,1 3 0,0-2 0,0 0 0,-1 0 0,1-1 0,1 1 0,-1 0 0,0-1 0,0 1 0,0-1 0,1 0 0,-1 0 0,1 0 0,-1 0 0,1 0 0,-1 0 0,1-1 0,0 1 0,4-1 0,2 1-114,0-2 1,0 1-1,0-1 0,0-1 0,0 1 1,-1-1-1,1-1 0,0 0 0,-1 0 1,1-1-1,8-5 0,-1-1-6712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0,2 0 0,18 0 0,3 0 0,1 0 0,28 5 0,-46-4 0,-1 0 0,1 1 0,0-1 0,-1 1 0,1 0 0,-1 0 0,0 1 0,1 0 0,-1-1 0,0 2 0,-1-1 0,1 1 0,-1-1 0,6 7 0,-8-7 0,-1-1 0,1 1 0,-1-1 0,0 1 0,0 0 0,0-1 0,-1 1 0,1 0 0,0 0 0,-1 0 0,0-1 0,0 1 0,0 0 0,0 0 0,0 0 0,-1 0 0,1 0 0,-1-1 0,1 1 0,-1 0 0,0-1 0,0 1 0,-1 0 0,1-1 0,0 1 0,-3 2 0,-3 6 0,0-1 0,0 0 0,-1 0 0,-15 14 0,-33 24 0,56-48 0,-1 0 0,1 1 0,0-1 0,-1 0 0,1 0 0,0 0 0,0 1 0,-1-1 0,1 0 0,0 1 0,0-1 0,0 0 0,-1 1 0,1-1 0,0 0 0,0 1 0,0-1 0,0 0 0,0 1 0,0-1 0,0 0 0,-1 1 0,1-1 0,0 0 0,0 1 0,0-1 0,1 0 0,-1 1 0,0-1 0,0 1 0,0-1 0,0 0 0,0 1 0,1-1 0,11 10 0,18 1 0,-23-10 14,-1 0-1,0 0 0,1-1 0,-1 0 1,1 0-1,-1-1 0,1 1 1,10-4-1,0 0-756,30-13 1,-31 10-6084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7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168 253 24575,'8'-9'0,"-8"9"0,0 0 0,0 0 0,1 0 0,-1-1 0,0 1 0,0 0 0,0 0 0,0 0 0,0 0 0,0-1 0,1 1 0,-1 0 0,0 0 0,0 0 0,0 0 0,0-1 0,0 1 0,0 0 0,0 0 0,0 0 0,0-1 0,0 1 0,0 0 0,0 0 0,0 0 0,0-1 0,0 1 0,0 0 0,0 0 0,0 0 0,0-1 0,0 1 0,0 0 0,0 0 0,-1 0 0,1-1 0,0 1 0,0 0 0,0 0 0,0 0 0,0 0 0,-1 0 0,1-1 0,0 1 0,0 0 0,0 0 0,0 0 0,-1 0 0,1 0 0,0 0 0,0 0 0,0 0 0,0 0 0,-1 0 0,1-1 0,0 1 0,0 0 0,0 0 0,-1 0 0,1 0 0,0 0 0,0 0 0,-1 1 0,-3-1 0,0 1 0,0-1 0,0 1 0,0 1 0,1-1 0,-1 0 0,0 1 0,0 0 0,1 0 0,-1 0 0,1 0 0,0 0 0,0 1 0,0 0 0,0-1 0,0 1 0,0 0 0,-2 4 0,-5 7 0,0 0 0,-14 30 0,13-22 0,2 1 0,0 0 0,2 1 0,0 0 0,-3 27 0,7-33 0,1 0 0,1 0 0,1 0 0,0 0 0,1 0 0,1 0 0,7 31 0,-6-40 0,1 0 0,-1-1 0,2 1 0,-1-1 0,1 1 0,0-1 0,1-1 0,0 1 0,0-1 0,0 0 0,1 0 0,0-1 0,1 0 0,-1 0 0,1-1 0,0 0 0,1 0 0,-1-1 0,1 0 0,0 0 0,0-1 0,0-1 0,0 1 0,1-1 0,-1-1 0,11 1 0,-8-1 0,0 0 0,-1-1 0,1 0 0,0-1 0,0-1 0,-1 0 0,1 0 0,-1-1 0,1-1 0,-1 0 0,0 0 0,-1-1 0,1 0 0,-1-1 0,0 0 0,0-1 0,-1 0 0,0-1 0,0 0 0,14-16 0,-7 1 0,-1-1 0,-1 0 0,-1-1 0,-1 0 0,-2-1 0,0 0 0,10-47 0,-12 33 0,-2 0 0,-2 0 0,-1 0 0,-4-71 0,0 99 0,-1 0 0,0 1 0,0-1 0,-1 1 0,-1-1 0,0 1 0,0 0 0,-1 1 0,-1-1 0,0 1 0,0 0 0,-12-15 0,12 18 0,0 1 0,-1 0 0,1 0 0,-1 1 0,0 0 0,-1 0 0,1 0 0,-1 1 0,0 0 0,0 1 0,0 0 0,-1 0 0,1 1 0,-1 0 0,1 0 0,-1 1 0,-13-1 0,4 2 0,-1 0 0,1 1 0,0 1 0,0 1 0,-35 10 0,45-11 0,0 1 0,0 1 0,1 0 0,-1 0 0,1 0 0,0 1 0,0 0 0,0 0 0,1 1 0,0 0 0,0 0 0,0 0 0,1 1 0,-9 14 0,-3 16-1365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8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24575,'24'5'0,"32"2"0,-37-5 0,0 1 0,0 0 0,27 9 0,-43-11 0,1 0 0,-1 0 0,0 1 0,0-1 0,0 1 0,0 0 0,-1 0 0,1 0 0,0 0 0,-1 0 0,0 1 0,1-1 0,-1 1 0,0 0 0,0-1 0,0 1 0,1 4 0,-2-5 0,0 1 0,-1-1 0,1 1 0,-1-1 0,0 1 0,0 0 0,0-1 0,0 1 0,0 0 0,0-1 0,-1 1 0,1-1 0,-1 1 0,0 0 0,0-1 0,0 1 0,0-1 0,0 0 0,0 1 0,-1-1 0,1 0 0,-1 0 0,-1 2 0,-6 7 0,-1-1 0,1-1 0,-1 0 0,-1 0 0,0-1 0,-14 8 0,-77 36 0,91-47 0,66 0 0,101 0 0,-124 1-1365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0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220 143 24575,'2'17'0,"1"0"0,-2 1 0,0-1 0,-2 0 0,0 1 0,-4 23 0,-1 27 0,3-17 0,2 1 0,3-1 0,11 77 0,-13-126 0,0-1 0,1 1 0,-1-1 0,0 1 0,1-1 0,-1 0 0,0 1 0,1-1 0,0 1 0,-1-1 0,1 0 0,0 1 0,0-1 0,0 0 0,0 0 0,0 0 0,0 0 0,0 0 0,0 0 0,0 0 0,0 0 0,1 0 0,-1 0 0,0-1 0,1 1 0,-1 0 0,0-1 0,1 1 0,-1-1 0,1 0 0,-1 1 0,1-1 0,-1 0 0,1 0 0,-1 0 0,1 0 0,-1 0 0,1 0 0,-1-1 0,1 1 0,-1 0 0,1-1 0,-1 1 0,0-1 0,1 1 0,-1-1 0,2-1 0,3-1 0,0 0 0,0-1 0,-1 0 0,1 0 0,-1 0 0,0-1 0,0 0 0,0 0 0,6-9 0,3-10 0,-1 1 0,-1-2 0,-1 0 0,-1 0 0,9-36 0,21-139 0,-16 68 0,-7 36 0,-19 93 0,-4 7 0,-5 9 0,5 0 0,2 0 0,0 0 0,0 0 0,1 0 0,1 0 0,0 1 0,0 20 0,0-14 0,-2 457 0,8-229 0,-3-230 0,-2-1 0,0 1 0,-1 0 0,-1 0 0,0-1 0,-11 31 0,12-42 0,-1 0 0,0 0 0,0-1 0,-1 1 0,1-1 0,-1 0 0,-1 0 0,1 0 0,-1 0 0,1-1 0,-1 0 0,0 0 0,-1 0 0,1-1 0,-1 1 0,0-1 0,0-1 0,0 1 0,0-1 0,0 0 0,-13 2 0,4-2 14,-1 0-1,0-2 0,0 1 0,0-2 1,0-1-1,1 0 0,-1 0 1,-20-7-1,15 2-261,0 0 1,1-1-1,0-1 1,0 0-1,-27-20 1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1 720 24575,'0'0'0,"0"0"0,0 0 0,23-22 0,-8 1 0,0-1 0,-1-1 0,-1 0 0,18-46 0,-15 32 0,44-102 0,49-169 0,-106 297 0,1 1 0,0 0 0,8-15 0,-15 62 0,-14 38 0,-39 106 0,33-118 0,4 1 0,-18 101 0,36-150 0,1-1 0,0 0 0,1 0 0,0 0 0,1 0 0,1 0 0,0 0 0,1 0 0,7 17 0,-9-27 0,-1-1 0,1 0 0,0 0 0,1 0 0,-1 0 0,0 0 0,1 0 0,0-1 0,0 1 0,-1-1 0,1 0 0,1 0 0,-1 0 0,0 0 0,0 0 0,1-1 0,-1 1 0,1-1 0,-1 0 0,1 0 0,0 0 0,4 0 0,-1 0 0,1 0 0,0-1 0,-1 0 0,1 0 0,0 0 0,-1-1 0,1 0 0,-1-1 0,13-4 0,-12 3-80,-1-1 0,1 0-1,-1 0 1,0-1 0,-1 0-1,1 0 1,-1-1 0,0 0-1,0 0 1,-1 0 0,0-1 0,0 0-1,0 0 1,-1 0 0,0 0-1,3-9 1,-1 3-6746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24575,'28'2'0,"0"-1"0,0-1 0,39-5 0,85-20 0,-81 12 0,-44 9-1365,-7 0-5461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24575,'0'0'0,"0"0"0,0 0 0,0 0 0,0 0 0,0 0 0,9-1 0,490-29 0,-464 26-1365,-28 3-5461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0 24575,'-5'19'0,"-4"20"0,2 0 0,-2 49 0,3 82 0,6-96 0,-17 125 0,-22 63 0,33-216-1365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4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208 364 24575,'0'0'0,"0"0"0,0 0 0,0 0 0,0 0 0,0 0 0,0 0 0,0 0 0,-5 24 0,-5 37 0,1 1 0,1 100 0,8-159 0,0-1 0,0 1 0,0 0 0,1-1 0,-1 1 0,1 0 0,0-1 0,0 1 0,0-1 0,0 1 0,0-1 0,0 1 0,1-1 0,-1 0 0,1 0 0,0 1 0,0-1 0,-1-1 0,1 1 0,0 0 0,1 0 0,-1-1 0,0 1 0,0-1 0,1 1 0,-1-1 0,3 1 0,-1-1 0,0 0 0,0 0 0,0-1 0,0 1 0,0-1 0,1 0 0,-1 0 0,0-1 0,0 1 0,0-1 0,0 1 0,0-1 0,0-1 0,0 1 0,-1-1 0,1 1 0,6-4 0,8-8 0,0 0 0,-1 0 0,-1-2 0,0 0 0,0-1 0,22-32 0,-10 9 0,-2-2 0,22-45 0,-14 21 0,-4-2 0,-2-1 0,19-71 0,-45 133 0,0 1 0,-1 0 0,0 0 0,0-1 0,-1 1 0,1-1 0,-1 1 0,0 0 0,-1-1 0,1 1 0,-1-1 0,-2-8 0,2 14 0,1-1 0,-1 1 0,1-1 0,-1 1 0,1-1 0,-1 1 0,0-1 0,1 1 0,-1 0 0,0-1 0,1 1 0,-1 0 0,0 0 0,1-1 0,-1 1 0,0 0 0,1 0 0,-1 0 0,0 0 0,0 0 0,1 0 0,-1 0 0,0 0 0,1 0 0,-1 0 0,0 0 0,1 0 0,-1 1 0,0-1 0,0 0 0,1 1 0,-1-1 0,1 0 0,-1 1 0,0 0 0,-24 15 0,18-9 0,0 0 0,0 0 0,1 1 0,0 0 0,0 1 0,1-1 0,0 1 0,1 0 0,0 1 0,0-1 0,1 0 0,0 1 0,-2 14 0,-1 13 0,2-1 0,0 48 0,3-20 0,0 598 0,1-655 0,0 532 0,0-535 0,-1 0 0,1 0 0,-1 0 0,0 0 0,0 0 0,0 0 0,0 0 0,-1-1 0,0 1 0,0 0 0,0-1 0,0 1 0,0-1 0,-1 0 0,1 1 0,-1-1 0,0 0 0,0-1 0,0 1 0,-5 3 0,3-4 0,0 1 0,0-1 0,-1 0 0,1-1 0,0 1 0,-1-1 0,1 0 0,-1 0 0,1-1 0,-1 0 0,0 0 0,1 0 0,-1 0 0,-9-3 0,-15-3 0,1-2 0,0-1 0,1-2 0,0 0 0,0-2 0,2-1 0,-1-1 0,2-1 0,-33-27 0,49 34-91,0 1 0,1-1 0,0 0 0,0-1 0,1 0 0,0 0 0,1-1 0,0 0 0,1 0 0,0 0 0,1 0 0,0-1 0,1 0 0,-3-17 0,3 6-6735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0 573 24575,'18'-16'0,"-3"-2"0,-1 0 0,-1 0 0,17-32 0,28-68 0,-33 66 0,103-231 0,-152 339 0,2 1 0,3 1 0,2 0 0,3 1 0,-11 93 0,25-147 0,-1 0 0,1 0 0,1-1 0,-1 1 0,0 0 0,1 0 0,0-1 0,0 1 0,1-1 0,-1 1 0,1-1 0,0 1 0,0-1 0,0 0 0,1 0 0,-1 0 0,7 6 0,-5-5 0,1-1 0,-1 0 0,1 0 0,0-1 0,0 0 0,0 0 0,1 0 0,-1 0 0,1-1 0,0 0 0,-1 0 0,12 2 0,-11-3 0,0 0 0,0-1 0,0 1 0,1-1 0,-1-1 0,0 1 0,0-1 0,1 0 0,-1-1 0,0 1 0,0-1 0,7-3 0,-9 3 0,0-1 0,0 1 0,0 0 0,-1-1 0,1 0 0,-1 0 0,1 0 0,-1 0 0,0-1 0,0 1 0,-1-1 0,1 0 0,-1 0 0,0 0 0,0 0 0,0 0 0,2-9 0,0 2-341,-2-1 0,0 0-1,1-13 1,-3 15-6485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24575,'6'-2'0,"0"0"0,0 1 0,0 0 0,1 0 0,-1 1 0,0-1 0,11 2 0,5-1 0,98-2 0,22-3 0,-103 0-1365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24575,'23'0'0,"102"5"0,-111-4 0,-1 1 0,1 1 0,-1 1 0,0 0 0,0 0 0,0 1 0,13 8 0,-24-12 0,1 0 0,-1 1 0,0-1 0,1 1 0,-1 0 0,0 0 0,0 0 0,0 0 0,0 0 0,-1 0 0,1 1 0,0-1 0,-1 0 0,0 1 0,0 0 0,1-1 0,-2 1 0,3 4 0,-3-2 0,0-1 0,1 0 0,-2 1 0,1-1 0,0 0 0,-1 1 0,0-1 0,0 0 0,0 0 0,0 1 0,-3 3 0,-2 6 0,-2-1 0,1 0 0,-2 0 0,0-1 0,0 0 0,-12 11 0,-10 6 0,-44 32 0,0 0 0,74-61 0,1 1 0,-1-1 0,1 0 0,-1 0 0,1 1 0,-1-1 0,1 0 0,0 1 0,-1-1 0,1 0 0,-1 1 0,1-1 0,0 1 0,-1-1 0,1 0 0,0 1 0,0-1 0,-1 1 0,1-1 0,0 1 0,0-1 0,0 1 0,0-1 0,-1 1 0,1 0 0,0-1 0,0 1 0,0-1 0,0 1 0,0-1 0,0 1 0,0-1 0,1 1 0,-1 0 0,1 0 0,0-1 0,0 1 0,1-1 0,-1 1 0,0-1 0,0 0 0,0 0 0,1 1 0,-1-1 0,0 0 0,0 0 0,1 0 0,1 0 0,48-8 0,99-29 95,31-7-1555,-169 42-5366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24575,'12'2'0,"-1"-1"0,1-1 0,-1 0 0,21-2 0,-14 0 0,282 5 0,-222 0 0,172-5 0,-86-1 0,322 23 0,-190-4 0,307-3 0,0-9 0,-154-4 0,25 4 0,164 4 0,-434-3 0,420 22 0,-262-14 0,-22-2 0,90-8 0,-87-5 0,-166-2 0,-176 4 0,-1 0 0,0 0 0,0 0 0,1-1 0,-1 1 0,0 0 0,0 0 0,1 0 0,-1-1 0,0 1 0,0 0 0,1 0 0,-1-1 0,0 1 0,0 0 0,0 0 0,0-1 0,1 1 0,-1 0 0,0-1 0,0 1 0,0 0 0,0-1 0,0 1 0,0 0 0,0 0 0,0-1 0,0 1 0,0 0 0,0-1 0,0 1 0,0 0 0,0-1 0,0 1 0,0 0 0,-1-1 0,1 1 0,0 0 0,0 0 0,0-1 0,0 1 0,-1 0 0,1 0 0,0-1 0,0 1 0,0 0 0,-1 0 0,1-1 0,0 1 0,-1-1 0,0 0 0,1-1 0,-1 1 0,0 0 0,0 0 0,0 0 0,0-1 0,0 1 0,0 0 0,0 1 0,-3-3 0,-16 0-1365,12 2-5461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4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24575,'-29'3'0,"-134"36"0,162-39 0,1 0 0,0 0 0,-1 0 0,1 0 0,0 0 0,0 0 0,-1 0 0,1 0 0,0 0 0,0 0 0,-1 0 0,1 0 0,0 0 0,0 1 0,-1-1 0,1 0 0,0 0 0,0 0 0,-1 0 0,1 0 0,0 1 0,0-1 0,0 0 0,-1 0 0,1 0 0,0 1 0,0-1 0,0 0 0,0 0 0,-1 1 0,1-1 0,0 0 0,0 0 0,0 1 0,0-1 0,0 1 0,7 7 0,16 4 0,-2-7 0,0-2 0,0 0 0,26-1 0,24 4 0,102 16 0,197 1 0,185-17 0,-32 19 0,-213-16 0,525 25 0,-604-19 0,187 13 0,52-10 0,-168-11 0,5-1 0,181 11 0,-393-15 0,-57-3 0,-52-16 0,-5-5-1365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6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33 150 24575,'0'0'0,"0"0"0,0 0 0,0 0 0,0 0 0,0 0 0,-33 6 0,38-7 0,0 1 0,0 0 0,0 0 0,0 0 0,0 0 0,0 1 0,0 0 0,-1 0 0,1 0 0,0 0 0,-1 1 0,1 0 0,6 4 0,-6-4 0,42 16 0,1-2 0,1-2 0,0-2 0,1-2 0,66 4 0,255-7 0,-314-8 0,87-7 0,155-28 0,199 3 0,-196 21 0,436-28 0,-447 18 0,14 1 0,-1 12 0,279-15 0,-247 15 0,68-6 0,-29 1 0,-329 14 0,97-9 0,9 0 0,-115 14-1365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0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829 1177 24575,'4'1'0,"0"0"0,-1-1 0,1 0 0,0 0 0,0 0 0,-1 0 0,6-1 0,4 0 0,2 2 0,0-2 0,0 1 0,-1-2 0,1 0 0,15-4 0,-26 4 0,1 0 0,-1 0 0,1 0 0,-1 0 0,0 0 0,0-1 0,0 0 0,0 0 0,0 0 0,0 0 0,-1-1 0,0 0 0,0 1 0,0-1 0,0 0 0,0 0 0,-1-1 0,0 1 0,3-8 0,2-7 0,-1 0 0,-2 0 0,1 0 0,-2-1 0,-1 1 0,0-1 0,-2-29 0,-3 19 0,0 0 0,-2 0 0,-2 0 0,-11-35 0,-14-16 0,-3 1 0,-63-104 0,76 145 0,-1-4 0,-6-10 0,-40-56 0,60 96 0,-2 0 0,0 0 0,0 1 0,-1 0 0,0 1 0,-1 0 0,0 1 0,-30-16 0,37 23 0,0 1 0,0-1 0,0 1 0,-1 0 0,1 1 0,-1 0 0,1 0 0,-1 0 0,1 1 0,-1 0 0,1 0 0,-10 2 0,6 0 0,0 1 0,0 0 0,0 0 0,0 1 0,1 0 0,0 1 0,-11 6 0,-5 7 0,1 2 0,1 0 0,1 1 0,-26 31 0,10-8 0,-57 88 0,76-100 0,1-1 0,3 2 0,0 0 0,-10 37 0,9-16 0,2 0 0,-8 66 0,20-104 0,0 0 0,1 0 0,1 1 0,1-1 0,0 0 0,1 0 0,1 0 0,1 0 0,0 0 0,0 0 0,2-1 0,8 17 0,-7-21 0,0-1 0,0 0 0,1-1 0,1 0 0,-1 0 0,1-1 0,1 0 0,0 0 0,0-1 0,0 0 0,1-1 0,0-1 0,0 1 0,1-2 0,-1 1 0,1-2 0,21 5 0,1-2 0,0-2 0,0-1 0,0-2 0,1-2 0,38-4 0,41-13-1365,-99 15-5461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442 973 24575,'140'-54'0,"-96"40"0,73-36 0,-103 43 0,-2 0 0,1-1 0,-1-1 0,0 0 0,-1-1 0,0 0 0,0 0 0,-1-1 0,13-20 0,-11 12 0,-2 1 0,0-2 0,-1 1 0,-1-1 0,-1-1 0,-1 1 0,-1-1 0,-1 0 0,0 0 0,-2-1 0,0-37 0,-3 28 0,-1 1 0,-2 0 0,-2 0 0,0 0 0,-2 0 0,-1 1 0,-24-50 0,28 67 0,-1 1 0,-1 0 0,1 0 0,-2 1 0,1 0 0,-2 1 0,1-1 0,-1 1 0,0 1 0,-1 0 0,0 0 0,-1 1 0,1 0 0,-1 1 0,0 0 0,-1 1 0,0 0 0,1 1 0,-2 0 0,1 1 0,0 0 0,-1 1 0,1 0 0,-26 1 0,20 2 0,0 1 0,0 1 0,0 0 0,1 2 0,-1 0 0,1 1 0,-25 12 0,19-6 0,0 2 0,1 0 0,0 1 0,-31 30 0,19-11 0,2 1 0,1 2 0,2 1 0,1 1 0,-29 57 0,40-63 0,1 0 0,-20 62 0,31-78 0,0 1 0,1 0 0,2 0 0,-1 0 0,2 1 0,1-1 0,2 26 0,-1-34 0,2 0 0,-1 0 0,2 0 0,-1-1 0,1 1 0,1-1 0,-1 0 0,2-1 0,-1 1 0,1-1 0,0 0 0,1 0 0,0-1 0,0 0 0,1 0 0,-1 0 0,1-1 0,11 6 0,13 7 0,0-2 0,1-1 0,56 18 0,-37-16 60,95 19 0,-113-32-357,-1-1 0,1-1 0,0-2 0,37-3 0,-59 1-6529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1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1027 24575,'28'1'0,"-20"0"0,0-1 0,0 0 0,0 0 0,0-1 0,0 0 0,0 0 0,0-1 0,13-5 0,-11 3 0,-1 0 0,1-2 0,-1 1 0,-1-1 0,1 0 0,-1-1 0,0 1 0,10-13 0,-6 5 0,-2 0 0,1-1 0,-2 0 0,11-22 0,0-9 0,-3 0 0,18-75 0,-29 94 0,-2 0 0,0 0 0,-2 0 0,-1 0 0,-1 0 0,-1 0 0,-2-1 0,-1 2 0,-9-39 0,7 42 0,-1 0 0,-2 1 0,0 0 0,0 1 0,-2 0 0,-1 0 0,-1 2 0,0-1 0,-2 1 0,0 1 0,-18-17 0,23 27 0,0 0 0,-1 1 0,0 0 0,0 1 0,-1 0 0,0 1 0,0 0 0,0 0 0,0 2 0,-1-1 0,0 2 0,-17-3 0,-6 3 0,0 1 0,0 2 0,-41 5 0,50-2 0,1 0 0,0 1 0,1 2 0,0 1 0,-35 15 0,43-15 0,1 1 0,0 0 0,1 1 0,0 1 0,0 0 0,1 1 0,1 0 0,-21 25 0,14-9 0,1 0 0,1 2 0,1 0 0,2 1 0,1 0 0,1 1 0,2 1 0,2-1 0,-9 50 0,12-44 0,2 0 0,2 0 0,1 0 0,2 0 0,2 0 0,1 0 0,2-1 0,15 51 0,-17-75 0,0 0 0,1 0 0,1-1 0,0 0 0,0 0 0,1 0 0,1-1 0,0 0 0,1 0 0,13 12 0,-15-16 0,1-1 0,0 0 0,1 0 0,-1-1 0,1 0 0,0-1 0,0 0 0,1 0 0,-1-1 0,1 0 0,0-1 0,0 0 0,0 0 0,19 0 0,-6-3-195,0-1 0,0 0 0,0-2 0,0-1 0,-1 0 0,40-16 0,-26 6-6631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06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5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24575,'0'0'0,"6"11"0,5 18 0,0 1 0,-1 0 0,-2 1 0,4 31 0,4 130 0,-14-153 0,4 71 0,-4-92 0,1-1 0,0 1 0,2-1 0,6 18 0,0-55 0,6-28 0,19-89 0,-2-55 0,-28 151 0,3-23 0,-4 26 0,17-70 0,-21 106 0,-1 1 0,0-1 0,1 1 0,0-1 0,-1 1 0,1-1 0,0 1 0,0 0 0,0-1 0,0 1 0,0 0 0,0 0 0,0 0 0,0 0 0,0-1 0,0 1 0,3-1 0,-3 2 0,0 0 0,0 0 0,0 0 0,0 0 0,-1 0 0,1 0 0,0 0 0,0 0 0,0 1 0,-1-1 0,1 0 0,0 1 0,0-1 0,-1 0 0,1 1 0,0-1 0,-1 1 0,1-1 0,0 1 0,-1-1 0,1 1 0,-1 0 0,1-1 0,-1 1 0,1 0 0,-1-1 0,1 1 0,-1 0 0,0 0 0,1-1 0,-1 1 0,0 0 0,0 0 0,1 1 0,3 13 0,0-1 0,0 2 0,-2-1 0,0 0 0,1 24 0,-1-8 0,5 85 0,-2-27 0,30 160 0,-34-242 0,1 0 0,1 0 0,0 0 0,0 0 0,0-1 0,7 10 0,-9-14 0,0 0 0,1 0 0,-1 0 0,1-1 0,-1 1 0,1 0 0,-1-1 0,1 1 0,0-1 0,0 0 0,0 0 0,0 1 0,0-1 0,0-1 0,0 1 0,0 0 0,0 0 0,0-1 0,0 1 0,1-1 0,-1 0 0,0 1 0,0-1 0,5-1 0,-5 1 0,0-1 0,0 0 0,0-1 0,0 1 0,0 0 0,0 0 0,-1-1 0,1 1 0,0-1 0,-1 0 0,1 1 0,-1-1 0,1 0 0,-1 0 0,0 0 0,0 0 0,1-3 0,16-40 0,-16 39 0,10-33 0,-2-1 0,10-79 0,-10-84 0,-10 192-151,-1 0-1,0 0 0,0 0 0,-1 0 1,0 0-1,-1 0 0,0 1 1,-9-20-1,8 23-6674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6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24575,'16'7'0,"0"-1"0,0 0 0,17 3 0,-20-6 0,-1 0 0,1 1 0,-1 1 0,1 0 0,20 12 0,-32-16 0,-1 0 0,0-1 0,1 1 0,-1 0 0,0-1 0,0 1 0,1 0 0,-1 0 0,0 0 0,0-1 0,0 1 0,0 0 0,0 0 0,0-1 0,0 1 0,0 0 0,0 0 0,-1 0 0,1-1 0,0 1 0,0 0 0,-1 0 0,1-1 0,0 1 0,-1 0 0,1-1 0,-1 1 0,0 1 0,-14 19 0,5-10 0,-1 0 0,0-2 0,-1 1 0,1-1 0,-2-1 0,-19 11 0,-11 7 0,75-20 0,-11-4 0,0-1 0,0 0 0,0-1 0,0-2 0,23-4 0,101-28 0,-139 32 0,0 1 0,-1-1 0,1-1 0,-1 1 0,0-1 0,1 0 0,-1 0 0,0 0 0,-1 0 0,1-1 0,-1 0 0,1 0 0,-1 0 0,0-1 0,-1 0 0,1 1 0,-1-1 0,0 0 0,0-1 0,-1 1 0,1 0 0,-1-1 0,0 1 0,-1-1 0,1 0 0,-1 0 0,0 0 0,0-8 0,0-53 0,-1 51 0,0-1 0,1 0 0,4-23 0,-6 50 0,0-1 0,1 1 0,1 17 0,0-1 0,8 155 0,0 45 0,-9-219 0,-1 16 0,-2-24 0,-2-14 0,2 6-1365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6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25 24575,'4'28'0,"-5"-27"0,0 0 0,0 0 0,1 0 0,-1 0 0,0 0 0,0-1 0,0 1 0,0 0 0,0-1 0,0 1 0,0-1 0,0 1 0,0-1 0,-1 1 0,1-1 0,0 0 0,0 0 0,0 1 0,0-1 0,-1 0 0,1 0 0,0 0 0,0 0 0,0 0 0,0-1 0,-1 1 0,1 0 0,0 0 0,0-1 0,0 1 0,-2-1 0,-2-1 0,0 0 0,0 0 0,0 0 0,0-1 0,-6-3 0,8 4 0,1 0 0,0 1 0,0-1 0,0 1 0,0-1 0,0 1 0,1-1 0,-1 0 0,-2-3 0,4 3 0,-1 0 0,1 0 0,0 1 0,0-1 0,0 0 0,0 0 0,0 0 0,0 1 0,0-1 0,1 0 0,0-3 0,-2 7-8,-1 0 0,0 0 0,0-1-1,0 1 1,0-1 0,0 1 0,0-1-1,-3 2 1,-1 1-1283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7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188 198 24575,'-2'1'0,"0"-1"0,-1 0 0,1 1 0,0 0 0,0-1 0,0 1 0,0 0 0,0 0 0,0 0 0,0 0 0,0 0 0,0 1 0,0-1 0,1 1 0,-4 2 0,-23 32 0,23-28 0,-13 17 0,2 1 0,1 1 0,2 0 0,0 1 0,2 0 0,1 1 0,-7 32 0,14-50 0,2 0 0,-1 0 0,2 0 0,-1 0 0,2 1 0,-1-1 0,1 0 0,1 0 0,0 0 0,1-1 0,0 1 0,0 0 0,9 17 0,-7-20 0,0 0 0,0-1 0,0 0 0,1 0 0,0 0 0,0-1 0,1 1 0,0-1 0,0-1 0,0 0 0,1 0 0,0 0 0,0-1 0,0 0 0,0 0 0,0-1 0,13 3 0,-9-4 0,0 1 0,1-2 0,0 0 0,-1 0 0,1-1 0,0 0 0,-1-2 0,1 1 0,-1-1 0,1-1 0,23-8 0,-17 3 0,1-1 0,-2-1 0,0 0 0,0-1 0,-1-1 0,26-22 0,-32 23 0,-1 0 0,0-1 0,0-1 0,-1 1 0,-1-2 0,0 1 0,0-1 0,-2 0 0,0 0 0,0-1 0,5-26 0,-5 17 0,-2-1 0,-1-1 0,-1 1 0,-1 0 0,-1-1 0,-5-36 0,3 40 0,-2 0 0,-1 0 0,-1 0 0,-16-39 0,18 52 0,-1 0 0,1 0 0,-2 1 0,0 0 0,0 0 0,0 0 0,-1 1 0,0 0 0,0 0 0,-1 0 0,0 1 0,0 1 0,-12-7 0,13 8 0,0 0 0,-1 1 0,0 0 0,0 1 0,1 0 0,-1 0 0,-1 0 0,1 1 0,0 0 0,0 1 0,0 0 0,-1 0 0,1 1 0,0 0 0,0 0 0,0 1 0,-14 5 0,2-2 0,0 2 0,1 0 0,0 1 0,-25 15 0,38-19 0,-1 0 0,1 1 0,0 0 0,0 0 0,1 0 0,-1 1 0,1 0 0,0 0 0,1 0 0,0 1 0,0 0 0,0-1 0,1 1 0,-6 15 0,9-19-72,0 0 0,-1 0 1,1 0-1,0 0 0,0 1 0,0-1 0,1 0 0,-1 0 0,1 0 0,0 0 0,0 0 1,2 6-1,-2-7-359,3 7-6395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7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24575,'-5'25'0,"2"-1"0,1 1 0,1 0 0,3 41 0,0-10 0,-8 116 0,4-181 0,2-12 0,10-2-1365,-6 14-5461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24575,'0'0'0,"0"0"0,0 0 0,0 0 0,16-5 0,8-2 0,1 1 0,0 1 0,44-4 0,76 6 0,1 1 0,-123-2-1365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8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24575,'0'0'0,"0"62"0,-3 184 0,-2-178 0,-20 108 0,19-144 0,1 0 0,2 1 0,1 38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0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18 24575,'0'0'0,"0"0"0,0 0 0,0 0 0,-1-2 0,0 0 0,-1 0 0,1 0 0,0 0 0,-1 0 0,1 1 0,-4-3 0,1 11 0,1 1 0,0 0 0,0 0 0,1 0 0,-1 0 0,2 1 0,-1-1 0,1 16 0,3 74 0,0-62 0,0 123 0,5 88 0,-6-237 0,-1 2 0,2 0 0,4 21 0,-5-30 0,0 1 0,0 0 0,1 0 0,0-1 0,0 1 0,0 0 0,0-1 0,0 0 0,1 0 0,0 0 0,-1 0 0,5 3 0,-7-6 0,0 1 0,1-1 0,-1 0 0,0 0 0,1 0 0,-1 0 0,1 0 0,-1 0 0,0 0 0,1 0 0,-1 0 0,1 0 0,-1 0 0,1 0 0,-1 0 0,0 0 0,1 0 0,-1 0 0,1 0 0,-1 0 0,0 0 0,1-1 0,-1 1 0,0 0 0,1 0 0,-1-1 0,0 1 0,1 0 0,-1 0 0,0-1 0,1 1 0,-1 0 0,0-1 0,0 1 0,0 0 0,1-1 0,-1 1 0,0 0 0,0-1 0,0 0 0,10-19 0,-9 17 0,16-42 0,-3-2 0,-2 0 0,8-62 0,-7 39 0,-3 15 0,1-10 0,3 1 0,28-79 0,-41 140 0,12-22 0,-13 25 0,1 0 0,-1-1 0,0 1 0,1 0 0,-1-1 0,1 1 0,-1 0 0,0-1 0,1 1 0,-1 0 0,1 0 0,-1-1 0,1 1 0,-1 0 0,1 0 0,-1 0 0,1 0 0,-1 0 0,1 0 0,-1 0 0,1 0 0,-1 0 0,1 0 0,0 0 0,-1 0 0,1 0 0,-1 0 0,1 0 0,-1 0 0,1 1 0,-1-1 0,0 0 0,1 0 0,-1 1 0,1-1 0,-1 0 0,1 1 0,-1-1 0,0 0 0,1 1 0,-1-1 0,0 0 0,1 1 0,-1-1 0,0 1 0,1 0 0,4 6 0,0 0 0,-1 1 0,0-1 0,0 1 0,-1 0 0,1 0 0,-2 1 0,3 9 0,11 75 0,-15-85 0,14 137 0,8 60 0,-17-175 0,1 1 0,1-1 0,2 0 0,18 41 0,-26-67 0,0 0 0,1 0 0,-1-1 0,0 1 0,1-1 0,5 5 0,-8-7 0,1 0 0,0-1 0,-1 1 0,1 0 0,0-1 0,0 1 0,0-1 0,0 1 0,0-1 0,-1 0 0,1 1 0,0-1 0,0 0 0,0 0 0,0 0 0,0 1 0,0-1 0,0 0 0,0 0 0,0 0 0,0-1 0,0 1 0,0 0 0,0 0 0,0 0 0,0-1 0,0 1 0,-1 0 0,1-1 0,0 1 0,0-1 0,0 1 0,0-1 0,-1 0 0,2 0 0,5-6 0,-1 0 0,0 0 0,-1 0 0,1-1 0,-2 0 0,8-15 0,21-58 0,-29 72 0,24-83 0,30-163 0,-6 20 0,-49 223 0,2-3 0,-5 15 0,1 0 0,-1 1 0,1-1 0,-1 0 0,1 1 0,-1-1 0,1 0 0,-1 1 0,1-1 0,-1 1 0,0-1 0,1 1 0,-1-1 0,0 1 0,1-1 0,-1 1 0,0-1 0,0 1 0,1-1 0,-1 1 0,0-1 0,0 1 0,0 0 0,0-1 0,0 1 0,0 1 0,8 29-1365,-7-22-5461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0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24575,'0'0'0,"0"0"0,0 0 0,0 0 0,6-8 0,-1 4 0,0 0 0,0 1 0,0-1 0,0 1 0,1 0 0,-1 0 0,1 1 0,0 0 0,0 0 0,0 0 0,10-1 0,-7 2 0,0 0 0,0 0 0,0 1 0,0 1 0,0-1 0,0 1 0,14 4 0,-22-5 0,1 1 0,-1-1 0,1 1 0,-1-1 0,0 1 0,1 0 0,-1-1 0,0 1 0,0 0 0,0 0 0,0 0 0,1 0 0,-1 0 0,0 0 0,-1 0 0,1 0 0,0 0 0,0 1 0,0-1 0,-1 0 0,1 0 0,0 3 0,0-1 0,-1 0 0,1 0 0,-1 0 0,0 0 0,0 0 0,0 1 0,0-1 0,-1 0 0,0 0 0,0 4 0,-3 4 0,0 0 0,-1 0 0,0-1 0,-12 18 0,15-25 0,-4 6 0,0 0 0,0 0 0,1 1 0,1 0 0,-5 11 0,9-20 0,0 0 0,0 0 0,0-1 0,0 1 0,0 0 0,0-1 0,0 1 0,0 0 0,0-1 0,1 1 0,-1 0 0,0-1 0,1 1 0,-1 0 0,0-1 0,1 1 0,-1-1 0,0 1 0,1-1 0,-1 1 0,1-1 0,-1 1 0,1-1 0,-1 1 0,1-1 0,0 0 0,-1 1 0,1-1 0,-1 0 0,1 1 0,0-1 0,-1 0 0,1 0 0,0 0 0,0 1 0,25 4 0,-14-5-114,0 0 1,1-1-1,-1 0 0,0-1 0,0 0 1,0-1-1,-1 0 0,1-1 0,-1 0 1,1-1-1,19-11 0,-17 7-6712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1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24575,'21'0'0,"0"0"0,-1 1 0,1 1 0,0 1 0,-1 1 0,0 1 0,0 1 0,25 11 0,-43-17 0,0 1 0,0 0 0,-1 0 0,1 1 0,0-1 0,0 0 0,-1 1 0,1-1 0,-1 1 0,0-1 0,1 1 0,-1 0 0,0-1 0,0 1 0,0 0 0,0 0 0,0 0 0,0 0 0,-1 0 0,1 3 0,0-2 0,-1 1 0,0 0 0,0-1 0,0 1 0,-1 0 0,1-1 0,-1 1 0,0-1 0,0 1 0,-3 6 0,-2 2 0,-1-1 0,0 1 0,0-1 0,-1 0 0,-11 11 0,-21 17 0,27-28 0,2 0 0,-1 1 0,-13 20 0,24-32 0,1 0 0,-1 1 0,1-1 0,-1 1 0,1-1 0,-1 1 0,1-1 0,0 1 0,-1 0 0,1-1 0,0 1 0,-1-1 0,1 1 0,0 0 0,0-1 0,0 1 0,0 0 0,0-1 0,0 1 0,0 0 0,0-1 0,0 1 0,0 0 0,0-1 0,0 1 0,0 0 0,0-1 0,0 1 0,1 0 0,-1-1 0,0 1 0,1 0 0,-1-1 0,0 1 0,1-1 0,-1 1 0,1-1 0,-1 1 0,1-1 0,-1 1 0,1-1 0,-1 0 0,1 1 0,-1-1 0,1 0 0,-1 1 0,1-1 0,0 0 0,-1 1 0,1-1 0,0 0 0,-1 0 0,1 0 0,0 0 0,-1 0 0,1 0 0,0 0 0,-1 0 0,1 0 0,1 0 0,6 0 0,0 0 0,1 0 0,11-3 0,-18 2 0,16-2 20,-1-1 0,1-1 0,-1 0 0,0-2 0,30-15 0,-15 3-763,54-43 1,-78 56-6084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1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24575,'-7'29'0,"-2"7"0,7-39 0,0 0 0,0-1 0,1 1 0,-1-1 0,1 1 0,-1-1 0,1 0 0,0-4 0,0-15 0,2 21 0,-1 16 0,0-8-1365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2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253 244 24575,'0'0'0,"0"0"0,0 0 0,0 0 0,0-2 0,-1 1 0,1-1 0,0 0 0,-1 0 0,1 0 0,-1 0 0,1 0 0,-1 1 0,0-1 0,0 0 0,0 0 0,0 1 0,0-1 0,0 1 0,0-1 0,0 1 0,-3-2 0,-27-18 0,27 18 0,3 3 0,0-1 0,0 1 0,0 0 0,0 0 0,0-1 0,0 1 0,0 0 0,0 0 0,0 0 0,0 0 0,0 0 0,0 1 0,0-1 0,0 0 0,0 0 0,0 1 0,0-1 0,0 0 0,0 1 0,0-1 0,1 1 0,-1-1 0,0 1 0,0-1 0,1 1 0,-1 0 0,0 0 0,0-1 0,1 1 0,-1 0 0,1 0 0,-1 0 0,0 1 0,-18 33 0,17-31 0,-16 35 0,-18 38 0,-29 89 0,57-141 0,1 0 0,2 0 0,0 1 0,2 0 0,0 0 0,2 0 0,1 0 0,3 27 0,-1-44 0,-1 0 0,1-1 0,0 1 0,1-1 0,0 1 0,0-1 0,1 0 0,0 0 0,1-1 0,0 1 0,0-1 0,0 0 0,1 0 0,11 11 0,-8-12 0,-1 1 0,1-2 0,0 1 0,0-1 0,1-1 0,0 1 0,-1-2 0,1 1 0,1-1 0,-1-1 0,0 0 0,14 1 0,-5-2 0,0-1 0,0-1 0,0-1 0,0-1 0,0 0 0,-1-1 0,1-1 0,-1-1 0,0-1 0,-1 0 0,33-19 0,-13 3 0,-1-1 0,-2-2 0,0-1 0,38-41 0,-57 51 0,0-1 0,-1-1 0,-1 0 0,0 0 0,-2-1 0,0-1 0,-1 0 0,-2-1 0,0 0 0,-1 0 0,-1 0 0,-1-1 0,-1 0 0,1-27 0,-4 33 0,-2 0 0,1-1 0,-2 1 0,0 0 0,-1 0 0,-1 0 0,-1 0 0,-10-26 0,9 31 0,0-1 0,-1 1 0,-1 0 0,0 1 0,0 0 0,-1 0 0,-1 0 0,0 1 0,0 1 0,-1 0 0,-18-12 0,12 11 0,0 0 0,-1 1 0,0 1 0,0 1 0,-1 0 0,0 2 0,-1 0 0,1 1 0,-1 1 0,0 1 0,0 0 0,1 2 0,-1 0 0,0 1 0,0 1 0,-22 6 0,35-7-97,1 1-1,0 0 1,0 1-1,1-1 1,-1 1-1,0 0 1,1 1-1,0-1 1,0 1-1,0 0 1,0 1-1,1-1 0,-6 7 1,0 2-6729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23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21 24575,'0'0'0,"0"0"0,-24-13 0,46 10 0,44 1 0,-30 1 0,-21 1 0,-2-1 0,-1 0 0,0 1 0,0 1 0,0 0 0,0 0 0,21 6 0,-31-6 0,-1-1 0,0 0 0,0 1 0,0-1 0,0 1 0,1 0 0,-1-1 0,0 1 0,0 0 0,0 0 0,0-1 0,0 1 0,0 0 0,-1 0 0,1 0 0,0 0 0,0 0 0,-1 0 0,1 1 0,-1-1 0,1 0 0,-1 0 0,1 0 0,0 2 0,-1 0 0,-1-1 0,1 0 0,0 0 0,0 0 0,-1 1 0,1-1 0,-1 0 0,0 0 0,0 0 0,0 0 0,0 0 0,0 0 0,-1 1 0,-5 7 0,0-2 0,0 1 0,-1-1 0,-10 9 0,-89 69 0,130-79 0,13-1-171,-1-2 0,1-1 0,61-4 1,-74 0-512,-7 1-6144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5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 24575,'0'0'0,"0"0"0,0 0 0,0 0 0,0 18 0,-30 304 0,14-198 0,0 140 0,11-87 0,27-242-1365,-18 53-5461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5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 24575,'19'-37'0,"-9"66"0,-9-6 0,-1 0 0,-2 0 0,-5 31 0,-2 32 0,9-85 0,0 1 0,0-1 0,0 0 0,0 0 0,0 1 0,0-1 0,0 0 0,0 1 0,0-1 0,1 0 0,-1 0 0,0 1 0,1-1 0,-1 0 0,1 0 0,0 0 0,-1 0 0,1 0 0,0 0 0,-1 0 0,1 0 0,0 0 0,0 0 0,0 0 0,0 0 0,0 0 0,0-1 0,0 1 0,0 0 0,1-1 0,-1 1 0,0-1 0,0 1 0,0-1 0,1 0 0,-1 0 0,0 1 0,0-1 0,3 0 0,-1 0 0,1-1 0,0 1 0,-1-1 0,1 0 0,-1 0 0,1 0 0,-1 0 0,1-1 0,-1 1 0,0-1 0,0 0 0,0 0 0,4-3 0,1-3 0,0 0 0,-1 0 0,0-1 0,0 0 0,-1 0 0,0 0 0,-1-1 0,0 0 0,0 0 0,-1-1 0,5-19 0,-5 13 0,-1 0 0,0 0 0,-1 0 0,-1-1 0,-1 1 0,-3-35 0,3 50 0,0 0 0,0-1 0,-1 1 0,1 0 0,-1-1 0,0 1 0,1 0 0,-1 0 0,0-1 0,0 1 0,-1 0 0,1 0 0,0 0 0,-1 0 0,1 0 0,-1 1 0,1-1 0,-1 0 0,0 1 0,0-1 0,0 1 0,0 0 0,0-1 0,0 1 0,-4-1 0,3 1 0,0 1 0,-1-1 0,1 1 0,-1 0 0,1 1 0,0-1 0,-1 0 0,1 1 0,-1 0 0,1 0 0,0 0 0,0 0 0,0 0 0,-1 1 0,1-1 0,1 1 0,-5 2 0,1 0-151,-1 0-1,1 1 0,1 0 0,-1-1 1,1 2-1,0-1 0,0 1 1,-7 10-1,6-6-6674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24575,'-4'1'0,"-27"7"0,-44 16 0,65-19 0,-1 0 0,1 0 0,0 1 0,1 0 0,0 1 0,0 0 0,-13 14 0,18-17 0,1-1 0,0 1 0,0 0 0,1 0 0,-1 0 0,1 1 0,0-1 0,0 1 0,1-1 0,-1 1 0,1 0 0,0-1 0,0 1 0,0 0 0,1 0 0,0 0 0,0-1 0,0 1 0,0 0 0,1 0 0,0 0 0,2 8 0,-1-7 0,0-1 0,1 1 0,-1-1 0,1 0 0,0 0 0,1 0 0,-1 0 0,1 0 0,0-1 0,0 0 0,0 1 0,0-2 0,1 1 0,0 0 0,0-1 0,0 0 0,0 0 0,10 4 0,67 16 0,-54-15 0,40 14 0,-67-22 0,0 1 0,0-1 0,0 0 0,0 1 0,0-1 0,0 1 0,0-1 0,0 1 0,0 0 0,-1-1 0,1 1 0,0 0 0,0-1 0,-1 1 0,1 0 0,-1 0 0,1 0 0,0 0 0,-1 0 0,0 0 0,1-1 0,-1 1 0,0 0 0,1 0 0,-1 0 0,0 2 0,0-1 0,0 0 0,-1 0 0,1-1 0,-1 1 0,1 0 0,-1 0 0,0-1 0,0 1 0,0 0 0,0-1 0,0 1 0,0 0 0,-2 1 0,-4 4 0,0 1 0,-1-1 0,-17 11 0,9-7 0,-1 0 0,-36 14 0,44-21 0,0-1 0,0 0 0,0 0 0,-1-1 0,1-1 0,-1 0 0,0 0 0,-10 0 0,19-1 5,-1 0 0,1-1-1,-1 1 1,1 0 0,0 0 0,-1-1-1,1 1 1,-1 0 0,1-1-1,0 1 1,0-1 0,-1 0-1,1 0 1,0 1 0,0-1 0,0 0-1,-1 0 1,1 0 0,0 0-1,0 0 1,1 0 0,-1 0 0,0-1-1,-1-1 1,1 0-153,0 0-1,0 0 1,1 0 0,-1 0 0,1-1-1,0 1 1,0 0 0,0-1-1,0-4 1,3-13-6678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 24575,'0'1'0,"1"0"0,-1 0 0,1 0 0,-1 0 0,0 0 0,1 0 0,-1 0 0,0 0 0,0 0 0,0 0 0,0 0 0,0 0 0,0 0 0,0 1 0,0-1 0,0 0 0,0 0 0,0 0 0,-1 0 0,1 0 0,-1 0 0,1 0 0,-1 0 0,1 0 0,-1 0 0,1 0 0,-1 0 0,-1 1 0,-28 29 0,17-19 0,6-5 0,1 0 0,-1 1 0,2 0 0,-1 0 0,1 0 0,0 1 0,-4 10 0,8-16 0,0 0 0,0 1 0,0-1 0,0 1 0,0-1 0,1 1 0,-1 0 0,1-1 0,0 1 0,1 0 0,-1-1 0,0 1 0,1-1 0,0 1 0,0 0 0,0-1 0,0 0 0,0 1 0,1-1 0,0 0 0,0 0 0,4 6 0,0-1 0,2-1 0,-1 0 0,1 0 0,0-1 0,0 1 0,0-2 0,1 1 0,14 5 0,-8-4 0,1-2 0,0 1 0,0-2 0,24 4 0,-38-8 0,0 0 0,0 1 0,-1-1 0,1 1 0,0-1 0,0 1 0,0-1 0,0 1 0,-1 0 0,1 0 0,0 0 0,-1 0 0,1 0 0,-1 0 0,1 0 0,-1 1 0,1-1 0,-1 1 0,2 2 0,-3-3 0,1 1 0,-1-1 0,0 0 0,0 1 0,0-1 0,0 0 0,0 1 0,0-1 0,-1 0 0,1 1 0,0-1 0,-1 0 0,1 1 0,-1-1 0,1 0 0,-1 0 0,0 0 0,1 1 0,-1-1 0,0 0 0,0 0 0,0 0 0,0 0 0,0 0 0,0-1 0,0 1 0,0 0 0,0 0 0,-2 0 0,-18 14 0,0-2 0,-1-1 0,0 0 0,-42 14 0,39-20-1365,15-6-5461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6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24575,'20'5'0,"5"-3"27,0-1-1,-1-1 1,1-2-1,38-6 0,-30 3-774,52 0-1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7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24575,'18'3'0,"20"-1"0,0-1 0,0-1 0,72-12 0,-108 12-1365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7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24575,'0'0'0,"0"0"0,0 0 0,0 0 0,0 0 0,1-2 0,1 1 0,0-1 0,0 1 0,1-1 0,-1 1 0,0 0 0,0 0 0,0 0 0,1 0 0,-1 0 0,1 0 0,2 0 0,61-15 0,-30 6 0,1 1 0,0 2 0,0 2 0,46-1 0,-60 6-1365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58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24575,'3'3'0,"0"-1"0,0 0 0,1 1 0,-1-1 0,1 0 0,0-1 0,-1 1 0,1 0 0,0-1 0,0 0 0,0 0 0,0 0 0,0-1 0,1 1 0,4-1 0,9 0 0,0-1 0,21-4 0,-22 2 0,141-27-1365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24575,'27'4'0,"37"2"0,89-2 0,2 0 0,-132-4 0,-17-1 0,-1 1 0,1 0 0,-1 0 0,1 0 0,-1 1 0,0 0 0,9 3 0,-14-4-32,1 0 1,-1 0-1,0 1 0,0-1 0,0 0 1,0 1-1,0-1 0,0 0 0,0 1 1,1-1-1,-1 0 0,0 1 0,0-1 1,0 0-1,0 1 0,0-1 0,-1 0 1,1 1-1,0-1 0,0 0 0,0 0 1,0 1-1,0-1 0,0 0 0,0 1 1,-1-1-1,1 0 0,0 0 0,0 1 1,0-1-1,-1 0 0,1 0 0,0 1 1,0-1-1,-1 0 0,1 0 0,0 0 1,-1 1-1,1-1 0,0 0 0,0 0 1,-1 0-1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6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24575,'0'0'0,"0"0"0,0 0 0,0 0 0,0 0 0,0 0 0,0 0 0,0 0 0,33 8 0,-10-1 0,2-4 0,0-1 0,0 0 0,0-2 0,0-1 0,29-5 0,120-34 0,-125 28-1365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09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26 24575,'1'-1'0,"0"-1"0,0 1 0,0 0 0,0-1 0,0 1 0,0 0 0,1 0 0,-1 0 0,0 0 0,1 0 0,-1 0 0,1 0 0,-1 0 0,1 1 0,-1-1 0,1 0 0,0 1 0,-1 0 0,1-1 0,-1 1 0,1 0 0,0 0 0,0 0 0,-1 0 0,3 0 0,-2 1 0,0-1 0,1 1 0,-1 0 0,0 0 0,0 1 0,0-1 0,0 0 0,0 1 0,0-1 0,0 1 0,0-1 0,0 1 0,-1 0 0,1 0 0,-1 0 0,0 0 0,2 3 0,3 6 0,-1-1 0,-1 1 0,0 0 0,-1 0 0,0 1 0,0-1 0,-1 1 0,0 15 0,0 14 0,-6 44 0,1-20 0,3-55 0,-1 3 0,1 0 0,1 1 0,3 22 0,-3-34 0,-1 0 0,0 0 0,1 0 0,-1 0 0,1 0 0,0 0 0,0 0 0,0 0 0,0 0 0,0 0 0,0-1 0,0 1 0,0 0 0,1-1 0,-1 1 0,1-1 0,-1 1 0,1-1 0,0 0 0,-1 0 0,1 1 0,0-1 0,0 0 0,0-1 0,0 1 0,0 0 0,0 0 0,0-1 0,0 0 0,4 1 0,-4-1 0,1-1 0,0 1 0,0-1 0,0 0 0,-1 0 0,1 0 0,0 0 0,-1-1 0,1 1 0,-1-1 0,0 1 0,1-1 0,-1 0 0,0 0 0,0 0 0,0 0 0,0 0 0,-1-1 0,1 1 0,2-5 0,4-6 0,-1 0 0,8-21 0,-14 32 0,11-28 0,-1 1 0,-2-2 0,0 1 0,-3-1 0,0 0 0,-2-1 0,-1 1 0,-2-1 0,-1 1 0,-5-36 0,13 103 0,11 35 0,7 24 0,-12-21 0,5 108 0,-11 77 0,-7-242 0,-1 42 0,-8 77 0,6-118 0,-1 1 0,-1-1 0,0-1 0,-2 1 0,0-1 0,-1 1 0,0-2 0,-14 23 0,16-33 0,0 0 0,0 0 0,-1-1 0,0 0 0,1 0 0,-2 0 0,1-1 0,0 0 0,-1 0 0,0-1 0,0 1 0,0-2 0,0 1 0,-1-1 0,1 0 0,-1 0 0,1-1 0,-1 0 0,-9 0 0,-16-1 0,1 0 0,0-3 0,-36-6 0,57 7 0,-7 0 0,0 0 0,0-1 0,0-1 0,1 0 0,-19-8 0,32 11 0,1-1 0,-1 0 0,0 0 0,0 0 0,1 0 0,0-1 0,-1 1 0,1-1 0,0 0 0,0 0 0,0 0 0,1 0 0,-1-1 0,1 1 0,0-1 0,0 1 0,0-1 0,0 0 0,0 0 0,1 0 0,0 0 0,-2-8 0,1-16-1365,1 3-5461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0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24575,'15'5'0,"4"1"0,10-7 0,0-1 0,0-1 0,-1-2 0,1-1 0,-1-1 0,36-14 0,-48 14 0,1 1 0,32-8 0,-49 14 0,0 0 0,0 0 0,0 0 0,0 0 0,0 0 0,0 0 0,0 0 0,0 0 0,0 0 0,0 0 0,1 0 0,-1 0 0,0 0 0,0 0 0,0 0 0,0 0 0,0 0 0,0 0 0,0 0 0,0 0 0,1 0 0,-1 0 0,0 0 0,0 0 0,0 0 0,0 0 0,0 0 0,0 0 0,0 0 0,0 0 0,0 0 0,1 0 0,-1 0 0,0 0 0,0 0 0,0 0 0,0 0 0,0 0 0,0 0 0,0 1 0,0-1 0,0 0 0,0 0 0,0 0 0,0 0 0,0 0 0,0 0 0,0 0 0,0 0 0,0 0 0,0 1 0,0-1 0,0 0 0,0 0 0,0 0 0,0 0 0,0 0 0,0 0 0,0 0 0,0 0 0,0 1 0,0-1 0,0 0 0,-6 8 0,-13 9 0,-54 28-1365,50-31-5461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10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24575,'0'3'0,"0"0"0,0 0 0,1 0 0,-1 0 0,1-1 0,0 1 0,0 0 0,0 0 0,0-1 0,0 1 0,1-1 0,-1 1 0,1-1 0,-1 0 0,1 1 0,0-1 0,0 0 0,0 0 0,0 0 0,0-1 0,1 1 0,-1 0 0,1-1 0,-1 1 0,1-1 0,-1 0 0,1 0 0,4 1 0,7 2 0,0 0 0,1-2 0,0 0 0,19 1 0,-21-2 0,21-1 0,-1-1 0,0-1 0,1-2 0,-2-1 0,38-12 0,-74 22-1365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0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24575,'0'18'0,"-4"26"0,-2 1 0,-12 46 0,8-47 0,-7 89 0,14-71 0,-1 82 0,9-185-1365,-4 24-5461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0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24575,'0'0'0,"21"-12"0,-2 11 0,1 0 0,0 2 0,-1 0 0,1 2 0,-1 0 0,1 1 0,-1 1 0,0 0 0,-1 2 0,29 14 0,-44-20 0,1 1 0,-1 0 0,0 0 0,0 1 0,0-1 0,0 1 0,0-1 0,0 1 0,-1 0 0,1 0 0,-1 0 0,0 0 0,0 1 0,0-1 0,0 1 0,-1-1 0,1 1 0,-1 0 0,1 3 0,-2-3 0,0-1 0,0 0 0,0 0 0,0 0 0,0 0 0,-1 0 0,0 0 0,0 0 0,0 0 0,0 0 0,0 0 0,0 0 0,-1 0 0,1 0 0,-1-1 0,0 1 0,0-1 0,0 1 0,0-1 0,0 0 0,-1 0 0,1 0 0,-5 3 0,-6 4 20,0-1-1,-1-1 1,1 0-1,-28 9 1,-60 13-926,84-25 349,-29 7-6269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38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24575,'-3'2'0,"0"1"0,0-1 0,0 1 0,1 0 0,-1 0 0,-3 6 0,5-6 0,-22 33 0,2 1 0,2 1 0,-28 81 0,40-101 0,-80 251 0,76-227 0,3 0 0,1 0 0,3 1 0,0 67 0,6-94 0,0-1 0,1 1 0,0-1 0,1 0 0,1 0 0,1 0 0,0-1 0,0 0 0,2 0 0,10 16 0,1-4 0,1 0 0,1-1 0,45 41 0,-55-56 0,0-1 0,1 0 0,0 0 0,1-2 0,-1 1 0,1-2 0,1 0 0,17 6 0,-26-10 22,-1 0-1,1 0 1,-1 1 0,1-1-1,5 6 1,12 6-1517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24575,'-1'26'0,"-8"109"0,-1 41 0,10-155 0,4 37 0,-2-51 0,-1 0 0,1-1 0,-1 1 0,2-1 0,-1 0 0,1 1 0,0-1 0,0 0 0,8 9 0,-9-13 0,1 1 0,0-1 0,-1 0 0,1 0 0,0-1 0,1 1 0,-1 0 0,0-1 0,0 0 0,1 0 0,-1 0 0,0 0 0,1 0 0,-1-1 0,1 0 0,-1 1 0,1-1 0,-1-1 0,6 0 0,-3 1 0,-1-1 0,0 1 0,0-2 0,0 1 0,0 0 0,0-1 0,0 0 0,0 0 0,0-1 0,-1 1 0,1-1 0,-1 0 0,5-4 0,0-3 0,-1 0 0,0-1 0,0 0 0,-1 0 0,7-14 0,25-68 0,-16 39 0,79-165 0,-101 217 0,-1 0 0,1 0 0,0 1 0,-1-1 0,1 0 0,-1 0 0,0 0 0,1 0 0,-1 1 0,0-4 0,-4 6 0,-3 13 0,1 2 0,0 1 0,1-1 0,2 1 0,-1 1 0,0 17 0,0 89 0,3-89 0,8 269 0,0-99 0,-7-191 0,0 1 0,-1-1 0,-1 1 0,0-1 0,0 0 0,-6 16 0,6-25 0,0 1 0,-1-1 0,0 0 0,1 0 0,-2 0 0,1 0 0,-1 0 0,1 0 0,-1-1 0,0 0 0,-1 0 0,1 0 0,-1 0 0,0-1 0,0 0 0,0 0 0,-8 4 0,1-2 12,-1-1 0,1 0 0,-1-1 0,0 0 0,0-1 0,0 0 0,0-1 0,-1-1 0,-12-1 0,16 1-126,0-2 0,0 1-1,0-1 1,1-1 0,-1 1 0,1-2-1,0 1 1,0-1 0,0-1 0,0 0-1,1 0 1,-13-11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24575,'0'0'0,"0"0"0,0 0 0,-8 19 0,-4 11 0,2 0 0,1 1 0,1 0 0,2 0 0,-4 62 0,12 162 0,12-131 0,-23-181-1365,4 29-5461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0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24575,'28'-6'0,"-1"1"0,1 1 0,0 2 0,0 0 0,0 2 0,0 1 0,0 2 0,51 10 0,-70-9 0,0-1 0,-1 1 0,0 1 0,0 0 0,0 0 0,0 0 0,-1 1 0,0 0 0,0 1 0,-1-1 0,1 1 0,-1 1 0,-1-1 0,0 1 0,6 9 0,-10-14 0,0-1 0,0 1 0,0 0 0,-1-1 0,1 1 0,-1 0 0,1 0 0,-1 0 0,0 0 0,0-1 0,0 1 0,0 0 0,-1 0 0,1 0 0,-1 0 0,1-1 0,-2 4 0,-1-2 0,1 1 0,0-1 0,-1 0 0,0 0 0,0-1 0,0 1 0,0-1 0,0 1 0,-6 3 0,-7 4 0,1-1 0,-1-1 0,0-1 0,-23 9 0,-140 43-1365,153-53-5461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4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24575,'0'0'0,"0"0"0,0 0 0,0 0 0,13-2 0,42-3 0,55 3 0,-67 3 0,0-3 0,84-12 0,-126 13 86,-5 1-783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5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63 24575,'6'43'0,"4"19"0,2 78 0,2 164 0,-14-301 0,0-1 0,0 0 0,1 1 0,-1-1 0,1 0 0,0 1 0,0-1 0,0 0 0,0 0 0,0 0 0,0 1 0,1-1 0,-1-1 0,0 1 0,1 0 0,0 0 0,-1 0 0,1-1 0,0 1 0,0-1 0,0 0 0,0 1 0,0-1 0,0 0 0,1 0 0,-1 0 0,0-1 0,0 1 0,4 0 0,-2 0 0,1-1 0,-1 1 0,0-1 0,0-1 0,1 1 0,-1 0 0,0-1 0,0 0 0,1 0 0,-1 0 0,0-1 0,0 1 0,0-1 0,-1 0 0,8-5 0,-2 0 0,-1 0 0,0-1 0,-1 0 0,0 0 0,0-1 0,-1 0 0,0 0 0,8-17 0,1-6 0,15-49 0,-17 36 0,-2 0 0,-2-1 0,-2 0 0,-2 0 0,-2-1 0,-2 0 0,-7-66 0,6 112 0,0 1 0,0 0 0,0 0 0,0 0 0,0-1 0,0 1 0,0 0 0,0 0 0,0 0 0,0 0 0,0-1 0,0 1 0,0 0 0,0 0 0,0 0 0,0-1 0,0 1 0,0 0 0,0 0 0,0 0 0,0-1 0,0 1 0,0 0 0,0 0 0,0 0 0,0 0 0,0-1 0,-1 1 0,1 0 0,0 0 0,0 0 0,0 0 0,0 0 0,0 0 0,-1-1 0,1 1 0,0 0 0,0 0 0,0 0 0,0 0 0,-1 0 0,1 0 0,0 0 0,0 0 0,0 0 0,-1 0 0,1 0 0,0 0 0,0 0 0,0 0 0,-1 0 0,-6 12 0,-4 24 0,-4 28 0,3 0 0,-8 119 0,17 134 0,3-271 0,5 80 0,-1-58 0,-3 0 0,-10 88 0,6-136 0,0 0 0,-2 0 0,0 0 0,-1-1 0,-1 0 0,-1 0 0,0 0 0,-2-1 0,0-1 0,-1 0 0,-1 0 0,-14 16 0,21-28 0,-1 0 0,1-1 0,-1 0 0,0 0 0,0-1 0,0 1 0,0-1 0,-1 0 0,1-1 0,-1 0 0,0 0 0,1 0 0,-1-1 0,0 0 0,0 0 0,0-1 0,0 0 0,0 0 0,-12-2 0,1-1 0,0 0 0,0-1 0,1-1 0,-1-1 0,1 0 0,-22-13 0,32 16 17,0-1 0,0-1 1,1 1-1,-1-1 0,1 0 0,-8-9 0,11 11-123,0-1 0,1 1 0,-1-1 0,1 0 0,0 0 0,0 0-1,0 0 1,1 0 0,-1 0 0,1 0 0,0 0 0,0-1 0,0-4 0,1-2-6720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7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0 293 24575,'0'0'0,"0"0"0,0 0 0,0 0 0,0 0 0,0 0 0,0 0 0,0 0 0,0 0 0,23-4 0,-3 4 0,-20 0 0,1 1 0,0-1 0,-1 0 0,1 0 0,-1 1 0,1-1 0,0 0 0,-1 0 0,1 0 0,0 0 0,0 0 0,-1 0 0,1 0 0,0 0 0,-1-1 0,1 1 0,0 0 0,-1 0 0,1 0 0,-1-1 0,1 1 0,0 0 0,-1-1 0,1 1 0,0-1 0,-6-9 0,2-2 0,3 12 0,0 0 0,1-1 0,-1 1 0,1 0 0,-1 0 0,1-1 0,-1 1 0,1 0 0,-1 0 0,1 0 0,-1 0 0,1 0 0,-1 0 0,1 0 0,-1 0 0,1 0 0,-1 0 0,1 0 0,-1 0 0,1 0 0,-1 0 0,1 0 0,-1 1 0,1-1 0,6 1 0,0-1 0,0 1 0,-1-1 0,1-1 0,0 1 0,-1-1 0,1 0 0,-1-1 0,1 0 0,-1 0 0,0 0 0,1 0 0,-1-1 0,0 0 0,-1-1 0,1 1 0,0-1 0,-1 0 0,0-1 0,0 1 0,5-7 0,9-12 0,-1 0 0,-1-1 0,23-43 0,-9 14 0,-20 32 0,-11 21 0,0 0 0,0 0 0,0 0 0,0 0 0,0 0 0,0 0 0,0 0 0,0 0 0,0 0 0,0 0 0,0 0 0,0 0 0,0 0 0,0 0 0,0 0 0,0 0 0,0 0 0,-1 0 0,1 0 0,0 0 0,0-1 0,0 1 0,0 0 0,0 0 0,0 0 0,0 0 0,0 0 0,0 0 0,0 0 0,0 0 0,-7 12 0,-7 19 0,2 0 0,1 0 0,1 1 0,-6 41 0,-2 3 0,4-24 0,-22 89 0,33-122 0,0 1 0,2-1 0,0 0 0,1 0 0,3 27 0,-2-38 0,1-1 0,-1 0 0,2 0 0,-1 0 0,1 0 0,0 0 0,0 0 0,1-1 0,0 1 0,0-1 0,0 0 0,1 0 0,0 0 0,0-1 0,9 8 0,-10-11 0,0 1 0,0 0 0,0-1 0,1 0 0,-1 0 0,0 0 0,1 0 0,-1-1 0,1 0 0,0 0 0,-1 0 0,1 0 0,0-1 0,0 0 0,-1 0 0,1 0 0,0-1 0,-1 1 0,1-1 0,0 0 0,-1-1 0,1 1 0,-1-1 0,8-3 0,-6 1 0,-1 0 0,1 0 0,-1 0 0,0-1 0,0 0 0,0 0 0,-1 0 0,1-1 0,-1 1 0,-1-1 0,1 0 0,-1 0 0,0 0 0,0-1 0,-1 1 0,0-1 0,0 0 0,1-7 0,-1 3 0,0 1 0,-1-1 0,0 0 0,-1 0 0,0 0 0,-1 1 0,0-1 0,0 0 0,-2 0 0,-5-19 0,3 20 0,0 1 0,0 0 0,-1 0 0,0 0 0,0 1 0,-8-8 0,-47-43 0,54 53 0,-14-11 0,0 0 0,-2 2 0,0 1 0,-27-13 0,50 26 0,0 1 0,0 0 0,-1-1 0,1 1 0,0 0 0,0-1 0,0 1 0,0-1 0,0 1 0,0 0 0,0-1 0,0 1 0,0-1 0,1 1 0,-1 0 0,0-1 0,0 1 0,0 0 0,0-1 0,0 1 0,1 0 0,-1-1 0,0 1 0,0 0 0,1-1 0,-1 1 0,0 0 0,0 0 0,1-1 0,-1 1 0,0 0 0,1 0 0,-1 0 0,1-1 0,11-9 0,3 3-124,-1 0 0,2 2 0,-1-1 0,1 2 0,0 0 0,0 1-1,0 1 1,0 0 0,0 1 0,19 2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7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24575,'0'0'0,"0"0"0,0 0 0,0 0 0,0 0 0,0 0 0,-24 8 0,23-6 0,1 1 0,0-1 0,0 1 0,0 0 0,0-1 0,1 1 0,-1-1 0,1 1 0,-1-1 0,1 1 0,0-1 0,1 4 0,17 31 0,-14-28 0,43 75 0,26 54 0,-66-120 0,-1 0 0,-1 0 0,-1 1 0,-1-1 0,0 1 0,1 24 0,-4-19 0,-1 1 0,-1 0 0,-2 0 0,0-1 0,-7 26 0,5-32 0,-1-1 0,0 1 0,-1-1 0,-1-1 0,0 1 0,-1-1 0,-16 21 0,3-2 95,15-24-220,16-30-1210,-3 6-5491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7:48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24575,'76'8'0,"-58"-7"0,1 1 0,0 0 0,29 9 0,-44-10 0,1 0 0,0 1 0,-1 0 0,0 0 0,0 0 0,1 1 0,-1 0 0,0-1 0,-1 1 0,1 0 0,-1 1 0,1-1 0,-1 1 0,0 0 0,0-1 0,0 1 0,-1 0 0,1 1 0,-1-1 0,0 0 0,-1 1 0,1-1 0,-1 1 0,1 0 0,-1-1 0,-1 1 0,1 0 0,-1 0 0,0-1 0,0 1 0,0 0 0,0 0 0,-1 0 0,0-1 0,0 1 0,0 0 0,-1-1 0,0 1 0,0-1 0,0 0 0,-5 8 0,-5 7 0,-2-1 0,0 0 0,-1-1 0,-25 22 0,22-21 0,0 0 0,-30 40 0,48-58 0,-1 1 0,0 0 0,1 0 0,-1 0 0,1 0 0,-1 0 0,1 0 0,-1 0 0,1 0 0,0 0 0,-1 0 0,1 0 0,0 0 0,0 0 0,0 0 0,0 0 0,0 0 0,0 0 0,0 0 0,0 0 0,1 1 0,-1-1 0,1 0 0,-1 0 0,1-1 0,0 1 0,-1 0 0,1-1 0,0 1 0,-1-1 0,1 1 0,0-1 0,0 1 0,0-1 0,0 1 0,-1-1 0,1 0 0,0 1 0,0-1 0,2 0 0,5 1 0,0 0 0,0-1 0,0 0 0,11-1 0,168-26-1365,-159 23-5461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14 107 24575,'0'23'0,"-7"142"0,1 17 0,6-179 0,0 0 0,0 0 0,0 0 0,1 1 0,-1-1 0,1 0 0,0 0 0,0 0 0,0 0 0,0 0 0,0 0 0,1 0 0,-1-1 0,1 1 0,0 0 0,0-1 0,0 1 0,0-1 0,0 0 0,4 4 0,-4-5 0,1 0 0,-1 0 0,1 0 0,0 0 0,-1 0 0,1-1 0,0 1 0,0-1 0,-1 0 0,1 0 0,0 0 0,0 0 0,0 0 0,-1 0 0,1-1 0,0 1 0,0-1 0,-1 0 0,1 0 0,-1 0 0,1 0 0,-1 0 0,5-4 0,4-2 0,-1-1 0,0 0 0,0 0 0,0-1 0,-1-1 0,-1 0 0,1 0 0,-2-1 0,1 1 0,8-21 0,4-8 0,25-76 0,-34 84 0,-1-1 0,-2 1 0,-1-2 0,-2 1 0,0-1 0,-2-33 0,-9 191 0,0 433 0,6-543 0,-1 0 0,-1 0 0,-4 18 0,5-27 0,-1-1 0,0 0 0,0 1 0,0-1 0,-1 0 0,0 0 0,0-1 0,0 1 0,0 0 0,-1-1 0,-8 8 0,7-8 6,-1 1 0,1-1 0,-1-1 0,0 1 0,-1-1 0,1 0 0,-1 0 0,1-1 0,-1 0 0,0 0 0,0 0 0,0-1 1,-7 1-1,-8-2-176,1 0 0,0-2 1,-21-3-1,14 1-601,22 3-6055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24575,'-6'28'0,"1"-1"0,1 1 0,1 1 0,1-1 0,4 43 0,-2-19 0,1 242 0,-2-286-33,-1 0 0,1 0-1,-1 0 1,-1-1 0,1 1 0,-7 11-1,3-4-1098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2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66 24575,'0'-3'0,"0"1"0,0-1 0,0 0 0,1 0 0,-1 1 0,1-1 0,0 1 0,0-1 0,0 0 0,0 1 0,0 0 0,0-1 0,1 1 0,-1 0 0,1-1 0,0 1 0,0 0 0,0 0 0,0 0 0,0 1 0,0-1 0,0 0 0,0 1 0,1 0 0,-1-1 0,1 1 0,-1 0 0,1 0 0,-1 0 0,1 1 0,-1-1 0,1 0 0,0 1 0,4 0 0,2-1 0,0 1 0,1 0 0,-1 0 0,0 1 0,0 0 0,0 1 0,0 0 0,0 0 0,9 5 0,-10-4 0,-1 0 0,0 1 0,0 0 0,-1 0 0,1 1 0,-1 0 0,0 0 0,7 7 0,-10-9 0,-1 0 0,1 1 0,-1-1 0,0 1 0,0-1 0,0 1 0,-1 0 0,1-1 0,-1 1 0,0 0 0,0 0 0,0 0 0,0 0 0,-1 0 0,0 0 0,0 0 0,0 0 0,-1 5 0,0-3 0,0 1 0,-1-1 0,-1 0 0,1 0 0,-1 0 0,0 0 0,0 0 0,0 0 0,-1-1 0,0 1 0,0-1 0,-1 0 0,1-1 0,-1 1 0,0-1 0,0 0 0,-1 0 0,1 0 0,-1-1 0,-10 5 0,-6 2 0,-1-1 0,1-1 0,-2-1 0,-32 5 0,52-11-105,-1 0 0,1-1 0,-1 1 0,1-1 0,-1 0 0,0 0 0,1-1 0,-1 0 0,1 1 0,-1-2 0,1 1 0,-8-3 0,4-1-6721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24575,'64'0'0,"-31"4"0,-20-4 0,0 1 0,-1 1 0,0 0 0,1 1 0,-1 0 0,0 1 0,0 0 0,13 7 0,-24-10 0,0-1 0,0 1 0,0 0 0,0-1 0,-1 1 0,1 0 0,0 0 0,0 0 0,0-1 0,-1 1 0,1 0 0,-1 0 0,1 0 0,-1 0 0,1 0 0,-1 1 0,1-1 0,-1 0 0,0 0 0,0 0 0,1 0 0,-1 2 0,0-1 0,-1 1 0,1-1 0,-1 0 0,1 1 0,-1-1 0,0 0 0,1 0 0,-1 1 0,-1-1 0,0 2 0,-5 6 0,0-1 0,0 0 0,-13 12 0,17-18 0,-12 10 0,0 0 0,-21 13 0,21-16 0,1 0 0,-24 23 0,38-33 0,0 0 0,-1 1 0,1-1 0,0 0 0,-1 1 0,1-1 0,0 0 0,-1 0 0,1 1 0,0-1 0,0 1 0,0-1 0,-1 0 0,1 1 0,0-1 0,0 0 0,0 1 0,0-1 0,-1 1 0,1-1 0,0 1 0,0-1 0,0 0 0,0 1 0,0-1 0,0 1 0,0-1 0,0 0 0,1 1 0,-1-1 0,0 2 0,13 1 0,23-6 0,91-36-48,-81 24-1269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4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24575,'285'13'0,"-195"-20"-1365,-83 7-5461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6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24575,'0'0'0,"0"0"0,0 0 0,0 0 0,0 0 0,0 0 0,0 0 0,0 0 0,18-3 0,7 1 0,1 1 0,49 5 0,-60-3 0,-1 2 0,0-1 0,0 2 0,0 0 0,0 1 0,24 12 0,-35-16 0,0 1 0,0 0 0,0 0 0,0 0 0,-1 0 0,1 1 0,-1-1 0,1 1 0,-1-1 0,0 1 0,0 0 0,0 0 0,0 0 0,-1 0 0,1 0 0,-1 0 0,1 5 0,-1-4 0,0 1 0,-1-1 0,1 1 0,-1-1 0,-1 1 0,1-1 0,-1 0 0,1 1 0,-1-1 0,0 1 0,-4 6 0,-1 3 0,-1 0 0,-1-1 0,0 0 0,-1 0 0,0-1 0,-19 19 0,4-9 0,-1-1 0,-1-2 0,-48 29 0,44-29 0,29-18 0,-18 12 0,18-8 0,14-4 0,41-10 0,-2-2 0,101-35 0,-150 45 0,121-39-1365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6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61 135 24575,'0'0'0,"0"0"0,0 0 0,0 0 0,0 0 0,0 0 0,0 0 0,0 16 0,-2 47 0,-3 0 0,-17 86 0,20-137 0,1-1 0,0 1 0,1 0 0,1 0 0,0 0 0,0-1 0,6 23 0,-6-32 0,0 0 0,-1 0 0,1 0 0,0 0 0,0 0 0,0 0 0,0 0 0,1-1 0,-1 1 0,0 0 0,1-1 0,-1 1 0,1-1 0,-1 0 0,1 1 0,0-1 0,0 0 0,-1 0 0,1 0 0,0 0 0,0 0 0,0 0 0,0-1 0,0 1 0,0-1 0,1 1 0,-1-1 0,3 0 0,0 0 0,-1 0 0,1 0 0,-1 0 0,1-1 0,-1 1 0,1-1 0,-1-1 0,1 1 0,-1 0 0,0-1 0,8-4 0,-3-1 0,-1 1 0,-1-1 0,1 0 0,-1-1 0,0 0 0,-1 0 0,0 0 0,0-1 0,-1 0 0,8-17 0,-1-3 0,-1-2 0,8-37 0,47-254 0,-66 311 0,-5 17 0,-3 23 0,5 25 0,4 58 0,0 3 0,-4 77 0,-8 141 0,10-314 0,-1-1 0,-1 1 0,-1-1 0,-1 0 0,-8 23 0,10-34 0,-1 1 0,1-1 0,-1 0 0,-1-1 0,0 1 0,0-1 0,0 1 0,0-2 0,-1 1 0,0-1 0,0 1 0,-1-2 0,1 1 0,-15 7 0,14-9-65,-1 1 0,0-1 0,1 0 0,-1-1 0,0 0 0,-1 0 0,1-1 0,0 0 0,0 0 0,-1-1 0,1 0 0,0-1 0,-1 1 0,1-2 0,0 1 0,0-1 0,0 0 0,0-1 0,0 0 0,-14-7 0,16 6-6761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7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 24575,'0'0'0,"0"0"0,-1 94 0,-5 1 0,-24 128 0,19-158 0,3 0 0,1 69 0,1-44 0,4-131-1365,0 20-5461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7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21 24575,'0'0'0,"0"0"0,14-5 0,2 1 0,0 0 0,0 1 0,0 1 0,0 1 0,1 0 0,-1 1 0,21 2 0,-27-1 0,0 0 0,0 1 0,0 1 0,0 0 0,0 0 0,-1 0 0,1 1 0,-1 1 0,0 0 0,0 0 0,-1 1 0,15 11 0,-18-12 0,0 0 0,-1 0 0,1 0 0,-1 1 0,0-1 0,0 1 0,-1 0 0,0 0 0,0 0 0,3 9 0,-5-11 0,-1 0 0,1 0 0,-1 0 0,0 1 0,0-1 0,0 0 0,0 0 0,-1 0 0,1 0 0,-1 1 0,0-1 0,-1 0 0,1 0 0,-1-1 0,1 1 0,-1 0 0,-5 7 0,1-3 0,-1 0 0,0 0 0,0 0 0,-1-1 0,0 0 0,0-1 0,0 0 0,-1 0 0,0 0 0,-11 4 0,-17 6 0,-50 16 0,35-14 0,32-10-119,-34 10 370,51-17-376,-1 0 0,0 0 1,0-1-1,0 0 0,0 0 0,0 0 1,0-1-1,0 1 0,0-1 0,0 0 1,-6-2-1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8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248 153 24575,'0'0'0,"0"0"0,0 0 0,0 0 0,0 0 0,0 0 0,-1 119 0,2 126 0,-1-237 0,1 1 0,0-1 0,0 0 0,0 1 0,5 11 0,-6-18 0,1-1 0,-1 1 0,1-1 0,0 0 0,0 1 0,0-1 0,-1 0 0,1 1 0,0-1 0,0 0 0,1 0 0,-1 0 0,0 0 0,0 0 0,0 0 0,1 0 0,-1-1 0,1 1 0,-1 0 0,0-1 0,1 1 0,-1-1 0,1 1 0,-1-1 0,1 0 0,-1 0 0,1 1 0,0-1 0,-1 0 0,1 0 0,-1-1 0,1 1 0,-1 0 0,1 0 0,-1-1 0,1 1 0,2-2 0,0 0 0,1 0 0,-1 0 0,0 0 0,0-1 0,0 1 0,0-1 0,-1 0 0,1 0 0,-1-1 0,0 1 0,5-7 0,3-5 0,13-28 0,-23 41 0,16-32 0,-2-1 0,-1 0 0,17-71 0,-18 41 0,7-97 0,-17 143 0,-1 15 0,-1-1 0,-1 1 0,1-1 0,-1 1 0,0 0 0,0-1 0,-1-7 0,1 12 0,0 0 0,0 0 0,0 0 0,0 0 0,0 0 0,0-1 0,0 1 0,0 0 0,0 0 0,0 0 0,0 0 0,0 0 0,0 0 0,0 0 0,0 0 0,0-1 0,0 1 0,0 0 0,0 0 0,0 0 0,0 0 0,0 0 0,0 0 0,-1 0 0,1 0 0,0 0 0,0 0 0,0 0 0,0 0 0,0-1 0,0 1 0,0 0 0,0 0 0,-1 0 0,1 0 0,0 0 0,0 0 0,0 0 0,0 0 0,0 0 0,0 0 0,0 0 0,0 0 0,-1 0 0,1 0 0,0 0 0,0 0 0,0 0 0,0 0 0,0 1 0,0-1 0,0 0 0,0 0 0,-1 0 0,1 0 0,0 0 0,0 0 0,0 0 0,0 0 0,0 0 0,0 0 0,0 0 0,0 0 0,0 1 0,-7 10 0,-2 17 0,-5 53 0,-5 124 0,16-155 0,-2 43 0,-19 183 0,17-233 0,-1 0 0,-2 0 0,-3-1 0,-21 51 0,29-81 0,-1 0 0,0-1 0,-1 0 0,0 0 0,-1 0 0,0-1 0,0 0 0,-20 16 0,22-21 0,0-1 0,0 0 0,0-1 0,0 1 0,-1-1 0,1 0 0,-1-1 0,0 0 0,0 0 0,0 0 0,0-1 0,0 0 0,0 0 0,0-1 0,0 0 0,0 0 0,-12-2 0,11 0 14,0 1-1,-1-1 0,1-1 0,1 0 1,-1 0-1,0 0 0,1-1 1,-12-7-1,14 8-127,1-1 0,-1 0-1,1 0 1,0-1 0,0 1 0,0-1-1,1 0 1,0 1 0,-1-2 0,2 1-1,-1 0 1,-2-9 0,-1-2-6712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1 557 24575,'8'-5'0,"1"-1"0,-1 0 0,1 0 0,-2 0 0,1-1 0,-1 0 0,0-1 0,6-8 0,45-71 0,-55 81 0,102-203 0,-31 54 0,-61 122 0,-44 82 0,-62 134 0,74-139 0,1 2 0,-13 56 0,29-93 0,0 1 0,0-1 0,1 1 0,1 0 0,-1 0 0,1 0 0,1 0 0,0-1 0,0 1 0,1 0 0,0-1 0,1 1 0,0-1 0,1 0 0,0 0 0,0 0 0,1 0 0,0-1 0,6 9 0,-7-13 0,0-1 0,1 1 0,-1-1 0,1 0 0,0 0 0,0-1 0,0 0 0,0 0 0,0 0 0,1 0 0,-1-1 0,0 1 0,1-2 0,-1 1 0,1 0 0,0-1 0,-1 0 0,1-1 0,-1 1 0,1-1 0,-1 0 0,1 0 0,-1 0 0,0-1 0,0 0 0,0 0 0,1-1 0,-2 1 0,1-1 0,8-6 0,-8 3-114,0 0 1,0 0-1,0-1 0,-1 0 0,0 0 1,0 0-1,-1 0 0,0-1 0,0 1 1,-1-1-1,2-9 0,0 2-6712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24575,'289'-13'0,"-267"13"0,-41-5-1365,7 3-5461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24575,'0'0'0,"0"0"0,0 0 0,0 0 0,183-9 0,10 0 0,-187 9-72,0 0 1,0 0-1,-1-1 0,1 0 0,0 0 0,0 0 0,0 0 0,0-1 1,-1 0-1,1 0 0,-1-1 0,0 1 0,1-1 0,-1-1 0,0 1 1,-1-1-1,1 1 0,4-6 0,0-2-6754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09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24575,'0'31'0,"13"221"0,-1 78 0,-25-209 0,29-142 0,-7 4-1365,-1 0-5461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0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178 362 24575,'8'24'0,"3"18"0,-2 2 0,6 86 0,-13-109 0,-1-15 0,0 0 0,0 0 0,0-1 0,1 1 0,0 0 0,0-1 0,1 1 0,-1-1 0,1 0 0,0 0 0,5 6 0,-6-9 0,0 0 0,-1 0 0,1 0 0,0 0 0,0 0 0,0-1 0,1 1 0,-1-1 0,0 0 0,0 0 0,1 0 0,-1 0 0,1 0 0,-1 0 0,1 0 0,-1-1 0,1 1 0,-1-1 0,1 0 0,0 0 0,-1 0 0,1 0 0,0 0 0,-1-1 0,1 1 0,-1-1 0,1 1 0,-1-1 0,3-1 0,3-2 0,0-1 0,-1 0 0,1 0 0,-1 0 0,0-1 0,-1 0 0,1 0 0,-1 0 0,-1-1 0,1 0 0,7-13 0,5-10 0,20-49 0,-37 77 0,2-4 0,112-276 0,-107 255 0,-1 0 0,4-33 0,-9 45 0,-1 0 0,0 0 0,-1 0 0,-1 0 0,-4-25 0,5 40 0,0 0 0,0-1 0,0 1 0,0 0 0,0 0 0,0 0 0,0 0 0,0 0 0,0 0 0,0-1 0,0 1 0,0 0 0,0 0 0,-1 0 0,1 0 0,0 0 0,0 0 0,0 0 0,0-1 0,0 1 0,0 0 0,0 0 0,0 0 0,0 0 0,-1 0 0,1 0 0,0 0 0,0 0 0,0 0 0,0 0 0,0 0 0,0 0 0,-1 0 0,1 0 0,0 0 0,0 0 0,0 0 0,0 0 0,0 0 0,0 0 0,-1 0 0,1 0 0,0 0 0,0 0 0,0 0 0,0 0 0,0 0 0,-1 0 0,-6 7 0,-5 10 0,3 6 0,1 1 0,0 1 0,2 0 0,-4 36 0,4-28 0,-41 343 0,44-348 0,-4 82 0,-1 21 0,5-108 0,-1 1 0,-1-2 0,-11 34 0,12-48 0,1 0 0,-1 0 0,0 0 0,-1-1 0,0 0 0,0 0 0,-1 0 0,1 0 0,-1-1 0,-1 0 0,1 0 0,-1-1 0,0 0 0,-1 0 0,1-1 0,-1 0 0,0 0 0,0 0 0,0-1 0,0 0 0,0-1 0,-17 3 0,8-3 0,0-1 0,-1 0 0,1-1 0,0-1 0,-1 0 0,1-2 0,0 0 0,0 0 0,1-2 0,-28-11 0,36 13-170,0-1-1,0 0 0,1-1 1,0 0-1,0 0 0,0 0 1,-11-13-1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1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0 540 24575,'0'0'0,"0"0"0,0 0 0,16-8 0,2-5 0,0-1 0,-1-1 0,0 0 0,-1-1 0,16-22 0,62-97 0,-29 17 0,-41 71 0,35-50 0,-46 75 0,-13 20 0,-8 17 0,-11 20 0,1 2 0,2 0 0,-20 71 0,28-79 0,2 0 0,1 1 0,2 0 0,1 0 0,3 55 0,0-74 0,1-1 0,0 0 0,1 1 0,0-1 0,0 0 0,1-1 0,1 1 0,-1-1 0,1 1 0,1-1 0,0-1 0,0 1 0,1-1 0,11 11 0,-14-15 0,0-1 0,1 1 0,-1-1 0,1 0 0,0 0 0,0 0 0,0 0 0,0-1 0,1 0 0,-1 0 0,0 0 0,1-1 0,0 0 0,-1 0 0,1 0 0,-1-1 0,1 0 0,0 0 0,0 0 0,-1-1 0,1 0 0,-1 0 0,1 0 0,-1-1 0,1 0 0,-1 0 0,10-5 0,-11 5 7,0 0-1,0-1 0,0 1 0,-1-1 1,1 0-1,-1 0 0,0-1 1,0 1-1,0 0 0,0-1 1,-1 0-1,1 0 0,-1 0 0,0 0 1,0 0-1,-1 0 0,1 0 1,1-6-1,-2 1-171,0 0 0,0 0 0,-1 1 0,0-1 0,-1 0 0,0 0 0,0 1 0,-4-13 0,0 3-6661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1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24575,'2'0'0,"0"0"0,0 0 0,0 0 0,0 0 0,0 1 0,0-1 0,0 0 0,0 1 0,2 1 0,10 2 0,127 9 0,0 1 0,-98-11-1365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12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 24575,'17'-13'0,"-2"1"0,29-17 0,-38 26 0,1-1 0,0 1 0,0 1 0,0 0 0,1 0 0,-1 0 0,14-1 0,-17 3 0,-1 0 0,1 0 0,0 0 0,0 1 0,0-1 0,0 1 0,0 0 0,-1 0 0,1 1 0,0-1 0,-1 1 0,1 0 0,-1 0 0,0 0 0,0 0 0,1 0 0,-1 1 0,-1-1 0,1 1 0,0 0 0,-1 0 0,1 0 0,-1 0 0,0 1 0,0-1 0,0 0 0,0 1 0,-1 0 0,0-1 0,1 1 0,-1 0 0,-1 0 0,1-1 0,0 1 0,-1 0 0,0 0 0,0 0 0,0 0 0,0 0 0,-1 0 0,1-1 0,-1 1 0,0 0 0,-2 4 0,-2 2 0,1-1 0,-2 1 0,0-1 0,0 0 0,0-1 0,-14 14 0,-53 40 0,6-6 0,65-53 0,-1-1 0,0 1 0,1 0 0,0-1 0,-1 1 0,1 0 0,0 0 0,-2 5 0,4-7 0,0 0 0,0 0 0,0 1 0,0-1 0,0 0 0,0 0 0,0 0 0,0 0 0,0 0 0,0 0 0,1 1 0,-1-1 0,0 0 0,1 0 0,-1 0 0,1 0 0,-1 0 0,1 0 0,-1 0 0,1 0 0,0 0 0,0-1 0,-1 1 0,1 0 0,0 0 0,0-1 0,0 1 0,0 0 0,0-1 0,0 1 0,2 0 0,3 2 11,1 0 0,0 0 0,0-1 0,0 1 0,1-2 0,-1 1-1,0-1 1,1 0 0,-1-1 0,11 0 0,10-1-754,37-8 1,-45 6-6084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24575,'-13'12'0,"1"1"0,0 0 0,1 0 0,0 2 0,1-1 0,0 1 0,-7 16 0,-44 115 0,43-85 0,1 0 0,4 1 0,2 1 0,-4 115 0,13-152 0,1 0 0,1 0 0,1 0 0,2 0 0,1 0 0,0-1 0,14 39 0,-17-60-105,0 0 0,0 0 0,1-1 0,0 1 0,0 0 0,0-1 0,0 0 0,1 1 0,-1-1 0,1 0 0,0 0 0,5 4 0,-2-3-6721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8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24575,'0'0'0,"0"0"0,0 0 0,0 0 0,-3 13 0,-14 53 0,4 1 0,2 0 0,-3 102 0,15-49 0,-1-119 0,0-1 0,0 1 0,0 0 0,0-1 0,0 1 0,0 0 0,0-1 0,0 1 0,0 0 0,0-1 0,0 1 0,0-1 0,0 1 0,0 0 0,0-1 0,1 1 0,-1 0 0,0-1 0,0 1 0,1-1 0,-1 1 0,1-1 0,-1 1 0,0-1 0,1 1 0,-1-1 0,1 1 0,-1-1 0,1 0 0,-1 1 0,1-1 0,-1 0 0,1 1 0,0-1 0,-1 0 0,1 0 0,-1 1 0,1-1 0,0 0 0,-1 0 0,1 0 0,0 0 0,-1 0 0,1 0 0,0 0 0,-1 0 0,1 0 0,-1 0 0,1 0 0,0-1 0,-1 1 0,2 0 0,1-2 0,0 1 0,0-1 0,0 1 0,-1-1 0,1 0 0,0 0 0,-1 0 0,1 0 0,2-4 0,2-4 0,0-1 0,-1 0 0,0 0 0,-1 0 0,0-1 0,0 0 0,3-17 0,15-88 0,-17 71 0,-6 32 0,2 0 0,-1 0 0,2 1 0,0-1 0,1 1 0,0-1 0,6-12 0,-9 25 0,-1-1 0,1 1 0,0 0 0,-1 0 0,1-1 0,0 1 0,0 0 0,0 0 0,0 0 0,0 0 0,0 0 0,0 0 0,0 0 0,0 0 0,0 1 0,0-1 0,1 0 0,0 0 0,-1 1 0,0 0 0,-1 0 0,1 1 0,0-1 0,-1 0 0,1 0 0,-1 1 0,1-1 0,0 0 0,-1 1 0,1-1 0,-1 1 0,1-1 0,-1 0 0,1 1 0,-1-1 0,0 1 0,1-1 0,-1 1 0,0 0 0,1-1 0,-1 1 0,0-1 0,1 1 0,-1 0 0,0 0 0,3 9 0,0 0 0,-1 0 0,2 15 0,-3-19 0,9 176 0,-9-126 0,2-1 0,11 60 0,-13-113 0,-1 1 0,1 0 0,0 0 0,0-1 0,0 1 0,0 0 0,0-1 0,0 1 0,1-1 0,-1 1 0,1-1 0,-1 0 0,1 0 0,0 0 0,0 0 0,0 0 0,1 0 0,-1 0 0,0-1 0,0 1 0,1-1 0,-1 1 0,1-1 0,0 0 0,-1 0 0,1 0 0,0-1 0,-1 1 0,1-1 0,4 1 0,-3-1 0,0 0 0,0-1 0,0 1 0,0-1 0,0 0 0,0 0 0,0 0 0,0-1 0,0 1 0,0-1 0,0 0 0,-1 0 0,1 0 0,-1-1 0,0 1 0,1-1 0,-1 0 0,0 0 0,-1 0 0,4-4 0,4-8 0,-1-1 0,0 0 0,-1 0 0,0-1 0,-2 0 0,6-23 0,20-114 0,-21 93 0,-1 13-455,-3 0 0,2-71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9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0,0 0 0,20 2 0,12 1 0,30 4 0,-57-6 0,-1 0 0,0 1 0,0-1 0,0 1 0,0-1 0,0 1 0,-1 0 0,1 1 0,0-1 0,-1 1 0,6 5 0,-8-7 0,0 0 0,-1 0 0,1 0 0,0 0 0,-1 0 0,1 0 0,-1 0 0,1 0 0,-1 0 0,1 0 0,-1 1 0,0-1 0,0 0 0,0 0 0,1 1 0,-1-1 0,0 0 0,0 0 0,-1 0 0,1 2 0,-1 0 0,0 0 0,0 0 0,0 0 0,0 0 0,-1 0 0,1 0 0,-5 4 0,1 0 0,0-1 0,-1 0 0,0 0 0,0-1 0,-10 8 0,-22 10 0,39-22 0,-1-1 0,0 0 0,0 1 0,1-1 0,-1 1 0,0-1 0,1 1 0,-1-1 0,0 0 0,1 1 0,-1-1 0,1 1 0,-1-1 0,0 0 0,1 0 0,-1 1 0,1-1 0,-1 0 0,1 0 0,-1 0 0,1 1 0,-1-1 0,1 0 0,-1 0 0,1 0 0,0 0 0,0 0 0,20 5 0,60-3-1365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39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 24575,'0'0'0,"0"0"0,0 0 0,0 0 0,-3 18 0,-45 238 0,44-226 0,1 0 0,2 0 0,2 47 0,1-44 0,-3-21-273,1 0 0,-2-1 0,1 1 0,-5 14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0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66 24575,'-12'27'0,"-102"237"0,103-232 0,1 1 0,2 0 0,1 0 0,2 0 0,1 1 0,0 47 0,4-74 0,1 0 0,0 0 0,0 0 0,0-1 0,1 1 0,0 0 0,0-1 0,0 0 0,1 1 0,0-1 0,0 0 0,6 6 0,-7-8 0,1-1 0,0 0 0,0 0 0,0-1 0,1 1 0,-1-1 0,1 1 0,-1-1 0,1 0 0,0 0 0,0-1 0,0 1 0,0-1 0,0 0 0,0 0 0,0 0 0,0-1 0,0 1 0,0-1 0,1 0 0,4-1 0,13-2 0,-1-1 0,0-1 0,-1-1 0,1-1 0,-1-1 0,0-1 0,-1 0 0,30-21 0,-33 19 0,-1-1 0,-1-1 0,0 0 0,-1-1 0,0 0 0,-1-1 0,-1-1 0,16-26 0,4-16 0,26-67 0,-51 112 0,-1 0 0,0 0 0,-1-1 0,0 0 0,-1 1 0,0-1 0,-2 0 0,1 0 0,-2 0 0,0-1 0,0 1 0,-4-20 0,2 26 0,-1 1 0,1 0 0,-1 0 0,-1 1 0,1-1 0,-1 1 0,0-1 0,-1 1 0,1 0 0,-1 1 0,-1-1 0,1 1 0,-1 0 0,1 1 0,-1-1 0,-8-3 0,3 1 0,-1 1 0,1 0 0,-1 1 0,-1 1 0,1 0 0,-1 0 0,0 1 0,-16-1 0,15 3-105,0 1 0,0 0 0,0 1 0,0 0 0,1 1 0,-1 1 0,0 0 0,1 1 0,0 1 0,0 0 0,0 0 0,-14 9 0,17-8-6721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0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24575,'0'0'0,"0"0"0,0 0 0,0 0 0,0 0 0,0 0 0,0 11 0,1 50 0,1-31 0,-2 1 0,-1-1 0,-8 46 0,9-76 2,0 0-1,0 0 1,0 0-1,0 1 0,0-1 1,0 0-1,0 0 1,0 0-1,0 0 1,0 0-1,0 0 1,0 0-1,0 0 0,0 0 1,0 0-1,0 0 1,0 0-1,0 0 1,0 0-1,-1 1 1,1-1-1,0 0 0,0 0 1,0 0-1,0 0 1,0 0-1,0 0 1,0 0-1,0 0 1,0 0-1,0 0 1,0 0-1,-1 0 0,1 0 1,0 0-1,0 0 1,0 0-1,0 0 1,0 0-1,0 0 1,0 0-1,0 0 0,0 0 1,0-1-1,0 1 1,-1 0-1,1 0 1,0 0-1,0 0 1,0 0-1,0 0 0,0 0 1,0 0-1,0 0 1,0 0-1,0 0 1,0 0-1,0 0 1,0 0-1,0 0 0,0-1 1,0 1-1,0 0 1,0 0-1,0 0 1,-5-6-940,5 5 415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2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24575,'0'0'0,"0"0"0,0 0 0,0 0 0,0 0 0,0 0 0,12 0 0,311-7 0,-309 8-80,13 0 272,-24-2-578,-13-2-705,2 2-5735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5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24575,'-4'22'0,"2"27"0,1 1 0,3-1 0,9 52 0,2 55 0,-12 76-1365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6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24575,'0'0'0,"0"0"0,0 0 0,0 0 0,-4 21 0,1 175 0,5-108 0,-2-34 0,4 111 0,-4-165 0,0 0 0,0 0 0,0 0 0,0 1 0,0-1 0,0 0 0,0 0 0,0 0 0,0 1 0,0-1 0,0 0 0,0 0 0,1 0 0,-1 1 0,0-1 0,0 0 0,0 0 0,0 0 0,0 0 0,0 0 0,0 1 0,0-1 0,1 0 0,-1 0 0,0 0 0,0 0 0,0 0 0,0 0 0,1 1 0,-1-1 0,0 0 0,0 0 0,0 0 0,0 0 0,1 0 0,-1 0 0,0 0 0,0 0 0,0 0 0,1 0 0,8-5 0,6-15 0,-2-4 0,-1-1 0,-2-1 0,15-53 0,8-85 0,-10 43 0,-23 119 0,6-17 0,-6 18 0,0 1 0,0-1 0,0 0 0,0 1 0,1-1 0,-1 1 0,0-1 0,0 0 0,1 1 0,-1-1 0,0 1 0,1-1 0,-1 1 0,1-1 0,-1 1 0,1 0 0,-1-1 0,1 1 0,-1-1 0,1 1 0,-1 0 0,1-1 0,0 1 0,0 0 0,-1 1 0,1-1 0,0 0 0,-1 1 0,1-1 0,-1 1 0,0-1 0,1 1 0,-1-1 0,1 1 0,-1 0 0,0-1 0,1 1 0,-1-1 0,0 1 0,0 0 0,1-1 0,-1 1 0,0 0 0,0-1 0,0 1 0,0 1 0,3 20 0,-2-19 0,8 116 0,6 52 0,-10-141 0,-3-9 0,2 0 0,0-1 0,1 0 0,12 31 0,-17-50 0,1 0 0,-1 0 0,1 1 0,0-1 0,-1 0 0,1 0 0,0 0 0,0 0 0,0 0 0,-1 0 0,1 0 0,0 0 0,0 0 0,0-1 0,1 1 0,-1 0 0,0-1 0,0 1 0,0-1 0,0 1 0,1-1 0,-1 1 0,0-1 0,0 0 0,1 0 0,-1 1 0,0-1 0,1 0 0,-1 0 0,0 0 0,1-1 0,-1 1 0,0 0 0,0 0 0,1-1 0,-1 1 0,0-1 0,0 1 0,1-1 0,-1 1 0,2-2 0,2-2 0,0 1 0,0-1 0,0 0 0,-1 0 0,1-1 0,7-9 0,0-4 14,0-1-1,-1 0 0,-1-1 0,0 0 1,-2 0-1,-1-1 0,0 0 1,4-26-1,-4 4-384,-1-1-1,-3 1 1,-2-52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6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24575,'9'0'0,"0"1"0,0 1 0,15 4 0,9 1 0,-28-6 0,0 0 0,0 1 0,0 0 0,0-1 0,0 2 0,0-1 0,-1 0 0,1 1 0,-1 0 0,1 0 0,4 5 0,-8-7 0,1 1 0,0 0 0,0 0 0,-1-1 0,1 1 0,-1 0 0,1 1 0,-1-1 0,0 0 0,0 0 0,0 0 0,0 1 0,0-1 0,-1 1 0,1-1 0,-1 0 0,1 1 0,-1-1 0,0 1 0,0-1 0,0 1 0,0-1 0,-1 1 0,0 4 0,-3 1 0,1 0 0,-2-1 0,1 1 0,-1-1 0,0 0 0,0 0 0,-1-1 0,0 0 0,0 0 0,-1 0 0,1-1 0,-12 7 0,-30 29 0,83-40 0,-2-6-1365,-19 2-5461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7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0,18 2 0,0 1 0,-2-2 0,0 2 0,0 0 0,0 0 0,-1 1 0,24 11 0,-36-14 0,0 0 0,0 1 0,-1 0 0,1 0 0,0 0 0,-1 0 0,0 0 0,1 0 0,-1 1 0,0-1 0,0 1 0,0-1 0,0 1 0,-1 0 0,1 0 0,-1 0 0,0 0 0,0 0 0,0 0 0,0 0 0,0 0 0,-1 0 0,1 0 0,-1 1 0,0-1 0,0 0 0,0 0 0,0 1 0,-1-1 0,1 0 0,-1 0 0,0 0 0,-2 6 0,1-3 0,0-1 0,0 1 0,-1-1 0,0 1 0,0-1 0,0 0 0,-1 0 0,1 0 0,-9 7 0,-1-1 0,0 0 0,-16 10 0,-10 7 0,36-26 0,-12 13 0,15-15 0,0 0 0,0 1 0,0-1 0,0 1 0,0-1 0,0 1 0,0-1 0,0 0 0,0 1 0,0-1 0,0 1 0,0-1 0,0 1 0,0-1 0,0 1 0,0-1 0,0 0 0,0 1 0,1-1 0,-1 1 0,0-1 0,0 0 0,0 1 0,1-1 0,-1 1 0,0-1 0,1 0 0,-1 0 0,0 1 0,1-1 0,-1 0 0,0 1 0,1-1 0,-1 0 0,1 0 0,-1 0 0,0 1 0,1-1 0,-1 0 0,1 0 0,-1 0 0,1 0 0,0 0 0,7 3 0,-1-1 0,2-1 0,-1 1 0,0-1 0,0-1 0,0 1 0,1-1 0,-1-1 0,0 1 0,16-5 0,-6 1 0,0-1 0,0-1 0,31-15 0,-49 21 2,0 0-1,0 0 0,0 0 0,1 0 0,-1 0 1,0 0-1,0 0 0,0 0 0,0 0 1,0 0-1,0 0 0,1 0 0,-1 0 1,0 0-1,0 0 0,0 0 0,0 0 1,0 0-1,0 0 0,0-1 0,0 1 1,1 0-1,-1 0 0,0 0 0,0 0 1,0 0-1,0 0 0,0 0 0,0 0 1,0-1-1,0 1 0,0 0 0,0 0 1,0 0-1,0 0 0,0 0 0,0 0 1,0-1-1,0 1 0,0 0 0,0 0 1,0 0-1,0 0 0,0 0 0,0 0 1,0 0-1,0-1 0,0 1 0,0 0 1,0 0-1,0 0 0,0 0 0,0 0 1,0 0-1,0 0 0,-1 0 0,1-1 1,0 1-1,0 0 0,0 0 0,0 0 1,-9-3-1219,8 3 991,-7-3-6600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7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94 138 24575,'0'0'0,"0"0"0,0 0 0,-5 14 0,-17 40 0,-21 89 0,35-111 0,2 1 0,1 1 0,2-1 0,1 41 0,2-66 0,1 0 0,-1-1 0,1 1 0,1 0 0,0-1 0,0 0 0,0 1 0,1-1 0,0 0 0,0 0 0,1 0 0,0-1 0,0 1 0,0-1 0,1 0 0,0 0 0,0-1 0,1 0 0,0 1 0,0-2 0,0 1 0,0-1 0,1 0 0,8 4 0,-7-4 0,0-1 0,0 0 0,0 0 0,0-1 0,0 0 0,1-1 0,-1 0 0,1 0 0,-1-1 0,1 0 0,0 0 0,-1-1 0,12-2 0,-9 0 0,0-1 0,-1 1 0,1-2 0,-1 0 0,0 0 0,0-1 0,0 0 0,-1 0 0,11-10 0,-5 2 0,-1 0 0,0-2 0,-1 1 0,-1-2 0,0 0 0,-2 0 0,0-1 0,0 0 0,-2-1 0,12-34 0,-13 27 0,-1 0 0,-2-1 0,0 1 0,-2-1 0,0 0 0,-2 0 0,-1 1 0,-2-1 0,-5-28 0,6 47 0,-1 0 0,0 0 0,-1 0 0,0 0 0,0 0 0,-1 1 0,0 0 0,0 0 0,0 0 0,-1 1 0,0-1 0,0 1 0,-1 1 0,0-1 0,0 1 0,0 1 0,-1-1 0,1 1 0,-1 0 0,-16-5 0,7 4 0,-1 0 0,0 0 0,0 2 0,0 1 0,-1 0 0,1 1 0,-1 1 0,-35 4 0,52-4-91,0 1 0,-1 0 0,1 0 0,0 0 0,0 0 0,0 0 0,0 1 0,0-1 0,0 0 0,0 1 0,0 0 0,0-1 0,1 1 0,-3 3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48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2 0,1 0 0,-1-1 0,1 1 0,0 0 0,-1-1 0,1 1 0,0-1 0,0 0 0,0 1 0,0-1 0,0 0 0,1 1 0,-1-1 0,0 0 0,1 0 0,1 1 0,23 15 0,-15-13 0,-1 0 0,22 4 0,-24-7 0,-1 1 0,0 0 0,0 0 0,0 0 0,0 1 0,0 0 0,-1 0 0,1 1 0,5 4 0,-10-6 0,0 1 0,0-1 0,0 1 0,0 0 0,-1-1 0,1 1 0,-1 0 0,0 0 0,0 0 0,0 0 0,0 0 0,0 0 0,0 0 0,-1 0 0,0 0 0,0 0 0,0 1 0,0-1 0,0 0 0,0 0 0,-1 0 0,1 0 0,-1 0 0,0 0 0,-2 5 0,-1 3 0,-1 0 0,0 0 0,0 0 0,-2-1 0,-8 13 0,-66 70 0,80-93 0,1 1 0,-1 0 0,1-1 0,-1 1 0,0 0 0,1-1 0,-1 1 0,1 0 0,0 0 0,-1 0 0,1-1 0,0 1 0,-1 0 0,1 0 0,0 0 0,0 0 0,0 0 0,0-1 0,-1 1 0,1 0 0,1 0 0,-1 0 0,0 0 0,0 0 0,0 0 0,1 1 0,0-1 0,-1-1 0,1 1 0,0 0 0,0 0 0,0-1 0,0 1 0,0 0 0,0-1 0,0 1 0,1-1 0,-1 1 0,0-1 0,0 0 0,0 0 0,0 1 0,2-1 0,7 1 0,0-1 0,0 0 0,13-2 0,-22 2 0,38-6-682,75-22-1,-101 25-6143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52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0 24575,'15'16'0,"-1"0"0,0 0 0,-1 1 0,-1 1 0,-1 0 0,-1 1 0,10 22 0,-14-25 0,-1 0 0,-1 0 0,0 1 0,-1 0 0,0-1 0,-2 1 0,0 0 0,-1 0 0,-3 26 0,-2-11 0,-1-1 0,-2 0 0,-1 0 0,-2 0 0,-24 49 0,-90 136 0,89-170-1365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53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24575,'30'5'0,"-6"-1"0,-1 0 0,41 15 0,-53-15 0,-1 1 0,0 0 0,0 1 0,0-1 0,0 2 0,-1-1 0,0 2 0,8 8 0,-14-14 0,-1 0 0,0 1 0,-1-1 0,1 1 0,0-1 0,-1 1 0,1 0 0,-1-1 0,0 1 0,0 0 0,0 0 0,0 0 0,-1 0 0,1 0 0,-1 0 0,0 0 0,0 5 0,0-3 0,-1 1 0,0-1 0,-1 0 0,1 1 0,-1-1 0,0 0 0,0 0 0,-1 0 0,-3 5 0,-6 7 0,0-1 0,-2 0 0,-30 28 0,17-17 0,27-27 0,0 0 0,0 0 0,0 0 0,0 0 0,0 0 0,-1 0 0,1 0 0,0 0 0,0 1 0,0-1 0,0 0 0,0 0 0,0 0 0,0 0 0,0 0 0,0 0 0,0 0 0,0 1 0,0-1 0,0 0 0,0 0 0,0 0 0,0 0 0,0 0 0,0 0 0,0 0 0,0 0 0,0 1 0,0-1 0,0 0 0,0 0 0,0 0 0,0 0 0,0 0 0,0 0 0,0 0 0,0 0 0,1 1 0,-1-1 0,0 0 0,0 0 0,0 0 0,0 0 0,0 0 0,0 0 0,0 0 0,0 0 0,0 0 0,1 0 0,-1 0 0,0 0 0,0 0 0,10 3 0,12-2 0,53-15 0,-49 8 0,29-3 0,-52 9-8,-1 0-1,1 1 0,-1-1 0,1 1 1,0 0-1,-1 0 0,1 0 1,3 2-1,1 0-1278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1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24575,'102'6'0,"-112"1"-1365,4-3-5461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6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24575,'27'15'0,"-14"-9"0,1-1 0,0 0 0,0-2 0,0 1 0,0-2 0,1 0 0,-1-1 0,16 0 0,28 4 0,-15 1 0,-1-2 0,1-2 0,0-2 0,-1-1 0,1-2 0,-1-3 0,56-13 0,-38 13 0,-49 5 0,-37 1 0,-194 13 0,42-1 0,-13-12 0,191 0 0,0 0 0,0 0 0,-1 0 0,1 0 0,0 0 0,0 0 0,0 0 0,0 0 0,0 0 0,0 0 0,0 0 0,0 0 0,0-1 0,0 1 0,0 0 0,0 0 0,-1 0 0,1 0 0,0 0 0,0 0 0,0 0 0,0 0 0,0 0 0,0 0 0,0 0 0,0 0 0,0-1 0,0 1 0,0 0 0,0 0 0,0 0 0,0 0 0,0 0 0,0 0 0,0 0 0,0 0 0,0 0 0,0-1 0,0 1 0,0 0 0,0 0 0,0 0 0,0 0 0,0 0 0,0 0 0,0 0 0,1 0 0,-1 0 0,0 0 0,0 0 0,0 0 0,0-1 0,0 1 0,0 0 0,0 0 0,0 0 0,0 0 0,0 0 0,8-8 0,-6 6 0,-1 1 0,1-1 0,0 1 0,-1 0 0,1 0 0,0 0 0,0 0 0,0 0 0,0 0 0,4 0 0,57-1 0,118 14 0,-176-12 0,17 2 0,-1 0 0,1 2 0,-1 1 0,0 0 0,27 11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1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57 24575,'0'0'0,"0"0"0,0 0 0,0 0 0,24-11 0,0 1 0,0 2 0,0 1 0,1 1 0,0 1 0,0 1 0,26-1 0,157 5 0,-188 1 0,68 5 0,94 21 0,-83-11 0,-120-18 0,-33 1 0,-13 0 0,-29-9 0,44 3 0,-1 3 0,1 1 0,-85 8 0,10 9 0,-60 8 0,191-22 0,-1 0 0,0 0 0,1 1 0,-1-1 0,0 1 0,6 1 0,5 1 0,53 1 0,114-9 0,-48-1 0,-8 12 0,-9 0 0,-109-6 0,17 0 0,-21 2 0,-15 1 0,-29 2 0,1-1 0,-68-3 0,21-1 0,-29 8 0,-26 0 0,130-9 0,15-3 0,21-2 0,131-1-1365,-128 6-5461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2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24575,'222'7'0,"-182"-8"0,-1-2 0,61-11 0,-124 13-1365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0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24575,'0'0'0,"0"0"0,0 0 0,0 0 0,0 0 0,20-3 0,-7 2 0,0 0 0,0 1 0,0 0 0,0 1 0,-1 0 0,1 1 0,0 0 0,-1 1 0,17 7 0,-12-3 0,-1 1 0,0 0 0,0 2 0,-1 0 0,0 0 0,13 14 0,-15-15 0,-1 1 0,20 9 0,16 12 0,-46-30 0,0 1 0,0 0 0,0-1 0,-1 1 0,1 0 0,-1 0 0,1 0 0,-1 1 0,0-1 0,1 0 0,-1 0 0,0 1 0,-1-1 0,1 0 0,0 1 0,-1-1 0,1 4 0,-1-1 0,0 0 0,0 0 0,0 0 0,-1 0 0,0 0 0,0 0 0,0-1 0,-4 8 0,-1 3 0,-1-1 0,-1 0 0,-1-1 0,-17 23 0,8-16 0,-1 0 0,0-1 0,-42 31 0,-75 39 0,99-66 0,29-18 0,4-3 0,0 0 0,0 0 0,1 1 0,0 0 0,-6 4 0,9-6 0,0-1 0,0 0 0,-1 0 0,1 0 0,0 1 0,0-1 0,0 0 0,0 0 0,0 1 0,0-1 0,0 0 0,-1 0 0,1 1 0,0-1 0,0 0 0,0 0 0,0 1 0,0-1 0,0 0 0,0 0 0,0 1 0,0-1 0,1 0 0,-1 0 0,0 1 0,0-1 0,0 0 0,0 0 0,0 1 0,0-1 0,0 0 0,1 0 0,-1 0 0,0 1 0,0-1 0,19 6 0,-3-4 0,0-1 0,0-1 0,0-1 0,22-2 0,66-17 0,-36 6 0,17-5 0,35-4 0,-120 22-4,0 1 1,1-1-1,-1 1 0,0-1 0,0 0 1,0 1-1,0-1 0,1 1 0,-1-1 0,0 0 1,0 1-1,0-1 0,0 1 0,-1-1 1,1 0-1,0 1 0,0-1 0,0 1 0,0-1 1,-1 0-1,1 1 0,0-1 0,0 1 1,-1-1-1,0 0 0,-1-6-1263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6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1 24575,'-3'1'0,"-1"1"0,1-1 0,-1 1 0,1 0 0,0 0 0,0 0 0,0 0 0,0 1 0,0-1 0,1 1 0,-3 3 0,-8 9 0,1 0 0,1 1 0,0 0 0,-10 22 0,-29 74 0,36-76 0,2 1 0,1 0 0,2 0 0,2 1 0,2 0 0,1 1 0,1-1 0,3 1 0,8 75 0,-5-98 0,1-1 0,1 1 0,0-1 0,1 0 0,12 23 0,48 68 0,-54-90 0,-10-13-97,0-1-1,0 0 1,0 0-1,0 0 1,0 0-1,1 0 1,-1 0-1,1-1 1,-1 1-1,1-1 1,0 0-1,0 0 0,4 1 1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24575,'-8'36'0,"1"0"0,2 0 0,-1 69 0,5-28 0,0-39 0,2-1 0,8 58 0,-8-90 0,0 0 0,0 0 0,0 0 0,1 0 0,0-1 0,3 7 0,-4-11 0,-1 1 0,1 0 0,-1 0 0,1 0 0,0 0 0,-1-1 0,1 1 0,0 0 0,0 0 0,-1-1 0,1 1 0,0-1 0,0 1 0,0-1 0,0 1 0,0-1 0,0 1 0,0-1 0,0 0 0,0 0 0,0 1 0,0-1 0,0 0 0,0 0 0,0 0 0,0 0 0,0 0 0,0 0 0,0 0 0,0-1 0,0 1 0,0 0 0,0-1 0,0 1 0,0 0 0,0-1 0,0 1 0,1-2 0,4-2 0,-1 0 0,1-1 0,-1 0 0,0 0 0,-1 0 0,1 0 0,-1-1 0,0 1 0,0-1 0,-1 0 0,0-1 0,3-6 0,4-14 0,11-45 0,-17 59 0,44-219 0,-48 232 0,0 0 0,0 0 0,0-1 0,0 1 0,0 0 0,0 0 0,0 0 0,0 0 0,0 0 0,0 0 0,-1 0 0,1 0 0,0 0 0,0-1 0,0 1 0,0 0 0,0 0 0,0 0 0,0 0 0,0 0 0,0 0 0,0 0 0,0 0 0,0 0 0,1-1 0,-1 1 0,0 0 0,0 0 0,0 0 0,0 0 0,0 0 0,0 0 0,0 0 0,0 0 0,0 0 0,0 0 0,0-1 0,0 1 0,0 0 0,0 0 0,0 0 0,1 0 0,-1 0 0,0 0 0,0 0 0,0 0 0,0 0 0,0 0 0,0 0 0,0 0 0,0 0 0,0 0 0,1 0 0,-1 0 0,0 0 0,0 0 0,0 0 0,0 0 0,0 0 0,0 0 0,0 0 0,0 0 0,0 0 0,1 0 0,-1 0 0,0 0 0,0 0 0,4 10 0,3 17 0,6 76 0,12 59 0,-21-143 0,2 0 0,0-1 0,0 0 0,2 0 0,1 0 0,14 22 0,-22-38 0,0 0 0,1 0 0,-1 0 0,1 0 0,0 0 0,0 0 0,0-1 0,0 1 0,0-1 0,0 1 0,0-1 0,0 0 0,0 1 0,1-1 0,-1-1 0,0 1 0,1 0 0,-1 0 0,1-1 0,-1 0 0,1 1 0,-1-1 0,1 0 0,0 0 0,-1 0 0,1-1 0,-1 1 0,1-1 0,2 0 0,-1-1 0,0 1 0,0-1 0,0 0 0,-1 0 0,1 0 0,-1-1 0,1 1 0,-1-1 0,0 0 0,0 0 0,0 0 0,0 0 0,-1-1 0,1 1 0,-1-1 0,0 0 0,2-3 0,4-14 0,-1 0 0,-1-1 0,-1 0 0,5-41 0,-3-92 0,-7 150-195,-1 0 0,1 0 0,-1 0 0,0 1 0,0-1 0,-3-7 0,2 6-6631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7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24575,'23'3'0,"-1"1"0,1 1 0,-1 1 0,38 16 0,-58-22 0,-1 1 0,1 0 0,-1-1 0,0 1 0,1 0 0,-1-1 0,0 1 0,1 0 0,-1 0 0,0 0 0,0 0 0,0 0 0,0 1 0,0-1 0,0 0 0,0 0 0,-1 1 0,1-1 0,0 0 0,-1 1 0,1-1 0,-1 1 0,1-1 0,-1 1 0,0-1 0,0 1 0,0-1 0,1 1 0,-1-1 0,-1 1 0,1-1 0,0 3 0,-2 1 0,0-1 0,0 0 0,-1 1 0,1-1 0,-1 0 0,0-1 0,0 1 0,0 0 0,-6 4 0,-9 8 0,0-2 0,-30 18 0,-7 6 0,55-38 0,0 1 0,1-1 0,-1 0 0,0 1 0,0-1 0,0 0 0,1 0 0,-1 1 0,0-1 0,1 0 0,-1 1 0,0-1 0,1 0 0,-1 0 0,0 0 0,1 1 0,-1-1 0,0 0 0,1 0 0,-1 0 0,0 0 0,1 0 0,-1 0 0,1 0 0,-1 0 0,0 0 0,1 0 0,-1 0 0,0 0 0,1 0 0,-1 0 0,1 0 0,-1 0 0,19 2 0,-1-3 30,0 0 0,0-1 0,27-6 0,-35 5-216,1 0 1,-1 0-1,-1-1 0,1 0 1,-1-1-1,1 0 1,11-9-1,-11 6-6640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8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1 335 24575,'0'0'0,"0"0"0,0 0 0,0 0 0,2 3 0,0 0 0,-1-1 0,1 2 0,-1-1 0,0 0 0,0 0 0,0 0 0,0 4 0,0-6 0,4 23 0,0 0 0,-2 0 0,1 36 0,-8 75 0,3-117 0,-1 8 0,2 0 0,0 0 0,6 32 0,-6-58 0,0 0 0,0 0 0,0 1 0,0-1 0,0 0 0,0 0 0,0 0 0,0 1 0,0-1 0,0 0 0,0 0 0,0 0 0,0 1 0,0-1 0,0 0 0,1 0 0,-1 0 0,0 1 0,0-1 0,0 0 0,0 0 0,0 0 0,0 0 0,1 1 0,-1-1 0,0 0 0,0 0 0,0 0 0,1 0 0,-1 0 0,0 0 0,0 1 0,0-1 0,1 0 0,-1 0 0,0 0 0,0 0 0,0 0 0,1 0 0,-1 0 0,0 0 0,0 0 0,0 0 0,1 0 0,-1 0 0,0 0 0,1 0 0,9-11 0,9-18 0,85-202 0,-26 51 0,-54 133 0,-11 24 0,-1 0 0,-1-1 0,-1-1 0,-2 0 0,10-40 0,-39 154 0,3-18 0,7-25 0,-12 71 0,21-101 0,0 1 0,1 0 0,1 0 0,4 32 0,-3-46 0,-1 0 0,1 1 0,0-1 0,0 0 0,0 0 0,0 0 0,1 1 0,-1-1 0,1 0 0,0-1 0,-1 1 0,2 0 0,-1 0 0,0-1 0,0 1 0,1-1 0,-1 0 0,1 0 0,4 3 0,-1-3 0,-1 1 0,1-1 0,0-1 0,0 1 0,0-1 0,0 0 0,0 0 0,0-1 0,0 1 0,8-2 0,-4 1 0,-1-1 0,1-1 0,-1 1 0,1-1 0,-1-1 0,0 0 0,0 0 0,0-1 0,0 0 0,0-1 0,14-9 0,-13 5 0,1 0 0,-1 0 0,-1-1 0,0 0 0,0 0 0,-1-1 0,12-21 0,-9 9 0,0 0 0,-2 0 0,-1-1 0,0 0 0,-2 0 0,-1-1 0,0 0 0,0-44 0,-5 49 0,0 0 0,-6-33 0,4 45 0,1 0 0,-1 0 0,-1 0 0,1 0 0,-2 0 0,1 0 0,-1 1 0,0 0 0,-5-7 0,5 10 0,1 0 0,-1 0 0,0 1 0,0 0 0,0 0 0,0 0 0,-1 0 0,1 0 0,-1 1 0,0 0 0,0 0 0,0 1 0,0-1 0,0 1 0,0 0 0,0 0 0,0 1 0,0-1 0,-8 1 0,7 1 0,0-1 0,0 1 0,0 0 0,1 0 0,-1 1 0,0 0 0,0 0 0,1 0 0,-1 0 0,1 1 0,0 0 0,0 0 0,0 1 0,0 0 0,1-1 0,-7 8 0,-20 32-1365,27-35-5461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8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11 0,7 112 0,-1 5 0,-5-120 17,0 0 0,0 0 0,0 0 0,1 0 0,3 8 0,4 16-1484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39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24575,'49'2'0,"-29"0"0,32-2 0,157-4 0,-146 4 0,-60 0-136,-1 0-1,1-1 1,-1 1-1,1-1 1,-1 1-1,0-1 1,1 0-1,-1 0 0,3-2 1,3-1-6690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0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24575,'0'0'0,"0"22"0,12 315 0,-4-137 0,-8-200 0,0 0 0,-1 0 0,1 0 0,0 0 0,0 1 0,0-1 0,0 0 0,0 0 0,0 0 0,0 0 0,0 1 0,0-1 0,0 0 0,0 0 0,0 0 0,0 0 0,0 1 0,0-1 0,0 0 0,0 0 0,0 0 0,0 0 0,0 1 0,0-1 0,0 0 0,0 0 0,0 0 0,0 0 0,0 1 0,0-1 0,1 0 0,-1 0 0,0 0 0,0 0 0,0 0 0,0 1 0,0-1 0,0 0 0,1 0 0,-1 0 0,0 0 0,0 0 0,0 0 0,0 0 0,1 0 0,-1 0 0,0 0 0,0 0 0,0 0 0,0 0 0,1 0 0,-1 0 0,0 0 0,0 0 0,0 0 0,0 0 0,1 0 0,-1 0 0,0 0 0,0 0 0,0 0 0,0 0 0,1 0 0,-1 0 0,0 0 0,0 0 0,0 0 0,0 0 0,1-1 0,8-12 0,5-28-149,-1 0 0,12-67-1,-19 77-767,4-18-5909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0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24575,'1'-1'0,"0"1"0,0 0 0,0 0 0,0 0 0,0 0 0,0 1 0,0-1 0,0 0 0,0 0 0,0 0 0,0 1 0,0-1 0,0 1 0,0-1 0,0 1 0,0-1 0,0 1 0,0-1 0,0 1 0,-1 0 0,1 0 0,0-1 0,0 1 0,-1 0 0,1 0 0,-1 0 0,1 0 0,-1-1 0,1 1 0,-1 0 0,1 0 0,-1 0 0,0 0 0,1 0 0,-1 0 0,0 1 0,0-1 0,0 1 0,2 7 0,-1 0 0,0 1 0,-1 10 0,0-15 0,-2 144 0,-1-71 0,3 0 0,16 119 0,-10-179 0,-6-17 0,1-1 0,-1 0 0,0 0 0,0 0 0,0 1 0,0-1 0,1 0 0,-1 0 0,0 0 0,0 0 0,1 0 0,-1 0 0,0 0 0,0 1 0,0-1 0,1 0 0,-1 0 0,0 0 0,0 0 0,1 0 0,-1 0 0,0 0 0,0 0 0,1 0 0,-1 0 0,0 0 0,0 0 0,1-1 0,-1 1 0,0 0 0,0 0 0,1 0 0,-1 0 0,0 0 0,0 0 0,1-1 0,1-1 0,0 0 0,-1-1 0,1 1 0,0-1 0,-1 0 0,0 1 0,1-1 0,-1 0 0,1-5 0,42-186 0,-24 91 0,-6 34 0,-7 29 0,1 1 0,16-42 0,-24 81 0,0-1 0,0 1 0,0-1 0,0 1 0,1-1 0,-1 0 0,0 1 0,0-1 0,1 1 0,-1-1 0,0 1 0,1 0 0,-1-1 0,0 1 0,1-1 0,-1 1 0,1 0 0,-1-1 0,1 1 0,-1 0 0,1-1 0,-1 1 0,1 0 0,-1 0 0,1-1 0,-1 1 0,1 0 0,0 0 0,-1 0 0,1 0 0,-1 0 0,1 0 0,-1 0 0,1 0 0,0 0 0,0 0 0,1 1 0,0 0 0,0 0 0,-1 0 0,1 0 0,0 0 0,0 1 0,-1-1 0,1 1 0,-1-1 0,3 3 0,1 3 0,1 0 0,-1 1 0,0 0 0,5 11 0,-2 4 0,-1 1 0,-1 0 0,3 31 0,3 77 0,-8-68 0,-3-49 0,1 1 0,0-1 0,1 0 0,1 0 0,1-1 0,0 1 0,0-1 0,2 0 0,-1 0 0,15 20 0,-20-33 0,0 0 0,-1 0 0,1 0 0,0 0 0,0 0 0,0 0 0,0 0 0,0 0 0,0-1 0,0 1 0,0 0 0,0-1 0,0 1 0,0 0 0,0-1 0,1 0 0,-1 1 0,0-1 0,0 0 0,1 1 0,-1-1 0,0 0 0,0 0 0,1 0 0,-1 0 0,0 0 0,0 0 0,1-1 0,-1 1 0,0 0 0,0-1 0,1 1 0,-1-1 0,0 1 0,0-1 0,0 1 0,0-1 0,0 0 0,2-1 0,0-1 0,1-1 0,-1 1 0,0-1 0,0 1 0,-1-1 0,1 0 0,-1 0 0,0 0 0,3-8 0,6-24 0,-1 0 0,-2 0 0,5-66 0,-6-117 0,-7 203 0,0-83 0,-13-101 0,12 199 4,1 1-1,0-1 1,0 1-1,0-1 1,-1 0-1,1 1 1,0-1-1,-1 1 1,1-1-1,0 1 1,-1-1 0,1 1-1,-1-1 1,1 1-1,-1 0 1,1-1-1,-1 1 1,1-1-1,-1 1 1,1 0-1,-1 0 1,0-1-1,1 1 1,-1 0-1,1 0 1,-1 0-1,0-1 1,1 1-1,-1 0 1,0 0-1,1 0 1,-1 0-1,-1 1 1,-22 3-1489,17-3-5341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24575,'28'-1'0,"-7"0"0,0 1 0,23 3 0,-40-2 0,1-1 0,-1 1 0,0 0 0,1 0 0,-1 1 0,0-1 0,0 1 0,0 0 0,0 0 0,0 0 0,0 1 0,0-1 0,-1 1 0,1 0 0,4 5 0,-6-5 0,0 1 0,-1-1 0,1 1 0,-1-1 0,0 1 0,0-1 0,0 1 0,0 0 0,0 0 0,-1-1 0,0 1 0,0 0 0,0 0 0,0 0 0,-1-1 0,1 1 0,-1 0 0,0 0 0,0-1 0,0 1 0,0 0 0,-3 2 0,-3 11 0,-1-1 0,-1-1 0,-13 18 0,5-10 0,11-17 0,2 0 0,-1 0 0,1 1 0,-1-1 0,2 1 0,-1 0 0,-2 9 0,6-16 0,-1 1 0,1-1 0,0 0 0,0 1 0,0-1 0,0 1 0,0-1 0,0 1 0,0-1 0,0 1 0,0-1 0,1 1 0,-1-1 0,0 1 0,0-1 0,0 1 0,0-1 0,1 1 0,-1-1 0,0 0 0,0 1 0,1-1 0,-1 0 0,0 1 0,1-1 0,-1 1 0,1-1 0,-1 0 0,18 6 0,20-7 0,-36 0 0,78-7 0,-78 7-91,0 1 0,-1-1 0,1 1 0,0-1 0,-1 0 0,1 0 0,-1 0 0,1 0 0,-1 0 0,1 0 0,-1 0 0,0 0 0,1 0 0,0-2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0,18 4 0,-8-1 0,1-1 0,21 0 0,18 4 0,-46-5 0,-1 0 0,1 0 0,-1 1 0,0-1 0,1 1 0,-1-1 0,0 1 0,0 0 0,0 0 0,0 1 0,3 2 0,-2-1 0,0 1 0,-1-1 0,1 0 0,-1 1 0,-1 0 0,1-1 0,0 1 0,-1 0 0,0 1 0,0-1 0,-1 0 0,0 0 0,0 1 0,0-1 0,0 1 0,-1-1 0,0 1 0,0-1 0,0 1 0,-1-1 0,0 1 0,0-1 0,-2 9 0,-1-4 0,0 0 0,-1 0 0,0 0 0,-1 0 0,0-1 0,0 0 0,-1 0 0,0-1 0,0 1 0,-16 12 0,20-19 0,0 1 0,1-1 0,-1 1 0,1 0 0,-1 0 0,1 0 0,0 0 0,0 0 0,0 1 0,1-1 0,-1 0 0,1 1 0,-1-1 0,1 1 0,-1 6 0,2-8 0,0 0 0,1 1 0,-1-1 0,0 0 0,0 0 0,1 0 0,-1 0 0,1 0 0,0 0 0,0 0 0,0 0 0,0 0 0,0 0 0,0-1 0,0 1 0,0 0 0,1-1 0,-1 1 0,1-1 0,-1 1 0,1-1 0,0 0 0,-1 1 0,1-1 0,0 0 0,0 0 0,0 0 0,3 1 0,2 0 7,1 0 0,0 0 0,-1 0 0,1-1 0,0 0 1,0 0-1,0-1 0,0 0 0,0-1 0,0 1 0,0-1 0,-1-1 0,1 0 0,0 0 0,-1 0 0,9-5 0,-2 1-193,0-1 1,-1 0-1,0-1 0,-1-1 1,0 0-1,0-1 1,17-17-1,-17 13-6640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2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78 24575,'0'0'0,"0"0"0,0 0 0,-2 6 0,-19 57 0,-28 90 0,42-125 0,1 0 0,1 1 0,-1 47 0,6-51 0,5 38 0,-5-56 0,1 0 0,1 0 0,-1 0 0,1-1 0,1 1 0,-1-1 0,1 0 0,0 1 0,0-1 0,8 10 0,-8-14 0,-1 0 0,1 0 0,-1 0 0,1 0 0,0 0 0,0 0 0,0-1 0,0 0 0,0 1 0,0-1 0,0 0 0,0-1 0,1 1 0,-1 0 0,0-1 0,1 0 0,-1 0 0,0 0 0,0 0 0,1 0 0,-1-1 0,5-1 0,1 0 0,0 0 0,0-1 0,-1 0 0,1-1 0,-1 0 0,13-9 0,-6 2 0,0-1 0,-1 0 0,0-1 0,-2-1 0,1 0 0,-2-1 0,0 0 0,0-1 0,-2 0 0,0 0 0,-1-1 0,8-23 0,-5 7 0,-1-2 0,-1 1 0,-3-1 0,0 0 0,0-57 0,-5 84 0,-2 0 0,1 1 0,-1-1 0,0 0 0,-1 1 0,0-1 0,0 1 0,0 0 0,-1-1 0,-4-6 0,5 10 0,-1 0 0,1 1 0,-1-1 0,1 1 0,-1 0 0,0 0 0,0 0 0,0 0 0,-1 0 0,1 1 0,-1-1 0,0 1 0,1 0 0,-1 0 0,0 1 0,0-1 0,0 1 0,0 0 0,-1 0 0,-4-1 0,1 1 0,-1 0 0,1 1 0,0 0 0,-1 1 0,1 0 0,-1 0 0,1 0 0,0 1 0,0 0 0,0 1 0,0 0 0,0 0 0,1 1 0,-14 8 0,13-6 0,0 0 0,1 1 0,0 0 0,1 0 0,-1 0 0,1 1 0,0 0 0,1 0 0,0 0 0,1 1 0,-1 0 0,-4 15 0,6-16-170,1 0-1,0 0 0,0 0 1,1 0-1,0 0 0,0 0 1,1 16-1,2-11-6655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3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0,25 5 0,-11-2 0,-2-1 0,1 0 0,-1 1 0,23 9 0,-33-11 0,0 0 0,1 0 0,-1 0 0,0 1 0,0-1 0,0 0 0,0 1 0,0-1 0,0 1 0,0 0 0,-1 0 0,1 0 0,-1 0 0,1 0 0,-1 0 0,0 0 0,0 0 0,0 0 0,0 1 0,0-1 0,0 0 0,-1 1 0,1-1 0,-1 0 0,1 1 0,-1 3 0,0-3 0,-1-1 0,1 1 0,-1 0 0,1-1 0,-1 1 0,0 0 0,0-1 0,-1 0 0,1 1 0,0-1 0,-1 0 0,1 1 0,-4 3 0,-30 24 0,13-12 0,22-18 0,0 0 0,0 0 0,0 0 0,0 1 0,0-1 0,0 0 0,-1 0 0,1 0 0,0 0 0,0 0 0,0 0 0,0 0 0,0 0 0,0 1 0,0-1 0,0 0 0,0 0 0,0 0 0,0 0 0,0 0 0,0 0 0,0 1 0,0-1 0,0 0 0,0 0 0,0 0 0,0 0 0,0 0 0,0 0 0,0 1 0,0-1 0,0 0 0,0 0 0,0 0 0,0 0 0,0 0 0,0 0 0,0 1 0,0-1 0,0 0 0,0 0 0,0 0 0,1 0 0,-1 0 0,0 0 0,0 0 0,0 0 0,0 0 0,0 0 0,0 1 0,11 2 0,11-2 0,23-7 0,1-2 0,48-14 0,-88 20-57,-1 0 0,1 0 1,-1 0-1,0 0 0,1-1 0,-1 0 0,-1 0 0,1-1 0,0 1 0,-1-1 0,0 0 1,0 0-1,0 0 0,0-1 0,0 1 0,-1-1 0,0 0 0,0 0 0,-1 0 1,1-1-1,-1 1 0,0 0 0,1-8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3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24575,'0'0'0,"0"0"0,0 0 0,0 0 0,0 0 0,0 0 0,4 8 0,27 46 0,-3 2 0,41 116 0,-65-155 0,0 0 0,-1 0 0,-1 1 0,-1-1 0,-1 1 0,0-1 0,-1 1 0,-1-1 0,0 0 0,-1 0 0,-1 0 0,-8 22 0,-9 14 0,-2 0 0,-41 68 0,12-19-1365,45-85-5461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9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24575,'16'-11'0,"0"7"0,1 1 0,0 0 0,-1 2 0,29-1 0,16 0 0,72-21 0,-91 15 0,0 1 0,0 1 0,47 1 0,-62 1-1365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9:49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24575,'0'0'0,"0"0"0,0 0 0,0 0 0,-2 3 0,1-1 0,-1 1 0,1 0 0,0 0 0,0-1 0,0 1 0,0 0 0,-1 5 0,2-8 0,-3 18 0,0 0 0,1-1 0,1 1 0,2 28 0,12 74 0,-4-46 0,1-6 0,-6-49 0,-1 1 0,0-1 0,-2 1 0,-1 0 0,-3 36 0,2-30-1365,1-20-5461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2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24575,'27'2'0,"350"0"0,-91-4 0,13 8 0,178 6 0,313 26 0,-423-43 0,3 1 0,42 12 0,-240 8 0,-220-11-1365,41-4-5461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3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46 24575,'0'0'0,"0"0"0,0 0 0,0 9 0,-4 347 0,4-339 0,1 1 0,0 0 0,1-1 0,6 26 0,-7-39 0,0 0 0,0 0 0,1-1 0,-1 1 0,1 0 0,0-1 0,0 0 0,0 1 0,1-1 0,-1 0 0,1 0 0,-1 0 0,1 0 0,0 0 0,0-1 0,0 0 0,1 1 0,-1-1 0,1 0 0,-1 0 0,1-1 0,-1 1 0,1-1 0,0 0 0,0 0 0,5 1 0,-5-2 0,1 0 0,-1 0 0,1-1 0,-1 1 0,1-1 0,-1 0 0,1 0 0,-1-1 0,0 1 0,0-1 0,1 0 0,-1 0 0,-1-1 0,1 1 0,0-1 0,0 1 0,-1-1 0,0-1 0,1 1 0,2-4 0,7-8 0,-2-1 0,0 0 0,11-21 0,-20 34 0,20-39 0,-1-1 0,-2-1 0,-2 0 0,-2-1 0,-2-1 0,-1-1 0,5-59 0,-16 100 0,1-1 0,-1 1 0,1 0 0,5-12 0,-3 9 0,-8 25 0,2 0 0,-2 32 0,1-17 0,-60 545 0,59-546 0,-2 0 0,0-1 0,-2 1 0,-15 35 0,17-52 0,0 0 0,-1 0 0,0-1 0,0 1 0,-2-2 0,1 1 0,-2-1 0,1-1 0,-2 0 0,1 0 0,-14 9 0,16-14 0,-1-1 0,1 0 0,-1-1 0,0 1 0,0-2 0,0 1 0,0-1 0,0-1 0,0 0 0,-1 0 0,1-1 0,0 0 0,-1 0 0,1-1 0,0-1 0,-11-2 0,-10-3 0,0-2 0,1-1 0,-41-21 0,63 28-151,0-1-1,1 0 0,-1 0 0,1 0 1,0-1-1,1 0 0,-1 0 1,-5-6-1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0 593 24575,'7'-2'0,"0"-1"0,0 0 0,0-1 0,-1 1 0,0-1 0,0 0 0,10-10 0,37-38 0,-51 50 0,33-37 0,-2-2 0,-1-1 0,26-48 0,-44 66 0,0-2 0,-2 1 0,-2-2 0,0 0 0,-1 0 0,-2 0 0,5-38 0,-11 30 0,-1 34 0,0 1 0,0 0 0,0 0 0,0 0 0,0-1 0,0 1 0,0 0 0,0 0 0,0 0 0,0-1 0,0 1 0,0 0 0,0 0 0,0-1 0,-1 1 0,1 0 0,0 0 0,0 0 0,0 0 0,0-1 0,0 1 0,0 0 0,-1 0 0,1 0 0,0 0 0,0-1 0,0 1 0,0 0 0,-1 0 0,1 0 0,0 0 0,0 0 0,0 0 0,-1 0 0,1 0 0,0 0 0,0-1 0,0 1 0,-1 0 0,-9 16 0,7-7 0,0 1 0,0 0 0,1 0 0,-2 17 0,-2 10 0,-37 140 0,-8 33 0,48-192 0,1 0 0,0 1 0,1-1 0,1 0 0,4 30 0,-2-37 0,0 1 0,1-1 0,0 0 0,1 0 0,0 0 0,1-1 0,0 1 0,0-1 0,14 18 0,-17-25 0,0-1 0,0 1 0,0-1 0,1 0 0,-1 0 0,1 0 0,0 0 0,-1 0 0,1-1 0,0 1 0,0-1 0,0 0 0,0 0 0,0 0 0,0 0 0,0 0 0,0-1 0,1 1 0,-1-1 0,0 0 0,0 0 0,1 0 0,-1 0 0,0-1 0,0 1 0,0-1 0,0 0 0,0 0 0,0 0 0,0 0 0,0-1 0,4-1 0,-1 0 0,-1-1 0,1 0 0,-1 0 0,0 0 0,0-1 0,0 1 0,0-1 0,-1 0 0,0-1 0,0 1 0,0-1 0,-1 1 0,1-1 0,3-12 0,-3 3-124,-1 0 0,-1 0 0,0-1 0,-1 1 0,-1-1 0,-1 1-1,0-1 1,0 1 0,-2 0 0,-8-29 0,5 21-6702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4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13 24575,'-14'-4'0,"6"2"0,1 0 0,-1 0 0,0 1 0,1 0 0,-1 0 0,-15 1 0,30 0 0,0 0 0,-1 1 0,1 0 0,-1 0 0,9 2 0,6 2 0,134 28-1365,-132-28-5461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5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5886 119 24575,'0'0'0,"0"0"0,0 0 0,0 0 0,0 0 0,-20-15 0,9 8 0,-1 0 0,-1 1 0,1 0 0,-1 1 0,0 0 0,0 1 0,0 1 0,-21-3 0,-14 1 0,-54 1 0,56 4 0,-49-7 0,-55-12 0,-226 0 0,-144 45 0,516-26 0,-180 9 0,-63 5 0,-121 13 0,70-1 0,107-6 0,-198-8 0,383-12 0,-492-13 0,-132-13 0,584 25 0,-112-7 0,-87 1 0,36 9 0,-264 15 0,71 34 0,362-46-1365,34-4-5461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146 171 24575,'0'0'0,"0"0"0,0 0 0,0 0 0,0 0 0,14-10 0,-9 4 0,-11 5 0,2 3 0,1-1 0,0 1 0,-1-1 0,1 1 0,0 0 0,0 1 0,0-1 0,1 0 0,-1 1 0,0-1 0,1 1 0,0 0 0,-1 0 0,1 0 0,-2 5 0,-4 6 0,1 2 0,-6 15 0,12-29 0,-18 54 0,2 1 0,3 0 0,2 1 0,-7 109 0,19-164 0,-1 13 0,0-1 0,4 31 0,-3-42 0,1-1 0,0 1 0,-1-1 0,1 1 0,0-1 0,1 1 0,-1-1 0,0 0 0,1 0 0,0 0 0,0 0 0,0 0 0,0 0 0,0 0 0,1-1 0,-1 1 0,1-1 0,-1 1 0,7 2 0,3 1 0,1-1 0,-1-1 0,1 0 0,1-1 0,-1 0 0,0-1 0,1 0 0,-1-1 0,1-1 0,-1 0 0,1-1 0,-1-1 0,1 0 0,-1 0 0,0-1 0,0-1 0,0 0 0,0-1 0,-1-1 0,0 1 0,0-2 0,0 0 0,-1 0 0,0-1 0,18-17 0,-9 3 0,-1 0 0,-1-1 0,-1-1 0,-1 0 0,-1-1 0,-1-1 0,-1-1 0,12-38 0,-17 42 0,-1-1 0,-2 0 0,0 0 0,-2 0 0,-1 0 0,0-1 0,-2 1 0,-1-1 0,-1 1 0,-6-33 0,5 47 0,1 1 0,-2-1 0,1 1 0,-1-1 0,0 1 0,-1 0 0,0 1 0,-1-1 0,0 1 0,0 0 0,0 1 0,-1-1 0,-1 1 0,1 0 0,-1 1 0,0 0 0,0 0 0,-1 1 0,1 0 0,-1 1 0,-1-1 0,1 2 0,0-1 0,-1 1 0,0 1 0,0 0 0,0 0 0,0 1 0,0 0 0,0 1 0,0 0 0,0 0 0,0 1 0,0 1 0,0 0 0,0 0 0,1 1 0,-1 0 0,1 0 0,-10 6 0,15-7-85,-1 1 0,1-1-1,0 1 1,0 0 0,1 1-1,-1-1 1,1 0 0,-1 1-1,1 0 1,0 0 0,0 0-1,1 0 1,-1 0 0,1 1-1,-2 6 1,2-5-6741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7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24575,'11'40'0,"-5"19"0,-2-1 0,-5 85 0,-1-40 0,2-20 0,5-97-1365,-2 7-5461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174 112 24575,'7'25'0,"-1"0"0,-1 0 0,-1 0 0,1 46 0,-11 103 0,6-160 0,-10 96 0,-1 46 0,11-152 0,0-1 0,0 1 0,0 0 0,0-1 0,1 1 0,0 0 0,-1 0 0,1-1 0,1 1 0,-1-1 0,0 1 0,1-1 0,0 0 0,2 4 0,-3-6 0,1 1 0,-1-1 0,1 0 0,-1 0 0,1 0 0,0 0 0,0 0 0,-1 0 0,1 0 0,0-1 0,0 1 0,0-1 0,0 1 0,0-1 0,0 0 0,0 1 0,0-1 0,0 0 0,0 0 0,0-1 0,0 1 0,0 0 0,-1-1 0,1 1 0,0-1 0,0 1 0,0-1 0,2-1 0,7-3 0,0-1 0,-1 0 0,1 0 0,-1-1 0,-1-1 0,1 1 0,-1-2 0,0 1 0,14-20 0,5-9 0,27-49 0,-51 79 0,25-46 0,-2 0 0,-3-2 0,-2 0 0,-2-2 0,-3 0 0,16-102 0,-31 147 0,0 0 0,-1 0 0,0 0 0,-1 0 0,-2-14 0,2 25 0,0 1 0,0 0 0,0 0 0,0 0 0,0-1 0,0 1 0,0 0 0,0 0 0,0 0 0,0-1 0,0 1 0,0 0 0,0 0 0,0 0 0,0-1 0,0 1 0,0 0 0,0 0 0,0 0 0,-1-1 0,1 1 0,0 0 0,0 0 0,0 0 0,0 0 0,0-1 0,-1 1 0,1 0 0,0 0 0,0 0 0,0 0 0,0 0 0,-1 0 0,1 0 0,0 0 0,0 0 0,0-1 0,-1 1 0,1 0 0,0 0 0,-1 0 0,-6 8 0,-3 17 0,-4 29 0,4 1 0,-6 73 0,9-63 0,-14 172 0,11-99 0,-41 202 0,45-315 0,0 0 0,-2-1 0,-1 0 0,-1-1 0,-18 32 0,23-46 0,0-1 0,-1 0 0,0-1 0,0 1 0,-1-1 0,0-1 0,0 1 0,-1-1 0,0 0 0,0-1 0,0 0 0,-1 0 0,0-1 0,1 0 0,-2 0 0,1-1 0,-14 3 0,14-4 0,0-1 0,1 1 0,-1-2 0,0 1 0,0-2 0,0 1 0,1-1 0,-1 0 0,0-1 0,1 0 0,-1 0 0,1-1 0,-1 0 0,1 0 0,0-1 0,1 0 0,-1-1 0,1 1 0,-1-1 0,2-1 0,-1 0 0,0 0 0,1 0 0,0 0 0,1-1 0,-1 0 0,1 0 0,1-1 0,-1 0 0,-3-9 0,-7-25-1365,10 27-5461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0 596 24575,'19'-20'0,"66"-95"0,113-197 0,-178 275 0,31-74 0,-116 269 0,10-29 0,40-89 0,1 1 0,1 1 0,-9 66 0,20-94 0,1 0 0,1 0 0,0 0 0,1 0 0,1-1 0,5 22 0,-5-26 0,1 0 0,1 0 0,-1-1 0,2 1 0,-1-1 0,1 0 0,0 0 0,1 0 0,0-1 0,11 11 0,-12-13 0,1 0 0,0-1 0,0 0 0,0-1 0,0 1 0,0-1 0,1 0 0,-1-1 0,1 0 0,0 0 0,0 0 0,0-1 0,0 0 0,0 0 0,0 0 0,0-1 0,0 0 0,0-1 0,1 0 0,-1 0 0,11-4 0,-12 4 0,-1-1 0,1 0 0,-1 0 0,0-1 0,0 1 0,0-1 0,0 0 0,0-1 0,0 1 0,-1-1 0,0 0 0,0 0 0,0 0 0,0-1 0,-1 1 0,1-1 0,-1 0 0,-1 0 0,1 0 0,-1 0 0,1-1 0,-1 1 0,-1-1 0,1 1 0,-1-1 0,0 0 0,0-7 0,-1 1 0,0 0 0,-2 0 0,1 0 0,-1 0 0,-1 1 0,0-1 0,-1 1 0,0-1 0,0 1 0,-1 0 0,-1 1 0,-7-11 0,5 8 0,-2 0 0,0 1 0,0 0 0,-1 0 0,-1 1 0,0 1 0,0 0 0,-23-14 0,-1 5 0,-53-20 0,51 24 0,-46-26 0,84 41 0,0 0 0,0 0 0,-1 0 0,1 0 0,0 0 0,0 0 0,0 0 0,0-1 0,0 1 0,-1 0 0,1 0 0,0 0 0,0 0 0,0 0 0,0 0 0,0-1 0,0 1 0,0 0 0,0 0 0,0 0 0,-1 0 0,1-1 0,0 1 0,0 0 0,0 0 0,0 0 0,0 0 0,0-1 0,0 1 0,0 0 0,0 0 0,0 0 0,0 0 0,0-1 0,0 1 0,1 0 0,-1 0 0,0 0 0,0 0 0,0-1 0,0 1 0,0 0 0,0 0 0,0 0 0,0 0 0,1-1 0,10-6 0,14-3 0,13-1-195,1 2 0,0 2 0,0 2 0,0 1 0,1 2 0,56 5 0,-79-2-6631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5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123 232 24575,'-15'18'0,"9"-8"0,1 0 0,0 0 0,1 0 0,0 1 0,1 0 0,0-1 0,1 1 0,0 0 0,1 0 0,0 1 0,0-1 0,2 11 0,0-9 0,0-1 0,1 0 0,0 0 0,1 0 0,0 0 0,1 0 0,0-1 0,1 1 0,1-1 0,10 18 0,-14-27 0,0 1 0,0-1 0,0 1 0,0-1 0,0 0 0,0 0 0,0 0 0,1 0 0,-1 0 0,1 0 0,0-1 0,-1 1 0,1-1 0,0 1 0,0-1 0,0 0 0,0-1 0,0 1 0,0 0 0,0-1 0,0 1 0,0-1 0,0 0 0,0 0 0,0 0 0,0-1 0,1 1 0,-1-1 0,0 0 0,0 0 0,-1 0 0,5-1 0,1-2 0,-1 0 0,0-1 0,0 1 0,-1-1 0,1-1 0,-1 1 0,0-1 0,-1 0 0,1 0 0,8-14 0,4-11 0,-1 0 0,-2-1 0,-2-1 0,13-44 0,23-142 0,-38 137 0,-26 229 0,6-70 0,0 136 0,14-130 0,0-3 0,-4 0 0,-8 81 0,6-151 0,-1 0 0,-1 0 0,0 0 0,0-1 0,-1 1 0,0-1 0,-1 0 0,0 0 0,0-1 0,-1 1 0,0-1 0,0 0 0,-1-1 0,0 1 0,0-2 0,-15 11 0,12-9 0,-2-1 0,1 0 0,-1-1 0,0 0 0,0-1 0,0-1 0,-1 1 0,0-2 0,0 0 0,0-1 0,0 0 0,-19 0 0,25-2 0,0 0 0,0-1 0,0 0 0,1-1 0,-1 1 0,1-1 0,-1 0 0,1-1 0,0 1 0,-8-6 0,10 6 0,0-1 0,0 1 0,1-1 0,-1 0 0,1 0 0,0-1 0,0 1 0,0 0 0,1-1 0,-1 0 0,1 0 0,0 0 0,0 0 0,0 0 0,0 0 0,-1-7 0,-2-14-1365,3 3-5461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6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0 598 24575,'0'0'0,"0"0"0,0 0 0,0 0 0,18 2 0,-10-3 0,-1 1 0,0-1 0,0-1 0,0 1 0,0-1 0,0 0 0,-1-1 0,1 0 0,-1 0 0,1 0 0,-1-1 0,0 0 0,0 0 0,-1-1 0,1 1 0,5-7 0,8-10 0,0 0 0,27-42 0,-24 28 0,-2-2 0,-1-1 0,-1 0 0,-3-1 0,-1-1 0,-2-1 0,12-72 0,-21 104 0,-1 0 0,1 0 0,0 1 0,9-18 0,-15 38 0,-1-1 0,2 1 0,-3 18 0,1 0 0,1-16 0,-67 499 0,70-506 0,0 0 0,1 0 0,0 0 0,0 0 0,1 0 0,0-1 0,0 1 0,1 0 0,-1-1 0,8 13 0,-4-11 0,-1 1 0,1-1 0,0-1 0,1 1 0,0-1 0,0 0 0,10 7 0,-13-11 0,-1-1 0,0 0 0,1 0 0,0 0 0,-1-1 0,1 1 0,0-1 0,0 0 0,0 0 0,0 0 0,0 0 0,0-1 0,0 0 0,0 1 0,0-1 0,0-1 0,0 1 0,0-1 0,0 0 0,0 0 0,-1 0 0,1 0 0,0 0 0,0-1 0,-1 0 0,1 0 0,-1 0 0,6-4 0,-4 2 0,1-1 0,-1 1 0,-1-1 0,1-1 0,-1 1 0,1 0 0,-1-1 0,-1 0 0,1 0 0,-1 0 0,0-1 0,-1 1 0,0-1 0,0 1 0,0-1 0,1-8 0,-2-3-341,-1 0 0,0 0-1,-4-26 1,1 22-6485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08:26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88 24575,'0'0'0,"-12"18"0,82-39 0,-3 0 0,98-17 0,-144 34 0,93-17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24575,'42'1'0,"0"2"0,0 2 0,50 13 0,-82-16 0,-1 1 0,0 0 0,0 0 0,0 1 0,-1 0 0,1 1 0,-1-1 0,0 2 0,0-1 0,13 13 0,-18-14 0,1 1 0,-1-1 0,0 0 0,0 1 0,0-1 0,0 1 0,-1 0 0,0 0 0,0 0 0,-1 0 0,1 1 0,-1-1 0,0 0 0,0 1 0,-1-1 0,1 0 0,-1 1 0,-1-1 0,1 1 0,-3 9 0,-1 0 0,0-1 0,-1 0 0,-1 0 0,0 0 0,-1 0 0,-16 23 0,-3-2 0,-32 35 0,-64 48 0,81-82 0,-55 63 0,95-98 0,0 1 0,0-1 0,0 1 0,0-1 0,0 1 0,0-1 0,0 1 0,0 0 0,1-1 0,-1 1 0,0 0 0,1 0 0,0 0 0,-1-1 0,1 4 0,0-3 0,0-1 0,1 0 0,-1 0 0,0 0 0,1 0 0,-1 0 0,1 0 0,-1 0 0,1 0 0,0 0 0,-1 0 0,1 0 0,0 0 0,0-1 0,-1 1 0,1 0 0,0 0 0,0-1 0,1 2 0,3 0 0,-1 0 0,1 0 0,0-1 0,-1 1 0,1-1 0,0 0 0,0 0 0,0 0 0,0-1 0,6 0 0,28-3 0,0-2 0,-1-1 0,0-2 0,0-2 0,0-2 0,-2-1 0,36-17 0,10-11-1365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24575,'1'2'0,"1"0"0,-1 0 0,1 0 0,-1 1 0,0-1 0,0 0 0,0 1 0,1 3 0,3 15 0,-1 1 0,-1 0 0,-1 0 0,0 26 0,0-5 0,31 297 0,-32-329 0,7 30 0,-8-40 0,0 1 0,1 0 0,-1-1 0,1 1 0,-1-1 0,1 1 0,0-1 0,0 0 0,-1 1 0,1-1 0,0 0 0,0 0 0,0 1 0,1-1 0,-1 0 0,0 0 0,0 0 0,1 0 0,-1 0 0,2 0 0,-2-1 0,1 1 0,-1-1 0,0-1 0,1 1 0,-1 0 0,0 0 0,0 0 0,1-1 0,-1 1 0,0 0 0,0-1 0,0 1 0,0-1 0,1 0 0,-1 1 0,0-1 0,0 0 0,0 0 0,0 1 0,0-1 0,-1 0 0,2-1 0,19-26 0,-7 3 0,-1 0 0,-1-1 0,-2 0 0,9-31 0,23-115 0,-33 130 0,23-120 0,-32 162 0,0 1 0,0-1 0,0 0 0,0 0 0,0 0 0,0 0 0,0 0 0,1 0 0,-1 0 0,0 0 0,0 0 0,0 0 0,0 0 0,0 0 0,0 0 0,0 0 0,0 0 0,0 0 0,0 0 0,0 0 0,0 0 0,0 0 0,0 0 0,0 0 0,1 0 0,-1 0 0,0 0 0,0 0 0,0 0 0,0 0 0,0 0 0,0 0 0,0 0 0,0 0 0,0 0 0,0 0 0,0 0 0,0 0 0,0 0 0,0-1 0,0 1 0,0 0 0,0 0 0,0 0 0,0 0 0,1 0 0,-1 0 0,0 0 0,0 0 0,0 0 0,0 0 0,0 0 0,0 0 0,0 0 0,0 0 0,0 0 0,0 0 0,0-1 0,0 1 0,0 0 0,0 0 0,0 0 0,0 0 0,0 0 0,0 0 0,-1 0 0,5 7 0,1 11 0,1 18 0,39 176 0,-30-152 0,10 35 0,-21-82 0,1-2 0,0 1 0,0 0 0,1-1 0,11 15 0,-14-22 0,20 21 0,-22-24 0,0 0 0,0-1 0,0 1 0,0-1 0,0 1 0,0-1 0,0 1 0,0-1 0,0 0 0,0 1 0,0-1 0,0 0 0,0 0 0,0 0 0,0 0 0,0 0 0,0 0 0,0 0 0,1 0 0,-1 0 0,0-1 0,0 1 0,0 0 0,0-1 0,0 1 0,0 0 0,1-2 0,3-2 0,0 0 0,0 0 0,-1-1 0,1 1 0,-1-1 0,-1 0 0,1 0 0,-1 0 0,1-1 0,-2 1 0,1-1 0,0 0 0,2-10 0,1-9 0,0 0 0,2-25 0,-8 47 0,19-251 0,-6 44 0,-6 127-1365,-7 73-5461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14 24575,'0'0'0,"0"0"0,0 0 0,0 0 0,-27-7 0,23 6 0,-15-5 0,19 10 0,12 7 0,-6-7 0,1 0 0,0-1 0,-1 1 0,1-1 0,0 0 0,1-1 0,-1 0 0,14 2 0,30 10 0,-49-13 0,0 0 0,-1 0 0,1 0 0,0 0 0,-1 0 0,1 0 0,-1 0 0,1 0 0,-1 0 0,1 1 0,-1-1 0,0 1 0,0-1 0,1 1 0,-1 0 0,0-1 0,-1 1 0,1 0 0,1 3 0,-1-2 0,-1 0 0,1 0 0,-1 1 0,0-1 0,0 0 0,-1 0 0,1 0 0,0 1 0,-1-1 0,0 0 0,-1 3 0,-2 5 0,0-1 0,-1 0 0,-1-1 0,0 1 0,-13 16 0,14-19 0,-1 0 0,0 1 0,0-1 0,-1-1 0,1 1 0,-1-1 0,-16 10 0,40 2 0,-12-15 0,-1-1 0,1 0 0,0 0 0,0-1 0,0 1 0,0-1 0,0 0 0,1 0 0,-1-1 0,9 0 0,-3 0 0,1-1 0,-1 0 0,0 0 0,13-5 0,8-9-1365,-24 10-5461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0,2 1 0,-1 0 0,1 0 0,0 0 0,-1 0 0,1 0 0,-1 1 0,0-1 0,3 3 0,-1 18 0,0 0 0,-2 44 0,0-23 0,2 34 0,0 83 0,-3-158 120,0-4-1605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24575,'8'5'0,"0"-1"0,1 0 0,0-1 0,0 0 0,0 0 0,0-1 0,0 0 0,1-1 0,-1 0 0,0 0 0,1-1 0,11-1 0,26-5 0,-1-2 0,1-1 0,-2-3 0,49-19 0,-65 32-1365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24575,'0'0'0,"0"0"0,0 0 0,11 5 0,1-2 0,0 0 0,0-1 0,0 0 0,1-1 0,-1 0 0,17-2 0,75-11 0,54-23 0,12-1 0,-189 59-1365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09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19 376 24575,'-18'-82'0,"18"81"0,0 0 0,0-1 0,0 1 0,0 0 0,1-1 0,-1 1 0,0 0 0,1-1 0,-1 1 0,1 0 0,0 0 0,-1 0 0,1-1 0,0 1 0,0 0 0,0 0 0,-1 0 0,1 0 0,0 0 0,0 0 0,1 1 0,-1-1 0,0 0 0,0 0 0,2 0 0,32-14 0,-34 14 0,24-5 0,-1 1 0,1 1 0,0 2 0,0 0 0,0 1 0,31 4 0,14-2 0,143-7 0,44 0 0,1050-19 0,-870 15 0,261-16 0,-87-17 0,154-16 0,-287 24 0,-139 14 0,-280 20-1365,-45 2-5461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8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86 24575,'0'0'0,"8"16"0,4 15 0,-1 1 0,-1-1 0,8 47 0,5 99 0,-1-6 0,-22-170 0,0 0 0,0 0 0,0 1 0,1-1 0,-1 0 0,1 0 0,-1 0 0,1 0 0,-1 0 0,1 1 0,0-1 0,-1 0 0,1 0 0,0 0 0,0-1 0,0 1 0,0 0 0,0 0 0,0 0 0,0-1 0,0 1 0,0 0 0,0-1 0,0 1 0,0-1 0,0 1 0,1-1 0,-1 0 0,0 0 0,0 1 0,1-1 0,-1 0 0,0 0 0,0 0 0,1 0 0,-1 0 0,0 0 0,0-1 0,1 1 0,-1 0 0,0-1 0,2 0 0,4-1 0,-1-1 0,-1 1 0,1-1 0,0 0 0,-1-1 0,10-6 0,-6 1 0,-1 1 0,0-2 0,0 1 0,-1-1 0,0 0 0,11-21 0,24-71 0,-38 93 0,25-68 0,-3-2 0,23-119 0,-41 132 0,-25 431 0,13-208 0,3-86 0,-12 154 0,9-197 0,0 0 0,-2 0 0,-2-1 0,0 0 0,-21 46 0,25-65 0,-1 0 0,0 0 0,0 0 0,-1-1 0,0 0 0,0 0 0,0 0 0,-1-1 0,0 0 0,0 0 0,-1-1 0,-15 9 0,12-9 0,-1 0 0,0-1 0,0-1 0,0 0 0,0 0 0,-1-1 0,1-1 0,-1 0 0,-13 0 0,2-2-227,1-1-1,0-1 1,0 0-1,0-2 1,-43-14-1,44 9-6598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8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0 662 24575,'4'-2'0,"0"0"0,0 0 0,0-1 0,-1 1 0,1-1 0,-1 0 0,0 0 0,1 0 0,2-6 0,-2 5 0,16-19 0,-2-2 0,0 0 0,27-53 0,33-93 0,-64 138 0,25-71 0,-22 55 0,23-45 0,-31 75 0,-7 15 0,-8 13 0,-28 53 0,2 2 0,4 1 0,-24 79 0,45-118 0,1-1 0,1 2 0,2-1 0,0 0 0,2 50 0,2-64 0,0 0 0,1 0 0,0 0 0,1 0 0,0 0 0,1 0 0,0 0 0,1-1 0,0 0 0,1 0 0,0-1 0,1 1 0,0-1 0,15 16 0,-16-21 0,1 0 0,0 0 0,0-1 0,1 0 0,-1 0 0,1-1 0,0 1 0,0-2 0,0 1 0,0-1 0,0 0 0,1-1 0,-1 0 0,1-1 0,-1 1 0,1-2 0,-1 1 0,0-1 0,1 0 0,-1-1 0,0 0 0,1 0 0,12-6 0,-17 6-114,0-1 1,0 1-1,0-1 0,-1 0 0,1 0 1,-1-1-1,0 1 0,0-1 0,0 1 1,0-1-1,2-4 0,4-8-6712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9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0,47 7 0,-11-1 0,55 0 0,151-7 0,-182-8-1365,-45 6-5461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19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24575,'31'-1'0,"5"1"0,39 4 0,-66-3 0,0 0 0,0 1 0,0 0 0,0 0 0,-1 1 0,1 0 0,-1 1 0,0 0 0,14 8 0,-20-10 0,-1-1 0,1 1 0,0 0 0,-1-1 0,1 1 0,-1 0 0,1 0 0,-1 0 0,0 0 0,0 0 0,0 0 0,0 1 0,0-1 0,0 0 0,0 0 0,-1 1 0,1 1 0,-1 1 0,0 0 0,0 0 0,0-1 0,-1 1 0,1 0 0,-1 0 0,0-1 0,-2 6 0,-2 2 0,-1 1 0,0-1 0,0-1 0,-1 1 0,-11 13 0,-2-2 0,-1-1 0,-1-1 0,-47 35 0,23-20 0,45-35 0,-23 22 0,24-22 0,-1-1 0,1 0 0,0 1 0,0-1 0,-1 0 0,1 1 0,0-1 0,0 1 0,0-1 0,0 0 0,-1 1 0,1-1 0,0 1 0,0-1 0,0 1 0,0-1 0,0 0 0,0 1 0,0-1 0,0 1 0,0-1 0,0 1 0,0-1 0,1 1 0,0 0 0,-1-1 0,1 1 0,0-1 0,-1 1 0,1-1 0,0 0 0,0 1 0,0-1 0,-1 0 0,1 0 0,0 0 0,0 1 0,0-1 0,0 0 0,-1 0 0,1 0 0,0 0 0,1-1 0,22-2 0,0 0 0,-1-2 0,0-1 0,0-1 0,27-12 0,6-1 0,75-21-1365,-116 37-5461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8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8 24575,'-3'98'0,"5"-46"0,7 319 0,-10-360 0,1 6 0,-1 0 0,2 0 0,0 0 0,1 0 0,1 0 0,7 21 0,-10-36 0,0-1 0,1 0 0,-1 1 0,1-1 0,-1 0 0,1 0 0,0 0 0,-1 0 0,1 0 0,0 0 0,0 0 0,0 0 0,0 0 0,0 0 0,0 0 0,0 0 0,0 0 0,0-1 0,0 1 0,2 0 0,-2-1 0,1 0 0,-1 0 0,0 0 0,0 0 0,0 0 0,0 0 0,1 0 0,-1-1 0,0 1 0,0 0 0,0-1 0,0 1 0,0-1 0,0 1 0,0-1 0,0 0 0,0 1 0,1-2 0,3-3 0,0 0 0,-1 0 0,0 0 0,0-1 0,0 1 0,0-1 0,2-7 0,21-55 0,-2-1 0,25-122 0,12-36 0,-60 221 0,0 1 0,0 0 0,1 0 0,0 0 0,0 0 0,1 1 0,4-6 0,-8 9 0,1 0 0,-1 1 0,1-1 0,0 0 0,-1 0 0,1 1 0,0-1 0,0 1 0,0-1 0,-1 0 0,1 1 0,0 0 0,0-1 0,0 1 0,0-1 0,0 1 0,0 0 0,0 0 0,0-1 0,0 1 0,0 0 0,0 0 0,0 0 0,0 0 0,0 0 0,0 1 0,0-1 0,-1 0 0,1 0 0,0 0 0,0 1 0,0-1 0,0 1 0,0-1 0,0 1 0,0-1 0,-1 1 0,1-1 0,0 1 0,0 0 0,-1-1 0,1 1 0,0 0 0,-1 0 0,1-1 0,-1 1 0,1 0 0,0 1 0,5 9 0,-1 0 0,-1 0 0,0 1 0,0-1 0,-1 1 0,2 13 0,7 77 0,-10-85 0,5 100 0,-6-70 0,2 1 0,2 0 0,22 87 0,-25-129 0,0 0 0,1 0 0,0 0 0,0-1 0,0 1 0,1-1 0,0 0 0,0 0 0,0 0 0,0-1 0,8 7 0,-10-10 0,0 1 0,0-1 0,-1 0 0,1 0 0,0 0 0,0 0 0,0 0 0,0 0 0,0-1 0,1 1 0,-1-1 0,0 1 0,0-1 0,0 0 0,0 0 0,1 0 0,-1 0 0,0 0 0,0 0 0,0-1 0,1 1 0,-1-1 0,0 1 0,0-1 0,0 0 0,0 0 0,0 0 0,0 0 0,0 0 0,-1-1 0,1 1 0,0 0 0,-1-1 0,1 1 0,-1-1 0,2-2 0,4-4 0,-1-1 0,0 0 0,-1-1 0,0 1 0,-1-1 0,0 0 0,0 0 0,-1 0 0,3-20 0,0-5 0,0-61 0,-2-328 0,-4 420-151,0 1-1,0-1 0,0 1 0,-1-1 1,0 1-1,0-1 0,0 1 1,-2-6-1,-2 1-6674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24575,'18'-3'0,"-1"0"0,1 1 0,0 1 0,0 1 0,-1 0 0,1 2 0,23 4 0,-38-6 0,1 0 0,-1 1 0,0 0 0,0 0 0,0 0 0,0 0 0,0 0 0,0 0 0,0 1 0,0 0 0,-1-1 0,1 1 0,0 0 0,-1 0 0,0 0 0,1 1 0,-1-1 0,0 1 0,0-1 0,0 1 0,-1 0 0,1-1 0,-1 1 0,1 0 0,-1 0 0,0 0 0,0 0 0,0 0 0,-1 1 0,1-1 0,-1 0 0,1 0 0,-1 0 0,0 1 0,0-1 0,-1 0 0,1 0 0,-1 0 0,0 1 0,-1 3 0,-1 2 0,0-1 0,-1 0 0,0 0 0,-1-1 0,0 1 0,0-1 0,0 0 0,-1 0 0,-11 10 0,6-7 0,-1-1 0,0 0 0,0 0 0,-27 13 0,60-11 0,-5-8-18,0 0-1,0-1 1,0-1 0,0 0-1,31-3 1,-8 1-1237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 24575,'0'0'0,"0"0"0,0 0 0,0 0 0,0 473 0,0-472 4,1-1 0,-1 1 0,0 0 0,0-1 0,0 1 0,0-1 0,0 1 0,-1 0 0,1-1 0,0 1 0,0-1 0,0 1 0,0 0 0,-1-1 0,1 1 0,0-1 0,0 1 0,-1-1 0,1 1 0,-1-1 0,1 1 0,0-1 0,-1 0 0,1 1 0,-1-1 0,1 1 0,-1-1 0,1 0 0,-1 1 0,-1-1-97,1 0 0,0 0 1,0 0-1,0 0 0,0 0 0,0-1 0,-1 1 0,1 0 1,0-1-1,0 1 0,0 0 0,0-1 0,0 1 1,0-1-1,-2-1 0,-5-4-6733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0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24575,'16'15'0,"-3"-7"0,0-1 0,0 0 0,28 11 0,-30-15 0,0 1 0,0 1 0,-1 0 0,0 0 0,0 1 0,-1 1 0,1-1 0,8 10 0,-15-13 0,0 0 0,-1 0 0,1 1 0,-1-1 0,0 1 0,0-1 0,0 1 0,-1 0 0,1-1 0,-1 1 0,0 0 0,0 0 0,0 0 0,-1 0 0,0 1 0,1-1 0,-1 0 0,0 0 0,-1 0 0,1 0 0,-1 0 0,0 0 0,0 0 0,0 0 0,-1 0 0,1 0 0,-4 5 0,-5 9 0,0-1 0,-2-1 0,0 0 0,-21 22 0,9-11 0,21-22 0,-1-1 0,1 1 0,0-1 0,0 1 0,1 0 0,0 0 0,-1 0 0,2 0 0,-3 10 0,6-14 0,0 0 0,0-1 0,1 0 0,-1 1 0,0-1 0,0 0 0,1 0 0,2 0 0,-4 0 0,14-1 0,-1 0 0,1-1 0,-1 0 0,1-1 0,-1-1 0,0-1 0,0 0 0,23-11 0,-30 10-80,4-1 272,-11 7-220,0 0 0,0 0 0,1 0 1,-1 1-1,0-1 0,0 0 0,0 0 0,1 0 0,-1 0 0,0 0 0,0 0 1,0 0-1,1 0 0,-1 1 0,0-1 0,0 0 0,0 0 0,0 0 1,0 0-1,1 1 0,-1-1 0,0 0 0,0 0 0,0 0 0,0 1 0,0-1 1,0 0-1,0 0 0,0 0 0,0 1 0,0-1 0,0 0 0,0 0 0,0 0 1,0 1-1,0-1 0,0 0 0,0 0 0,0 1 0,0-1 0,0 0 1,0 0-1,0 0 0,0 1 0,0-1 0,-1 0 0,1 0 0,0 0 0,0 0 1,0 1-1,0-1 0,-1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1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3 24575,'0'0'0,"0"0"0,0 0 0,0 0 0,-25-2 0,19 2 0,0-1 0,0 1 0,0 1 0,0-1 0,0 1 0,0 0 0,0 1 0,0 0 0,0-1 0,0 2 0,-8 3 0,6-1 0,-1 0 0,1 1 0,0 0 0,0 1 0,0 0 0,-9 10 0,5-1 0,-1 1 0,2 0 0,0 0 0,1 1 0,1 1 0,-9 24 0,9-12 0,1 1 0,1 0 0,2 0 0,1 1 0,2 0 0,1-1 0,1 1 0,2 0 0,1-1 0,11 48 0,-12-75 0,-1 0 0,1 0 0,0 0 0,0 0 0,0-1 0,1 1 0,0-1 0,0 1 0,0-1 0,0 0 0,0 0 0,1-1 0,0 1 0,4 3 0,-1-3 0,-1 0 0,0 0 0,1-1 0,0 0 0,0 0 0,0-1 0,0 0 0,0 0 0,9 1 0,-2-2 0,1 0 0,-1-1 0,1 0 0,-1-1 0,0 0 0,1-2 0,-1 0 0,0 0 0,25-10 0,-29 8 0,0-1 0,0 1 0,0-2 0,0 0 0,-1 0 0,-1 0 0,1-1 0,-1 0 0,0-1 0,-1 0 0,0 0 0,-1-1 0,1 1 0,-2-2 0,0 1 0,0 0 0,-1-1 0,0 0 0,0 0 0,-1 0 0,-1-1 0,0 1 0,-1 0 0,0-1 0,-1 0 0,0 1 0,0-1 0,-1 1 0,-1-1 0,0 1 0,-1 0 0,0 0 0,0 0 0,-2 0 0,1 0 0,-1 1 0,-10-15 0,-3 0 0,-1 0 0,-1 2 0,-1 1 0,-1 0 0,-1 1 0,-1 2 0,-1 0 0,-35-19 0,6 14-1365,48 22-5461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2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24575,'-3'43'0,"3"-1"0,1 1 0,2 0 0,10 48 0,-1-2 0,-6 8-1365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3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31 24575,'-6'-31'0,"43"47"0,-1-10 0,-10-1 0,26 8 0,-45-11 0,0 0 0,0 1 0,-1 0 0,1 0 0,-1 0 0,0 1 0,0 0 0,9 8 0,-12-9 0,-1-1 0,1 1 0,-1 0 0,0 0 0,0 0 0,0 1 0,0-1 0,0 0 0,-1 1 0,1-1 0,-1 1 0,0-1 0,0 1 0,0 0 0,-1-1 0,1 1 0,-1 6 0,-1-3 0,0-1 0,0 1 0,0-1 0,-1 0 0,0 0 0,0 1 0,-1-1 0,1-1 0,-7 10 0,-1 1 0,-2-1 0,0 0 0,-1 0 0,-1-1 0,-27 22 0,35-30 0,1-1 0,-1 1 0,1 0 0,0 0 0,1 1 0,-1-1 0,2 1 0,-5 9 0,8-16 0,0 0 0,0 1 0,-1-1 0,1 0 0,0 0 0,0 1 0,0-1 0,0 0 0,0 1 0,0-1 0,0 0 0,0 1 0,0-1 0,0 0 0,0 1 0,0-1 0,0 0 0,0 1 0,0-1 0,1 0 0,-1 1 0,0-1 0,0 0 0,0 1 0,0-1 0,1 0 0,-1 0 0,0 1 0,0-1 0,0 0 0,1 0 0,-1 1 0,0-1 0,1 0 0,-1 0 0,17 6 0,18-4 0,0-5 63,40-10 0,-1 1-1554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1 149 24575,'9'-1'0,"1"0"0,-1 0 0,1-1 0,15-6 0,1 0 0,110-20 0,52-14 0,20-15 0,-175 56-1365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24575,'0'0'0,"0"0"0,0 0 0,0 0 0,-1 9 0,-2 18 0,1 1 0,1-1 0,1 1 0,5 29 0,24 105 0,-15-94 0,-6-9 0,-2 1 0,-5 109 0,-2-83 0,1-85 0,0-1 0,0 1 0,0-1 0,0 1 0,-1-1 0,1 1 0,0-1 0,0 1 0,0-1 0,0 1 0,-1-1 0,1 1 0,0-1 0,-1 1 0,1-1 0,0 1 0,-1-1 0,1 1 0,0-1 0,-1 0 0,0 1 0,1-1 0,0 0 0,-1 0 0,1 0 0,0 0 0,0 0 0,-1 0 0,1 0 0,0 0 0,0 0 0,-1 0 0,1 0 0,0 0 0,0 0 0,0-1 0,-1 1 0,1 0 0,0 0 0,0 0 0,0 0 0,-1 0 0,1-1 0,0 1 0,0 0 0,0 0 0,0 0 0,-1 0 0,1-1 0,0 1 0,0 0 0,0 0 0,0-1 0,0 1 0,0 0 0,0 0 0,0 0 0,0-1 0,0 1 0,-1 0 0,1 0 0,0-1 0,0 1 0,1 0 0,-1 0 0,0-1 0,0 1 0,0 0 0,0 0 0,0-1 0,0 1 0,0 0 0,1-16-1365,0 0-5461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6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24575,'27'-5'0,"1"1"0,0 2 0,1 0 0,-1 2 0,0 2 0,0 0 0,0 2 0,0 1 0,30 9 0,-52-12 0,1 0 0,-1 0 0,1 0 0,-1 1 0,0 0 0,0 0 0,-1 1 0,1 0 0,-1 0 0,10 8 0,-13-9 0,0 0 0,0 0 0,0 0 0,0 0 0,-1 0 0,1 0 0,-1 0 0,0 0 0,0 1 0,0-1 0,0 0 0,0 1 0,-1-1 0,0 1 0,0-1 0,0 1 0,0-1 0,0 1 0,0-1 0,-1 0 0,0 1 0,0-1 0,-1 4 0,-3 6 0,-1 1 0,0-1 0,-1-1 0,0 1 0,-1-1 0,0-1 0,-1 1 0,-18 16 0,-11 8 0,-44 32 0,43-37 0,9-8 0,12-9 0,0 0 0,1 1 0,-19 22 0,36-37 0,-1 1 0,0 0 0,1-1 0,-1 1 0,1 0 0,0 0 0,-1-1 0,1 1 0,0 0 0,-1 0 0,1 0 0,0 0 0,0-1 0,0 1 0,0 0 0,0 0 0,0 0 0,0 0 0,0 0 0,0-1 0,0 1 0,0 0 0,0 0 0,1 0 0,-1 0 0,0-1 0,1 1 0,-1 0 0,1 0 0,-1-1 0,0 1 0,1 0 0,0-1 0,-1 1 0,1 0 0,-1-1 0,1 1 0,0-1 0,0 1 0,1 1 0,0-1 0,0 0 0,0 0 0,0 0 0,0 0 0,1 0 0,-1 0 0,0 0 0,0-1 0,1 1 0,-1-1 0,0 0 0,4 0 0,25-4 0,0-1 0,-1-2 0,38-14 0,-29 9 0,46-9 0,-78 19 120,-12 1-1605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7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24575,'5'22'0,"8"64"0,3 174 0,-13-168 0,-2 19 0,-1-110 0,0 0 0,0 0 0,0 0 0,0 1 0,0-1 0,1 0 0,-1 0 0,0 0 0,1 0 0,-1 0 0,1 0 0,-1 0 0,1 0 0,1 2 0,-2-3 0,1 0 0,-1 0 0,0 0 0,1 1 0,-1-1 0,0 0 0,1 0 0,-1 0 0,0 0 0,1 0 0,-1 0 0,1 0 0,-1 0 0,0 0 0,1 0 0,-1 0 0,1 0 0,-1 0 0,0 0 0,1 0 0,-1 0 0,1 0 0,-1 0 0,0-1 0,1 1 0,-1 0 0,1 0 0,1-2 0,1 0 0,-1 0 0,0 0 0,0 0 0,0-1 0,0 1 0,0-1 0,0 1 0,1-4 0,7-14 0,-1-2 0,0 1 0,10-44 0,7-73 0,-17 83 0,4-28 0,21-98 0,-33 178 0,-1 1 0,1-1 0,0 1 0,0 0 0,-1-1 0,2 1 0,-1 0 0,2-4 0,-2 6 0,-1 0 0,0 0 0,1 0 0,-1 0 0,0 0 0,0 0 0,1 0 0,-1 1 0,0-1 0,0 0 0,1 0 0,-1 0 0,0 0 0,0 1 0,1-1 0,-1 0 0,0 0 0,0 0 0,0 1 0,0-1 0,1 0 0,-1 0 0,0 1 0,0-1 0,0 0 0,0 0 0,0 1 0,0-1 0,0 0 0,0 0 0,0 1 0,0-1 0,1 0 0,-2 1 0,1-1 0,0 0 0,0 0 0,0 1 0,0-1 0,0 1 0,3 54 0,-2-43 0,1 40 0,16 199 0,-13-218 0,1 0 0,2-1 0,1 0 0,2 0 0,20 44 0,-30-73 0,0-1 0,1 0 0,-1 0 0,0 1 0,1-1 0,-1 0 0,1 0 0,-1-1 0,1 1 0,0 0 0,0 0 0,0-1 0,0 0 0,0 1 0,0-1 0,0 0 0,1 0 0,-1 0 0,0 0 0,1 0 0,2 0 0,-3-1 0,1 0 0,-1 0 0,0 0 0,1-1 0,-1 1 0,1-1 0,-1 0 0,0 0 0,0 0 0,1 0 0,-1 0 0,0 0 0,0 0 0,0-1 0,0 1 0,0-1 0,-1 0 0,1 1 0,0-1 0,-1 0 0,3-3 0,8-12 0,-1-1 0,0 1 0,-2-2 0,0 1 0,-1-2 0,0 1 0,-2-1 0,7-33 0,-3-16 0,4-87 0,-1 1 0,-10 144-1365,-1 3-5461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24575,'40'2'0,"0"2"0,66 16 0,-104-20 0,0 0 0,0 1 0,-1-1 0,1 1 0,0 0 0,0-1 0,-1 1 0,1 0 0,0 0 0,-1 0 0,1 0 0,-1 0 0,0 1 0,1-1 0,-1 0 0,0 1 0,1-1 0,-1 1 0,0-1 0,0 1 0,0-1 0,-1 1 0,1 0 0,0-1 0,-1 1 0,1 0 0,-1 0 0,1 0 0,-1 0 0,0-1 0,0 1 0,1 0 0,-1 0 0,-1 0 0,1 0 0,0 0 0,0-1 0,-2 4 0,0 2 0,0 1 0,0-1 0,-1 0 0,0 0 0,-1 0 0,0-1 0,0 1 0,-7 8 0,-1-2 0,-1-1 0,0 0 0,-1-1 0,-27 17 0,19-14 0,-25 22 0,50-37 0,0-1 0,0 1 0,-1 1 0,1-1 0,0 0 0,0 1 0,5-1 0,17-4 0,117-44 0,-115 40-1365,-15 5-5461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24575,'7'24'0,"-7"-20"0,4 25 39,-1 1 0,-3 47-1,-1-48-532,2 0 1,7 54-1,-6-76-6332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90 225 24575,'-39'126'0,"26"-88"0,0 1 0,-7 47 0,18-73 0,1 1 0,0 0 0,0-1 0,2 1 0,0 0 0,0 0 0,1-1 0,1 1 0,0-1 0,7 19 0,-7-27 0,-1 0 0,1 0 0,-1-1 0,1 1 0,0-1 0,1 1 0,-1-1 0,1 0 0,0 0 0,0 0 0,0-1 0,1 1 0,6 3 0,-3-3 0,-1-1 0,1 1 0,-1-1 0,1-1 0,0 0 0,0 0 0,0 0 0,14 0 0,-12-2 0,-1 1 0,1-2 0,0 1 0,0-2 0,-1 1 0,1-1 0,-1-1 0,1 1 0,-1-2 0,0 1 0,0-1 0,0-1 0,-1 0 0,1 0 0,14-12 0,-8 0 0,0 0 0,-1 0 0,0-1 0,-2-1 0,0-1 0,-2 1 0,0-2 0,-1 1 0,12-43 0,-12 31 0,-2 0 0,-2-1 0,-1 0 0,-1 0 0,-2 0 0,-3-39 0,2 63 0,-1 1 0,0-1 0,-1 1 0,0-1 0,0 1 0,0 0 0,-1 0 0,-1 0 0,1 0 0,-1 1 0,-1-1 0,1 1 0,-1 0 0,0 1 0,-1-1 0,0 1 0,0 0 0,0 0 0,-1 0 0,1 1 0,-1 0 0,-1 1 0,1 0 0,-14-6 0,4 2 20,0 1 0,0 1 0,-1 1 0,0 1 0,-20-3 0,33 6-85,-1 0 1,1 1-1,0 0 1,-1 0-1,1 0 1,0 1-1,-1 0 0,1 0 1,0 0-1,0 0 1,0 1-1,0 0 1,0 0-1,0 0 1,1 1-1,-1-1 0,1 1 1,-1 1-1,1-1 1,0 0-1,0 1 1,-3 4-1,-2 4-6761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9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24575,'0'24'0,"0"296"0,-3-302-80,3-18 84,0 0 0,0 0 1,0 0-1,0 0 0,0 0 0,0 0 1,-1 1-1,1-1 0,0 0 0,0 0 1,0 0-1,0 0 0,0 0 0,-1 0 1,1 0-1,0 0 0,0 0 0,0 0 1,0 0-1,0 0 0,-1 0 1,1 0-1,0 0 0,0 0 0,0 0 1,0 0-1,0 0 0,-1 0 0,1 0 1,0 0-1,0 0 0,0 0 0,0 0 1,0 0-1,-1 0 0,1 0 0,0-1 1,0 1-1,0 0 0,0 0 0,0 0 1,0 0-1,0 0 0,0 0 1,-1 0-1,1-1 0,-14-25-1489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0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43 24575,'-16'189'0,"9"-139"0,2 1 0,3 96 0,5-131 0,0 0 0,1 0 0,0 0 0,1-1 0,10 21 0,-7-17 0,-8-18 0,0-1 0,0 0 0,0 0 0,0 1 0,0-1 0,0 0 0,0 0 0,1 1 0,-1-1 0,0 0 0,0 1 0,0-1 0,0 0 0,0 0 0,0 0 0,0 1 0,1-1 0,-1 0 0,0 0 0,0 1 0,0-1 0,1 0 0,-1 0 0,0 0 0,0 0 0,1 1 0,-1-1 0,0 0 0,0 0 0,1 0 0,-1 0 0,0 0 0,0 0 0,1 0 0,-1 0 0,0 0 0,0 0 0,1 0 0,-1 0 0,0 0 0,1 0 0,-1 0 0,0 0 0,1 0 0,6-14 0,2-28 0,7-179 0,-15 155 0,4 0 0,19-100 0,-11 124 0,-13 42 0,0 0 0,0 0 0,0-1 0,0 1 0,0 0 0,0 0 0,0 0 0,0 0 0,0 0 0,0 0 0,0-1 0,0 1 0,1 0 0,-1 0 0,0 0 0,0 0 0,0 0 0,0 0 0,0 0 0,0 0 0,0-1 0,0 1 0,0 0 0,1 0 0,-1 0 0,0 0 0,0 0 0,0 0 0,0 0 0,0 0 0,0 0 0,0 0 0,1 0 0,-1 0 0,0 0 0,0 0 0,0 0 0,0 0 0,0 0 0,1 0 0,-1 0 0,0 0 0,0 0 0,0 0 0,0 0 0,0 0 0,6 7 0,3 13 0,-8-18 0,15 44 0,-3 2 0,-1 0 0,8 78 0,-6-34 0,22 87 0,-27-144 0,2-1 0,1-1 0,19 35 0,-30-64 0,1-1 0,0 0 0,0 0 0,0 0 0,0 0 0,0 0 0,1 0 0,-1-1 0,1 1 0,4 2 0,-6-4 0,0-1 0,0 1 0,0-1 0,1 0 0,-1 1 0,0-1 0,0 0 0,1 0 0,-1 1 0,0-1 0,1 0 0,-1-1 0,0 1 0,0 0 0,1 0 0,-1 0 0,0-1 0,0 1 0,0-1 0,1 1 0,-1-1 0,0 1 0,0-1 0,0 0 0,0 1 0,0-1 0,0 0 0,0 0 0,0 0 0,0 0 0,0 0 0,0-1 0,6-7 0,0 0 0,-1 0 0,0-1 0,-1 1 0,0-1 0,0-1 0,-1 1 0,0-1 0,-1 0 0,0 1 0,1-19 0,1-14 0,-2-71 0,-3 104 0,1-289-1365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24575,'30'15'0,"-19"-12"0,0-1 0,1 0 0,12 1 0,-14-3 0,-1 1 0,1 0 0,-1 1 0,1 0 0,12 5 0,-20-6 0,1 1 0,-1-1 0,1 1 0,-1-1 0,0 1 0,0 0 0,1 0 0,-1 0 0,0 0 0,-1 0 0,1 0 0,0 0 0,-1 1 0,1-1 0,-1 1 0,0-1 0,0 1 0,0 0 0,0-1 0,0 1 0,0 0 0,0 4 0,-1-3 0,1 0 0,-1 0 0,0 0 0,0 0 0,0 0 0,0-1 0,-1 1 0,0 0 0,0 0 0,0 0 0,0-1 0,0 1 0,-1-1 0,1 1 0,-5 5 0,-1 0 0,0-1 0,0 0 0,-1 0 0,-10 8 0,5-5 0,10-9 0,1-1 0,1 1 0,-1-1 0,0 1 0,0 0 0,1 0 0,-1 0 0,1 0 0,-2 3 0,2-4 0,1-1 0,0 1 0,0 0 0,0-1 0,0 1 0,0 0 0,1-1 0,-1 1 0,0 0 0,0-1 0,0 1 0,1 0 0,-1-1 0,0 1 0,1-1 0,-1 1 0,0 0 0,1-1 0,-1 1 0,1-1 0,-1 1 0,1-1 0,-1 1 0,1-1 0,-1 0 0,1 1 0,-1-1 0,1 0 0,-1 1 0,1-1 0,0 0 0,-1 0 0,1 1 0,0-1 0,-1 0 0,2 0 0,24 5-1365,-14-5-5461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24575,'0'0'0,"0"0"0,25 1 0,6 4 0,-1 2 0,0 2 0,-1 1 0,29 13 0,-51-20 0,-1 0 0,1 0 0,-1 1 0,0 0 0,0 0 0,0 0 0,-1 1 0,0 0 0,0 0 0,0 0 0,5 8 0,-7-10 0,-1 1 0,-1-1 0,1 1 0,0 0 0,-1-1 0,0 1 0,0 0 0,0 0 0,0 0 0,-1 0 0,0 0 0,1 0 0,-1 0 0,-1 0 0,1 0 0,-1 0 0,1 0 0,-1 0 0,0 0 0,-1 0 0,1 0 0,-3 4 0,-3 6 0,-2-1 0,1 0 0,-2 0 0,0 0 0,0-1 0,-1-1 0,0 0 0,-1 0 0,-1-2 0,-24 17 0,63-31 0,-8 2 0,33-9 0,11-15-1365,-52 23-5461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253 179 24575,'-27'6'0,"18"-3"0,0 0 0,0 1 0,0 0 0,1 1 0,-1 0 0,1 0 0,0 1 0,1 0 0,-1 0 0,-7 9 0,5-4 0,0 2 0,1-1 0,1 1 0,0 0 0,-11 25 0,5-1 0,1 1 0,2 0 0,2 1 0,-4 41 0,11-72 0,2 1 0,-1-1 0,1 1 0,0-1 0,1 1 0,0-1 0,0 1 0,1-1 0,0 0 0,1 0 0,0 0 0,0 0 0,0 0 0,1 0 0,1-1 0,-1 0 0,1 0 0,0 0 0,0 0 0,1-1 0,0 0 0,0 0 0,1 0 0,0-1 0,-1 0 0,2-1 0,-1 1 0,0-1 0,1-1 0,0 1 0,0-1 0,0-1 0,0 1 0,1-1 0,-1-1 0,0 0 0,1 0 0,-1 0 0,1-1 0,0-1 0,-1 1 0,1-1 0,-1-1 0,0 0 0,16-5 0,-10 2 0,0-2 0,0 0 0,0 0 0,-1-2 0,0 1 0,-1-2 0,0 0 0,0 0 0,-1-1 0,-1 0 0,13-17 0,-11 11 0,-1-1 0,-1 0 0,-1 0 0,0-1 0,-1 0 0,-1 0 0,-1-1 0,4-23 0,-6 20 0,-1-1 0,-1 1 0,-1-1 0,-1 1 0,-1-1 0,-2 1 0,-4-24 0,3 28 0,-1 1 0,0 0 0,-2 0 0,0 1 0,-1-1 0,-1 2 0,0-1 0,-22-28 0,23 37 0,-1 0 0,0 0 0,0 1 0,0 1 0,-1 0 0,0 0 0,0 1 0,0 0 0,-1 0 0,1 1 0,-1 1 0,0 0 0,-1 0 0,1 1 0,0 1 0,-1 0 0,1 0 0,-23 2 0,27 1-170,1-1-1,-1 1 0,0 0 1,0 1-1,1-1 0,0 1 1,-8 5-1,9-4-6655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24575,'11'1'0,"0"0"0,0 1 0,-1 0 0,1 1 0,-1 0 0,1 1 0,-1 0 0,0 1 0,-1 0 0,1 1 0,-1-1 0,0 2 0,12 10 0,-19-15 0,1 0 0,-1 1 0,0-1 0,0 1 0,0-1 0,-1 1 0,1 0 0,0 0 0,-1-1 0,0 1 0,0 0 0,0 0 0,0 1 0,0-1 0,0 0 0,-1 0 0,0 0 0,1 4 0,-2-3 0,0 0 0,1 0 0,-1 0 0,-1 0 0,1 0 0,0-1 0,-1 1 0,0 0 0,0-1 0,0 1 0,0-1 0,-5 5 0,-1 1 0,0-1 0,-1 0 0,0-1 0,0 1 0,-1-2 0,0 1 0,0-2 0,-21 10 0,23-12 0,3-2 0,0 1 0,0 0 0,0 0 0,1 0 0,-1 1 0,1-1 0,-1 1 0,1 0 0,-6 5 0,41-4 0,-17-4 0,-1 0 0,0-1 0,0 0 0,21-5 0,-18 3 0,0 0 0,22 0 0,-37 3 0,0 0 0,0 0 0,0 1 0,0-2 0,0 1 0,-1 0 0,1 0 0,0 0 0,0 0 0,0 0 0,0-1 0,0 1 0,-1 0 0,1-1 0,0 1 0,0 0 0,-1-1 0,1 1 0,0-1 0,-1 0 0,2 0 0,1-18 0,-3 15 0,1-24-1365,-2 18-5461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24575,'81'3'0,"28"-1"0,-25-7-4,77-1-1357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24575,'13'485'0,"-12"-391"0,-3 107 0,-4-153-1365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0 145 24575,'5'21'0,"18"84"0,17 198 0,-28 111 0,-10-396 0,-2-18 0,0 0 0,0 1 0,0-1 0,0 0 0,0 0 0,1 0 0,-1 0 0,0 0 0,0 0 0,0 0 0,0 0 0,0 0 0,0 0 0,1 0 0,-1 0 0,0 0 0,0 0 0,0 0 0,0 0 0,0 0 0,0 0 0,1 0 0,-1 0 0,0-1 0,0 1 0,0 0 0,0 0 0,0 0 0,0 0 0,0 0 0,1 0 0,-1 0 0,0 0 0,0 0 0,0-1 0,0 1 0,0 0 0,0 0 0,0 0 0,0 0 0,0 0 0,0 0 0,0 0 0,0-1 0,0 1 0,0 0 0,0 0 0,0 0 0,0 0 0,0 0 0,0 0 0,0-1 0,0 1 0,9-35 0,-1-46 0,103-778 0,-109 853 0,0 7 0,3 15 0,3 28 0,-3-7 0,43 299 0,-31-248 0,50 151 0,-65-234 0,-1 0 0,2 0 0,-1 0 0,0-1 0,1 1 0,0-1 0,0 0 0,0 1 0,1-1 0,-1-1 0,1 1 0,0-1 0,0 1 0,7 3 0,-10-6 0,0-1 0,0 0 0,0 0 0,0 0 0,0 1 0,0-1 0,0 0 0,0 0 0,0 0 0,0 0 0,0-1 0,0 1 0,0 0 0,0 0 0,0-1 0,-1 1 0,1 0 0,0-1 0,0 1 0,0-1 0,0 1 0,0-1 0,-1 1 0,1-1 0,0 0 0,0 1 0,0-2 0,16-25 0,-9 7 0,-1 0 0,0-1 0,-2 0 0,0-1 0,3-35 0,-2-114 0,-9 26 0,2-69 0,2 89-1365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24575,'27'-6'0,"43"-2"0,-61 8 0,1-1 0,-1 2 0,1 0 0,-1 0 0,1 0 0,-1 1 0,0 1 0,11 3 0,-19-4 0,1-1 0,0 0 0,0 0 0,-1 1 0,1-1 0,-1 1 0,1 0 0,-1-1 0,0 1 0,1 0 0,-1 0 0,0 0 0,0 0 0,0 0 0,-1 0 0,1 0 0,0 0 0,-1 0 0,0 1 0,1-1 0,-1 0 0,0 0 0,0 0 0,0 0 0,0 1 0,0-1 0,-2 4 0,1 6 0,-2 0 0,0 0 0,-6 18 0,1-10 0,0-1 0,-1 0 0,-1-1 0,-13 18 0,19-31 0,0-1 0,0 1 0,-1-1 0,1 0 0,-1-1 0,-8 5 0,8-4 0,-1-1 0,1 1 0,0 1 0,0-1 0,-5 6 0,10-10 0,0 0 0,0 0 0,-1 0 0,1 0 0,0 1 0,0-1 0,0 0 0,-1 0 0,1 1 0,0-1 0,0 0 0,0 0 0,0 1 0,-1-1 0,1 0 0,0 1 0,0-1 0,0 0 0,0 0 0,0 1 0,0-1 0,0 0 0,0 1 0,0-1 0,0 0 0,0 1 0,0-1 0,0 0 0,0 0 0,0 1 0,0-1 0,0 0 0,0 1 0,1-1 0,-1 0 0,0 0 0,0 1 0,0-1 0,0 0 0,1 1 0,14 1 0,19-8 0,-19 0-341,-1-1 0,1-1-1,20-13 1,-23 12-6485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24575,'30'4'0,"46"10"0,-65-11 0,1 1 0,-1 0 0,1 0 0,-1 2 0,-1-1 0,19 13 0,-27-16 0,0-1 0,0 1 0,0-1 0,0 1 0,0 0 0,-1 0 0,1 0 0,0 0 0,-1 0 0,0 1 0,0-1 0,1 0 0,-1 1 0,0-1 0,-1 0 0,1 1 0,0-1 0,-1 1 0,1-1 0,-1 5 0,0-3 0,-1 1 0,0-1 0,0 0 0,0 1 0,0-1 0,-1 0 0,0 0 0,1 0 0,-1 0 0,-1 0 0,-2 3 0,-6 8 0,-1-1 0,0-1 0,-1 0 0,-24 18 0,16-16 0,0-1 0,-1-1 0,-39 18 0,82-30 0,-1 2 0,8-6-195,0-1 0,0-2 0,-1 0 0,0-2 0,0-1 0,42-21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24575,'10'-1'0,"-1"0"0,1 1 0,-1 1 0,1-1 0,-1 1 0,1 1 0,15 4 0,-13-2 0,-1-1 0,0 2 0,0-1 0,0 2 0,-1-1 0,1 1 0,-1 1 0,-1 0 0,11 9 0,-17-13 0,0 0 0,0 0 0,0 1 0,0-1 0,-1 1 0,1-1 0,-1 1 0,0 0 0,0 0 0,-1 0 0,1 0 0,-1 0 0,0 1 0,0-1 0,0 0 0,0 0 0,-1 1 0,0-1 0,0 1 0,0-1 0,0 0 0,-1 1 0,0-1 0,0 0 0,0 0 0,0 1 0,-4 6 0,0-1 0,-1 1 0,0-1 0,0-1 0,-1 1 0,0-1 0,-13 12 0,14-15 0,0-1 0,0 0 0,0 0 0,-1 0 0,0-1 0,0 0 0,0 0 0,0-1 0,-1 0 0,-11 4 0,57-25 0,15-2 0,-7 1 0,1 2 0,50-10 0,-97 27 2,1 0-1,-1 0 1,0 0 0,0 0-1,1 0 1,-1-1-1,0 1 1,0 0 0,0 0-1,1 0 1,-1 0-1,0 0 1,0 0 0,0 0-1,1 0 1,-1-1-1,0 1 1,0 0 0,0 0-1,0 0 1,1-1-1,-1 1 1,0 0 0,0 0-1,0 0 1,0-1-1,0 1 1,0 0 0,0 0-1,0 0 1,0-1-1,1 1 1,-1 0 0,0 0-1,0-1 1,0 1-1,0 0 1,0 0 0,0 0-1,-1-1 1,1 1-1,0 0 1,0 0 0,0-1-1,-6-10-1016,5 10 593,-7-9-6404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11 24575,'0'0'0,"-3"-1"0,0 1 0,1-1 0,-1 1 0,0 0 0,0 0 0,-5 0 0,0 3 0,1 1 0,-1-1 0,1 1 0,0 1 0,1-1 0,-1 1 0,1 1 0,-1-1 0,1 1 0,1 0 0,-1 0 0,1 1 0,1-1 0,-1 1 0,1 0 0,0 0 0,-4 11 0,-2 7 0,1 0 0,1 1 0,1-1 0,-3 29 0,5-23 0,2 1 0,1-1 0,2 41 0,1-52 0,2-1 0,0 1 0,1-1 0,1 0 0,0 0 0,12 25 0,-13-38 0,0 0 0,0 0 0,0 0 0,0 0 0,1-1 0,0 1 0,1-1 0,-1 0 0,1-1 0,0 0 0,0 1 0,0-2 0,0 1 0,1-1 0,9 4 0,-5-3 0,0-1 0,1 0 0,-1 0 0,1-1 0,-1 0 0,1-1 0,0 0 0,19-2 0,-22 0 0,0-1 0,0 0 0,0 0 0,0-1 0,-1 0 0,1 0 0,-1-1 0,0 0 0,0 0 0,0-1 0,-1 0 0,1 0 0,-1-1 0,0 0 0,-1-1 0,0 1 0,0-1 0,8-12 0,-4 3 0,0-2 0,-2 1 0,0-1 0,-1 0 0,0-1 0,-2 1 0,6-35 0,9-92 0,-19 126 0,0 0 0,-2 0 0,0 1 0,-1-1 0,-8-33 0,7 43 0,0 1 0,0-1 0,-1 1 0,-1 0 0,1 1 0,-1-1 0,-1 1 0,1 0 0,-1 0 0,0 0 0,-14-10 0,16 13 0,-1 0 0,0 1 0,0 0 0,-1 0 0,1 0 0,-1 0 0,0 1 0,1 0 0,-1 0 0,0 1 0,0 0 0,0 0 0,0 0 0,0 0 0,0 1 0,0 0 0,-1 1 0,-10 1 0,11 1-114,0-1 1,-1 1-1,1 1 0,0-1 0,1 1 1,-1 0-1,1 0 0,-1 1 0,1 0 1,1 0-1,-7 8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0,16 3 0,29 10 0,-1 1 0,50 24 0,-91-36 0,1 0 0,-1-1 0,0 1 0,0 0 0,0 1 0,0-1 0,0 0 0,-1 1 0,1 0 0,-1-1 0,0 1 0,0 0 0,0 0 0,0 1 0,0-1 0,0 0 0,-1 1 0,2 4 0,-3-5 0,1 0 0,-1 1 0,0-1 0,0 1 0,0-1 0,0 0 0,-1 1 0,1-1 0,-1 0 0,0 1 0,0-1 0,0 0 0,-1 0 0,1 0 0,-1 0 0,0 0 0,1 0 0,-1 0 0,0 0 0,-3 2 0,-19 20 0,-1-1 0,-1-1 0,0-1 0,-43 26 0,73-49 0,0 0 0,0 0 0,1 0 0,-1 1 0,7-1 0,5-1 0,7-2-170,0-2-1,-1-1 0,1-1 1,-1-1-1,-1 0 0,1-2 1,24-17-1,-27 15-6655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24575,'3'1'0,"1"-1"0,0 1 0,0 0 0,0 0 0,-1 0 0,1 0 0,-1 1 0,1-1 0,-1 1 0,4 2 0,-3-2 0,15 10 0,0 1 0,-1 0 0,22 22 0,9 7 0,-43-38 0,-1 0 0,0 1 0,0-1 0,0 1 0,-1 0 0,0 0 0,0 1 0,0-1 0,-1 1 0,5 8 0,-7-10 0,0 1 0,0-1 0,0 0 0,0 0 0,-1 0 0,1 0 0,-1 1 0,0-1 0,-1 0 0,1 0 0,-1 1 0,0-1 0,0 0 0,0 0 0,0 0 0,-1 0 0,1 0 0,-3 3 0,-1 1 0,-1 0 0,0-1 0,0 0 0,0 0 0,-1-1 0,0 0 0,0 0 0,-14 8 0,8-5 0,0-1 0,-25 11 0,143-54-1365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24575,'23'2'0,"-14"-3"0,267 7-128,-193-6-1109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3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 24575,'3'1'0,"0"-1"0,0 0 0,0 0 0,0 0 0,0-1 0,0 1 0,0-1 0,4-1 0,2 1 0,230-48-24,-149 28-1317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4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15 24575,'0'0'0,"0"0"0,0 0 0,0 0 0,0 0 0,0 0 0,-23-12 0,34 11 0,0 0 0,0 1 0,0 0 0,0 0 0,16 4 0,-1-1 0,-4-1 0,20 1 0,0 1 0,0 2 0,70 21 0,-103-24 0,-2 0 0,1 1 0,0 0 0,-1 0 0,1 1 0,-1 0 0,0 0 0,-1 0 0,1 1 0,7 10 0,-11-13 0,0 1 0,-1 0 0,1 0 0,-1 0 0,0 1 0,0-1 0,0 0 0,-1 1 0,1-1 0,-1 1 0,0 0 0,0-1 0,-1 1 0,1 0 0,-1 0 0,0-1 0,-1 1 0,1 0 0,-1 0 0,-2 7 0,-2 4 0,-2-1 0,1 1 0,-2-1 0,0 0 0,-1-1 0,-1 0 0,-11 13 0,-84 86 0,81-89 0,-254 227 0,276-250 0,1 0 0,0 0 0,0 0 0,-1 0 0,1 0 0,0 1 0,0-1 0,0 0 0,0 0 0,0 1 0,1-1 0,-1 1 0,0-1 0,1 1 0,-1-1 0,1 1 0,-1-1 0,1 1 0,0-1 0,0 1 0,-1 0 0,1-1 0,0 1 0,1 0 0,-1-1 0,0 1 0,0-1 0,1 1 0,-1-1 0,1 1 0,-1 0 0,1-1 0,0 0 0,-1 1 0,1-1 0,0 1 0,0-1 0,0 0 0,0 0 0,0 1 0,0-1 0,1 0 0,-1 0 0,0 0 0,1 0 0,-1-1 0,0 1 0,1 0 0,-1 0 0,1-1 0,-1 1 0,1-1 0,-1 1 0,1-1 0,0 0 0,-1 0 0,3 0 0,12 1 0,1 0 0,-1-2 0,1 0 0,-1-1 0,17-4 0,82-25 0,-43 11 0,-70 19-16,27-7-254,0 1 0,0 1 0,1 2 1,41-1-1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5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0 126 24575,'27'548'0,"-24"-519"0,1-1 0,1 1 0,2-1 0,15 41 0,-21-68 0,-1 1 0,1-1 0,-1 0 0,1 1 0,0-1 0,-1 0 0,1 0 0,0 1 0,0-1 0,0 0 0,0 0 0,0 0 0,0 0 0,0 0 0,0 0 0,0-1 0,1 1 0,-1 0 0,0 0 0,0-1 0,1 1 0,1 0 0,-2-1 0,1 0 0,-1-1 0,1 1 0,-1 0 0,1 0 0,-1-1 0,1 1 0,-1-1 0,1 1 0,-1-1 0,1 0 0,-1 1 0,0-1 0,1 0 0,-1 0 0,2-2 0,3-2 0,-1 0 0,-1-1 0,1 1 0,-1-1 0,0 0 0,0 0 0,4-12 0,19-59 0,-4-1 0,16-99 0,-18 73 0,-2 16 0,-19 88 0,0 0 0,0 0 0,0 0 0,0 0 0,0 0 0,0 0 0,1 0 0,-1 0 0,0 0 0,0-1 0,0 1 0,0 0 0,0 0 0,0 0 0,0 0 0,0 0 0,0 0 0,0 0 0,0 0 0,0 0 0,1 0 0,-1 0 0,0 0 0,0 0 0,0 0 0,0 0 0,0 0 0,0 0 0,0 0 0,0 0 0,0 0 0,0 0 0,1 0 0,-1 0 0,0 0 0,0 0 0,0 0 0,0 0 0,0 0 0,0 0 0,0 0 0,0 1 0,0-1 0,0 0 0,0 0 0,0 0 0,0 0 0,1 0 0,-1 0 0,0 0 0,0 0 0,0 0 0,0 0 0,0 0 0,0 0 0,0 1 0,0-1 0,0 0 0,0 0 0,0 0 0,0 0 0,0 0 0,0 0 0,0 0 0,0 0 0,0 0 0,5 12 0,3 12 0,35 153 0,19 71 0,-57-231 0,2 1 0,0-1 0,0 0 0,2-1 0,0 0 0,14 18 0,-16-24 0,1-1 0,1 0 0,-1-1 0,2 0 0,-1 0 0,1-1 0,0 0 0,0-1 0,1 0 0,14 6 0,-22-11 0,-1-1 0,0 1 0,1 0 0,-1-1 0,1 1 0,-1-1 0,1 0 0,-1 0 0,1 0 0,-1 0 0,1 0 0,-1 0 0,1-1 0,-1 1 0,1-1 0,3-1 0,-2 0 0,0 0 0,0-1 0,-1 1 0,1-1 0,0 0 0,-1 0 0,0 0 0,5-6 0,-1 1 0,-1-1 0,0 0 0,-1-1 0,0 1 0,0-1 0,5-18 0,-2-2 0,-2 0 0,-1-1 0,1-34 0,-5-95 0,-1 67 0,10-245 0,-11 311 0,-1 0 0,-7-34 0,7 61-80,-3 7 280,-4 8-1685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24575,'6'-2'0,"0"0"0,1 1 0,-1-1 0,0 2 0,1-1 0,-1 1 0,9 0 0,10-1 0,-17 1 0,23-3 0,33 1 0,-55 2 0,-1 0 0,1 1 0,-1 1 0,1-1 0,-1 1 0,0 1 0,0-1 0,14 8 0,-20-9 0,-1-1 0,1 1 0,-1 0 0,1 0 0,-1 1 0,0-1 0,1 0 0,-1 0 0,0 1 0,0-1 0,0 1 0,0-1 0,0 1 0,0-1 0,0 1 0,-1-1 0,1 1 0,-1 0 0,2 2 0,-2-1 0,0 0 0,0 0 0,0 0 0,-1 0 0,1 0 0,0 0 0,-1 0 0,0 0 0,0-1 0,-2 6 0,-3 2 0,1 0 0,-2 0 0,1-1 0,-15 16 0,6-10 0,-1-1 0,0-1 0,-22 14 0,-23 19 0,59-45 0,1 0 0,0 0 0,0-1 0,0 1 0,0 0 0,0 0 0,0 0 0,1 1 0,-1-1 0,0 0 0,0 0 0,1 0 0,-1 1 0,1-1 0,-1 0 0,1 0 0,0 1 0,-1-1 0,1 0 0,0 1 0,0-1 0,0 1 0,0-1 0,0 0 0,0 1 0,0-1 0,0 0 0,1 1 0,-1-1 0,1 0 0,-1 1 0,1-1 0,-1 0 0,1 0 0,1 3 0,0-2 0,0 0 0,-1 0 0,1-1 0,1 1 0,-1 0 0,0-1 0,0 1 0,0-1 0,1 0 0,-1 0 0,1 0 0,-1 0 0,1 0 0,-1 0 0,1-1 0,0 1 0,4-1 0,2 1-114,0-2 1,0 1-1,0-1 0,0-1 0,0 1 1,-1-1-1,1-1 0,0 0 0,-1 0 1,1-1-1,8-5 0,-1-1-6712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0,2 0 0,18 0 0,3 0 0,1 0 0,28 5 0,-46-4 0,-1 0 0,1 1 0,0-1 0,-1 1 0,1 0 0,-1 0 0,0 1 0,1 0 0,-1-1 0,0 2 0,-1-1 0,1 1 0,-1-1 0,6 7 0,-8-7 0,-1-1 0,1 1 0,-1-1 0,0 1 0,0 0 0,0-1 0,-1 1 0,1 0 0,0 0 0,-1 0 0,0-1 0,0 1 0,0 0 0,0 0 0,0 0 0,-1 0 0,1 0 0,-1-1 0,1 1 0,-1 0 0,0-1 0,0 1 0,-1 0 0,1-1 0,0 1 0,-3 2 0,-3 6 0,0-1 0,0 0 0,-1 0 0,-15 14 0,-33 24 0,56-48 0,-1 0 0,1 1 0,0-1 0,-1 0 0,1 0 0,0 0 0,0 1 0,-1-1 0,1 0 0,0 1 0,0-1 0,0 0 0,-1 1 0,1-1 0,0 0 0,0 1 0,0-1 0,0 0 0,0 1 0,0-1 0,0 0 0,-1 1 0,1-1 0,0 0 0,0 1 0,0-1 0,1 0 0,-1 1 0,0-1 0,0 1 0,0-1 0,0 0 0,0 1 0,1-1 0,11 10 0,18 1 0,-23-10 14,-1 0-1,0 0 0,1-1 0,-1 0 1,1 0-1,-1-1 0,1 1 1,10-4-1,0 0-756,30-13 1,-31 10-6084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7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168 253 24575,'8'-9'0,"-8"9"0,0 0 0,0 0 0,1 0 0,-1-1 0,0 1 0,0 0 0,0 0 0,0 0 0,0 0 0,0-1 0,1 1 0,-1 0 0,0 0 0,0 0 0,0 0 0,0-1 0,0 1 0,0 0 0,0 0 0,0 0 0,0-1 0,0 1 0,0 0 0,0 0 0,0 0 0,0-1 0,0 1 0,0 0 0,0 0 0,0 0 0,0-1 0,0 1 0,0 0 0,0 0 0,-1 0 0,1-1 0,0 1 0,0 0 0,0 0 0,0 0 0,0 0 0,-1 0 0,1-1 0,0 1 0,0 0 0,0 0 0,0 0 0,-1 0 0,1 0 0,0 0 0,0 0 0,0 0 0,0 0 0,-1 0 0,1-1 0,0 1 0,0 0 0,0 0 0,-1 0 0,1 0 0,0 0 0,0 0 0,-1 1 0,-3-1 0,0 1 0,0-1 0,0 1 0,0 1 0,1-1 0,-1 0 0,0 1 0,0 0 0,1 0 0,-1 0 0,1 0 0,0 0 0,0 1 0,0 0 0,0-1 0,0 1 0,0 0 0,-2 4 0,-5 7 0,0 0 0,-14 30 0,13-22 0,2 1 0,0 0 0,2 1 0,0 0 0,-3 27 0,7-33 0,1 0 0,1 0 0,1 0 0,0 0 0,1 0 0,1 0 0,7 31 0,-6-40 0,1 0 0,-1-1 0,2 1 0,-1-1 0,1 1 0,0-1 0,1-1 0,0 1 0,0-1 0,0 0 0,1 0 0,0-1 0,1 0 0,-1 0 0,1-1 0,0 0 0,1 0 0,-1-1 0,1 0 0,0 0 0,0-1 0,0-1 0,0 1 0,1-1 0,-1-1 0,11 1 0,-8-1 0,0 0 0,-1-1 0,1 0 0,0-1 0,0-1 0,-1 0 0,1 0 0,-1-1 0,1-1 0,-1 0 0,0 0 0,-1-1 0,1 0 0,-1-1 0,0 0 0,0-1 0,-1 0 0,0-1 0,0 0 0,14-16 0,-7 1 0,-1-1 0,-1 0 0,-1-1 0,-1 0 0,-2-1 0,0 0 0,10-47 0,-12 33 0,-2 0 0,-2 0 0,-1 0 0,-4-71 0,0 99 0,-1 0 0,0 1 0,0-1 0,-1 1 0,-1-1 0,0 1 0,0 0 0,-1 1 0,-1-1 0,0 1 0,0 0 0,-12-15 0,12 18 0,0 1 0,-1 0 0,1 0 0,-1 1 0,0 0 0,-1 0 0,1 0 0,-1 1 0,0 0 0,0 1 0,0 0 0,-1 0 0,1 1 0,-1 0 0,1 0 0,-1 1 0,-13-1 0,4 2 0,-1 0 0,1 1 0,0 1 0,0 1 0,-35 10 0,45-11 0,0 1 0,0 1 0,1 0 0,-1 0 0,1 0 0,0 1 0,0 0 0,0 0 0,1 1 0,0 0 0,0 0 0,0 0 0,1 1 0,-9 14 0,-3 16-1365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8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24575,'24'5'0,"32"2"0,-37-5 0,0 1 0,0 0 0,27 9 0,-43-11 0,1 0 0,-1 0 0,0 1 0,0-1 0,0 1 0,0 0 0,-1 0 0,1 0 0,0 0 0,-1 0 0,0 1 0,1-1 0,-1 1 0,0 0 0,0-1 0,0 1 0,1 4 0,-2-5 0,0 1 0,-1-1 0,1 1 0,-1-1 0,0 1 0,0 0 0,0-1 0,0 1 0,0 0 0,0-1 0,-1 1 0,1-1 0,-1 1 0,0 0 0,0-1 0,0 1 0,0-1 0,0 0 0,0 1 0,-1-1 0,1 0 0,-1 0 0,-1 2 0,-6 7 0,-1-1 0,1-1 0,-1 0 0,-1 0 0,0-1 0,-14 8 0,-77 36 0,91-47 0,66 0 0,101 0 0,-124 1-1365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0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220 143 24575,'2'17'0,"1"0"0,-2 1 0,0-1 0,-2 0 0,0 1 0,-4 23 0,-1 27 0,3-17 0,2 1 0,3-1 0,11 77 0,-13-126 0,0-1 0,1 1 0,-1-1 0,0 1 0,1-1 0,-1 0 0,0 1 0,1-1 0,0 1 0,-1-1 0,1 0 0,0 1 0,0-1 0,0 0 0,0 0 0,0 0 0,0 0 0,0 0 0,0 0 0,0 0 0,0 0 0,1 0 0,-1 0 0,0-1 0,1 1 0,-1 0 0,0-1 0,1 1 0,-1-1 0,1 0 0,-1 1 0,1-1 0,-1 0 0,1 0 0,-1 0 0,1 0 0,-1 0 0,1 0 0,-1-1 0,1 1 0,-1 0 0,1-1 0,-1 1 0,0-1 0,1 1 0,-1-1 0,2-1 0,3-1 0,0 0 0,0-1 0,-1 0 0,1 0 0,-1 0 0,0-1 0,0 0 0,0 0 0,6-9 0,3-10 0,-1 1 0,-1-2 0,-1 0 0,-1 0 0,9-36 0,21-139 0,-16 68 0,-7 36 0,-19 93 0,-4 7 0,-5 9 0,5 0 0,2 0 0,0 0 0,0 0 0,1 0 0,1 0 0,0 1 0,0 20 0,0-14 0,-2 457 0,8-229 0,-3-230 0,-2-1 0,0 1 0,-1 0 0,-1 0 0,0-1 0,-11 31 0,12-42 0,-1 0 0,0 0 0,0-1 0,-1 1 0,1-1 0,-1 0 0,-1 0 0,1 0 0,-1 0 0,1-1 0,-1 0 0,0 0 0,-1 0 0,1-1 0,-1 1 0,0-1 0,0-1 0,0 1 0,0-1 0,0 0 0,-13 2 0,4-2 14,-1 0-1,0-2 0,0 1 0,0-2 1,0-1-1,1 0 0,-1 0 1,-20-7-1,15 2-261,0 0 1,1-1-1,0-1 1,0 0-1,-27-20 1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1 720 24575,'0'0'0,"0"0"0,0 0 0,23-22 0,-8 1 0,0-1 0,-1-1 0,-1 0 0,18-46 0,-15 32 0,44-102 0,49-169 0,-106 297 0,1 1 0,0 0 0,8-15 0,-15 62 0,-14 38 0,-39 106 0,33-118 0,4 1 0,-18 101 0,36-150 0,1-1 0,0 0 0,1 0 0,0 0 0,1 0 0,1 0 0,0 0 0,1 0 0,7 17 0,-9-27 0,-1-1 0,1 0 0,0 0 0,1 0 0,-1 0 0,0 0 0,1 0 0,0-1 0,0 1 0,-1-1 0,1 0 0,1 0 0,-1 0 0,0 0 0,0 0 0,1-1 0,-1 1 0,1-1 0,-1 0 0,1 0 0,0 0 0,4 0 0,-1 0 0,1 0 0,0-1 0,-1 0 0,1 0 0,0 0 0,-1-1 0,1 0 0,-1-1 0,13-4 0,-12 3-80,-1-1 0,1 0-1,-1 0 1,0-1 0,-1 0-1,1 0 1,-1-1 0,0 0-1,0 0 1,-1 0 0,0-1 0,0 0-1,0 0 1,-1 0 0,0 0-1,3-9 1,-1 3-6746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24575,'28'2'0,"0"-1"0,0-1 0,39-5 0,85-20 0,-81 12 0,-44 9-1365,-7 0-5461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24575,'0'0'0,"0"0"0,0 0 0,0 0 0,0 0 0,0 0 0,9-1 0,490-29 0,-464 26-1365,-28 3-5461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0 24575,'-5'19'0,"-4"20"0,2 0 0,-2 49 0,3 82 0,6-96 0,-17 125 0,-22 63 0,33-216-1365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4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208 364 24575,'0'0'0,"0"0"0,0 0 0,0 0 0,0 0 0,0 0 0,0 0 0,0 0 0,-5 24 0,-5 37 0,1 1 0,1 100 0,8-159 0,0-1 0,0 1 0,0 0 0,1-1 0,-1 1 0,1 0 0,0-1 0,0 1 0,0-1 0,0 1 0,0-1 0,0 1 0,1-1 0,-1 0 0,1 0 0,0 1 0,0-1 0,-1-1 0,1 1 0,0 0 0,1 0 0,-1-1 0,0 1 0,0-1 0,1 1 0,-1-1 0,3 1 0,-1-1 0,0 0 0,0 0 0,0-1 0,0 1 0,0-1 0,1 0 0,-1 0 0,0-1 0,0 1 0,0-1 0,0 1 0,0-1 0,0-1 0,0 1 0,-1-1 0,1 1 0,6-4 0,8-8 0,0 0 0,-1 0 0,-1-2 0,0 0 0,0-1 0,22-32 0,-10 9 0,-2-2 0,22-45 0,-14 21 0,-4-2 0,-2-1 0,19-71 0,-45 133 0,0 1 0,-1 0 0,0 0 0,0-1 0,-1 1 0,1-1 0,-1 1 0,0 0 0,-1-1 0,1 1 0,-1-1 0,-2-8 0,2 14 0,1-1 0,-1 1 0,1-1 0,-1 1 0,1-1 0,-1 1 0,0-1 0,1 1 0,-1 0 0,0-1 0,1 1 0,-1 0 0,0 0 0,1-1 0,-1 1 0,0 0 0,1 0 0,-1 0 0,0 0 0,0 0 0,1 0 0,-1 0 0,0 0 0,1 0 0,-1 0 0,0 0 0,1 0 0,-1 1 0,0-1 0,0 0 0,1 1 0,-1-1 0,1 0 0,-1 1 0,0 0 0,-24 15 0,18-9 0,0 0 0,0 0 0,1 1 0,0 0 0,0 1 0,1-1 0,0 1 0,1 0 0,0 1 0,0-1 0,1 0 0,0 1 0,-2 14 0,-1 13 0,2-1 0,0 48 0,3-20 0,0 598 0,1-655 0,0 532 0,0-535 0,-1 0 0,1 0 0,-1 0 0,0 0 0,0 0 0,0 0 0,0 0 0,-1-1 0,0 1 0,0 0 0,0-1 0,0 1 0,0-1 0,-1 0 0,1 1 0,-1-1 0,0 0 0,0-1 0,0 1 0,-5 3 0,3-4 0,0 1 0,0-1 0,-1 0 0,1-1 0,0 1 0,-1-1 0,1 0 0,-1 0 0,1-1 0,-1 0 0,0 0 0,1 0 0,-1 0 0,-9-3 0,-15-3 0,1-2 0,0-1 0,1-2 0,0 0 0,0-2 0,2-1 0,-1-1 0,2-1 0,-33-27 0,49 34-91,0 1 0,1-1 0,0 0 0,0-1 0,1 0 0,0 0 0,1-1 0,0 0 0,1 0 0,0 0 0,1 0 0,0-1 0,1 0 0,-3-17 0,3 6-6735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0 573 24575,'18'-16'0,"-3"-2"0,-1 0 0,-1 0 0,17-32 0,28-68 0,-33 66 0,103-231 0,-152 339 0,2 1 0,3 1 0,2 0 0,3 1 0,-11 93 0,25-147 0,-1 0 0,1 0 0,1-1 0,-1 1 0,0 0 0,1 0 0,0-1 0,0 1 0,1-1 0,-1 1 0,1-1 0,0 1 0,0-1 0,0 0 0,1 0 0,-1 0 0,7 6 0,-5-5 0,1-1 0,-1 0 0,1 0 0,0-1 0,0 0 0,0 0 0,1 0 0,-1 0 0,1-1 0,0 0 0,-1 0 0,12 2 0,-11-3 0,0 0 0,0-1 0,0 1 0,1-1 0,-1-1 0,0 1 0,0-1 0,1 0 0,-1-1 0,0 1 0,0-1 0,7-3 0,-9 3 0,0-1 0,0 1 0,0 0 0,-1-1 0,1 0 0,-1 0 0,1 0 0,-1 0 0,0-1 0,0 1 0,-1-1 0,1 0 0,-1 0 0,0 0 0,0 0 0,0 0 0,2-9 0,0 2-341,-2-1 0,0 0-1,1-13 1,-3 15-6485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24575,'6'-2'0,"0"0"0,0 1 0,0 0 0,1 0 0,-1 1 0,0-1 0,11 2 0,5-1 0,98-2 0,22-3 0,-103 0-1365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24575,'23'0'0,"102"5"0,-111-4 0,-1 1 0,1 1 0,-1 1 0,0 0 0,0 0 0,0 1 0,13 8 0,-24-12 0,1 0 0,-1 1 0,0-1 0,1 1 0,-1 0 0,0 0 0,0 0 0,0 0 0,0 0 0,-1 0 0,1 1 0,0-1 0,-1 0 0,0 1 0,0 0 0,1-1 0,-2 1 0,3 4 0,-3-2 0,0-1 0,1 0 0,-2 1 0,1-1 0,0 0 0,-1 1 0,0-1 0,0 0 0,0 0 0,0 1 0,-3 3 0,-2 6 0,-2-1 0,1 0 0,-2 0 0,0-1 0,0 0 0,-12 11 0,-10 6 0,-44 32 0,0 0 0,74-61 0,1 1 0,-1-1 0,1 0 0,-1 0 0,1 1 0,-1-1 0,1 0 0,0 1 0,-1-1 0,1 0 0,-1 1 0,1-1 0,0 1 0,-1-1 0,1 0 0,0 1 0,0-1 0,-1 1 0,1-1 0,0 1 0,0-1 0,0 1 0,0-1 0,-1 1 0,1 0 0,0-1 0,0 1 0,0-1 0,0 1 0,0-1 0,0 1 0,0-1 0,1 1 0,-1 0 0,1 0 0,0-1 0,0 1 0,1-1 0,-1 1 0,0-1 0,0 0 0,0 0 0,1 1 0,-1-1 0,0 0 0,0 0 0,1 0 0,1 0 0,48-8 0,99-29 95,31-7-1555,-169 42-5366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24575,'12'2'0,"-1"-1"0,1-1 0,-1 0 0,21-2 0,-14 0 0,282 5 0,-222 0 0,172-5 0,-86-1 0,322 23 0,-190-4 0,307-3 0,0-9 0,-154-4 0,25 4 0,164 4 0,-434-3 0,420 22 0,-262-14 0,-22-2 0,90-8 0,-87-5 0,-166-2 0,-176 4 0,-1 0 0,0 0 0,0 0 0,1-1 0,-1 1 0,0 0 0,0 0 0,1 0 0,-1-1 0,0 1 0,0 0 0,1 0 0,-1-1 0,0 1 0,0 0 0,0 0 0,0-1 0,1 1 0,-1 0 0,0-1 0,0 1 0,0 0 0,0-1 0,0 1 0,0 0 0,0 0 0,0-1 0,0 1 0,0 0 0,0-1 0,0 1 0,0 0 0,0-1 0,0 1 0,0 0 0,-1-1 0,1 1 0,0 0 0,0 0 0,0-1 0,0 1 0,-1 0 0,1 0 0,0-1 0,0 1 0,0 0 0,-1 0 0,1-1 0,0 1 0,-1-1 0,0 0 0,1-1 0,-1 1 0,0 0 0,0 0 0,0 0 0,0-1 0,0 1 0,0 0 0,0 1 0,-3-3 0,-16 0-1365,12 2-5461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4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24575,'-29'3'0,"-134"36"0,162-39 0,1 0 0,0 0 0,-1 0 0,1 0 0,0 0 0,0 0 0,-1 0 0,1 0 0,0 0 0,0 0 0,-1 0 0,1 0 0,0 0 0,0 1 0,-1-1 0,1 0 0,0 0 0,0 0 0,-1 0 0,1 0 0,0 1 0,0-1 0,0 0 0,-1 0 0,1 0 0,0 1 0,0-1 0,0 0 0,0 0 0,-1 1 0,1-1 0,0 0 0,0 0 0,0 1 0,0-1 0,0 1 0,7 7 0,16 4 0,-2-7 0,0-2 0,0 0 0,26-1 0,24 4 0,102 16 0,197 1 0,185-17 0,-32 19 0,-213-16 0,525 25 0,-604-19 0,187 13 0,52-10 0,-168-11 0,5-1 0,181 11 0,-393-15 0,-57-3 0,-52-16 0,-5-5-1365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4:16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33 150 24575,'0'0'0,"0"0"0,0 0 0,0 0 0,0 0 0,0 0 0,-33 6 0,38-7 0,0 1 0,0 0 0,0 0 0,0 0 0,0 0 0,0 1 0,0 0 0,-1 0 0,1 0 0,0 0 0,-1 1 0,1 0 0,6 4 0,-6-4 0,42 16 0,1-2 0,1-2 0,0-2 0,1-2 0,66 4 0,255-7 0,-314-8 0,87-7 0,155-28 0,199 3 0,-196 21 0,436-28 0,-447 18 0,14 1 0,-1 12 0,279-15 0,-247 15 0,68-6 0,-29 1 0,-329 14 0,97-9 0,9 0 0,-115 14-1365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57.9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332 19 24575,'-3'-3'0,"0"1"0,1 0 0,-1 0 0,0 0 0,0 0 0,-6-3 0,4 6 0,0 0 0,0 1 0,0-1 0,0 1 0,1 1 0,-1-1 0,1 0 0,-1 1 0,1 0 0,0 0 0,0 0 0,-5 6 0,-5 5 0,-22 30 0,-3 14 0,2 3 0,-42 95 0,77-152 0,-5 11 0,0-1 0,1 1 0,1 0 0,-5 20 0,11-35 0,-1 1 0,1-1 0,-1 1 0,1-1 0,-1 0 0,1 1 0,0-1 0,-1 0 0,1 1 0,0-1 0,-1 0 0,1 0 0,0 1 0,-1-1 0,1 0 0,0 0 0,-1 0 0,1 0 0,0 0 0,1 0 0,15 0 0,10-3 0,0-1 0,0-1 0,36-12 0,8-1 0,412-83 0,-408 89 0,-75 12 0,0 0 0,1 0 0,-1 0 0,0 0 0,0 0 0,0 0 0,0 0 0,0 0 0,0-1 0,0 1 0,1 0 0,-1 0 0,0 0 0,0 0 0,0 0 0,0 0 0,0 0 0,0-1 0,0 1 0,0 0 0,0 0 0,0 0 0,0 0 0,0 0 0,0 0 0,0-1 0,1 1 0,-1 0 0,0 0 0,0 0 0,-1 0 0,1 0 0,0-1 0,0 1 0,0 0 0,0 0 0,0 0 0,0 0 0,0 0 0,0-1 0,0 1 0,0 0 0,0 0 0,0 0 0,0 0 0,0 0 0,0 0 0,-1-1 0,-7-9 0,-13-9 0,-78-53 0,-132-71 0,178 117-1365,33 18-5461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55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0 258 24575,'0'0'0,"0"0"0,0 0 0,15-19 0,-8 13 0,0 1 0,1 0 0,-1 0 0,1 0 0,0 1 0,0 1 0,0-1 0,1 1 0,-1 1 0,1-1 0,17-1 0,11 0 0,57 1 0,-69 3 0,337-16 0,-136 3 0,585 4 0,-557 10 0,214 18 0,-20 0 0,637-23 0,107 1 0,-3-3 0,-396 0 0,-13-13-534,-672 15 511,154-5 23,396-11 0,-344 16 0,337-7 0,-411 2 0,230-4 0,505-31 0,-175 17 0,-581 22 0,231 6 416,-230 1-275,-112-2-1506,-87 0-5461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22.6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146 171 24575,'0'0'0,"0"0"0,0 0 0,0 0 0,0 0 0,14-10 0,-9 4 0,-11 5 0,2 3 0,1-1 0,0 1 0,-1-1 0,1 1 0,0 0 0,0 1 0,0-1 0,1 0 0,-1 1 0,0-1 0,1 1 0,0 0 0,-1 0 0,1 0 0,-2 5 0,-4 6 0,1 2 0,-6 15 0,12-29 0,-18 54 0,2 1 0,3 0 0,2 1 0,-7 109 0,19-164 0,-1 13 0,0-1 0,4 31 0,-3-42 0,1-1 0,0 1 0,-1-1 0,1 1 0,0-1 0,1 1 0,-1-1 0,0 0 0,1 0 0,0 0 0,0 0 0,0 0 0,0 0 0,0 0 0,1-1 0,-1 1 0,1-1 0,-1 1 0,7 2 0,3 1 0,1-1 0,-1-1 0,1 0 0,1-1 0,-1 0 0,0-1 0,1 0 0,-1-1 0,1-1 0,-1 0 0,1-1 0,-1-1 0,1 0 0,-1 0 0,0-1 0,0-1 0,0 0 0,0-1 0,-1-1 0,0 1 0,0-2 0,0 0 0,-1 0 0,0-1 0,18-17 0,-9 3 0,-1 0 0,-1-1 0,-1-1 0,-1 0 0,-1-1 0,-1-1 0,-1-1 0,12-38 0,-17 42 0,-1-1 0,-2 0 0,0 0 0,-2 0 0,-1 0 0,0-1 0,-2 1 0,-1-1 0,-1 1 0,-6-33 0,5 47 0,1 1 0,-2-1 0,1 1 0,-1-1 0,0 1 0,-1 0 0,0 1 0,-1-1 0,0 1 0,0 0 0,0 1 0,-1-1 0,-1 1 0,1 0 0,-1 1 0,0 0 0,0 0 0,-1 1 0,1 0 0,-1 1 0,-1-1 0,1 2 0,0-1 0,-1 1 0,0 1 0,0 0 0,0 0 0,0 1 0,0 0 0,0 1 0,0 0 0,0 0 0,0 1 0,0 1 0,0 0 0,0 0 0,1 1 0,-1 0 0,1 0 0,-10 6 0,15-7-85,-1 1 0,1-1-1,0 1 1,0 0 0,1 1-1,-1-1 1,1 0 0,-1 1-1,1 0 1,0 0 0,0 0-1,1 0 1,-1 0 0,1 1-1,-2 6 1,2-5-6741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7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24575,'11'40'0,"-5"19"0,-2-1 0,-5 85 0,-1-40 0,2-20 0,5-97-1365,-2 7-5461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174 112 24575,'7'25'0,"-1"0"0,-1 0 0,-1 0 0,1 46 0,-11 103 0,6-160 0,-10 96 0,-1 46 0,11-152 0,0-1 0,0 1 0,0 0 0,0-1 0,1 1 0,0 0 0,-1 0 0,1-1 0,1 1 0,-1-1 0,0 1 0,1-1 0,0 0 0,2 4 0,-3-6 0,1 1 0,-1-1 0,1 0 0,-1 0 0,1 0 0,0 0 0,0 0 0,-1 0 0,1 0 0,0-1 0,0 1 0,0-1 0,0 1 0,0-1 0,0 0 0,0 1 0,0-1 0,0 0 0,0 0 0,0-1 0,0 1 0,0 0 0,-1-1 0,1 1 0,0-1 0,0 1 0,0-1 0,2-1 0,7-3 0,0-1 0,-1 0 0,1 0 0,-1-1 0,-1-1 0,1 1 0,-1-2 0,0 1 0,14-20 0,5-9 0,27-49 0,-51 79 0,25-46 0,-2 0 0,-3-2 0,-2 0 0,-2-2 0,-3 0 0,16-102 0,-31 147 0,0 0 0,-1 0 0,0 0 0,-1 0 0,-2-14 0,2 25 0,0 1 0,0 0 0,0 0 0,0 0 0,0-1 0,0 1 0,0 0 0,0 0 0,0 0 0,0-1 0,0 1 0,0 0 0,0 0 0,0 0 0,0-1 0,0 1 0,0 0 0,0 0 0,0 0 0,-1-1 0,1 1 0,0 0 0,0 0 0,0 0 0,0 0 0,0-1 0,-1 1 0,1 0 0,0 0 0,0 0 0,0 0 0,0 0 0,-1 0 0,1 0 0,0 0 0,0 0 0,0-1 0,-1 1 0,1 0 0,0 0 0,-1 0 0,-6 8 0,-3 17 0,-4 29 0,4 1 0,-6 73 0,9-63 0,-14 172 0,11-99 0,-41 202 0,45-315 0,0 0 0,-2-1 0,-1 0 0,-1-1 0,-18 32 0,23-46 0,0-1 0,-1 0 0,0-1 0,0 1 0,-1-1 0,0-1 0,0 1 0,-1-1 0,0 0 0,0-1 0,0 0 0,-1 0 0,0-1 0,1 0 0,-2 0 0,1-1 0,-14 3 0,14-4 0,0-1 0,1 1 0,-1-2 0,0 1 0,0-2 0,0 1 0,1-1 0,-1 0 0,0-1 0,1 0 0,-1 0 0,1-1 0,-1 0 0,1 0 0,0-1 0,1 0 0,-1-1 0,1 1 0,-1-1 0,2-1 0,-1 0 0,0 0 0,1 0 0,0 0 0,1-1 0,-1 0 0,1 0 0,1-1 0,-1 0 0,-3-9 0,-7-25-1365,10 27-5461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40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0 596 24575,'19'-20'0,"66"-95"0,113-197 0,-178 275 0,31-74 0,-116 269 0,10-29 0,40-89 0,1 1 0,1 1 0,-9 66 0,20-94 0,1 0 0,1 0 0,0 0 0,1 0 0,1-1 0,5 22 0,-5-26 0,1 0 0,1 0 0,-1-1 0,2 1 0,-1-1 0,1 0 0,0 0 0,1 0 0,0-1 0,11 11 0,-12-13 0,1 0 0,0-1 0,0 0 0,0-1 0,0 1 0,0-1 0,1 0 0,-1-1 0,1 0 0,0 0 0,0 0 0,0-1 0,0 0 0,0 0 0,0 0 0,0-1 0,0 0 0,0-1 0,1 0 0,-1 0 0,11-4 0,-12 4 0,-1-1 0,1 0 0,-1 0 0,0-1 0,0 1 0,0-1 0,0 0 0,0-1 0,0 1 0,-1-1 0,0 0 0,0 0 0,0 0 0,0-1 0,-1 1 0,1-1 0,-1 0 0,-1 0 0,1 0 0,-1 0 0,1-1 0,-1 1 0,-1-1 0,1 1 0,-1-1 0,0 0 0,0-7 0,-1 1 0,0 0 0,-2 0 0,1 0 0,-1 0 0,-1 1 0,0-1 0,-1 1 0,0-1 0,0 1 0,-1 0 0,-1 1 0,-7-11 0,5 8 0,-2 0 0,0 1 0,0 0 0,-1 0 0,-1 1 0,0 1 0,0 0 0,-23-14 0,-1 5 0,-53-20 0,51 24 0,-46-26 0,84 41 0,0 0 0,0 0 0,-1 0 0,1 0 0,0 0 0,0 0 0,0 0 0,0-1 0,0 1 0,-1 0 0,1 0 0,0 0 0,0 0 0,0 0 0,0 0 0,0-1 0,0 1 0,0 0 0,0 0 0,0 0 0,-1 0 0,1-1 0,0 1 0,0 0 0,0 0 0,0 0 0,0 0 0,0-1 0,0 1 0,0 0 0,0 0 0,0 0 0,0 0 0,0-1 0,0 1 0,1 0 0,-1 0 0,0 0 0,0 0 0,0-1 0,0 1 0,0 0 0,0 0 0,0 0 0,0 0 0,1-1 0,10-6 0,14-3 0,13-1-195,1 2 0,0 2 0,0 2 0,0 1 0,1 2 0,56 5 0,-79-2-6631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24575,'42'1'0,"0"2"0,0 2 0,50 13 0,-82-16 0,-1 1 0,0 0 0,0 0 0,0 1 0,-1 0 0,1 1 0,-1-1 0,0 2 0,0-1 0,13 13 0,-18-14 0,1 1 0,-1-1 0,0 0 0,0 1 0,0-1 0,0 1 0,-1 0 0,0 0 0,0 0 0,-1 0 0,1 1 0,-1-1 0,0 0 0,0 1 0,-1-1 0,1 0 0,-1 1 0,-1-1 0,1 1 0,-3 9 0,-1 0 0,0-1 0,-1 0 0,-1 0 0,0 0 0,-1 0 0,-16 23 0,-3-2 0,-32 35 0,-64 48 0,81-82 0,-55 63 0,95-98 0,0 1 0,0-1 0,0 1 0,0-1 0,0 1 0,0-1 0,0 1 0,0 0 0,1-1 0,-1 1 0,0 0 0,1 0 0,0 0 0,-1-1 0,1 4 0,0-3 0,0-1 0,1 0 0,-1 0 0,0 0 0,1 0 0,-1 0 0,1 0 0,-1 0 0,1 0 0,0 0 0,-1 0 0,1 0 0,0 0 0,0-1 0,-1 1 0,1 0 0,0 0 0,0-1 0,1 2 0,3 0 0,-1 0 0,1 0 0,0-1 0,-1 1 0,1-1 0,0 0 0,0 0 0,0 0 0,0-1 0,6 0 0,28-3 0,0-2 0,-1-1 0,0-2 0,0-2 0,0-2 0,-2-1 0,36-17 0,10-11-1365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22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24575,'1'2'0,"1"0"0,-1 0 0,1 0 0,-1 1 0,0-1 0,0 0 0,0 1 0,1 3 0,3 15 0,-1 1 0,-1 0 0,-1 0 0,0 26 0,0-5 0,31 297 0,-32-329 0,7 30 0,-8-40 0,0 1 0,1 0 0,-1-1 0,1 1 0,-1-1 0,1 1 0,0-1 0,0 0 0,-1 1 0,1-1 0,0 0 0,0 0 0,0 1 0,1-1 0,-1 0 0,0 0 0,0 0 0,1 0 0,-1 0 0,2 0 0,-2-1 0,1 1 0,-1-1 0,0-1 0,1 1 0,-1 0 0,0 0 0,0 0 0,1-1 0,-1 1 0,0 0 0,0-1 0,0 1 0,0-1 0,1 0 0,-1 1 0,0-1 0,0 0 0,0 0 0,0 1 0,0-1 0,-1 0 0,2-1 0,19-26 0,-7 3 0,-1 0 0,-1-1 0,-2 0 0,9-31 0,23-115 0,-33 130 0,23-120 0,-32 162 0,0 1 0,0-1 0,0 0 0,0 0 0,0 0 0,0 0 0,0 0 0,1 0 0,-1 0 0,0 0 0,0 0 0,0 0 0,0 0 0,0 0 0,0 0 0,0 0 0,0 0 0,0 0 0,0 0 0,0 0 0,0 0 0,0 0 0,0 0 0,0 0 0,1 0 0,-1 0 0,0 0 0,0 0 0,0 0 0,0 0 0,0 0 0,0 0 0,0 0 0,0 0 0,0 0 0,0 0 0,0 0 0,0 0 0,0 0 0,0-1 0,0 1 0,0 0 0,0 0 0,0 0 0,0 0 0,1 0 0,-1 0 0,0 0 0,0 0 0,0 0 0,0 0 0,0 0 0,0 0 0,0 0 0,0 0 0,0 0 0,0 0 0,0-1 0,0 1 0,0 0 0,0 0 0,0 0 0,0 0 0,0 0 0,0 0 0,-1 0 0,5 7 0,1 11 0,1 18 0,39 176 0,-30-152 0,10 35 0,-21-82 0,1-2 0,0 1 0,0 0 0,1-1 0,11 15 0,-14-22 0,20 21 0,-22-24 0,0 0 0,0-1 0,0 1 0,0-1 0,0 1 0,0-1 0,0 1 0,0-1 0,0 0 0,0 1 0,0-1 0,0 0 0,0 0 0,0 0 0,0 0 0,0 0 0,0 0 0,0 0 0,1 0 0,-1 0 0,0-1 0,0 1 0,0 0 0,0-1 0,0 1 0,0 0 0,1-2 0,3-2 0,0 0 0,0 0 0,-1-1 0,1 1 0,-1-1 0,-1 0 0,1 0 0,-1 0 0,1-1 0,-2 1 0,1-1 0,0 0 0,2-10 0,1-9 0,0 0 0,2-25 0,-8 47 0,19-251 0,-6 44 0,-6 127-1365,-7 73-5461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14 24575,'0'0'0,"0"0"0,0 0 0,0 0 0,-27-7 0,23 6 0,-15-5 0,19 10 0,12 7 0,-6-7 0,1 0 0,0-1 0,-1 1 0,1-1 0,0 0 0,1-1 0,-1 0 0,14 2 0,30 10 0,-49-13 0,0 0 0,-1 0 0,1 0 0,0 0 0,-1 0 0,1 0 0,-1 0 0,1 0 0,-1 0 0,1 1 0,-1-1 0,0 1 0,0-1 0,1 1 0,-1 0 0,0-1 0,-1 1 0,1 0 0,1 3 0,-1-2 0,-1 0 0,1 0 0,-1 1 0,0-1 0,0 0 0,-1 0 0,1 0 0,0 1 0,-1-1 0,0 0 0,-1 3 0,-2 5 0,0-1 0,-1 0 0,-1-1 0,0 1 0,-13 16 0,14-19 0,-1 0 0,0 1 0,0-1 0,-1-1 0,1 1 0,-1-1 0,-16 10 0,40 2 0,-12-15 0,-1-1 0,1 0 0,0 0 0,0-1 0,0 1 0,0-1 0,0 0 0,1 0 0,-1-1 0,9 0 0,-3 0 0,1-1 0,-1 0 0,0 0 0,13-5 0,8-9-1365,-24 10-5461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33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0,2 1 0,-1 0 0,1 0 0,0 0 0,-1 0 0,1 0 0,-1 1 0,0-1 0,3 3 0,-1 18 0,0 0 0,-2 44 0,0-23 0,2 34 0,0 83 0,-3-158 120,0-4-1605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24575,'8'5'0,"0"-1"0,1 0 0,0-1 0,0 0 0,0 0 0,0-1 0,0 0 0,1-1 0,-1 0 0,0 0 0,1-1 0,11-1 0,26-5 0,-1-2 0,1-1 0,-2-3 0,49-19 0,-65 32-1365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37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24575,'0'0'0,"0"0"0,0 0 0,11 5 0,1-2 0,0 0 0,0-1 0,0 0 0,1-1 0,-1 0 0,17-2 0,75-11 0,54-23 0,12-1 0,-189 59-1365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8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8 24575,'-3'98'0,"5"-46"0,7 319 0,-10-360 0,1 6 0,-1 0 0,2 0 0,0 0 0,1 0 0,1 0 0,7 21 0,-10-36 0,0-1 0,1 0 0,-1 1 0,1-1 0,-1 0 0,1 0 0,0 0 0,-1 0 0,1 0 0,0 0 0,0 0 0,0 0 0,0 0 0,0 0 0,0 0 0,0 0 0,0 0 0,0-1 0,0 1 0,2 0 0,-2-1 0,1 0 0,-1 0 0,0 0 0,0 0 0,0 0 0,0 0 0,1 0 0,-1-1 0,0 1 0,0 0 0,0-1 0,0 1 0,0-1 0,0 1 0,0-1 0,0 0 0,0 1 0,1-2 0,3-3 0,0 0 0,-1 0 0,0 0 0,0-1 0,0 1 0,0-1 0,2-7 0,21-55 0,-2-1 0,25-122 0,12-36 0,-60 221 0,0 1 0,0 0 0,1 0 0,0 0 0,0 0 0,1 1 0,4-6 0,-8 9 0,1 0 0,-1 1 0,1-1 0,0 0 0,-1 0 0,1 1 0,0-1 0,0 1 0,0-1 0,-1 0 0,1 1 0,0 0 0,0-1 0,0 1 0,0-1 0,0 1 0,0 0 0,0 0 0,0-1 0,0 1 0,0 0 0,0 0 0,0 0 0,0 0 0,0 0 0,0 1 0,0-1 0,-1 0 0,1 0 0,0 0 0,0 1 0,0-1 0,0 1 0,0-1 0,0 1 0,0-1 0,-1 1 0,1-1 0,0 1 0,0 0 0,-1-1 0,1 1 0,0 0 0,-1 0 0,1-1 0,-1 1 0,1 0 0,0 1 0,5 9 0,-1 0 0,-1 0 0,0 1 0,0-1 0,-1 1 0,2 13 0,7 77 0,-10-85 0,5 100 0,-6-70 0,2 1 0,2 0 0,22 87 0,-25-129 0,0 0 0,1 0 0,0 0 0,0-1 0,0 1 0,1-1 0,0 0 0,0 0 0,0 0 0,0-1 0,8 7 0,-10-10 0,0 1 0,0-1 0,-1 0 0,1 0 0,0 0 0,0 0 0,0 0 0,0 0 0,0-1 0,1 1 0,-1-1 0,0 1 0,0-1 0,0 0 0,0 0 0,1 0 0,-1 0 0,0 0 0,0 0 0,0-1 0,1 1 0,-1-1 0,0 1 0,0-1 0,0 0 0,0 0 0,0 0 0,0 0 0,0 0 0,-1-1 0,1 1 0,0 0 0,-1-1 0,1 1 0,-1-1 0,2-2 0,4-4 0,-1-1 0,0 0 0,-1-1 0,0 1 0,-1-1 0,0 0 0,0 0 0,-1 0 0,3-20 0,0-5 0,0-61 0,-2-328 0,-4 420-151,0 1-1,0-1 0,0 1 0,-1-1 1,0 1-1,0-1 0,0 1 1,-2-6-1,-2 1-6674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24575,'18'-3'0,"-1"0"0,1 1 0,0 1 0,0 1 0,-1 0 0,1 2 0,23 4 0,-38-6 0,1 0 0,-1 1 0,0 0 0,0 0 0,0 0 0,0 0 0,0 0 0,0 0 0,0 1 0,0 0 0,-1-1 0,1 1 0,0 0 0,-1 0 0,0 0 0,1 1 0,-1-1 0,0 1 0,0-1 0,0 1 0,-1 0 0,1-1 0,-1 1 0,1 0 0,-1 0 0,0 0 0,0 0 0,0 0 0,-1 1 0,1-1 0,-1 0 0,1 0 0,-1 0 0,0 1 0,0-1 0,-1 0 0,1 0 0,-1 0 0,0 1 0,-1 3 0,-1 2 0,0-1 0,-1 0 0,0 0 0,-1-1 0,0 1 0,0-1 0,0 0 0,-1 0 0,-11 10 0,6-7 0,-1-1 0,0 0 0,0 0 0,-27 13 0,60-11 0,-5-8-18,0 0-1,0-1 1,0-1 0,0 0-1,31-3 1,-8 1-1237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49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 24575,'0'0'0,"0"0"0,0 0 0,0 0 0,0 473 0,0-472 4,1-1 0,-1 1 0,0 0 0,0-1 0,0 1 0,0-1 0,0 1 0,-1 0 0,1-1 0,0 1 0,0-1 0,0 1 0,0 0 0,-1-1 0,1 1 0,0-1 0,0 1 0,-1-1 0,1 1 0,-1-1 0,1 1 0,0-1 0,-1 0 0,1 1 0,-1-1 0,1 1 0,-1-1 0,1 0 0,-1 1 0,-1-1-97,1 0 0,0 0 1,0 0-1,0 0 0,0 0 0,0-1 0,-1 1 0,1 0 1,0-1-1,0 1 0,0 0 0,0-1 0,0 1 1,0-1-1,-2-1 0,-5-4-6733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0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24575,'16'15'0,"-3"-7"0,0-1 0,0 0 0,28 11 0,-30-15 0,0 1 0,0 1 0,-1 0 0,0 0 0,0 1 0,-1 1 0,1-1 0,8 10 0,-15-13 0,0 0 0,-1 0 0,1 1 0,-1-1 0,0 1 0,0-1 0,0 1 0,-1 0 0,1-1 0,-1 1 0,0 0 0,0 0 0,0 0 0,-1 0 0,0 1 0,1-1 0,-1 0 0,0 0 0,-1 0 0,1 0 0,-1 0 0,0 0 0,0 0 0,0 0 0,-1 0 0,1 0 0,-4 5 0,-5 9 0,0-1 0,-2-1 0,0 0 0,-21 22 0,9-11 0,21-22 0,-1-1 0,1 1 0,0-1 0,0 1 0,1 0 0,0 0 0,-1 0 0,2 0 0,-3 10 0,6-14 0,0 0 0,0-1 0,1 0 0,-1 1 0,0-1 0,0 0 0,1 0 0,2 0 0,-4 0 0,14-1 0,-1 0 0,1-1 0,-1 0 0,1-1 0,-1-1 0,0-1 0,0 0 0,23-11 0,-30 10-80,4-1 272,-11 7-220,0 0 0,0 0 0,1 0 1,-1 1-1,0-1 0,0 0 0,0 0 0,1 0 0,-1 0 0,0 0 0,0 0 1,0 0-1,1 0 0,-1 1 0,0-1 0,0 0 0,0 0 0,0 0 1,0 0-1,1 1 0,-1-1 0,0 0 0,0 0 0,0 0 0,0 1 0,0-1 1,0 0-1,0 0 0,0 0 0,0 1 0,0-1 0,0 0 0,0 0 0,0 0 1,0 1-1,0-1 0,0 0 0,0 0 0,0 1 0,0-1 0,0 0 1,0 0-1,0 0 0,0 1 0,0-1 0,-1 0 0,1 0 0,0 0 0,0 0 1,0 1-1,0-1 0,-1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1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3 24575,'0'0'0,"0"0"0,0 0 0,0 0 0,-25-2 0,19 2 0,0-1 0,0 1 0,0 1 0,0-1 0,0 1 0,0 0 0,0 1 0,0 0 0,0-1 0,0 2 0,-8 3 0,6-1 0,-1 0 0,1 1 0,0 0 0,0 1 0,0 0 0,-9 10 0,5-1 0,-1 1 0,2 0 0,0 0 0,1 1 0,1 1 0,-9 24 0,9-12 0,1 1 0,1 0 0,2 0 0,1 1 0,2 0 0,1-1 0,1 1 0,2 0 0,1-1 0,11 48 0,-12-75 0,-1 0 0,1 0 0,0 0 0,0 0 0,0-1 0,1 1 0,0-1 0,0 1 0,0-1 0,0 0 0,0 0 0,1-1 0,0 1 0,4 3 0,-1-3 0,-1 0 0,0 0 0,1-1 0,0 0 0,0 0 0,0-1 0,0 0 0,0 0 0,9 1 0,-2-2 0,1 0 0,-1-1 0,1 0 0,-1-1 0,0 0 0,1-2 0,-1 0 0,0 0 0,25-10 0,-29 8 0,0-1 0,0 1 0,0-2 0,0 0 0,-1 0 0,-1 0 0,1-1 0,-1 0 0,0-1 0,-1 0 0,0 0 0,-1-1 0,1 1 0,-2-2 0,0 1 0,0 0 0,-1-1 0,0 0 0,0 0 0,-1 0 0,-1-1 0,0 1 0,-1 0 0,0-1 0,-1 0 0,0 1 0,0-1 0,-1 1 0,-1-1 0,0 1 0,-1 0 0,0 0 0,0 0 0,-2 0 0,1 0 0,-1 1 0,-10-15 0,-3 0 0,-1 0 0,-1 2 0,-1 1 0,-1 0 0,-1 1 0,-1 2 0,-1 0 0,-35-19 0,6 14-1365,48 22-5461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2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24575,'-3'43'0,"3"-1"0,1 1 0,2 0 0,10 48 0,-1-2 0,-6 8-1365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3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31 24575,'-6'-31'0,"43"47"0,-1-10 0,-10-1 0,26 8 0,-45-11 0,0 0 0,0 1 0,-1 0 0,1 0 0,-1 0 0,0 1 0,0 0 0,9 8 0,-12-9 0,-1-1 0,1 1 0,-1 0 0,0 0 0,0 0 0,0 1 0,0-1 0,0 0 0,-1 1 0,1-1 0,-1 1 0,0-1 0,0 1 0,0 0 0,-1-1 0,1 1 0,-1 6 0,-1-3 0,0-1 0,0 1 0,0-1 0,-1 0 0,0 0 0,0 1 0,-1-1 0,1-1 0,-7 10 0,-1 1 0,-2-1 0,0 0 0,-1 0 0,-1-1 0,-27 22 0,35-30 0,1-1 0,-1 1 0,1 0 0,0 0 0,1 1 0,-1-1 0,2 1 0,-5 9 0,8-16 0,0 0 0,0 1 0,-1-1 0,1 0 0,0 0 0,0 1 0,0-1 0,0 0 0,0 1 0,0-1 0,0 0 0,0 1 0,0-1 0,0 0 0,0 1 0,0-1 0,0 0 0,0 1 0,0-1 0,1 0 0,-1 1 0,0-1 0,0 0 0,0 1 0,0-1 0,1 0 0,-1 0 0,0 1 0,0-1 0,0 0 0,1 0 0,-1 1 0,0-1 0,1 0 0,-1 0 0,17 6 0,18-4 0,0-5 63,40-10 0,-1 1-1554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1 149 24575,'9'-1'0,"1"0"0,-1 0 0,1-1 0,15-6 0,1 0 0,110-20 0,52-14 0,20-15 0,-175 56-1365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1:59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24575,'0'0'0,"0"0"0,0 0 0,0 0 0,-1 9 0,-2 18 0,1 1 0,1-1 0,1 1 0,5 29 0,24 105 0,-15-94 0,-6-9 0,-2 1 0,-5 109 0,-2-83 0,1-85 0,0-1 0,0 1 0,0-1 0,0 1 0,-1-1 0,1 1 0,0-1 0,0 1 0,0-1 0,0 1 0,-1-1 0,1 1 0,0-1 0,-1 1 0,1-1 0,0 1 0,-1-1 0,1 1 0,0-1 0,-1 0 0,0 1 0,1-1 0,0 0 0,-1 0 0,1 0 0,0 0 0,0 0 0,-1 0 0,1 0 0,0 0 0,0 0 0,-1 0 0,1 0 0,0 0 0,0 0 0,0-1 0,-1 1 0,1 0 0,0 0 0,0 0 0,0 0 0,-1 0 0,1-1 0,0 1 0,0 0 0,0 0 0,0 0 0,-1 0 0,1-1 0,0 1 0,0 0 0,0 0 0,0-1 0,0 1 0,0 0 0,0 0 0,0 0 0,0-1 0,0 1 0,-1 0 0,1 0 0,0-1 0,0 1 0,1 0 0,-1 0 0,0-1 0,0 1 0,0 0 0,0 0 0,0-1 0,0 1 0,0 0 0,1-16-1365,0 0-5461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6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24575,'27'-5'0,"1"1"0,0 2 0,1 0 0,-1 2 0,0 2 0,0 0 0,0 2 0,0 1 0,30 9 0,-52-12 0,1 0 0,-1 0 0,1 0 0,-1 1 0,0 0 0,0 0 0,-1 1 0,1 0 0,-1 0 0,10 8 0,-13-9 0,0 0 0,0 0 0,0 0 0,0 0 0,-1 0 0,1 0 0,-1 0 0,0 0 0,0 1 0,0-1 0,0 0 0,0 1 0,-1-1 0,0 1 0,0-1 0,0 1 0,0-1 0,0 1 0,0-1 0,-1 0 0,0 1 0,0-1 0,-1 4 0,-3 6 0,-1 1 0,0-1 0,-1-1 0,0 1 0,-1-1 0,0-1 0,-1 1 0,-18 16 0,-11 8 0,-44 32 0,43-37 0,9-8 0,12-9 0,0 0 0,1 1 0,-19 22 0,36-37 0,-1 1 0,0 0 0,1-1 0,-1 1 0,1 0 0,0 0 0,-1-1 0,1 1 0,0 0 0,-1 0 0,1 0 0,0 0 0,0-1 0,0 1 0,0 0 0,0 0 0,0 0 0,0 0 0,0 0 0,0-1 0,0 1 0,0 0 0,0 0 0,1 0 0,-1 0 0,0-1 0,1 1 0,-1 0 0,1 0 0,-1-1 0,0 1 0,1 0 0,0-1 0,-1 1 0,1 0 0,-1-1 0,1 1 0,0-1 0,0 1 0,1 1 0,0-1 0,0 0 0,0 0 0,0 0 0,0 0 0,1 0 0,-1 0 0,0 0 0,0-1 0,1 1 0,-1-1 0,0 0 0,4 0 0,25-4 0,0-1 0,-1-2 0,38-14 0,-29 9 0,46-9 0,-78 19 120,-12 1-1605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7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24575,'5'22'0,"8"64"0,3 174 0,-13-168 0,-2 19 0,-1-110 0,0 0 0,0 0 0,0 0 0,0 1 0,0-1 0,1 0 0,-1 0 0,0 0 0,1 0 0,-1 0 0,1 0 0,-1 0 0,1 0 0,1 2 0,-2-3 0,1 0 0,-1 0 0,0 0 0,1 1 0,-1-1 0,0 0 0,1 0 0,-1 0 0,0 0 0,1 0 0,-1 0 0,1 0 0,-1 0 0,0 0 0,1 0 0,-1 0 0,1 0 0,-1 0 0,0 0 0,1 0 0,-1 0 0,1 0 0,-1 0 0,0-1 0,1 1 0,-1 0 0,1 0 0,1-2 0,1 0 0,-1 0 0,0 0 0,0 0 0,0-1 0,0 1 0,0-1 0,0 1 0,1-4 0,7-14 0,-1-2 0,0 1 0,10-44 0,7-73 0,-17 83 0,4-28 0,21-98 0,-33 178 0,-1 1 0,1-1 0,0 1 0,0 0 0,-1-1 0,2 1 0,-1 0 0,2-4 0,-2 6 0,-1 0 0,0 0 0,1 0 0,-1 0 0,0 0 0,0 0 0,1 0 0,-1 1 0,0-1 0,0 0 0,1 0 0,-1 0 0,0 0 0,0 1 0,1-1 0,-1 0 0,0 0 0,0 0 0,0 1 0,0-1 0,1 0 0,-1 0 0,0 1 0,0-1 0,0 0 0,0 0 0,0 1 0,0-1 0,0 0 0,0 0 0,0 1 0,0-1 0,1 0 0,-2 1 0,1-1 0,0 0 0,0 0 0,0 1 0,0-1 0,0 1 0,3 54 0,-2-43 0,1 40 0,16 199 0,-13-218 0,1 0 0,2-1 0,1 0 0,2 0 0,20 44 0,-30-73 0,0-1 0,1 0 0,-1 0 0,0 1 0,1-1 0,-1 0 0,1 0 0,-1-1 0,1 1 0,0 0 0,0 0 0,0-1 0,0 0 0,0 1 0,0-1 0,0 0 0,1 0 0,-1 0 0,0 0 0,1 0 0,2 0 0,-3-1 0,1 0 0,-1 0 0,0 0 0,1-1 0,-1 1 0,1-1 0,-1 0 0,0 0 0,0 0 0,1 0 0,-1 0 0,0 0 0,0 0 0,0-1 0,0 1 0,0-1 0,-1 0 0,1 1 0,0-1 0,-1 0 0,3-3 0,8-12 0,-1-1 0,0 1 0,-2-2 0,0 1 0,-1-2 0,0 1 0,-2-1 0,7-33 0,-3-16 0,4-87 0,-1 1 0,-10 144-1365,-1 3-5461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24575,'40'2'0,"0"2"0,66 16 0,-104-20 0,0 0 0,0 1 0,-1-1 0,1 1 0,0 0 0,0-1 0,-1 1 0,1 0 0,0 0 0,-1 0 0,1 0 0,-1 0 0,0 1 0,1-1 0,-1 0 0,0 1 0,1-1 0,-1 1 0,0-1 0,0 1 0,0-1 0,-1 1 0,1 0 0,0-1 0,-1 1 0,1 0 0,-1 0 0,1 0 0,-1 0 0,0-1 0,0 1 0,1 0 0,-1 0 0,-1 0 0,1 0 0,0 0 0,0-1 0,-2 4 0,0 2 0,0 1 0,0-1 0,-1 0 0,0 0 0,-1 0 0,0-1 0,0 1 0,-7 8 0,-1-2 0,-1-1 0,0 0 0,-1-1 0,-27 17 0,19-14 0,-25 22 0,50-37 0,0-1 0,0 1 0,-1 1 0,1-1 0,0 0 0,0 1 0,5-1 0,17-4 0,117-44 0,-115 40-1365,-15 5-5461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24575,'7'24'0,"-7"-20"0,4 25 39,-1 1 0,-3 47-1,-1-48-532,2 0 1,7 54-1,-6-76-6332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90 225 24575,'-39'126'0,"26"-88"0,0 1 0,-7 47 0,18-73 0,1 1 0,0 0 0,0-1 0,2 1 0,0 0 0,0 0 0,1-1 0,1 1 0,0-1 0,7 19 0,-7-27 0,-1 0 0,1 0 0,-1-1 0,1 1 0,0-1 0,1 1 0,-1-1 0,1 0 0,0 0 0,0 0 0,0-1 0,1 1 0,6 3 0,-3-3 0,-1-1 0,1 1 0,-1-1 0,1-1 0,0 0 0,0 0 0,0 0 0,14 0 0,-12-2 0,-1 1 0,1-2 0,0 1 0,0-2 0,-1 1 0,1-1 0,-1-1 0,1 1 0,-1-2 0,0 1 0,0-1 0,0-1 0,-1 0 0,1 0 0,14-12 0,-8 0 0,0 0 0,-1 0 0,0-1 0,-2-1 0,0-1 0,-2 1 0,0-2 0,-1 1 0,12-43 0,-12 31 0,-2 0 0,-2-1 0,-1 0 0,-1 0 0,-2 0 0,-3-39 0,2 63 0,-1 1 0,0-1 0,-1 1 0,0-1 0,0 1 0,0 0 0,-1 0 0,-1 0 0,1 0 0,-1 1 0,-1-1 0,1 1 0,-1 0 0,0 1 0,-1-1 0,0 1 0,0 0 0,0 0 0,-1 0 0,1 1 0,-1 0 0,-1 1 0,1 0 0,-14-6 0,4 2 20,0 1 0,0 1 0,-1 1 0,0 1 0,-20-3 0,33 6-85,-1 0 1,1 1-1,0 0 1,-1 0-1,1 0 1,0 1-1,-1 0 0,1 0 1,0 0-1,0 0 1,0 1-1,0 0 1,0 0-1,0 0 1,1 1-1,-1-1 0,1 1 1,-1 1-1,1-1 1,0 0-1,0 1 1,-3 4-1,-2 4-6761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09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24575,'0'24'0,"0"296"0,-3-302-80,3-18 84,0 0 0,0 0 1,0 0-1,0 0 0,0 0 0,0 0 1,-1 1-1,1-1 0,0 0 0,0 0 1,0 0-1,0 0 0,0 0 0,-1 0 1,1 0-1,0 0 0,0 0 0,0 0 1,0 0-1,0 0 0,-1 0 1,1 0-1,0 0 0,0 0 0,0 0 1,0 0-1,0 0 0,-1 0 0,1 0 1,0 0-1,0 0 0,0 0 0,0 0 1,0 0-1,-1 0 0,1 0 0,0-1 1,0 1-1,0 0 0,0 0 0,0 0 1,0 0-1,0 0 0,0 0 1,-1 0-1,1-1 0,-14-25-1489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0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43 24575,'-16'189'0,"9"-139"0,2 1 0,3 96 0,5-131 0,0 0 0,1 0 0,0 0 0,1-1 0,10 21 0,-7-17 0,-8-18 0,0-1 0,0 0 0,0 0 0,0 1 0,0-1 0,0 0 0,0 0 0,1 1 0,-1-1 0,0 0 0,0 1 0,0-1 0,0 0 0,0 0 0,0 0 0,0 1 0,1-1 0,-1 0 0,0 0 0,0 1 0,0-1 0,1 0 0,-1 0 0,0 0 0,0 0 0,1 1 0,-1-1 0,0 0 0,0 0 0,1 0 0,-1 0 0,0 0 0,0 0 0,1 0 0,-1 0 0,0 0 0,0 0 0,1 0 0,-1 0 0,0 0 0,1 0 0,-1 0 0,0 0 0,1 0 0,6-14 0,2-28 0,7-179 0,-15 155 0,4 0 0,19-100 0,-11 124 0,-13 42 0,0 0 0,0 0 0,0-1 0,0 1 0,0 0 0,0 0 0,0 0 0,0 0 0,0 0 0,0 0 0,0-1 0,0 1 0,1 0 0,-1 0 0,0 0 0,0 0 0,0 0 0,0 0 0,0 0 0,0 0 0,0-1 0,0 1 0,0 0 0,1 0 0,-1 0 0,0 0 0,0 0 0,0 0 0,0 0 0,0 0 0,0 0 0,0 0 0,1 0 0,-1 0 0,0 0 0,0 0 0,0 0 0,0 0 0,0 0 0,1 0 0,-1 0 0,0 0 0,0 0 0,0 0 0,0 0 0,0 0 0,6 7 0,3 13 0,-8-18 0,15 44 0,-3 2 0,-1 0 0,8 78 0,-6-34 0,22 87 0,-27-144 0,2-1 0,1-1 0,19 35 0,-30-64 0,1-1 0,0 0 0,0 0 0,0 0 0,0 0 0,0 0 0,1 0 0,-1-1 0,1 1 0,4 2 0,-6-4 0,0-1 0,0 1 0,0-1 0,1 0 0,-1 1 0,0-1 0,0 0 0,1 0 0,-1 1 0,0-1 0,1 0 0,-1-1 0,0 1 0,0 0 0,1 0 0,-1 0 0,0-1 0,0 1 0,0-1 0,1 1 0,-1-1 0,0 1 0,0-1 0,0 0 0,0 1 0,0-1 0,0 0 0,0 0 0,0 0 0,0 0 0,0 0 0,0-1 0,6-7 0,0 0 0,-1 0 0,0-1 0,-1 1 0,0-1 0,0-1 0,-1 1 0,0-1 0,-1 0 0,0 1 0,1-19 0,1-14 0,-2-71 0,-3 104 0,1-289-1365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24575,'30'15'0,"-19"-12"0,0-1 0,1 0 0,12 1 0,-14-3 0,-1 1 0,1 0 0,-1 1 0,1 0 0,12 5 0,-20-6 0,1 1 0,-1-1 0,1 1 0,-1-1 0,0 1 0,0 0 0,1 0 0,-1 0 0,0 0 0,-1 0 0,1 0 0,0 0 0,-1 1 0,1-1 0,-1 1 0,0-1 0,0 1 0,0 0 0,0-1 0,0 1 0,0 0 0,0 4 0,-1-3 0,1 0 0,-1 0 0,0 0 0,0 0 0,0 0 0,0-1 0,-1 1 0,0 0 0,0 0 0,0 0 0,0-1 0,0 1 0,-1-1 0,1 1 0,-5 5 0,-1 0 0,0-1 0,0 0 0,-1 0 0,-10 8 0,5-5 0,10-9 0,1-1 0,1 1 0,-1-1 0,0 1 0,0 0 0,1 0 0,-1 0 0,1 0 0,-2 3 0,2-4 0,1-1 0,0 1 0,0 0 0,0-1 0,0 1 0,0 0 0,1-1 0,-1 1 0,0 0 0,0-1 0,0 1 0,1 0 0,-1-1 0,0 1 0,1-1 0,-1 1 0,0 0 0,1-1 0,-1 1 0,1-1 0,-1 1 0,1-1 0,-1 1 0,1-1 0,-1 0 0,1 1 0,-1-1 0,1 0 0,-1 1 0,1-1 0,0 0 0,-1 0 0,1 1 0,0-1 0,-1 0 0,2 0 0,24 5-1365,-14-5-5461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1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24575,'0'0'0,"0"0"0,25 1 0,6 4 0,-1 2 0,0 2 0,-1 1 0,29 13 0,-51-20 0,-1 0 0,1 0 0,-1 1 0,0 0 0,0 0 0,0 0 0,-1 1 0,0 0 0,0 0 0,0 0 0,5 8 0,-7-10 0,-1 1 0,-1-1 0,1 1 0,0 0 0,-1-1 0,0 1 0,0 0 0,0 0 0,0 0 0,-1 0 0,0 0 0,1 0 0,-1 0 0,-1 0 0,1 0 0,-1 0 0,1 0 0,-1 0 0,0 0 0,-1 0 0,1 0 0,-3 4 0,-3 6 0,-2-1 0,1 0 0,-2 0 0,0 0 0,0-1 0,-1-1 0,0 0 0,-1 0 0,-1-2 0,-24 17 0,63-31 0,-8 2 0,33-9 0,11-15-1365,-52 23-5461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253 179 24575,'-27'6'0,"18"-3"0,0 0 0,0 1 0,0 0 0,1 1 0,-1 0 0,1 0 0,0 1 0,1 0 0,-1 0 0,-7 9 0,5-4 0,0 2 0,1-1 0,1 1 0,0 0 0,-11 25 0,5-1 0,1 1 0,2 0 0,2 1 0,-4 41 0,11-72 0,2 1 0,-1-1 0,1 1 0,0-1 0,1 1 0,0-1 0,0 1 0,1-1 0,0 0 0,1 0 0,0 0 0,0 0 0,0 0 0,1 0 0,1-1 0,-1 0 0,1 0 0,0 0 0,0 0 0,1-1 0,0 0 0,0 0 0,1 0 0,0-1 0,-1 0 0,2-1 0,-1 1 0,0-1 0,1-1 0,0 1 0,0-1 0,0-1 0,0 1 0,1-1 0,-1-1 0,0 0 0,1 0 0,-1 0 0,1-1 0,0-1 0,-1 1 0,1-1 0,-1-1 0,0 0 0,16-5 0,-10 2 0,0-2 0,0 0 0,0 0 0,-1-2 0,0 1 0,-1-2 0,0 0 0,0 0 0,-1-1 0,-1 0 0,13-17 0,-11 11 0,-1-1 0,-1 0 0,-1 0 0,0-1 0,-1 0 0,-1 0 0,-1-1 0,4-23 0,-6 20 0,-1-1 0,-1 1 0,-1-1 0,-1 1 0,-1-1 0,-2 1 0,-4-24 0,3 28 0,-1 1 0,0 0 0,-2 0 0,0 1 0,-1-1 0,-1 2 0,0-1 0,-22-28 0,23 37 0,-1 0 0,0 0 0,0 1 0,0 1 0,-1 0 0,0 0 0,0 1 0,0 0 0,-1 0 0,1 1 0,-1 1 0,0 0 0,-1 0 0,1 1 0,0 1 0,-1 0 0,1 0 0,-23 2 0,27 1-170,1-1-1,-1 1 0,0 0 1,0 1-1,1-1 0,0 1 1,-8 5-1,9-4-6655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2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24575,'11'1'0,"0"0"0,0 1 0,-1 0 0,1 1 0,-1 0 0,1 1 0,-1 0 0,0 1 0,-1 0 0,1 1 0,-1-1 0,0 2 0,12 10 0,-19-15 0,1 0 0,-1 1 0,0-1 0,0 1 0,0-1 0,-1 1 0,1 0 0,0 0 0,-1-1 0,0 1 0,0 0 0,0 0 0,0 1 0,0-1 0,0 0 0,-1 0 0,0 0 0,1 4 0,-2-3 0,0 0 0,1 0 0,-1 0 0,-1 0 0,1 0 0,0-1 0,-1 1 0,0 0 0,0-1 0,0 1 0,0-1 0,-5 5 0,-1 1 0,0-1 0,-1 0 0,0-1 0,0 1 0,-1-2 0,0 1 0,0-2 0,-21 10 0,23-12 0,3-2 0,0 1 0,0 0 0,0 0 0,1 0 0,-1 1 0,1-1 0,-1 1 0,1 0 0,-6 5 0,41-4 0,-17-4 0,-1 0 0,0-1 0,0 0 0,21-5 0,-18 3 0,0 0 0,22 0 0,-37 3 0,0 0 0,0 0 0,0 1 0,0-2 0,0 1 0,-1 0 0,1 0 0,0 0 0,0 0 0,0 0 0,0-1 0,0 1 0,-1 0 0,1-1 0,0 1 0,0 0 0,-1-1 0,1 1 0,0-1 0,-1 0 0,2 0 0,1-18 0,-3 15 0,1-24-1365,-2 18-5461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24575,'81'3'0,"28"-1"0,-25-7-4,77-1-1357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3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24575,'13'485'0,"-12"-391"0,-3 107 0,-4-153-1365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0 145 24575,'5'21'0,"18"84"0,17 198 0,-28 111 0,-10-396 0,-2-18 0,0 0 0,0 1 0,0-1 0,0 0 0,0 0 0,1 0 0,-1 0 0,0 0 0,0 0 0,0 0 0,0 0 0,0 0 0,0 0 0,1 0 0,-1 0 0,0 0 0,0 0 0,0 0 0,0 0 0,0 0 0,0 0 0,1 0 0,-1 0 0,0-1 0,0 1 0,0 0 0,0 0 0,0 0 0,0 0 0,0 0 0,1 0 0,-1 0 0,0 0 0,0 0 0,0-1 0,0 1 0,0 0 0,0 0 0,0 0 0,0 0 0,0 0 0,0 0 0,0 0 0,0-1 0,0 1 0,0 0 0,0 0 0,0 0 0,0 0 0,0 0 0,0 0 0,0-1 0,0 1 0,9-35 0,-1-46 0,103-778 0,-109 853 0,0 7 0,3 15 0,3 28 0,-3-7 0,43 299 0,-31-248 0,50 151 0,-65-234 0,-1 0 0,2 0 0,-1 0 0,0-1 0,1 1 0,0-1 0,0 0 0,0 1 0,1-1 0,-1-1 0,1 1 0,0-1 0,0 1 0,7 3 0,-10-6 0,0-1 0,0 0 0,0 0 0,0 0 0,0 1 0,0-1 0,0 0 0,0 0 0,0 0 0,0 0 0,0-1 0,0 1 0,0 0 0,0 0 0,0-1 0,-1 1 0,1 0 0,0-1 0,0 1 0,0-1 0,0 1 0,0-1 0,-1 1 0,1-1 0,0 0 0,0 1 0,0-2 0,16-25 0,-9 7 0,-1 0 0,0-1 0,-2 0 0,0-1 0,3-35 0,-2-114 0,-9 26 0,2-69 0,2 89-1365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24575,'27'-6'0,"43"-2"0,-61 8 0,1-1 0,-1 2 0,1 0 0,-1 0 0,1 0 0,-1 1 0,0 1 0,11 3 0,-19-4 0,1-1 0,0 0 0,0 0 0,-1 1 0,1-1 0,-1 1 0,1 0 0,-1-1 0,0 1 0,1 0 0,-1 0 0,0 0 0,0 0 0,0 0 0,-1 0 0,1 0 0,0 0 0,-1 0 0,0 1 0,1-1 0,-1 0 0,0 0 0,0 0 0,0 0 0,0 1 0,0-1 0,-2 4 0,1 6 0,-2 0 0,0 0 0,-6 18 0,1-10 0,0-1 0,-1 0 0,-1-1 0,-13 18 0,19-31 0,0-1 0,0 1 0,-1-1 0,1 0 0,-1-1 0,-8 5 0,8-4 0,-1-1 0,1 1 0,0 1 0,0-1 0,-5 6 0,10-10 0,0 0 0,0 0 0,-1 0 0,1 0 0,0 1 0,0-1 0,0 0 0,-1 0 0,1 1 0,0-1 0,0 0 0,0 0 0,0 1 0,-1-1 0,1 0 0,0 1 0,0-1 0,0 0 0,0 0 0,0 1 0,0-1 0,0 0 0,0 1 0,0-1 0,0 0 0,0 1 0,0-1 0,0 0 0,0 0 0,0 1 0,0-1 0,0 0 0,0 1 0,1-1 0,-1 0 0,0 0 0,0 1 0,0-1 0,0 0 0,1 1 0,14 1 0,19-8 0,-19 0-341,-1-1 0,1-1-1,20-13 1,-23 12-6485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24575,'30'4'0,"46"10"0,-65-11 0,1 1 0,-1 0 0,1 0 0,-1 2 0,-1-1 0,19 13 0,-27-16 0,0-1 0,0 1 0,0-1 0,0 1 0,0 0 0,-1 0 0,1 0 0,0 0 0,-1 0 0,0 1 0,0-1 0,1 0 0,-1 1 0,0-1 0,-1 0 0,1 1 0,0-1 0,-1 1 0,1-1 0,-1 5 0,0-3 0,-1 1 0,0-1 0,0 0 0,0 1 0,0-1 0,-1 0 0,0 0 0,1 0 0,-1 0 0,-1 0 0,-2 3 0,-6 8 0,-1-1 0,0-1 0,-1 0 0,-24 18 0,16-16 0,0-1 0,-1-1 0,-39 18 0,82-30 0,-1 2 0,8-6-195,0-1 0,0-2 0,-1 0 0,0-2 0,0-1 0,42-21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6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24575,'10'-1'0,"-1"0"0,1 1 0,-1 1 0,1-1 0,-1 1 0,1 1 0,15 4 0,-13-2 0,-1-1 0,0 2 0,0-1 0,0 2 0,-1-1 0,1 1 0,-1 1 0,-1 0 0,11 9 0,-17-13 0,0 0 0,0 0 0,0 1 0,0-1 0,-1 1 0,1-1 0,-1 1 0,0 0 0,0 0 0,-1 0 0,1 0 0,-1 0 0,0 1 0,0-1 0,0 0 0,0 0 0,-1 1 0,0-1 0,0 1 0,0-1 0,0 0 0,-1 1 0,0-1 0,0 0 0,0 0 0,0 1 0,-4 6 0,0-1 0,-1 1 0,0-1 0,0-1 0,-1 1 0,0-1 0,-13 12 0,14-15 0,0-1 0,0 0 0,0 0 0,-1 0 0,0-1 0,0 0 0,0 0 0,0-1 0,-1 0 0,-11 4 0,57-25 0,15-2 0,-7 1 0,1 2 0,50-10 0,-97 27 2,1 0-1,-1 0 1,0 0 0,0 0-1,1 0 1,-1-1-1,0 1 1,0 0 0,0 0-1,1 0 1,-1 0-1,0 0 1,0 0 0,0 0-1,1 0 1,-1-1-1,0 1 1,0 0 0,0 0-1,0 0 1,1-1-1,-1 1 1,0 0 0,0 0-1,0 0 1,0-1-1,0 1 1,0 0 0,0 0-1,0 0 1,0-1-1,1 1 1,-1 0 0,0 0-1,0-1 1,0 1-1,0 0 1,0 0 0,0 0-1,-1-1 1,1 1-1,0 0 1,0 0 0,0-1-1,-6-10-1016,5 10 593,-7-9-6404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11 24575,'0'0'0,"-3"-1"0,0 1 0,1-1 0,-1 1 0,0 0 0,0 0 0,-5 0 0,0 3 0,1 1 0,-1-1 0,1 1 0,0 1 0,1-1 0,-1 1 0,1 1 0,-1-1 0,1 1 0,1 0 0,-1 0 0,1 1 0,1-1 0,-1 1 0,1 0 0,0 0 0,-4 11 0,-2 7 0,1 0 0,1 1 0,1-1 0,-3 29 0,5-23 0,2 1 0,1-1 0,2 41 0,1-52 0,2-1 0,0 1 0,1-1 0,1 0 0,0 0 0,12 25 0,-13-38 0,0 0 0,0 0 0,0 0 0,0 0 0,1-1 0,0 1 0,1-1 0,-1 0 0,1-1 0,0 0 0,0 1 0,0-2 0,0 1 0,1-1 0,9 4 0,-5-3 0,0-1 0,1 0 0,-1 0 0,1-1 0,-1 0 0,1-1 0,0 0 0,19-2 0,-22 0 0,0-1 0,0 0 0,0 0 0,0-1 0,-1 0 0,1 0 0,-1-1 0,0 0 0,0 0 0,0-1 0,-1 0 0,1 0 0,-1-1 0,0 0 0,-1-1 0,0 1 0,0-1 0,8-12 0,-4 3 0,0-2 0,-2 1 0,0-1 0,-1 0 0,0-1 0,-2 1 0,6-35 0,9-92 0,-19 126 0,0 0 0,-2 0 0,0 1 0,-1-1 0,-8-33 0,7 43 0,0 1 0,0-1 0,-1 1 0,-1 0 0,1 1 0,-1-1 0,-1 1 0,1 0 0,-1 0 0,0 0 0,-14-10 0,16 13 0,-1 0 0,0 1 0,0 0 0,-1 0 0,1 0 0,-1 0 0,0 1 0,1 0 0,-1 0 0,0 1 0,0 0 0,0 0 0,0 0 0,0 0 0,0 1 0,0 0 0,-1 1 0,-10 1 0,11 1-114,0-1 1,-1 1-1,1 1 0,0-1 0,1 1 1,-1 0-1,1 0 0,-1 1 0,1 0 1,1 0-1,-7 8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0,16 3 0,29 10 0,-1 1 0,50 24 0,-91-36 0,1 0 0,-1-1 0,0 1 0,0 0 0,0 1 0,0-1 0,0 0 0,-1 1 0,1 0 0,-1-1 0,0 1 0,0 0 0,0 0 0,0 1 0,0-1 0,0 0 0,-1 1 0,2 4 0,-3-5 0,1 0 0,-1 1 0,0-1 0,0 1 0,0-1 0,0 0 0,-1 1 0,1-1 0,-1 0 0,0 1 0,0-1 0,0 0 0,-1 0 0,1 0 0,-1 0 0,0 0 0,1 0 0,-1 0 0,0 0 0,-3 2 0,-19 20 0,-1-1 0,-1-1 0,0-1 0,-43 26 0,73-49 0,0 0 0,0 0 0,1 0 0,-1 1 0,7-1 0,5-1 0,7-2-170,0-2-1,-1-1 0,1-1 1,-1-1-1,-1 0 0,1-2 1,24-17-1,-27 15-6655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24575,'3'1'0,"1"-1"0,0 1 0,0 0 0,0 0 0,-1 0 0,1 0 0,-1 1 0,1-1 0,-1 1 0,4 2 0,-3-2 0,15 10 0,0 1 0,-1 0 0,22 22 0,9 7 0,-43-38 0,-1 0 0,0 1 0,0-1 0,0 1 0,-1 0 0,0 0 0,0 1 0,0-1 0,-1 1 0,5 8 0,-7-10 0,0 1 0,0-1 0,0 0 0,0 0 0,-1 0 0,1 0 0,-1 1 0,0-1 0,-1 0 0,1 0 0,-1 1 0,0-1 0,0 0 0,0 0 0,0 0 0,-1 0 0,1 0 0,-3 3 0,-1 1 0,-1 0 0,0-1 0,0 0 0,0 0 0,-1-1 0,0 0 0,0 0 0,-14 8 0,8-5 0,0-1 0,-25 11 0,143-54-1365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1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24575,'23'2'0,"-14"-3"0,267 7-128,-193-6-1109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3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 24575,'3'1'0,"0"-1"0,0 0 0,0 0 0,0 0 0,0-1 0,0 1 0,0-1 0,4-1 0,2 1 0,230-48-24,-149 28-1317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4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15 24575,'0'0'0,"0"0"0,0 0 0,0 0 0,0 0 0,0 0 0,-23-12 0,34 11 0,0 0 0,0 1 0,0 0 0,0 0 0,16 4 0,-1-1 0,-4-1 0,20 1 0,0 1 0,0 2 0,70 21 0,-103-24 0,-2 0 0,1 1 0,0 0 0,-1 0 0,1 1 0,-1 0 0,0 0 0,-1 0 0,1 1 0,7 10 0,-11-13 0,0 1 0,-1 0 0,1 0 0,-1 0 0,0 1 0,0-1 0,0 0 0,-1 1 0,1-1 0,-1 1 0,0 0 0,0-1 0,-1 1 0,1 0 0,-1 0 0,0-1 0,-1 1 0,1 0 0,-1 0 0,-2 7 0,-2 4 0,-2-1 0,1 1 0,-2-1 0,0 0 0,-1-1 0,-1 0 0,-11 13 0,-84 86 0,81-89 0,-254 227 0,276-250 0,1 0 0,0 0 0,0 0 0,-1 0 0,1 0 0,0 1 0,0-1 0,0 0 0,0 0 0,0 1 0,1-1 0,-1 1 0,0-1 0,1 1 0,-1-1 0,1 1 0,-1-1 0,1 1 0,0-1 0,0 1 0,-1 0 0,1-1 0,0 1 0,1 0 0,-1-1 0,0 1 0,0-1 0,1 1 0,-1-1 0,1 1 0,-1 0 0,1-1 0,0 0 0,-1 1 0,1-1 0,0 1 0,0-1 0,0 0 0,0 0 0,0 1 0,0-1 0,1 0 0,-1 0 0,0 0 0,1 0 0,-1-1 0,0 1 0,1 0 0,-1 0 0,1-1 0,-1 1 0,1-1 0,-1 1 0,1-1 0,0 0 0,-1 0 0,3 0 0,12 1 0,1 0 0,-1-2 0,1 0 0,-1-1 0,17-4 0,82-25 0,-43 11 0,-70 19-16,27-7-254,0 1 0,0 1 0,1 2 1,41-1-1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5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0 126 24575,'27'548'0,"-24"-519"0,1-1 0,1 1 0,2-1 0,15 41 0,-21-68 0,-1 1 0,1-1 0,-1 0 0,1 1 0,0-1 0,-1 0 0,1 0 0,0 1 0,0-1 0,0 0 0,0 0 0,0 0 0,0 0 0,0 0 0,0 0 0,0-1 0,1 1 0,-1 0 0,0 0 0,0-1 0,1 1 0,1 0 0,-2-1 0,1 0 0,-1-1 0,1 1 0,-1 0 0,1 0 0,-1-1 0,1 1 0,-1-1 0,1 1 0,-1-1 0,1 0 0,-1 1 0,0-1 0,1 0 0,-1 0 0,2-2 0,3-2 0,-1 0 0,-1-1 0,1 1 0,-1-1 0,0 0 0,0 0 0,4-12 0,19-59 0,-4-1 0,16-99 0,-18 73 0,-2 16 0,-19 88 0,0 0 0,0 0 0,0 0 0,0 0 0,0 0 0,0 0 0,1 0 0,-1 0 0,0 0 0,0-1 0,0 1 0,0 0 0,0 0 0,0 0 0,0 0 0,0 0 0,0 0 0,0 0 0,0 0 0,0 0 0,1 0 0,-1 0 0,0 0 0,0 0 0,0 0 0,0 0 0,0 0 0,0 0 0,0 0 0,0 0 0,0 0 0,0 0 0,1 0 0,-1 0 0,0 0 0,0 0 0,0 0 0,0 0 0,0 0 0,0 0 0,0 0 0,0 1 0,0-1 0,0 0 0,0 0 0,0 0 0,0 0 0,1 0 0,-1 0 0,0 0 0,0 0 0,0 0 0,0 0 0,0 0 0,0 0 0,0 1 0,0-1 0,0 0 0,0 0 0,0 0 0,0 0 0,0 0 0,0 0 0,0 0 0,0 0 0,0 0 0,5 12 0,3 12 0,35 153 0,19 71 0,-57-231 0,2 1 0,0-1 0,0 0 0,2-1 0,0 0 0,14 18 0,-16-24 0,1-1 0,1 0 0,-1-1 0,2 0 0,-1 0 0,1-1 0,0 0 0,0-1 0,1 0 0,14 6 0,-22-11 0,-1-1 0,0 1 0,1 0 0,-1-1 0,1 1 0,-1-1 0,1 0 0,-1 0 0,1 0 0,-1 0 0,1 0 0,-1 0 0,1-1 0,-1 1 0,1-1 0,3-1 0,-2 0 0,0 0 0,0-1 0,-1 1 0,1-1 0,0 0 0,-1 0 0,0 0 0,5-6 0,-1 1 0,-1-1 0,0 0 0,-1-1 0,0 1 0,0-1 0,5-18 0,-2-2 0,-2 0 0,-1-1 0,1-34 0,-5-95 0,-1 67 0,10-245 0,-11 311 0,-1 0 0,-7-34 0,7 61-80,-3 7 280,-4 8-1685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24575,'6'-2'0,"0"0"0,1 1 0,-1-1 0,0 2 0,1-1 0,-1 1 0,9 0 0,10-1 0,-17 1 0,23-3 0,33 1 0,-55 2 0,-1 0 0,1 1 0,-1 1 0,1-1 0,-1 1 0,0 1 0,0-1 0,14 8 0,-20-9 0,-1-1 0,1 1 0,-1 0 0,1 0 0,-1 1 0,0-1 0,1 0 0,-1 0 0,0 1 0,0-1 0,0 1 0,0-1 0,0 1 0,0-1 0,0 1 0,-1-1 0,1 1 0,-1 0 0,2 2 0,-2-1 0,0 0 0,0 0 0,0 0 0,-1 0 0,1 0 0,0 0 0,-1 0 0,0 0 0,0-1 0,-2 6 0,-3 2 0,1 0 0,-2 0 0,1-1 0,-15 16 0,6-10 0,-1-1 0,0-1 0,-22 14 0,-23 19 0,59-45 0,1 0 0,0 0 0,0-1 0,0 1 0,0 0 0,0 0 0,0 0 0,1 1 0,-1-1 0,0 0 0,0 0 0,1 0 0,-1 1 0,1-1 0,-1 0 0,1 0 0,0 1 0,-1-1 0,1 0 0,0 1 0,0-1 0,0 1 0,0-1 0,0 0 0,0 1 0,0-1 0,0 0 0,1 1 0,-1-1 0,1 0 0,-1 1 0,1-1 0,-1 0 0,1 0 0,1 3 0,0-2 0,0 0 0,-1 0 0,1-1 0,1 1 0,-1 0 0,0-1 0,0 1 0,0-1 0,1 0 0,-1 0 0,1 0 0,-1 0 0,1 0 0,-1 0 0,1-1 0,0 1 0,4-1 0,2 1-114,0-2 1,0 1-1,0-1 0,0-1 0,0 1 1,-1-1-1,1-1 0,0 0 0,-1 0 1,1-1-1,8-5 0,-1-1-6712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0,0 0 0,2 0 0,18 0 0,3 0 0,1 0 0,28 5 0,-46-4 0,-1 0 0,1 1 0,0-1 0,-1 1 0,1 0 0,-1 0 0,0 1 0,1 0 0,-1-1 0,0 2 0,-1-1 0,1 1 0,-1-1 0,6 7 0,-8-7 0,-1-1 0,1 1 0,-1-1 0,0 1 0,0 0 0,0-1 0,-1 1 0,1 0 0,0 0 0,-1 0 0,0-1 0,0 1 0,0 0 0,0 0 0,0 0 0,-1 0 0,1 0 0,-1-1 0,1 1 0,-1 0 0,0-1 0,0 1 0,-1 0 0,1-1 0,0 1 0,-3 2 0,-3 6 0,0-1 0,0 0 0,-1 0 0,-15 14 0,-33 24 0,56-48 0,-1 0 0,1 1 0,0-1 0,-1 0 0,1 0 0,0 0 0,0 1 0,-1-1 0,1 0 0,0 1 0,0-1 0,0 0 0,-1 1 0,1-1 0,0 0 0,0 1 0,0-1 0,0 0 0,0 1 0,0-1 0,0 0 0,-1 1 0,1-1 0,0 0 0,0 1 0,0-1 0,1 0 0,-1 1 0,0-1 0,0 1 0,0-1 0,0 0 0,0 1 0,1-1 0,11 10 0,18 1 0,-23-10 14,-1 0-1,0 0 0,1-1 0,-1 0 1,1 0-1,-1-1 0,1 1 1,10-4-1,0 0-756,30-13 1,-31 10-6084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7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168 253 24575,'8'-9'0,"-8"9"0,0 0 0,0 0 0,1 0 0,-1-1 0,0 1 0,0 0 0,0 0 0,0 0 0,0 0 0,0-1 0,1 1 0,-1 0 0,0 0 0,0 0 0,0 0 0,0-1 0,0 1 0,0 0 0,0 0 0,0 0 0,0-1 0,0 1 0,0 0 0,0 0 0,0 0 0,0-1 0,0 1 0,0 0 0,0 0 0,0 0 0,0-1 0,0 1 0,0 0 0,0 0 0,-1 0 0,1-1 0,0 1 0,0 0 0,0 0 0,0 0 0,0 0 0,-1 0 0,1-1 0,0 1 0,0 0 0,0 0 0,0 0 0,-1 0 0,1 0 0,0 0 0,0 0 0,0 0 0,0 0 0,-1 0 0,1-1 0,0 1 0,0 0 0,0 0 0,-1 0 0,1 0 0,0 0 0,0 0 0,-1 1 0,-3-1 0,0 1 0,0-1 0,0 1 0,0 1 0,1-1 0,-1 0 0,0 1 0,0 0 0,1 0 0,-1 0 0,1 0 0,0 0 0,0 1 0,0 0 0,0-1 0,0 1 0,0 0 0,-2 4 0,-5 7 0,0 0 0,-14 30 0,13-22 0,2 1 0,0 0 0,2 1 0,0 0 0,-3 27 0,7-33 0,1 0 0,1 0 0,1 0 0,0 0 0,1 0 0,1 0 0,7 31 0,-6-40 0,1 0 0,-1-1 0,2 1 0,-1-1 0,1 1 0,0-1 0,1-1 0,0 1 0,0-1 0,0 0 0,1 0 0,0-1 0,1 0 0,-1 0 0,1-1 0,0 0 0,1 0 0,-1-1 0,1 0 0,0 0 0,0-1 0,0-1 0,0 1 0,1-1 0,-1-1 0,11 1 0,-8-1 0,0 0 0,-1-1 0,1 0 0,0-1 0,0-1 0,-1 0 0,1 0 0,-1-1 0,1-1 0,-1 0 0,0 0 0,-1-1 0,1 0 0,-1-1 0,0 0 0,0-1 0,-1 0 0,0-1 0,0 0 0,14-16 0,-7 1 0,-1-1 0,-1 0 0,-1-1 0,-1 0 0,-2-1 0,0 0 0,10-47 0,-12 33 0,-2 0 0,-2 0 0,-1 0 0,-4-71 0,0 99 0,-1 0 0,0 1 0,0-1 0,-1 1 0,-1-1 0,0 1 0,0 0 0,-1 1 0,-1-1 0,0 1 0,0 0 0,-12-15 0,12 18 0,0 1 0,-1 0 0,1 0 0,-1 1 0,0 0 0,-1 0 0,1 0 0,-1 1 0,0 0 0,0 1 0,0 0 0,-1 0 0,1 1 0,-1 0 0,1 0 0,-1 1 0,-13-1 0,4 2 0,-1 0 0,1 1 0,0 1 0,0 1 0,-35 10 0,45-11 0,0 1 0,0 1 0,1 0 0,-1 0 0,1 0 0,0 1 0,0 0 0,0 0 0,1 1 0,0 0 0,0 0 0,0 0 0,1 1 0,-9 14 0,-3 16-1365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2:58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24575,'24'5'0,"32"2"0,-37-5 0,0 1 0,0 0 0,27 9 0,-43-11 0,1 0 0,-1 0 0,0 1 0,0-1 0,0 1 0,0 0 0,-1 0 0,1 0 0,0 0 0,-1 0 0,0 1 0,1-1 0,-1 1 0,0 0 0,0-1 0,0 1 0,1 4 0,-2-5 0,0 1 0,-1-1 0,1 1 0,-1-1 0,0 1 0,0 0 0,0-1 0,0 1 0,0 0 0,0-1 0,-1 1 0,1-1 0,-1 1 0,0 0 0,0-1 0,0 1 0,0-1 0,0 0 0,0 1 0,-1-1 0,1 0 0,-1 0 0,-1 2 0,-6 7 0,-1-1 0,1-1 0,-1 0 0,-1 0 0,0-1 0,-14 8 0,-77 36 0,91-47 0,66 0 0,101 0 0,-124 1-1365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0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220 143 24575,'2'17'0,"1"0"0,-2 1 0,0-1 0,-2 0 0,0 1 0,-4 23 0,-1 27 0,3-17 0,2 1 0,3-1 0,11 77 0,-13-126 0,0-1 0,1 1 0,-1-1 0,0 1 0,1-1 0,-1 0 0,0 1 0,1-1 0,0 1 0,-1-1 0,1 0 0,0 1 0,0-1 0,0 0 0,0 0 0,0 0 0,0 0 0,0 0 0,0 0 0,0 0 0,0 0 0,1 0 0,-1 0 0,0-1 0,1 1 0,-1 0 0,0-1 0,1 1 0,-1-1 0,1 0 0,-1 1 0,1-1 0,-1 0 0,1 0 0,-1 0 0,1 0 0,-1 0 0,1 0 0,-1-1 0,1 1 0,-1 0 0,1-1 0,-1 1 0,0-1 0,1 1 0,-1-1 0,2-1 0,3-1 0,0 0 0,0-1 0,-1 0 0,1 0 0,-1 0 0,0-1 0,0 0 0,0 0 0,6-9 0,3-10 0,-1 1 0,-1-2 0,-1 0 0,-1 0 0,9-36 0,21-139 0,-16 68 0,-7 36 0,-19 93 0,-4 7 0,-5 9 0,5 0 0,2 0 0,0 0 0,0 0 0,1 0 0,1 0 0,0 1 0,0 20 0,0-14 0,-2 457 0,8-229 0,-3-230 0,-2-1 0,0 1 0,-1 0 0,-1 0 0,0-1 0,-11 31 0,12-42 0,-1 0 0,0 0 0,0-1 0,-1 1 0,1-1 0,-1 0 0,-1 0 0,1 0 0,-1 0 0,1-1 0,-1 0 0,0 0 0,-1 0 0,1-1 0,-1 1 0,0-1 0,0-1 0,0 1 0,0-1 0,0 0 0,-13 2 0,4-2 14,-1 0-1,0-2 0,0 1 0,0-2 1,0-1-1,1 0 0,-1 0 1,-20-7-1,15 2-261,0 0 1,1-1-1,0-1 1,0 0-1,-27-20 1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1 720 24575,'0'0'0,"0"0"0,0 0 0,23-22 0,-8 1 0,0-1 0,-1-1 0,-1 0 0,18-46 0,-15 32 0,44-102 0,49-169 0,-106 297 0,1 1 0,0 0 0,8-15 0,-15 62 0,-14 38 0,-39 106 0,33-118 0,4 1 0,-18 101 0,36-150 0,1-1 0,0 0 0,1 0 0,0 0 0,1 0 0,1 0 0,0 0 0,1 0 0,7 17 0,-9-27 0,-1-1 0,1 0 0,0 0 0,1 0 0,-1 0 0,0 0 0,1 0 0,0-1 0,0 1 0,-1-1 0,1 0 0,1 0 0,-1 0 0,0 0 0,0 0 0,1-1 0,-1 1 0,1-1 0,-1 0 0,1 0 0,0 0 0,4 0 0,-1 0 0,1 0 0,0-1 0,-1 0 0,1 0 0,0 0 0,-1-1 0,1 0 0,-1-1 0,13-4 0,-12 3-80,-1-1 0,1 0-1,-1 0 1,0-1 0,-1 0-1,1 0 1,-1-1 0,0 0-1,0 0 1,-1 0 0,0-1 0,0 0-1,0 0 1,-1 0 0,0 0-1,3-9 1,-1 3-6746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1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24575,'28'2'0,"0"-1"0,0-1 0,39-5 0,85-20 0,-81 12 0,-44 9-1365,-7 0-5461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24575,'0'0'0,"0"0"0,0 0 0,0 0 0,0 0 0,0 0 0,9-1 0,490-29 0,-464 26-1365,-28 3-5461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2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0 24575,'-5'19'0,"-4"20"0,2 0 0,-2 49 0,3 82 0,6-96 0,-17 125 0,-22 63 0,33-216-1365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4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208 364 24575,'0'0'0,"0"0"0,0 0 0,0 0 0,0 0 0,0 0 0,0 0 0,0 0 0,-5 24 0,-5 37 0,1 1 0,1 100 0,8-159 0,0-1 0,0 1 0,0 0 0,1-1 0,-1 1 0,1 0 0,0-1 0,0 1 0,0-1 0,0 1 0,0-1 0,0 1 0,1-1 0,-1 0 0,1 0 0,0 1 0,0-1 0,-1-1 0,1 1 0,0 0 0,1 0 0,-1-1 0,0 1 0,0-1 0,1 1 0,-1-1 0,3 1 0,-1-1 0,0 0 0,0 0 0,0-1 0,0 1 0,0-1 0,1 0 0,-1 0 0,0-1 0,0 1 0,0-1 0,0 1 0,0-1 0,0-1 0,0 1 0,-1-1 0,1 1 0,6-4 0,8-8 0,0 0 0,-1 0 0,-1-2 0,0 0 0,0-1 0,22-32 0,-10 9 0,-2-2 0,22-45 0,-14 21 0,-4-2 0,-2-1 0,19-71 0,-45 133 0,0 1 0,-1 0 0,0 0 0,0-1 0,-1 1 0,1-1 0,-1 1 0,0 0 0,-1-1 0,1 1 0,-1-1 0,-2-8 0,2 14 0,1-1 0,-1 1 0,1-1 0,-1 1 0,1-1 0,-1 1 0,0-1 0,1 1 0,-1 0 0,0-1 0,1 1 0,-1 0 0,0 0 0,1-1 0,-1 1 0,0 0 0,1 0 0,-1 0 0,0 0 0,0 0 0,1 0 0,-1 0 0,0 0 0,1 0 0,-1 0 0,0 0 0,1 0 0,-1 1 0,0-1 0,0 0 0,1 1 0,-1-1 0,1 0 0,-1 1 0,0 0 0,-24 15 0,18-9 0,0 0 0,0 0 0,1 1 0,0 0 0,0 1 0,1-1 0,0 1 0,1 0 0,0 1 0,0-1 0,1 0 0,0 1 0,-2 14 0,-1 13 0,2-1 0,0 48 0,3-20 0,0 598 0,1-655 0,0 532 0,0-535 0,-1 0 0,1 0 0,-1 0 0,0 0 0,0 0 0,0 0 0,0 0 0,-1-1 0,0 1 0,0 0 0,0-1 0,0 1 0,0-1 0,-1 0 0,1 1 0,-1-1 0,0 0 0,0-1 0,0 1 0,-5 3 0,3-4 0,0 1 0,0-1 0,-1 0 0,1-1 0,0 1 0,-1-1 0,1 0 0,-1 0 0,1-1 0,-1 0 0,0 0 0,1 0 0,-1 0 0,-9-3 0,-15-3 0,1-2 0,0-1 0,1-2 0,0 0 0,0-2 0,2-1 0,-1-1 0,2-1 0,-33-27 0,49 34-91,0 1 0,1-1 0,0 0 0,0-1 0,1 0 0,0 0 0,1-1 0,0 0 0,1 0 0,0 0 0,1 0 0,0-1 0,1 0 0,-3-17 0,3 6-6735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0 573 24575,'18'-16'0,"-3"-2"0,-1 0 0,-1 0 0,17-32 0,28-68 0,-33 66 0,103-231 0,-152 339 0,2 1 0,3 1 0,2 0 0,3 1 0,-11 93 0,25-147 0,-1 0 0,1 0 0,1-1 0,-1 1 0,0 0 0,1 0 0,0-1 0,0 1 0,1-1 0,-1 1 0,1-1 0,0 1 0,0-1 0,0 0 0,1 0 0,-1 0 0,7 6 0,-5-5 0,1-1 0,-1 0 0,1 0 0,0-1 0,0 0 0,0 0 0,1 0 0,-1 0 0,1-1 0,0 0 0,-1 0 0,12 2 0,-11-3 0,0 0 0,0-1 0,0 1 0,1-1 0,-1-1 0,0 1 0,0-1 0,1 0 0,-1-1 0,0 1 0,0-1 0,7-3 0,-9 3 0,0-1 0,0 1 0,0 0 0,-1-1 0,1 0 0,-1 0 0,1 0 0,-1 0 0,0-1 0,0 1 0,-1-1 0,1 0 0,-1 0 0,0 0 0,0 0 0,0 0 0,2-9 0,0 2-341,-2-1 0,0 0-1,1-13 1,-3 15-6485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24575,'6'-2'0,"0"0"0,0 1 0,0 0 0,1 0 0,-1 1 0,0-1 0,11 2 0,5-1 0,98-2 0,22-3 0,-103 0-1365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3:05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24575,'23'0'0,"102"5"0,-111-4 0,-1 1 0,1 1 0,-1 1 0,0 0 0,0 0 0,0 1 0,13 8 0,-24-12 0,1 0 0,-1 1 0,0-1 0,1 1 0,-1 0 0,0 0 0,0 0 0,0 0 0,0 0 0,-1 0 0,1 1 0,0-1 0,-1 0 0,0 1 0,0 0 0,1-1 0,-2 1 0,3 4 0,-3-2 0,0-1 0,1 0 0,-2 1 0,1-1 0,0 0 0,-1 1 0,0-1 0,0 0 0,0 0 0,0 1 0,-3 3 0,-2 6 0,-2-1 0,1 0 0,-2 0 0,0-1 0,0 0 0,-12 11 0,-10 6 0,-44 32 0,0 0 0,74-61 0,1 1 0,-1-1 0,1 0 0,-1 0 0,1 1 0,-1-1 0,1 0 0,0 1 0,-1-1 0,1 0 0,-1 1 0,1-1 0,0 1 0,-1-1 0,1 0 0,0 1 0,0-1 0,-1 1 0,1-1 0,0 1 0,0-1 0,0 1 0,0-1 0,-1 1 0,1 0 0,0-1 0,0 1 0,0-1 0,0 1 0,0-1 0,0 1 0,0-1 0,1 1 0,-1 0 0,1 0 0,0-1 0,0 1 0,1-1 0,-1 1 0,0-1 0,0 0 0,0 0 0,1 1 0,-1-1 0,0 0 0,0 0 0,1 0 0,1 0 0,48-8 0,99-29 95,31-7-1555,-169 42-5366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20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0 24575,'-2'27'0,"-10"51"0,-39 137 0,4-23 0,39-153 0,3 1 0,-1 78 0,6-74-56,-1-19-381,2 0 1,5 40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21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0 24575,'-3'19'0,"-30"274"0,32-280 0,0 0 0,0 0 0,1 0 0,4 24 0,-4-34 0,0 0 0,1-1 0,-1 1 0,1-1 0,0 1 0,0-1 0,0 0 0,0 1 0,0-1 0,0 0 0,1 1 0,-1-1 0,1 0 0,-1 0 0,1 0 0,0-1 0,0 1 0,0 0 0,0-1 0,0 1 0,0-1 0,0 1 0,1-1 0,-1 0 0,0 0 0,1 0 0,-1 0 0,1-1 0,-1 1 0,1-1 0,3 1 0,-3-1 0,0-1 0,0 1 0,0-1 0,0 0 0,0 0 0,0 0 0,-1 0 0,1 0 0,0 0 0,-1-1 0,1 0 0,0 1 0,-1-1 0,0 0 0,0 0 0,1 0 0,-1-1 0,0 1 0,2-4 0,5-6 0,-1-1 0,10-20 0,-13 23 0,2-4 0,0 0 0,-2-1 0,1 1 0,-2-1 0,0 0 0,0-1 0,-2 1 0,0-1 0,-1 1 0,0-1 0,-1 0 0,-1 1 0,0-1 0,-2 1 0,-5-22 0,8 35 0,0 0 0,-1 0 0,1 0 0,-1 0 0,0 0 0,0 1 0,0-1 0,0 0 0,0 1 0,0-1 0,0 0 0,0 1 0,-1 0 0,1-1 0,-1 1 0,1 0 0,-1-1 0,1 1 0,-1 0 0,0 0 0,1 0 0,-1 1 0,0-1 0,-2-1 0,1 2 0,0 0 0,1 0 0,-1 1 0,0-1 0,0 1 0,1-1 0,-1 1 0,0 0 0,1 0 0,-1 0 0,1 0 0,-1 0 0,1 1 0,0-1 0,0 1 0,-1-1 0,-2 4 0,-1 1-124,0-1 0,1 1 0,0 1 0,0-1 0,0 0 0,1 1-1,0 0 1,0 0 0,1 0 0,-5 15 0,5-11-6702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22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 8 24575,'-1'0'0,"1"-1"0,-1 1 0,1-1 0,-1 1 0,1-1 0,-1 1 0,1-1 0,-1 1 0,0 0 0,1-1 0,-1 1 0,1 0 0,-1-1 0,0 1 0,1 0 0,-1 0 0,0 0 0,0 0 0,1 0 0,-2 0 0,-15-2 0,8 3 0,-1 0 0,1 0 0,-1 1 0,1 1 0,0-1 0,0 2 0,-16 6 0,4 1 0,0 1 0,-20 16 0,34-24 0,2 1 0,-1 0 0,0 0 0,1 0 0,0 0 0,0 1 0,1 0 0,0 0 0,0 1 0,0-1 0,-3 9 0,6-12 0,0 0 0,0-1 0,1 1 0,-1 0 0,1 0 0,-1 0 0,1 0 0,0 0 0,1 0 0,-1 0 0,0 0 0,1 0 0,-1-1 0,1 1 0,0 0 0,0 0 0,0 0 0,1-1 0,-1 1 0,1-1 0,-1 1 0,1-1 0,0 1 0,0-1 0,0 0 0,0 0 0,0 0 0,0 0 0,1 0 0,-1-1 0,4 3 0,3 1 0,-1 0 0,1-1 0,1 0 0,-1 0 0,1-1 0,14 3 0,62 7 0,-30-6 0,-56-7 0,0 0 0,0 0 0,1 0 0,-1 0 0,0 0 0,0 0 0,0 0 0,1 0 0,-1 0 0,0 0 0,0 0 0,0 0 0,0 0 0,1 0 0,-1 0 0,0 0 0,0 0 0,0 0 0,0 0 0,1 0 0,-1 0 0,0 1 0,0-1 0,0 0 0,0 0 0,1 0 0,-1 0 0,0 0 0,0 0 0,0 1 0,0-1 0,0 0 0,0 0 0,0 0 0,0 0 0,0 1 0,0-1 0,1 0 0,-1 0 0,0 0 0,0 1 0,0-1 0,0 0 0,0 0 0,0 0 0,0 1 0,0-1 0,0 0 0,-1 0 0,1 0 0,-10 10 0,-16 4 0,9-7-136,-1-1-1,1-1 1,-1 0-1,-1-1 1,1-1-1,-1-1 1,1-1-1,-1 0 0,-23-3 1,30 1-6690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22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0 24575,'1'1'0,"1"0"0,0 0 0,-1-1 0,1 1 0,-1 0 0,0 1 0,1-1 0,-1 0 0,0 0 0,1 0 0,-1 1 0,0-1 0,1 3 0,-2-3 0,0 1 0,0-1 0,0 0 0,0 0 0,0 1 0,-1-1 0,1 0 0,0 0 0,-1 1 0,1-1 0,-1 0 0,1 0 0,-1 0 0,0 0 0,1 0 0,-1 0 0,0 0 0,0 0 0,0 0 0,-1 1 0,-25 18 0,11-10 0,10-5 0,-4 2 0,0 1 0,0 1 0,-11 13 0,19-20 0,0 0 0,0 0 0,0 0 0,1 1 0,-1-1 0,1 1 0,0-1 0,0 1 0,0-1 0,0 1 0,0 0 0,0-1 0,1 1 0,-1 0 0,1 0 0,0 0 0,0-1 0,0 1 0,0 0 0,1 0 0,-1 0 0,1 3 0,1-3 0,0 0 0,-1 0 0,1 0 0,0-1 0,0 1 0,0 0 0,1-1 0,-1 1 0,1-1 0,-1 0 0,1 0 0,0 0 0,3 2 0,46 21 0,-36-17 0,2-1 0,38 21 0,-52-26 0,0 0 0,0 1 0,0 0 0,-1 0 0,1 0 0,-1 0 0,0 0 0,0 1 0,0-1 0,4 9 0,-7-11 0,1-1 0,-1 1 0,0 0 0,0 0 0,1 0 0,-1 0 0,0 0 0,0 0 0,0 0 0,0 1 0,0-1 0,0 0 0,-1 0 0,1 0 0,0 0 0,0-1 0,-1 1 0,1 0 0,-1 0 0,1 0 0,-1 0 0,1 0 0,-1 0 0,1 0 0,-1-1 0,0 1 0,1 0 0,-1-1 0,0 1 0,0 0 0,0-1 0,1 1 0,-1-1 0,0 1 0,0-1 0,0 1 0,0-1 0,0 0 0,-2 1 0,-4 2 0,-1-1 0,1 0 0,-17 2 0,-94 5-1365,110-9-5461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41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46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24575,'25'10'0,"-25"-10"0,0 0 0,0 0 0,0 0 0,0 1 0,1-1 0,-1 0 0,0 0 0,0 0 0,0 1 0,0-1 0,0 0 0,1 0 0,-1 0 0,0 1 0,0-1 0,0 0 0,0 0 0,0 1 0,0-1 0,0 0 0,0 0 0,0 1 0,0-1 0,0 0 0,0 0 0,0 1 0,0-1 0,0 0 0,0 0 0,0 0 0,0 1 0,-1-1 0,1 0 0,0 0 0,0 0 0,0 1 0,-8 14 0,6-12 0,0 0 0,1 0 0,-1 0 0,1 0 0,0 0 0,-1 0 0,1 0 0,-1 7 0,5 48 0,0 65 0,-5 21 0,-3 52 0,-5-104 0,10-92 0,0 0 0,0 1 0,0-1 0,0 0 0,0 0 0,0 0 0,0 0 0,0 0 0,0 0 0,0 1 0,0-1 0,0 0 0,0 0 0,0 0 0,0 0 0,0 0 0,0 0 0,0 1 0,0-1 0,0 0 0,0 0 0,-1 0 0,1 0 0,0 0 0,0 0 0,0 0 0,0 0 0,0 0 0,0 1 0,0-1 0,0 0 0,-1 0 0,1 0 0,0 0 0,0 0 0,0 0 0,0 0 0,0 0 0,0 0 0,-1 0 0,1 0 0,0 0 0,0 0 0,0 0 0,0 0 0,0 0 0,-1 0 0,1 0 0,0 0 0,0 0 0,0 0 0,0 0 0,-10-7 0,-7-13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46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12 24575,'0'0'0,"0"0"0,0 0 0,0 0 0,0 0 0,1 9 0,0-8 0,-1 0 0,0 0 0,1 0 0,-1 0 0,0 0 0,0 0 0,0 0 0,0 0 0,0 0 0,0 0 0,0 0 0,0 0 0,-1 0 0,1 2 0,-10 27 0,0 2 0,-11 54 0,20-75 0,-1 1 0,2-1 0,0 1 0,0 0 0,1-1 0,0 1 0,1-1 0,5 19 0,-6-27 0,0 1 0,0-1 0,1 0 0,-1 0 0,0-1 0,1 1 0,0 0 0,0 0 0,0-1 0,0 1 0,0-1 0,0 0 0,1 1 0,-1-1 0,1 0 0,0 0 0,-1-1 0,1 1 0,0 0 0,0-1 0,6 2 0,-6-2 0,1-1 0,0 1 0,0-1 0,0 0 0,-1 0 0,1-1 0,0 1 0,0-1 0,-1 0 0,1 0 0,0 0 0,-1 0 0,1-1 0,-1 1 0,0-1 0,1 0 0,-1 0 0,0 0 0,3-3 0,4-4 0,0 0 0,-1-1 0,0 0 0,0-1 0,-1 0 0,0 0 0,6-14 0,-5 8 0,0-1 0,-2-1 0,0 1 0,6-29 0,-12 42 0,0 0 0,0-1 0,-1 1 0,0 0 0,1 0 0,-2 0 0,1-1 0,-1 1 0,0 0 0,0 0 0,0 0 0,-1 0 0,-4-9 0,5 10 0,-1 1 0,0 0 0,-1 0 0,1 0 0,-1 1 0,1-1 0,-1 1 0,0-1 0,0 1 0,0 0 0,0 0 0,0 0 0,0 0 0,-1 1 0,1-1 0,-1 1 0,1 0 0,-1 0 0,1 0 0,-7 0 0,2 0 0,0 1 0,1 0 0,-1 0 0,0 0 0,0 1 0,0 0 0,1 1 0,-1 0 0,1 0 0,-1 1 0,1 0 0,-9 5 0,14-5 0,7-1 0,8-1 0,2-3-1365,-1 0-5461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47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0 24575,'0'0'0,"0"0"0,0 0 0,0 0 0,0 0 0,-6 8 0,-3-2 0,0-1 0,0 0 0,-1 0 0,0-1 0,0 0 0,-16 4 0,11-4 0,1 1 0,-22 10 0,31-12 0,1-1 0,0 1 0,0 0 0,0 0 0,1 0 0,-1 0 0,1 1 0,-1-1 0,1 1 0,0 0 0,1 0 0,-4 6 0,4-7 0,1 0 0,0 0 0,-1 0 0,1 0 0,0 1 0,0-1 0,1 0 0,-1 1 0,1-1 0,0 1 0,0-1 0,0 0 0,0 1 0,0-1 0,1 1 0,-1-1 0,1 0 0,0 1 0,0-1 0,1 0 0,-1 0 0,0 0 0,1 0 0,0 0 0,0 0 0,0 0 0,0 0 0,0-1 0,1 1 0,-1-1 0,1 0 0,4 4 0,4 1 0,-1 0 0,2-1 0,-1 0 0,1 0 0,0-1 0,0-1 0,0 0 0,19 4 0,-14-4 0,-1 0 0,1 2 0,29 14 0,-46-20 0,1 0 0,-1 0 0,0 0 0,1 0 0,-1 1 0,0-1 0,0 0 0,1 0 0,-1 1 0,0-1 0,0 0 0,1 1 0,-1-1 0,0 0 0,0 1 0,0-1 0,1 0 0,-1 1 0,0-1 0,0 0 0,0 1 0,0-1 0,0 0 0,0 1 0,0-1 0,0 1 0,0-1 0,0 0 0,0 1 0,0-1 0,0 0 0,0 1 0,0-1 0,0 1 0,-1-1 0,-10 15 0,-19 7 0,19-15 0,-1-2 0,1 1 0,-1-2 0,0 1 0,-21 3 0,-62 7 0,92-15 0,3 0 0,0 0 0,-1 1 0,1-1 0,0 0 0,-1 0 0,1 0 0,0 0 0,0 0 0,-1-1 0,1 1 0,0 0 0,-1 0 0,1 0 0,0 0 0,0 0 0,-1 0 0,1 0 0,0 0 0,0-1 0,-1 1 0,1 0 0,0 0 0,0 0 0,-1-1 0,1 1 0,0 0 0,0 0 0,0 0 0,0-1 0,-1 1 0,1 0 0,0 0 0,0-1 0,0 1 0,0 0 0,0-1 0,0 1 0,0 0 0,0 0 0,0-1 0,0 1 0,0 0 0,0-1 0,0 1 0,0 0 0,0-1 0,0 1 0,0-1 0,7-15 0,2 4 0,1 1 0,0 0 0,0 1 0,1 0 0,22-15 0,70-37 0,-69 43 0,51-27 0,3 3 0,122-41 0,-196 79 0,0 0 0,-26 12 0,-58 27 0,-42 22 0,109-55 0,1 1 0,-1-1 0,1 1 0,0 0 0,-1 0 0,1 0 0,0 0 0,0 0 0,0 0 0,1 0 0,-1 1 0,0-1 0,1 1 0,-1-1 0,1 1 0,0-1 0,0 1 0,0 0 0,1 0 0,-1 0 0,0-1 0,1 1 0,0 0 0,0 0 0,0 0 0,0 0 0,0 0 0,0 0 0,1 0 0,0-1 0,-1 1 0,1 0 0,0 0 0,0-1 0,0 1 0,1 0 0,-1-1 0,1 0 0,-1 1 0,1-1 0,0 0 0,0 1 0,0-1 0,0 0 0,5 3 0,6 4 0,0-1 0,1-1 0,0 1 0,0-2 0,1 0 0,-1-1 0,18 4 0,-15-5 0,-1 1 0,1 1 0,-2 0 0,1 2 0,23 13 0,-38-20 0,1 0 0,-1 0 0,0 0 0,1 0 0,-1 0 0,0 0 0,0 1 0,0-1 0,0 0 0,0 1 0,0-1 0,0 1 0,0-1 0,0 1 0,-1-1 0,1 1 0,-1-1 0,1 1 0,-1 0 0,0-1 0,1 1 0,-1 0 0,0 1 0,-1 0 0,1 0 0,-1-1 0,0 1 0,0-1 0,0 1 0,0-1 0,0 1 0,-1-1 0,1 0 0,-1 1 0,0-1 0,1 0 0,-3 2 0,-4 3 0,0 0 0,-1 0 0,0-1 0,0 0 0,-19 9 0,7-7-105,0 0 0,-1-2 0,0-1 0,0 0 0,-1-2 0,1-1 0,-1 0 0,1-2 0,-1 0 0,0-2 0,1 0 0,-39-10 0,22 3-6721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48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12 24575,'9'-3'0,"1"0"0,0 1 0,1 1 0,-1-1 0,0 2 0,0-1 0,1 1 0,-1 1 0,15 2 0,-10 0 0,0 1 0,0 0 0,-1 1 0,1 1 0,24 13 0,-20-7 0,-1 0 0,0 1 0,0 0 0,-2 2 0,0 0 0,0 1 0,-2 0 0,25 36 0,-34-41 0,0-1 0,0 1 0,-1 0 0,0 0 0,-1 0 0,-1 1 0,1-1 0,-2 1 0,0 0 0,0-1 0,-1 1 0,0 0 0,-1-1 0,-1 1 0,-4 17 0,-3 10 0,-3-1 0,-1 0 0,-21 42 0,-17 22 0,43-88 0,-1 0 0,-1-1 0,-1 0 0,0 0 0,-13 11 0,11-13 0,0 0 0,-1 0 0,0-2 0,-18 10 0,27-16 0,0-1 0,0 0 0,0 0 0,0 0 0,0 0 0,0-1 0,0 0 0,-1 0 0,1-1 0,0 1 0,0-1 0,-1 0 0,1-1 0,0 1 0,-1-1 0,1 0 0,0 0 0,-6-3 0,6 2 0,1-1 0,-1 0 0,1 0 0,0-1 0,0 1 0,0-1 0,1 0 0,-1 0 0,1 0 0,0 0 0,0-1 0,0 1 0,0-1 0,1 0 0,0 0 0,0 1 0,-2-11 0,1 6 0,1-1 0,0 0 0,1 0 0,0 0 0,1 0 0,0 0 0,0 0 0,3-17 0,-1 18 0,1 1 0,-1 0 0,1 0 0,1-1 0,-1 2 0,1-1 0,1 0 0,-1 1 0,1 0 0,1 0 0,-1 1 0,8-8 0,-4 6 0,0 1 0,1 0 0,0 0 0,0 1 0,0 1 0,1 0 0,-1 0 0,17-5 0,-11 6 0,1 0 0,-1 1 0,1 0 0,0 2 0,0 0 0,0 1 0,0 0 0,-1 1 0,1 1 0,0 1 0,-1 1 0,29 9 0,-32-8 0,1 1 0,-1 1 0,0 0 0,0 1 0,-1 0 0,0 1 0,0 0 0,13 14 0,-18-15 0,-1 0 0,1 0 0,-2 1 0,1-1 0,-1 1 0,0 1 0,-1-1 0,0 1 0,-1-1 0,0 1 0,0 0 0,2 18 0,-4-17 24,0-1 0,-1 0 0,0 1 0,-2 18 0,1-25-123,0 0 0,0 0 0,0 0 0,-1 0 0,1 0 0,-1-1 0,0 1 0,0 0 0,0-1 0,0 0 0,-1 1 0,1-1 0,-1 0 0,-5 4 0,-3 1-6727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49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1 113 24575,'94'0'0,"239"-10"0,-194-5 0,250-22 0,-77 20 0,541-17 0,-287 35 0,-621 4-1365,30-2-5461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50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24575,'3'-2'0,"-1"0"0,1 0 0,-1 0 0,1 1 0,0-1 0,0 1 0,4-2 0,-2 0 0,9-4 0,-1 0 0,1 0 0,1 2 0,-1-1 0,1 2 0,0 0 0,0 1 0,1 1 0,-1 0 0,0 1 0,1 0 0,-1 1 0,1 1 0,20 4 0,-11 0 0,1 0 0,-1 2 0,0 1 0,34 16 0,-45-16 0,0-1 0,0 2 0,-1 0 0,0 1 0,-1 0 0,0 1 0,-1 0 0,17 20 0,-19-19 0,-1 0 0,0 0 0,-1 1 0,0 0 0,-1 0 0,0 1 0,-1 0 0,-1 0 0,0 0 0,-1 0 0,0 1 0,-1-1 0,-1 1 0,0 0 0,-1-1 0,-1 1 0,0 0 0,-1-1 0,-1 1 0,0-1 0,-1 0 0,-8 22 0,1-9 0,-1-1 0,0 0 0,-2-1 0,-1-1 0,-19 23 0,22-32 0,-1-1 0,-1 0 0,0-1 0,-1 0 0,0-2 0,-1 1 0,0-2 0,-27 14 0,41-24 0,-18 10 0,-1-1 0,0-1 0,-35 9 0,51-16 0,-1 0 0,0 0 0,0 0 0,0-1 0,1 0 0,-1 0 0,0 0 0,0-1 0,0 0 0,1 0 0,-1 0 0,0-1 0,1 0 0,-1 0 0,1 0 0,0-1 0,0 0 0,0 0 0,-8-6 0,6 2 0,0 1 0,1-1 0,0-1 0,0 1 0,1-1 0,-1 0 0,2 0 0,-1-1 0,1 0 0,-4-13 0,4 9 0,1 0 0,1-1 0,0 1 0,0-1 0,1 0 0,2-24 0,2 17 0,0-1 0,1 1 0,1 0 0,1 1 0,1-1 0,1 1 0,0 0 0,2 1 0,16-25 0,-17 31 0,2 0 0,0 1 0,0 0 0,1 1 0,0 0 0,1 1 0,0 0 0,1 1 0,0 1 0,24-11 0,-14 9 0,0 1 0,0 1 0,1 1 0,-1 2 0,2 0 0,27-1 0,-23 5 0,-1 1 0,0 1 0,1 2 0,-1 1 0,0 1 0,53 17 0,-60-14 0,0 1 0,-1 0 0,0 2 0,0 0 0,-1 1 0,-1 1 0,0 1 0,-1 1 0,18 18 0,-31-26 0,1 0 0,-1 0 0,-1 0 0,1 1 0,-1 0 0,4 12 0,15 51 0,-21-65 0,0 2 20,0 0 0,0-1 0,-1 1 0,0 1 0,0 10 0,-1-17-85,0 1 1,-1-1-1,1 0 1,0 1-1,-1-1 1,0 0-1,1 1 0,-1-1 1,0 0-1,0 0 1,-1 0-1,1 1 1,0-1-1,-1 0 1,1-1-1,-1 1 0,1 0 1,-1 0-1,0-1 1,0 1-1,0-1 1,-3 3-1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52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94 24575,'-16'-23'0,"13"18"0,-1-1 0,0 1 0,0 0 0,-9-8 0,16 35 0,10 60 0,11 89 0,-19-98 0,-3-22 0,3-1 0,13 61 0,-18-109 0,0 0 0,1 0 0,0 0 0,-1 0 0,1-1 0,0 1 0,0 0 0,0-1 0,0 1 0,0-1 0,0 1 0,0-1 0,0 1 0,1-1 0,-1 0 0,2 2 0,-1-2 0,-1-1 0,0 1 0,0-1 0,1 1 0,-1-1 0,0 0 0,1 0 0,-1 1 0,1-1 0,-1 0 0,0 0 0,1 0 0,-1 0 0,1-1 0,-1 1 0,0 0 0,2-1 0,2-1 0,-1 0 0,0 0 0,0 0 0,0-1 0,0 1 0,0-1 0,0 0 0,-1 0 0,1-1 0,-1 1 0,5-7 0,3-7 0,0-1 0,-1 0 0,-1-1 0,10-28 0,22-85 0,-32 100 0,16-55 0,26-96 0,-47 161 0,-1 8 0,1 39 0,9 122 0,12 93 0,-19-204 0,2-1 0,2 0 0,1-1 0,26 57 0,-35-87 0,0 0 0,0 0 0,1 0 0,-1-1 0,1 1 0,0-1 0,0 1 0,0-1 0,1 0 0,-1 0 0,1-1 0,4 4 0,-6-5 0,1 0 0,-1 0 0,0-1 0,1 1 0,-1 0 0,1-1 0,-1 0 0,1 1 0,-1-1 0,1 0 0,-1 0 0,0-1 0,1 1 0,-1 0 0,1-1 0,-1 1 0,0-1 0,1 0 0,-1 0 0,0 0 0,1 0 0,-1 0 0,0-1 0,2-1 0,9-7 0,-1-1 0,-1 0 0,1 0 0,-2-1 0,0-1 0,0 0 0,-1 0 0,-1-1 0,9-18 0,-6 8 0,-1 0 0,-1 0 0,-2-1 0,0 0 0,3-27 0,-5 15 0,-2 1 0,-2-60 0,-2 79 0,-1 0 0,0 1 0,-1-1 0,-1 1 0,-1 0 0,0 0 0,-14-30 0,17 43-1365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53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0,0 0 0,19 3 0,-5-2 0,-3 0 0,0 0 0,0 1 0,0 0 0,19 6 0,-27-7 0,-1 1 0,1-1 0,-1 0 0,1 1 0,-1-1 0,0 1 0,1 0 0,-1-1 0,0 1 0,0 0 0,-1 1 0,1-1 0,0 0 0,-1 0 0,1 1 0,-1-1 0,0 1 0,1-1 0,-1 1 0,-1-1 0,1 1 0,0 0 0,-1 0 0,1 4 0,0-3 0,-1 1 0,0-1 0,-1 0 0,1 1 0,-1-1 0,0 0 0,0 0 0,0 0 0,-1 0 0,1 0 0,-1 0 0,0 0 0,0 0 0,-4 5 0,-4 3 0,0-1 0,-21 20 0,-5 4 0,59-25 0,-19-8 0,1-1 0,-1 0 0,0 0 0,1-1 0,-1 1 0,0-1 0,1 0 0,-1 0 0,0 0 0,1-1 0,-1 1 0,0-1 0,1 0 0,-1-1 0,8-2 0,-7 2 0,1-1 0,-1 0 0,0 0 0,0 0 0,0 0 0,0-1 0,-1 1 0,1-1 0,-1-1 0,0 1 0,4-5 0,11-24-1365,-14 21-5461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53.6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24575,'26'6'0,"35"2"0,-49-8 0,-1 1 0,1 0 0,-1 1 0,0 1 0,17 5 0,-25-7 0,1 1 0,-1 0 0,0 0 0,0 0 0,0 0 0,0 0 0,0 1 0,0 0 0,-1-1 0,1 1 0,-1 0 0,0 0 0,0 0 0,0 0 0,0 1 0,0-1 0,-1 1 0,0-1 0,1 1 0,-1-1 0,1 7 0,-1 0 0,-1 0 0,0 0 0,0 1 0,-1-1 0,0 0 0,-1 0 0,0 0 0,-1 0 0,0 0 0,0 0 0,-1-1 0,0 0 0,-1 1 0,0-1 0,-1-1 0,-9 13 0,-23 15 0,20-19 0,18-17 0,1 0 0,-1 1 0,0-1 0,0 0 0,1 1 0,-1-1 0,0 0 0,1 1 0,-1-1 0,0 0 0,1 0 0,-1 1 0,0-1 0,1 0 0,-1 0 0,0 0 0,1 1 0,-1-1 0,1 0 0,-1 0 0,1 0 0,-1 0 0,0 0 0,1 0 0,-1 0 0,1 0 0,-1 0 0,1 0 0,-1 0 0,0 0 0,1 0 0,0-1 0,19 2 0,29-7 0,0-2 0,-1-2 0,59-21 0,-104 30-136,-1 0-1,1 0 1,-1 0-1,1-1 1,-1 1-1,1-1 1,-1 0-1,0 1 0,3-4 1,2-2-6690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6:54.5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00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 24575,'0'0'0,"0"0"0,0 0 0,0 0 0,0 0 0,0 0 0,0 0 0,0 0 0,0 0 0,0 0 0,21-13 0,1 15 0,1 0 0,-1-2 0,37-3 0,-28 1 0,81-10 0,-74 7 0,1 1 0,57 2 0,-28 2 0,-1-2 0,124-21 0,-147 16 0,20 1 0,78 2 0,-62 3 0,46 0 0,-123 1 0,0-1 0,-1 0 0,1 0 0,-1 1 0,0-2 0,1 1 0,4-3 0,-6 3 0,-5 5 0,-1 0 0,-2 1-1365,1 0-5461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04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51 24575,'0'0'0,"0"0"0,0 0 0,0 0 0,0 0 0,0 0 0,0 0 0,-12-12 0,3 3 0,2 1 0,24 11 0,6 1 0,0-1 0,0-1 0,0-1 0,28-2 0,30 2 0,323 1 0,120-9 0,-394 8 0,89 1 0,132 0 0,136-24 0,-52 10 0,-396 16-1365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07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24575,'1'3'0,"0"1"0,0 0 0,0-1 0,0 1 0,5 6 0,7 6 0,0 0 0,2 0 0,0-1 0,1-1 0,18 12 0,5 6 0,10 6 0,-32-25 0,32 29 0,-49-42 3,1 1-1,-1-1 1,0 0-1,0 1 1,0-1-1,1 0 1,-1 1-1,0-1 1,1 0-1,-1 1 1,0-1-1,1 0 1,-1 0-1,0 0 1,1 1-1,-1-1 1,0 0-1,1 0 1,-1 0-1,1 0 1,-1 0 0,0 0-1,1 0 1,-1 1-1,1-1 1,-1 0-1,0 0 1,2-1-1,2-10-637,-3 6-168,1-7-6023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07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24575,'5'27'0,"3"20"-341,1-1 0,3 0-1,32 82 1,-40-119-6485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07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0 24575,'-11'22'0,"0"2"0,1 1 0,0 0 0,2 0 0,1 1 0,1 0 0,2 0 0,0 0 0,1 1 0,2 38 0,1-60 0,0 0 0,1 0 0,0 0 0,-1 0 0,2-1 0,-1 1 0,0 0 0,1 0 0,0-1 0,0 1 0,0-1 0,1 0 0,0 0 0,-1 0 0,1 0 0,1 0 0,-1 0 0,0-1 0,1 0 0,0 1 0,0-1 0,0-1 0,0 1 0,0-1 0,1 1 0,-1-1 0,1 0 0,-1-1 0,1 1 0,0-1 0,0 0 0,0 0 0,-1 0 0,1-1 0,0 0 0,5 0 0,0-1 0,0 0 0,0 0 0,0-1 0,-1 0 0,1-1 0,-1 0 0,0 0 0,1-1 0,-1 0 0,-1-1 0,1 0 0,-1 0 0,0-1 0,0 0 0,7-8 0,-6 5 0,-1-1 0,0 0 0,0 0 0,-1 0 0,0-1 0,-1 0 0,0-1 0,-1 1 0,-1-1 0,0 0 0,4-17 0,-5 17 0,-1 0 0,0 0 0,-1-1 0,0 1 0,-1-1 0,0 1 0,-3-17 0,2 25 0,0 0 0,0-1 0,0 1 0,-1 0 0,1 0 0,-1 0 0,0 0 0,0 1 0,-1-1 0,1 0 0,-1 1 0,0 0 0,0 0 0,0-1 0,0 2 0,0-1 0,-1 0 0,1 1 0,-1-1 0,0 1 0,1 0 0,-1 0 0,0 1 0,-5-2 0,-4 0-227,1 1-1,-1 0 1,1 0-1,-1 2 1,-18 0-1,-8 3-6598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12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45 24575,'0'-1'0,"-1"-1"0,1 1 0,-1 0 0,1 0 0,-1 0 0,1 0 0,-1 0 0,1 0 0,-1 0 0,0 0 0,0 0 0,1 1 0,-1-1 0,0 0 0,0 0 0,0 1 0,0-1 0,0 0 0,0 1 0,0-1 0,0 1 0,0-1 0,0 1 0,0 0 0,0-1 0,0 1 0,-1 0 0,1 0 0,0 0 0,-2 0 0,-4 6 0,22-9 0,12-2 0,-7 10 0,0-1 0,1-1 0,-1-1 0,41-1 0,289-10 0,-136 7 0,-127 2 0,-86 0 0,1 0 0,-1-1 0,0 1 0,1 0 0,-1-1 0,0 1 0,1-1 0,-1 0 0,0 0 0,0 1 0,1-1 0,-1 0 0,0 0 0,0 0 0,0 0 0,0 0 0,1-2 0,13-9 0,-19 13 5,0 0 1,1-1-1,-1 1 0,0-1 0,0 0 0,-5-1 0,-5 0-1406,7 1-5425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15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86 24575,'110'-6'0,"-31"2"0,-2-4 0,140-32 0,-105 18 0,-106 20-116,12-1 362,-18 3-275,1 0 0,-1 0 0,0 0 1,1 0-1,-1 0 0,0 0 0,0 0 1,1 0-1,-1 1 0,0-1 0,0 0 1,1 0-1,-1 0 0,0 0 0,0 0 1,0 1-1,1-1 0,-1 0 0,0 0 1,0 0-1,0 1 0,1-1 1,-1 0-1,0 0 0,0 1 0,0-1 1,0 0-1,0 0 0,0 1 0,0-1 1,0 0-1,1 0 0,-1 1 0,0-1 1,0 0-1,0 1 0,0-1 0,0 0 1,-1 0-1,1 1 0,0-1 0,0 0 1,0 0-1,0 1 0,0-1 0,0 0 1,0 0-1,0 1 0,-1-1 0,1 0 1,0 1-1,-3 5-6797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16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13 24575,'-28'-7'0,"19"3"0,23 3 0,284 20 0,224 5 0,234-38 0,-508 6 0,150-2 0,41 9 0,224-3 0,-612 5-26,-36 1-197,0-2 0,0 0-1,-1-1 1,1 0 0,21-5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17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24575,'0'0'0,"0"0"0,0 0 0,0 0 0,0 0 0,11 13 0,9 2 0,1 0 0,39 20 0,-44-27 0,-1 0 0,1 2 0,-2 0 0,1 0 0,-1 1 0,-1 1 0,23 25 0,-14-3-1365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17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24575,'23'14'0,"-15"-9"0,78 34 0,13 7 0,-53-25-1365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17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0 24575,'-1'7'0,"0"-1"0,-1 0 0,1-1 0,-1 1 0,0 0 0,-1 0 0,-4 8 0,-3 8 0,-2 5 0,2 1 0,1 1 0,1 0 0,2 0 0,-6 56 0,12-80 0,-1-1 0,2 1 0,-1 0 0,0-1 0,1 1 0,0 0 0,0-1 0,0 1 0,1-1 0,-1 1 0,1-1 0,0 0 0,0 0 0,1 0 0,-1 0 0,1 0 0,0 0 0,0-1 0,0 1 0,1-1 0,-1 0 0,1 0 0,-1 0 0,1-1 0,0 1 0,0-1 0,0 0 0,1 0 0,-1 0 0,0-1 0,1 1 0,-1-1 0,1 0 0,8 0 0,-7 0 0,1 0 0,0-1 0,0 0 0,-1-1 0,1 0 0,0 0 0,-1 0 0,1-1 0,-1 1 0,1-2 0,-1 1 0,0-1 0,10-5 0,-8 3 0,0-1 0,0 0 0,-1-1 0,1 1 0,-1-1 0,-1-1 0,0 1 0,0-1 0,5-9 0,-5 8 0,-1-1 0,0 0 0,-1 0 0,0 0 0,-1 0 0,0-1 0,0 0 0,0-11 0,-2 14 0,0 0 0,-1 1 0,0-1 0,-1 0 0,0 1 0,0-1 0,-1 0 0,0 1 0,0-1 0,0 1 0,-6-12 0,4 13 9,1 1-1,-1-1 1,0 1-1,0 0 1,0 0 0,-1 0-1,0 0 1,0 1-1,0 0 1,0 0-1,-1 0 1,1 1-1,-10-5 1,5 5-195,0-1 1,0 1-1,0 1 0,0 0 1,-1 0-1,1 1 1,-20 0-1,-3 2-6640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21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81 24575,'17'16'0,"-10"-12"0,0-1 0,1 0 0,-1 0 0,1-1 0,0 0 0,0 0 0,-1-1 0,17 1 0,6-1 0,31-5 0,-23 2 0,501-35 0,-330 1 0,48-4 0,-211 39-1365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21.5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24575,'0'0'0,"0"0"0,1 4 0,0-1 0,0 1 0,1-1 0,-1 1 0,1-1 0,0 0 0,0 0 0,2 3 0,2 3 0,3 7 0,2-1 0,0 0 0,0 0 0,2-1 0,0 0 0,28 22 0,-6-11 0,72 40 0,-78-46-1365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21.7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24575,'0'0'0,"0"0"0,0 0 0,0 0 0,2 1 0,8 3 0,15 5 0,0 0 0,-1 2 0,0 1 0,-1 1 0,42 31 0,-63-41-68,1 0-1,0 1 1,-1-1-1,0 1 1,0-1-1,3 6 0,-3-5-816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22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1 24575,'0'0'0,"0"0"0,0 0 0,0 0 0,0 0 0,-1 4 0,1 0 0,-1-1 0,-1 1 0,1 0 0,0-1 0,-1 1 0,0-1 0,-3 5 0,-4 10 0,-4 14 0,1 0 0,-9 42 0,17-55 0,1 0 0,0 0 0,2 0 0,0 0 0,3 31 0,-2-45 0,1 1 0,0-1 0,0 0 0,1 0 0,-1 0 0,1 0 0,0 0 0,1 0 0,-1-1 0,1 1 0,4 5 0,-4-7 0,0 0 0,-1-1 0,1 1 0,0-1 0,0 0 0,1 0 0,-1 0 0,0 0 0,1 0 0,-1-1 0,1 1 0,0-1 0,-1 0 0,1 0 0,0-1 0,4 1 0,3 0 0,1 0 0,0-1 0,0-1 0,0 0 0,-1 0 0,1-2 0,-1 1 0,1-1 0,-1-1 0,16-7 0,-20 8 0,0-1 0,0 0 0,0 0 0,-1-1 0,0 0 0,0 0 0,0 0 0,-1-1 0,0 0 0,0 0 0,0 0 0,-1-1 0,1 1 0,-2-1 0,1 0 0,4-15 0,-4 9 0,-1 0 0,0-1 0,-1 1 0,-1 0 0,0-1 0,0 0 0,-3-20 0,1 27 0,0 1 0,0 0 0,-1-1 0,1 1 0,-1 0 0,0 0 0,-1 0 0,0 0 0,0 0 0,0 0 0,-1 1 0,1-1 0,-1 1 0,-1 0 0,1 1 0,-1-1 0,1 1 0,-7-5 0,1 4-227,-1 0-1,1 0 1,-1 1-1,1 0 1,-23-3-1,-6 0-6598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7:35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0,0 0 0,0 0 0,0 0 0,0 0 0,0 0 0,0 0 0,0 0 0,0 0 0,0 0 0,0 0 0,0 0 0,0 0 0,0 0 0,0 0 0,0 0 0,0 0 0,0 0 0,0 9 0,0-8 0,0 0 0,-1 0 0,1 0 0,0 0 0,0 0 0,0 0 0,1 0 0,-1 0 0,0 0 0,0 0 0,1 0 0,-1 0 0,0 0 0,1-1 0,-1 1 0,1 0 0,-1 0 0,1 0 0,0 1 0,10 12 0,7 14 0,-18-26 0,1 0 0,0 0 0,-1 0 0,0-1 0,0 1 0,1 0 0,-1 0 0,0 0 0,-1 0 0,1 0 0,0 0 0,0 0 0,-1 0 0,1-1 0,-1 1 0,-1 3 0,0 19 0,4-20 0,1-17 0,-3 13 0,0-1 0,0 1 0,0-1 0,0 1 0,0-1 0,0 1 0,0-1 0,0 1 0,0-1 0,1 1 0,-1-1 0,0 1 0,0-1 0,0 1 0,0-1 0,1 1 0,-1 0 0,0-1 0,0 1 0,1-1 0,-1 1 0,0 0 0,1-1 0,-1 1 0,1 0 0,-1-1 0,0 1 0,1 0 0,-1 0 0,2-1 0,11 11 0,-6-3 0,-4-5 0,8 8 0,-1-1 0,1 0 0,1 0 0,13 6 0,-21-13 0,0 0 0,1 0 0,-1-1 0,1 1 0,-1-1 0,1 0 0,-1-1 0,1 1 0,0-1 0,-1 0 0,1 0 0,0 0 0,-1-1 0,1 1 0,-1-1 0,7-2 0,-3 0 0,0-1 0,-1 1 0,0-1 0,0-1 0,0 1 0,10-10 0,-11 9 0,1 0 0,-1 0 0,1 1 0,0 0 0,0 0 0,12-5 0,-18 9 0,0 0 0,0 0 0,0 0 0,0 0 0,0 0 0,0 0 0,0 0 0,0 0 0,0 0 0,0 0 0,0 1 0,0-1 0,-1 0 0,1 1 0,0-1 0,0 1 0,0-1 0,0 1 0,0-1 0,-1 1 0,1-1 0,0 1 0,-1 0 0,1-1 0,0 1 0,0 1 0,17 28 0,-8-11 0,-7-15 0,0 0 0,1 0 0,-1 0 0,1 0 0,0-1 0,0 1 0,0-1 0,0 0 0,1 0 0,-1-1 0,1 1 0,0-1 0,0 0 0,-1 0 0,1-1 0,1 1 0,-1-1 0,0 0 0,0-1 0,0 1 0,1-1 0,-1 0 0,0-1 0,0 1 0,0-1 0,1 0 0,-1 0 0,0 0 0,0-1 0,0 0 0,0 0 0,7-4 0,25-15 0,-27 14 0,0 1 0,1 1 0,-1 0 0,1 0 0,13-3 0,-22 8 0,0 0 0,-1 0 0,1 0 0,0 0 0,-1 0 0,1 0 0,0 1 0,-1-1 0,1 1 0,0-1 0,-1 1 0,1-1 0,-1 1 0,1 0 0,1 1 0,25 19 0,2 1 0,-25-20 0,0 0 0,0 0 0,0 0 0,0 0 0,0-1 0,1 0 0,-1 0 0,0 0 0,1-1 0,-1 0 0,0 0 0,1 0 0,-1-1 0,0 0 0,0 0 0,1 0 0,-1 0 0,0-1 0,0 0 0,0 0 0,0 0 0,-1-1 0,9-5 0,-10 6 0,5-4 0,1 1 0,-1 0 0,1 1 0,13-5 0,-19 8 0,0 0 0,1 0 0,-1 1 0,0-1 0,1 1 0,-1 0 0,1 0 0,-1 1 0,0-1 0,1 1 0,-1-1 0,1 1 0,-1 0 0,0 0 0,0 0 0,4 3 0,9 4 0,0-1 0,32 11 0,-42-17 0,1 1 0,0-1 0,-1 0 0,1-1 0,0 0 0,-1 0 0,1 0 0,0-1 0,-1 0 0,13-3 0,34-16 0,-36 13 0,1 1 0,17-4 0,-28 8 0,0 1 0,-1 1 0,1-1 0,0 1 0,0 0 0,-1 0 0,1 1 0,0 0 0,8 3 0,14 4 0,57 8 0,-75-15 0,0 0 0,0-1 0,0 0 0,0-1 0,0-1 0,-1 1 0,1-2 0,16-5 0,-16 4 0,0 1 0,1 0 0,-1 1 0,1 0 0,0 0 0,-1 2 0,1-1 0,0 1 0,0 1 0,0 0 0,19 5 0,-13-4 0,0-1 0,0 0 0,1-2 0,-1 0 0,0-1 0,0-1 0,0 0 0,20-8 0,49-7 0,-81 18 0,0 0 0,0 1 0,0-1 0,1 1 0,-1 0 0,0 1 0,0-1 0,-1 1 0,1 0 0,0 1 0,0 0 0,-1 0 0,8 5 0,-5-3 0,0-1 0,0 0 0,0 0 0,1-1 0,-1 0 0,12 3 0,2-4 0,1-2 0,0 0 0,-1-1 0,1-1 0,43-10 0,-1 1 0,-49 10 0,0 1 0,1 1 0,-1 0 0,0 1 0,0 1 0,27 8 0,-21-5 0,1-2 0,36 4 0,-19-8 0,0-3 0,68-12 0,-62 7 0,-39 8 0,0-1 0,1 1 0,-1 0 0,0 0 0,0 1 0,0 0 0,14 4 0,45 20 0,-56-19 0,0-2 0,0 1 0,0-2 0,0 1 0,1-1 0,-1-1 0,1 0 0,0 0 0,-1-1 0,21-1 0,12-6 0,-20 2 0,-1 1 0,1 1 0,41 2 0,-35 1 0,0-2 0,1-1 0,-1-1 0,0-1 0,0-1 0,31-11 0,0 1 0,38-6 0,96-24 0,-140 30 0,76-9 0,-125 24 0,0 0 0,1 1 0,-1 0 0,0 0 0,0 0 0,1 1 0,8 3 0,12 4 0,-14-7 0,1 0 0,0-1 0,0 0 0,-1-1 0,27-2 0,-9-4 0,39-12 0,-56 16 0,1 0 0,0 0 0,-1 1 0,1 1 0,0 0 0,0 1 0,19 4 0,-15-2 0,1-1 0,-1-1 0,27-2 0,-15-3 0,-22 2 0,0 0 0,0 1 0,0 1 0,1-1 0,-1 1 0,0 0 0,0 1 0,0 0 0,9 2 0,-11-1 0,6 4 0,-12-5 0,0 0 0,0 0 0,0 0 0,0 0 0,0 0 0,-1-1 0,1 1 0,0 0 0,0 0 0,-1 0 0,1 0 0,-1-1 0,1 1 0,-1 0 0,1 0 0,-1-1 0,1 1 0,-1 0 0,1-1 0,-2 2 0,-1 1-1365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16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96 24575,'0'0'0,"0"0"0,0 0 0,0 0 0,0 0 0,0 0 0,0 0 0,0 0 0,0 0 0,-1-1 0,-24-12 0,2-1 0,49 22 0,-19-6 0,0 0 0,-1 0 0,1-1 0,0 0 0,0 0 0,0-1 0,13 0 0,0-3 0,29-7 0,-41 9 0,0 1 0,1-1 0,14 2 0,-9-1 0,-7 27 0,-5-18 0,0 1 0,-1-1 0,0 1 0,-1-1 0,0 1 0,-1-1 0,1 1 0,-6 18 0,-2 6 0,-16 37 0,5-17 0,15-40 0,-13 39 0,-13 76 0,27-111 0,1 0 0,1 0 0,1 0 0,0 0 0,1 0 0,1 0 0,1 0 0,7 25 0,-6-30 0,0 1 0,1-1 0,1 0 0,0-1 0,11 18 0,-15-27 0,0 0 0,0-1 0,0 1 0,0-1 0,1 1 0,-1-1 0,1 0 0,-1 0 0,1 0 0,0-1 0,0 1 0,0-1 0,0 1 0,0-1 0,0 0 0,0 0 0,0 0 0,1-1 0,-1 1 0,0-1 0,0 0 0,1 0 0,-1 0 0,0 0 0,1 0 0,-1-1 0,0 0 0,0 1 0,5-3 0,2-1 0,-1 0 0,0-1 0,0 0 0,0-1 0,-1 0 0,0 0 0,0-1 0,0 0 0,-1 0 0,0-1 0,0 1 0,-1-2 0,0 1 0,9-18 0,4-11 0,-3 0 0,17-52 0,-30 82 0,116-392 0,-114 369 0,-5 28 0,-1 4 0,1 16 0,29 551 0,-26-533 0,3 1 0,1-1 0,15 47 0,-18-70 0,1 0 0,0 0 0,1-1 0,1 1 0,0-1 0,0-1 0,2 0 0,-1 0 0,1 0 0,1-1 0,0 0 0,12 8 0,-20-16 0,0 0 0,0-1 0,1 1 0,-1-1 0,0 0 0,1 0 0,-1 0 0,1 0 0,0 0 0,-1 0 0,1-1 0,0 1 0,-1-1 0,1 0 0,0 0 0,-1 0 0,1 0 0,0 0 0,0-1 0,-1 1 0,5-2 0,-2-1 0,-1 1 0,1-1 0,-1 1 0,0-1 0,0 0 0,0-1 0,0 1 0,-1-1 0,1 1 0,5-10 0,2-4 0,0-1 0,-1-1 0,-2 0 0,12-33 0,-3-5 0,-3 1 0,8-71 0,2-118 0,17-102 0,-34 316 0,-3 17 0,-2 0 0,2-16 0,-3 30 0,-1-1 0,0 1 0,0 0 0,0-1 0,0 1 0,0-1 0,1 1 0,-1 0 0,0-1 0,0 1 0,0-1 0,0 1 0,0 0 0,0-1 0,0 1 0,0-1 0,-1 1 0,1 0 0,0-1 0,0 1 0,0-1 0,0 1 0,0 0 0,-1-1 0,1 1 0,0 0 0,0-1 0,-1 1 0,1 0 0,0-1 0,0 1 0,-1 0 0,1 0 0,0-1 0,-1 1 0,1 0 0,0 0 0,-1 0 0,1-1 0,-1 1 0,1 0 0,0 0 0,-1 0 0,1 0 0,-1 0 0,1 0 0,0 0 0,-1 0 0,1 0 0,-1 0 0,1 0 0,0 0 0,-1 0 0,1 0 0,-1 0 0,1 0 0,0 1 0,-1-1 0,1 0 0,-1 0 0,1 1 0,-21 15 0,13-6 17,1 0 0,0 1 1,1-1-1,1 1 0,-1 0 0,-5 21 0,4-9-512,1 1 0,-4 34 0,9-45-6331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17.3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 24575,'27'2'0,"-6"0"0,24 1 0,79 17 0,-122-19 0,0-1 0,0 1 0,0-1 0,0 1 0,0 0 0,0 0 0,0-1 0,0 2 0,0-1 0,0 0 0,0 0 0,-1 1 0,1-1 0,0 0 0,-1 1 0,1 0 0,-1-1 0,0 1 0,0 0 0,1 0 0,-1 0 0,0 0 0,0 0 0,-1 0 0,1 0 0,0 0 0,-1 0 0,1 0 0,-1 0 0,0 1 0,0-1 0,0 0 0,0 0 0,0 0 0,0 0 0,0 1 0,-1-1 0,0 3 0,-2 4 0,0 1 0,-1-1 0,0 0 0,0 0 0,-1 0 0,0-1 0,-9 12 0,-6 2 0,0 0 0,-2-2 0,0 0 0,-50 32 0,-7 7 0,111-60 0,179-16 0,-201 16-195,-1 1 0,0-2 0,0 1 0,0-1 0,0 0 0,8-4 0,-2-1-6631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17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24575,'2'27'0,"1"236"0,-3-77 0,0-166 0,2 20 0,-2 0 0,-2 0 0,-10 58 0,12-100-3,0-1 1,-1 0-1,0 1 0,1-1 0,-1 0 1,0 1-1,-2-6 0,-1 0-1340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54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 24575,'0'0'0,"0"0"0,0 0 0,0 0 0,0 0 0,0 0 0,0 0 0,0 0 0,0 0 0,24-7 0,7-1 0,-13 2 0,-1 1 0,1 1 0,0 1 0,1 0 0,-1 2 0,0 0 0,22 1 0,-39 0 0,1 0 0,-1 1 0,1-1 0,-1 0 0,1 0 0,-1 1 0,1-1 0,-1 1 0,1 0 0,-1-1 0,0 1 0,1 0 0,-1 0 0,0 0 0,0-1 0,1 1 0,-1 1 0,0-1 0,0 0 0,0 0 0,1 2 0,-1-1 0,-1-1 0,0 1 0,0-1 0,0 1 0,1-1 0,-1 1 0,-1-1 0,1 1 0,0-1 0,0 1 0,0-1 0,-1 1 0,1-1 0,-1 1 0,1-1 0,-1 0 0,-1 3 0,-3 4 0,0-1 0,-1 0 0,1 0 0,-1 0 0,-1-1 0,-9 8 0,-11 6-455,-1-2 0,-53 27 0,52-31-6371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5:54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 24575,'26'10'0,"-10"-6"0,1-1 0,0-1 0,0 0 0,27-2 0,67-9 0,-14-9 51,-74 12-334,0 1 0,1 1-1,-1 1 1,27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20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24575,'2'2'0,"0"0"0,1 0 0,-1 0 0,1-1 0,0 1 0,-1 0 0,4 0 0,-4-1 0,43 20 0,1-3 0,0-1 0,63 13 0,-50-15 0,79 33 0,-132-46 0,0 1 0,0 0 0,-1 0 0,0 0 0,0 1 0,0 0 0,0 0 0,0 0 0,-1 1 0,0-1 0,1 1 0,-2 0 0,1 0 0,-1 1 0,6 10 0,-7-8 0,1-1 0,-1 1 0,0-1 0,-1 1 0,0 0 0,0 0 0,-1 0 0,0 0 0,0 0 0,-1 0 0,0 0 0,-3 11 0,-3 5 0,-1 0 0,-1-1 0,-23 44 0,-48 65 0,60-100 0,-10 15 0,-108 189 0,136-234 0,1 0 0,0 1 0,0-1 0,0 1 0,1-1 0,-1 1 0,0-1 0,1 1 0,0-1 0,0 5 0,0-6 0,0 0 0,0 0 0,1 0 0,-1 0 0,0 0 0,1-1 0,-1 1 0,1 0 0,-1 0 0,1 0 0,0-1 0,-1 1 0,1 0 0,0-1 0,-1 1 0,1 0 0,0-1 0,0 1 0,0-1 0,-1 1 0,1-1 0,0 0 0,0 1 0,0-1 0,0 0 0,0 0 0,0 1 0,0-1 0,0 0 0,0 0 0,-1 0 0,1 0 0,2-1 0,11 1 0,0-1 0,1 0 0,-1-2 0,0 0 0,0 0 0,0-1 0,15-7 0,94-48 0,-114 55 0,106-65 0,-68 40 0,54-26 0,-97 53 15,0 0 0,0 1 0,0 0 0,0 0 0,0 0 0,0 0 0,5 0 0,-9 1-44,1 0 1,0 0-1,-1 0 1,1 0-1,-1 0 1,1 0-1,0 1 1,-1-1-1,1 0 0,0 0 1,-1 1-1,1-1 1,-1 0-1,1 0 1,-1 1-1,1-1 1,-1 1-1,1-1 0,-1 0 1,1 1-1,-1-1 1,1 1-1,-1-1 1,0 1-1,1-1 0,-1 1 1,0 0-1,0-1 1,1 1-1,-1-1 1,0 1-1,0 0 1,0-1-1,0 1 0,0-1 1,0 1-1,1 0 1,-2-1-1,1 1 1,0 0-1,0-1 1,0 1-1,0 0 0,0-1 1,0 1-1,-1-1 1,1 1-1,0-1 1,0 1-1,-1 0 1,0 0-1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24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14 24575,'-15'1'0,"14"-1"0,0 0 0,0 1 0,1-1 0,-1 0 0,0 0 0,0 0 0,0 0 0,0 0 0,0 0 0,0 0 0,0 0 0,0 0 0,1 0 0,-1 0 0,0 0 0,0-1 0,0 1 0,0 0 0,0-1 0,1 1 0,-2-1 0,-11-9 0,23 16 0,-3-2-110,-10-4 264,-14-9-381,10 5-955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26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20 24575,'0'0'0,"0"0"0,0 0 0,0 0 0,0 0 0,0 0 0,0 0 0,0 0 0,20 5 0,12 1 0,0-1 0,0-1 0,0-2 0,46-2 0,128-22 0,-208 22 0,-1 0 0,1 0 0,-1-1 0,1 1 0,-1-1 0,1 1 0,0-1 0,-4-1 0,3 1 0,1 0 0,-1 0 0,1 0 0,-1 1 0,0-1 0,0 1 0,1 0 0,-5 0 0,-294 41 0,222-29 0,92 4 0,-7-12 0,0-1 0,0 0 0,1 0 0,0 0 0,-1-1 0,1 0 0,0 0 0,9 1 0,62 3 0,-56-5 0,22 1 0,0-3 0,74-9 0,-118 9 0,1 1 0,-1 0 0,1 0 0,-1-1 0,0 1 0,1 0 0,-1-1 0,0 1 0,1 0 0,-1-1 0,0 1 0,1-1 0,-1 1 0,0 0 0,0-1 0,0 1 0,1-1 0,-1 1 0,0-1 0,0 1 0,0-1 0,0 1 0,0-1 0,0 1 0,0-1 0,0 1 0,0 0 0,0-1 0,0 1 0,0-1 0,0 1 0,-1-1 0,1 1 0,0-1 0,0 1 0,0-1 0,-1 1 0,1 0 0,0-1 0,-1 0 0,1 0 0,-1 0 0,1 0 0,-1 0 0,1 0 0,-1 0 0,0 0 0,0 0 0,1 0 0,-1 0 0,0 0 0,0 0 0,0 0 0,0 0 0,0 1 0,0-1 0,0 0 0,-2 0 0,-44-4 0,-52 0 0,1 0 0,65 1 0,0-1 0,-56-18 0,79 20 0,0 0 0,26 3 0,92 7 0,-43-1 0,1-3 0,79-6 0,-82 2 0,-522-12 0,434 13 0,-40-6 0,72 7 0,1-1 0,-1 0 0,1-1 0,11-1 0,13-2 0,-29 4-47,0 0 0,0 0 0,1 0 0,-1 0 0,0 0 0,0 1 0,1-1 0,-1 1 0,0 0-1,0 0 1,0 0 0,0 1 0,0-1 0,0 1 0,0-1 0,-1 1 0,1 0 0,0 0 0,-1 0 0,0 1 0,1-1 0,-1 0-1,0 1 1,0 0 0,0-1 0,-1 1 0,1 0 0,1 3 0,0 2-6779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22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1 24575,'-25'18'0,"14"-5"0,0 1 0,1 0 0,1 1 0,0 0 0,1 0 0,1 1 0,0 0 0,1 1 0,-6 28 0,-1 14 0,-5 85 0,17-139 0,-6 65 0,-17 284 0,24-315 0,9 67 0,-7-92 0,1 0 0,1-1 0,-1 1 0,2-1 0,0 0 0,1 0 0,0-1 0,10 16 0,-12-23 0,-1 0 0,1-1 0,0 0 0,1 0 0,-1 0 0,1 0 0,0 0 0,-1-1 0,2 0 0,-1 0 0,0 0 0,1-1 0,-1 0 0,7 2 0,-3-2 0,-1-1 0,1 1 0,-1-2 0,1 1 0,0-1 0,0-1 0,-1 0 0,1 0 0,8-2 0,-2-1 0,0-1 0,-1 0 0,0-1 0,0 0 0,0-1 0,0-1 0,-1 0 0,-1-1 0,1 0 0,18-20 0,-14 11 0,-2-1 0,0-1 0,-1 0 0,-1-1 0,-1 0 0,9-24 0,-7 11 0,-2-1 0,-1-1 0,8-50 0,-8 3 0,-4 0 0,-6-148 0,-2 218 0,1 1 0,-2 0 0,1 0 0,-2 0 0,0 0 0,0 1 0,-9-22 0,9 27 0,-1 1 0,1-1 0,-1 1 0,0 0 0,0 0 0,-1 0 0,1 1 0,-1 0 0,0 0 0,0 0 0,-1 0 0,1 1 0,-1 0 0,1 0 0,-1 0 0,-8-2 0,1 1 11,1 1 0,-1 0 0,1 0 0,-1 2 0,0 0 0,0 0-1,0 1 1,0 0 0,0 1 0,-15 4 0,19-4-104,1 2 0,-1-1 1,1 1-1,-1 1 0,1-1 0,0 1 0,0 1 0,0-1 1,1 1-1,0 1 0,0 0 0,0 0 0,0 0 1,1 0-1,-6 9 0,7-7-6733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22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0 24575,'-4'22'0,"2"9"0,5 56 0,0-26 0,3 248-1365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42.0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120 0 24575,'1'2'0,"0"0"0,0 0 0,0 1 0,0-1 0,-1 0 0,1 0 0,-1 0 0,0 1 0,1-1 0,-1 0 0,0 0 0,-1 1 0,1-1 0,0 0 0,0 0 0,-2 5 0,-16 40 0,8-25 0,-11 38 0,2 0 0,3 2 0,3 0 0,2 0 0,-4 126 0,15-175 0,0 1 0,1-1 0,0 0 0,1 0 0,1 0 0,0 0 0,0 0 0,2-1 0,-1 1 0,2-1 0,0 0 0,0-1 0,1 1 0,0-1 0,15 17 0,-15-20 0,1 0 0,1 0 0,-1 0 0,1-1 0,0-1 0,1 1 0,0-2 0,18 9 0,-21-11 0,0-1 0,0 0 0,0 0 0,0-1 0,0 0 0,0-1 0,0 1 0,0-1 0,1 0 0,-1-1 0,0 0 0,0 0 0,0-1 0,0 1 0,7-4 0,-1-1 0,0 1 0,0-2 0,-1 0 0,0 0 0,0-1 0,-1 0 0,0-1 0,-1-1 0,14-15 0,-11 9 0,-1 0 0,0-1 0,-2 0 0,0-1 0,14-36 0,-10 13 0,-2-1 0,-2 0 0,-2 0 0,-1-1 0,0-64 0,-6 87 0,-1 0 0,-1 0 0,-1-1 0,-1 1 0,0 1 0,-2-1 0,-13-36 0,14 47 0,0 0 0,-1 0 0,0 0 0,-1 0 0,1 1 0,-2 0 0,1 0 0,-1 0 0,-1 1 0,1 0 0,-1 0 0,0 1 0,-1 0 0,0 1 0,1 0 0,-2 0 0,-9-3 0,11 4 20,-1 1 0,0 1 0,0-1 0,0 1 0,-12 0 0,17 1-126,0 1 0,-1 1 0,1-1 0,0 1 0,0 0 0,-1 0-1,1 0 1,0 0 0,0 1 0,0-1 0,0 1 0,0 0 0,-4 3 0,0 1-6720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42.7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24575,'10'6'0,"1"0"0,-1-1 0,1 0 0,0 0 0,1-1 0,-1-1 0,24 5 0,-19-5 0,0 1 0,29 11 0,-40-12 0,1-1 0,-1 1 0,0 1 0,0-1 0,-1 1 0,1-1 0,-1 1 0,1 1 0,-1-1 0,-1 1 0,7 9 0,-6-9 0,-1 0 0,0 1 0,0 0 0,-1 0 0,1-1 0,-1 2 0,2 7 0,-4-10 0,0-1 0,0 0 0,0 0 0,0 0 0,0 0 0,-1 0 0,1 0 0,-1 0 0,0 0 0,0 0 0,0 0 0,0 0 0,-1-1 0,1 1 0,-1 0 0,0-1 0,-2 4 0,-9 8 0,-1-1 0,0 0 0,0-1 0,-1 0 0,-1-2 0,0 1 0,-23 9 0,39-20 0,-1 0 0,1 0 0,-1 1 0,1-1 0,-1 0 0,1 0 0,-1 1 0,1-1 0,-1 0 0,1 0 0,-1 1 0,1-1 0,0 1 0,-1-1 0,1 0 0,-1 1 0,1-1 0,0 1 0,0-1 0,-1 1 0,1-1 0,0 1 0,0-1 0,0 1 0,-1-1 0,1 1 0,0-1 0,0 1 0,0 0 0,0-1 0,0 1 0,0-1 0,0 1 0,0-1 0,0 1 0,0-1 0,0 1 0,1 0 0,-1-1 0,0 1 0,0-1 0,1 1 0,-1-1 0,0 1 0,0-1 0,1 0 0,-1 1 0,0-1 0,1 1 0,-1-1 0,1 0 0,-1 1 0,1-1 0,-1 0 0,1 1 0,2 1 0,0 0 0,0 0 0,0-1 0,0 1 0,0-1 0,0 0 0,6 2 0,1-3 0,0 0 0,0-1 0,0 0 0,0 0 0,0-1 0,19-6 0,4-1 0,20-3-1365,-47 10-5461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50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0 177 24575,'29'5'0,"24"3"0,0-3 0,84-2 0,47 3 0,-116-2 0,107-7 0,-41-1 0,219-25 0,-186 10 0,16 3 0,170-19 0,-24 11 0,-289 22 0,319-39 0,-359 41 1,0 0 0,0 0 0,0 0 0,1 0 0,-1 0 0,0-1-1,0 1 1,0 0 0,1 0 0,-1 0 0,0 0 0,0-1 0,0 1 0,0 0 0,0 0-1,1 0 1,-1-1 0,0 1 0,0 0 0,0 0 0,0 0 0,0-1 0,0 1-1,0 0 1,0 0 0,0-1 0,0 1 0,0 0 0,0 0 0,0-1 0,0 1 0,0 0-1,0 0 1,0-1 0,0 1 0,0 0 0,0 0 0,-1 0 0,1-1 0,0 1 0,0 0-1,0 0 1,0 0 0,0-1 0,-1 1 0,1 0 0,0 0 0,-12-17-220,6 9-970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55.9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227 123 24575,'-13'21'0,"-16"28"0,2 3 0,-36 100 0,37-75 0,-22 115 0,40-146 0,-4 90 0,12-110 0,1 1 0,1-1 0,1 0 0,12 49 0,-13-69 0,0 1 0,1-1 0,-1 0 0,1 0 0,0 0 0,1 0 0,-1-1 0,1 1 0,0-1 0,1 0 0,-1 0 0,1-1 0,0 1 0,0-1 0,0 0 0,1 0 0,0-1 0,-1 0 0,1 0 0,0 0 0,1 0 0,-1-1 0,0 0 0,10 1 0,-4-1 0,1-1 0,0 0 0,0-1 0,-1-1 0,1 0 0,0 0 0,-1-1 0,1-1 0,-1 0 0,0-1 0,23-10 0,-14 3 0,0-1 0,-1 0 0,0-1 0,-1-1 0,-1-1 0,0-1 0,-1-1 0,-1 0 0,0-1 0,-2-1 0,0 0 0,-1-1 0,12-24 0,-12 16 0,0 0 0,-2-1 0,-1 0 0,-2-1 0,-1-1 0,-1 1 0,-1-1 0,-2 0 0,-1-51 0,-5 2 0,-23-148 0,23 215 0,-1 0 0,0 0 0,-1 0 0,-1 0 0,0 1 0,0 0 0,-1 0 0,-1 1 0,-12-16 0,14 21 0,1 0 0,-1 0 0,-1 0 0,1 0 0,-1 1 0,0 0 0,0 1 0,-1-1 0,1 1 0,-1 1 0,0 0 0,0 0 0,0 0 0,0 1 0,-1 0 0,-9-1 0,12 4 6,0-1 1,0 1-1,0 0 0,1 0 0,-1 1 0,0-1 1,0 1-1,1 1 0,0-1 0,-1 1 0,1 0 1,0 0-1,0 0 0,0 1 0,1 0 0,-1 0 1,1 0-1,-6 7 0,-6 9-477,0 1 0,-22 38-1,37-57 403,-13 21-6757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56.5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 24575,'3'-2'0,"0"0"0,0 1 0,1-1 0,-1 1 0,0 0 0,1 0 0,5-1 0,3-1 0,9-2 0,1 0 0,-1 2 0,1 0 0,0 2 0,-1 0 0,1 1 0,36 5 0,-56-4 0,0-1 0,0 1 0,0 0 0,1 0 0,-1-1 0,0 1 0,0 1 0,0-1 0,-1 0 0,1 0 0,0 1 0,0-1 0,-1 1 0,1-1 0,-1 1 0,1 0 0,-1-1 0,0 1 0,0 0 0,1 0 0,-1 0 0,-1 0 0,1 0 0,0 0 0,0 1 0,-1-1 0,1 0 0,-1 0 0,0 0 0,0 1 0,0 2 0,1 4 0,-1-1 0,-1 0 0,1 1 0,-1-1 0,-1 0 0,0 0 0,-3 12 0,-1-8 0,1 0 0,-1 0 0,-1 0 0,0-1 0,-1 0 0,0-1 0,-1 1 0,0-1 0,-1-1 0,-12 10 0,-10 5 0,-1-1 0,-40 19 0,82-45 0,0 0 0,0 0 0,0 1 0,0 1 0,13-2 0,9-1 0,102-33 134,-30 7-1633,-92 27-5327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5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0,4 1 0,1 0 0,-1 1 0,0-1 0,0 1 0,0-1 0,6 5 0,4 0 0,103 31 0,-10-5 0,-103-31 0,0 1 0,0 0 0,0 0 0,0 0 0,0 0 0,-1 1 0,1-1 0,-1 1 0,0 0 0,0 0 0,0 0 0,0 0 0,0 1 0,-1-1 0,1 1 0,-1 0 0,3 7 0,-3-6 0,-1 0 0,0 0 0,0 0 0,0 0 0,0 0 0,-1 0 0,0 1 0,0-1 0,-1 0 0,1 0 0,-1 0 0,0 0 0,0 0 0,-1 0 0,-2 6 0,-2 3 0,-1 0 0,-1-1 0,0 0 0,0 0 0,-14 14 0,-57 57 0,55-59 0,-82 72 0,106-97 0,-1 0 0,1 0 0,0 0 0,0 1 0,0-1 0,-1 0 0,1 0 0,0 0 0,0 0 0,0 0 0,0 1 0,0-1 0,-1 0 0,1 0 0,0 0 0,0 1 0,0-1 0,0 0 0,0 0 0,0 0 0,0 1 0,0-1 0,0 0 0,0 0 0,0 0 0,0 1 0,0-1 0,0 0 0,0 0 0,0 1 0,0-1 0,0 0 0,0 0 0,0 0 0,0 1 0,0-1 0,0 0 0,0 0 0,0 0 0,0 1 0,1-1 0,-1 0 0,0 0 0,0 1 0,13 1 0,14-5 0,-9-2 0,-1-1 0,0-1 0,0-1 0,17-10 0,13-6 0,104-43-1365,-131 59-5461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46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 24575,'0'0'0,"0"0"0,0 0 0,0 0 0,0 0 0,0 0 0,0 1 0,1 1 0,-1-1 0,1 0 0,-1 1 0,1-1 0,-1 0 0,1 1 0,0-1 0,0 0 0,-1 0 0,1 1 0,0-1 0,0 0 0,0 0 0,0 0 0,0 0 0,1 0 0,-1-1 0,0 1 0,2 1 0,27 11 0,-5-7 0,-1-2 0,1-1 0,1 0 0,-1-2 0,47-4 0,-13 1 0,21 1 0,-1-3 0,104-19 0,-70 7 0,-112 16-26,-1-1 0,1 1-1,-1-1 1,0 1 0,1-1-1,-1 1 1,0-1 0,1 0-1,-1 1 1,0-1 0,0 0-1,1 1 1,-1-1 0,0 0-1,0 1 1,0-1 0,0 0-1,0 1 1,0-1 0,0 0 0,0 1-1,-1-2 1,1 0-734,0-8-6066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8:46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 24575,'0'0'0,"0"0"0,0 0 0,-18 8 0,13-4 0,1-1 0,-1 1 0,1 1 0,0-1 0,0 0 0,0 1 0,0 0 0,1 0 0,0 0 0,0 0 0,0 1 0,1-1 0,0 1 0,0 0 0,0-1 0,0 1 0,0 7 0,-1 12 0,0 1 0,2 43 0,1-54 0,9 236 0,1 17 0,-22-39 0,12-226-105,0 1 0,-1-1 0,1 1 0,-1 0 0,0-1 0,0 1 0,0-1 0,-1 0 0,1 1 0,-1-1 0,0 0 0,-2 4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02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24575,'27'0'0,"-1"1"0,0 1 0,48 11 0,-64-11 0,-1 1 0,1 0 0,-1 1 0,0 0 0,0 1 0,0 0 0,0 0 0,-1 1 0,0 0 0,0 0 0,-1 1 0,1 0 0,6 9 0,-8-8 0,0 1 0,-1 0 0,1 0 0,-2 0 0,0 0 0,0 1 0,0 0 0,-1 0 0,3 20 0,-4-14 0,-1 0 0,-1 0 0,0 1 0,-1-1 0,-5 29 0,-2-13 0,-1-1 0,-1 0 0,-2 0 0,-1-1 0,-29 50 0,5-24 0,-60 71 0,80-106 0,-24 35 0,46-58 0,0 0 0,0 0 0,0 0 0,0 0 0,0 1 0,0-1 0,1 2 0,9-2 0,18 0 22,-1-1-1,0-2 1,0-1-1,-1-2 1,31-11-1,-16 5-768,62-10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04.3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 24575,'-7'24'0,"1"1"0,0 1 0,2-1 0,1 1 0,1 34 0,-3 7 0,-11 88 0,-11 174 0,27-305 0,2 87 0,-1-101 0,0 0 0,1-1 0,0 1 0,1-1 0,0 1 0,0-1 0,1 0 0,9 16 0,-11-23 0,-1 0 0,1 0 0,-1 0 0,1 0 0,0 0 0,0 0 0,0-1 0,0 1 0,0-1 0,0 1 0,0-1 0,0 0 0,1 0 0,-1 0 0,5 1 0,-5-1 0,0-1 0,-1 0 0,1 0 0,0 0 0,0 0 0,0 0 0,0-1 0,0 1 0,-1-1 0,1 1 0,0-1 0,0 0 0,-1 1 0,1-1 0,0 0 0,-1 0 0,1 0 0,-1 0 0,1-1 0,-1 1 0,0 0 0,1 0 0,0-2 0,8-11 0,0 1 0,-1-1 0,-1-1 0,0 0 0,-1 0 0,0 0 0,5-21 0,24-119 0,-31 132 0,9-50 0,104-432 0,-116 498 0,0 0 0,0-1 0,0 2 0,1-1 0,0 0 0,0 0 0,0 1 0,1-1 0,0 1 0,8-9 0,-12 15 0,1-1 0,-1 1 0,1 0 0,-1 0 0,1-1 0,-1 1 0,1 0 0,-1 0 0,1 0 0,0 0 0,-1 0 0,1 0 0,-1 0 0,1 0 0,-1 0 0,1 0 0,0 0 0,-1 0 0,1 0 0,-1 0 0,1 0 0,-1 0 0,1 1 0,-1-1 0,1 0 0,-1 1 0,1-1 0,-1 0 0,1 1 0,-1-1 0,1 0 0,-1 1 0,1-1 0,-1 1 0,0-1 0,1 0 0,-1 1 0,0-1 0,0 1 0,1 0 0,-1-1 0,0 1 0,0 0 0,12 26 0,-12-25 0,8 26 0,-1 1 0,-1 1 0,2 43 0,-5 93 0,-1-44 0,1-58 0,16 80 0,-12-108 0,1-1 0,2 0 0,26 59 0,-31-85 0,-1-1 0,1 0 0,1 0 0,-1 0 0,1 0 0,1-1 0,-1 0 0,1 0 0,0-1 0,1 0 0,12 8 0,-16-11 0,1-1 0,-1 0 0,1 0 0,-1 0 0,1-1 0,-1 1 0,1-1 0,0 0 0,0 0 0,0-1 0,0 0 0,-1 0 0,1 0 0,0 0 0,0-1 0,0 1 0,0-1 0,-1-1 0,1 1 0,0-1 0,-1 1 0,1-1 0,-1 0 0,8-6 0,-6 3 0,0 0 0,0 0 0,-1-1 0,0 0 0,0 0 0,0 0 0,-1 0 0,0-1 0,0 0 0,4-9 0,3-10 0,10-40 0,-8 17 0,-3 0 0,7-95 0,-13-102 0,-9 190-1365,4 50-5461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04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 24575,'17'-4'0,"-1"1"0,1 0 0,0 1 0,28 1 0,-37 2 0,-1-1 0,1 1 0,-1 1 0,0-1 0,0 1 0,0 0 0,0 1 0,0 0 0,0 0 0,-1 0 0,1 1 0,-1 0 0,8 7 0,-12-10 0,0 1 0,0 0 0,0 1 0,0-1 0,-1 0 0,1 0 0,-1 1 0,0-1 0,0 1 0,0-1 0,0 1 0,0-1 0,0 1 0,0 5 0,-1-2 0,0-1 0,0 1 0,0 0 0,-1 0 0,1 0 0,-4 9 0,-1 1 0,-1 0 0,-1 0 0,-14 25 0,9-20 0,-2-1 0,0 0 0,-2-2 0,0 1 0,0-2 0,-2 0 0,-22 16 0,40-33 0,0 0 0,0 1 0,-1-1 0,1 0 0,0 0 0,0 0 0,0 0 0,0 0 0,0 0 0,0 0 0,-1 0 0,1 0 0,0 1 0,0-1 0,0 0 0,0 0 0,0 0 0,0 0 0,0 0 0,0 1 0,0-1 0,0 0 0,0 0 0,-1 0 0,1 0 0,0 0 0,0 1 0,0-1 0,0 0 0,0 0 0,0 0 0,0 0 0,0 1 0,1-1 0,-1 0 0,0 0 0,0 0 0,0 0 0,0 0 0,0 1 0,0-1 0,0 0 0,0 0 0,0 0 0,0 0 0,0 0 0,1 0 0,-1 0 0,0 1 0,0-1 0,0 0 0,0 0 0,0 0 0,0 0 0,1 0 0,-1 0 0,0 0 0,0 0 0,0 0 0,17 4 0,23-3 0,-11-3-195,-1-1 0,0-1 0,0-2 0,0-1 0,0-1 0,48-21 0,-58 20-6631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05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24575,'22'0'0,"1"2"0,0 0 0,0 1 0,0 1 0,-1 1 0,0 1 0,38 16 0,-57-20 0,1-1 0,-1 1 0,1-1 0,-1 1 0,0 0 0,1 1 0,-1-1 0,0 0 0,-1 1 0,1 0 0,0-1 0,-1 1 0,1 0 0,-1 0 0,0 1 0,0-1 0,0 0 0,-1 1 0,1-1 0,-1 1 0,0 0 0,0-1 0,0 1 0,0 0 0,-1 0 0,1-1 0,-1 1 0,0 0 0,0 0 0,-1 0 0,1 0 0,-1-1 0,0 1 0,0 0 0,0-1 0,-3 7 0,-2 6 0,-1 0 0,0 0 0,-2-1 0,0 0 0,0-1 0,-13 15 0,0-3 0,-2-2 0,-31 27 0,27-24 0,30-27 0,1 1 0,-1-1 0,1 0 0,-1 0 0,1 0 0,-1 0 0,1 0 0,2-1 0,38-9 37,-1-1 0,45-19 0,-49 16-529,1 1 0,70-13 0,-99 25-6334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18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9 100 24575,'-3'16'0,"0"1"0,2-1 0,0 0 0,1 1 0,0-1 0,1 0 0,1 1 0,1-1 0,0 0 0,1 0 0,8 20 0,-10-36 0,0 0 0,0 0 0,0 0 0,0-1 0,-1 1 0,1 0 0,0-1 0,0 0 0,0 1 0,0-1 0,-1 0 0,1 0 0,3-2 0,0-2 0,0-1 0,0 1 0,0-1 0,-1 0 0,0 0 0,0-1 0,0 1 0,-1-1 0,3-8 0,-2 4 0,1 1 0,0 0 0,1 1 0,9-12 0,-13 18 0,-1 1 0,1 1 0,0-1 0,0 0 0,1 0 0,-1 1 0,0-1 0,0 1 0,1 0 0,-1 0 0,1 0 0,-1 0 0,1 0 0,-1 0 0,1 0 0,0 1 0,-1 0 0,1-1 0,0 1 0,-1 0 0,1 0 0,3 1 0,-2 0 0,-1-1 0,1 1 0,0 0 0,0 1 0,-1-1 0,1 1 0,-1 0 0,1-1 0,-1 1 0,0 1 0,0-1 0,0 0 0,0 1 0,0 0 0,0 0 0,3 4 0,2 5 0,0 1 0,-1 0 0,7 16 0,-11-20 0,1-1 0,0 1 0,0-1 0,1-1 0,0 1 0,0 0 0,0-1 0,1 0 0,12 11 0,-16-17 0,0 0 0,0-1 0,0 1 0,-1 0 0,1-1 0,0 1 0,0-1 0,0 0 0,0 1 0,0-1 0,0 0 0,0 0 0,0 0 0,0 0 0,0-1 0,0 1 0,0-1 0,0 1 0,0-1 0,0 1 0,-1-1 0,1 0 0,0 0 0,0 0 0,-1 0 0,1 0 0,-1 0 0,3-2 0,5-6 0,1 1 0,-1-2 0,10-12 0,-6 7 0,-9 11 0,-1 0 0,1 1 0,0-1 0,0 1 0,0 0 0,0 0 0,0 1 0,1-1 0,-1 1 0,1 0 0,0 0 0,0 1 0,0-1 0,9-1 0,-10 3 0,-1 0 0,1 0 0,0 1 0,0-1 0,0 1 0,0 0 0,-1 0 0,1 0 0,0 0 0,-1 1 0,1-1 0,-1 1 0,0 0 0,1 0 0,-1 0 0,0 0 0,0 1 0,0 0 0,4 5 0,1 1 0,-2 0 0,1 1 0,-2 0 0,10 21 0,-9-18 0,1 0 0,9 14 0,-15-25 0,0 0 0,1 0 0,-1 0 0,1 0 0,0-1 0,-1 1 0,1-1 0,0 1 0,0-1 0,0 0 0,0 1 0,0-1 0,0 0 0,1-1 0,-1 1 0,0 0 0,0 0 0,5 0 0,-3-1 0,-1 0 0,1-1 0,-1 1 0,1-1 0,-1 1 0,1-1 0,-1 0 0,1 0 0,-1-1 0,0 1 0,4-3 0,5-4 0,0 0 0,-1-1 0,0 0 0,-1 0 0,11-13 0,-10 10 0,-5 4 0,0 2 0,0-1 0,1 1 0,0 0 0,12-8 0,-17 13 0,0 0 0,0 0 0,0 0 0,0 0 0,0 1 0,0-1 0,0 1 0,0-1 0,0 1 0,0 0 0,1 0 0,-1 0 0,0 0 0,0 0 0,0 0 0,0 1 0,0-1 0,1 1 0,-1 0 0,0-1 0,0 1 0,0 0 0,0 0 0,-1 0 0,1 0 0,0 1 0,0-1 0,2 3 0,4 4 0,-1 0 0,0 0 0,-1 0 0,1 1 0,-2 1 0,6 9 0,-5-8 0,1 1 0,15 19 0,-21-30 0,1 0 0,-1 1 0,1-1 0,-1 0 0,1 0 0,0 0 0,-1 0 0,1 0 0,0 0 0,0 0 0,-1-1 0,1 1 0,0-1 0,0 1 0,0-1 0,0 0 0,0 0 0,0 0 0,0 0 0,0 0 0,-1 0 0,1 0 0,0 0 0,0-1 0,0 1 0,0-1 0,0 0 0,0 1 0,-1-1 0,3-1 0,5-3 0,0-1 0,-1 0 0,0 0 0,10-9 0,-12 9 0,14-12 0,23-30 0,-30 32 0,0 1 0,1 1 0,29-23 0,-40 34 0,1 1 0,-1 0 0,1-1 0,0 2 0,0-1 0,0 0 0,0 1 0,1 0 0,-1 0 0,0 0 0,0 0 0,1 1 0,-1-1 0,0 1 0,1 0 0,-1 1 0,1-1 0,-1 1 0,0 0 0,0 0 0,1 0 0,-1 0 0,0 1 0,7 3 0,-1 2 0,0-1 0,0 2 0,0 0 0,-1 0 0,0 0 0,-1 1 0,12 15 0,-19-21 0,1 0 0,1-1 0,-1 1 0,0-1 0,1 1 0,-1-1 0,1 0 0,0 0 0,-1 0 0,1 0 0,0-1 0,4 2 0,-4-2 0,0-1 0,0 1 0,1-1 0,-1 0 0,0 0 0,0-1 0,0 1 0,0-1 0,0 1 0,0-1 0,0 0 0,0 0 0,4-2 0,7-4 0,0-1 0,-1 0 0,0-1 0,17-14 0,-18 14 0,-1 0 0,2 0 0,-1 1 0,1 1 0,15-7 0,-23 13 0,-1-1 0,0 1 0,1 0 0,-1 0 0,1 0 0,-1 0 0,1 1 0,-1 0 0,1 0 0,0 0 0,-1 1 0,1-1 0,-1 1 0,6 2 0,1 1 0,-1 1 0,0 0 0,0 1 0,13 10 0,-20-14 0,1 1 0,1 0 0,-1-1 0,1 1 0,0-1 0,0 0 0,0 0 0,1 0 0,-1-1 0,0 0 0,1 0 0,-1 0 0,0-1 0,1 1 0,-1-1 0,1-1 0,-1 1 0,0-1 0,1 0 0,-1 0 0,0-1 0,1 1 0,-1-1 0,9-5 0,12-6 0,-1-2 0,-1-1 0,0-1 0,29-28 0,-19 17 0,-29 24 0,0 0 0,0 0 0,0 1 0,1 0 0,0 0 0,-1 0 0,1 1 0,12-4 0,-15 6 0,0-1 0,1 1 0,-1 0 0,0-1 0,0 2 0,0-1 0,1 0 0,-1 1 0,0-1 0,0 1 0,0 0 0,0 0 0,0 0 0,0 0 0,0 1 0,0-1 0,0 1 0,-1 0 0,4 2 0,5 6 0,-1 0 0,17 22 0,-19-22 0,-1-1 0,1 0 0,1-1 0,14 12 0,-19-17 0,-1-1 0,1 0 0,0 0 0,1 0 0,-1-1 0,0 1 0,0-1 0,1 0 0,-1 0 0,1 0 0,-1-1 0,1 1 0,-1-1 0,1 0 0,-1-1 0,6 0 0,-2-1 0,0 0 0,0 0 0,0-1 0,0 0 0,0-1 0,-1 0 0,1 0 0,-1 0 0,0-1 0,10-9 0,5-7 0,32-37 0,-44 46 0,-6 9 0,0-1 0,-1 1 0,1 0 0,1 0 0,-1 1 0,0-1 0,1 1 0,-1 0 0,1 0 0,-1 0 0,1 1 0,0 0 0,5-1 0,-6 1 0,-1 0 0,1 1 0,-1 0 0,1 0 0,0 0 0,-1 0 0,1 0 0,-1 1 0,1-1 0,0 1 0,-1 0 0,0 0 0,1 1 0,-1-1 0,0 1 0,1-1 0,-1 1 0,3 3 0,3 4 0,-1 0 0,-1 0 0,13 20 0,-15-20 0,0-1 0,1 0 0,0 0 0,0-1 0,1 0 0,7 7 0,-11-12 0,0 0 0,0-1 0,0 1 0,0 0 0,0-1 0,1 0 0,-1 0 0,0 0 0,1 0 0,-1-1 0,1 1 0,-1-1 0,1 0 0,-1 0 0,1 0 0,-1 0 0,1-1 0,-1 1 0,1-1 0,-1 0 0,5-2 0,8-4 0,0-1 0,-1 0 0,0-1 0,0 0 0,-1-2 0,0 0 0,-1 0 0,14-15 0,-9 8 0,2 1 0,36-26 0,-51 40 0,1 1 0,-1-1 0,1 1 0,0 0 0,0 0 0,0 1 0,0-1 0,0 1 0,0 1 0,0-1 0,0 1 0,0 0 0,0 0 0,1 1 0,-1 0 0,0 0 0,0 1 0,0-1 0,-1 1 0,1 0 0,0 1 0,-1-1 0,1 1 0,-1 1 0,0-1 0,0 0 0,0 1 0,0 0 0,-1 1 0,0-1 0,0 1 0,0-1 0,4 7 0,24 41 0,-24-37 0,0-1 0,1 0 0,1 0 0,22 23 0,-29-34 0,1 0 0,0 0 0,-1 0 0,1-1 0,1 1 0,-1-1 0,0 0 0,0 0 0,1-1 0,-1 1 0,1-1 0,-1 0 0,1 0 0,0-1 0,-1 1 0,1-1 0,0 0 0,0 0 0,-1 0 0,1-1 0,0 0 0,5-1 0,0-1 0,-1-1 0,1 1 0,-1-2 0,1 1 0,-1-1 0,0-1 0,-1 1 0,13-12 0,3-6 0,30-34 0,12-13 0,-63 67 0,0 0 0,0 1 0,1-1 0,-1 1 0,0 0 0,1 0 0,0 0 0,-1 0 0,1 1 0,0-1 0,0 1 0,0 0 0,0 0 0,0 1 0,0-1 0,0 1 0,0 0 0,0 0 0,0 0 0,1 0 0,-1 1 0,0 0 0,0 0 0,0 0 0,-1 0 0,1 0 0,0 1 0,0 0 0,-1 0 0,1 0 0,3 2 0,2 3 0,-1 0 0,0 1 0,0-1 0,0 2 0,-1-1 0,0 1 0,0 0 0,-1 0 0,-1 1 0,7 14 0,12 40 0,-18-46 0,1 1 0,0-1 0,1-1 0,1 1 0,13 18 0,-18-31 0,-1-1 0,1 0 0,0 0 0,0-1 0,0 1 0,0-1 0,1 0 0,0 0 0,-1-1 0,1 1 0,0-1 0,0 0 0,0 0 0,0 0 0,1-1 0,-1 0 0,0 0 0,1 0 0,-1-1 0,0 0 0,1 0 0,-1 0 0,1-1 0,-1 1 0,0-1 0,1-1 0,-1 1 0,0-1 0,0 0 0,0 0 0,8-4 0,7-6 0,0-2 0,0 0 0,30-28 0,-34 27 0,0 1 0,1 1 0,0 1 0,1 0 0,21-9 0,-35 19 0,0 1 0,0-1 0,0 1 0,0 0 0,1 0 0,-1 1 0,0-1 0,1 1 0,-1 0 0,0 0 0,1 1 0,-1-1 0,0 1 0,0 0 0,1 0 0,-1 0 0,0 1 0,0-1 0,0 1 0,-1 0 0,1 0 0,0 1 0,-1-1 0,1 1 0,-1 0 0,4 3 0,7 9 0,-1 0 0,0 0 0,-1 1 0,13 24 0,-12-19 0,-10-17 0,0 1 0,0-1 0,0 0 0,1 0 0,0 0 0,-1 0 0,1-1 0,0 1 0,1-1 0,-1 0 0,1-1 0,-1 1 0,1-1 0,0 1 0,9 1 0,-9-3 0,1 0 0,1 0 0,-1-1 0,0 0 0,0-1 0,0 1 0,0-1 0,0 0 0,-1-1 0,1 1 0,0-1 0,0 0 0,9-5 0,12-9 0,0-1 0,-1 0 0,-1-2 0,41-39 0,16-14 0,-74 66 0,0 0 0,1 0 0,0 0 0,14-6 0,-21 11 0,0 0 0,1 0 0,-1 1 0,1-1 0,-1 0 0,0 1 0,1 0 0,-1 0 0,1-1 0,0 1 0,-1 1 0,1-1 0,-1 0 0,1 1 0,-1-1 0,0 1 0,1 0 0,-1 0 0,1 0 0,-1 0 0,0 0 0,0 0 0,0 0 0,3 3 0,26 24 0,-23-20 0,2 1 0,-1-1 0,21 12 0,-26-18 0,0 0 0,1 0 0,-1 0 0,1-1 0,-1 1 0,1-1 0,0-1 0,-1 1 0,1-1 0,0 1 0,0-1 0,-1 0 0,1-1 0,5 0 0,0-2 0,0 0 0,0-1 0,0 0 0,-1 0 0,1-1 0,-1 0 0,0-1 0,-1 0 0,1 0 0,-1-1 0,7-8 0,6-5 0,-1-2 0,28-41 0,-47 62 0,-1 0 0,1 0 0,0 0 0,-1 0 0,1 0 0,0 0 0,0 0 0,0 0 0,0 0 0,0 0 0,0 1 0,0-1 0,0 0 0,0 1 0,0-1 0,0 1 0,0-1 0,1 1 0,-1-1 0,0 1 0,0 0 0,1 0 0,-1 0 0,0 0 0,0 0 0,1 0 0,-1 0 0,0 0 0,0 0 0,1 0 0,-1 1 0,0-1 0,0 0 0,0 1 0,1-1 0,-1 1 0,0 0 0,0-1 0,0 1 0,1 1 0,1 0 0,0 1 0,0 0 0,0 0 0,0 0 0,0 1 0,-1-1 0,1 1 0,-1-1 0,0 1 0,2 5 0,3 14-1365,-2-2-5461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21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70 24575,'0'0'0,"0"0"0,0 0 0,0 0 0,0 0 0,0 0 0,11-3 0,207-34 0,-101 18 0,-106 17 0,7-1 0,38-2 0,-51 5 0,0 0 0,0 0 0,0 1 0,-1-1 0,1 1 0,0 0 0,0 1 0,0-1 0,-1 1 0,1 0 0,-1 0 0,9 5 0,-33-7-1365,14 0-5461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22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24575,'-29'5'0,"141"1"0,-60-5 0,-15-2 0,1 2 0,-1 2 0,1 1 0,37 10 0,-68-12 0,0 1 0,0 0 0,-1 0 0,1 0 0,-1 1 0,0-1 0,0 2 0,0-1 0,0 1 0,-1-1 0,0 2 0,0-1 0,8 10 0,-11-10 0,1-1 0,-1 0 0,1 1 0,-1 0 0,0-1 0,-1 1 0,1 0 0,-1 0 0,0 0 0,0 0 0,-1 0 0,1 0 0,-1 0 0,0 0 0,-1 0 0,1 1 0,-1-1 0,0 0 0,0-1 0,-1 1 0,-1 5 0,-6 10 0,-1-1 0,-1 0 0,0-1 0,-22 25 0,-63 66 0,74-86 0,-175 179 0,195-201 0,1 0 0,0 0 0,0 1 0,-1-1 0,1 0 0,0 1 0,0-1 0,0 0 0,1 1 0,-1 0 0,0-1 0,0 1 0,1-1 0,-1 1 0,1 0 0,-1-1 0,1 1 0,0 0 0,0 3 0,0-4 0,0 0 0,1 1 0,0-1 0,-1 0 0,1 0 0,0 1 0,-1-1 0,1 0 0,0 0 0,0 0 0,0 0 0,0 0 0,0 0 0,0 0 0,0 0 0,0 0 0,1-1 0,1 2 0,5 1 0,0 0 0,0 0 0,0-1 0,0 0 0,0-1 0,0 1 0,9-1 0,48-2 0,-1-3 0,1-3 0,75-17 0,60-8 0,-164 29 0,0 1 0,1 2 0,54 6 0,-63-1-1365,-22-3-5461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33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31 24575,'-4'0'0,"0"-1"0,0 1 0,0 0 0,0 0 0,0 1 0,0-1 0,0 1 0,0 0 0,0 0 0,0 0 0,0 0 0,0 1 0,1-1 0,-1 1 0,0 0 0,1 0 0,0 1 0,-1-1 0,1 1 0,0-1 0,0 1 0,0 0 0,-3 5 0,-4 4 0,1 0 0,1 1 0,0 0 0,-12 26 0,9-11 0,1 0 0,1 1 0,2 0 0,1 1 0,-4 51 0,9 152 0,1-221 0,0 8 0,0 0 0,2 0 0,0 0 0,1 0 0,1 0 0,13 36 0,-14-51 0,0 0 0,0 0 0,0-1 0,1 1 0,-1-1 0,1 0 0,0 0 0,0 0 0,1-1 0,-1 0 0,1 1 0,-1-1 0,1-1 0,0 1 0,0-1 0,1 0 0,-1 0 0,6 1 0,-6-2 0,0 1 0,0-2 0,0 1 0,1 0 0,-1-1 0,0 0 0,0 0 0,0-1 0,1 0 0,-1 0 0,0 0 0,0 0 0,0-1 0,0 1 0,0-1 0,-1-1 0,1 1 0,-1-1 0,1 1 0,3-5 0,8-7 0,-2-2 0,0 0 0,-1 0 0,0-1 0,-2-1 0,0 0 0,16-36 0,-7 5 0,-2 0 0,11-56 0,-17 56 0,-2 0 0,4-55 0,-12 88 0,-2 1 0,0-1 0,0 0 0,-2 1 0,0-1 0,-1 1 0,0-1 0,-1 1 0,-1 0 0,0 1 0,-8-15 0,10 23 0,-1 0 0,-1 1 0,1 0 0,-1 0 0,1 0 0,-1 0 0,-1 1 0,1 0 0,-1 0 0,1 0 0,-1 1 0,0-1 0,-1 2 0,1-1 0,0 1 0,-1 0 0,0 0 0,1 0 0,-1 1 0,-7 0 0,5 0 0,0 0 0,0 1 0,-1 0 0,1 1 0,0 0 0,-1 1 0,1-1 0,0 2 0,0-1 0,1 1 0,-1 1 0,0 0 0,-14 9 0,20-11-114,-1 1 1,1 0-1,0 0 0,-1 0 0,1 1 1,1-1-1,-1 1 0,0-1 0,1 1 1,0 0-1,-2 5 0,-2 5-6712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34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13 24575,'-10'-4'0,"-2"-2"0,13 4 0,6 1 0,16 2 0,0 0 0,0 2 0,-1 0 0,1 1 0,-1 2 0,0 0 0,21 9 0,-40-13 0,-1-1 0,1 0 0,-1 1 0,0-1 0,0 1 0,0 0 0,0 0 0,0 0 0,0 0 0,0 0 0,-1 0 0,1 0 0,-1 0 0,1 1 0,-1-1 0,0 1 0,0-1 0,0 1 0,0-1 0,-1 1 0,1 0 0,-1-1 0,1 1 0,-1 0 0,0 0 0,-1 3 0,1 0 0,0 1 0,-1-1 0,0 0 0,-1 0 0,0 0 0,1-1 0,-2 1 0,1 0 0,-1-1 0,-5 9 0,0-3 0,-1 0 0,0 0 0,-1-1 0,0 0 0,-1-1 0,0-1 0,0 1 0,-1-2 0,0 1 0,-16 6 0,28-14 0,0 0 0,-1 0 0,1 0 0,0 0 0,0 0 0,0 0 0,-1 0 0,1 0 0,0 0 0,0 0 0,0 0 0,0 1 0,-1-1 0,1 0 0,0 0 0,0 0 0,0 0 0,0 0 0,0 1 0,0-1 0,-1 0 0,1 0 0,0 0 0,0 0 0,0 1 0,0-1 0,0 0 0,0 0 0,0 0 0,0 1 0,0-1 0,0 0 0,0 0 0,0 0 0,0 1 0,0-1 0,0 0 0,0 0 0,0 1 0,8 4 0,12 2 0,-12-6 0,1 0 0,-1-1 0,0 0 0,1 0 0,-1-1 0,1 0 0,14-3 0,58-23 0,-54 18 0,31-13-1365,-52 20-5461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35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51 322 24575,'7'232'0,"-1"-56"0,-4-153 0,2-1 0,0 0 0,1 0 0,2 0 0,14 35 0,-19-54 0,-1 1 0,1-1 0,0 1 0,0-1 0,0 0 0,1 1 0,-1-1 0,1 0 0,0-1 0,0 1 0,0 0 0,0-1 0,0 0 0,0 1 0,1-1 0,-1 0 0,1-1 0,-1 1 0,1-1 0,0 0 0,0 0 0,0 0 0,-1 0 0,1 0 0,0-1 0,0 0 0,0 0 0,0 0 0,0 0 0,0-1 0,0 1 0,0-1 0,0 0 0,0 0 0,-1-1 0,1 1 0,0-1 0,-1 0 0,1 0 0,-1 0 0,0 0 0,0 0 0,0-1 0,0 0 0,0 1 0,0-1 0,2-4 0,10-12 0,-1-1 0,-2 0 0,0-1 0,-1 0 0,-1 0 0,8-25 0,0-11 0,14-74 0,-19 54 0,5-91 0,-11-77 0,-7 240 0,1-6 0,-2 0 0,1-1 0,-5-21 0,3 33 0,0 7 0,-2 11 0,-3 36 0,2 1 0,3 83 0,21 110 0,9-22 0,4 41 0,-23 5 0,-10-242 0,0 25 0,-14 85 0,12-125 0,0 0 0,-1-1 0,0 1 0,-1-1 0,-1 0 0,0 0 0,-1-1 0,0 0 0,-1 0 0,-18 20 0,17-24 0,0 0 0,-1-1 0,0 0 0,-1 0 0,0-1 0,0-1 0,0 0 0,-1-1 0,0 0 0,0 0 0,0-1 0,0-1 0,-1 0 0,0-1 0,-17 1 0,21-2 0,0-1 0,1 0 0,-1-1 0,0 0 0,1 0 0,-1-1 0,1 0 0,0 0 0,0-1 0,-1 0 0,2-1 0,-1 0 0,0 0 0,1 0 0,0-1 0,0 0 0,0-1 0,0 1 0,1-1 0,0-1 0,1 1 0,-1-1 0,-6-11 0,8 11 0,1 1 0,-1-1 0,2 0 0,-1 0 0,1-1 0,0 1 0,0 0 0,1-1 0,0 1 0,0-1 0,1-13 0,1 10 0,1 1 0,0-1 0,0 0 0,1 0 0,1 1 0,-1-1 0,8-12 0,1 2 0,1 0 0,1 1 0,1 0 0,0 1 0,1 1 0,30-25 0,-21 20 30,2 2 0,0 1 0,40-23 0,-54 36-179,1 1 1,0 0-1,1 0 1,0 2-1,-1 0 1,1 0-1,1 2 1,-1 0-1,25 0 1,-25 2-6678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35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1 751 24575,'30'-42'0,"-1"-2"0,-2 0 0,-3-2 0,20-50 0,38-149 0,-31 87 0,-18 83 0,-68 170 0,5 1 0,3 1 0,-16 118 0,28-70 0,14-122 0,1-1 0,2 0 0,0 0 0,8 34 0,-9-51 0,0-1 0,0 1 0,0-1 0,1 1 0,0-1 0,0 1 0,0-1 0,1 0 0,-1 0 0,1 0 0,0-1 0,0 1 0,0 0 0,1-1 0,-1 0 0,1 0 0,0 0 0,0 0 0,0-1 0,0 0 0,0 1 0,0-1 0,1-1 0,-1 1 0,1-1 0,-1 1 0,1-1 0,0-1 0,-1 1 0,1-1 0,0 0 0,0 0 0,-1 0 0,1 0 0,7-2 0,-4 0 10,0 0 0,0-1 0,0 1 0,0-1 0,-1-1 0,0 0 0,1 0 0,-1 0 0,0-1 0,-1 0 0,9-8 0,-6 4-196,-1 0 1,-1 0-1,1-1 0,-2 1 1,1-2-1,-2 1 1,7-14-1,-8 12-6640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19:36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 24575,'26'3'0,"49"4"0,0-3 0,0-3 0,1-4 0,75-12 0,-139 12-455,-1 1 0,21-9 0,-19 6-6371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02.0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24575,'0'0'0,"0"0"0,0 0 0,0 0 0,70-3 0,130-25 0,-126 15 0,108-5 0,-133 17 0,-13-1 0,1 1 0,-1 2 0,0 2 0,56 11 0,-80-11 0,-1 1 0,21 11 0,-31-15 3,-1 0 0,1 0 0,-1 0-1,0 1 1,1-1 0,-1 0 0,1 1 0,-1-1-1,0 0 1,1 0 0,-1 1 0,0-1 0,1 1-1,-1-1 1,0 0 0,0 1 0,1-1 0,-1 1 0,0-1-1,0 1 1,0-1 0,0 1 0,0-1 0,0 0-1,0 1 1,1-1 0,-1 1 0,0-1 0,-1 1-1,1 0 1,-6 14-1290,5-15 1122,-6 12-6661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02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0 138 24575,'0'0'0,"3"0"0,0-1 0,1 1 0,-1-1 0,0 0 0,0 0 0,5-3 0,8-3 0,99-35 0,38-12 0,-128 47 0,0 1 0,1 1 0,0 1 0,28 0 0,-39 4-341,-1 1 0,1 1-1,16 3 1,-19-2-6485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07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24575,'3'2'0,"0"0"0,-1 0 0,1 0 0,0 0 0,1 0 0,-1-1 0,0 1 0,0-1 0,1 0 0,-1 0 0,0 0 0,7 0 0,-4 0 0,116 17 0,-2 0 0,-106-15 0,1 1 0,-1 0 0,-1 1 0,1 1 0,-1 0 0,15 9 0,-25-12 0,1-1 0,-1 1 0,1 0 0,-1 0 0,0 0 0,0 0 0,-1 1 0,1-1 0,-1 1 0,1 0 0,-1 0 0,0-1 0,2 7 0,-2-2 0,0-1 0,-1 1 0,1-1 0,-1 1 0,-1 0 0,0 15 0,-2 0 0,-2 0 0,0 0 0,-14 40 0,5-28 0,-1-1 0,-2-1 0,-1 0 0,-1-1 0,-2-1 0,-31 37 0,3-12 0,-2-2 0,-65 54 0,108-102 0,1 0 0,1 0 0,-9 11 0,15-13 0,7-2 0,11-4 0,34-17 0,77-37 0,-63 25 0,79-42 0,62-24 0,-193 91-124,0 1 0,1 0 0,-1 2 0,1 0 0,0 0 0,0 2-1,1 0 1,-1 1 0,0 0 0,18 3 0,-22 0-6702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09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0,0 0 0,0 0 0,0 0 0,0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09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0 24575,'0'0'0,"0"0"0,0 0 0,0 0 0,0 0 0,-2 6 0,-1 1 0,0-1-8191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0.2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24575,'0'0'0,"0"0"0,0 0 0,0 0 0,0 0 0,0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37.1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269 24 24575,'0'0'0,"0"0"0,0 0 0,0 0 0,-21 0 0,19 1 0,0 0 0,0 0 0,0 0 0,0 1 0,0-1 0,0 1 0,0-1 0,1 1 0,-1 0 0,0-1 0,1 1 0,0 0 0,-1 0 0,1 0 0,0 0 0,0 0 0,0 1 0,0-1 0,1 0 0,-1 0 0,0 3 0,-1 5 0,0-1 0,1 1 0,-1 18 0,17 199 0,-1-27 0,-14-184 0,1 11 0,5 43 0,-5-63 0,0-1 0,1 1 0,0-1 0,0 0 0,0 1 0,1-1 0,0 0 0,0 0 0,1-1 0,-1 1 0,9 10 0,-10-15 0,0 1 0,0-1 0,-1 0 0,1 0 0,0 1 0,0-1 0,0 0 0,0-1 0,0 1 0,0 0 0,1 0 0,-1-1 0,0 0 0,0 1 0,0-1 0,1 0 0,-1 0 0,0 0 0,0 0 0,1 0 0,-1-1 0,0 1 0,0-1 0,0 0 0,0 1 0,1-1 0,-1 0 0,0 0 0,0 0 0,-1 0 0,5-3 0,1-2 0,0 0 0,0 0 0,0 0 0,-1-1 0,0 1 0,9-15 0,12-22 0,-2-2 0,-3 0 0,26-72 0,33-151 0,-43 96 0,-38 179 0,0-1 0,1 1 0,0-1 0,0 1 0,3 10 0,3 20 0,5 196 0,-5-73 0,-6-143 0,11 230 0,-12-179 0,-13 107 0,11-162 0,1-1 0,-2 0 0,0 0 0,0 0 0,-1-1 0,0 1 0,-1-1 0,-1 0 0,0 0 0,0-1 0,-1 1 0,0-1 0,-1-1 0,0 1 0,0-2 0,-1 1 0,0-1 0,-1 0 0,-10 6 0,5-5 0,1 0 0,-1-2 0,0 0 0,-1 0 0,1-2 0,-1 0 0,0 0 0,-1-2 0,1 0 0,-1-1 0,0 0 0,1-2 0,-1 0 0,0 0 0,1-2 0,-1 0 0,1-1 0,-1-1 0,1 0 0,0-1 0,0-1 0,1 0 0,0-1 0,0-1 0,1 0 0,0-2 0,0 1 0,1-1 0,0-1 0,-20-21 0,23 19-455,0-1 0,-11-18 0,8 8-6371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37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0 859 24575,'10'-14'0,"210"-354"0,-170 279 0,190-298 0,-251 409 0,-17 46 0,12-29 0,-15 39 0,-36 136 0,57-174 0,3 1 0,1 1 0,2-1 0,2 1 0,3 55 0,0-87 0,1 0 0,0 0 0,0 0 0,1 0 0,0-1 0,1 1 0,0-1 0,0 1 0,1-1 0,0-1 0,11 15 0,-12-18 0,1 0 0,-1-1 0,1 1 0,0-1 0,0 0 0,0-1 0,0 1 0,1-1 0,-1 0 0,1 0 0,0-1 0,0 0 0,0 0 0,0 0 0,0-1 0,0 0 0,1 0 0,-1 0 0,13-1 0,-14 0 0,0 0 0,1-1 0,-1 1 0,1-1 0,-1 0 0,0-1 0,0 0 0,1 1 0,-1-1 0,0-1 0,-1 1 0,1-1 0,0 0 0,-1 0 0,0 0 0,1-1 0,-1 1 0,0-1 0,-1 0 0,1-1 0,-1 1 0,0 0 0,0-1 0,0 0 0,-1 1 0,1-1 0,-1 0 0,2-9 0,-1-1-455,-1 0 0,0-18 0,-2 10-6371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38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31 24575,'-27'-4'0,"11"3"0,29 3 0,29 5 0,229-3 0,-161-5 0,-102 1 30,0-1 0,0 1 0,13-4 0,-19 4-104,0 0-1,0-1 1,0 0 0,-1 1 0,1-1-1,0 0 1,0 0 0,-1 0 0,1 0-1,-1 0 1,1-1 0,-1 1 0,1 0-1,-1-1 1,0 1 0,1-1 0,-1 1-1,0-1 1,1-2 0,1-4-6752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38.3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24575,'10'13'0,"14"17"0,-2 1 0,-2 1 0,0 1 0,-3 0 0,0 2 0,-2 0 0,10 37 0,3 15 0,-3 2 0,-4 1 0,11 111 0,-31-175 14,-1 0-1,-1 1 0,-1-1 0,-1 0 1,-2 0-1,0 0 0,-2-1 1,-17 45-1,0-18-508,-1 0 0,-59 88 0,48-88-6331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2.7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295 90 24575,'0'0'0,"0"0"0,0 0 0,-13 5 0,-5 4 0,1 0 0,0 2 0,0 0 0,2 0 0,-1 2 0,1 0 0,1 1 0,1 0 0,0 1 0,0 0 0,2 1 0,0 1 0,0 0 0,-13 33 0,12-23 0,3 1 0,0 0 0,1 0 0,2 0 0,1 1 0,2 0 0,0 1 0,2-1 0,4 43 0,-2-54 0,2-1 0,0 0 0,1 0 0,0-1 0,2 1 0,0-1 0,0 0 0,2 0 0,15 23 0,-15-27 0,1 0 0,0-1 0,1 0 0,1-1 0,0 0 0,0-1 0,1 0 0,0-1 0,0 0 0,1-1 0,20 9 0,-22-11 0,1-1 0,-1-1 0,1 0 0,-1 0 0,1-1 0,0-1 0,0 0 0,0-1 0,0 0 0,0 0 0,0-1 0,-1-1 0,1 0 0,0-1 0,-1 0 0,1-1 0,-1 0 0,0-1 0,0 0 0,14-9 0,-11 5 0,1 0 0,-2 0 0,0-1 0,0-1 0,0 0 0,-2-1 0,1 0 0,-2-1 0,1 0 0,-2 0 0,0-1 0,0-1 0,-2 1 0,0-2 0,0 1 0,-1-1 0,-1 1 0,-1-1 0,0-1 0,-1 1 0,-1-1 0,-1 1 0,0-27 0,-3-16 0,-3 0 0,-3 1 0,-2 0 0,-35-113 0,39 154 0,-1 0 0,0 1 0,-1 0 0,-1 0 0,-1 1 0,0 0 0,-20-22 0,26 33 0,-1 0 0,1-1 0,-1 2 0,0-1 0,-1 0 0,1 1 0,-1 0 0,1 1 0,-1-1 0,-11-3 0,12 6 0,0-1 0,0 0 0,1 1 0,-1 0 0,0 0 0,0 1 0,0-1 0,0 1 0,1 0 0,-1 0 0,0 1 0,1-1 0,-1 1 0,1 0 0,-8 5 0,7-4 8,-1 2-1,1-1 1,0 0-1,0 1 1,1 0-1,-1 0 1,1 0-1,0 1 1,1-1-1,-1 1 1,1 0-1,0 0 1,0 0-1,1 1 1,-2 7-1,-1 4-304,1-1 0,1 1 0,1-1 0,0 28 0,2-23-6529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3.3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 24575,'22'0'0,"66"-2"0,-31 0 0,85 8 0,-138-6 0,-1 1 0,1-1 0,-1 1 0,1 0 0,-1 0 0,0 0 0,1 1 0,-1-1 0,0 1 0,5 3 0,-6-4 0,-1 0 0,-1 0 0,1 0 0,0 0 0,0 1 0,0-1 0,-1 0 0,1 0 0,0 1 0,-1-1 0,1 0 0,-1 1 0,1-1 0,-1 0 0,0 1 0,0-1 0,0 1 0,0-1 0,0 0 0,0 1 0,0-1 0,0 1 0,0-1 0,-1 0 0,1 1 0,0-1 0,-2 3 0,-4 10 0,-1 1 0,0-1 0,-1 0 0,-1-1 0,-16 20 0,-56 56 0,81-89 0,-24 24 0,-1-2 0,-1-1 0,0-1 0,-30 17 0,39-24 0,17-12 0,0-1 0,0 0 0,0 0 0,0 0 0,0 0 0,0 1 0,-1-1 0,1 0 0,0 0 0,0 0 0,0 0 0,0 1 0,0-1 0,0 0 0,0 0 0,0 0 0,0 1 0,0-1 0,0 0 0,0 0 0,0 0 0,0 0 0,0 1 0,0-1 0,0 0 0,0 0 0,0 0 0,0 1 0,0-1 0,1 0 0,-1 0 0,0 0 0,0 0 0,0 1 0,0-1 0,0 0 0,0 0 0,1 0 0,-1 0 0,0 0 0,0 0 0,0 1 0,1-1 0,2 1 0,1 0 0,0-1 0,0 1 0,0-1 0,-1 0 0,1 0 0,6 0 0,40-6 0,0-1 0,83-24 0,24-4 0,-109 34-1365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4.4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0 24575,'-1'7'0,"-1"0"0,1 0 0,-1 0 0,0-1 0,-1 1 0,0-1 0,0 1 0,-4 5 0,-2 7 0,-39 86 0,5 3 0,-53 205 0,84-259 0,-40 198 0,50-231 0,0 1 0,1-1 0,1 0 0,1 1 0,1-1 0,1 0 0,1 0 0,1 0 0,1 0 0,15 36 0,-9-30 0,1-1 0,2 0 0,0-1 0,2-1 0,0-1 0,2 0 0,27 26 0,-28-34 0,1 0 0,0-1 0,1 0 0,1-2 0,0-1 0,1 0 0,0-2 0,1 0 0,0-2 0,0 0 0,27 3 0,-50-10 3,1 0 0,-1 0 0,0 0 0,1 0 0,-1 0 0,0 0-1,1 0 1,-1 0 0,0 0 0,1 0 0,-1 0 0,0 0 0,1-1 0,-1 1-1,0 0 1,1 0 0,-1 0 0,0 0 0,0-1 0,1 1 0,-1 0 0,0 0-1,0-1 1,1 1 0,-1 0 0,0 0 0,0-1 0,1 1 0,-1 0 0,0-1-1,0 1 1,0 0 0,0-1 0,0 1 0,0 0 0,0-1 0,1 0 0,-1-14-1191,0 14 901,-1-7-6539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5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 24575,'-30'24'0,"28"-20"0,0 0 0,-1 0 0,1 0 0,1 0 0,-1 1 0,1-1 0,-1 1 0,1-1 0,0 7 0,-2 42 0,3-37 0,-1 107 0,6 1 0,39 226 0,-39-321 0,61 284 0,-66-311 0,1 2 0,-1-1 0,1 0 0,0 0 0,0 0 0,0 0 0,0 0 0,1 0 0,-1 0 0,1-1 0,-1 1 0,1 0 0,0-1 0,0 0 0,4 4 0,-6-6 0,1 0 0,-1 0 0,1 0 0,0 0 0,-1 0 0,1 0 0,-1 0 0,1 0 0,-1 0 0,1 0 0,0 0 0,-1-1 0,1 1 0,-1 0 0,1 0 0,-1-1 0,1 1 0,-1 0 0,1-1 0,-1 1 0,0 0 0,1-1 0,-1 1 0,1-1 0,-1 1 0,0-1 0,1 1 0,-1-1 0,0 1 0,0-1 0,1 1 0,-1-1 0,0 0 0,8-21 0,-7 19 0,9-41 0,-2-1 0,-2 0 0,1-63 0,-1 16 0,12-73 0,62-258 0,-60 326 0,-20 96 0,0 1 0,0-1 0,0 1 0,0 0 0,0-1 0,0 1 0,0-1 0,0 1 0,0-1 0,0 1 0,0 0 0,0-1 0,0 1 0,1-1 0,-1 1 0,0 0 0,0-1 0,0 1 0,1-1 0,-1 1 0,0 0 0,0-1 0,1 1 0,-1 0 0,0 0 0,1-1 0,-1 1 0,0 0 0,1 0 0,-1-1 0,1 1 0,-1 0 0,0 0 0,1 0 0,-1 0 0,1 0 0,-1-1 0,1 1 0,-1 0 0,0 0 0,1 0 0,-1 0 0,1 0 0,-1 0 0,1 1 0,-1-1 0,0 0 0,1 0 0,-1 0 0,1 0 0,-1 0 0,0 1 0,1-1 0,0 0 0,1 2 0,0 0 0,-1 0 0,1 0 0,0 0 0,-1 0 0,1 0 0,-1 0 0,0 0 0,2 4 0,11 32 0,-3 0 0,-1 1 0,10 72 0,-5-22 0,18 75 0,8-2 0,81 206 0,-115-349 0,1 1 0,0 0 0,1-1 0,24 36 0,-33-54 0,0 0 0,1-1 0,-1 1 0,1 0 0,-1-1 0,1 1 0,0-1 0,-1 1 0,1-1 0,-1 1 0,1-1 0,0 1 0,0-1 0,-1 1 0,1-1 0,0 0 0,0 1 0,-1-1 0,1 0 0,0 0 0,0 0 0,0 0 0,-1 1 0,1-1 0,0 0 0,0 0 0,0-1 0,0 1 0,1-1 0,-1 1 0,1-1 0,-1 0 0,1 0 0,-1 0 0,0 0 0,0 0 0,0-1 0,1 1 0,-1 0 0,0 0 0,-1-1 0,2-1 0,3-6 0,-1 0 0,0 0 0,5-18 0,0-10 0,-2 0 0,4-76 0,-10-79 0,-3 74 0,19-216 0,-7 184 0,-9 133 0,-1-1 0,0 1 0,-5-20 0,6 37 2,-1 0-1,0-1 1,0 1-1,0 0 1,0 0-1,0 0 1,0 0-1,0-1 0,0 1 1,0 0-1,0 0 1,0 0-1,0 0 1,0-1-1,0 1 1,0 0-1,0 0 1,-1 0-1,1 0 1,0 0-1,0-1 1,0 1-1,0 0 0,0 0 1,0 0-1,0 0 1,0 0-1,0 0 1,-1 0-1,1-1 1,0 1-1,0 0 1,0 0-1,0 0 1,0 0-1,-1 0 1,1 0-1,0 0 0,0 0 1,0 0-1,0 0 1,0 0-1,-1 0 1,1 0-1,0 0 1,0 0-1,0 0 1,0 0-1,-1 0 1,1 0-1,0 0 1,0 0-1,0 0 0,0 0 1,-1 0-1,-6 8-1329,7-7 1209,-6 7-6707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6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66 24575,'0'0'0,"0"0"0,0 0 0,0 0 0,12-15 0,-7 11 0,0-1 0,0 1 0,0 0 0,0 0 0,1 0 0,0 1 0,0 0 0,0 0 0,0 1 0,0-1 0,0 1 0,1 1 0,11-3 0,-2 2 0,1 0 0,0 2 0,0 0 0,23 2 0,-31-1 0,0 1 0,0-1 0,0 1 0,-1 1 0,15 5 0,-21-7 0,0 0 0,0 0 0,-1 0 0,1 0 0,0 0 0,0 0 0,-1 1 0,1-1 0,-1 0 0,1 1 0,-1-1 0,0 1 0,1 0 0,-1-1 0,0 1 0,0 0 0,0 0 0,0 0 0,-1 0 0,1 0 0,0 0 0,-1 0 0,1 0 0,-1 0 0,0 0 0,0 0 0,0 0 0,0 0 0,0 0 0,0 0 0,-1 4 0,-3 5 0,1-1 0,-2 0 0,1 0 0,-1-1 0,-1 1 0,0-1 0,0 0 0,-1-1 0,-11 13 0,4-8 0,0 1 0,-1-2 0,0 0 0,-27 16 0,-59 23 0,125-49 0,-9 0 0,318 0 0,-324-2-170,1-1-1,-1 0 0,1-1 1,-1 0-1,1 0 0,-1-1 1,14-6-1,-13 4-6655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6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24575,'-4'29'0,"0"1"0,2 0 0,2 41 0,15 90 0,-5-72 0,0 264 0,-10-293 0,0-55-136,0 1-1,0-1 1,-1 0-1,0 1 1,0-1-1,0 0 1,0 1-1,-1-1 0,-3 7 1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7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0 24575,'-8'2'0,"0"1"0,-1 0 0,1 0 0,0 1 0,1 0 0,-1 1 0,1-1 0,0 1 0,0 1 0,0-1 0,1 1 0,0 0 0,0 1 0,-9 11 0,-3 10 0,0 0 0,-19 42 0,37-70 0,-21 45 0,2 0 0,3 1 0,1 0 0,2 1 0,3 1 0,1 0 0,3 1 0,1-1 0,3 1 0,2 0 0,11 85 0,-9-120 0,1-1 0,0 1 0,1-1 0,0 1 0,1-1 0,1 0 0,0-1 0,1 1 0,0-1 0,1-1 0,16 20 0,-17-23 0,1-1 0,0 0 0,0-1 0,0 0 0,1 0 0,0-1 0,0 0 0,0-1 0,0 0 0,1 0 0,0-1 0,0 0 0,0 0 0,0-1 0,0-1 0,18 1 0,-20-2 0,0 0 0,0-1 0,0 0 0,0 0 0,0-1 0,0 0 0,0 0 0,0-1 0,-1 0 0,0 0 0,1-1 0,8-5 0,-7 2 0,0 0 0,-1-1 0,0 1 0,0-2 0,0 1 0,-1-1 0,-1 0 0,7-11 0,-1-3 0,-1 0 0,-1-1 0,-1-1 0,-1 0 0,-1 0 0,-1 0 0,2-29 0,-4 16 0,-2 1 0,-1-1 0,-2 0 0,-2 1 0,-1-1 0,-16-61 0,12 69 0,-2 1 0,0 0 0,-2 0 0,-1 2 0,-2-1 0,0 2 0,-2 0 0,-33-40 0,42 57 15,0 1 0,0 0 0,-1 0 0,0 1 0,0 0 0,-1 1 0,-11-7 0,17 12-80,0-1 1,0 0-1,1 1 1,-1 0-1,-1 0 1,1 0-1,0 0 0,0 1 1,0-1-1,0 1 1,0 0-1,-1 0 1,1 1-1,0-1 1,0 1-1,0 0 0,0 0 1,0 1-1,0-1 1,0 1-1,0 0 1,-4 2-1,0 1-6761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7.5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1 24575,'1'2'0,"0"1"0,-1-1 0,1 1 0,-1-1 0,1 1 0,-1 0 0,0-1 0,0 1 0,0 3 0,0 0 0,4 282 0,-5-167 0,0-110 0,0 0 0,-1 0 0,-3 13 0,2-14 0,3-10 1,0 0 0,1 0 1,-1 0-1,0 0 0,0 0 0,0 0 0,0 0 0,0 0 0,0 0 0,0 0 1,0-1-1,0 1 0,0 0 0,0 0 0,0 0 0,0 0 0,0 0 0,0 1 1,0-1-1,0 0 0,0 0 0,0 0 0,0 0 0,0 0 0,0 0 0,1 0 1,-1 0-1,0 0 0,0 0 0,0 0 0,0 0 0,0 0 0,0 0 0,0 0 0,0 0 1,0 0-1,0 0 0,0 0 0,0 0 0,0 0 0,0 0 0,0 0 0,0 0 1,0 0-1,0 0 0,0 0 0,0 0 0,4-4-776,-3 3 131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7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72 24575,'0'0'0,"0"0"0,0 0 0,9 2 0,18 4 0,1-1 0,0-2 0,0-1 0,52-2 0,116-22 0,-36 2 0,-114 18 0,-31 3 0,1-2 0,-1 0 0,0-1 0,1 0 0,-1-1 0,15-5 0,-27 7-136,-1-1-1,0 1 1,1-1-1,-1 1 1,0-1-1,0 0 1,0 0-1,0 0 0,2-3 1,3-4-6690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18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0 24575,'-2'27'0,"2"-19"0,-5 128 0,14 158 0,5-110 0,3 73 0,-16-189 0,-13 120 0,3-121-98,-17 163-1169,26-220-5559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25.3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272 54 24575,'0'0'0,"0"0"0,0 0 0,-21 6 0,10-2 0,1 1 0,1 1 0,-1 0 0,1 0 0,0 1 0,1 0 0,-1 1 0,2 0 0,-1 0 0,1 1 0,0 0 0,-8 14 0,-3 6 0,2 2 0,-22 59 0,24-48 0,2 1 0,1 1 0,3 0 0,1 0 0,3 0 0,1 1 0,4 56 0,-1-91 0,2 0 0,-1 0 0,1 1 0,0-1 0,1 0 0,0-1 0,8 17 0,-7-20 0,-1 0 0,1 0 0,0 0 0,1 0 0,0-1 0,0 0 0,0 0 0,0 0 0,1-1 0,-1 0 0,1 0 0,7 4 0,-4-4 0,-1 0 0,1 0 0,0-1 0,0 0 0,0-1 0,0 0 0,1 0 0,-1-1 0,1 0 0,-1-1 0,17-1 0,-13-1 0,-1 0 0,0-1 0,0 0 0,0-1 0,0-1 0,-1 0 0,1 0 0,10-8 0,1-3 0,0-1 0,-1-1 0,-1 0 0,0-2 0,-2-1 0,0 0 0,17-28 0,-24 31 0,-1-1 0,-1 0 0,0 0 0,-2-1 0,0 0 0,-1 0 0,-1 0 0,-1-1 0,-1 0 0,-1-1 0,-1 1 0,-1-42 0,-1 41 0,-1-1 0,-1 1 0,-1 0 0,-9-35 0,8 45 0,-1-1 0,0 1 0,-1 1 0,0-1 0,-1 1 0,0 0 0,0 1 0,-1-1 0,-15-13 0,8 9 0,0 1 0,-2 0 0,1 1 0,-2 0 0,-18-9 0,28 18 0,1 0 0,-1 1 0,0 0 0,0 0 0,0 1 0,0 0 0,0 1 0,0 0 0,-1 0 0,1 0 0,0 1 0,-1 1 0,1-1 0,-1 1 0,-14 4 0,11-1-1365,5-1-5461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25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0 24575,'26'16'0,"1"-4"0,-1-2 0,52 14 0,-55-18 0,0 1 0,0 1 0,-1 1 0,0 1 0,23 13 0,-43-22 0,0 1 0,0-1 0,-1 1 0,1-1 0,0 1 0,-1 0 0,1-1 0,-1 1 0,1 0 0,-1 0 0,0 0 0,0 0 0,0 0 0,0 0 0,0 1 0,0-1 0,-1 0 0,1 0 0,-1 1 0,1 2 0,-1 0 0,0-1 0,-1 1 0,1 0 0,-1-1 0,0 1 0,-1 0 0,1-1 0,-1 1 0,-3 6 0,-4 5 0,0-1 0,-2 0 0,1-1 0,-17 17 0,-3-2 0,-3-1 0,0-1 0,-1-2 0,-49 26 0,28-16 0,55-35 0,0 0 0,0 0 0,0 0 0,0 0 0,-1 0 0,1 0 0,0 0 0,0 0 0,0 0 0,0 0 0,-1 0 0,1 0 0,0 1 0,0-1 0,0 0 0,0 0 0,0 0 0,0 0 0,-1 0 0,1 0 0,0 1 0,0-1 0,0 0 0,0 0 0,0 0 0,0 0 0,0 0 0,0 1 0,0-1 0,0 0 0,0 0 0,0 0 0,0 0 0,0 1 0,0-1 0,0 0 0,0 0 0,0 0 0,0 0 0,0 1 0,0-1 0,0 0 0,9 2 0,15-3 0,184-49 0,-33 5 0,-150 40-341,2 1 0,-1 2-1,45 1 1,-51 2-6485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29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0 168 24575,'10'12'0,"-1"1"0,0 0 0,-1 0 0,0 1 0,11 28 0,-17-37 0,9 22 0,-2-1 0,-1 2 0,-1-1 0,-1 1 0,1 29 0,2 142 0,-8-136 0,1 296 0,3-319 0,-3-40 0,1-8 0,4-14 0,56-474 0,-15 84 0,-46 399 0,1 1 0,1-1 0,0 1 0,0 0 0,1 0 0,10-16 0,-15 28 0,0 0 0,0 0 0,0 0 0,0 0 0,0 0 0,0 0 0,0 0 0,1 0 0,-1-1 0,0 1 0,0 0 0,0 0 0,0 0 0,0 0 0,0 0 0,0 0 0,0 0 0,0 0 0,1 0 0,-1 0 0,0 0 0,0 0 0,0 0 0,0 0 0,0 0 0,0 0 0,0 0 0,0 0 0,1 0 0,-1 0 0,0 0 0,0 0 0,0 0 0,0 0 0,0 0 0,0 0 0,0 0 0,0 0 0,0 0 0,1 0 0,-1 0 0,0 0 0,0 1 0,0-1 0,0 0 0,0 0 0,0 0 0,0 0 0,0 0 0,0 0 0,5 9 0,3 10 0,-8-19 0,84 297 0,-28-80 0,-44-178 0,22 76 0,81 186 0,-110-291 0,22 41 0,-25-48 0,0 0 0,0 0 0,1 0 0,-1 0 0,1 0 0,0 0 0,-1 0 0,1-1 0,1 0 0,-1 1 0,6 2 0,-7-5 0,-1 1 0,1-1 0,0 0 0,-1 0 0,1 0 0,-1 0 0,1 0 0,0 0 0,-1 0 0,1-1 0,-1 1 0,1-1 0,-1 1 0,1-1 0,-1 0 0,1 1 0,-1-1 0,0 0 0,1 0 0,-1 0 0,0 0 0,2-2 0,1-1 0,0 1 0,-1-1 0,0 0 0,0 0 0,0-1 0,4-6 0,0-6 0,0-1 0,-1 0 0,-1 0 0,5-33 0,4-80 0,-12 110 0,24-577 0,-21 386 0,-3 154-1365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29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43 24575,'0'0'0,"0"0"0,12-8 0,-2 2 0,0 1 0,1 1 0,0-1 0,-1 2 0,1 0 0,1 0 0,-1 1 0,0 0 0,1 1 0,-1 0 0,13 1 0,-9 1 0,-1 1 0,1 0 0,-1 1 0,0 0 0,0 1 0,0 1 0,-1 0 0,19 10 0,-29-13 0,0-1 0,0 1 0,0 0 0,-1 0 0,1 0 0,-1 0 0,1 1 0,-1-1 0,0 1 0,0-1 0,0 1 0,0 0 0,0-1 0,-1 1 0,1 0 0,-1 0 0,0 0 0,1 4 0,-1-2 0,-1-1 0,1 1 0,-1 0 0,0 0 0,0 0 0,-1-1 0,1 1 0,-1 0 0,0-1 0,-1 1 0,-1 5 0,-3 4 0,-1-1 0,0 0 0,-1 0 0,0-1 0,-1 0 0,-20 22 0,13-20 0,-24 18 0,27-23 0,0 1 0,0 1 0,-19 22 0,35-32 0,-1 0 0,1 0 0,0 0 0,-1 0 0,1 0 0,0-1 0,3 1 0,15 1-170,0-1-1,1-1 0,-1-1 1,0-1-1,0 0 0,0-2 1,25-7-1,-29 6-6655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30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24575,'6'2'0,"-1"0"0,1-1 0,0 0 0,0 0 0,0-1 0,9 1 0,5 0 0,73 2 0,-71-3 0,-1 0 0,1 2 0,-1 0 0,34 8 0,-53-10 0,-1 1 0,1-1 0,-1 1 0,0-1 0,1 1 0,-1-1 0,0 1 0,0 0 0,0 0 0,1-1 0,-1 1 0,0 0 0,0 0 0,0 0 0,0 0 0,0 1 0,-1-1 0,1 0 0,0 0 0,0 0 0,-1 1 0,1-1 0,-1 0 0,1 1 0,-1-1 0,0 0 0,1 1 0,-1-1 0,0 1 0,0-1 0,0 0 0,0 1 0,0-1 0,0 1 0,-1-1 0,1 0 0,0 1 0,-1-1 0,1 1 0,-1-1 0,1 0 0,-2 2 0,-2 7 0,-1-1 0,-1 0 0,1 0 0,-11 11 0,13-15 0,-24 27 0,-2-2 0,0-2 0,-2 0 0,-64 43 0,154-64 0,-50-6 0,0 0 0,0-1 0,0 0 0,0 0 0,16-3 0,13 0 0,20 3-1365,-49 0-5461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31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24575,'17'4'0,"1"-1"0,0-1 0,0-1 0,0 0 0,23-3 0,90-15 0,-104 12 0,46-7-682,131-40-1,-198 49-6143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0:44.5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1 671 24575,'0'0'0,"0"0"0,0 0 0,0 0 0,0 0 0,0 0 0,0 0 0,0 0 0,0 0 0,0 0 0,0 0 0,0 0 0,22-4 0,-14 3 0,0 1 0,1 0 0,-1 1 0,0 0 0,10 2 0,32 3 0,23-9 0,112-18 0,-28 9 0,-39 5 0,207-16 0,-187 15 0,143-34 0,-111 12 0,236-6 0,233-33 0,-513 50 0,448-52 0,-317 36 0,44-5 0,257-17 0,-181 40 0,6-2 0,-349 15 0,277-25 0,270-20 0,-429 33 0,98-21 0,-65 7 0,-158 28-26,41 2 0,-35 0-1287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3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63 24575,'29'0'0,"64"0"0,0-4 0,146-25 0,-210 24-118,26-5-506,84-4 1,-131 13-6203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3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1 118 24575,'21'-9'0,"-15"7"0,58-23 0,127-33 0,-153 49 0,1 3 0,0 1 0,0 2 0,71 3 0,-99 1-85,1 0 0,-1 1-1,0 1 1,0-1 0,0 2-1,0 0 1,-1 0 0,0 1-1,1 0 1,-2 1 0,1 0-1,-1 0 1,0 1 0,0 0-1,10 11 1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4.5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61 24575,'0'0'0,"0"0"0,23-12 0,1 2 0,-1 2 0,1 0 0,1 2 0,-1 0 0,1 2 0,0 1 0,46-1 0,-41 5 0,0 1 0,0 2 0,-1 0 0,0 2 0,0 2 0,38 14 0,-55-17 0,0 0 0,0 1 0,0 0 0,-1 1 0,0 1 0,-1-1 0,0 2 0,0-1 0,12 15 0,-17-17 0,-1 0 0,1 0 0,-1 1 0,0 0 0,-1 0 0,1 0 0,-1 0 0,-1 0 0,1 1 0,-1-1 0,-1 1 0,1 0 0,-2-1 0,1 1 0,-1 0 0,0 0 0,-1 9 0,-3 3 0,0 0 0,-2 0 0,0-1 0,-1 0 0,-1 0 0,-1 0 0,-11 17 0,-4 3 0,-59 72 0,41-63 0,-1-2 0,-59 47 0,144-101 0,-6-2 0,178-47 0,-172 48 0,0 3 0,0 1 0,53 1 0,-75 5 0,-1 0 0,21 4 0,-39-5 4,-1 0 0,1 0 0,0 0 0,-1 0 0,1 0 0,-1 0 0,1-1 0,-1 1 0,1 0 0,-1 0 0,1-1 0,-1 1 0,0 0 0,1-1 0,-1 1 1,1 0-1,-1-1 0,0 1 0,1-1 0,-1 1 0,0 0 0,1-1 0,-1 1 0,0-1 0,0 1 0,1-1 0,-1 1 0,0-2 0,5-14-1486,-4 7-5344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5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259 3 24575,'-7'-1'0,"-1"0"0,0 0 0,1 1 0,-1 0 0,0 0 0,0 1 0,1 0 0,-1 1 0,1-1 0,-1 1 0,1 1 0,-1-1 0,1 1 0,0 1 0,0-1 0,1 1 0,-1 0 0,-9 9 0,7-5 0,1 1 0,0-1 0,1 2 0,0-1 0,0 1 0,1 0 0,0 0 0,1 1 0,0-1 0,1 1 0,-5 19 0,-1 15 0,3 1 0,1-1 0,2 1 0,2 0 0,3 0 0,9 74 0,-7-98 0,1 0 0,1 0 0,1 0 0,1-1 0,1 1 0,1-2 0,1 1 0,1-1 0,0-1 0,1 0 0,1-1 0,1 0 0,1-1 0,0 0 0,2-2 0,27 23 0,-33-31 0,0-1 0,0-1 0,0 1 0,1-2 0,0 1 0,0-2 0,0 1 0,0-2 0,16 2 0,-13-2 0,0-1 0,1-1 0,-1-1 0,1 0 0,-1-1 0,30-7 0,-35 6 0,0-1 0,0 0 0,0-1 0,-1 0 0,1 0 0,-1-1 0,0 0 0,-1-1 0,10-9 0,-6 4 0,-2 0 0,0 0 0,0-1 0,-1-1 0,12-23 0,-9 8 0,0 0 0,-2-1 0,-1 0 0,-1-1 0,6-59 0,-11 67 0,-2-1 0,0 1 0,-2-1 0,0 1 0,-2-1 0,0 1 0,-2 0 0,0 0 0,-2 0 0,0 1 0,-2 0 0,-19-36 0,18 40 0,-1 0 0,-1 0 0,0 2 0,-2-1 0,-25-24 0,31 34 0,-1 0 0,0 0 0,0 1 0,0 0 0,-1 1 0,1 0 0,-1 1 0,0 0 0,-1 0 0,1 1 0,-1 0 0,-19-2 0,27 5 7,0 0 0,0 0 0,0 1 0,0-1 0,1 1 1,-1 0-1,0-1 0,0 1 0,0 0 0,1 1 0,-1-1 0,0 0 0,1 1 0,0 0 0,-1-1 0,-2 4 0,-1 0-304,1 0 0,0 1 0,0 0 0,-8 13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5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24575,'0'0'0,"0"0"0,0 0 0,0 0 0,0 0 0,0 0 0,0 0 0,21 8 0,-4-1 0,1-3 0,33 2 0,18 4 0,-63-8 0,-1-1 0,0 1 0,1 0 0,-1 0 0,0 1 0,0-1 0,0 1 0,-1 0 0,9 7 0,-11-8 0,0 0 0,0 0 0,0 0 0,-1 0 0,1 1 0,-1-1 0,1 1 0,-1-1 0,0 1 0,0 0 0,0-1 0,0 1 0,0 0 0,0 0 0,-1-1 0,0 1 0,1 3 0,-2-1 0,1 0 0,-1 0 0,0 0 0,0 0 0,0 0 0,0-1 0,-1 1 0,0 0 0,-3 4 0,-2 4 0,-1-1 0,-1 0 0,0-1 0,0 0 0,-19 17 0,2-8 0,0-1 0,-39 22 0,4-3 0,68-42 0,1 0 0,0 0 0,0 1 0,1 0 0,-1 0 0,15-2 0,61-7 0,-49 8 0,-6 2 0,0 1 0,1 2 0,-1 0 0,55 11 0,-84-9 0,-7 1 0,5-3 0,1 0 0,-1-1 0,1 1 0,-1-1 0,1 1 0,-1-1 0,0 0 0,1 0 0,-1 1 0,1-1 0,-3-1 0,2 1-48,0-1 0,1 0 0,-1 0 0,1 0 0,-1-1 0,1 1 0,-1 0 0,1-1 0,0 1-1,0-1 1,-1 1 0,1-1 0,0 1 0,0-1 0,1 0 0,-1 1 0,0-1 0,0 0 0,1 0 0,-1 0 0,1 0 0,0 1-1,0-1 1,-1-3 0,1 4-115,-2-8-6663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6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 1 24575,'0'0'0,"0"0"0,0 0 0,0 0 0,0 0 0,0 0 0,0 0 0,-6 8 0,-3 7 0,1 0 0,0 0 0,1 1 0,1 0 0,-7 27 0,-12 91 0,17-83 0,-12 68 0,-3 123 0,21-195 0,2 1 0,3 0 0,1-1 0,3 0 0,20 76 0,-18-96 0,2 0 0,0-1 0,2-1 0,15 26 0,73 91 0,-49-72 0,-52-72 0,-1 0 0,1 0 0,0 0 0,0 0 0,0 0 0,0 0 0,0 0 0,0 0 0,1-4 0,0 1 0,0-13-1365,1 2-5461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7.3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38 152 24575,'1'10'0,"-2"132"0,2 31 0,2-123 0,0 2 0,2-1 0,17 73 0,-19-114 0,0 0 0,1 0 0,0-1 0,0 1 0,1-1 0,0 0 0,1-1 0,0 1 0,12 12 0,-15-18 0,0 0 0,0-1 0,0 1 0,0-1 0,0 0 0,0 0 0,0 0 0,1 0 0,-1-1 0,1 1 0,0-1 0,-1 0 0,1 0 0,0 0 0,-1-1 0,1 1 0,0-1 0,0 0 0,0 0 0,-1 0 0,1 0 0,0-1 0,0 0 0,0 0 0,-1 0 0,1 0 0,-1 0 0,8-4 0,-1-2 0,1 0 0,-1 0 0,-1-1 0,1 0 0,-1-1 0,-1 0 0,15-19 0,-2-3 0,25-45 0,-25 31 0,-1 0 0,-2-1 0,19-77 0,19-152 0,-40 181 0,-16 94 0,2-7 0,-1 0 0,0 1 0,-1-1 0,1 0 0,-1 0 0,-1-7 0,1 14 0,0 0 0,0 0 0,0 0 0,0-1 0,0 1 0,0 0 0,0 0 0,0 0 0,0 0 0,0 0 0,0 0 0,0 0 0,0-1 0,0 1 0,0 0 0,0 0 0,0 0 0,0 0 0,-1 0 0,1 0 0,0 0 0,0-1 0,0 1 0,0 0 0,0 0 0,0 0 0,0 0 0,0 0 0,0 0 0,-1 0 0,1 0 0,0 0 0,0 0 0,0 0 0,0 0 0,0 0 0,0 0 0,0 0 0,-1 0 0,1 0 0,0 0 0,0 0 0,0 0 0,0 0 0,0 0 0,0 0 0,-1 0 0,1 0 0,0 0 0,0 0 0,0 0 0,0 0 0,0 0 0,0 0 0,0 0 0,-1 0 0,1 0 0,0 0 0,0 1 0,-8 9 0,-5 14 0,4 7 0,0 0 0,2 0 0,2 1 0,0 0 0,1 32 0,8 161 0,-3-212 0,34 280 0,-2-23 0,-30-225 0,-2-1 0,-3 0 0,-1 1 0,-10 46 0,11-82 0,0 1 0,-1-1 0,0 0 0,0 0 0,-1-1 0,0 1 0,-1-1 0,0 0 0,0 0 0,-1 0 0,0-1 0,0 0 0,-1 0 0,-11 9 0,9-9 0,0-1 0,0-1 0,-1 0 0,0 0 0,0-1 0,0 0 0,0 0 0,-1-1 0,1-1 0,-1 0 0,0 0 0,-15-1 0,10 0 0,0-2 0,0 0 0,0-1 0,0-1 0,1 0 0,-1-1 0,1-1 0,-1 0 0,2-1 0,-18-9 0,21 9 0,0-1 0,0 0 0,1-1 0,0 0 0,1 0 0,-1-1 0,2 0 0,-1-1 0,1 0 0,1 0 0,0-1 0,0 0 0,-7-17 0,10 18-273,1 1 0,0-1 0,1 0 0,-1-14 0,1 0-6553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7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1 24575,'0'0'0,"0"0"0,-3 11 0,-8 55 0,3 0 0,1 100 0,5-113 0,12 333 0,-3-311 0,4-1 0,3 0 0,27 79 0,-38-143 0,1 0 0,0 0 0,1-1 0,6 10 0,-6-15 0,-3-12 0,-2-15 0,-45-240 0,19 129 0,11 49-1365,4 17-5461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8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38 24575,'2'-2'0,"0"1"0,1-1 0,-1 0 0,0 1 0,-1-1 0,1 0 0,2-4 0,0 2 0,-1 2 0,-1 0 0,1 0 0,-1 1 0,1 0 0,0-1 0,-1 1 0,1 0 0,0 0 0,0 0 0,0 1 0,0-1 0,0 1 0,0 0 0,0-1 0,0 1 0,0 1 0,5 0 0,8 1 0,0 1 0,17 6 0,-16-4 0,66 15 0,127 39 0,-209-59 0,1 1 0,-1-1 0,0 0 0,1 1 0,-1-1 0,0 1 0,0 0 0,0-1 0,1 1 0,-1 0 0,0 0 0,0-1 0,0 1 0,0 0 0,0 0 0,-1 0 0,1 0 0,0 0 0,0 1 0,-1-1 0,1 0 0,0 0 0,-1 0 0,1 1 0,-1-1 0,0 0 0,1 0 0,-1 1 0,0-1 0,0 0 0,0 1 0,0-1 0,0 0 0,0 1 0,0-1 0,0 0 0,-1 1 0,1-1 0,0 0 0,-1 1 0,1-1 0,-1 0 0,0 0 0,1 0 0,-2 2 0,-2 3 0,0 0 0,0-1 0,-1 0 0,0 0 0,0 0 0,0 0 0,-10 6 0,-17 9 0,-1-2 0,-1-1 0,-63 23 0,33-20 0,-86 17 0,126-32 0,14-2 0,1-1 0,-1 0 0,0-1 0,1 0 0,-13 0 0,21-1 0,0 0 0,0 0 0,1-1 0,-1 1 0,0 0 0,0 0 0,0-1 0,1 1 0,-1 0 0,0-1 0,0 1 0,1 0 0,-1-1 0,0 1 0,1-1 0,-1 1 0,1-1 0,-1 0 0,0 1 0,1-1 0,-1 0 0,1 1 0,0-1 0,-1-1 0,0 0 0,1 0 0,-1 1 0,1-1 0,0 0 0,0 0 0,0 0 0,0 1 0,0-1 0,1 0 0,-1 0 0,1-1 0,2-7 0,0 0 0,1 1 0,7-12 0,-9 17 0,39-64-1365,-22 40-5461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8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 24575,'145'6'0,"-43"-12"0,47-1 0,-140-26 0,-8 31 3,-1 0 0,1 0-1,0 1 1,0-1 0,0 0 0,1 1-1,-1-1 1,0 1 0,1-1 0,-1 1-1,1 0 1,-1 0 0,1 0 0,-1-1-1,1 1 1,0 1 0,0-1 0,-1 0-1,1 0 1,0 1 0,0-1-1,3 0 1,6-1-139,0 1 0,22-1 0,-14 2-884,-12-1-5806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42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24575,'4'0'-46,"-1"1"0,1 0-1,-1 0 1,0 0-1,1 0 1,-1 1 0,0-1-1,0 1 1,0 0 0,0 0-1,0 0 1,5 5-1,-4-4-715,3 2-6064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51.2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330 1 24575,'0'0'0,"0"0"0,0 0 0,0 0 0,0 0 0,-11 27 0,-126 146 0,94-124 0,1 2 0,-54 92 0,96-143 0,0 0 0,0 1 0,0-1 0,0 0 0,0 1 0,0-1 0,0 0 0,0 1 0,0-1 0,0 0 0,0 1 0,1-1 0,-1 0 0,0 0 0,0 1 0,0-1 0,1 0 0,-1 0 0,0 1 0,0-1 0,0 0 0,1 0 0,-1 1 0,0-1 0,1 0 0,-1 0 0,0 0 0,0 0 0,1 0 0,-1 1 0,0-1 0,1 0 0,-1 0 0,0 0 0,1 0 0,-1 0 0,0 0 0,1 0 0,-1 0 0,0 0 0,1 0 0,-1 0 0,20 1 0,-19-1 0,77 2 0,-1-3 0,1-4 0,-1-4 0,119-27 0,-189 34 0,1 0 0,-1-1 0,0 1 0,0-1 0,0-1 0,10-5 0,-15 7 0,-1 1 0,1 0 0,-1 0 0,1 0 0,-1 0 0,0-1 0,0 1 0,0-1 0,0 1 0,0-1 0,0 1 0,0-1 0,0 0 0,-1 1 0,1-1 0,0 0 0,-1 0 0,0 1 0,1-1 0,-1 0 0,0 0 0,0 0 0,0 0 0,0 1 0,0-1 0,-1 0 0,1 0 0,0 0 0,-1 1 0,1-1 0,-1 0 0,-1-2 0,-4-8 0,0 1 0,-1 0 0,-1 0 0,0 0 0,0 1 0,-14-13 0,-66-53 0,59 52 0,0-1-83,16 13-173,-1 0-1,0 1 1,0 1-1,-26-14 1,25 17-6570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52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458 23 24575,'-7'5'0,"-1"0"0,1 0 0,-1-1 0,1 0 0,-1-1 0,-1 1 0,1-2 0,-17 4 0,-11 6 0,12-4 0,1 1 0,0 1 0,-37 24 0,50-27 0,1 1 0,0-1 0,0 2 0,0-1 0,1 2 0,1-1 0,-1 1 0,1 0 0,-10 20 0,-37 102 0,9-19 0,43-107 0,-1-1 0,1 1 0,1-1 0,-3 12 0,28-24 0,47-23 0,-32 13 0,64-19 0,283-33 0,-381 69 0,0-1 0,0 0 0,0-1 0,0 1 0,0-1 0,8-4 0,-12 6 0,0-1 0,0 1 0,0-1 0,0 0 0,0 1 0,0-1 0,-1 0 0,1 1 0,0-1 0,0 0 0,-1 0 0,1 0 0,-1 0 0,1 0 0,-1 0 0,1 0 0,-1 0 0,1 0 0,-1 0 0,0 0 0,0 0 0,1 0 0,-1 0 0,0 0 0,0 0 0,0 0 0,0 0 0,0 0 0,-1 0 0,1 0 0,0 0 0,0-1 0,-1 1 0,1 0 0,0 0 0,-1 0 0,1 1 0,-1-1 0,0-1 0,-13-18 0,0 0 0,-2 2 0,-33-33 0,4 4 0,-76-98-1365,109 129-5461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44.6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80 24575,'-13'27'0,"13"-26"0,0 0 0,0-1 0,1 1 0,-1 0 0,0-1 0,1 1 0,-1 0 0,0-1 0,1 1 0,-1 0 0,1-1 0,-1 1 0,1-1 0,-1 1 0,1-1 0,-1 1 0,1-1 0,-1 0 0,1 1 0,0-1 0,-1 0 0,1 1 0,0-1 0,-1 0 0,2 1 0,25 10 0,-21-8 0,14 5 0,20 10 0,0-3 0,55 14 0,9-5 0,175 16 0,-44-25 0,537 23 0,90-40 0,-537-16 0,-95 4 0,99-18 0,-104 8 0,25-5 0,-19 3 0,128-21 0,-76 21 0,-75 10 0,-180 13 0,22-3 0,55 0 0,-104 6 0,0 0 0,-1 0 0,1 0 0,0 0 0,-1 0 0,1 0 0,-1-1 0,1 1 0,0 0 0,-1 0 0,1-1 0,-1 1 0,1 0 0,-1-1 0,1 1 0,-1-1 0,1 1 0,-1-1 0,0 1 0,1-1 0,-1 1 0,1-1 0,-1 1 0,0-1 0,0 1 0,1-1 0,-1 1 0,0-1 0,0 0 0,0 1 0,1-1 0,-1 0 0,0 1 0,0-1 0,0 1 0,0-1 0,0 0 0,0 1 0,-1-1 0,1 0 0,0 1 0,0-1 0,0 1 0,-1-1 0,1 0 0,-11-28 0,4 17-1365,1 2-5461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45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155 1 24575,'0'0'0,"0"0"0,0 0 0,0 0 0,0 0 0,15 7 0,178 90 0,-140-71 0,70 23 0,-10-5 0,-112-44 0,0 1 0,1-1 0,-1 1 0,0 0 0,0-1 0,1 1 0,-1 0 0,0 0 0,0 0 0,0 0 0,0 0 0,0 0 0,0 0 0,0 0 0,0 0 0,0 0 0,-1 1 0,1-1 0,0 0 0,-1 0 0,1 1 0,0 1 0,-1-1 0,0 0 0,0 0 0,-1-1 0,1 1 0,0 0 0,-1 0 0,1 0 0,-1-1 0,0 1 0,1 0 0,-1 0 0,0-1 0,0 1 0,-2 2 0,-5 5 0,0 0 0,0-1 0,-1 0 0,-12 8 0,19-14 0,-72 52-227,-2-3-1,-2-4 1,-2-3-1,-2-4 1,-100 35-1,146-63-6598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05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13 24575,'-16'0'0,"0"-2"0,-1 0 0,-20-5 0,36 6 0,-1 1 0,1 0 0,-1 0 0,1-1 0,-1 1 0,1 0 0,-1 0 0,0 0 0,1 0 0,-1 1 0,1-1 0,-1 0 0,1 1 0,-1-1 0,1 1 0,-1 0 0,1-1 0,0 1 0,-1 0 0,1 0 0,0 0 0,-1 0 0,1 0 0,0 0 0,0 0 0,0 0 0,0 0 0,0 0 0,0 1 0,0-1 0,1 0 0,-1 1 0,0-1 0,1 1 0,-1-1 0,1 1 0,-1-1 0,1 3 0,-2 7 0,1 0 0,0 0 0,0 0 0,3 17 0,-2-14 0,2 42-1365,-1-33-5461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32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206 23 24575,'0'0'0,"0"0"0,0 0 0,0 0 0,-10 11 0,1 1 0,1 2 0,0-1 0,1 1 0,-10 27 0,12-26 0,-2 1 0,0-1 0,0-1 0,-16 22 0,-8-1 0,19-22 0,1 0 0,-15 21 0,24-30 0,0 0 0,-1 0 0,1 0 0,1 0 0,-1 0 0,1 1 0,-1-1 0,1 0 0,1 1 0,-1-1 0,0 1 0,1 0 0,0-1 0,1 6 0,-1-8 0,1 0 0,0 1 0,0-1 0,0 0 0,0 0 0,0 0 0,0 0 0,1 0 0,-1 0 0,1 0 0,-1 0 0,1 0 0,0-1 0,-1 1 0,1-1 0,0 1 0,0-1 0,0 0 0,0 0 0,1 0 0,-1 0 0,0 0 0,0 0 0,1 0 0,4 0 0,2 1 0,0-1 0,0 0 0,1 0 0,-1-1 0,14-1 0,26-5 0,-1-3 0,-1-3 0,0-1 0,51-21 0,-97 33 0,1 0 0,-1 1 0,1-1 0,-1 0 0,0 0 0,1 0 0,-1 0 0,0 0 0,0 0 0,0 0 0,1 0 0,-1 0 0,0-1 0,-1 1 0,1 0 0,0-1 0,0 1 0,-1-1 0,1 1 0,0-1 0,-1 1 0,0-1 0,1 1 0,-1-1 0,0 0 0,0 1 0,0-1 0,0 1 0,0-1 0,0 0 0,0 1 0,0-1 0,-1 1 0,1-1 0,-1 1 0,1-1 0,-1 1 0,0-1 0,0-1 0,-3-5 0,0 0 0,-1 0 0,0 1 0,0-1 0,-8-8 0,-17-14 0,-59-48 0,10 10 0,21 7-1365,47 48-5461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09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237 207 24575,'2'29'0,"-26"118"0,4-30 0,11-49 0,4 1 0,2-1 0,7 81 0,-2-135 0,0 0 0,1 0 0,1 0 0,0 0 0,1 0 0,10 19 0,-13-28 0,1-1 0,-1 1 0,1 0 0,1-1 0,-1 0 0,0 1 0,1-2 0,0 1 0,0 0 0,0-1 0,0 1 0,1-1 0,-1 0 0,1-1 0,0 1 0,0-1 0,0 0 0,0 0 0,0 0 0,6 1 0,-6-3 0,-1 0 0,0-1 0,0 1 0,0 0 0,0-1 0,0 0 0,0 0 0,0 0 0,0-1 0,0 1 0,-1-1 0,1 0 0,0 0 0,-1 0 0,0-1 0,1 1 0,3-4 0,5-7 0,1 1 0,16-25 0,-28 36 0,28-40 0,-2-1 0,-2-1 0,-1-1 0,-3-1 0,16-49 0,64-244 0,-94 308 0,53-246 0,-72 395 0,4 140 0,22 137 0,-1-24 0,-3-107 0,0 69 0,-10-316 0,-1-1 0,0 1 0,-2-1 0,0 1 0,0-1 0,-8 19 0,9-29 0,-1-1 0,0 0 0,0 0 0,-1 0 0,1 0 0,-1-1 0,-1 0 0,1 0 0,-1 0 0,1 0 0,-1 0 0,-1-1 0,1 0 0,-1 0 0,1-1 0,-1 1 0,0-1 0,-1 0 0,-7 2 0,-5 0 0,1-2 0,-1 0 0,0 0 0,0-2 0,0-1 0,0 0 0,1-1 0,-1-1 0,0-1 0,0 0 0,1-2 0,0 0 0,-22-9 0,1-2 0,1-2 0,1-2 0,0-1 0,-63-49 0,83 57-170,2-1-1,0 0 0,0-1 1,2-1-1,0 0 0,0-1 1,-14-27-1,18 28-6655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10.1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1 836 24575,'0'0'0,"0"0"0,0 0 0,8-11 0,12-21 0,-1-1 0,-2-1 0,-2 0 0,13-38 0,8-20 0,28-43 0,96-150 0,-101 177 0,-112 192 0,21-26 0,-43 111 0,60-125 0,2-1 0,2 1 0,-9 71 0,19-102 0,0-1 0,0 0 0,1 0 0,1 1 0,0-1 0,1 0 0,0 0 0,1 0 0,1 0 0,-1 0 0,2-1 0,0 1 0,0-1 0,1 0 0,0-1 0,1 1 0,0-1 0,1-1 0,0 1 0,0-1 0,1-1 0,0 0 0,1 0 0,-1 0 0,2-1 0,-1-1 0,1 0 0,0 0 0,16 5 0,-15-7 0,1-1 0,-1 0 0,0-1 0,1 0 0,-1-1 0,1 0 0,0-1 0,-1-1 0,18-2 0,-26 2 0,1 0 0,-1 0 0,0 0 0,1 0 0,-1-1 0,0 0 0,0 1 0,0-2 0,-1 1 0,1 0 0,0-1 0,-1 0 0,1 1 0,-1-1 0,0-1 0,0 1 0,0 0 0,-1-1 0,1 1 0,-1-1 0,0 0 0,0 0 0,0 0 0,0 0 0,-1 0 0,1-1 0,-1 1 0,0 0 0,-1-1 0,1-4 0,-1 1 15,0 0 0,0 1 0,-1-1 0,0 0 0,-1 1 0,1-1 0,-6-13 0,-1 3-758,-18-32 1,15 32-6084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10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33 24575,'-8'5'0,"-2"1"0,10-6 0,0 0 0,0 1 0,0-1 0,0 0 0,0 0 0,0 1 0,0-1 0,0 0 0,1 0 0,-1 0 0,0 1 0,0-1 0,0 0 0,0 0 0,0 1 0,0-1 0,0 0 0,1 0 0,-1 0 0,0 0 0,0 1 0,0-1 0,0 0 0,1 0 0,-1 0 0,0 0 0,0 0 0,0 1 0,1-1 0,-1 0 0,0 0 0,0 0 0,1 0 0,-1 0 0,0 0 0,0 0 0,0 0 0,1 0 0,-1 0 0,0 0 0,0 0 0,1 0 0,-1 0 0,0 0 0,12 1 0,0 0 0,-1 0 0,1-1 0,0-1 0,0 0 0,-1-1 0,18-4 0,5 0 0,-25 5 0,71-12 0,148-3 0,-222 16 34,-10-2-229,-1 0-1009,-1-1-5622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1:10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24575,'2'14'0,"1"-1"0,1 0 0,0 0 0,0 0 0,10 17 0,36 58 0,-30-55 0,-5-9 0,119 217 0,-114-199 0,-2 2 0,-2 0 0,20 87 0,-28-85 0,-1 1 0,-3 0 0,-2 0 0,-2 0 0,-2 0 0,-2 0 0,-2 0 0,-2-1 0,-20 65 0,-5-18-1365,2-20-5461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39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275 0 24575,'-10'9'0,"1"1"0,0-1 0,1 2 0,0-1 0,0 1 0,1 0 0,1 1 0,0 0 0,0 0 0,-6 21 0,-32 150 0,29-111 0,-3-1 0,-40 102 0,55-166 0,0-1 0,-1 1 0,1-1 0,-1 1 0,-1-1 0,1-1 0,-1 1 0,0-1 0,-10 9 0,30-22 0,-1 0 0,1 1 0,0 1 0,0 0 0,23-5 0,7-3 0,60-21 0,75-28 0,-172 60 0,0 0 0,-1-1 0,1 0 0,-1-1 0,0 1 0,-1-1 0,1-1 0,-1 1 0,0-1 0,9-11 0,-14 15 0,0-1 0,0 0 0,-1 0 0,1 1 0,-1-1 0,1 0 0,-1 0 0,0 0 0,0 0 0,-1 1 0,1-1 0,0 0 0,-1 0 0,0 0 0,1 1 0,-1-1 0,-3-4 0,-1-6 0,-2 0 0,-8-12 0,14 23 0,-20-31 0,-1 0 0,-1 2 0,-2 1 0,-2 1 0,0 1 0,-44-35 0,45 49-1365,11 9-5461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49.7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51.4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351 49 24575,'-6'2'0,"0"-1"0,1 1 0,-1 0 0,0 0 0,1 1 0,-8 4 0,5-2 0,-3 1 0,1 1 0,0 0 0,0 1 0,0 0 0,1 0 0,0 1 0,1 0 0,-14 20 0,-2 9 0,-23 45 0,26-43 0,4-5 0,-22 66 0,-9 21 0,51-124 0,0-1 0,1 0 0,-1 1 0,1-1 0,0 1 0,0 0 0,-1 1 0,1-1 0,0 1 0,8-2 0,-5 0 0,268-75 0,-139 43 0,-106 27 0,-18 6 0,0-1 0,0 0 0,-1-1 0,1-1 0,-1 0 0,0 0 0,15-10 0,-25 14 0,0 0 0,0-1 0,0 1 0,0 0 0,0-1 0,0 1 0,0-1 0,0 1 0,-1-1 0,1 0 0,-1 1 0,1-1 0,-1 0 0,1 1 0,-1-1 0,0 0 0,0 1 0,0-1 0,0 0 0,0 0 0,0 1 0,-1-1 0,1 0 0,0 1 0,-1-1 0,0 0 0,1 1 0,-2-3 0,-2-6 0,-1 1 0,0 0 0,-8-11 0,10 17 0,-27-40 0,-3 1 0,-2 2 0,-1 1 0,-2 2 0,-59-45 0,87 75-1365,4 3-5461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3:03.8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0 24575,'0'0'0,"0"0"0,0 0 0,-19 8 0,10-2 0,-1 0 0,1 0 0,1 1 0,-1 1 0,1-1 0,-11 13 0,-41 58 0,55-71 0,-48 68 0,4 2 0,-60 125 0,107-196 0,0-1 0,0 0 0,0 1 0,0 0 0,1-1 0,0 1 0,1 0 0,-1 7 0,1-11 0,0-1 0,0 1 0,0 0 0,1 0 0,-1-1 0,1 1 0,-1 0 0,1 0 0,-1-1 0,1 1 0,0-1 0,0 1 0,0-1 0,0 1 0,0-1 0,0 1 0,0-1 0,1 0 0,-1 0 0,0 1 0,1-1 0,-1 0 0,1 0 0,-1 0 0,1-1 0,-1 1 0,1 0 0,0-1 0,-1 1 0,1-1 0,2 1 0,11 1 0,0 0 0,0-1 0,1-1 0,-1 0 0,0-1 0,30-6 0,93-29 0,-108 26 0,-13 6 0,-1-2 0,0 0 0,30-16 0,-41 19 0,0 0 0,0-1 0,0 1 0,-1-1 0,0 0 0,0-1 0,0 1 0,0-1 0,0 0 0,-1 0 0,0 0 0,0 0 0,0 0 0,-1-1 0,3-6 0,-5 8 0,1 0 0,-1 0 0,0 0 0,0 0 0,0 0 0,0 0 0,-1 0 0,0 1 0,1-1 0,-1 0 0,-1 0 0,1 1 0,-1-1 0,1 1 0,-1-1 0,0 1 0,0-1 0,0 1 0,-5-4 0,-3-5 0,0 1 0,-1 0 0,-19-15 0,-4 0-273,-2 2 0,-1 1 0,0 2 0,-46-19 0,65 33-6553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02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24575,'24'19'0,"-24"-18"0,0 0 0,0 0 0,-1 0 0,1 0 0,0 0 0,0 1 0,-1-1 0,1 0 0,-1 0 0,1 0 0,-1 0 0,0 2 0,0-3 0,1 1 0,-1 0 0,1-1 0,-1 1 0,1 0 0,0 0 0,-1-1 0,1 1 0,0 0 0,0 0 0,-1 0 0,1 0 0,0-1 0,0 1 0,0 0 0,0 0 0,0 1 0,5 12 0,-2-1 0,1-1 0,1 1 0,0-1 0,0 0 0,1 0 0,1 0 0,0-1 0,1 0 0,10 12 0,139 136 0,-132-137 0,45 31 0,-48-38 0,-1 2 0,0 0 0,31 32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02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0,0 0 0,0 0 0,0 0 0,7 23 0,-2-13 0,1 0 0,0-1 0,0 1 0,1-2 0,0 1 0,0-1 0,1 0 0,0 0 0,13 9 0,14 8 0,43 22 0,-32-20 0,-41-24 0,34 22 0,-34-19 0,-26-13 0,-12-11-1365,19 8-5461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04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0,3 17 0,-2-1 0,0 0 0,-1 0 0,-3 25 0,2-25 0,0 1 0,1-1 0,2 25 0,21 84 0,8 61 0,-27-130 0,-3-31 0,1 1 0,10 45 0,-12-70 0,0-1 0,0 1 0,0 0 0,1 0 0,-1 0 0,0-1 0,0 1 0,1 0 0,-1 0 0,0-1 0,1 1 0,-1 0 0,0 0 0,1-1 0,-1 1 0,1 0 0,-1-1 0,1 1 0,0-1 0,-1 1 0,1-1 0,-1 1 0,1-1 0,0 1 0,0-1 0,-1 0 0,3 1 0,-2-1 0,0-1 0,-1 1 0,1-1 0,0 1 0,0-1 0,0 0 0,0 1 0,0-1 0,0 0 0,-1 0 0,1 0 0,0 1 0,-1-1 0,1 0 0,-1 0 0,1 0 0,0-1 0,18-48 0,4-47 0,-17 62 0,3 2 0,17-50 0,-24 84 0,0 0 0,0 1 0,0-1 0,-1 0 0,1 0 0,0 1 0,-1-1 0,1 1 0,-1-1 0,0 1 0,0 0 0,2 2 0,13 24 0,0 1 0,-2 1 0,-1 1 0,-2 0 0,8 33 0,-14-49 0,2 9 0,2-1 0,0-1 0,2 0 0,0 0 0,22 29 0,-32-49 0,0-1 0,-1 0 0,1 0 0,0 1 0,1-1 0,-1 0 0,0 0 0,0 0 0,0 0 0,1 0 0,-1 0 0,1 0 0,-1-1 0,0 1 0,1 0 0,-1-1 0,1 1 0,-1-1 0,1 0 0,0 1 0,-1-1 0,4 0 0,-4 0 0,1-1 0,-1 1 0,0-1 0,1 0 0,-1 0 0,0 1 0,0-1 0,1 0 0,-1 0 0,0 0 0,0 0 0,0 0 0,0 0 0,0 0 0,0-1 0,-1 1 0,1 0 0,0 0 0,-1-1 0,1 1 0,-1 0 0,1-1 0,0-2 0,6-27 0,-2 0 0,-1-1 0,-1 1 0,-2-1 0,-3-35 0,1 30 0,1 1 0,2 0 0,9-51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04.5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24575,'12'1'0,"1"-1"0,-1 2 0,1 0 0,-1 0 0,0 1 0,0 1 0,0 0 0,0 0 0,-1 2 0,0-1 0,0 1 0,18 13 0,-27-17 0,1 0 0,-1 0 0,1 0 0,-1 1 0,0-1 0,0 1 0,0-1 0,0 1 0,-1 0 0,1 0 0,-1 0 0,1 0 0,-1 0 0,0 0 0,0 0 0,-1 0 0,1 0 0,-1 0 0,1 1 0,-1-1 0,0 0 0,0 0 0,0 1 0,-1-1 0,1 0 0,-1 0 0,0 0 0,0 1 0,0-1 0,0 0 0,-2 3 0,-5 10 0,-1-1 0,-1 0 0,-1 0 0,-20 22 0,-3 4 0,32-38 0,-1 2 0,-1 0 0,1 0 0,0 0 0,1 0 0,-1 0 0,-1 8 0,3-12 0,1 0 0,0 0 0,0 0 0,0 0 0,0 1 0,0-1 0,0 0 0,0 0 0,0 0 0,1 0 0,-1 1 0,0-1 0,1 0 0,-1 0 0,1 0 0,-1 0 0,1 0 0,-1 0 0,1 0 0,0 0 0,-1 0 0,1 0 0,0 0 0,0-1 0,0 1 0,0 0 0,0 0 0,0-1 0,0 1 0,0-1 0,0 1 0,0-1 0,0 1 0,0-1 0,0 0 0,0 1 0,1-1 0,0 0 0,2 1 8,0 0 0,0-1 0,0 1 0,0-1 0,0 0 0,0 0 0,0-1 0,0 1 0,0-1 0,0 0 0,0 0 0,0 0 0,0 0 0,6-3 0,-1-1-305,0-1 0,0 1 0,0-2 0,10-8 0,1-4-6529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05.0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24575,'0'0'0,"0"0"0,0 0 0,0 0 0,20 0 0,13 2 0,0 1 0,62 16 0,-41-7 0,-39-10 0,-2 1 0,1-1 0,-1 2 0,0-1 0,18 9 0,-30-11 0,1 0 0,-1-1 0,0 1 0,0 0 0,1 0 0,-1 0 0,0 0 0,0 0 0,0 0 0,0 1 0,0-1 0,0 0 0,-1 0 0,1 1 0,0-1 0,-1 0 0,1 1 0,-1-1 0,1 1 0,0 2 0,-1-1 0,0 0 0,0 1 0,0-1 0,0 0 0,-1 1 0,1-1 0,-1 0 0,0 1 0,-1 2 0,-2 4 0,-1 0 0,0-1 0,0 0 0,0 0 0,-9 10 0,-56 55 0,69-74 0,1 0 0,0 1 0,0-1 0,0 0 0,-1 0 0,1 0 0,0 1 0,0-1 0,0 0 0,0 0 0,0 1 0,0-1 0,-1 0 0,1 0 0,0 1 0,0-1 0,0 0 0,0 1 0,0-1 0,0 0 0,0 0 0,0 1 0,0-1 0,0 0 0,0 0 0,1 1 0,-1-1 0,0 0 0,0 0 0,0 1 0,0-1 0,0 0 0,1 1 0,9 4 0,16-3 0,8-3 0,57-8 0,-74 6 0,-1-1 0,1 0 0,-1-1 0,-1-1 0,23-11 0,-35 15-50,-1 1-1,1-1 1,-1 0-1,0 0 0,0 0 1,0 0-1,0 0 1,0 0-1,0 0 1,0-1-1,-1 1 0,1-1 1,-1 1-1,0-1 1,0 0-1,0 1 1,0-1-1,0 0 0,-1 0 1,1 1-1,-1-1 1,1 0-1,-1 0 1,0 0-1,0 0 1,-1-4-1,-1-9-6775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06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24575,'0'0'0,"0"0"0,0 0 0,0 0 0,0 0 0,42-2 0,63-11 0,-69 7 0,-1 2 0,58 0 0,-87 4 0,54 6 0,-55-6 0,0 1 0,0 1 0,0-1 0,0 1 0,-1 0 0,1 0 0,0 0 0,-1 1 0,7 4 0,-44-9 0,31 1-72,0 0 1,1 0-1,-1 0 0,1 0 0,-1 0 0,1 0 0,-1 0 0,1-1 1,0 1-1,0 0 0,-1-1 0,1 0 0,0 1 0,0-1 0,1 1 1,-1-1-1,0 0 0,-1-3 0,-2-7-6754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0.8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0 24575,'0'0'0,"0"0"0,0 0 0,0 0 0,0 0 0,0 0 0,0 0 0,0 0 0,-17 3 0,14-3 0,0 0 0,0 1 0,0 0 0,0 0 0,1 0 0,-1 0 0,0 0 0,1 0 0,-1 1 0,1-1 0,-1 1 0,1 0 0,0 0 0,0 0 0,0 0 0,0 0 0,0 0 0,0 0 0,1 1 0,-1-1 0,1 1 0,-1-1 0,1 1 0,0 0 0,0-1 0,0 1 0,0 0 0,1 0 0,-1 0 0,1-1 0,-1 1 0,1 5 0,0-3 0,1 0 0,-1 0 0,1 0 0,0 0 0,0 0 0,0 0 0,1 0 0,-1 0 0,1-1 0,1 1 0,-1-1 0,0 1 0,1-1 0,0 0 0,0 0 0,1 0 0,-1 0 0,6 4 0,66 41 0,-58-39 0,-1 0 0,1 0 0,-2 2 0,0 0 0,0 1 0,-1 0 0,13 17 0,-23-24 0,0 1 0,0-1 0,-1 1 0,0 0 0,0 0 0,-1 1 0,0-1 0,0 0 0,-1 1 0,0-1 0,0 1 0,-1-1 0,0 1 0,0-1 0,-1 1 0,1-1 0,-2 1 0,1-1 0,-5 12 0,-1 1 0,0-1 0,-2 1 0,-1-2 0,0 1 0,-23 30 0,29-45 0,1 0 0,-1 0 0,0-1 0,0 1 0,-1-1 0,1 0 0,-1 0 0,1-1 0,-1 1 0,0-1 0,0 0 0,0 0 0,0-1 0,-1 1 0,1-1 0,0 0 0,-1-1 0,1 1 0,0-1 0,-1 0 0,-7-1 0,5 0 0,-1 0 0,1-1 0,-1 1 0,1-2 0,-1 1 0,1-1 0,0-1 0,0 1 0,1-1 0,-1-1 0,1 1 0,-11-10 0,15 12 0,1-1 0,0 1 0,0-1 0,0 1 0,0-1 0,0 0 0,1 0 0,-1 0 0,1 0 0,0 0 0,0-1 0,0 1 0,0 0 0,1 0 0,-1-1 0,1 1 0,0 0 0,0-1 0,0 1 0,0 0 0,1-1 0,-1 1 0,1 0 0,0 0 0,0-1 0,0 1 0,2-4 0,0 0 0,1-1 0,0 1 0,1-1 0,-1 1 0,1 0 0,1 1 0,-1 0 0,1-1 0,12-8 0,2 0 0,0 1 0,43-23 0,-55 33 0,0 1 0,1 0 0,-1 0 0,1 0 0,0 1 0,0 1 0,0 0 0,0 0 0,0 0 0,0 1 0,13 2 0,-14 0 0,0 0 0,0 1 0,0 0 0,0 0 0,0 1 0,-1 0 0,0 0 0,0 1 0,0 0 0,0 0 0,-1 1 0,0 0 0,0 0 0,0 0 0,-1 1 0,0 0 0,0 0 0,4 9 0,-2-5 0,-1 1 0,-1 0 0,0 0 0,0 0 0,-1 1 0,-1 0 0,0 0 0,0 0 0,-2 0 0,0 0 0,0 14 0,-1-24 0,0 1 0,-1-1 0,0 0 0,1 0 0,-1 1 0,0-1 0,0 0 0,-1 0 0,1 0 0,-4 5 0,3-19 0,2-23 0,2-1 0,2 1 0,1 0 0,12-46 0,52-135 0,-51 162 0,-12 35 0,1 1 0,10-20 0,-13 30 0,1 0 0,-1 0 0,1 1 0,0 0 0,1 0 0,0 0 0,10-8 0,-15 14 0,-1-1 0,0 0 0,1 1 0,-1 0 0,1-1 0,-1 1 0,1-1 0,-1 1 0,1-1 0,-1 1 0,1 0 0,-1-1 0,1 1 0,-1 0 0,1 0 0,0-1 0,-1 1 0,1 0 0,0 0 0,-1 0 0,1 0 0,-1 0 0,1 0 0,0 0 0,1 0 0,-8 16 0,-4 10 0,2 28 0,-3 107 0,10-125 0,-5 136 0,8-142 120,-2-30-123,0 0-1,0 0 1,0 0-1,1 0 1,-1 1 0,0-1-1,0 0 1,0 0-1,0 0 1,0 0 0,0 0-1,0 0 1,0 0-1,0 0 1,0 0-1,0 1 1,0-1 0,0 0-1,0 0 1,0 0-1,0 0 1,1 0 0,-1 0-1,0 0 1,0 0-1,0 0 1,0 0 0,0 0-1,0 0 1,0 0-1,0 0 1,0 0 0,1 0-1,-1 0 1,0 0-1,0 0 1,0 0-1,0 0 1,0 0 0,0 0-1,0 0 1,0 0-1,1 0 1,-1 0 0,0 0-1,0 0 1,0 0-1,0 0 1,0 0 0,0 0-1,0 0 1,0 0-1,0 0 1,0 0 0,1-1-1,-1 1 1,0 0-1,0 0 1,6-15-1281,-3 8-5542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1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28 24575,'0'0'0,"0"0"0,12 25 0,-11-17 0,0 1 0,-1 0 0,0 0 0,-1 0 0,0-1 0,0 1 0,-3 11 0,-4 27 0,8-38 0,0 1 0,0-1 0,1 0 0,1 1 0,-1-1 0,5 13 0,-4-17 0,-1-1 0,1 0 0,0 0 0,0 0 0,0 0 0,1 0 0,-1 0 0,1-1 0,0 1 0,0-1 0,0 1 0,1-1 0,-1 0 0,1-1 0,4 4 0,-6-5 0,0-1 0,0 1 0,0 0 0,1 0 0,-1-1 0,0 0 0,0 1 0,1-1 0,-1 0 0,0 0 0,0 0 0,1 0 0,-1 0 0,0-1 0,1 1 0,-1-1 0,0 0 0,0 1 0,0-1 0,0 0 0,0 0 0,0 0 0,0-1 0,0 1 0,0 0 0,0-1 0,0 1 0,-1-1 0,1 0 0,-1 1 0,1-1 0,1-3 0,3-3 0,0-1 0,-1 0 0,0 0 0,0 0 0,5-17 0,-5 11 0,-1 0 0,0 0 0,-2 0 0,1 0 0,-1-18 0,-2 24 0,0 1 0,-1-1 0,0 0 0,0 0 0,-1 0 0,0 0 0,0 1 0,-1-1 0,-1 1 0,-5-11 0,8 18 0,1 0 0,-1 0 0,-1-1 0,1 1 0,0 0 0,0 0 0,0 0 0,-1 1 0,1-1 0,0 0 0,-1 0 0,1 1 0,0-1 0,-1 1 0,1-1 0,-1 1 0,1 0 0,-1-1 0,1 1 0,-1 0 0,1 0 0,-1 0 0,0 0 0,1 0 0,-1 1 0,1-1 0,-1 0 0,1 1 0,-1-1 0,1 1 0,0-1 0,-1 1 0,-2 1 0,-5 3 0,-1 1 0,0-1 0,-11 11 0,18-14 0,-12 9-227,0 1-1,1 0 1,0 1-1,1 1 1,-18 24-1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2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1 24575,'2'9'0,"-1"-8"0,-1 0 0,0 0 0,1 0 0,-1 0 0,0-1 0,0 1 0,0 0 0,1 0 0,-1 0 0,0 0 0,0 0 0,0 0 0,-1 0 0,1 0 0,0 1 0,-4 8 0,0 0 0,0-1 0,-1 0 0,0 0 0,0 0 0,-1 0 0,0-1 0,-15 15 0,-65 55 0,86-78 0,-1 0 0,1 0 0,0 1 0,0-1 0,-1 0 0,1 0 0,0 0 0,-1 1 0,1-1 0,0 0 0,0 0 0,0 1 0,-1-1 0,1 0 0,0 0 0,0 1 0,0-1 0,0 0 0,-1 1 0,1-1 0,0 0 0,0 1 0,0-1 0,0 0 0,0 1 0,0-1 0,0 0 0,0 1 0,0-1 0,0 0 0,0 1 0,0-1 0,0 0 0,0 1 0,0-1 0,1 0 0,-1 1 0,0-1 0,0 0 0,0 1 0,17 6 0,-12-6 0,2 0 0,-1 0 0,0-1 0,9 0 0,-10-1 0,0 1 0,1-1 0,-1 1 0,1 0 0,-1 1 0,0-1 0,1 1 0,-1 0 0,9 3 0,-13-4 0,1 1 0,0 0 0,-1 0 0,1 0 0,0 0 0,-1 0 0,1 0 0,-1 0 0,0 0 0,1 1 0,-1-1 0,0 1 0,0-1 0,0 1 0,0-1 0,0 1 0,0 0 0,0-1 0,-1 1 0,1 0 0,-1 0 0,1 0 0,-1-1 0,0 1 0,1 0 0,-1 0 0,0 0 0,0 0 0,-1 3 0,0 2 0,0-1 0,0 0 0,-1 0 0,0 0 0,0 0 0,0 0 0,-1 0 0,0-1 0,0 1 0,-1-1 0,1 0 0,-1 0 0,0 0 0,-1 0 0,1-1 0,-1 0 0,0 1 0,0-2 0,0 1 0,0-1 0,-1 1 0,1-2 0,-1 1 0,-10 3 0,15-6 0,0 1 0,0-1 0,0 0 0,0 0 0,0 0 0,-1 0 0,1 0 0,0 0 0,0 0 0,0 0 0,0 0 0,-1 0 0,1 0 0,0-1 0,0 1 0,0 0 0,0-1 0,0 1 0,0-1 0,0 0 0,0 1 0,0-1 0,0 0 0,0 1 0,-1-2 0,1 0 0,0 0 0,0 0 0,0 0 0,0 1 0,1-1 0,-1 0 0,1 0 0,-1-1 0,1 1 0,-1 0 0,1 0 0,0 0 0,0-2 0,1-4 0,-1 0 0,1 1 0,1-1 0,0 1 0,0-1 0,0 1 0,4-7 0,2 0 0,0 0 0,1 1 0,1 0 0,19-21 0,54-44 0,-44 43 0,-34 30 0,4-4 0,1 0 0,0 1 0,0 0 0,1 0 0,0 1 0,12-6 0,-26 16 0,-1 0 0,1 0 0,0 1 0,0-1 0,1 0 0,-1 1 0,1 0 0,0 0 0,-2 4 0,-3 4 0,-26 51 0,24-45 0,0 0 0,-13 19 0,21-36 0,1 0 0,0 0 0,0-1 0,0 1 0,1 0 0,-1 0 0,0-1 0,0 1 0,0 0 0,0-1 0,1 1 0,-1 0 0,0-1 0,1 1 0,-1 0 0,0-1 0,1 1 0,-1-1 0,1 1 0,-1-1 0,1 1 0,-1-1 0,1 1 0,-1-1 0,1 1 0,0-1 0,-1 1 0,1-1 0,0 0 0,-1 0 0,2 1 0,25 13 0,96 24 0,-121-37 0,0-1 0,0 1 0,0 0 0,0 0 0,-1 0 0,1 0 0,0 0 0,-1 0 0,1 1 0,-1-1 0,1 0 0,-1 1 0,1-1 0,-1 1 0,0 0 0,0-1 0,0 1 0,0 0 0,0 0 0,1 3 0,-2-2 0,0 0 0,1-1 0,-1 1 0,-1 0 0,1 0 0,0 0 0,0 0 0,-1-1 0,0 1 0,0 0 0,1 0 0,-2-1 0,0 4 0,-4 4 0,0 1 0,-1-1 0,0 0 0,-1-1 0,-15 16 0,-4 0-273,0-2 0,-2 0 0,-1-2 0,-47 25 0,69-41-6553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2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24575,'0'0'0,"0"0"0,0 0 0,9 1 0,26 1 0,0-2 0,0-1 0,0-2 0,46-10 0,-25 4 0,203-20 0,-200 26 0,0 3 0,86 10 0,327 37 0,-261-42 0,-209-5 10,-1 0 0,1 0 0,0 0 0,-1 0 0,1 0 0,0 1 0,-1-1 0,1 1 0,0-1 0,-1 1 0,3 1 0,-5 4-211,-9 4-1083,3-5-5542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3.4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95 24575,'17'-17'0,"-8"9"0,0 0 0,1 1 0,0 0 0,0 0 0,0 1 0,1 1 0,0 0 0,0 0 0,0 1 0,1 0 0,-1 1 0,1 0 0,0 1 0,0 0 0,0 1 0,0 1 0,0 0 0,0 0 0,0 1 0,0 1 0,0 0 0,0 0 0,0 1 0,-1 1 0,1 0 0,-1 1 0,11 6 0,-9-4 0,-1 1 0,0 1 0,-1 0 0,0 0 0,-1 2 0,0-1 0,0 1 0,-1 0 0,0 1 0,-1 0 0,0 1 0,-1-1 0,-1 1 0,0 1 0,-1-1 0,4 17 0,-6-19 0,-1 0 0,0 0 0,-1 1 0,0-1 0,-1 1 0,0-1 0,-1 0 0,0 1 0,-5 21 0,-4 4 0,-23 55 0,31-86 0,-1 0 0,-1 0 0,1 0 0,-1 0 0,0-1 0,0 1 0,0-1 0,-1 0 0,0 0 0,0-1 0,0 1 0,-1-1 0,1 0 0,-1-1 0,0 1 0,0-1 0,0 0 0,-1-1 0,1 1 0,0-1 0,-1-1 0,0 1 0,0-1 0,1 0 0,-14 0 0,10-2 0,1 1 0,-1-1 0,0-1 0,0 0 0,1 0 0,-1-1 0,1 0 0,0 0 0,0-1 0,0-1 0,-9-5 0,15 9 0,0-1 0,0-1 0,1 1 0,-1 0 0,0-1 0,1 1 0,-1-1 0,1 0 0,0 1 0,0-1 0,0 0 0,0-1 0,1 1 0,-1 0 0,1 0 0,0-1 0,-1 1 0,2-1 0,-1 1 0,0-1 0,1 1 0,0-1 0,-1 1 0,1-1 0,1 0 0,-1 1 0,0-1 0,1 1 0,0-1 0,0 1 0,0-1 0,0 1 0,3-5 0,4-5 0,-1 1 0,2 0 0,0 0 0,0 1 0,17-14 0,9-13 0,-26 27 0,1 0 0,0 1 0,1 0 0,0 1 0,1 0 0,0 0 0,0 2 0,1-1 0,0 2 0,0-1 0,0 2 0,1 0 0,0 1 0,0 0 0,25-3 0,-27 6 0,-1 0 0,1 1 0,0 0 0,-1 1 0,1 0 0,0 1 0,-1 0 0,1 1 0,-1 0 0,0 1 0,0 0 0,0 1 0,-1 0 0,0 1 0,0 0 0,0 1 0,15 13 0,-19-14 0,-1 0 0,0 0 0,0 1 0,0 0 0,-1 0 0,0 1 0,0-1 0,-1 1 0,0 0 0,0-1 0,-1 1 0,0 1 0,1 8 0,0 2 0,-2 1 0,0 0 0,-1 0 0,-3 25 0,1-30 0,-1-1 0,-1 0 0,-9 22 0,1-1 0,53-180-1365,-36 124-5461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4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51 24575,'13'-2'0,"25"-4"0,-36 6 0,0 0 0,0-1 0,0 2 0,0-1 0,0 0 0,1 0 0,-1 1 0,0-1 0,0 1 0,0-1 0,0 1 0,0 0 0,3 1 0,-5 1 0,1-1 0,-1 0 0,1 0 0,-1 1 0,0-1 0,0 0 0,0 1 0,0-1 0,0 0 0,0 1 0,-1-1 0,1 0 0,-1 1 0,-1 3 0,0 0 0,-3 23 0,-4 52 0,9-68 0,0 1 0,1-1 0,0 0 0,1 0 0,1 0 0,5 17 0,-8-28 0,1 0 0,0-1 0,-1 1 0,1 0 0,0-1 0,0 1 0,0-1 0,1 0 0,-1 1 0,0-1 0,0 0 0,1 0 0,-1 1 0,1-1 0,-1 0 0,1 0 0,-1-1 0,1 1 0,-1 0 0,1 0 0,0-1 0,0 1 0,-1-1 0,1 0 0,0 1 0,0-1 0,-1 0 0,1 0 0,0 0 0,0 0 0,0-1 0,-1 1 0,1 0 0,0-1 0,0 1 0,-1-1 0,1 1 0,1-2 0,3 0 0,0-1 0,-1 1 0,0-1 0,1 0 0,-1 0 0,0-1 0,-1 0 0,1 0 0,-1 0 0,6-7 0,-3 1 0,0 0 0,-1-1 0,-1 1 0,0-1 0,0 0 0,3-13 0,12-70 0,-16 73 0,-4 20 0,0 0 0,0 0 0,0 0 0,0 0 0,0 0 0,1 0 0,-1 0 0,0 0 0,1 0 0,-1 0 0,0 0 0,1 0 0,-1 1 0,1-1 0,-1 0 0,1 0 0,0 0 0,-1 1 0,1-1 0,1-1 0,-1 3 0,-1-1 0,1 0 0,-1 0 0,1 1 0,-1-1 0,1 1 0,-1-1 0,1 0 0,-1 1 0,1-1 0,-1 1 0,1-1 0,-1 1 0,1-1 0,-1 1 0,0 0 0,0-1 0,1 1 0,-1-1 0,0 1 0,1 1 0,12 43 0,7 48 0,10 60 0,-30-152 0,1-1 0,-1 1 0,0-1 0,0 1 0,0-1 0,0 1 0,0-1 0,0 1 0,1-1 0,-1 1 0,0-1 0,0 1 0,1-1 0,-1 1 0,0-1 0,1 0 0,-1 1 0,1-1 0,-1 0 0,0 1 0,1-1 0,-1 0 0,1 1 0,-1-1 0,1 0 0,-1 0 0,1 0 0,0 1 0,16-4 0,-12 1 0,-1 0 0,0 0 0,0 0 0,-1-1 0,7-4 0,-5 0 0,0 0 0,0 1 0,-1-2 0,0 1 0,0-1 0,0 1 0,-1-1 0,-1 0 0,1 0 0,-1 0 0,1-13 0,1-9 0,-1-56 0,-6 36 0,2 33 0,0 0 0,0-1 0,3-19 0,-2 36 0,0 1 0,0-1 0,0 1 0,0 0 0,-1-1 0,1 1 0,0 0 0,0-1 0,-1 1 0,1 0 0,0-1 0,-1 1 0,1 0 0,0-1 0,-1 1 0,1 0 0,0 0 0,-1 0 0,1-1 0,-1 1 0,1 0 0,0 0 0,-1 0 0,1 0 0,-1 0 0,1 0 0,-1 0 0,1 0 0,0 0 0,-1 0 0,1 0 0,-1 0 0,1 0 0,-1 0 0,1 0 0,0 0 0,-1 0 0,1 0 0,-1 1 0,1-1 0,0 0 0,-1 0 0,1 0 0,0 1 0,-1-1 0,0 1 0,0-1 0,0 0 0,0 0 0,0 1 0,0-1 0,0 1 0,1-1 0,-1 1 0,0-1 0,0 1 0,0-1 0,1 1 0,-1 0 0,0 0 0,1-1 0,-1 1 0,0 0 0,1 0 0,-1 0 0,1-1 0,0 1 0,-1 0 0,1 0 0,-1 1 0,3 15-1365,0-10-5461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4.6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24575,'16'20'0,"-9"-18"0,0 1 0,-1-1 0,1-1 0,0 1 0,0-1 0,0 0 0,1-1 0,-1 0 0,0 0 0,0 0 0,14-3 0,3 1 0,-22 1 0,-1 1 0,1 0 0,0 0 0,-1 0 0,1 0 0,-1 0 0,1 1 0,0-1 0,-1 0 0,1 1 0,-1-1 0,1 1 0,1 0 0,-2 0 0,-1 0 0,1-1 0,0 1 0,-1 0 0,1 0 0,-1 0 0,1 0 0,-1 0 0,0 0 0,1-1 0,-1 1 0,0 0 0,1 0 0,-1 0 0,0 0 0,0 0 0,0 0 0,0 0 0,0 0 0,0 2 0,-2 10 0,1-1 0,-2 0 0,0 0 0,0 0 0,-1 0 0,-7 13 0,5-9 0,0 0 0,-6 27 0,12-43 0,1 0 0,-1 1 0,0-1 0,0 0 0,1 1 0,-1-1 0,0 0 0,1 0 0,-1 1 0,0-1 0,1 0 0,-1 0 0,0 0 0,1 0 0,-1 1 0,0-1 0,1 0 0,-1 0 0,1 0 0,-1 0 0,0 0 0,1 0 0,-1 0 0,1 0 0,-1 0 0,0 0 0,1 0 0,-1 0 0,1-1 0,13 0 0,-6-3-114,0 0 1,0 0-1,0-1 0,0 0 0,-1-1 1,0 1-1,0-1 0,-1-1 0,1 1 1,-1-1-1,7-10 0,-5 6-6712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5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0,30 15 0,-14-12 0,0 0 0,1 0 0,-1 1 0,0 1 0,0 0 0,0 1 0,-1 1 0,0 0 0,20 14 0,-33-20 0,-1 1 0,1-1 0,-1 1 0,1-1 0,-1 1 0,0 0 0,0-1 0,1 1 0,-1 0 0,0 0 0,-1 0 0,1 0 0,0 0 0,-1 0 0,1 0 0,-1 0 0,1 0 0,-1 0 0,0 1 0,0-1 0,0 0 0,0 0 0,0 0 0,-1 0 0,1 0 0,-1 0 0,1 0 0,-1 1 0,0-2 0,1 1 0,-1 0 0,0 0 0,-3 3 0,-3 7 0,-1-2 0,0 1 0,0-1 0,-13 11 0,17-16 0,-143 132 0,147-137 0,1 1 0,-1-1 0,1 0 0,-1 1 0,1-1 0,-1 0 0,1 1 0,-1-1 0,1 0 0,-1 1 0,1-1 0,0 0 0,-1 0 0,1 0 0,-1 0 0,1 0 0,0 1 0,-1-1 0,1 0 0,0-1 0,-1 1 0,2 0 0,19 1 0,84-24 12,-62 13-1389,-37 8-5449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7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 24575,'2'0'0,"-1"2"0,1-1 0,0 0 0,-1 0 0,1 0 0,-1 1 0,0-1 0,1 1 0,-1-1 0,0 1 0,0-1 0,0 1 0,0 0 0,0 0 0,0-1 0,0 1 0,-1 0 0,1 0 0,-1 0 0,1 0 0,-1 0 0,0 0 0,1 0 0,-1 0 0,0 0 0,-1 2 0,0 4 0,0 1 0,-1-1 0,0 0 0,-4 12 0,6-19 0,-16 2 0,8-2 0,16 4 0,33 10-1365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8.3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24575,'0'0'0,"0"0"0,0 0 0,0 0 0,0 0 0,0 0 0,0 0 0,9 11 0,-6-6 0,-1 0 0,0 0 0,0 1 0,-1-1 0,1 0 0,-1 1 0,0-1 0,-1 1 0,1-1 0,-1 1 0,0-1 0,-1 1 0,-1 8 0,-2 10 0,-15 42 0,10-38 0,4-10 0,1 0 0,1 0 0,0 1 0,2-1 0,1 31 0,0-45 0,-1 0 0,1 0 0,-1 0 0,1 0 0,-1 0 0,0 0 0,-1-1 0,1 1 0,-4 6 0,5-10 0,1 1 0,-1-1 0,0 1 0,0-1 0,1 1 0,-1-1 0,0 1 0,0-1 0,1 1 0,-1-1 0,1 0 0,-1 1 0,0-1 0,1 0 0,-1 1 0,1-1 0,-1 0 0,1 1 0,-1-1 0,1 0 0,-1 0 0,1 0 0,-1 1 0,1-1 0,-1 0 0,1 0 0,15 5 0,-6-3 0,1-1 0,0 0 0,0-1 0,0 0 0,0-1 0,16-3 0,67-18 0,-48 9 0,46-10-1365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2:29.1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68 24575,'0'0'0,"0"0"0,0 0 0,0 0 0,0 0 0,-10 244 0,1 4 0,3-306 0,6 7 0,-2-41 0,4-1 0,15-97 0,-16 186 0,0-1 0,1 1 0,0 0 0,-1 1 0,2-1 0,-1 0 0,0 1 0,1-1 0,-1 1 0,1-1 0,0 1 0,5-4 0,-6 5 0,1 0 0,-1 0 0,1-1 0,0 2 0,0-1 0,0 0 0,0 0 0,0 1 0,0 0 0,0 0 0,0 0 0,1 0 0,-1 0 0,0 1 0,7-1 0,-5 2 0,0 0 0,0 1 0,0-1 0,0 1 0,5 3 0,15 6 0,-19-9 0,1 0 0,-1 1 0,0 0 0,-1 1 0,1-1 0,0 1 0,-1 0 0,0 0 0,0 1 0,0-1 0,7 11 0,-6-8 0,0 1 0,-1 0 0,0 1 0,-1-1 0,0 1 0,0 0 0,4 14 0,-8-20 0,0 0 0,0 0 0,0 0 0,0 0 0,0 0 0,-1 0 0,1 1 0,-1-1 0,0 0 0,0-1 0,0 1 0,0 0 0,-1 0 0,1 0 0,-1-1 0,0 1 0,1-1 0,-1 1 0,0-1 0,-1 0 0,-3 4 0,-3 2 0,0 0 0,-1-1 0,0 0 0,-13 7 0,15-10 0,0 0 0,0-1 0,0 0 0,-1 0 0,1-1 0,-1 0 0,-13 1 0,43-7 0,-16 2 0,-1 1 0,0 0 0,1 1 0,-1-1 0,0 1 0,1-1 0,-1 1 0,9 2 0,12 4 0,0 2 0,-1 1 0,35 18 0,-11-5 0,5-6-1365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3:05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0 24575,'-12'16'0,"1"1"0,0 0 0,2 1 0,-12 27 0,5-10 0,-1-2 0,-2 0 0,-38 51 0,35-55 0,1 2 0,2 0 0,1 2 0,-15 36 0,22-39 0,4-10 0,0 1 0,-2-1 0,-15 25 0,25-44 0,1 0 0,-1-1 0,0 1 0,0 0 0,1-1 0,-1 1 0,0-1 0,1 0 0,-1 1 0,1-1 0,1 0 0,37 1 0,0-3 0,0-1 0,-1-2 0,42-10 0,-11 2 0,-36 7 0,-5 2 0,47-13 0,-68 15 0,0-1 0,0-1 0,0 1 0,0-1 0,0-1 0,-1 0 0,1 0 0,-1 0 0,12-12 0,-17 15 0,0 0 0,0-1 0,0 1 0,-1 0 0,1-1 0,0 0 0,-1 1 0,0-1 0,1 0 0,-1 0 0,0 0 0,-1 1 0,1-1 0,0 0 0,-1 0 0,1-4 0,-2 2 0,0-1 0,0 1 0,0-1 0,0 1 0,-1 0 0,0-1 0,-4-8 0,-6-8 0,-1 0 0,0 0 0,-2 1 0,-30-33 0,-77-65 0,106 106-151,1 1-1,-2 1 0,0 0 0,0 1 1,-1 1-1,0 1 0,0 0 1,-29-7-1,28 10-6674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23:07.2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287 1 24575,'0'0'0,"0"0"0,0 0 0,0 0 0,0 0 0,-8 3 0,2 0 0,0 0 0,1 1 0,-1-1 0,1 1 0,0 0 0,0 1 0,0-1 0,1 1 0,0 0 0,0 0 0,0 1 0,-6 10 0,-2 7 0,-17 48 0,16-39 0,-19 42 0,-51 84 0,82-156 0,-6 9 0,1 0 0,0 1 0,1-1 0,-8 26 0,12-34 0,0-1 0,1 1 0,0-1 0,-1 1 0,1-1 0,0 1 0,0-1 0,0 1 0,1-1 0,-1 1 0,1-1 0,-1 1 0,1-1 0,0 1 0,0-1 0,0 0 0,0 1 0,0-1 0,0 0 0,1 0 0,-1 0 0,1 0 0,0 0 0,-1 0 0,1 0 0,0-1 0,0 1 0,0-1 0,0 1 0,0-1 0,1 0 0,2 2 0,10 3 0,0-1 0,1 0 0,0-1 0,0-1 0,0 0 0,0-1 0,0-1 0,1 0 0,20-2 0,-4-2 0,1-2 0,-1-1 0,50-15 0,-71 17 0,0-1 0,0 0 0,0-1 0,15-10 0,-26 16 0,-1-1 0,1 0 0,-1 1 0,0-1 0,1 0 0,-1 1 0,0-1 0,0 0 0,0 1 0,1-1 0,-1 0 0,0 0 0,0 1 0,0-1 0,0 0 0,0 0 0,0 1 0,0-1 0,-1 0 0,1 1 0,0-1 0,0 0 0,-1 0 0,1 1 0,0-1 0,-1 0 0,1 1 0,0-1 0,-2 0 0,-11-20 0,-13-10 0,-2 2 0,-1 0 0,-44-33 0,31 27 0,-21-18-59,-95-85-1247,142 123-5520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0.5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402 846 8290 0 0,'4'-1'396'0'0,"-1"1"1"0"0,1-1-1 0 0,-1 0 1 0 0,0 0 0 0 0,1 0-1 0 0,-1-1 1 0 0,0 1-1 0 0,0-1 1 0 0,0 0 0 0 0,0 0-1 0 0,5-4 1 0 0,28-27 358 0 0,-11 5 71 0 0,-1-2-1 0 0,-1-1 0 0 0,-1-1 0 0 0,-2 0 1 0 0,16-37-1 0 0,-30 56-586 0 0,-1 0 0 0 0,0-1 0 0 0,0 1-1 0 0,-1-1 1 0 0,-1 0 0 0 0,-1 0 0 0 0,0-1 0 0 0,0 1 0 0 0,-2 0-1 0 0,0-1 1 0 0,0 1 0 0 0,-4-22 0 0 0,0 13-144 0 0,-2 1 1 0 0,0 0-1 0 0,-1 0 1 0 0,-1 1-1 0 0,-1 0 1 0 0,-1 0-1 0 0,-14-20 1 0 0,13 21-67 0 0,-2 1 0 0 0,0 1 0 0 0,-1 0 1 0 0,-30-29-1 0 0,38 41-18 0 0,-1 1 0 0 0,0 0 0 0 0,0 0 0 0 0,-1 0 0 0 0,0 1 1 0 0,1 0-1 0 0,-1 1 0 0 0,-1-1 0 0 0,1 2 0 0 0,0-1 0 0 0,-1 1 0 0 0,1 0 1 0 0,-1 1-1 0 0,0 0 0 0 0,-13 0 0 0 0,8 2-17 0 0,1 1 0 0 0,0 0 1 0 0,0 1-1 0 0,0 0 0 0 0,0 1 1 0 0,1 0-1 0 0,-1 1 0 0 0,1 0 0 0 0,0 1 1 0 0,1 1-1 0 0,-1 0 0 0 0,1 0 1 0 0,1 1-1 0 0,-1 0 0 0 0,1 1 0 0 0,1 1 1 0 0,-17 19-1 0 0,12-11 6 0 0,1 0 0 0 0,1 1 0 0 0,0 1 1 0 0,2 0-1 0 0,0 0 0 0 0,1 1 0 0 0,2 1 0 0 0,0-1 0 0 0,-8 41 1 0 0,8-15-141 0 0,-2 98 1 0 0,10-120 111 0 0,0 1-1 0 0,2 0 1 0 0,1 0 0 0 0,0-1 0 0 0,13 36-1 0 0,-14-52 23 0 0,1-1 0 0 0,0 1 0 0 0,0-1-1 0 0,0 0 1 0 0,1 0 0 0 0,1-1-1 0 0,-1 1 1 0 0,1-1 0 0 0,0-1-1 0 0,1 1 1 0 0,0-1 0 0 0,0 0-1 0 0,14 9 1 0 0,-11-9 22 0 0,0-1 1 0 0,1 0-1 0 0,0-1 1 0 0,0 0-1 0 0,0-1 0 0 0,0 0 1 0 0,1 0-1 0 0,-1-2 1 0 0,1 1-1 0 0,19-1 0 0 0,-6-2 61 0 0,1 0 0 0 0,0-2-1 0 0,-1-1 1 0 0,1-1-1 0 0,-1-1 1 0 0,0-1-1 0 0,-1-2 1 0 0,0 0 0 0 0,0-1-1 0 0,-1-2 1 0 0,33-21-1 0 0,-45 26-180 0 0,9-5 277 0 0,0-1 0 0 0,-1-1 0 0 0,-1 0 0 0 0,24-25 0 0 0,-38 35-322 0 0,0-1 0 0 0,0 1 0 0 0,-1-1 1 0 0,0 0-1 0 0,0 0 0 0 0,0 0 0 0 0,0 0 0 0 0,-1-1 0 0 0,0 1 1 0 0,0 0-1 0 0,-1-1 0 0 0,1 0 0 0 0,-1 1 0 0 0,0-1 0 0 0,-1 0 1 0 0,1 0-1 0 0,-1 1 0 0 0,-1-1 0 0 0,1 0 0 0 0,-1 0 1 0 0,0 1-1 0 0,0-1 0 0 0,-3-8 0 0 0,0 1-7327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1.3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453 709 7834 0 0,'1'0'119'0'0,"-1"1"1"0"0,1 0 0 0 0,-1 0 0 0 0,1 0-1 0 0,-1-1 1 0 0,1 1 0 0 0,0 0 0 0 0,-1-1-1 0 0,1 1 1 0 0,0-1 0 0 0,-1 1 0 0 0,1-1-1 0 0,0 1 1 0 0,0-1 0 0 0,0 1 0 0 0,0-1-1 0 0,-1 0 1 0 0,1 1 0 0 0,0-1 0 0 0,0 0-1 0 0,0 0 1 0 0,1 1 0 0 0,23 3 941 0 0,-18-5-879 0 0,-1 1 0 0 0,0-1 0 0 0,0 0 0 0 0,0 0-1 0 0,0 0 1 0 0,0-1 0 0 0,0 0 0 0 0,0-1 0 0 0,0 1 0 0 0,-1-1-1 0 0,10-6 1 0 0,-7 3 45 0 0,1 0 0 0 0,-1-1 0 0 0,-1-1 0 0 0,1 1 0 0 0,-1-1 0 0 0,8-12 0 0 0,-3 0 170 0 0,0 1 0 0 0,-2-2 1 0 0,0 0-1 0 0,-1 0 0 0 0,10-38 1 0 0,-15 43-214 0 0,-1 0 0 0 0,-1 0 1 0 0,0 0-1 0 0,-2-1 0 0 0,0 1 1 0 0,0 0-1 0 0,-2 0 0 0 0,0 0 1 0 0,0 0-1 0 0,-2 0 0 0 0,0 0 1 0 0,-1 1-1 0 0,0-1 0 0 0,-14-24 1 0 0,11 23-106 0 0,-2 1 1 0 0,0 0 0 0 0,0 1 0 0 0,-2 1-1 0 0,0-1 1 0 0,0 2 0 0 0,-2 0-1 0 0,1 0 1 0 0,-2 1 0 0 0,1 1-1 0 0,-2 1 1 0 0,-27-15 0 0 0,35 21-70 0 0,1 1 0 0 0,-1 0 0 0 0,0 0 0 0 0,0 1 0 0 0,-1 0 0 0 0,1 0 0 0 0,0 1 0 0 0,-1 0 0 0 0,1 0 0 0 0,0 1 0 0 0,-1 0 0 0 0,1 1 0 0 0,-14 2 0 0 0,11 0 4 0 0,0 1-1 0 0,-1 0 1 0 0,2 0 0 0 0,-1 1 0 0 0,1 1 0 0 0,-1-1 0 0 0,1 2 0 0 0,-16 13 0 0 0,3 0-17 0 0,2 2 0 0 0,1 0-1 0 0,0 2 1 0 0,2 0 0 0 0,1 1 0 0 0,-25 47-1 0 0,26-41 51 0 0,1 1-1 0 0,2 0 0 0 0,1 2 0 0 0,-9 42 1 0 0,17-58-110 0 0,1 0 1 0 0,0 1 0 0 0,2-1 0 0 0,0 0-1 0 0,1 0 1 0 0,1 1 0 0 0,1-1 0 0 0,0 0-1 0 0,2 0 1 0 0,5 18 0 0 0,-5-24 51 0 0,0-1 0 0 0,1 0 1 0 0,1 0-1 0 0,0 0 0 0 0,0-1 1 0 0,1 0-1 0 0,0 0 0 0 0,1 0 0 0 0,0-1 1 0 0,1-1-1 0 0,0 1 0 0 0,0-1 1 0 0,1-1-1 0 0,11 8 0 0 0,-8-7-1 0 0,1-1 1 0 0,-1-1-1 0 0,1 0 0 0 0,0-1 1 0 0,1 0-1 0 0,-1-2 0 0 0,1 1 0 0 0,0-2 1 0 0,-1 0-1 0 0,1 0 0 0 0,18-2 1 0 0,2-1 29 0 0,1-2 0 0 0,-1-1 1 0 0,0-2-1 0 0,0-2 0 0 0,0-1 1 0 0,-2-2-1 0 0,57-25 0 0 0,-82 33 16 0 0,0-1 1 0 0,-1-1-1 0 0,1 0 0 0 0,-1 0 0 0 0,0 0 0 0 0,0-1 0 0 0,-1 0 0 0 0,0 0 1 0 0,0 0-1 0 0,9-15 0 0 0,8-23-6426 0 0,-16 29-149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1.9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496 923 1376 0 0,'5'-5'1667'0'0,"-1"0"-1"0"0,1 0 1 0 0,0 1-1 0 0,1 0 1 0 0,-1 0-1 0 0,12-7 0 0 0,7-5-413 0 0,3-6-646 0 0,-1-2 0 0 0,0 0 0 0 0,-2-2 0 0 0,-1-1-1 0 0,-2-1 1 0 0,0 0 0 0 0,-2-2 0 0 0,19-37 0 0 0,-32 53-453 0 0,-1 0-1 0 0,-1 0 1 0 0,0 0 0 0 0,-1-1-1 0 0,-1 1 1 0 0,0-1-1 0 0,-1 0 1 0 0,0 0 0 0 0,-1 0-1 0 0,-1 0 1 0 0,0 1-1 0 0,-1-1 1 0 0,-1 0 0 0 0,-8-25-1 0 0,1 11-70 0 0,-1 0-1 0 0,-1 2 1 0 0,-1-1-1 0 0,-2 2 1 0 0,-1 0 0 0 0,-24-31-1 0 0,31 46-53 0 0,0 0 0 0 0,0 0-1 0 0,-2 1 1 0 0,1 1 0 0 0,-1 0-1 0 0,0 0 1 0 0,-1 1 0 0 0,0 0-1 0 0,-23-10 1 0 0,24 13-45 0 0,-1 1-1 0 0,0 1 1 0 0,1 0-1 0 0,-1 0 1 0 0,0 1-1 0 0,0 1 1 0 0,-1 0-1 0 0,1 1 1 0 0,0 0-1 0 0,0 1 1 0 0,-21 4 0 0 0,16-2 107 0 0,0 1 0 0 0,0 1 1 0 0,1 1-1 0 0,0 1 1 0 0,0 0-1 0 0,1 1 0 0 0,0 0 1 0 0,0 1-1 0 0,-14 12 1 0 0,12-6-45 0 0,1 0 0 0 0,0 0 0 0 0,1 2 0 0 0,0 0-1 0 0,2 1 1 0 0,-18 29 0 0 0,16-20-94 0 0,1 0 0 0 0,2 2 0 0 0,1 0-1 0 0,1 0 1 0 0,1 0 0 0 0,2 2-1 0 0,1-1 1 0 0,1 0 0 0 0,1 1 0 0 0,2 44-1 0 0,2-57-23 0 0,2-1-1 0 0,0 0 1 0 0,0 1 0 0 0,2-1-1 0 0,0 0 1 0 0,1 0-1 0 0,11 24 1 0 0,-12-33 88 0 0,0 0 1 0 0,1 0 0 0 0,0 0-1 0 0,0-1 1 0 0,1 1-1 0 0,-1-1 1 0 0,2-1 0 0 0,-1 1-1 0 0,1-1 1 0 0,0 0 0 0 0,0-1-1 0 0,1 0 1 0 0,-1 0-1 0 0,1 0 1 0 0,0-1 0 0 0,10 4-1 0 0,4-1-19 0 0,0-2 0 0 0,0 0-1 0 0,1-1 1 0 0,-1-1 0 0 0,1-1-1 0 0,0-1 1 0 0,29-2 0 0 0,-2-4 17 0 0,0-1 0 0 0,59-17 0 0 0,-91 18-3 0 0,0 0 0 0 0,0-1 1 0 0,-1-1-1 0 0,1-1 0 0 0,-1 0 0 0 0,-1-2 1 0 0,0 0-1 0 0,0 0 0 0 0,-1-1 0 0 0,-1-1 1 0 0,1-1-1 0 0,-2 0 0 0 0,0-1 0 0 0,-1 0 1 0 0,13-18-1 0 0,-24 30-139 0 0,1-2-250 0 0,1 0 0 0 0,-1 1 0 0 0,1-1 0 0 0,-1 1 0 0 0,1 0-1 0 0,0-1 1 0 0,1 2 0 0 0,-1-1 0 0 0,0 0 0 0 0,5-2-1 0 0,0 2-1855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2.4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430 702 6913 0 0,'-5'29'888'0'0,"5"-26"-523"0"0,0 0 0 0 0,0 0 1 0 0,1 0-1 0 0,-1-1 0 0 0,1 1 1 0 0,0 0-1 0 0,0-1 0 0 0,0 1 1 0 0,0-1-1 0 0,0 1 0 0 0,1-1 1 0 0,-1 1-1 0 0,1-1 0 0 0,0 0 1 0 0,-1 0-1 0 0,1 0 0 0 0,0 0 1 0 0,0 0-1 0 0,0 0 0 0 0,1 0 1 0 0,2 1-1 0 0,-1 0-270 0 0,-1-1 0 0 0,1 0-1 0 0,-1-1 1 0 0,1 1 0 0 0,0 0-1 0 0,0-1 1 0 0,-1 0 0 0 0,1 0 0 0 0,0 0-1 0 0,0 0 1 0 0,0-1 0 0 0,1 0 0 0 0,-1 0-1 0 0,0 0 1 0 0,0 0 0 0 0,0 0 0 0 0,0-1-1 0 0,0 0 1 0 0,0 0 0 0 0,0 0-1 0 0,0 0 1 0 0,-1-1 0 0 0,1 1 0 0 0,0-1-1 0 0,-1 0 1 0 0,1 0 0 0 0,3-3 0 0 0,10-7 195 0 0,-1-1-1 0 0,0 0 1 0 0,-1-2 0 0 0,14-16 0 0 0,-18 20-143 0 0,2-4 101 0 0,0 0 0 0 0,0-1 0 0 0,-2 0 0 0 0,0-1 0 0 0,0-1 0 0 0,-2 1 0 0 0,0-2 0 0 0,10-31 0 0 0,-15 36-91 0 0,-1-1-1 0 0,0 0 1 0 0,-1-1-1 0 0,0 1 1 0 0,-2 0-1 0 0,1 0 1 0 0,-2-1-1 0 0,0 1 1 0 0,-1 0-1 0 0,0 0 1 0 0,-10-30-1 0 0,5 24-117 0 0,-1 1 0 0 0,-1-1 0 0 0,-1 1 0 0 0,-1 1 0 0 0,-1 0 0 0 0,0 0 0 0 0,-1 1 0 0 0,-1 1 0 0 0,-21-20 0 0 0,27 29-17 0 0,-1 0 0 0 0,0 0 0 0 0,-1 1 0 0 0,1 0 1 0 0,-2 1-1 0 0,1 0 0 0 0,-1 1 0 0 0,1 0 0 0 0,-2 0 0 0 0,1 1 1 0 0,0 1-1 0 0,-1 0 0 0 0,1 0 0 0 0,-1 2 0 0 0,0-1 0 0 0,0 1 1 0 0,0 1-1 0 0,-22 1 0 0 0,17 3-39 0 0,1 0 1 0 0,-1 0-1 0 0,1 1 1 0 0,0 1-1 0 0,1 1 0 0 0,0 0 1 0 0,0 1-1 0 0,0 1 1 0 0,-16 13-1 0 0,4-1 90 0 0,1 2 1 0 0,0 0-1 0 0,-34 43 1 0 0,47-49-100 0 0,1 0-1 0 0,1 0 1 0 0,0 1 0 0 0,2 1 0 0 0,0 0-1 0 0,1 0 1 0 0,0 0 0 0 0,2 1-1 0 0,1 0 1 0 0,0 1 0 0 0,-3 29-1 0 0,7-38 18 0 0,0 1-1 0 0,1 0 0 0 0,0 0 0 0 0,1 0 1 0 0,0 0-1 0 0,1 0 0 0 0,1-1 0 0 0,0 1 1 0 0,0-1-1 0 0,1 0 0 0 0,1 0 0 0 0,0 0 1 0 0,1 0-1 0 0,0-1 0 0 0,1 0 0 0 0,0 0 1 0 0,1-1-1 0 0,0 1 0 0 0,14 12 0 0 0,-7-10-37 0 0,2-1 0 0 0,-1 0 0 0 0,1-1 0 0 0,1-1 0 0 0,0-1 0 0 0,0-1 0 0 0,1 0 0 0 0,0-1 0 0 0,1-1 0 0 0,-1-1 0 0 0,29 4 0 0 0,-8-4-606 0 0,-1-3 1 0 0,1 0-1 0 0,-1-3 0 0 0,75-10 1 0 0,-61 0-1891 0 0,-27 5 1108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2.99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543 1014 3225 0 0,'8'13'844'0'0,"-6"-10"106"0"0,-1 0 1 0 0,1 0-1 0 0,0 0 0 0 0,0 0 1 0 0,0 0-1 0 0,0-1 0 0 0,4 5 1 0 0,-3-5-785 0 0,1 1 0 0 0,-1-1 0 0 0,0 0 0 0 0,0 0 0 0 0,1-1 0 0 0,0 1 0 0 0,-1-1 0 0 0,1 1 0 0 0,0-1 0 0 0,-1 0 0 0 0,1 0 0 0 0,0-1 0 0 0,0 1 0 0 0,7-1 0 0 0,-5 0 53 0 0,1-1-1 0 0,0 0 1 0 0,0-1-1 0 0,0 1 1 0 0,-1-1-1 0 0,1-1 1 0 0,10-4-1 0 0,4-5 375 0 0,-1 0 0 0 0,0-2 0 0 0,32-27 1 0 0,-17 10 110 0 0,-1-2 0 0 0,-1-1 0 0 0,44-60 0 0 0,-64 76-471 0 0,-1-1-1 0 0,0 0 0 0 0,-2 0 0 0 0,0-1 0 0 0,-1-1 0 0 0,-1 1 1 0 0,-1-1-1 0 0,-1-1 0 0 0,6-39 0 0 0,-10 30-58 0 0,-1 0 0 0 0,-1 1 0 0 0,-2-1 0 0 0,-1 0 0 0 0,-1 1 0 0 0,-2-1 0 0 0,-18-54 0 0 0,17 66-142 0 0,-1 0 1 0 0,0 1 0 0 0,-2 1 0 0 0,0-1 0 0 0,-20-24 0 0 0,21 31 26 0 0,0 0 0 0 0,-1 1 0 0 0,0 1 0 0 0,-1 0 0 0 0,0 0 0 0 0,-1 1 0 0 0,0 0 0 0 0,-20-9 0 0 0,23 13-22 0 0,-1 0 0 0 0,1 1 0 0 0,-1 0 0 0 0,0 1-1 0 0,0 0 1 0 0,0 0 0 0 0,0 1 0 0 0,0 1 0 0 0,-19 0 0 0 0,13 2-14 0 0,1 1 0 0 0,-1 0 0 0 0,1 1 0 0 0,0 0 0 0 0,-25 12 0 0 0,4 2-17 0 0,2 1 1 0 0,0 2 0 0 0,1 2 0 0 0,-34 30 0 0 0,13-8 18 0 0,2 1 0 0 0,3 3 0 0 0,-82 105 0 0 0,114-131-122 0 0,1 1 0 0 0,1 1 1 0 0,1 1-1 0 0,1 0 0 0 0,1 0 1 0 0,2 2-1 0 0,1-1 1 0 0,1 1-1 0 0,1 0 0 0 0,1 1 1 0 0,2-1-1 0 0,-1 32 0 0 0,5-48 79 0 0,0 0 0 0 0,1 1 0 0 0,0-1 0 0 0,1 0 0 0 0,1 0 0 0 0,0 0 0 0 0,0-1 0 0 0,10 23 0 0 0,-8-26 18 0 0,-1 0-1 0 0,1 0 1 0 0,1-1 0 0 0,-1 1 0 0 0,1-1 0 0 0,1-1 0 0 0,-1 1 0 0 0,1-1 0 0 0,0 0 0 0 0,1 0-1 0 0,-1-1 1 0 0,12 6 0 0 0,5 0-76 0 0,0 0 0 0 0,1-2 1 0 0,0 0-1 0 0,0-2 0 0 0,52 8 0 0 0,-42-10-231 0 0,0-2 0 0 0,0-2 0 0 0,0-1 0 0 0,36-6 1 0 0,-41 1-846 0 0,0-2 1 0 0,44-16-1 0 0,-36 11-760 0 0,1-1-2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3.48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582 870 11058 0 0,'-1'0'83'0'0,"1"0"-1"0"0,-1 1 0 0 0,1-1 0 0 0,-1 0 0 0 0,1 1 1 0 0,-1-1-1 0 0,1 0 0 0 0,-1 1 0 0 0,1-1 1 0 0,0 1-1 0 0,-1-1 0 0 0,1 1 0 0 0,0-1 0 0 0,-1 0 1 0 0,1 1-1 0 0,0-1 0 0 0,0 1 0 0 0,-1 0 1 0 0,1-1-1 0 0,0 1 0 0 0,0-1 0 0 0,0 1 1 0 0,0-1-1 0 0,0 1 0 0 0,0-1 0 0 0,0 1 0 0 0,0 0 1 0 0,0-1-1 0 0,0 1 0 0 0,0 0 0 0 0,18 5 2342 0 0,-5-4-2510 0 0,3 2 372 0 0,1-1-1 0 0,-1-1 1 0 0,1 0 0 0 0,0-1 0 0 0,0-1-1 0 0,0 0 1 0 0,28-6 0 0 0,-35 4-83 0 0,0 0 1 0 0,0-1-1 0 0,0 0 0 0 0,-1-1 0 0 0,0 0 1 0 0,1-1-1 0 0,-2 1 0 0 0,1-2 1 0 0,0 1-1 0 0,-1-1 0 0 0,0-1 1 0 0,-1 1-1 0 0,1-1 0 0 0,6-9 1 0 0,-3 2 119 0 0,0-1 0 0 0,-2 1 0 0 0,0-2 0 0 0,0 1 0 0 0,-1-1 0 0 0,-1 0 0 0 0,-1-1 0 0 0,7-30 0 0 0,-10 33-215 0 0,0 0-1 0 0,-2 0 1 0 0,0 0-1 0 0,-1-1 0 0 0,0 1 1 0 0,-1 0-1 0 0,0-1 1 0 0,-1 1-1 0 0,-1 0 1 0 0,-1 0-1 0 0,-5-17 0 0 0,-12-20 75 0 0,-1 2-1 0 0,-3 0 1 0 0,-60-88-1 0 0,74 121-167 0 0,-2 1 0 0 0,0 0 0 0 0,0 1 0 0 0,-2 0 0 0 0,1 1 0 0 0,-2 1-1 0 0,0 1 1 0 0,-26-16 0 0 0,29 21-5 0 0,-1 0-1 0 0,0 0 1 0 0,1 2-1 0 0,-2-1 0 0 0,1 2 1 0 0,0 0-1 0 0,-1 0 1 0 0,0 2-1 0 0,1 0 0 0 0,-1 0 1 0 0,0 2-1 0 0,-15 1 1 0 0,12 1-20 0 0,0 1 0 0 0,1 1 1 0 0,0 1-1 0 0,0 0 1 0 0,0 1-1 0 0,0 1 0 0 0,1 1 1 0 0,1 0-1 0 0,-1 1 1 0 0,2 0-1 0 0,-1 1 0 0 0,2 1 1 0 0,-21 21-1 0 0,10-6-21 0 0,1 1-1 0 0,1 1 1 0 0,2 1 0 0 0,1 1-1 0 0,-28 61 1 0 0,33-58-40 0 0,1 0 0 0 0,2 1-1 0 0,2 0 1 0 0,-9 63 0 0 0,15-73 26 0 0,1 1 0 0 0,2-1 0 0 0,0 0 0 0 0,1 1 0 0 0,2-1 0 0 0,1 0 0 0 0,11 40-1 0 0,-11-51 2 0 0,2-1-1 0 0,0 0 0 0 0,1 0 0 0 0,0 0 0 0 0,0-1 0 0 0,2 0 1 0 0,-1 0-1 0 0,2-1 0 0 0,-1 0 0 0 0,2-1 0 0 0,-1 0 1 0 0,1 0-1 0 0,19 12 0 0 0,-11-11-188 0 0,0 0 1 0 0,0-1-1 0 0,1-1 0 0 0,0-1 1 0 0,1-1-1 0 0,0 0 0 0 0,0-2 0 0 0,32 4 1 0 0,-32-7-569 0 0,0-2 0 0 0,41-3 0 0 0,-37 1-566 0 0,13-2-787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3.9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571 906 11979 0 0,'-1'5'432'0'0,"-1"0"1"0"0,1 0 0 0 0,0 0 0 0 0,0 0 0 0 0,1 7 0 0 0,-1-11-365 0 0,1 0 0 0 0,0 0 1 0 0,0 0-1 0 0,0 0 0 0 0,0 0 1 0 0,1 0-1 0 0,-1 0 0 0 0,0 0 1 0 0,0 0-1 0 0,1 0 0 0 0,-1 0 1 0 0,0 0-1 0 0,1-1 0 0 0,-1 1 1 0 0,1 0-1 0 0,-1 0 0 0 0,1 0 1 0 0,-1 0-1 0 0,1-1 0 0 0,0 1 1 0 0,-1 0-1 0 0,1-1 0 0 0,0 1 1 0 0,0 0-1 0 0,0-1 0 0 0,-1 1 1 0 0,1-1-1 0 0,0 1 0 0 0,0-1 1 0 0,0 1-1 0 0,0-1 0 0 0,0 0 1 0 0,0 0-1 0 0,0 1 0 0 0,1-1 1 0 0,0 0 14 0 0,1-1 1 0 0,-1 1 0 0 0,0 0-1 0 0,0-1 1 0 0,0 0 0 0 0,0 0 0 0 0,0 1-1 0 0,0-1 1 0 0,0 0 0 0 0,-1-1-1 0 0,1 1 1 0 0,0 0 0 0 0,0 0-1 0 0,-1-1 1 0 0,1 1 0 0 0,-1-1-1 0 0,1 1 1 0 0,-1-1 0 0 0,2-3 0 0 0,24-38 782 0 0,-24 38-742 0 0,9-18 202 0 0,-1-1 1 0 0,-1 0-1 0 0,-1-1 0 0 0,-1 1 1 0 0,-1-1-1 0 0,-2-1 0 0 0,0 0 1 0 0,-2 1-1 0 0,0-1 0 0 0,-2 0 0 0 0,-4-51 1 0 0,-3 25-102 0 0,-2 0 1 0 0,-2 0 0 0 0,-3 1 0 0 0,-1 1 0 0 0,-3 0-1 0 0,-43-88 1 0 0,55 129-200 0 0,0 0-1 0 0,0 0 1 0 0,-1 0-1 0 0,-1 1 1 0 0,1 0-1 0 0,-15-14 1 0 0,17 19-12 0 0,0 0 0 0 0,0 1 0 0 0,1-1 1 0 0,-2 1-1 0 0,1 0 0 0 0,0 0 0 0 0,0 0 0 0 0,-1 0 0 0 0,1 1 0 0 0,-1-1 1 0 0,1 1-1 0 0,-1 1 0 0 0,1-1 0 0 0,-1 0 0 0 0,0 1 0 0 0,0 0 0 0 0,-7 1 0 0 0,-2 2 4 0 0,1 0-1 0 0,-1 1 1 0 0,1 1-1 0 0,0 0 1 0 0,0 1-1 0 0,1 0 0 0 0,0 0 1 0 0,0 2-1 0 0,0 0 1 0 0,1 0-1 0 0,-13 12 1 0 0,-2 4-3 0 0,2 1 1 0 0,0 1 0 0 0,-27 40 0 0 0,29-33-61 0 0,1 2 0 0 0,1 0 1 0 0,2 1-1 0 0,1 1 0 0 0,3 1 1 0 0,-12 41-1 0 0,18-47-6 0 0,1 0 1 0 0,2 0-1 0 0,1 1 1 0 0,1 0-1 0 0,2 0 0 0 0,1 0 1 0 0,9 62-1 0 0,-8-87 36 0 0,1 1 1 0 0,0-1-1 0 0,1 0 0 0 0,0 0 1 0 0,0 0-1 0 0,1 0 0 0 0,0 0 0 0 0,0 0 1 0 0,1-1-1 0 0,-1 0 0 0 0,2 0 1 0 0,9 10-1 0 0,-7-10-17 0 0,0 0 1 0 0,1 0 0 0 0,0-1-1 0 0,0-1 1 0 0,1 1-1 0 0,-1-2 1 0 0,1 1-1 0 0,0-1 1 0 0,19 5 0 0 0,-6-4-123 0 0,0-1 1 0 0,0-1 0 0 0,1-1-1 0 0,28-1 1 0 0,97-10-1154 0 0,-107 5 600 0 0,57-11-2362 0 0,-65 7 1108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4.5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769 852 8754 0 0,'0'-1'112'0'0,"-1"1"0"0"0,1 0-1 0 0,-1 0 1 0 0,1-1 0 0 0,0 1 0 0 0,-1 0 0 0 0,1-1 0 0 0,0 1-1 0 0,-1 0 1 0 0,1-1 0 0 0,0 1 0 0 0,0-1 0 0 0,-1 1-1 0 0,1 0 1 0 0,0-1 0 0 0,0 1 0 0 0,0-1 0 0 0,-1 1 0 0 0,1-1-1 0 0,0 1 1 0 0,0-1 0 0 0,0 1 0 0 0,0-1 0 0 0,0 1 0 0 0,0-1-1 0 0,0 1 1 0 0,0-1 0 0 0,0 1 0 0 0,0-1 0 0 0,0 1 0 0 0,0 0-1 0 0,1-1 1 0 0,-1 1 0 0 0,0-1 0 0 0,0 1 0 0 0,0-1 0 0 0,1 1-1 0 0,-1-1 1 0 0,0 1 0 0 0,1-1 0 0 0,8-20 4281 0 0,-1 12-4132 0 0,1 0 1 0 0,0 1 0 0 0,0 0-1 0 0,1 0 1 0 0,10-6-1 0 0,-8 6 145 0 0,0 0 0 0 0,-1-1 0 0 0,16-16-1 0 0,-18 14-237 0 0,0 1 0 0 0,-1-2 0 0 0,0 1 0 0 0,-1-1 0 0 0,0 0 0 0 0,5-14 0 0 0,-10 20-117 0 0,0 0-1 0 0,0 0 0 0 0,0 0 1 0 0,-1 0-1 0 0,0 0 1 0 0,-1 0-1 0 0,1 0 0 0 0,-1-1 1 0 0,-1 1-1 0 0,1 0 1 0 0,-1 0-1 0 0,0 0 0 0 0,0 0 1 0 0,0 0-1 0 0,-1 0 1 0 0,-3-7-1 0 0,-6-10 143 0 0,-2-1 0 0 0,0 2 0 0 0,-2-1 0 0 0,-27-32 0 0 0,-79-72 114 0 0,83 91-251 0 0,-2 2-1 0 0,-57-40 0 0 0,79 62-40 0 0,0 1-1 0 0,-1 1 1 0 0,-1 1-1 0 0,1 0 0 0 0,-1 1 1 0 0,-1 1-1 0 0,1 2 1 0 0,-34-7-1 0 0,44 11-14 0 0,-1 1-1 0 0,0 0 1 0 0,0 0-1 0 0,0 1 0 0 0,1 0 1 0 0,-1 1-1 0 0,0 0 1 0 0,1 1-1 0 0,0 0 1 0 0,-1 0-1 0 0,-10 7 1 0 0,8-4-3 0 0,1 1 1 0 0,0 1 0 0 0,1 0 0 0 0,0 1 0 0 0,0 0 0 0 0,1 1 0 0 0,-17 20 0 0 0,12-12-2 0 0,2 1 0 0 0,1 1 0 0 0,0 0 0 0 0,2 1 0 0 0,0 0 0 0 0,1 1 0 0 0,1-1 0 0 0,2 2 0 0 0,0-1 1 0 0,-4 29-1 0 0,7-26-25 0 0,1 1 1 0 0,2 0-1 0 0,0 0 1 0 0,2 0 0 0 0,0 0-1 0 0,2-1 1 0 0,1 1 0 0 0,1-1-1 0 0,13 35 1 0 0,-14-46 30 0 0,1-1 1 0 0,0 0 0 0 0,1 0-1 0 0,0 0 1 0 0,1-1-1 0 0,1 0 1 0 0,0-1-1 0 0,0 0 1 0 0,1 0 0 0 0,0-1-1 0 0,1-1 1 0 0,0 1-1 0 0,1-2 1 0 0,0 1 0 0 0,0-2-1 0 0,1 0 1 0 0,0 0-1 0 0,17 5 1 0 0,-12-6 36 0 0,1-1 1 0 0,0-1 0 0 0,1-1-1 0 0,-1-1 1 0 0,0-1-1 0 0,1 0 1 0 0,-1-1-1 0 0,33-5 1 0 0,-36 2-12 0 0,-1 0 1 0 0,1 0-1 0 0,-1-2 0 0 0,0 0 1 0 0,0-1-1 0 0,0 0 0 0 0,-1-1 1 0 0,0 0-1 0 0,0-2 0 0 0,-1 1 1 0 0,13-12-1 0 0,-20 14-297 0 0,-1 0 1 0 0,1 0-1 0 0,-1 0 0 0 0,0-1 1 0 0,-1 0-1 0 0,1 0 0 0 0,-1 0 1 0 0,-1 0-1 0 0,1-1 0 0 0,-1 1 1 0 0,-1-1-1 0 0,1 0 1 0 0,-1 0-1 0 0,-1 0 0 0 0,1 0 1 0 0,-2 0-1 0 0,1-12 0 0 0,-1-10-7132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7.9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 75 8930 0 0,'-2'-10'268'0'0,"-1"-1"656"0"0,0-1-1 0 0,1 1 1 0 0,-1-20-1 0 0,14 93 948 0 0,7 282 862 0 0,-17-225-2298 0 0,32 212-1 0 0,-29-311-318 0 0,-3-19 134 0 0,-2-13-57 0 0,0-21-79 0 0,0 1 0 0 0,3 0-1 0 0,0 0 1 0 0,2 0 0 0 0,16-63 0 0 0,-19 91-115 0 0,1 0-1 0 0,-1 0 1 0 0,1 0 0 0 0,0 1-1 0 0,0-1 1 0 0,0 0 0 0 0,0 1-1 0 0,1-1 1 0 0,-1 1 0 0 0,1 0-1 0 0,4-5 1 0 0,-5 7 3 0 0,-1 0 1 0 0,1 0-1 0 0,-1 0 0 0 0,1 0 1 0 0,0 0-1 0 0,-1 1 0 0 0,1-1 0 0 0,0 0 1 0 0,-1 1-1 0 0,1 0 0 0 0,0-1 1 0 0,0 1-1 0 0,-1 0 0 0 0,1 0 1 0 0,0 0-1 0 0,0 0 0 0 0,0 0 1 0 0,-1 0-1 0 0,1 1 0 0 0,0-1 0 0 0,0 0 1 0 0,-1 1-1 0 0,1 0 0 0 0,0-1 1 0 0,-1 1-1 0 0,1 0 0 0 0,-1 0 1 0 0,1 0-1 0 0,1 1 0 0 0,24 19 41 0 0,-2 1 0 0 0,0 2-1 0 0,-1 0 1 0 0,-2 1 0 0 0,23 32-1 0 0,-42-53-6 0 0,-1 0 1 0 0,1 0-1 0 0,-1 0 0 0 0,0 0 0 0 0,0 0 0 0 0,0 0 0 0 0,-1 1 0 0 0,1-1 1 0 0,-1 0-1 0 0,0 1 0 0 0,1 7 0 0 0,-2-9-8 0 0,0 0 0 0 0,0 0 0 0 0,-1 0 0 0 0,1 0 0 0 0,-1-1 0 0 0,1 1 0 0 0,-1 0 0 0 0,0 0 0 0 0,0-1 0 0 0,0 1 0 0 0,0 0 0 0 0,-1-1 0 0 0,1 1 0 0 0,-1-1 0 0 0,1 0 0 0 0,-1 1 0 0 0,0-1 0 0 0,0 0 0 0 0,-3 3 0 0 0,-7 6 265 0 0,-1-1 1 0 0,0-1 0 0 0,-1 0-1 0 0,0-1 1 0 0,-23 11 0 0 0,35-18-292 0 0,-66 25 489 0 0,60-23-481 0 0,0-1 0 0 0,0 0 0 0 0,0-1 0 0 0,0 0 0 0 0,-1 0 1 0 0,-14-1-1 0 0,22 0-119 0 0,1 0 1 0 0,-1 0-1 0 0,0 0 1 0 0,1 0-1 0 0,-1 0 1 0 0,1 0-1 0 0,-1 0 1 0 0,0-1-1 0 0,1 1 1 0 0,-1 0-1 0 0,1 0 1 0 0,-1-1-1 0 0,1 1 1 0 0,-1 0-1 0 0,1-1 1 0 0,-1 1-1 0 0,1 0 1 0 0,-1-1-1 0 0,1 1 1 0 0,-1-1-1 0 0,1 1 1 0 0,-1 0-1 0 0,1-1 1 0 0,0 1-1 0 0,-1-1 1 0 0,1 0-1 0 0,0 1 1 0 0,0-1-1 0 0,-1 1 1 0 0,1-1-1 0 0,0 1 1 0 0,0-1-1 0 0,0 0 1 0 0,0 1 0 0 0,0-1-1 0 0,0 1 1 0 0,0-1-1 0 0,0 0 1 0 0,0 1-1 0 0,0-1 1 0 0,0 0-1 0 0,0 0 1 0 0,2-7-6740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8.30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12 14027 0 0,'-1'-3'1255'0'0,"-2"-6"2531"0"0,3 29-3631 0 0,0 34 1212 0 0,8 70 0 0 0,-6-112-1589 0 0,-1-7-119 0 0,1 0 1 0 0,-2 0 0 0 0,1 0 0 0 0,0 0-1 0 0,-1 0 1 0 0,0 0 0 0 0,0 0 0 0 0,-1 0 0 0 0,0 0-1 0 0,1 0 1 0 0,-4 8 0 0 0,2-11-1821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8.47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 1 6913 0 0,'0'0'132'0'0,"0"0"-1"0"0,-1 0 0 0 0,1 0 0 0 0,0 0 0 0 0,0 0 0 0 0,0 0 0 0 0,0 0 0 0 0,-1 0 1 0 0,1 0-1 0 0,0 0 0 0 0,0 0 0 0 0,0 0 0 0 0,0 0 0 0 0,0 0 0 0 0,-1 0 0 0 0,1 0 0 0 0,0 0 1 0 0,0 0-1 0 0,0 0 0 0 0,0 0 0 0 0,0 1 0 0 0,-1-1 0 0 0,1 0 0 0 0,0 0 0 0 0,0 0 1 0 0,0 0-1 0 0,0 0 0 0 0,0 0 0 0 0,0 0 0 0 0,0 1 0 0 0,-1-1 0 0 0,1 0 0 0 0,0 0 0 0 0,0 0 1 0 0,0 0-1 0 0,0 1 0 0 0,0-1 0 0 0,0 0 0 0 0,0 0 0 0 0,0 0 0 0 0,0 0 0 0 0,0 0 1 0 0,0 1-1 0 0,0-1 0 0 0,0 0 0 0 0,0 0 0 0 0,0 0 0 0 0,0 1 0 0 0,0 15 2544 0 0,5 15-2190 0 0,4 9-378 0 0,-6-24-440 0 0,0 0 0 0 0,1-1 0 0 0,1 1 0 0 0,1-1 0 0 0,8 17 0 0 0,-6-18-4976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8.7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77 1 13763 0 0,'-1'0'122'0'0,"0"1"0"0"0,0-1 0 0 0,0 1 0 0 0,0 0 0 0 0,0-1 0 0 0,0 1 0 0 0,0 0 0 0 0,0 0 0 0 0,0 0 1 0 0,0 0-1 0 0,0 0 0 0 0,1 0 0 0 0,-1 0 0 0 0,0 0 0 0 0,1 0 0 0 0,-1 0 0 0 0,1 0 0 0 0,-1 0 0 0 0,1 0 0 0 0,0 1 0 0 0,-1-1 0 0 0,1 0 0 0 0,0 0 0 0 0,0 1 0 0 0,0 1 0 0 0,-6 43 475 0 0,6-38-570 0 0,-5 97 1084 0 0,17 194 1 0 0,-11-287-1021 0 0,-1 0 0 0 0,0 0 0 0 0,-2 14 0 0 0,2-24-194 0 0,0 0 0 0 0,0 0 0 0 0,-1 1 0 0 0,1-1 0 0 0,-1 0 0 0 0,1 0 0 0 0,-1 0 0 0 0,0 0 0 0 0,0 1 0 0 0,0-1 0 0 0,0 0 0 0 0,0 0 0 0 0,0-1 0 0 0,0 1 0 0 0,-1 0 0 0 0,1 0 0 0 0,-1-1 0 0 0,1 1 1 0 0,-1-1-1 0 0,0 1 0 0 0,0-1 0 0 0,0 1 0 0 0,-3 1 0 0 0,3-3-115 0 0,1 0 1 0 0,0 0-1 0 0,0 1 1 0 0,0-1-1 0 0,0 0 1 0 0,0-1-1 0 0,0 1 0 0 0,-1 0 1 0 0,1 0-1 0 0,0 0 1 0 0,0-1-1 0 0,0 1 1 0 0,0 0-1 0 0,0-1 1 0 0,0 1-1 0 0,-1-2 1 0 0,-9-4-4975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2:59.03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0 102 12243 0 0,'1'-2'202'0'0,"-1"-1"-1"0"0,0 1 1 0 0,1 0 0 0 0,-1 0 0 0 0,1-1 0 0 0,0 1 0 0 0,0 0 0 0 0,0 0 0 0 0,0 0 0 0 0,0 0 0 0 0,0 0-1 0 0,0 0 1 0 0,1 0 0 0 0,-1 1 0 0 0,1-1 0 0 0,-1 0 0 0 0,1 1 0 0 0,0-1 0 0 0,-1 1 0 0 0,1-1 0 0 0,0 1-1 0 0,0 0 1 0 0,0 0 0 0 0,0 0 0 0 0,0 0 0 0 0,1 0 0 0 0,2 0 0 0 0,8-3 57 0 0,1 0 0 0 0,0 1 0 0 0,20-2-1 0 0,-15 3 163 0 0,54-9 624 0 0,76-12 731 0 0,-148 22-1740 0 0,1 1-1 0 0,0-1 1 0 0,0 1 0 0 0,0 0 0 0 0,-1 0 0 0 0,1 0 0 0 0,0 0 0 0 0,0 0 0 0 0,0 1 0 0 0,0-1-1 0 0,2 1 1 0 0,-4-1-34 0 0,0 0 0 0 0,0 0 0 0 0,0 0 0 0 0,1 0-1 0 0,-1 1 1 0 0,0-1 0 0 0,0 0 0 0 0,0 0 0 0 0,0 0-1 0 0,0 0 1 0 0,0 0 0 0 0,0 0 0 0 0,0 0 0 0 0,1 1-1 0 0,-1-1 1 0 0,0 0 0 0 0,0 0 0 0 0,0 0 0 0 0,0 0-1 0 0,0 0 1 0 0,0 1 0 0 0,0-1 0 0 0,0 0 0 0 0,0 0-1 0 0,0 0 1 0 0,0 0 0 0 0,0 0 0 0 0,0 1 0 0 0,0-1-1 0 0,0 0 1 0 0,0 0 0 0 0,0 0 0 0 0,0 0 0 0 0,0 0 0 0 0,0 1-1 0 0,0-1 1 0 0,-1 0 0 0 0,1 0 0 0 0,0 0 0 0 0,0 0-1 0 0,0 0 1 0 0,-12 10-318 0 0,0-6-346 0 0,-2 1-5496 0 0,5 1-535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3.79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81 567 5529 0 0,'0'-1'120'0'0,"-1"1"1"0"0,1 0-1 0 0,0-1 0 0 0,-1 1 0 0 0,1-1 0 0 0,-1 1 0 0 0,1-1 1 0 0,0 1-1 0 0,-1-1 0 0 0,1 1 0 0 0,0-1 0 0 0,0 1 1 0 0,-1-1-1 0 0,1 1 0 0 0,0-1 0 0 0,0 1 0 0 0,0-1 1 0 0,0 1-1 0 0,0-1 0 0 0,0 0 0 0 0,0 1 0 0 0,0-1 0 0 0,0 1 1 0 0,0-1-1 0 0,0 1 0 0 0,0-1 0 0 0,0 0 0 0 0,0 0 1 0 0,12-12 4944 0 0,-5 7-5725 0 0,11-13 1071 0 0,0-2-1 0 0,-1 0 0 0 0,-1 0 1 0 0,-1-2-1 0 0,-1 0 1 0 0,-1 0-1 0 0,18-45 0 0 0,-26 53-350 0 0,0 1-1 0 0,-1-1 1 0 0,0 0-1 0 0,-1 0 1 0 0,-1-1-1 0 0,0 1 1 0 0,-2 0-1 0 0,1-1 1 0 0,-2 1-1 0 0,0 0 1 0 0,-1-1-1 0 0,0 1 1 0 0,-1 0-1 0 0,-10-29 1 0 0,11 40-45 0 0,1 0-1 0 0,-1 0 1 0 0,0 1 0 0 0,0-1 0 0 0,-1 1-1 0 0,1-1 1 0 0,-1 1 0 0 0,1 0 0 0 0,-1 0-1 0 0,0 0 1 0 0,0 0 0 0 0,0 0 0 0 0,-1 1-1 0 0,-3-3 1 0 0,4 4 0 0 0,1 0 1 0 0,0 0-1 0 0,-1 0 0 0 0,1 1 1 0 0,-1-1-1 0 0,1 1 1 0 0,-1 0-1 0 0,1-1 0 0 0,-1 1 1 0 0,0 0-1 0 0,1 1 0 0 0,-1-1 1 0 0,1 0-1 0 0,-1 1 0 0 0,1-1 1 0 0,-1 1-1 0 0,1 0 0 0 0,0 0 1 0 0,-1 0-1 0 0,1 0 0 0 0,0 0 1 0 0,-1 1-1 0 0,-3 2 0 0 0,-5 4-19 0 0,1 1 0 0 0,-1 1 0 0 0,2-1 0 0 0,-1 1 0 0 0,1 1 0 0 0,1 0 0 0 0,-13 21 0 0 0,17-25-12 0 0,0 0 1 0 0,0 0 0 0 0,1 1-1 0 0,0-1 1 0 0,1 1-1 0 0,-1 0 1 0 0,1 0-1 0 0,1 0 1 0 0,-1 0-1 0 0,2 0 1 0 0,-1 0 0 0 0,1 1-1 0 0,0-1 1 0 0,2 11-1 0 0,0-13 0 0 0,0 0 0 0 0,0 0 0 0 0,0 0 0 0 0,1-1 0 0 0,0 1 0 0 0,0-1 1 0 0,1 1-1 0 0,0-1 0 0 0,-1 0 0 0 0,6 4 0 0 0,9 10-35 0 0,24 18 1 0 0,-5-5-37 0 0,46 44 16 0 0,69 72 142 0 0,-148-145-59 0 0,-1 1-1 0 0,0 0 0 0 0,0 0 0 0 0,0 1 0 0 0,0-1 1 0 0,0 1-1 0 0,-1-1 0 0 0,0 1 0 0 0,0 0 1 0 0,0 0-1 0 0,-1 0 0 0 0,0 0 0 0 0,1 0 0 0 0,-2 0 1 0 0,1 0-1 0 0,-1 0 0 0 0,0 0 0 0 0,0 1 1 0 0,0-1-1 0 0,0 0 0 0 0,-1 0 0 0 0,0 0 0 0 0,0 0 1 0 0,-1 0-1 0 0,1 0 0 0 0,-1 0 0 0 0,0 0 0 0 0,0-1 1 0 0,-1 1-1 0 0,0-1 0 0 0,1 1 0 0 0,-1-1 1 0 0,-1 0-1 0 0,1 0 0 0 0,-1 0 0 0 0,1-1 0 0 0,-1 1 1 0 0,-5 2-1 0 0,-2 3 90 0 0,-1 0-1 0 0,-1-1 1 0 0,1 0 0 0 0,-1-1 0 0 0,0-1 0 0 0,-1 0-1 0 0,0-1 1 0 0,0 0 0 0 0,0-1 0 0 0,-17 2 0 0 0,23-4-13 0 0,1-2 1 0 0,-1 1 0 0 0,0-1-1 0 0,1 0 1 0 0,-1-1 0 0 0,1 0 0 0 0,-1 0-1 0 0,1 0 1 0 0,-1-1 0 0 0,1 0 0 0 0,0-1-1 0 0,0 1 1 0 0,0-1 0 0 0,0-1-1 0 0,0 0 1 0 0,1 1 0 0 0,-1-2 0 0 0,1 1-1 0 0,0-1 1 0 0,0 0 0 0 0,-5-7-1 0 0,5 6-54 0 0,1-1-1 0 0,0 0 0 0 0,0 0 0 0 0,0 0 0 0 0,1 0 0 0 0,0-1 0 0 0,1 1 0 0 0,0-1 0 0 0,0 0 0 0 0,1 0 0 0 0,-1-1 0 0 0,2 1 0 0 0,-1 0 0 0 0,1-1 0 0 0,1 1 0 0 0,-1-1 0 0 0,2-11 0 0 0,1 9-38 0 0,0 0-1 0 0,1 1 1 0 0,-1-1-1 0 0,2 1 1 0 0,0 0 0 0 0,0 0-1 0 0,1 1 1 0 0,0-1-1 0 0,0 1 1 0 0,1 0 0 0 0,1 0-1 0 0,-1 1 1 0 0,11-11-1 0 0,2 0-30 0 0,1 0 0 0 0,1 1 0 0 0,39-25 0 0 0,-50 36-5 0 0,0 1-1 0 0,1 1 0 0 0,0 0 0 0 0,1 0 1 0 0,-1 1-1 0 0,1 1 0 0 0,0 0 1 0 0,-1 0-1 0 0,1 1 0 0 0,21 0 0 0 0,-31 2 14 0 0,2 0-301 0 0,0-1 0 0 0,0 2 0 0 0,0-1 0 0 0,0 0 0 0 0,0 1 0 0 0,0 0 1 0 0,0 0-1 0 0,8 3 0 0 0,-5 0-6221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5.05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263 41 10594 0 0,'-2'-4'590'0'0,"-10"-23"659"0"0,12 27-1226 0 0,0-1 0 0 0,0 1 0 0 0,-1-1 0 0 0,1 1 0 0 0,0-1-1 0 0,-1 1 1 0 0,1-1 0 0 0,0 1 0 0 0,-1-1 0 0 0,1 1 0 0 0,0-1 0 0 0,-1 1 0 0 0,1-1-1 0 0,-1 1 1 0 0,1 0 0 0 0,-1-1 0 0 0,1 1 0 0 0,-1 0 0 0 0,1 0 0 0 0,-1-1-1 0 0,0 1 1 0 0,1 0 0 0 0,-1 0 0 0 0,1 0 0 0 0,-1 0 0 0 0,1 0 0 0 0,-1 0 0 0 0,0 0-1 0 0,1 0 1 0 0,-1 0 0 0 0,1 0 0 0 0,-1 0 0 0 0,0 0 0 0 0,1 0 0 0 0,-1 0-1 0 0,1 0 1 0 0,-1 1 0 0 0,1-1 0 0 0,-1 0 0 0 0,0 1 0 0 0,-2 2 59 0 0,0 1 0 0 0,1 0 0 0 0,-1 0 0 0 0,1 1 0 0 0,0-1-1 0 0,0 0 1 0 0,1 1 0 0 0,-1-1 0 0 0,1 1 0 0 0,-1 4 0 0 0,-3 9-19 0 0,-176 603 1994 0 0,175-598-2001 0 0,1 0 1 0 0,1 0-1 0 0,1 1 1 0 0,2 0-1 0 0,0-1 1 0 0,1 1-1 0 0,4 26 1 0 0,-3-48-42 0 0,-1 0 0 0 0,0 0 0 0 0,1 1 0 0 0,-1-1 0 0 0,1 0 1 0 0,-1 0-1 0 0,1 0 0 0 0,0 0 0 0 0,0 0 0 0 0,0 0 0 0 0,0 0 1 0 0,1 0-1 0 0,-1-1 0 0 0,0 1 0 0 0,1 0 0 0 0,-1-1 0 0 0,1 1 0 0 0,-1-1 1 0 0,1 1-1 0 0,0-1 0 0 0,0 0 0 0 0,0 1 0 0 0,0-1 0 0 0,0 0 1 0 0,0-1-1 0 0,0 1 0 0 0,0 0 0 0 0,0 0 0 0 0,0-1 0 0 0,0 1 1 0 0,0-1-1 0 0,1 0 0 0 0,-1 0 0 0 0,0 0 0 0 0,3 0 0 0 0,0-1 37 0 0,1 0 0 0 0,-1 0-1 0 0,1-1 1 0 0,-1 1 0 0 0,0-1-1 0 0,0 0 1 0 0,0-1 0 0 0,0 0-1 0 0,0 1 1 0 0,0-1 0 0 0,-1-1 0 0 0,8-6-1 0 0,0-2 135 0 0,-1-1 1 0 0,0 0-1 0 0,-1 0 0 0 0,0-1 1 0 0,-1 0-1 0 0,13-28 0 0 0,-18 33-141 0 0,-1 0 0 0 0,1-1 0 0 0,-1 1 0 0 0,-1 0 1 0 0,0-1-1 0 0,0 1 0 0 0,-1-1 0 0 0,0 0 0 0 0,-1 0 0 0 0,0 1 0 0 0,-1-1 0 0 0,0 0 0 0 0,-2-10 0 0 0,2 17-19 0 0,1 1-1 0 0,-1-1 0 0 0,0 0 1 0 0,0 1-1 0 0,0 0 1 0 0,0-1-1 0 0,-1 1 0 0 0,1 0 1 0 0,0-1-1 0 0,-1 1 1 0 0,0 0-1 0 0,0 0 0 0 0,1 0 1 0 0,-1 0-1 0 0,0 1 1 0 0,-1-1-1 0 0,1 0 0 0 0,0 1 1 0 0,0 0-1 0 0,-5-2 1 0 0,3 1 24 0 0,0 1 1 0 0,0 0-1 0 0,0 1 1 0 0,-1-1-1 0 0,1 1 1 0 0,0 0-1 0 0,0 0 1 0 0,-1 0-1 0 0,1 0 1 0 0,0 1-1 0 0,-8 2 1 0 0,1 0-84 0 0,1 0 1 0 0,0 1 0 0 0,0 0-1 0 0,1 1 1 0 0,-1 0 0 0 0,1 1-1 0 0,0 0 1 0 0,1 0 0 0 0,-14 12-1 0 0,20-15-201 0 0,0-1-1 0 0,0 0 0 0 0,0 0 1 0 0,0 1-1 0 0,0-1 0 0 0,1 1 0 0 0,-1 0 1 0 0,1-1-1 0 0,0 1 0 0 0,-2 6 1 0 0,2 2-1065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5.4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207 6 1376 0 0,'-2'-5'-296'0'0,"-7"8"4627"0"0,-7 13 4318 0 0,14-14-8281 0 0,-22 25 40 0 0,2 1 0 0 0,1 1 0 0 0,1 1 0 0 0,2 0 0 0 0,-24 54 0 0 0,41-82-387 0 0,-6 12 369 0 0,1 0 0 0 0,-6 23 0 0 0,11-34-316 0 0,0-1 1 0 0,0 1-1 0 0,1-1 1 0 0,-1 1 0 0 0,1 0-1 0 0,0-1 1 0 0,0 1-1 0 0,0 0 1 0 0,0-1-1 0 0,0 1 1 0 0,0 0-1 0 0,1-1 1 0 0,-1 1 0 0 0,1-1-1 0 0,0 1 1 0 0,0-1-1 0 0,0 1 1 0 0,0-1-1 0 0,0 0 1 0 0,0 1-1 0 0,1-1 1 0 0,3 4 0 0 0,-3-4-3 0 0,0-1 0 0 0,0 0 0 0 0,1 0 0 0 0,-1 1 0 0 0,1-2 0 0 0,-1 1 1 0 0,1 0-1 0 0,-1 0 0 0 0,1-1 0 0 0,0 1 0 0 0,-1-1 0 0 0,1 0 1 0 0,0 0-1 0 0,-1 0 0 0 0,1 0 0 0 0,0 0 0 0 0,2-1 0 0 0,49-13 320 0 0,-45 11-299 0 0,131-49 30 0 0,-61 20 536 0 0,109-25-484 0 0,-180 54-2327 0 0,-23 6-2485 0 0,8-2 2771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5.6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148 100 3681 0 0,'-3'-8'-725'0'0,"-1"-4"2434"0"0,-1 0-1 0 0,-13-22 0 0 0,17 32-1344 0 0,-1-1-1 0 0,1 1 1 0 0,-1 0-1 0 0,0 0 1 0 0,0-1 0 0 0,0 1-1 0 0,0 0 1 0 0,0 1-1 0 0,0-1 1 0 0,-1 0-1 0 0,1 1 1 0 0,0-1 0 0 0,-1 1-1 0 0,0-1 1 0 0,1 1-1 0 0,-1 0 1 0 0,0 0-1 0 0,1 1 1 0 0,-5-2 0 0 0,5 2-293 0 0,1 1 0 0 0,-1-1 1 0 0,1 0-1 0 0,-1 1 0 0 0,1-1 1 0 0,-1 1-1 0 0,1-1 1 0 0,0 1-1 0 0,-1 0 0 0 0,1-1 1 0 0,0 1-1 0 0,-1 0 0 0 0,1 0 1 0 0,0 0-1 0 0,0 0 1 0 0,0 0-1 0 0,0 0 0 0 0,0 0 1 0 0,0 1-1 0 0,0-1 0 0 0,0 0 1 0 0,1 0-1 0 0,-1 1 0 0 0,-1 2 1 0 0,-13 37 642 0 0,14-38-641 0 0,-6 26 252 0 0,1-1 1 0 0,2 1 0 0 0,0 0-1 0 0,2 0 1 0 0,2 31-1 0 0,3-3-45 0 0,18 92-1 0 0,-11-84-2910 0 0,-7-58 973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6.3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21 95 4145 0 0,'0'-8'1117'0'0,"1"0"1"0"0,0 1-1 0 0,0-1 0 0 0,0 0 0 0 0,1 1 1 0 0,0 0-1 0 0,1-1 0 0 0,4-9 1 0 0,3 0-1289 0 0,-10 17 220 0 0,0 0 0 0 0,0 0 0 0 0,0 0 0 0 0,0 1 0 0 0,0-1 0 0 0,0 0 0 0 0,0 0 0 0 0,0 0 0 0 0,0 0 0 0 0,0 0 1 0 0,0 0-1 0 0,0 0 0 0 0,0 0 0 0 0,0 0 0 0 0,0 1 0 0 0,0-1 0 0 0,0 0 0 0 0,0 0 0 0 0,0 0 0 0 0,0 0 0 0 0,0 0 0 0 0,0 0 1 0 0,0 0-1 0 0,0 0 0 0 0,0 0 0 0 0,0 0 0 0 0,0 1 0 0 0,0-1 0 0 0,0 0 0 0 0,0 0 0 0 0,1 0 0 0 0,-1 0 0 0 0,0 0 0 0 0,0 0 1 0 0,0 0-1 0 0,0 0 0 0 0,0 0 0 0 0,0 0 0 0 0,0 0 0 0 0,0 0 0 0 0,0 0 0 0 0,0 0 0 0 0,1 0 0 0 0,-1 0 0 0 0,0 0 0 0 0,0 0 0 0 0,0 0 1 0 0,0 0-1 0 0,0 0 0 0 0,0 0 0 0 0,0 0 0 0 0,0 0 0 0 0,0 0 0 0 0,1 0 0 0 0,-1 0 0 0 0,0 0 0 0 0,0 0 0 0 0,0 0 0 0 0,0 0 1 0 0,0 0-1 0 0,0 0 0 0 0,0 0 0 0 0,0 0 0 0 0,0 0 0 0 0,0-1 0 0 0,0 1 0 0 0,1 0 0 0 0,-1 0 0 0 0,0 0 0 0 0,2 15 1231 0 0,-1 17-542 0 0,-6 67 427 0 0,-19 116 1 0 0,-1-12-974 0 0,26-150-464 0 0,0-41 382 0 0,-1 1 1 0 0,0-1-1 0 0,-3 21 0 0 0,7-77 183 0 0,-2 19-415 0 0,6-37-1 0 0,-6 56 122 0 0,0-1 0 0 0,0 1-1 0 0,0-1 1 0 0,0 1-1 0 0,1 0 1 0 0,0 0-1 0 0,1 0 1 0 0,-1 0-1 0 0,1 1 1 0 0,0-1 0 0 0,7-6-1 0 0,-8 10 6 0 0,-1 0-1 0 0,1 0 1 0 0,0 0 0 0 0,0 0-1 0 0,0 0 1 0 0,1 1-1 0 0,-1-1 1 0 0,0 1 0 0 0,0 0-1 0 0,1 0 1 0 0,-1 0-1 0 0,1 1 1 0 0,-1-1 0 0 0,1 1-1 0 0,-1-1 1 0 0,1 1-1 0 0,-1 0 1 0 0,1 1 0 0 0,-1-1-1 0 0,1 1 1 0 0,-1-1 0 0 0,1 1-1 0 0,4 2 1 0 0,4 2 16 0 0,-1 0 0 0 0,0 0 0 0 0,0 1 0 0 0,0 1 0 0 0,16 12 0 0 0,45 46 100 0 0,-67-61-105 0 0,-1 1 1 0 0,0-1 0 0 0,0 1-1 0 0,0 0 1 0 0,0 1 0 0 0,-1-1-1 0 0,0 0 1 0 0,4 10 0 0 0,-7-13-5 0 0,1 0 0 0 0,-1 1 0 0 0,1-1 0 0 0,-1 0 0 0 0,0 0 0 0 0,0 0 1 0 0,0 1-1 0 0,0-1 0 0 0,0 0 0 0 0,0 0 0 0 0,-1 0 0 0 0,1 0 0 0 0,-1 0 0 0 0,0 1 0 0 0,1-1 1 0 0,-1 0-1 0 0,0 0 0 0 0,0 0 0 0 0,0-1 0 0 0,0 1 0 0 0,-1 0 0 0 0,1 0 0 0 0,-1-1 0 0 0,1 1 1 0 0,-1 0-1 0 0,1-1 0 0 0,-4 3 0 0 0,-11 6 285 0 0,0 1 1 0 0,0-2-1 0 0,-1-1 0 0 0,0 0 1 0 0,-29 9-1 0 0,18-7 17 0 0,-29 15-1 0 0,56-24-350 0 0,-2 1-36 0 0,0-1-1 0 0,1 1 1 0 0,-1-1-1 0 0,0 0 1 0 0,1 0-1 0 0,-1 0 1 0 0,0 0-1 0 0,0 0 1 0 0,-5 0-1 0 0,13-5-620 0 0,1 0 0 0 0,-1 0 0 0 0,-1 0 0 0 0,9-9 0 0 0,-10 10 204 0 0,31-29-2883 0 0,-15 13-3025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6.54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2 1376 0 0,'10'-2'-948'0'0,"1"5"7432"0"0,-4 7 1469 0 0,-2 1-6289 0 0,-2 5-1087 0 0,-1 1 0 0 0,0-1 0 0 0,-1 0 1 0 0,-1 0-1 0 0,0 1 0 0 0,-4 24 0 0 0,1-2-374 0 0,-5 2-113 0 0,4-21-517 0 0,0-17-789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6.68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23 4609 0 0,'2'-11'200'0'0,"-2"5"48"0"0,-2 1-248 0 0,2 4 0 0 0,-1 1 0 0 0,1 3 1936 0 0,-1 1 337 0 0,1 3 71 0 0,0 5 17 0 0,0 5-1753 0 0,-2 5-352 0 0,2 4-72 0 0,2 1-16 0 0,-1 2-280 0 0,2 0-56 0 0,1-1-16 0 0,0-2-5729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7.18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388 1 2761 0 0,'-6'0'10663'0'0,"6"0"-10507"0"0,-8 18 3027 0 0,-4 26-2878 0 0,-9 23 278 0 0,-30 68 1 0 0,-5 12 997 0 0,47-117-956 0 0,0 0 1 0 0,-7 61 0 0 0,15-78-429 0 0,1 1 1 0 0,0-1 0 0 0,3 22 0 0 0,-2-29-199 0 0,0 0 0 0 0,0 0 0 0 0,1 0 0 0 0,0 0 0 0 0,0 0 0 0 0,0-1 0 0 0,1 1 0 0 0,0-1 0 0 0,6 11 0 0 0,-1-10-1163 0 0,-8-15 355 0 0,-7-14-385 0 0,-88-132-2495 0 0,50 83 2486 0 0,-43-53 2255 0 0,88 125-1000 0 0,0 0 0 0 0,0 0-1 0 0,0-1 1 0 0,0 1-1 0 0,0 0 1 0 0,0 0 0 0 0,0 0-1 0 0,0 0 1 0 0,0 0 0 0 0,0 0-1 0 0,0-1 1 0 0,0 1-1 0 0,0 0 1 0 0,0 0 0 0 0,0 0-1 0 0,0 0 1 0 0,0 0 0 0 0,0-1-1 0 0,0 1 1 0 0,0 0-1 0 0,0 0 1 0 0,0 0 0 0 0,0 0-1 0 0,0 0 1 0 0,1 0 0 0 0,-1 0-1 0 0,0 0 1 0 0,0-1-1 0 0,0 1 1 0 0,0 0 0 0 0,0 0-1 0 0,0 0 1 0 0,1 0 0 0 0,-1 0-1 0 0,0 0 1 0 0,0 0 0 0 0,0 0-1 0 0,0 0 1 0 0,0 0-1 0 0,0 0 1 0 0,1 0 0 0 0,-1 0-1 0 0,0 0 1 0 0,0 0 0 0 0,0 0-1 0 0,0 0 1 0 0,0 0-1 0 0,1 0 1 0 0,-1 0 0 0 0,16-1 1147 0 0,26 4-671 0 0,-31-2-245 0 0,83 0 478 0 0,98-10 1 0 0,-162 7-555 0 0,65-9-586 0 0,-91 12-20 0 0,-9 1-959 0 0,3-1 616 0 0,-5 2-1349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07.42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3 9218 0 0,'0'0'137'0'0,"0"0"0"0"0,0 0 0 0 0,0 0 0 0 0,0-1 0 0 0,0 1 0 0 0,-1 0 0 0 0,1 0 0 0 0,0 0 0 0 0,0 0 0 0 0,0 0 0 0 0,0-1 0 0 0,-1 1 0 0 0,1 0 0 0 0,0 0 0 0 0,0 0 0 0 0,0 0 0 0 0,-1 0 0 0 0,1 0 0 0 0,0 0 0 0 0,0 0 0 0 0,-1 0 0 0 0,1 0 0 0 0,0 0 0 0 0,0 0 0 0 0,0 0 0 0 0,-1 0 0 0 0,1 0 0 0 0,0 0 0 0 0,0 0-1 0 0,-1 0 1 0 0,1 0 0 0 0,0 0 0 0 0,0 0 0 0 0,0 0 0 0 0,-1 0 0 0 0,1 1 0 0 0,0-1 0 0 0,0 0 0 0 0,0 0 0 0 0,0 0 0 0 0,-1 0 0 0 0,1 0 0 0 0,0 1 0 0 0,0-1 0 0 0,0 8 4417 0 0,4-2-4743 0 0,4 2 169 0 0,0 0 1 0 0,0-1-1 0 0,0-1 0 0 0,1 1 1 0 0,0-1-1 0 0,0-1 0 0 0,17 8 1 0 0,-16-10-1055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17.0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171 27 6913 0 0,'-4'-5'3281'0'0,"-13"-14"2366"0"0,16 19-5561 0 0,1-1-1 0 0,-1 1 1 0 0,1 0-1 0 0,-1-1 1 0 0,0 1 0 0 0,0 0-1 0 0,1 0 1 0 0,-1 0-1 0 0,0 0 1 0 0,1 0 0 0 0,-1 0-1 0 0,0 0 1 0 0,1 0-1 0 0,-1 0 1 0 0,0 0-1 0 0,1 0 1 0 0,-1 0 0 0 0,0 1-1 0 0,1-1 1 0 0,-1 0-1 0 0,0 0 1 0 0,1 1-1 0 0,-1-1 1 0 0,0 0 0 0 0,1 1-1 0 0,-1-1 1 0 0,1 1-1 0 0,-1-1 1 0 0,1 1 0 0 0,-1-1-1 0 0,1 1 1 0 0,-1-1-1 0 0,1 1 1 0 0,0-1-1 0 0,-1 1 1 0 0,1 0 0 0 0,0-1-1 0 0,-1 2 1 0 0,-7 13 142 0 0,1 0 1 0 0,1 0 0 0 0,0 1-1 0 0,1 0 1 0 0,1 0-1 0 0,-5 29 1 0 0,4-16-93 0 0,-55 384 305 0 0,54-356-406 0 0,5-46-24 0 0,-4 27 91 0 0,2 0 0 0 0,2 59 1 0 0,1-96-117 0 0,0-1 0 0 0,0 1 0 0 0,0-1 0 0 0,0 1 0 0 0,0 0 0 0 0,0-1 1 0 0,0 1-1 0 0,0-1 0 0 0,0 1 0 0 0,1 0 0 0 0,-1-1 0 0 0,0 1 0 0 0,0-1 1 0 0,1 1-1 0 0,-1-1 0 0 0,0 1 0 0 0,1-1 0 0 0,-1 1 0 0 0,0-1 0 0 0,1 1 1 0 0,6-7-657 0 0,3-19-578 0 0,-4-6-1314 0 0,6-59 0 0 0,-10 67-154 0 0,2-18-2327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17.5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38 124 5065 0 0,'8'-37'2195'0'0,"-7"28"-1051"0"0,1 1 0 0 0,0-1 0 0 0,0 1 0 0 0,0 0 0 0 0,1 0 0 0 0,0 0 0 0 0,1 0 0 0 0,5-9 0 0 0,-8 17-1084 0 0,-1-1 1 0 0,0 1-1 0 0,0 0 1 0 0,0 0-1 0 0,1 0 1 0 0,-1-1-1 0 0,0 1 1 0 0,0 0-1 0 0,1 0 1 0 0,-1 0-1 0 0,0-1 1 0 0,1 1-1 0 0,-1 0 0 0 0,0 0 1 0 0,0 0-1 0 0,1 0 1 0 0,-1 0-1 0 0,0 0 1 0 0,1 0-1 0 0,-1 0 1 0 0,0 0-1 0 0,1 0 1 0 0,-1 0-1 0 0,0 0 1 0 0,1 0-1 0 0,-1 0 1 0 0,0 0-1 0 0,1 0 1 0 0,-1 0-1 0 0,0 0 1 0 0,0 0-1 0 0,1 0 1 0 0,-1 0-1 0 0,0 0 1 0 0,1 1-1 0 0,-1-1 1 0 0,1 0-1 0 0,11 14 949 0 0,5 18-293 0 0,14 35 71 0 0,64 97-1 0 0,-52-93-653 0 0,88 181 182 0 0,-128-246-293 0 0,-1 0 0 0 0,1 0-1 0 0,-1 1 1 0 0,-1-1 0 0 0,1 0 0 0 0,-1 1 0 0 0,1 7 0 0 0,-2-12-21 0 0,-1 0 0 0 0,1 0-1 0 0,0 0 1 0 0,0 0 0 0 0,-1 0 0 0 0,1 0-1 0 0,-1 0 1 0 0,0 0 0 0 0,1 0 0 0 0,-1 0-1 0 0,0 0 1 0 0,0 0 0 0 0,0 0 0 0 0,0-1 0 0 0,-1 1-1 0 0,1 0 1 0 0,0-1 0 0 0,-1 1 0 0 0,1-1-1 0 0,-1 0 1 0 0,0 1 0 0 0,1-1 0 0 0,-1 0-1 0 0,0 0 1 0 0,0 0 0 0 0,-2 1 0 0 0,-6 2-228 0 0,0-1 0 0 0,-1 0 1 0 0,1 0-1 0 0,-1-1 1 0 0,1-1-1 0 0,-1 1 0 0 0,0-2 1 0 0,0 0-1 0 0,1 0 0 0 0,-1-1 1 0 0,0 0-1 0 0,-15-4 1 0 0,8 1-247 0 0,0-1 0 0 0,0-1 1 0 0,0 0-1 0 0,1-2 0 0 0,0 0 1 0 0,-20-13-1 0 0,20 10 320 0 0,1 0-1 0 0,1-1 1 0 0,-1 0 0 0 0,-22-26-1 0 0,38 37 207 0 0,-1 1-1 0 0,1 0 1 0 0,0-1-1 0 0,0 1 1 0 0,0 0-1 0 0,0-1 1 0 0,-1 1 0 0 0,1 0-1 0 0,0-1 1 0 0,0 1-1 0 0,0 0 1 0 0,0-1-1 0 0,0 1 1 0 0,0-1-1 0 0,0 1 1 0 0,0 0-1 0 0,0-1 1 0 0,0 1-1 0 0,0 0 1 0 0,0-1-1 0 0,1 1 1 0 0,-1-1-1 0 0,0 1 1 0 0,0 0 0 0 0,0-1-1 0 0,0 1 1 0 0,1 0-1 0 0,-1 0 1 0 0,0-1-1 0 0,0 1 1 0 0,0 0-1 0 0,1-1 1 0 0,-1 1-1 0 0,0 0 1 0 0,1 0-1 0 0,-1-1 1 0 0,0 1-1 0 0,1 0 1 0 0,-1 0 0 0 0,0 0-1 0 0,1 0 1 0 0,-1-1-1 0 0,0 1 1 0 0,1 0-1 0 0,-1 0 1 0 0,0 0-1 0 0,1 0 1 0 0,-1 0-1 0 0,1 0 1 0 0,-1 0-1 0 0,1 0 1 0 0,27-5 864 0 0,-18 3-721 0 0,98-34 1275 0 0,-74 25-1228 0 0,0-2-1 0 0,32-18 1 0 0,42-17 248 0 0,-62 31-81 0 0,-29 9-721 0 0,-15 7-550 0 0,-7 1-692 0 0,-2 2-3654 0 0,-2-1-1594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3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319 1286 5065 0 0,'2'-3'306'0'0,"0"0"-1"0"0,-1 0 1 0 0,1 1-1 0 0,0-1 1 0 0,1 0-1 0 0,-1 1 1 0 0,0-1-1 0 0,1 1 1 0 0,0 0-1 0 0,-1 0 1 0 0,1 0-1 0 0,0 0 1 0 0,0 0 0 0 0,0 1-1 0 0,0-1 1 0 0,5-1-1 0 0,8-2 406 0 0,0 1 0 0 0,19-4 1 0 0,-19 5-496 0 0,15-4 99 0 0,-1 0 0 0 0,0-2 0 0 0,-1-2-1 0 0,0 0 1 0 0,-1-2 0 0 0,51-31-1 0 0,-64 33-120 0 0,1 0-1 0 0,-2-1 0 0 0,0 0 0 0 0,0-1 0 0 0,-1-1 0 0 0,-1 0 0 0 0,0-1 0 0 0,-1 0 0 0 0,15-27 0 0 0,-16 22 57 0 0,-1-1-1 0 0,-1 0 1 0 0,-1 0 0 0 0,-1 0-1 0 0,0-1 1 0 0,-2 0-1 0 0,3-41 1 0 0,-6 25-121 0 0,-2 0-1 0 0,-1 0 1 0 0,-2 0-1 0 0,-2 1 1 0 0,-1 0 0 0 0,-2 0-1 0 0,-1 0 1 0 0,-2 2 0 0 0,-2-1-1 0 0,-1 1 1 0 0,-1 1-1 0 0,-3 1 1 0 0,0 1 0 0 0,-2 0-1 0 0,-1 1 1 0 0,-2 2 0 0 0,-27-28-1 0 0,40 47-116 0 0,1 0 0 0 0,-1 0 0 0 0,-1 1 0 0 0,0 1 0 0 0,0 0 0 0 0,0 1-1 0 0,-1 0 1 0 0,0 1 0 0 0,-27-9 0 0 0,30 12 1 0 0,0 1 0 0 0,-1 0 0 0 0,1 1 0 0 0,-1 0-1 0 0,0 1 1 0 0,1 0 0 0 0,-1 0 0 0 0,1 1 0 0 0,-1 1 0 0 0,1-1 0 0 0,-1 2 0 0 0,1 0-1 0 0,0 0 1 0 0,-12 6 0 0 0,4-1 45 0 0,1 1 0 0 0,1 1-1 0 0,0 0 1 0 0,0 2 0 0 0,1-1 0 0 0,1 2-1 0 0,-20 21 1 0 0,16-13-55 0 0,1 0 0 0 0,2 1 0 0 0,0 1 0 0 0,-20 44 0 0 0,16-22-54 0 0,2 1 1 0 0,2 1-1 0 0,2 0 1 0 0,2 1-1 0 0,-7 74 1 0 0,15-95 26 0 0,2 1 1 0 0,0-1 0 0 0,2 0 0 0 0,1 0-1 0 0,1 0 1 0 0,2 0 0 0 0,0 0 0 0 0,13 34-1 0 0,-13-46 7 0 0,1-1 0 0 0,1 0 0 0 0,0 0-1 0 0,1 0 1 0 0,1-1 0 0 0,0 0 0 0 0,1-1-1 0 0,0 0 1 0 0,0 0 0 0 0,2-1 0 0 0,-1-1-1 0 0,1 0 1 0 0,1 0 0 0 0,0-1-1 0 0,26 13 1 0 0,-15-11-204 0 0,1-2-1 0 0,0 0 1 0 0,0-2 0 0 0,1-1-1 0 0,0-1 1 0 0,0-1 0 0 0,0-1-1 0 0,1-1 1 0 0,-1-2-1 0 0,0-1 1 0 0,1 0 0 0 0,-1-2-1 0 0,38-10 1 0 0,-24 3-6277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3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699 1035 11058 0 0,'17'-12'2265'0'0,"-1"-2"-2211"0"0,-1 0 0 0 0,0-1 0 0 0,-1 0 0 0 0,-1-2 0 0 0,0 1 1 0 0,-1-2-1 0 0,-1 1 0 0 0,-1-2 0 0 0,-1 1 0 0 0,0-2 0 0 0,8-27 0 0 0,-8 17 270 0 0,-2-1 0 0 0,-1 1 0 0 0,-1-1 0 0 0,-1-1 0 0 0,-3 1 0 0 0,0 0 0 0 0,-2 0 0 0 0,-4-33 0 0 0,-2 19 4 0 0,-2 0 0 0 0,-1 1 1 0 0,-3 1-1 0 0,-34-82 0 0 0,39 108-286 0 0,-1-1 0 0 0,0 1 0 0 0,-1 0 0 0 0,-1 1 0 0 0,-22-25-1 0 0,28 36-10 0 0,1 1 0 0 0,-1-1 0 0 0,0 1 0 0 0,-1 0-1 0 0,1 0 1 0 0,-1 0 0 0 0,1 0 0 0 0,-1 1 0 0 0,-1 0-1 0 0,1 1 1 0 0,0-1 0 0 0,0 1 0 0 0,-1 0-1 0 0,1 1 1 0 0,-1 0 0 0 0,0 0 0 0 0,1 0 0 0 0,-1 1-1 0 0,-13 0 1 0 0,7 3 4 0 0,1 0 0 0 0,-1 1-1 0 0,1 0 1 0 0,0 0 0 0 0,0 2 0 0 0,0-1-1 0 0,0 2 1 0 0,1-1 0 0 0,0 2-1 0 0,1-1 1 0 0,-1 1 0 0 0,2 1 0 0 0,-1 0-1 0 0,-10 13 1 0 0,-11 15-48 0 0,3 1-1 0 0,-37 63 0 0 0,18-23 14 0 0,4 1 0 0 0,4 3 0 0 0,-34 100 0 0 0,11 24-1 0 0,52-165 4 0 0,2 0 1 0 0,2 1-1 0 0,0 47 0 0 0,5-80 14 0 0,1 0 1 0 0,1-1-1 0 0,-1 1 0 0 0,1 0 0 0 0,1-1 0 0 0,0 1 1 0 0,0-1-1 0 0,0 0 0 0 0,1 1 0 0 0,1-1 0 0 0,-1-1 1 0 0,1 1-1 0 0,1 0 0 0 0,-1-1 0 0 0,1 0 1 0 0,0 0-1 0 0,1 0 0 0 0,0-1 0 0 0,0 0 0 0 0,0 0 1 0 0,1 0-1 0 0,0-1 0 0 0,0 0 0 0 0,0 0 0 0 0,1-1 1 0 0,-1 0-1 0 0,1 0 0 0 0,0 0 0 0 0,15 3 0 0 0,0-2 4 0 0,0-2 0 0 0,0 0 0 0 0,0-1 0 0 0,0-2 0 0 0,0 0 0 0 0,34-5 0 0 0,-39 2-24 0 0,-1 0 0 0 0,1-2 1 0 0,-1 0-1 0 0,0-1 0 0 0,0 0 0 0 0,26-15 0 0 0,91-63-1251 0 0,-95 58 338 0 0,0 0-545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4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866 823 12243 0 0,'0'1'62'0'0,"0"0"0"0"0,0 0 0 0 0,1 1-1 0 0,-1-1 1 0 0,0 0 0 0 0,1 0 0 0 0,-1 0 0 0 0,0 0 0 0 0,1 0 0 0 0,0 1 0 0 0,-1-1 0 0 0,1 0 0 0 0,0 0 0 0 0,-1 0 0 0 0,1 0 0 0 0,0-1 0 0 0,0 1 0 0 0,0 0 0 0 0,0 0 0 0 0,0 0 0 0 0,0-1 0 0 0,0 1 0 0 0,1 0 0 0 0,1 0-59 0 0,0 0 1 0 0,0-1 0 0 0,0 0-1 0 0,0 1 1 0 0,0-1-1 0 0,0 0 1 0 0,0-1-1 0 0,0 1 1 0 0,4-1 0 0 0,1-1 93 0 0,-1 0 1 0 0,0-1-1 0 0,1 0 1 0 0,-1 0 0 0 0,-1 0-1 0 0,1-1 1 0 0,0 0-1 0 0,-1 0 1 0 0,0-1-1 0 0,0 1 1 0 0,0-2 0 0 0,-1 1-1 0 0,1 0 1 0 0,-1-1-1 0 0,0 0 1 0 0,-1 0-1 0 0,6-10 1 0 0,0-2 250 0 0,0-1 1 0 0,-1 0-1 0 0,0-1 0 0 0,-2 1 0 0 0,6-25 1 0 0,-10 31-179 0 0,-1 0 0 0 0,-1 0 1 0 0,0 0-1 0 0,-1 0 1 0 0,0 0-1 0 0,-1 0 0 0 0,-1 0 1 0 0,0 0-1 0 0,0 0 0 0 0,-1 0 1 0 0,-1 1-1 0 0,0-1 0 0 0,-1 1 1 0 0,0 0-1 0 0,-1 1 1 0 0,-8-13-1 0 0,-13-17 135 0 0,-1 1 0 0 0,-65-69 1 0 0,86 102-293 0 0,-12-14-14 0 0,-1 2 0 0 0,-1 0 0 0 0,-1 1 0 0 0,0 1 1 0 0,-1 1-1 0 0,-1 1 0 0 0,0 1 0 0 0,-1 2 0 0 0,-38-15 1 0 0,48 22-6 0 0,-1 1 0 0 0,1 1 0 0 0,-1 0 0 0 0,0 1 0 0 0,0 0 0 0 0,0 1 0 0 0,-28 3 0 0 0,31-1 4 0 0,0 2 0 0 0,1-1-1 0 0,-1 2 1 0 0,1 0 0 0 0,0 0 0 0 0,0 1-1 0 0,1 0 1 0 0,-1 1 0 0 0,1 1 0 0 0,-17 12 0 0 0,1 3 5 0 0,1 2 0 0 0,1 1 0 0 0,1 0 1 0 0,1 2-1 0 0,2 1 0 0 0,0 1 0 0 0,2 0 1 0 0,1 1-1 0 0,2 1 0 0 0,-16 41 1 0 0,16-28 0 0 0,1 1 1 0 0,3 0-1 0 0,1 1 1 0 0,3 1-1 0 0,1-1 1 0 0,3 1-1 0 0,1 51 1 0 0,4-71 10 0 0,0 0 0 0 0,2-1 1 0 0,1 1-1 0 0,2-1 0 0 0,16 50 1 0 0,-17-61-9 0 0,2-1 1 0 0,-1-1 0 0 0,2 1-1 0 0,0-1 1 0 0,0-1 0 0 0,1 1-1 0 0,1-1 1 0 0,0-1 0 0 0,0 0-1 0 0,1 0 1 0 0,23 16 0 0 0,-16-15-100 0 0,1-1 1 0 0,0-1 0 0 0,1 0 0 0 0,0-2 0 0 0,0 0 0 0 0,0-1 0 0 0,1-2 0 0 0,0 0 0 0 0,1-1-1 0 0,-1-1 1 0 0,1 0 0 0 0,-1-2 0 0 0,24-2 0 0 0,-19-1-65 0 0,0-1 1 0 0,-1-1-1 0 0,0-1 1 0 0,0-1-1 0 0,0-2 0 0 0,-1 0 1 0 0,0-2-1 0 0,0-1 1 0 0,-2 0-1 0 0,38-26 0 0 0,-25 12-1773 0 0,-3-3-4213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4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502 927 12899 0 0,'-8'-2'1257'0'0,"13"-3"245"0"0,4-3-821 0 0,39-45-107 0 0,44-46 1072 0 0,-71 80-1498 0 0,114-112 824 0 0,-103 96-652 0 0,-1-1 0 0 0,28-43 0 0 0,-46 60-184 0 0,-1-2 0 0 0,-1 1 0 0 0,-1-1 0 0 0,-1-1 0 0 0,12-43 0 0 0,-17 49-82 0 0,-1 0 0 0 0,-1 0 0 0 0,-1-1 0 0 0,0 1-1 0 0,-1 0 1 0 0,-1-1 0 0 0,0 1 0 0 0,-1 0 0 0 0,-6-25 0 0 0,6 36-47 0 0,1-1 0 0 0,-1 1-1 0 0,0 0 1 0 0,-1-1 0 0 0,1 1-1 0 0,-1 0 1 0 0,0 0 0 0 0,0 1 0 0 0,0-1-1 0 0,-1 1 1 0 0,0-1 0 0 0,1 1 0 0 0,-2 0-1 0 0,1 1 1 0 0,-9-7 0 0 0,6 6-2 0 0,0 0 0 0 0,-1 1 0 0 0,1 1-1 0 0,0-1 1 0 0,-1 1 0 0 0,0 0 0 0 0,1 1 0 0 0,-1 0 0 0 0,0 0 0 0 0,0 0 0 0 0,-8 2 0 0 0,-5 0-23 0 0,1 1 1 0 0,-1 2-1 0 0,1 0 1 0 0,0 1-1 0 0,0 1 1 0 0,0 0-1 0 0,1 2 1 0 0,0 0-1 0 0,0 1 0 0 0,-28 20 1 0 0,-12 12-22 0 0,-91 84 0 0 0,114-94 100 0 0,-16 15 12 0 0,2 2 1 0 0,2 2-1 0 0,2 2 0 0 0,-40 61 0 0 0,76-98-106 0 0,1 1 1 0 0,0 1 0 0 0,1-1-1 0 0,1 1 1 0 0,1 1-1 0 0,0-1 1 0 0,1 1 0 0 0,-4 36-1 0 0,8-46 31 0 0,0-1-1 0 0,1 1 1 0 0,0 0-1 0 0,0 0 1 0 0,1 0-1 0 0,0 0 1 0 0,0-1-1 0 0,1 1 0 0 0,0-1 1 0 0,1 1-1 0 0,-1-1 1 0 0,1 1-1 0 0,1-1 1 0 0,-1 0-1 0 0,1-1 1 0 0,0 1-1 0 0,1-1 1 0 0,0 1-1 0 0,0-1 1 0 0,0-1-1 0 0,1 1 1 0 0,-1-1-1 0 0,11 7 1 0 0,-2-3-69 0 0,1-1 1 0 0,0 0-1 0 0,1-1 1 0 0,-1-1-1 0 0,1-1 0 0 0,1 0 1 0 0,31 5-1 0 0,-17-6-1106 0 0,1-2-1 0 0,0 0 0 0 0,40-5 0 0 0,-26-2-5045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5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574 1092 11490 0 0,'15'-12'632'0'0,"-1"0"0"0"0,2 1 0 0 0,19-11 0 0 0,10-7 61 0 0,-21 11-165 0 0,-1 0 0 0 0,-1-2 0 0 0,0 0 1 0 0,-2-2-1 0 0,21-27 0 0 0,-30 35-270 0 0,-2 0-1 0 0,0-1 1 0 0,-1 0 0 0 0,0-1 0 0 0,-2 1 0 0 0,1-2 0 0 0,-2 1 0 0 0,0-1 0 0 0,-1 1 0 0 0,2-24-1 0 0,-3-4-83 0 0,-1 1 0 0 0,-3 0-1 0 0,-2 0 1 0 0,-1-1 0 0 0,-3 2-1 0 0,-1-1 1 0 0,-2 1 0 0 0,-2 0-1 0 0,-28-66 1 0 0,33 94-159 0 0,1 1 0 0 0,-2-1 0 0 0,0 1 0 0 0,-1 1 0 0 0,0 0 0 0 0,0 0 0 0 0,-19-17 0 0 0,21 24-5 0 0,1-1 0 0 0,-1 1 0 0 0,0 1 0 0 0,0-1 0 0 0,-1 1 0 0 0,1 1-1 0 0,-1-1 1 0 0,0 1 0 0 0,0 1 0 0 0,0-1 0 0 0,0 1 0 0 0,0 1 0 0 0,-1-1 0 0 0,1 2 0 0 0,-11-1 0 0 0,2 2 18 0 0,1 0 0 0 0,-1 1 0 0 0,1 1 0 0 0,0 0 0 0 0,0 2 0 0 0,0 0 0 0 0,0 0 0 0 0,-20 11 0 0 0,15-4-41 0 0,0 1-1 0 0,1 0 1 0 0,0 1 0 0 0,1 2 0 0 0,-17 17 0 0 0,-9 16-92 0 0,3 1 0 0 0,2 2 0 0 0,-42 72 0 0 0,63-94 73 0 0,1 0 1 0 0,2 1-1 0 0,1 1 1 0 0,2 1-1 0 0,-17 60 1 0 0,27-79 28 0 0,1 0 0 0 0,0 1 1 0 0,1-1-1 0 0,1 1 0 0 0,0-1 1 0 0,0 1-1 0 0,4 17 0 0 0,-2-22 15 0 0,1 0 1 0 0,0-1-1 0 0,0 0 0 0 0,1 1 0 0 0,0-1 1 0 0,1 0-1 0 0,0-1 0 0 0,0 1 0 0 0,0-1 0 0 0,1 0 1 0 0,12 11-1 0 0,-6-7 33 0 0,0-2 0 0 0,2 1 0 0 0,-1-2 0 0 0,1 0 0 0 0,1 0 0 0 0,-1-1 1 0 0,1-1-1 0 0,1-1 0 0 0,-1 0 0 0 0,1-1 0 0 0,0 0 0 0 0,1-2 0 0 0,21 3 0 0 0,-2-2 31 0 0,0-3-1 0 0,0-1 0 0 0,0-1 0 0 0,0-2 0 0 0,41-9 1 0 0,-62 10 11 0 0,0-2 1 0 0,0 0 0 0 0,-1 0-1 0 0,1-1 1 0 0,-1-1 0 0 0,18-10-1 0 0,-29 14-112 0 0,0 0 0 0 0,0 0 0 0 0,0 0 0 0 0,0 0-1 0 0,-1 0 1 0 0,1 0 0 0 0,0-1 0 0 0,-1 1-1 0 0,0-1 1 0 0,0 0 0 0 0,0 0 0 0 0,0 0 0 0 0,0 0-1 0 0,0 0 1 0 0,-1 0 0 0 0,1 0 0 0 0,-1-1-1 0 0,0 1 1 0 0,0 0 0 0 0,0-1 0 0 0,-1 1-1 0 0,1-1 1 0 0,-1 1 0 0 0,0-1 0 0 0,0 1 0 0 0,0-1-1 0 0,0 1 1 0 0,0-1 0 0 0,-1 1 0 0 0,0-1-1 0 0,0 1 1 0 0,-2-7 0 0 0,2 7-428 0 0,0 1-1 0 0,0 0 1 0 0,0-1-1 0 0,0 1 1 0 0,-1 0-1 0 0,1 0 1 0 0,-1 0 0 0 0,1 0-1 0 0,-1 0 1 0 0,-3-3-1 0 0,-1 1-1255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6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1091 12443 0 0,'4'-1'330'0'0,"1"-1"1"0"0,-1 0-1 0 0,0 0 1 0 0,0-1-1 0 0,0 1 1 0 0,0-1 0 0 0,0 0-1 0 0,3-4 1 0 0,2 1-100 0 0,24-19-41 0 0,-2-2 1 0 0,0-1-1 0 0,-2-1 0 0 0,-1-1 1 0 0,-1-2-1 0 0,26-40 1 0 0,-39 51 67 0 0,-2 0 1 0 0,0-2-1 0 0,-2 1 1 0 0,0-1-1 0 0,-1-1 1 0 0,-2 1-1 0 0,0-1 1 0 0,-2-1 0 0 0,0 1-1 0 0,-2-1 1 0 0,1-38-1 0 0,-5 31-6 0 0,-2 1 0 0 0,-1-1 0 0 0,-2 0 0 0 0,-18-59 0 0 0,16 67-179 0 0,-1 1 0 0 0,-1-1-1 0 0,-2 2 1 0 0,0-1-1 0 0,-1 2 1 0 0,-27-34 0 0 0,32 47-54 0 0,1 0 1 0 0,-1 0 0 0 0,0 1-1 0 0,0 1 1 0 0,-1-1-1 0 0,0 1 1 0 0,0 1 0 0 0,0 0-1 0 0,-1 0 1 0 0,1 1 0 0 0,-1 0-1 0 0,-1 0 1 0 0,1 1 0 0 0,0 1-1 0 0,-1 0 1 0 0,1 0-1 0 0,-1 1 1 0 0,0 0 0 0 0,-17 1-1 0 0,12 2-6 0 0,0 0-1 0 0,0 1 1 0 0,0 1-1 0 0,1 0 1 0 0,-1 1-1 0 0,1 0 1 0 0,0 2-1 0 0,1 0 1 0 0,-1 0-1 0 0,1 1 1 0 0,1 1-1 0 0,-18 14 0 0 0,-1 5-65 0 0,2 2-1 0 0,0 1 0 0 0,2 1 0 0 0,2 1 1 0 0,-35 57-1 0 0,34-45 6 0 0,3 1 0 0 0,2 2 1 0 0,2 0-1 0 0,-17 59 0 0 0,30-82 40 0 0,2 0 0 0 0,0 0 0 0 0,1 0 0 0 0,2 1 0 0 0,0 0 0 0 0,2-1 0 0 0,1 1 0 0 0,1-1 0 0 0,6 32 0 0 0,-5-44 20 0 0,0 1-1 0 0,1-1 0 0 0,1 0 0 0 0,0 0 0 0 0,1-1 0 0 0,1 0 0 0 0,-1 0 1 0 0,2 0-1 0 0,0 0 0 0 0,0-1 0 0 0,1-1 0 0 0,0 0 0 0 0,1 0 0 0 0,0 0 0 0 0,1-2 1 0 0,0 1-1 0 0,0-1 0 0 0,20 10 0 0 0,-12-9 46 0 0,-1 0 0 0 0,1-2 0 0 0,0 0 0 0 0,1-1 1 0 0,0-1-1 0 0,28 3 0 0 0,-34-6-59 0 0,1-1 1 0 0,-1-1-1 0 0,1-1 1 0 0,-1 0 0 0 0,1-1-1 0 0,-1 0 1 0 0,0-1-1 0 0,0 0 1 0 0,25-11-1 0 0,-13 2-294 0 0,0-1 0 0 0,41-29 0 0 0,-19 7-5972 0 0,-22 15-281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6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375 1084 13827 0 0,'-3'3'204'0'0,"-1"0"-26"0"0,-1 1 0 0 0,1 0 0 0 0,0-1 0 0 0,1 2 0 0 0,-1-1 0 0 0,-3 6-1 0 0,6-9-167 0 0,1 0-1 0 0,-1 0 1 0 0,1 0-1 0 0,-1 0 1 0 0,1 0-1 0 0,0 0 1 0 0,0 0-1 0 0,-1 0 1 0 0,1 0-1 0 0,0 0 1 0 0,0 1-1 0 0,0-1 1 0 0,0 0-1 0 0,1 0 1 0 0,-1 0-1 0 0,0 0 1 0 0,0 0-1 0 0,0 0 1 0 0,1 0-1 0 0,-1 0 0 0 0,1 0 1 0 0,-1 0-1 0 0,1 0 1 0 0,-1 0-1 0 0,1 0 1 0 0,0 0-1 0 0,-1 0 1 0 0,1 0-1 0 0,0 0 1 0 0,0-1-1 0 0,-1 1 1 0 0,1 0-1 0 0,0-1 1 0 0,0 1-1 0 0,0 0 1 0 0,0-1-1 0 0,0 1 1 0 0,2 0-1 0 0,1 0 30 0 0,0 1 1 0 0,0 0-1 0 0,0-1 0 0 0,0 0 1 0 0,0 0-1 0 0,0 0 0 0 0,1 0 1 0 0,-1-1-1 0 0,0 0 0 0 0,0 0 1 0 0,1 0-1 0 0,-1 0 0 0 0,8-2 1 0 0,7-2 264 0 0,32-12 0 0 0,-43 14-184 0 0,37-15 436 0 0,0-2 1 0 0,-2-2-1 0 0,0-2 1 0 0,56-40-1 0 0,-43 22 86 0 0,-1-3 1 0 0,70-75-1 0 0,-107 101-495 0 0,-2-2-1 0 0,0 0 1 0 0,-1 0 0 0 0,-1-2-1 0 0,-1 1 1 0 0,-1-2 0 0 0,14-36 0 0 0,-20 41-144 0 0,-1 1 0 0 0,0-1 0 0 0,-1 0 0 0 0,-1-1 0 0 0,-1 1 0 0 0,-1-1 0 0 0,0 1 0 0 0,-1-1 1 0 0,-1 1-1 0 0,-1 0 0 0 0,-5-20 0 0 0,2 14 65 0 0,-1 1 0 0 0,-2 0 0 0 0,0 0 0 0 0,-1 1 0 0 0,-2 0 0 0 0,0 1 0 0 0,-1 0 0 0 0,-29-38 0 0 0,32 49-62 0 0,0 0-1 0 0,-1 0 1 0 0,0 1 0 0 0,-1 0-1 0 0,0 1 1 0 0,0 0 0 0 0,-1 0 0 0 0,0 2-1 0 0,0-1 1 0 0,-1 2 0 0 0,0-1-1 0 0,0 2 1 0 0,0 0 0 0 0,0 0 0 0 0,-1 1-1 0 0,1 1 1 0 0,-16-1 0 0 0,7 3-34 0 0,0 0 0 0 0,1 2 0 0 0,-1 0 0 0 0,-37 10 0 0 0,23-2-148 0 0,-68 29 1 0 0,78-26 138 0 0,1 1 0 0 0,0 1-1 0 0,0 1 1 0 0,2 2 0 0 0,0 0 0 0 0,1 1 0 0 0,1 1-1 0 0,1 2 1 0 0,-24 31 0 0 0,-9 21 10 0 0,-70 133-1 0 0,105-176-47 0 0,2 2 0 0 0,1 0 0 0 0,1 0 0 0 0,-15 61 0 0 0,26-83 20 0 0,1 0 0 0 0,0 1 0 0 0,1-1 0 0 0,0 1 0 0 0,1-1 0 0 0,0 1-1 0 0,1-1 1 0 0,0 0 0 0 0,1 1 0 0 0,0-1 0 0 0,1 0 0 0 0,0 0 0 0 0,1 0 0 0 0,0 0 0 0 0,1 0 0 0 0,0-1 0 0 0,0 0 0 0 0,13 16 0 0 0,-9-14-328 0 0,2-1 0 0 0,-1 0 0 0 0,1 0 0 0 0,1-2 0 0 0,0 1 0 0 0,0-1 0 0 0,20 10 0 0 0,-1-4-6220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7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1182 15203 0 0,'-1'3'133'0'0,"0"1"0"0"0,0 0 0 0 0,1-1-1 0 0,0 1 1 0 0,-1 0 0 0 0,1-1 0 0 0,0 1-1 0 0,1 0 1 0 0,-1-1 0 0 0,1 1 0 0 0,-1-1-1 0 0,1 1 1 0 0,0 0 0 0 0,1-1 0 0 0,-1 0-1 0 0,0 1 1 0 0,1-1 0 0 0,0 0 0 0 0,0 0-1 0 0,0 1 1 0 0,4 3 0 0 0,-2-2-151 0 0,0 0 0 0 0,0 0-1 0 0,1 0 1 0 0,0 0 0 0 0,0-1 0 0 0,0 1 0 0 0,1-1-1 0 0,0-1 1 0 0,-1 1 0 0 0,13 5 0 0 0,-10-7 44 0 0,0-1 0 0 0,0 0 0 0 0,-1 0 0 0 0,1 0 0 0 0,0-1 0 0 0,0 0 0 0 0,0-1 0 0 0,-1 0 0 0 0,1 0 0 0 0,0 0 0 0 0,0-1 0 0 0,-1-1 0 0 0,0 1 0 0 0,1-1 0 0 0,-1 0 1 0 0,11-7-1 0 0,10-6 280 0 0,-1-2 1 0 0,39-32-1 0 0,-65 49-299 0 0,23-17 293 0 0,-1-2 0 0 0,-2 0 0 0 0,0-2-1 0 0,0 0 1 0 0,-2-1 0 0 0,-1-1 0 0 0,-1-1-1 0 0,-2-1 1 0 0,0 0 0 0 0,-1-1 0 0 0,17-50-1 0 0,-15 21-78 0 0,-2 0 0 0 0,-2-1 0 0 0,-3-1 0 0 0,-3 0 0 0 0,-2 0 0 0 0,-3-1 0 0 0,-2 1 0 0 0,-11-67 0 0 0,9 101-144 0 0,-1 1 1 0 0,-1 0 0 0 0,-2 0-1 0 0,0 1 1 0 0,-16-35 0 0 0,19 49-57 0 0,-1 0 1 0 0,0 0 0 0 0,0 0-1 0 0,-1 0 1 0 0,0 1 0 0 0,0 0 0 0 0,0 1-1 0 0,-1-1 1 0 0,0 1 0 0 0,-1 0-1 0 0,1 1 1 0 0,-1 0 0 0 0,0 0-1 0 0,0 1 1 0 0,-1 0 0 0 0,-16-6-1 0 0,13 7 8 0 0,0 0 0 0 0,0 1-1 0 0,0 0 1 0 0,0 1-1 0 0,0 0 1 0 0,0 1-1 0 0,0 1 1 0 0,-1-1-1 0 0,-16 5 1 0 0,12-1-15 0 0,1 1-1 0 0,0 0 1 0 0,0 1 0 0 0,0 1 0 0 0,0 1 0 0 0,-15 9-1 0 0,2 3-16 0 0,1 1 1 0 0,1 2-1 0 0,1 1 0 0 0,1 0 0 0 0,-43 55 0 0 0,39-39-58 0 0,1 0 0 0 0,-31 62 0 0 0,45-75 62 0 0,2 2-1 0 0,0 0 1 0 0,2 0 0 0 0,-12 59 0 0 0,20-73-7 0 0,0 0 0 0 0,1 0 0 0 0,1-1 0 0 0,0 1 0 0 0,1 0 0 0 0,1 0 0 0 0,0 0 0 0 0,1-1 0 0 0,1 1 0 0 0,0-1 0 0 0,1 0 0 0 0,0 0 0 0 0,11 20 0 0 0,-6-18-56 0 0,1 1 0 0 0,0-1 1 0 0,2-1-1 0 0,0 0 0 0 0,0-1 0 0 0,1 0 1 0 0,1-1-1 0 0,0-1 0 0 0,28 18 0 0 0,-25-19-106 0 0,-1-1 0 0 0,2-1 0 0 0,-1 0 0 0 0,1-2 0 0 0,33 10 0 0 0,-43-15-45 0 0,0 0 0 0 0,0-1 0 0 0,0 0-1 0 0,0 0 1 0 0,1-1 0 0 0,-1 0 0 0 0,0-1 0 0 0,0 0 0 0 0,1-1 0 0 0,-1 1 0 0 0,0-2 0 0 0,0 1 0 0 0,-1-1 0 0 0,15-8-1 0 0,9-7-766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8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3 12899 0 0,'0'0'89'0'0,"-1"0"0"0"0,1 0 0 0 0,0-1 0 0 0,0 1-1 0 0,0 0 1 0 0,-1 0 0 0 0,1 0 0 0 0,0-1 0 0 0,0 1 0 0 0,-1 0 0 0 0,1 0 0 0 0,0 0 0 0 0,0 0 0 0 0,-1 0 0 0 0,1 0 0 0 0,0 0 0 0 0,-1-1 0 0 0,1 1 0 0 0,0 0 0 0 0,0 0 0 0 0,-1 0-1 0 0,1 0 1 0 0,0 0 0 0 0,-1 0 0 0 0,1 0 0 0 0,0 1 0 0 0,-1-1 0 0 0,1 0 0 0 0,0 0 0 0 0,0 0 0 0 0,-1 0 0 0 0,1 0 0 0 0,0 0 0 0 0,-1 1 0 0 0,-6 10 1003 0 0,-1 15-762 0 0,2 24 157 0 0,2-1-1 0 0,4 97 0 0 0,2-73-218 0 0,0 61 192 0 0,6-1 0 0 0,42 223-1 0 0,-47-343-453 0 0,2 6-73 0 0,-2 0 0 0 0,3 34 1 0 0,-14-66-1825 0 0,-4-13 1080 0 0,-4-24-1632 0 0,5 19 405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28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28 332 8498 0 0,'-5'-13'72'0'0,"-1"-8"742"0"0,-8-35 0 0 0,13 50-404 0 0,0 0 1 0 0,0-1 0 0 0,1 1-1 0 0,0 0 1 0 0,1-1 0 0 0,-1 1-1 0 0,1 0 1 0 0,0-1 0 0 0,1 1-1 0 0,2-8 1 0 0,-3 12-263 0 0,1-1 0 0 0,-1 1 0 0 0,1 0 0 0 0,-1 0 0 0 0,1 0 1 0 0,0 0-1 0 0,0 1 0 0 0,0-1 0 0 0,0 0 0 0 0,0 1 0 0 0,0-1 0 0 0,1 1 0 0 0,4-2 0 0 0,37-14 779 0 0,-30 12-657 0 0,308-81 2635 0 0,-174 60-1906 0 0,-127 24-825 0 0,0 1 0 0 0,0 1-1 0 0,-1 0 1 0 0,1 2 0 0 0,25 5 0 0 0,-42-7-124 0 0,1 1 1 0 0,-1 1 0 0 0,1-1 0 0 0,-1 1-1 0 0,0-1 1 0 0,0 1 0 0 0,0 1 0 0 0,0-1-1 0 0,0 0 1 0 0,0 1 0 0 0,-1 0 0 0 0,1 0-1 0 0,5 5 1 0 0,-8-5-15 0 0,1 0-1 0 0,-1-1 1 0 0,1 1-1 0 0,-1 0 1 0 0,0 0-1 0 0,0 0 1 0 0,0 0-1 0 0,0 0 1 0 0,0 0-1 0 0,-1 0 1 0 0,0 0 0 0 0,1 0-1 0 0,-1 0 1 0 0,0 0-1 0 0,0 0 1 0 0,-1 0-1 0 0,1 0 1 0 0,-1 0-1 0 0,1 0 1 0 0,-1 0-1 0 0,-2 4 1 0 0,-4 13 166 0 0,-2-1 0 0 0,0 1 1 0 0,-1-2-1 0 0,-1 1 0 0 0,-25 31 1 0 0,-79 77 563 0 0,106-119-704 0 0,-126 119 527 0 0,116-111-555 0 0,-1-1-1 0 0,-1-1 1 0 0,0 0-1 0 0,0-2 1 0 0,-33 13-1 0 0,50-23-6 0 0,-1 0 0 0 0,1-1 0 0 0,-1 0 0 0 0,1 0 0 0 0,-1 0-1 0 0,1-1 1 0 0,-1 1 0 0 0,1-1 0 0 0,-1 0 0 0 0,1-1 0 0 0,-6 0-1 0 0,8 1-182 0 0,0-1-1 0 0,0 1 1 0 0,0-1-1 0 0,1 0 1 0 0,-1 0-1 0 0,0 0 1 0 0,1 0-1 0 0,-1 0 1 0 0,1 0-1 0 0,-1 0 0 0 0,1 0 1 0 0,-2-2-1 0 0,2 1-455 0 0,-1 0 1 0 0,1 1-1 0 0,0-1 0 0 0,0 0 0 0 0,0 0 0 0 0,0 0 0 0 0,1 0 0 0 0,-1 0 1 0 0,0 0-1 0 0,1-1 0 0 0,-1 1 0 0 0,1-3 0 0 0,-1-10-6975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0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5 14283 0 0,'0'0'32'0'0,"0"0"-1"0"0,0 0 1 0 0,0-1 0 0 0,0 1-1 0 0,0 0 1 0 0,0 0 0 0 0,0 0 0 0 0,0 0-1 0 0,0-1 1 0 0,0 1 0 0 0,0 0-1 0 0,0 0 1 0 0,0 0 0 0 0,0 0-1 0 0,-1 0 1 0 0,1-1 0 0 0,0 1-1 0 0,0 0 1 0 0,0 0 0 0 0,0 0-1 0 0,0 0 1 0 0,0 0 0 0 0,0 0-1 0 0,-1 0 1 0 0,1-1 0 0 0,0 1 0 0 0,0 0-1 0 0,0 0 1 0 0,0 0 0 0 0,-1 0-1 0 0,1 0 1 0 0,0 0 0 0 0,0 0-1 0 0,0 0 1 0 0,0 0 0 0 0,-1 0-1 0 0,1 0 1 0 0,0 0 0 0 0,0 0-1 0 0,0 0 1 0 0,0 0 0 0 0,-1 0-1 0 0,1 0 1 0 0,0 0 0 0 0,0 0 0 0 0,0 0-1 0 0,0 0 1 0 0,0 0 0 0 0,-1 1-1 0 0,1-1 1 0 0,0 0 0 0 0,0 0-1 0 0,0 0 1 0 0,0 0 0 0 0,0 0-1 0 0,0 0 1 0 0,-1 0 0 0 0,1 1-1 0 0,0-1 1 0 0,-6 16 592 0 0,-1 25-194 0 0,3-13-121 0 0,-57 602 2644 0 0,67-503-2419 0 0,-3-84-356 0 0,-4 85 0 0 0,2-119-420 0 0,2-10-750 0 0,4-15-876 0 0,-7-31-4052 0 0,-1 24 3754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1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0 317 3225 0 0,'1'-30'-251'0'0,"-1"25"1353"0"0,2 1 0 0 0,-1-1 0 0 0,0 0 0 0 0,1 1 0 0 0,0-1 0 0 0,0 1 0 0 0,0-1 0 0 0,1 1 0 0 0,-1 0 0 0 0,8-8 1 0 0,12-14-503 0 0,2 2 0 0 0,0 0 1 0 0,2 1-1 0 0,0 2 1 0 0,2 1-1 0 0,0 1 1 0 0,49-24-1 0 0,-68 38-422 0 0,1 0-1 0 0,-1 1 1 0 0,1 1-1 0 0,1 0 1 0 0,-1 0-1 0 0,0 1 1 0 0,13-2-1 0 0,-17 4-95 0 0,-1 0 0 0 0,0 0-1 0 0,1 0 1 0 0,-1 1 0 0 0,0 0-1 0 0,0 0 1 0 0,1 0 0 0 0,-1 0-1 0 0,0 1 1 0 0,0 0 0 0 0,0 0-1 0 0,-1 0 1 0 0,1 1 0 0 0,0 0 0 0 0,-1 0-1 0 0,5 4 1 0 0,1 2-8 0 0,-1 0-1 0 0,1 1 1 0 0,-2 0 0 0 0,0 1-1 0 0,0 0 1 0 0,-1 0 0 0 0,0 1-1 0 0,-1 0 1 0 0,0 0 0 0 0,-1 0-1 0 0,0 1 1 0 0,-1 0 0 0 0,3 17 0 0 0,-4-13-20 0 0,-1 1 0 0 0,0 0 0 0 0,-1 0 0 0 0,-1 0 1 0 0,-1 0-1 0 0,-1 0 0 0 0,0 0 0 0 0,-1-1 0 0 0,-8 25 1 0 0,5-23 39 0 0,-1 0 1 0 0,-1 0 0 0 0,0-1 0 0 0,-2 0 0 0 0,0 0 0 0 0,-1-1-1 0 0,-1-1 1 0 0,0 0 0 0 0,-2-1 0 0 0,1 0 0 0 0,-2-1 0 0 0,0 0 0 0 0,-1-1-1 0 0,0-1 1 0 0,0 0 0 0 0,-2-2 0 0 0,1 0 0 0 0,-1-1 0 0 0,-1 0-1 0 0,1-2 1 0 0,-1 0 0 0 0,-1-1 0 0 0,1-1 0 0 0,-23 3 0 0 0,36-7-147 0 0,1-1-1 0 0,0 0 1 0 0,0 0 0 0 0,0 0 0 0 0,0 0 0 0 0,0-1 0 0 0,0 0 0 0 0,0 0-1 0 0,0 0 1 0 0,0-1 0 0 0,0 1 0 0 0,0-1 0 0 0,1 0 0 0 0,-1-1-1 0 0,-7-5 1 0 0,8 5-306 0 0,0 0 0 0 0,1-1 0 0 0,-1 1 0 0 0,1-1 0 0 0,0 0 0 0 0,0 0 0 0 0,1 0 0 0 0,-1 0 0 0 0,1-1 0 0 0,-3-6 0 0 0,-4-13-7640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3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403 17 12443 0 0,'0'-6'520'0'0,"-1"-4"722"0"0,-4 18 662 0 0,-5 14-1851 0 0,-1 0 0 0 0,-21 32 1 0 0,-2 2-133 0 0,-84 183 199 0 0,2-4 1344 0 0,110-223-1335 0 0,-12 20 339 0 0,-17 47 0 0 0,32-71-366 0 0,0 0 0 0 0,0 1-1 0 0,1 0 1 0 0,0-1 0 0 0,1 1 0 0 0,0 0-1 0 0,0 0 1 0 0,1-1 0 0 0,0 1 0 0 0,0 0 0 0 0,3 12-1 0 0,-2-17-42 0 0,1 0-1 0 0,0 0 0 0 0,-1 0 1 0 0,2 0-1 0 0,-1 0 0 0 0,0 0 1 0 0,1-1-1 0 0,0 1 0 0 0,-1-1 1 0 0,1 0-1 0 0,1 0 1 0 0,-1 0-1 0 0,0 0 0 0 0,1 0 1 0 0,-1-1-1 0 0,1 1 0 0 0,0-1 1 0 0,0 0-1 0 0,0 0 0 0 0,0-1 1 0 0,0 1-1 0 0,0-1 0 0 0,1 0 1 0 0,4 1-1 0 0,11 1 54 0 0,-1 0-1 0 0,1-1 0 0 0,39-2 1 0 0,-28-2 13 0 0,-1-1 0 0 0,1-2 0 0 0,-1 0 0 0 0,40-14 0 0 0,-14-1 453 0 0,69-35 0 0 0,-88 40-308 0 0,-23 9-111 0 0,-1 0 0 0 0,21-12 0 0 0,-34 18-208 0 0,0 0 0 0 0,0 0 0 0 0,1 0 0 0 0,-1 0 0 0 0,0-1 0 0 0,0 1 0 0 0,0 0 0 0 0,0 0 0 0 0,0 0-1 0 0,0 0 1 0 0,0 0 0 0 0,0 0 0 0 0,0 0 0 0 0,0 0 0 0 0,0 0 0 0 0,0 0 0 0 0,0 0 0 0 0,0 0 0 0 0,0-1 0 0 0,0 1 0 0 0,0 0 0 0 0,0 0-1 0 0,0 0 1 0 0,0 0 0 0 0,1 0 0 0 0,-1 0 0 0 0,0 0 0 0 0,-1 0 0 0 0,1 0 0 0 0,0-1 0 0 0,0 1 0 0 0,0 0 0 0 0,0 0 0 0 0,0 0-1 0 0,0 0 1 0 0,0 0 0 0 0,0 0 0 0 0,0 0 0 0 0,0 0 0 0 0,0 0 0 0 0,0 0 0 0 0,0 0 0 0 0,0-1 0 0 0,0 1 0 0 0,0 0 0 0 0,0 0 0 0 0,0 0-1 0 0,0 0 1 0 0,0 0 0 0 0,-1 0 0 0 0,1 0 0 0 0,0 0 0 0 0,0 0 0 0 0,0 0 0 0 0,0 0 0 0 0,0 0 0 0 0,0 0 0 0 0,0 0-17 0 0,0 0 1 0 0,-1 0 0 0 0,1 0 0 0 0,0 0 0 0 0,0-1-1 0 0,0 1 1 0 0,0 0 0 0 0,0 0 0 0 0,0 0-1 0 0,0 0 1 0 0,0 0 0 0 0,0 0 0 0 0,-1 0 0 0 0,1 0-1 0 0,0 0 1 0 0,0 0 0 0 0,0-1 0 0 0,0 1-1 0 0,0 0 1 0 0,0 0 0 0 0,0 0 0 0 0,0 0 0 0 0,0 0-1 0 0,0 0 1 0 0,0-1 0 0 0,0 1 0 0 0,0 0-1 0 0,0 0 1 0 0,0 0 0 0 0,0 0 0 0 0,0 0 0 0 0,0 0-1 0 0,0 0 1 0 0,0-1 0 0 0,0 1 0 0 0,0 0-1 0 0,0 0 1 0 0,0 0 0 0 0,0 0 0 0 0,0 0 0 0 0,0 0-1 0 0,0 0 1 0 0,1-1 0 0 0,-1 1 0 0 0,0 0-1 0 0,0 0 1 0 0,0 0 0 0 0,0 0 0 0 0,0 0 0 0 0,0 0-1 0 0,0 0 1 0 0,0 0 0 0 0,1 0 0 0 0,-1 0-1 0 0,0 0 1 0 0,0 0 0 0 0,0 0 0 0 0,0-1-1 0 0,0 1 1 0 0,0 0 0 0 0,0 0 0 0 0,1 0 0 0 0,-1 0-1 0 0,0 0 1 0 0,0 0 0 0 0,0 0 0 0 0,0 0-1 0 0,0 0 1 0 0,1 1 0 0 0,41-19-2034 0 0,-24 10 1136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3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18228 0 0,'2'-8'389'0'0,"-1"5"-272"0"0,-1 1 0 0 0,1-1 1 0 0,-1 0-1 0 0,1 1 0 0 0,0-1 0 0 0,0 0 1 0 0,0 1-1 0 0,0-1 0 0 0,0 1 0 0 0,1 0 1 0 0,-1-1-1 0 0,1 1 0 0 0,0 0 0 0 0,-1 0 1 0 0,1 0-1 0 0,0 0 0 0 0,0 0 0 0 0,0 0 1 0 0,1 1-1 0 0,-1-1 0 0 0,4-2 1 0 0,13-6 57 0 0,1 1 1 0 0,0 1-1 0 0,33-9 1 0 0,68-11 650 0 0,-99 23-738 0 0,3-1 35 0 0,1 0-61 0 0,0 2 0 0 0,48-4 0 0 0,-74 8-81 0 0,1 0 0 0 0,-1 0 0 0 0,0-1 0 0 0,1 1 0 0 0,-1 0 0 0 0,0 0-1 0 0,1 0 1 0 0,-1 0 0 0 0,0 0 0 0 0,1 0 0 0 0,-1 0 0 0 0,0 0 0 0 0,1 1 0 0 0,-1-1-1 0 0,0 0 1 0 0,1 0 0 0 0,-1 0 0 0 0,0 0 0 0 0,0 0 0 0 0,1 0 0 0 0,-1 1-1 0 0,0-1 1 0 0,1 0 0 0 0,-1 0 0 0 0,0 0 0 0 0,0 1 0 0 0,1-1 0 0 0,-1 0 0 0 0,0 0-1 0 0,0 1 1 0 0,0-1 0 0 0,0 0 0 0 0,1 0 0 0 0,-1 1 0 0 0,0-1 0 0 0,0 0 0 0 0,0 1-1 0 0,0-1 1 0 0,0 0 0 0 0,0 1 0 0 0,0-1 0 0 0,0 0 0 0 0,0 1 0 0 0,0-1 0 0 0,0 0-1 0 0,0 1 1 0 0,0-1 0 0 0,0 0 0 0 0,0 1 0 0 0,0-1 0 0 0,0 0 0 0 0,0 1 0 0 0,0-1-1 0 0,0 0 1 0 0,0 0 0 0 0,-1 1 0 0 0,1-1 0 0 0,0 0 0 0 0,0 1 0 0 0,0-1 0 0 0,-1 0-1 0 0,1 0 1 0 0,0 1 0 0 0,0-1 0 0 0,-1 0 0 0 0,-15 18-2683 0 0,15-17 2631 0 0,-11 10-2020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4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 1 11290 0 0,'-11'5'421'0'0,"1"0"-1"0"0,0 0 1 0 0,0 1 0 0 0,0 1-1 0 0,-13 11 1 0 0,-6 7 263 0 0,2 2 0 0 0,0 0 0 0 0,2 2 0 0 0,1 1 0 0 0,2 1 0 0 0,1 0 1 0 0,-26 51-1 0 0,29-44 54 0 0,-27 80 1 0 0,40-102-509 0 0,2 0-1 0 0,-1 0 1 0 0,2 1 0 0 0,0-1 0 0 0,1 1-1 0 0,1-1 1 0 0,0 1 0 0 0,3 17 0 0 0,-2-31-200 0 0,-1 0 1 0 0,1 0 0 0 0,0 0 0 0 0,-1-1-1 0 0,1 1 1 0 0,0 0 0 0 0,1-1 0 0 0,-1 1-1 0 0,0-1 1 0 0,1 1 0 0 0,0-1 0 0 0,-1 1-1 0 0,1-1 1 0 0,0 0 0 0 0,0 0 0 0 0,0 0-1 0 0,4 2 1 0 0,-3-2 3 0 0,1 0 0 0 0,0 0 0 0 0,0 0 0 0 0,0-1 0 0 0,0 1 0 0 0,0-1 0 0 0,1 0 0 0 0,-1 0 0 0 0,0-1 0 0 0,7 1 0 0 0,8-2 44 0 0,0 0 0 0 0,0-1 0 0 0,0-1 0 0 0,23-7 0 0 0,-25 6-38 0 0,191-59 309 0 0,-48 12-319 0 0,-153 49-149 0 0,28-9-469 0 0,-33 11 511 0 0,-1-1 0 0 0,1 1 0 0 0,-1-1 0 0 0,1 0-1 0 0,-1 0 1 0 0,1 0 0 0 0,-1 0 0 0 0,1 0 0 0 0,-1 0-1 0 0,0 0 1 0 0,1-1 0 0 0,-1 1 0 0 0,0 0-1 0 0,0-1 1 0 0,0 1 0 0 0,1-3 0 0 0,-2 3-29 0 0,0 0 0 0 0,0 0 0 0 0,0 0-1 0 0,0 0 1 0 0,0 0 0 0 0,0 0 0 0 0,0 0 0 0 0,0 0 0 0 0,0 1 0 0 0,-1-1 0 0 0,1 0 0 0 0,0 0 0 0 0,-1 0 0 0 0,1 0 0 0 0,0 0 0 0 0,-1 0-1 0 0,1 0 1 0 0,-1 1 0 0 0,0-1 0 0 0,1 0 0 0 0,-2-1 0 0 0,-17-12-6586 0 0,8 9 859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34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16 149 12899 0 0,'-1'-1'200'0'0,"0"1"1"0"0,0-1-1 0 0,0 0 1 0 0,0 1-1 0 0,0-1 1 0 0,0 0-1 0 0,0 0 1 0 0,0 0-1 0 0,0 0 1 0 0,1 1-1 0 0,-1-1 1 0 0,0 0-1 0 0,1 0 1 0 0,-1 0-1 0 0,1-1 1 0 0,-1 1-1 0 0,1 0 1 0 0,0 0-1 0 0,-1 0 1 0 0,1 0-1 0 0,0 0 1 0 0,-1-2-1 0 0,2 1-131 0 0,0 1 1 0 0,-1 0-1 0 0,1 0 0 0 0,0-1 0 0 0,0 1 1 0 0,0 0-1 0 0,0 0 0 0 0,0 0 0 0 0,0 0 1 0 0,0 0-1 0 0,0 1 0 0 0,0-1 0 0 0,0 0 0 0 0,1 0 1 0 0,-1 1-1 0 0,0-1 0 0 0,1 1 0 0 0,-1-1 1 0 0,0 1-1 0 0,2-1 0 0 0,38-14 75 0 0,156-51 2287 0 0,-170 58-2121 0 0,2 2 0 0 0,-1 1-1 0 0,1 2 1 0 0,-1 0-1 0 0,34 2 1 0 0,-57 1-1053 0 0,0 0 1 0 0,0 1-1 0 0,-1-1 1 0 0,1 1-1 0 0,0 0 1 0 0,-1 1-1 0 0,1-1 1 0 0,-1 1-1 0 0,5 1 0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3:59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61 472 10138 0 0,'7'-12'4764'0'0,"15"-8"-4098"0"0,-14 14-376 0 0,69-54 848 0 0,17-14 28 0 0,-85 65-923 0 0,0 0 0 0 0,0-1 0 0 0,-1 1 0 0 0,0-2 0 0 0,-1 1 0 0 0,0-1 0 0 0,5-12 0 0 0,-8 14-123 0 0,0 0 0 0 0,-1 0 0 0 0,0-1 0 0 0,-1 1 0 0 0,0-1 0 0 0,0 0 1 0 0,-1 1-1 0 0,0-1 0 0 0,-1 0 0 0 0,-1-17 0 0 0,0 23-102 0 0,0 0 1 0 0,1 0-1 0 0,-1 0 0 0 0,-1 0 0 0 0,1 0 1 0 0,-1 1-1 0 0,1-1 0 0 0,-1 0 0 0 0,0 1 1 0 0,-1-1-1 0 0,1 1 0 0 0,0 0 1 0 0,-1 0-1 0 0,0 0 0 0 0,0 0 0 0 0,0 0 1 0 0,0 0-1 0 0,0 1 0 0 0,0-1 0 0 0,-1 1 1 0 0,1 0-1 0 0,-1 0 0 0 0,0 1 0 0 0,0-1 1 0 0,1 1-1 0 0,-1-1 0 0 0,0 1 0 0 0,-5 0 1 0 0,1-1 1 0 0,1 1 0 0 0,-1 1 0 0 0,1-1 1 0 0,-1 1-1 0 0,0 1 0 0 0,1 0 1 0 0,-1 0-1 0 0,0 0 0 0 0,1 1 0 0 0,0 0 1 0 0,-14 5-1 0 0,11-2-10 0 0,0 0-1 0 0,0 1 1 0 0,0 0 0 0 0,1 1-1 0 0,0-1 1 0 0,0 2 0 0 0,-12 13-1 0 0,12-11-20 0 0,0 1 0 0 0,0 0 0 0 0,1 1 0 0 0,1 0 0 0 0,0 0 0 0 0,1 0 0 0 0,0 1 0 0 0,1 0 0 0 0,0 0-1 0 0,1 1 1 0 0,0-1 0 0 0,2 1 0 0 0,-3 22 0 0 0,5-31-16 0 0,0 0-1 0 0,0 0 1 0 0,0 0-1 0 0,1-1 0 0 0,0 1 1 0 0,0 0-1 0 0,0 0 1 0 0,1-1-1 0 0,-1 1 1 0 0,1-1-1 0 0,0 1 1 0 0,1-1-1 0 0,-1 0 1 0 0,1 0-1 0 0,-1 0 1 0 0,1 0-1 0 0,6 6 1 0 0,-6-8-21 0 0,1 1 0 0 0,-1-1 0 0 0,0 0 0 0 0,0 0 0 0 0,1 0 0 0 0,-1 0 0 0 0,1-1 0 0 0,0 1 0 0 0,-1-1 0 0 0,1 0 1 0 0,0 0-1 0 0,0-1 0 0 0,0 1 0 0 0,0-1 0 0 0,0 1 0 0 0,0-1 0 0 0,-1-1 0 0 0,1 1 0 0 0,0 0 0 0 0,0-1 0 0 0,0 0 0 0 0,4-1 0 0 0,5-3-20 0 0,-1-1 0 0 0,1 0 0 0 0,-1 0 0 0 0,0-2 0 0 0,-1 1 0 0 0,0-1 0 0 0,0-1 0 0 0,17-18 0 0 0,-12 12 259 0 0,1 1 0 0 0,23-16 1 0 0,-40 29-165 0 0,0 1 0 0 0,1 0 1 0 0,-1 0-1 0 0,1-1 1 0 0,-1 1-1 0 0,0 0 0 0 0,1 0 1 0 0,-1 0-1 0 0,1 0 0 0 0,-1-1 1 0 0,0 1-1 0 0,1 0 0 0 0,-1 0 1 0 0,1 0-1 0 0,-1 0 0 0 0,0 0 1 0 0,1 0-1 0 0,-1 0 1 0 0,1 0-1 0 0,-1 0 0 0 0,1 0 1 0 0,-1 0-1 0 0,0 0 0 0 0,1 1 1 0 0,-1-1-1 0 0,1 0 0 0 0,-1 0 1 0 0,0 0-1 0 0,1 1 0 0 0,-1-1 1 0 0,0 0-1 0 0,1 1 1 0 0,5 14 582 0 0,-4 20-133 0 0,-2-34-476 0 0,-3 30 201 0 0,-1-1 1 0 0,-1 1 0 0 0,-10 33 0 0 0,-35 89 564 0 0,33-105-321 0 0,4-11-104 0 0,2 0 0 0 0,1 1 0 0 0,-6 47 1 0 0,15-72-408 0 0,0 13 154 0 0,1-25-186 0 0,0 0 0 0 0,0 0 0 0 0,0 0 0 0 0,0-1 1 0 0,-1 1-1 0 0,1 0 0 0 0,0 0 0 0 0,-1 0 0 0 0,1 0 0 0 0,0 0 0 0 0,-1 0 0 0 0,1 0 0 0 0,-1-1 1 0 0,1 1-1 0 0,-1 0 0 0 0,0 0 0 0 0,1-1 0 0 0,-2 2 0 0 0,2-2-45 0 0,-1 0 0 0 0,1 0 0 0 0,0 0 0 0 0,0 0 1 0 0,0 0-1 0 0,0 0 0 0 0,-1 0 0 0 0,1 0 0 0 0,0 0 0 0 0,0 0 0 0 0,0 0 0 0 0,-1 0 0 0 0,1 0 0 0 0,0 0 0 0 0,0 0 0 0 0,0 0 0 0 0,0 0 0 0 0,-1-1 1 0 0,1 1-1 0 0,0 0 0 0 0,0 0 0 0 0,0 0 0 0 0,0 0 0 0 0,-1 0 0 0 0,1 0 0 0 0,0-1 0 0 0,0 1 0 0 0,0 0 0 0 0,0 0 0 0 0,0 0 0 0 0,0 0 1 0 0,0-1-1 0 0,0 1 0 0 0,0 0 0 0 0,-1 0 0 0 0,1 0 0 0 0,0-1 0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01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375 96 7834 0 0,'-1'-9'978'0'0,"-1"0"0"0"0,0 0 0 0 0,-1-1-1 0 0,0 1 1 0 0,-7-16 0 0 0,9 23-857 0 0,0 1 0 0 0,0-1 0 0 0,0 0 0 0 0,0 1 0 0 0,-1-1 0 0 0,1 1 0 0 0,0-1 0 0 0,-1 1 0 0 0,1 0 0 0 0,-1 0 0 0 0,0 0 0 0 0,1 0 0 0 0,-1 0 0 0 0,0 0 0 0 0,1 0 0 0 0,-1 0 0 0 0,0 0 0 0 0,0 1 0 0 0,0-1 0 0 0,0 1 0 0 0,0 0 0 0 0,1-1 0 0 0,-1 1 0 0 0,0 0 0 0 0,0 0 0 0 0,0 0 0 0 0,0 0 0 0 0,0 1 0 0 0,0-1 0 0 0,0 0 0 0 0,0 1 0 0 0,0-1 0 0 0,0 1 0 0 0,1 0 0 0 0,-3 1 0 0 0,-9 4 31 0 0,-1 1 1 0 0,1 1-1 0 0,1 0 0 0 0,0 0 1 0 0,0 1-1 0 0,0 1 0 0 0,1 0 1 0 0,1 1-1 0 0,0 0 0 0 0,-12 17 0 0 0,3 0 128 0 0,1 0 0 0 0,1 1 0 0 0,-20 50 0 0 0,30-62-178 0 0,-34 92 644 0 0,38-99-686 0 0,1 0 0 0 0,0 0 0 0 0,0 1 1 0 0,1-1-1 0 0,0 1 0 0 0,1-1 1 0 0,0 1-1 0 0,3 18 0 0 0,-3-26-75 0 0,1 1 0 0 0,0 0 0 0 0,0-1 0 0 0,0 1 0 0 0,0-1 1 0 0,1 1-1 0 0,0-1 0 0 0,-1 1 0 0 0,1-1 0 0 0,0 0 0 0 0,0 0 0 0 0,1 0 0 0 0,-1 0 0 0 0,1 0 0 0 0,0-1 0 0 0,-1 1 0 0 0,1-1 1 0 0,0 0-1 0 0,0 1 0 0 0,1-1 0 0 0,-1-1 0 0 0,0 1 0 0 0,1 0 0 0 0,-1-1 0 0 0,1 0 0 0 0,-1 0 0 0 0,1 0 0 0 0,0 0 0 0 0,-1 0 1 0 0,1-1-1 0 0,0 0 0 0 0,0 0 0 0 0,-1 0 0 0 0,7 0 0 0 0,0-2-99 0 0,0 1-1 0 0,0-2 1 0 0,0 1 0 0 0,0-1-1 0 0,-1 0 1 0 0,1-1 0 0 0,-1-1 0 0 0,0 1-1 0 0,0-1 1 0 0,0-1 0 0 0,13-10-1 0 0,-14 8-63 0 0,0 1-1 0 0,0-2 0 0 0,0 1 1 0 0,-1-1-1 0 0,10-17 1 0 0,-15 23 151 0 0,0 1 1 0 0,-1-1 0 0 0,1 0-1 0 0,-1 0 1 0 0,0 0 0 0 0,0 0 0 0 0,0 0-1 0 0,0 0 1 0 0,0 0 0 0 0,-1 0 0 0 0,1-1-1 0 0,-1 1 1 0 0,0 0 0 0 0,0 0 0 0 0,0 0-1 0 0,-1-1 1 0 0,1 1 0 0 0,-1 0 0 0 0,1 0-1 0 0,-1 0 1 0 0,0 0 0 0 0,-1 0 0 0 0,1 0-1 0 0,-3-5 1 0 0,2 6 54 0 0,0 0 0 0 0,0 0 1 0 0,0 1-1 0 0,0-1 0 0 0,-1 1 0 0 0,1-1 0 0 0,0 1 0 0 0,-1 0 1 0 0,1 0-1 0 0,-1 0 0 0 0,1 0 0 0 0,-1 0 0 0 0,1 1 0 0 0,-1-1 1 0 0,0 1-1 0 0,1 0 0 0 0,-1 0 0 0 0,0 0 0 0 0,1 0 0 0 0,-5 1 1 0 0,3-1 16 0 0,1 0 0 0 0,-1 1 0 0 0,1-1 0 0 0,0 1 0 0 0,-1 0 0 0 0,1 0 0 0 0,0 0 0 0 0,0 1 0 0 0,0-1 0 0 0,0 1 0 0 0,0 0 0 0 0,0 0 0 0 0,0 0 0 0 0,0 0 0 0 0,-4 4 0 0 0,7-6-43 0 0,0 1-1 0 0,0-1 1 0 0,0 0-1 0 0,0 0 1 0 0,0 0-1 0 0,-1 0 1 0 0,1 1-1 0 0,0-1 1 0 0,0 0-1 0 0,0 0 1 0 0,0 0-1 0 0,0 1 1 0 0,0-1-1 0 0,0 0 1 0 0,0 0-1 0 0,0 0 1 0 0,0 1-1 0 0,0-1 1 0 0,0 0-1 0 0,0 0 1 0 0,0 0-1 0 0,0 1 0 0 0,0-1 1 0 0,0 0-1 0 0,0 0 1 0 0,0 0-1 0 0,0 1 1 0 0,1-1-1 0 0,-1 0 1 0 0,0 0-1 0 0,0 0 1 0 0,0 1-1 0 0,0-1 1 0 0,0 0-1 0 0,0 0 1 0 0,1 0-1 0 0,-1 0 1 0 0,0 0-1 0 0,0 1 1 0 0,1-1-1 0 0,11 4 102 0 0,13 0 37 0 0,-2-4-164 0 0,0-1-1 0 0,25-4 0 0 0,-26 2-1 0 0,0 1 0 0 0,32 2 0 0 0,-53-1 48 0 0,0 1-1 0 0,1 0 0 0 0,-1 0 0 0 0,0 0 0 0 0,0 0 1 0 0,1 1-1 0 0,-1-1 0 0 0,0 0 0 0 0,0 0 1 0 0,0 1-1 0 0,0-1 0 0 0,1 1 0 0 0,-1-1 0 0 0,0 1 1 0 0,0-1-1 0 0,0 1 0 0 0,0 0 0 0 0,0-1 1 0 0,0 1-1 0 0,0 0 0 0 0,0 0 0 0 0,-1 0 1 0 0,1 0-1 0 0,0 0 0 0 0,0 0 0 0 0,-1 0 0 0 0,1 0 1 0 0,-1 0-1 0 0,1 0 0 0 0,-1 0 0 0 0,1 0 1 0 0,-1 0-1 0 0,1 1 0 0 0,-1-1 0 0 0,0 0 0 0 0,0 0 1 0 0,0 0-1 0 0,0 1 0 0 0,0-1 0 0 0,0 0 1 0 0,0 0-1 0 0,0 0 0 0 0,0 1 0 0 0,-1 0 1 0 0,-1 7 216 0 0,-1-1 0 0 0,0 0 0 0 0,0 0 0 0 0,-1 0 0 0 0,-6 8 0 0 0,3-1-32 0 0,-28 40 900 0 0,28-45-1018 0 0,0-1-1 0 0,1 1 1 0 0,0 0-1 0 0,0 0 1 0 0,1 1-1 0 0,1-1 1 0 0,0 1-1 0 0,-4 15 1 0 0,8-26-118 0 0,0 0 0 0 0,0 1 0 0 0,0-1 0 0 0,0 0 0 0 0,0 1 0 0 0,0-1 0 0 0,0 0-1 0 0,0 1 1 0 0,0-1 0 0 0,0 0 0 0 0,0 1 0 0 0,0-1 0 0 0,0 0 0 0 0,0 1 0 0 0,0-1 0 0 0,0 0 0 0 0,1 1 0 0 0,-1-1 0 0 0,0 0 0 0 0,0 0 0 0 0,0 1 0 0 0,0-1 0 0 0,1 0 0 0 0,-1 0 0 0 0,0 1-1 0 0,0-1 1 0 0,1 0 0 0 0,-1 0 0 0 0,0 0 0 0 0,0 1 0 0 0,1-1 0 0 0,-1 0 0 0 0,0 0 0 0 0,1 0 0 0 0,-1 0 0 0 0,0 0 0 0 0,1 0 0 0 0,-1 0 0 0 0,0 1 0 0 0,1-1 0 0 0,-1 0 0 0 0,0 0 0 0 0,1 0-1 0 0,-1 0 1 0 0,0-1 0 0 0,1 1 0 0 0,-1 0 0 0 0,0 0 0 0 0,0 0 0 0 0,1 0 0 0 0,-1 0 0 0 0,0 0 0 0 0,1 0 0 0 0,-1 0 0 0 0,0-1 0 0 0,1 1 0 0 0,-1 0 0 0 0,18-10-4374 0 0,-10 2-2447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01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 0 17484 0 0,'-2'1'76'0'0,"-1"0"1"0"0,1 0 0 0 0,0 0-1 0 0,1 0 1 0 0,-1 1 0 0 0,0-1-1 0 0,0 0 1 0 0,0 1 0 0 0,1 0-1 0 0,-1-1 1 0 0,1 1 0 0 0,-1 0-1 0 0,1-1 1 0 0,0 1 0 0 0,0 0-1 0 0,0 0 1 0 0,0 0 0 0 0,0 0-1 0 0,0 0 1 0 0,0 1 0 0 0,1-1-1 0 0,-1 0 1 0 0,1 0 0 0 0,-1 4-1 0 0,-3 8 120 0 0,-62 249 1110 0 0,26-95-607 0 0,34-146-702 0 0,2-3-319 0 0,-13 33 0 0 0,21-62-2065 0 0,-1 1 1 0 0,-1-1 0 0 0,4-19-1 0 0,0-40-755 0 0,-5 47 3822 0 0,1 0-1 0 0,0 0 1 0 0,2 0 0 0 0,1 1 0 0 0,7-22 0 0 0,-11 40-441 0 0,0 1-1 0 0,1-1 0 0 0,-1 1 1 0 0,1-1-1 0 0,-1 1 1 0 0,1 0-1 0 0,0 0 0 0 0,0 0 1 0 0,0 0-1 0 0,0 0 1 0 0,0 0-1 0 0,0 0 0 0 0,1 1 1 0 0,-1-1-1 0 0,1 1 1 0 0,-1 0-1 0 0,1-1 0 0 0,-1 1 1 0 0,1 0-1 0 0,0 1 1 0 0,-1-1-1 0 0,1 0 0 0 0,3 1 1 0 0,7-1 191 0 0,-1 0 1 0 0,1 1 0 0 0,-1 1-1 0 0,15 3 1 0 0,10-1-321 0 0,-24-3-94 0 0,1 0 0 0 0,-1-1 0 0 0,0-1 1 0 0,1 0-1 0 0,-1-1 0 0 0,0 0 0 0 0,0-1 1 0 0,22-10-1 0 0,-23 8-697 0 0,0-1-1 0 0,0 0 1 0 0,0-1-1 0 0,-1 0 1 0 0,10-9 0 0 0,-16 12-90 0 0,-1-1 0 0 0,0 1 1 0 0,0-1-1 0 0,0 0 0 0 0,-1 0 1 0 0,0 0-1 0 0,0 0 0 0 0,0-1 1 0 0,-1 1-1 0 0,0-1 0 0 0,0 1 1 0 0,0-11-1 0 0,-1 12 1068 0 0,0-1-1 0 0,-1 1 1 0 0,0 0 0 0 0,0 0 0 0 0,-2-9 0 0 0,2 14-233 0 0,0-1 0 0 0,0 1 0 0 0,0 0 0 0 0,0 0 0 0 0,0 0 0 0 0,0-1 0 0 0,0 1 0 0 0,0 0 0 0 0,-1 0 0 0 0,1 0 0 0 0,0-1 0 0 0,0 1 0 0 0,0 0 0 0 0,0 0 0 0 0,0 0 0 0 0,-1 0 0 0 0,1-1 0 0 0,0 1 0 0 0,0 0 0 0 0,0 0 0 0 0,-1 0 0 0 0,1 0 0 0 0,0 0 0 0 0,0 0 0 0 0,0 0 0 0 0,-1 0 0 0 0,1-1 0 0 0,0 1 0 0 0,0 0 0 0 0,0 0 0 0 0,-1 0 0 0 0,1 0 0 0 0,0 0 0 0 0,0 0 0 0 0,-1 0 0 0 0,1 0 0 0 0,0 0 0 0 0,0 0 0 0 0,0 1 0 0 0,-1-1 1 0 0,1 0-1 0 0,0 0 0 0 0,0 0 0 0 0,-1 0 0 0 0,1 0 0 0 0,0 0 0 0 0,0 0 0 0 0,0 1 0 0 0,0-1 0 0 0,-1 0 0 0 0,1 0 0 0 0,0 0 0 0 0,0 0 0 0 0,0 1 0 0 0,0-1 0 0 0,0 0 0 0 0,-1 0 0 0 0,1 0 0 0 0,0 1 0 0 0,0-1 0 0 0,0 0 0 0 0,0 0 0 0 0,0 0 0 0 0,0 1 0 0 0,-12 15 1660 0 0,11-14-1425 0 0,-10 13 470 0 0,2 1 0 0 0,0 1 0 0 0,1-1 0 0 0,-7 23 0 0 0,-19 73 755 0 0,13-37-900 0 0,9-39-425 0 0,-30 110 956 0 0,37-123-1151 0 0,2 0 0 0 0,0 0 0 0 0,1 1 0 0 0,2 33 0 0 0,0-56-27 0 0,2 16-1061 0 0,4-9-2560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02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11058 0 0,'0'0'1118'0'0,"11"1"7074"0"0,30 4-5785 0 0,-36-3-2688 0 0,1-1-1 0 0,-1 1 0 0 0,1 0 0 0 0,9 5 0 0 0,-14-6 339 0 0,1 0-1 0 0,0 0 0 0 0,-1 0 1 0 0,1 0-1 0 0,-1 0 0 0 0,1 1 0 0 0,-1-1 1 0 0,0 0-1 0 0,0 1 0 0 0,1-1 1 0 0,-1 1-1 0 0,0 0 0 0 0,0-1 1 0 0,0 1-1 0 0,-1 0 0 0 0,2 1 0 0 0,-2 0-33 0 0,0 0-1 0 0,1 0 0 0 0,-1-1 0 0 0,0 1 1 0 0,-1 0-1 0 0,1 0 0 0 0,0-1 0 0 0,-1 1 1 0 0,0 0-1 0 0,1 0 0 0 0,-1-1 0 0 0,0 1 1 0 0,0-1-1 0 0,-2 4 0 0 0,-24 37 239 0 0,14-25 75 0 0,-24 32 786 0 0,26-36-466 0 0,0 0 1 0 0,-8 15 0 0 0,18-28-647 0 0,1-1 1 0 0,-1 0 0 0 0,1 1-1 0 0,0-1 1 0 0,-1 1 0 0 0,1-1-1 0 0,0 1 1 0 0,-1 0 0 0 0,1-1-1 0 0,0 1 1 0 0,0-1 0 0 0,0 1-1 0 0,-1-1 1 0 0,1 1 0 0 0,0 0-1 0 0,0-1 1 0 0,0 1 0 0 0,0-1-1 0 0,0 1 1 0 0,0 0 0 0 0,0-1-1 0 0,0 1 1 0 0,0-1 0 0 0,1 1-1 0 0,-1 0 1 0 0,0-1 0 0 0,1 2-1 0 0,-1-2 18 0 0,1 0-1 0 0,0 0 0 0 0,0 0 0 0 0,0 0 0 0 0,-1 1 0 0 0,1-1 0 0 0,0 0 0 0 0,0-1 1 0 0,-1 1-1 0 0,1 0 0 0 0,0 0 0 0 0,0 0 0 0 0,0 0 0 0 0,-1 0 0 0 0,1-1 1 0 0,0 1-1 0 0,0-1 0 0 0,34-18 630 0 0,-13 2-679 0 0,-6 4-54 0 0,0 0 1 0 0,2 1-1 0 0,-1 1 0 0 0,30-14 1 0 0,-43 24-249 0 0,-10 9-6423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02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 14747 0 0,'0'-2'353'0'0,"0"1"0"0"0,0-1 0 0 0,0 0 0 0 0,1 1 0 0 0,-1-1 0 0 0,0 1 0 0 0,1-1 0 0 0,0 1 0 0 0,-1-1 0 0 0,1 1 0 0 0,0-1 0 0 0,0 1 0 0 0,0-1 0 0 0,0 1 0 0 0,0 0 0 0 0,1-2 0 0 0,1 0-38 0 0,0 1 1 0 0,0 0-1 0 0,0-1 0 0 0,1 1 1 0 0,-1 0-1 0 0,7-2 0 0 0,5-2-105 0 0,0 1 0 0 0,26-4 0 0 0,-24 5 686 0 0,47-13-135 0 0,-41 9-677 0 0,0 2-1 0 0,0 1 0 0 0,0 1 1 0 0,30-2-1 0 0,-52 6-164 0 0,-1 0 1 0 0,1-1 0 0 0,-1 1-1 0 0,1 0 1 0 0,-1 0-1 0 0,1 0 1 0 0,-1 0 0 0 0,1 0-1 0 0,-1 0 1 0 0,1 0-1 0 0,-1 0 1 0 0,1 1 0 0 0,-1-1-1 0 0,1 0 1 0 0,-1 0 0 0 0,1 0-1 0 0,-1 0 1 0 0,1 1-1 0 0,-1-1 1 0 0,1 0 0 0 0,-1 1-1 0 0,0-1 1 0 0,1 0-1 0 0,-1 1 1 0 0,1-1 0 0 0,-1 0-1 0 0,0 1 1 0 0,1-1-1 0 0,-1 0 1 0 0,0 1 0 0 0,0-1-1 0 0,1 1 1 0 0,-1 0-1 0 0,0 0-290 0 0,0 1 0 0 0,-1-1 0 0 0,1 0-1 0 0,0 0 1 0 0,-1 1 0 0 0,1-1-1 0 0,-1 0 1 0 0,1 0 0 0 0,-1 0-1 0 0,0 0 1 0 0,0 1 0 0 0,-1 0 0 0 0,-5 6-1829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02.7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26 119 10138 0 0,'-10'5'-1482'0'0,"-3"4"7284"0"0,13-9-5627 0 0,-1 0 0 0 0,1 0 1 0 0,0 0-1 0 0,0 0 1 0 0,-1 1 525 0 0,1-1-525 0 0,0 0-1 0 0,0 0 1 0 0,0 1-1 0 0,0-1 0 0 0,0 0 1 0 0,0 0-1 0 0,-1 0 1 0 0,1 0-1 0 0,0 1 1 0 0,0-1-1 0 0,0 0 0 0 0,0 0 1 0 0,0 0-1 0 0,0 1 1 0 0,0-1-1 0 0,0 0 0 0 0,0 0 1 0 0,0 0-1 0 0,0 0 1 0 0,0 1-1 0 0,0-1 1 0 0,0 0-1 0 0,0 0 0 0 0,0 0 1 0 0,0 1-1 0 0,1-1 1 0 0,-1 0-1 0 0,0 0 1 0 0,15 3 2798 0 0,-2-4-2595 0 0,1 0 0 0 0,-1-1-1 0 0,1 0 1 0 0,-1-1 0 0 0,18-6-1 0 0,64-30-17 0 0,-67 27-190 0 0,10-5-131 0 0,65-39 0 0 0,-126 69-4847 0 0,15-5 3084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22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232 381 5985 0 0,'-2'1'707'0'0,"0"-1"0"0"0,0 1 0 0 0,0 0 0 0 0,0 0-1 0 0,0 0 1 0 0,0 0 0 0 0,0 1 0 0 0,0-1 0 0 0,0 1 0 0 0,0-1-1 0 0,0 1 1 0 0,-2 3 0 0 0,2-3-86 0 0,13-20 1708 0 0,2-5-1999 0 0,0-2 1 0 0,-2 1-1 0 0,-1-1 0 0 0,0-1 1 0 0,-2 0-1 0 0,-1 0 1 0 0,6-52-1 0 0,-12 72-308 0 0,-1 0 0 0 0,0 0 0 0 0,0 0 0 0 0,-1 0 0 0 0,1 0-1 0 0,-1 0 1 0 0,0 0 0 0 0,-1 1 0 0 0,0-1 0 0 0,0 0 0 0 0,0 1 0 0 0,0 0 0 0 0,-1-1 0 0 0,0 1 0 0 0,-6-8-1 0 0,7 10-5 0 0,-1 0-1 0 0,1 1 1 0 0,-1-1-1 0 0,0 1 0 0 0,1 0 1 0 0,-1 0-1 0 0,0 0 0 0 0,-1 0 1 0 0,1 0-1 0 0,0 1 1 0 0,0-1-1 0 0,-1 1 0 0 0,1 0 1 0 0,0 0-1 0 0,-1 0 0 0 0,1 1 1 0 0,-1-1-1 0 0,0 1 1 0 0,1 0-1 0 0,-1 0 0 0 0,1 0 1 0 0,-1 0-1 0 0,1 0 0 0 0,-1 1 1 0 0,1 0-1 0 0,-7 2 1 0 0,0 1-23 0 0,1 0 0 0 0,0 0 1 0 0,0 1-1 0 0,1 0 0 0 0,0 1 1 0 0,-1 0-1 0 0,2 0 0 0 0,-1 1 0 0 0,1 0 1 0 0,0 1-1 0 0,-10 14 0 0 0,6-8-20 0 0,1 2 0 0 0,0 0 0 0 0,2 0 0 0 0,0 0 0 0 0,-9 28 0 0 0,16-41 13 0 0,0 0 0 0 0,0 1 0 0 0,0-1 0 0 0,0 0 0 0 0,1 0 0 0 0,0 0 0 0 0,-1 0 0 0 0,1 1 0 0 0,0-1 0 0 0,1 0 0 0 0,-1 0 0 0 0,0 1 0 0 0,1-1 0 0 0,0 0 0 0 0,0 0 0 0 0,0 0 0 0 0,0 0 0 0 0,0 0 0 0 0,1 0 0 0 0,-1 0 0 0 0,1-1 0 0 0,0 1 0 0 0,3 4 0 0 0,-2-5-22 0 0,-1 0 0 0 0,1 0 0 0 0,0 0 0 0 0,0 0 0 0 0,0 0 1 0 0,0-1-1 0 0,1 1 0 0 0,-1-1 0 0 0,0 0 0 0 0,1 0 0 0 0,-1 0 0 0 0,1-1 0 0 0,-1 1 0 0 0,1-1 1 0 0,-1 0-1 0 0,1 0 0 0 0,-1 0 0 0 0,1 0 0 0 0,-1-1 0 0 0,1 1 0 0 0,4-2 0 0 0,40-14-858 0 0,-39 12 853 0 0,0 0 1 0 0,0 1 0 0 0,0 0-1 0 0,0 1 1 0 0,0 0-1 0 0,0 1 1 0 0,19-1 0 0 0,-26 2 53 0 0,0 1 1 0 0,0-1-1 0 0,1 1 0 0 0,-1 0 1 0 0,0-1-1 0 0,0 1 1 0 0,-1 0-1 0 0,1 0 1 0 0,0 1-1 0 0,0-1 1 0 0,0 0-1 0 0,-1 1 0 0 0,1-1 1 0 0,-1 0-1 0 0,1 1 1 0 0,-1 0-1 0 0,0-1 1 0 0,1 1-1 0 0,-1 0 0 0 0,0 0 1 0 0,0 0-1 0 0,0 0 1 0 0,0 0-1 0 0,-1 0 1 0 0,1 0-1 0 0,0 0 0 0 0,-1 0 1 0 0,0 0-1 0 0,1 0 1 0 0,-1 4-1 0 0,1 7 149 0 0,0 1-1 0 0,-1-1 1 0 0,-3 21 0 0 0,3-32-162 0 0,-3 20 108 0 0,0-1 0 0 0,-2 1 1 0 0,-14 39-1 0 0,-32 57 734 0 0,10-28 459 0 0,36-78-1112 0 0,-10 26-19 0 0,14-35-180 0 0,0-1 0 0 0,0 1 0 0 0,1 0 0 0 0,-1-1 1 0 0,1 1-1 0 0,0 0 0 0 0,-1-1 0 0 0,1 1 0 0 0,1 0 0 0 0,-1-1 0 0 0,1 4 0 0 0,-1-5-28 0 0,0-1-1 0 0,0 1 0 0 0,1-1 1 0 0,-1 1-1 0 0,0-1 1 0 0,1 1-1 0 0,-1-1 0 0 0,0 0 1 0 0,1 1-1 0 0,-1-1 1 0 0,0 1-1 0 0,1-1 1 0 0,-1 0-1 0 0,1 0 0 0 0,-1 1 1 0 0,1-1-1 0 0,-1 0 1 0 0,1 0-1 0 0,-1 1 0 0 0,1-1 1 0 0,-1 0-1 0 0,1 0 1 0 0,-1 0-1 0 0,1 0 0 0 0,-1 0 1 0 0,1 0-1 0 0,0 0 1 0 0,-1 0-1 0 0,1 0 0 0 0,-1 0 1 0 0,1 0-1 0 0,-1 0 1 0 0,1 0-1 0 0,0-1 0 0 0,19-8-2795 0 0,-10 2 669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22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0 16444 0 0,'-1'0'85'0'0,"0"1"1"0"0,0-1 0 0 0,-1 0 0 0 0,1 1 0 0 0,0-1 0 0 0,0 1 0 0 0,0-1-1 0 0,0 1 1 0 0,-1 0 0 0 0,1-1 0 0 0,0 1 0 0 0,0 0 0 0 0,0 0 0 0 0,1-1-1 0 0,-1 1 1 0 0,0 0 0 0 0,0 0 0 0 0,0 0 0 0 0,1 0 0 0 0,-1 1 0 0 0,0-1-1 0 0,0 1 1 0 0,-13 33-308 0 0,8-20 402 0 0,-78 142 982 0 0,0 1 625 0 0,73-133-1567 0 0,-11 40 0 0 0,15-26-4188 0 0,7-34 1742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23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12443 0 0,'1'3'306'0'0,"0"0"0"0"0,-1 0 0 0 0,1 0 0 0 0,0-1 0 0 0,1 1 0 0 0,-1 0 1 0 0,0 0-1 0 0,1-1 0 0 0,0 1 0 0 0,-1-1 0 0 0,1 1 0 0 0,3 2 0 0 0,-2-1-319 0 0,8 11 16 0 0,10 13 968 0 0,0-1 0 0 0,1-1 0 0 0,36 31 0 0 0,-50-48-929 0 0,0-1 0 0 0,0 1 0 0 0,-1 0 0 0 0,0 1-1 0 0,0 0 1 0 0,-1 0 0 0 0,0 0 0 0 0,-1 1 0 0 0,0-1 0 0 0,3 15-1 0 0,-5-18-2789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33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23 6449 0 0,'0'-1'220'0'0,"0"0"0"0"0,0 0-1 0 0,0 0 1 0 0,0 0-1 0 0,0 0 1 0 0,0-1 0 0 0,-1 1-1 0 0,1 0 1 0 0,0 0-1 0 0,-1 0 1 0 0,1 0 0 0 0,-1 0-1 0 0,1 1 1 0 0,-1-1 0 0 0,0 0-1 0 0,1 0 1 0 0,-1 0-1 0 0,0 0 1 0 0,0 1 0 0 0,-1-2-1 0 0,2 2-121 0 0,-1 0 0 0 0,1-1 0 0 0,-1 1 0 0 0,1 0-1 0 0,-1 0 1 0 0,1 0 0 0 0,-1 0 0 0 0,1 0 0 0 0,-1 0-1 0 0,1 0 1 0 0,-1 0 0 0 0,1 0 0 0 0,-1 0 0 0 0,1 0 0 0 0,-1 0-1 0 0,1 0 1 0 0,-1 0 0 0 0,1 0 0 0 0,-1 1 0 0 0,1-1 0 0 0,-1 0-1 0 0,1 0 1 0 0,-1 0 0 0 0,1 1 0 0 0,0-1 0 0 0,-1 0 0 0 0,1 1-1 0 0,-1-1 1 0 0,1 0 0 0 0,0 1 0 0 0,-1-1 0 0 0,1 1-1 0 0,0-1 1 0 0,-1 1 0 0 0,1-1 0 0 0,0 0 0 0 0,0 1 0 0 0,0-1-1 0 0,-1 1 1 0 0,1-1 0 0 0,0 2 0 0 0,-6 14 791 0 0,1 0-1 0 0,1 1 1 0 0,-4 31 0 0 0,-2 7-95 0 0,-47 161 1137 0 0,-8 36-333 0 0,63-246-1583 0 0,1-1 2 0 0,-1 1-1 0 0,1 0 0 0 0,0 0 0 0 0,0 0 1 0 0,1 0-1 0 0,-1 0 0 0 0,1 0 1 0 0,1 0-1 0 0,1 11 0 0 0,-2-17-47 0 0,0 0 0 0 0,0 1-1 0 0,1-1 1 0 0,-1 0-1 0 0,0 0 1 0 0,0 0 0 0 0,0 1-1 0 0,0-1 1 0 0,1 0-1 0 0,-1 0 1 0 0,0 0 0 0 0,0 1-1 0 0,1-1 1 0 0,-1 0-1 0 0,0 0 1 0 0,0 0 0 0 0,1 0-1 0 0,-1 0 1 0 0,0 0-1 0 0,0 1 1 0 0,1-1 0 0 0,-1 0-1 0 0,0 0 1 0 0,1 0 0 0 0,-1 0-1 0 0,0 0 1 0 0,0 0-1 0 0,1 0 1 0 0,-1 0 0 0 0,0 0-1 0 0,1 0 1 0 0,-1 0-1 0 0,0-1 1 0 0,0 1 0 0 0,1 0-1 0 0,-1 0 1 0 0,0 0-1 0 0,0 0 1 0 0,1 0 0 0 0,-1 0-1 0 0,0-1 1 0 0,0 1-1 0 0,1 0 1 0 0,-1 0 0 0 0,0 0-1 0 0,0-1 1 0 0,0 1 0 0 0,0 0-1 0 0,1 0 1 0 0,-1-1-1 0 0,0 1 1 0 0,0-1 0 0 0,13-17-2015 0 0,-10 13 685 0 0,5-6-287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34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48 5529 0 0,'-5'8'1634'0'0,"1"0"0"0"0,-1 1 0 0 0,-2 9 0 0 0,-8 30 832 0 0,0 51-1989 0 0,14-89-259 0 0,-2 8 27 0 0,-2 37 566 0 0,5-51-677 0 0,0-1 0 0 0,0 1 0 0 0,0 0 0 0 0,1 0 0 0 0,0 0 0 0 0,-1 0 1 0 0,1 0-1 0 0,1 0 0 0 0,-1-1 0 0 0,4 7 0 0 0,-4-9-76 0 0,0 1 0 0 0,-1-1-1 0 0,1-1 1 0 0,0 1 0 0 0,1 0-1 0 0,-1 0 1 0 0,0 0 0 0 0,0 0 0 0 0,0-1-1 0 0,0 1 1 0 0,1-1 0 0 0,-1 1 0 0 0,0-1-1 0 0,0 1 1 0 0,1-1 0 0 0,-1 0-1 0 0,0 1 1 0 0,1-1 0 0 0,-1 0 0 0 0,1 0-1 0 0,-1 0 1 0 0,0 0 0 0 0,1 0 0 0 0,-1 0-1 0 0,0-1 1 0 0,1 1 0 0 0,-1 0-1 0 0,0-1 1 0 0,1 1 0 0 0,-1-1 0 0 0,0 1-1 0 0,0-1 1 0 0,0 0 0 0 0,1 1 0 0 0,-1-1-1 0 0,1-1 1 0 0,5-3 172 0 0,0 1 1 0 0,0-2-1 0 0,-1 1 0 0 0,9-9 0 0 0,-5 3-81 0 0,-1-1-1 0 0,0 1 0 0 0,0-1 0 0 0,-2-1 0 0 0,1 1 0 0 0,-2-2 0 0 0,1 1 0 0 0,7-27 0 0 0,-11 31-72 0 0,-1 0 0 0 0,0 1 0 0 0,-1-1 0 0 0,0 0-1 0 0,-1 0 1 0 0,1 0 0 0 0,-2 0 0 0 0,1 0 0 0 0,-1 0-1 0 0,-1 0 1 0 0,1 0 0 0 0,-1 1 0 0 0,-1-1 0 0 0,0 1 0 0 0,-8-17-1 0 0,10 22-35 0 0,-1 0 0 0 0,0 0 0 0 0,0 0-1 0 0,0 1 1 0 0,-1-1 0 0 0,1 0 0 0 0,-1 1-1 0 0,1-1 1 0 0,-1 1 0 0 0,0 0 0 0 0,0 0-1 0 0,0 0 1 0 0,0 0 0 0 0,0 1 0 0 0,0-1-1 0 0,-1 1 1 0 0,1 0 0 0 0,-7-2 0 0 0,5 3 0 0 0,-1-1 0 0 0,1 1 0 0 0,-1 0 0 0 0,1 0 0 0 0,-1 1 0 0 0,1-1 0 0 0,0 1 0 0 0,-1 1 0 0 0,1-1 0 0 0,0 1 0 0 0,-9 3 0 0 0,7-1-87 0 0,0-1 0 0 0,1 1 0 0 0,-1 1 0 0 0,1-1 0 0 0,-1 1 0 0 0,1 0 0 0 0,1 0 0 0 0,-7 7 0 0 0,9-8-103 0 0,0 0 0 0 0,0 0-1 0 0,0 0 1 0 0,1 1-1 0 0,-1-1 1 0 0,1 1 0 0 0,0-1-1 0 0,0 1 1 0 0,1 0 0 0 0,-1 0-1 0 0,1 0 1 0 0,-1 7 0 0 0,2-1-1493 0 0,4-1-415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34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148 369 13707 0 0,'-1'0'48'0'0,"1"-1"-1"0"0,0 1 1 0 0,0 0 0 0 0,0 0-1 0 0,0 0 1 0 0,0 0 0 0 0,0-1-1 0 0,0 1 1 0 0,-1 0 0 0 0,1 0 0 0 0,0 0-1 0 0,0-1 1 0 0,0 1 0 0 0,0 0-1 0 0,0 0 1 0 0,0-1 0 0 0,0 1-1 0 0,0 0 1 0 0,0 0 0 0 0,0 0 0 0 0,0-1-1 0 0,0 1 1 0 0,0 0 0 0 0,1 0-1 0 0,-1 0 1 0 0,0-1 0 0 0,0 1-1 0 0,0 0 1 0 0,0 0 0 0 0,0 0-1 0 0,0-1 1 0 0,0 1 0 0 0,1 0 0 0 0,-1 0-1 0 0,0 0 1 0 0,0 0 0 0 0,0 0-1 0 0,0-1 1 0 0,1 1 0 0 0,-1 0-1 0 0,0 0 1 0 0,0 0 0 0 0,0 0-1 0 0,1 0 1 0 0,-1 0 0 0 0,0 0 0 0 0,0 0-1 0 0,15-16 461 0 0,-8 9 42 0 0,12-14 105 0 0,-1-1 0 0 0,-1-1-1 0 0,-1-1 1 0 0,15-28 0 0 0,-27 43-559 0 0,0 0 1 0 0,-1 0-1 0 0,0 0 0 0 0,-1 0 1 0 0,1-1-1 0 0,0-18 1 0 0,-2 22-20 0 0,-1 0 0 0 0,-1 0 0 0 0,1 1 0 0 0,-1-1 0 0 0,0 0 0 0 0,0 0 0 0 0,-1 1 0 0 0,0-1 0 0 0,0 1 0 0 0,0-1 1 0 0,-1 1-1 0 0,-4-8 0 0 0,5 11-55 0 0,1-1 0 0 0,-1 1 1 0 0,1 0-1 0 0,-1 0 0 0 0,0 0 0 0 0,0 0 1 0 0,0 0-1 0 0,-1 0 0 0 0,1 0 0 0 0,0 1 1 0 0,-1-1-1 0 0,1 1 0 0 0,-1 0 0 0 0,1 0 1 0 0,-1 0-1 0 0,1 0 0 0 0,-1 0 1 0 0,-3-1-1 0 0,2 2 27 0 0,0 0-1 0 0,0 0 1 0 0,0 0 0 0 0,0 1 0 0 0,1-1 0 0 0,-1 1 0 0 0,0 0-1 0 0,0 0 1 0 0,0 0 0 0 0,1 1 0 0 0,-7 2 0 0 0,0 2 25 0 0,0 1 0 0 0,0-1 0 0 0,0 2 1 0 0,1 0-1 0 0,0 0 0 0 0,0 0 0 0 0,-10 14 1 0 0,10-9-97 0 0,-8 8 90 0 0,-24 39 0 0 0,38-54-123 0 0,-1 0 1 0 0,2 0-1 0 0,-1 0 1 0 0,0 0-1 0 0,1 1 0 0 0,0-1 1 0 0,1 1-1 0 0,0 0 1 0 0,0-1-1 0 0,0 1 1 0 0,1 0-1 0 0,0 7 1 0 0,0-12 47 0 0,0 0 1 0 0,1 0 0 0 0,-1 0-1 0 0,0 0 1 0 0,1 0-1 0 0,0 0 1 0 0,-1 0-1 0 0,1 0 1 0 0,0-1-1 0 0,0 1 1 0 0,0 0-1 0 0,0-1 1 0 0,1 1 0 0 0,-1-1-1 0 0,0 1 1 0 0,1-1-1 0 0,-1 1 1 0 0,1-1-1 0 0,2 2 1 0 0,-1-1-6 0 0,1-1 0 0 0,-1 1 0 0 0,0-1 0 0 0,1 0-1 0 0,-1 0 1 0 0,0 0 0 0 0,1-1 0 0 0,-1 1 0 0 0,1-1 0 0 0,5 0 0 0 0,1-1-9 0 0,0 0 0 0 0,1 0 0 0 0,-1-1 0 0 0,0 0 1 0 0,0-1-1 0 0,17-8 0 0 0,-26 11 22 0 0,1-1 0 0 0,-1 0 0 0 0,1 0 0 0 0,0 0 0 0 0,-1 1 0 0 0,1-1 0 0 0,0 1 0 0 0,0-1 0 0 0,-1 1 0 0 0,1 0 0 0 0,0 0 0 0 0,0-1 0 0 0,-1 1 0 0 0,1 0 0 0 0,0 1 0 0 0,0-1 0 0 0,-1 0 0 0 0,1 1 0 0 0,0-1 0 0 0,0 0 0 0 0,-1 1 0 0 0,1 0 0 0 0,2 1 0 0 0,-2 0 4 0 0,-1 0 0 0 0,1-1 0 0 0,-1 1-1 0 0,0 0 1 0 0,0 0 0 0 0,1 1-1 0 0,-1-1 1 0 0,-1 0 0 0 0,1 0 0 0 0,0 0-1 0 0,-1 1 1 0 0,1-1 0 0 0,-1 0-1 0 0,1 1 1 0 0,-1-1 0 0 0,0 0-1 0 0,-1 5 1 0 0,0 16 177 0 0,-1-1-1 0 0,0 1 0 0 0,-2-1 1 0 0,-10 31-1 0 0,-36 88 652 0 0,20-62-8 0 0,24-64-459 0 0,5-13-323 0 0,-1 1 1 0 0,1-1 0 0 0,0 1-1 0 0,0-1 1 0 0,0 1-1 0 0,0 0 1 0 0,0-1-1 0 0,1 1 1 0 0,-1 0-1 0 0,1 0 1 0 0,0 0-1 0 0,-1-1 1 0 0,1 1-1 0 0,1 4 1 0 0,25-28-3361 0 0,-14 12 571 0 0,-7 6 395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36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7 9674 0 0,'0'0'48'0'0,"-1"-1"0"0"0,1 1 0 0 0,0 0 0 0 0,0-1 0 0 0,-1 1 0 0 0,1-1 0 0 0,0 1 0 0 0,-1 0 0 0 0,1-1 0 0 0,0 1 0 0 0,-1 0-1 0 0,1-1 1 0 0,0 1 0 0 0,-1 0 0 0 0,1 0 0 0 0,-1-1 0 0 0,1 1 0 0 0,-1 0 0 0 0,1 0 0 0 0,-1 0 0 0 0,1-1 0 0 0,-1 1 0 0 0,1 0 0 0 0,0 0 0 0 0,-1 0 0 0 0,1 0 0 0 0,-1 0 0 0 0,1 0 0 0 0,-1 0 0 0 0,1 0-1 0 0,-1 0 1 0 0,1 0 0 0 0,-1 1 0 0 0,1-1 0 0 0,-1 0 0 0 0,1 0 0 0 0,-1 0 0 0 0,1 0 0 0 0,-1 1 0 0 0,1-1 0 0 0,0 0 0 0 0,-1 1 0 0 0,1-1 0 0 0,-1 0 0 0 0,1 1 0 0 0,-8 24 3948 0 0,4-10-2791 0 0,-99 378 3257 0 0,95-357-3922 0 0,7-31-515 0 0,-8 46 513 0 0,9-47-680 0 0,0 0 0 0 0,0 0 0 0 0,0 0-1 0 0,0 0 1 0 0,0 0 0 0 0,1 0 0 0 0,0-1-1 0 0,0 1 1 0 0,0 0 0 0 0,2 5 0 0 0,-3-9 84 0 0,0 0 0 0 0,0 0 0 0 0,1 1 0 0 0,-1-1 0 0 0,0 0 0 0 0,0 0 0 0 0,0 0 0 0 0,0 0 0 0 0,0 0 0 0 0,0 0 0 0 0,0 1 0 0 0,0-1-1 0 0,0 0 1 0 0,0 0 0 0 0,1 0 0 0 0,-1 0 0 0 0,0 0 0 0 0,0 0 0 0 0,0 0 0 0 0,0 0 0 0 0,0 0 0 0 0,0 0 0 0 0,1 0 0 0 0,-1 1 0 0 0,0-1 0 0 0,0 0 0 0 0,0 0 0 0 0,0 0 0 0 0,0 0 0 0 0,0 0 0 0 0,1 0 0 0 0,-1 0 0 0 0,0 0 0 0 0,0 0 0 0 0,0 0 0 0 0,0 0 0 0 0,0 0 0 0 0,1-1 0 0 0,-1 1 0 0 0,0 0 0 0 0,0 0 0 0 0,0 0 0 0 0,0 0 0 0 0,0 0 0 0 0,1 0 0 0 0,-1 0 0 0 0,6-8-1590 0 0,2-11-339 0 0,4-29-1818 0 0,3-13 1607 0 0,-12 52 2429 0 0,0 1 0 0 0,0 0 0 0 0,1 0 0 0 0,8-13-1 0 0,-8 15 245 0 0,1 1-1 0 0,0 0 1 0 0,0 0-1 0 0,0 1 0 0 0,0-1 1 0 0,0 1-1 0 0,1 0 1 0 0,0 1-1 0 0,0-1 1 0 0,0 1-1 0 0,8-2 0 0 0,11-4 1534 0 0,42-10-1 0 0,-15 6-341 0 0,-7 1-1318 0 0,93-12 0 0 0,-94 18-3782 0 0,-36 2-3092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36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3 11234 0 0,'-1'-1'75'0'0,"0"1"0"0"0,0 0 0 0 0,1 0-1 0 0,-1-1 1 0 0,0 1 0 0 0,0 0-1 0 0,0 0 1 0 0,0 0 0 0 0,0 0 0 0 0,0 0-1 0 0,1 0 1 0 0,-1 0 0 0 0,0 0-1 0 0,0 0 1 0 0,0 1 0 0 0,0-1 0 0 0,1 0-1 0 0,-1 1 1 0 0,0-1 0 0 0,0 0 0 0 0,0 1-1 0 0,1-1 1 0 0,-1 1 0 0 0,0-1-1 0 0,1 1 1 0 0,-1-1 0 0 0,0 1 0 0 0,1 0-1 0 0,-1-1 1 0 0,1 1 0 0 0,-1 0-1 0 0,1-1 1 0 0,-1 1 0 0 0,1 0 0 0 0,-1 0-1 0 0,1-1 1 0 0,-1 3 0 0 0,-17 36 2137 0 0,16-31-2232 0 0,-12 33 844 0 0,2 1-1 0 0,-11 73 1 0 0,12-57-358 0 0,-5 23 88 0 0,-4 14 972 0 0,-13 179 0 0 0,32-255-1300 0 0,0-10-207 0 0,0 0 1 0 0,1-1 0 0 0,0 1-1 0 0,0 0 1 0 0,1 0 0 0 0,0 0-1 0 0,1-1 1 0 0,3 13 0 0 0,-4-21-67 0 0,-1 1 0 0 0,0-1 1 0 0,0 0-1 0 0,0 1 1 0 0,0-1-1 0 0,1 1 0 0 0,-1-1 1 0 0,0 0-1 0 0,0 1 0 0 0,1-1 1 0 0,-1 0-1 0 0,0 1 1 0 0,1-1-1 0 0,-1 0 0 0 0,0 1 1 0 0,1-1-1 0 0,-1 0 1 0 0,0 0-1 0 0,1 1 0 0 0,-1-1 1 0 0,1 0-1 0 0,-1 0 1 0 0,0 0-1 0 0,1 0 0 0 0,-1 1 1 0 0,1-1-1 0 0,-1 0 0 0 0,1 0 1 0 0,-1 0-1 0 0,1 0 1 0 0,-1 0-1 0 0,1 0 0 0 0,0 0 1 0 0,11-11-2597 0 0,-4 0 495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4:37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7834 0 0,'-1'1'9213'0'0,"7"1"-7232"0"0,-2 1-1355 0 0,40 17 1175 0 0,-28-14-1016 0 0,26 15 0 0 0,-38-18-672 0 0,0-1 0 0 0,0 1 0 0 0,-1-1-1 0 0,1 1 1 0 0,-1 0 0 0 0,0 0 0 0 0,0 0-1 0 0,0 1 1 0 0,-1-1 0 0 0,1 1 0 0 0,3 7 0 0 0,-5-9-87 0 0,-1 1 1 0 0,1-1-1 0 0,-1 1 1 0 0,0-1 0 0 0,1 1-1 0 0,-2-1 1 0 0,1 1 0 0 0,0-1-1 0 0,0 1 1 0 0,-1-1 0 0 0,1 1-1 0 0,-1-1 1 0 0,0 1-1 0 0,-1 3 1 0 0,-18 35-27 0 0,18-37 35 0 0,-22 38 598 0 0,11-21-305 0 0,1 1 0 0 0,2 0-1 0 0,0 1 1 0 0,-9 28-1 0 0,19-49-306 0 0,-1-1 0 0 0,1 0 0 0 0,0 0 0 0 0,0 0 0 0 0,-1 1 0 0 0,1-1 0 0 0,0 0 0 0 0,0 0 0 0 0,0 0 0 0 0,0 1 0 0 0,1-1 0 0 0,-1 0 0 0 0,0 0 0 0 0,0 0 0 0 0,1 0 0 0 0,-1 1 0 0 0,1-1 0 0 0,-1 0 0 0 0,1 0 0 0 0,0 0 0 0 0,-1 0 0 0 0,1 0 0 0 0,0 0 0 0 0,-1 0 0 0 0,1 0 0 0 0,0 0 0 0 0,0-1 0 0 0,0 1 0 0 0,0 0 0 0 0,0 0 0 0 0,0-1 0 0 0,0 1 0 0 0,0-1 0 0 0,0 1 0 0 0,0-1 0 0 0,0 1 0 0 0,1-1 0 0 0,-1 0 0 0 0,0 1 0 0 0,0-1 0 0 0,0 0 0 0 0,1 0 0 0 0,-1 0 0 0 0,2 0 0 0 0,4 0 13 0 0,1 0 0 0 0,-1 0 0 0 0,1-1 0 0 0,-1 0 0 0 0,13-3 0 0 0,2-3 27 0 0,-1-2 1 0 0,-1 0 0 0 0,1-1 0 0 0,-2-1 0 0 0,1-1-1 0 0,30-26 1 0 0,32-18 111 0 0,-71 50-171 0 0,-20 9-724 0 0,8-3 386 0 0,-2 2-211 0 0,-24 16-2708 0 0,19-12 1352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2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21 12443 0 0,'-5'-6'1308'0'0,"4"5"-1046"0"0,0 0 0 0 0,0-1-1 0 0,0 1 1 0 0,-1 0-1 0 0,1 0 1 0 0,0 0 0 0 0,-1 0-1 0 0,1 0 1 0 0,0 0 0 0 0,-1 0-1 0 0,1 1 1 0 0,-1-1 0 0 0,0 0-1 0 0,-1 0 1 0 0,2 1-209 0 0,1 1 0 0 0,0-1-1 0 0,-1 0 1 0 0,1 0 0 0 0,0 1 0 0 0,0-1 0 0 0,-1 0 0 0 0,1 1 0 0 0,0-1-1 0 0,0 0 1 0 0,-1 1 0 0 0,1-1 0 0 0,0 0 0 0 0,0 1 0 0 0,0-1 0 0 0,-1 0 0 0 0,1 1-1 0 0,0-1 1 0 0,0 1 0 0 0,0-1 0 0 0,0 0 0 0 0,0 1 0 0 0,0-1 0 0 0,0 1 0 0 0,0-1-1 0 0,0 0 1 0 0,0 1 0 0 0,0-1 0 0 0,0 1 0 0 0,1 0 0 0 0,0 15 634 0 0,7 39 292 0 0,-3 0 0 0 0,-1 0 1 0 0,-6 74-1 0 0,-7-32-60 0 0,-22 99-1 0 0,29-184-872 0 0,-7 45 122 0 0,8-52-159 0 0,1-1 0 0 0,0 1 1 0 0,0-1-1 0 0,0 1 0 0 0,1 0 0 0 0,0-1 0 0 0,0 1 0 0 0,0-1 0 0 0,3 8 1 0 0,-4-11-47 0 0,1-1 1 0 0,0 1 0 0 0,-1-1 0 0 0,1 0 0 0 0,-1 0 0 0 0,1 1 0 0 0,-1-1 0 0 0,1 0 0 0 0,0 0 0 0 0,-1 0 0 0 0,1 0-1 0 0,0 0 1 0 0,-1 0 0 0 0,1 0 0 0 0,0 0 0 0 0,-1 0 0 0 0,1 0 0 0 0,-1 0 0 0 0,1 0 0 0 0,0 0 0 0 0,-1 0 0 0 0,1-1-1 0 0,0 1 1 0 0,-1 0 0 0 0,1 0 0 0 0,-1-1 0 0 0,1 1 0 0 0,-1-1 0 0 0,1 1 0 0 0,-1 0 0 0 0,1-1 0 0 0,0 0 0 0 0,22-15-2401 0 0,-20 14 1785 0 0,24-20-6639 0 0,-11 8 1010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3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90 102 2761 0 0,'4'-23'-462'0'0,"-1"-1"4115"0"0,5-30 7340 0 0,-13 92-6282 0 0,0 29-2579 0 0,-4 30-1371 0 0,-62 251 1344 0 0,69-338-2059 0 0,-9 40 62 0 0,11-47-106 0 0,-1 0 1 0 0,1 0-1 0 0,0 1 0 0 0,0-1 0 0 0,0 0 0 0 0,0 0 0 0 0,0 0 0 0 0,1 0 0 0 0,0 0 0 0 0,-1 0 0 0 0,1 0 1 0 0,0 0-1 0 0,2 3 0 0 0,-3-6-59 0 0,1 0 0 0 0,0 0 0 0 0,0 0 1 0 0,-1 0-1 0 0,1 0 0 0 0,0 0 0 0 0,-1-1 1 0 0,1 1-1 0 0,0 0 0 0 0,-1 0 0 0 0,1-1 1 0 0,0 1-1 0 0,-1 0 0 0 0,1 0 0 0 0,-1-1 1 0 0,1 1-1 0 0,0-1 0 0 0,-1 1 0 0 0,1-1 1 0 0,-1 1-1 0 0,1-1 0 0 0,-1 1 0 0 0,1-2 1 0 0,14-13-1136 0 0,6-9-1598 0 0,-10 9 500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69 10594 0 0,'-1'1'277'0'0,"-1"-1"0"0"0,1 0 0 0 0,0 1 0 0 0,0 0-1 0 0,0-1 1 0 0,0 1 0 0 0,-1-1 0 0 0,1 1 0 0 0,0 0 0 0 0,0 0 0 0 0,0 0-1 0 0,0 0 1 0 0,1 0 0 0 0,-1 0 0 0 0,0 0 0 0 0,0 0 0 0 0,0 0-1 0 0,1 0 1 0 0,-1 0 0 0 0,0 2 0 0 0,-17 26 1011 0 0,9-9-781 0 0,1 0 1 0 0,0 0 0 0 0,1 1-1 0 0,-6 34 1 0 0,11-45-318 0 0,1 0 0 0 0,0 0 0 0 0,0 0 0 0 0,1 1-1 0 0,0-1 1 0 0,1 0 0 0 0,0 1 0 0 0,1-1 0 0 0,0 0 0 0 0,0 0 0 0 0,8 17 0 0 0,-9-24-143 0 0,0-1 1 0 0,0 0 0 0 0,0 1-1 0 0,1-1 1 0 0,0 0 0 0 0,-1 0-1 0 0,1 0 1 0 0,0 0 0 0 0,0 0-1 0 0,0-1 1 0 0,0 1 0 0 0,0 0-1 0 0,0-1 1 0 0,0 0-1 0 0,0 1 1 0 0,1-1 0 0 0,-1 0-1 0 0,1 0 1 0 0,2 0 0 0 0,-1 0 16 0 0,1 0 0 0 0,-1-1 1 0 0,1 0-1 0 0,-1 0 0 0 0,1 0 1 0 0,-1 0-1 0 0,1-1 0 0 0,-1 0 1 0 0,0 0-1 0 0,6-2 1 0 0,6-3-57 0 0,0-1 0 0 0,0 0 0 0 0,-1-2 0 0 0,24-16 1 0 0,-14 7 28 0 0,-2-1 1 0 0,0 0 0 0 0,24-28-1 0 0,-38 37 27 0 0,0-1 0 0 0,-1 0 0 0 0,0-1 0 0 0,0 0 0 0 0,-1 0 0 0 0,-1 0-1 0 0,0-1 1 0 0,-1 0 0 0 0,5-16 0 0 0,-9 25 5 0 0,-1 0-1 0 0,1 0 1 0 0,-1-1 0 0 0,0 1-1 0 0,0 0 1 0 0,0-1 0 0 0,0 1 0 0 0,-1 0-1 0 0,0-1 1 0 0,0 1 0 0 0,0 0-1 0 0,0 0 1 0 0,-1 0 0 0 0,0 0-1 0 0,1 0 1 0 0,-2 0 0 0 0,1 0 0 0 0,0 1-1 0 0,-1-1 1 0 0,1 1 0 0 0,-1-1-1 0 0,0 1 1 0 0,0 0 0 0 0,-4-3-1 0 0,3 3-31 0 0,-1 0 0 0 0,1 0-1 0 0,-1 0 1 0 0,0 0 0 0 0,1 1-1 0 0,-1 0 1 0 0,0 0-1 0 0,0 0 1 0 0,-1 0 0 0 0,1 1-1 0 0,0 0 1 0 0,-1 0-1 0 0,1 0 1 0 0,0 1 0 0 0,-1 0-1 0 0,1 0 1 0 0,0 0 0 0 0,-1 1-1 0 0,-5 1 1 0 0,1 1-84 0 0,1 0 0 0 0,1 0 0 0 0,-1 1 1 0 0,0 0-1 0 0,1 1 0 0 0,0 0 0 0 0,0 0 0 0 0,0 1 1 0 0,1-1-1 0 0,0 2 0 0 0,0-1 0 0 0,-12 15 0 0 0,14-14-677 0 0,1 0-1 0 0,-1 0 0 0 0,-5 13 1 0 0,8-14-636 0 0,-1 1 1 0 0,1 0 0 0 0,0-1 0 0 0,-1 13-1 0 0,2 3-6044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3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33 14947 0 0,'1'-4'550'0'0,"-1"2"-329"0"0,0 1 0 0 0,0-1-1 0 0,0 0 1 0 0,0 0 0 0 0,0 1 0 0 0,0-1-1 0 0,0 0 1 0 0,-1 0 0 0 0,1 1 0 0 0,0-1 0 0 0,-1 0-1 0 0,0 1 1 0 0,1-1 0 0 0,-1 1 0 0 0,-1-3-1 0 0,-6 22 2508 0 0,2 13-2068 0 0,1 0 0 0 0,0 38 0 0 0,0 0-112 0 0,-17 102 537 0 0,7-72-410 0 0,4 1-1 0 0,3 123 1 0 0,11-184-382 0 0,1 0-1 0 0,2 0 1 0 0,15 55 0 0 0,-16-82-684 0 0,-2-13 759 0 0,-2-9-2350 0 0,0-3-5459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6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1 168 17972 0 0,'6'-4'237'0'0,"1"1"-1"0"0,0 0 1 0 0,0 0 0 0 0,15-3 0 0 0,-21 6-237 0 0,177-45 306 0 0,-100 27-15 0 0,116-42 0 0 0,-191 59-402 0 0,-1 1-179 0 0,-1-1 0 0 0,1 1 0 0 0,0-1 0 0 0,0 1 1 0 0,-1-1-1 0 0,1 0 0 0 0,-1 0 0 0 0,1 0 0 0 0,0 0 0 0 0,-1 0 0 0 0,0 0 0 0 0,1 0 0 0 0,-1-1 0 0 0,0 1 0 0 0,1 0 0 0 0,-1-1 0 0 0,0 1 0 0 0,1-3 0 0 0,-2 0-1291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6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4 11378 0 0,'-1'-1'58'0'0,"-1"1"-1"0"0,1-1 0 0 0,0 1 1 0 0,0 0-1 0 0,0-1 0 0 0,0 1 1 0 0,0 0-1 0 0,-1 0 0 0 0,1-1 1 0 0,0 1-1 0 0,0 0 0 0 0,0 0 1 0 0,-1 0-1 0 0,1 0 0 0 0,0 1 0 0 0,0-1 1 0 0,0 0-1 0 0,-1 0 0 0 0,1 1 1 0 0,0-1-1 0 0,0 1 0 0 0,0-1 1 0 0,-1 1-1 0 0,0 1 70 0 0,0 0 0 0 0,0 0 0 0 0,0-1 0 0 0,0 1-1 0 0,0 0 1 0 0,1 1 0 0 0,-1-1 0 0 0,1 0 0 0 0,-1 0 0 0 0,0 4 0 0 0,-3 4 212 0 0,1 1 0 0 0,1 0 0 0 0,-5 22 0 0 0,3 16 261 0 0,1 0-1 0 0,3 0 1 0 0,9 81-1 0 0,-2-23 237 0 0,-1-5-44 0 0,-1 122 468 0 0,-6-200-1254 0 0,1-18-247 0 0,0-1 0 0 0,0 1 0 0 0,1-1 0 0 0,0 1 0 0 0,0-1 0 0 0,0 1-1 0 0,3 9 1 0 0,-1-12-930 0 0,3-3-11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9674 0 0,'-1'0'114'0'0,"-1"0"0"0"0,1 0 0 0 0,0 0 0 0 0,-1 0 0 0 0,1 0-1 0 0,0 1 1 0 0,0-1 0 0 0,-1 0 0 0 0,1 1 0 0 0,0-1 0 0 0,0 1 0 0 0,0-1 0 0 0,-1 1 0 0 0,1-1 0 0 0,0 1-1 0 0,0 0 1 0 0,0 0 0 0 0,0 0 0 0 0,0 0 0 0 0,0-1 0 0 0,0 1 0 0 0,1 0 0 0 0,-1 1 0 0 0,0-1 0 0 0,0 0-1 0 0,1 0 1 0 0,-1 0 0 0 0,1 0 0 0 0,-1 0 0 0 0,0 3 0 0 0,-2 6 710 0 0,-1-1-1 0 0,-3 21 1 0 0,5-18-770 0 0,-6 32 1285 0 0,2 0 0 0 0,0 73 0 0 0,2-28-372 0 0,2-75-936 0 0,-1 11 110 0 0,3-24-158 0 0,0 0 0 0 0,0-1 0 0 0,0 1 0 0 0,0 0 0 0 0,0 0 1 0 0,0 0-1 0 0,0-1 0 0 0,0 1 0 0 0,0 0 0 0 0,1 0 0 0 0,-1-1 1 0 0,0 1-1 0 0,1 0 0 0 0,-1 0 0 0 0,1-1 0 0 0,-1 1 1 0 0,0 0-1 0 0,1-1 0 0 0,0 1 0 0 0,-1-1 0 0 0,1 1 0 0 0,-1-1 1 0 0,2 2-1 0 0,0-2-180 0 0,-1 0 0 0 0,0 0 0 0 0,1 0 1 0 0,-1 0-1 0 0,0 0 0 0 0,1 0 0 0 0,-1-1 0 0 0,0 1 1 0 0,1 0-1 0 0,-1-1 0 0 0,0 1 0 0 0,1-1 1 0 0,-1 1-1 0 0,0-1 0 0 0,0 0 0 0 0,0 1 0 0 0,2-3 1 0 0,8-4-1453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7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36 124 10594 0 0,'-4'4'287'0'0,"1"0"-1"0"0,0 0 0 0 0,0 0 0 0 0,0 0 1 0 0,0 0-1 0 0,1 1 0 0 0,0-1 0 0 0,0 1 1 0 0,0-1-1 0 0,0 1 0 0 0,1 0 0 0 0,0 0 1 0 0,-1 9-1 0 0,0-1-25 0 0,2 0 1 0 0,0-1-1 0 0,0 1 1 0 0,1 0-1 0 0,1-1 1 0 0,4 19-1 0 0,-5-28-205 0 0,0 0 0 0 0,-1 0 0 0 0,2 0 0 0 0,-1 0 0 0 0,0-1 0 0 0,0 1-1 0 0,1-1 1 0 0,0 1 0 0 0,-1-1 0 0 0,1 1 0 0 0,0-1 0 0 0,0 0 0 0 0,0 0 0 0 0,1 0-1 0 0,-1 0 1 0 0,0 0 0 0 0,1 0 0 0 0,-1-1 0 0 0,1 1 0 0 0,0-1 0 0 0,-1 0-1 0 0,1 0 1 0 0,0 0 0 0 0,0 0 0 0 0,0 0 0 0 0,0-1 0 0 0,0 1 0 0 0,0-1 0 0 0,0 0-1 0 0,0 0 1 0 0,0 0 0 0 0,0 0 0 0 0,4-1 0 0 0,2-1 77 0 0,1 0 0 0 0,-1-1 0 0 0,0 0 0 0 0,0 0 0 0 0,-1-1 1 0 0,1 0-1 0 0,-1-1 0 0 0,0 0 0 0 0,0 0 0 0 0,0-1 0 0 0,-1 0 0 0 0,0 0 0 0 0,0-1 0 0 0,0 0 0 0 0,-1 0 1 0 0,7-11-1 0 0,2-3 214 0 0,-1-1 1 0 0,-1-1 0 0 0,-1 0-1 0 0,16-43 1 0 0,-26 63-277 0 0,-1 0 1 0 0,0-1-1 0 0,0 1 1 0 0,0 0-1 0 0,-1-1 1 0 0,1 1-1 0 0,-1 0 0 0 0,0-1 1 0 0,1 1-1 0 0,-2-1 1 0 0,1 1-1 0 0,0 0 1 0 0,-1-1-1 0 0,1 1 1 0 0,-1 0-1 0 0,0-1 1 0 0,0 1-1 0 0,0 0 1 0 0,-1 0-1 0 0,1 0 0 0 0,-1 0 1 0 0,0 0-1 0 0,-3-4 1 0 0,3 4-26 0 0,-1 1 1 0 0,0 0 0 0 0,0 0-1 0 0,0 0 1 0 0,0 0 0 0 0,0 0-1 0 0,-1 0 1 0 0,1 1-1 0 0,-1 0 1 0 0,1 0 0 0 0,-1 0-1 0 0,1 0 1 0 0,-1 0-1 0 0,1 1 1 0 0,-1-1 0 0 0,0 1-1 0 0,1 0 1 0 0,-1 0 0 0 0,0 0-1 0 0,1 1 1 0 0,-7 1-1 0 0,7-2-124 0 0,0 1-1 0 0,0 0 0 0 0,0 0 1 0 0,0 0-1 0 0,1 0 0 0 0,-1 1 1 0 0,0-1-1 0 0,1 1 0 0 0,-1-1 1 0 0,1 1-1 0 0,-1 0 0 0 0,1 0 1 0 0,0 0-1 0 0,0 0 0 0 0,0 1 1 0 0,0-1-1 0 0,0 1 1 0 0,0-1-1 0 0,1 1 0 0 0,-3 5 1 0 0,2-5-405 0 0,1 0-1 0 0,0 1 1 0 0,1-1 0 0 0,-1 0 0 0 0,0 1 0 0 0,1-1 0 0 0,0 1 0 0 0,0-1 0 0 0,0 1 0 0 0,0-1 0 0 0,2 7 0 0 0,3 6-1843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8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0 8290 0 0,'-7'1'655'0'0,"-1"-1"1"0"0,1 1 0 0 0,-1 1-1 0 0,1-1 1 0 0,-1 1-1 0 0,1 1 1 0 0,0-1-1 0 0,0 1 1 0 0,0 1 0 0 0,-11 6-1 0 0,5-4-761 0 0,3 0 357 0 0,1 0 0 0 0,-1 0 0 0 0,1 1-1 0 0,1 0 1 0 0,-1 0 0 0 0,1 1 0 0 0,1 0-1 0 0,-1 1 1 0 0,2-1 0 0 0,-1 1 0 0 0,-8 17-1 0 0,11-19-73 0 0,0 0-1 0 0,1 0 1 0 0,0 1-1 0 0,0 0 0 0 0,1 0 1 0 0,0-1-1 0 0,0 1 1 0 0,1 1-1 0 0,0-1 0 0 0,0 0 1 0 0,1 0-1 0 0,0 0 1 0 0,0 0-1 0 0,1 0 0 0 0,0 1 1 0 0,4 12-1 0 0,-3-18-124 0 0,-1 1 0 0 0,1-1-1 0 0,-1 0 1 0 0,1 1 0 0 0,0-1 0 0 0,1 0-1 0 0,-1 0 1 0 0,0-1 0 0 0,1 1 0 0 0,0 0-1 0 0,-1-1 1 0 0,1 1 0 0 0,0-1 0 0 0,0 0-1 0 0,0 0 1 0 0,1 0 0 0 0,-1-1 0 0 0,0 1-1 0 0,1-1 1 0 0,-1 0 0 0 0,1 0 0 0 0,0 0-1 0 0,-1 0 1 0 0,1 0 0 0 0,0-1 0 0 0,-1 0-1 0 0,1 0 1 0 0,0 0 0 0 0,5 0 0 0 0,-1-1-8 0 0,1 0 1 0 0,0 0 0 0 0,-1-1 0 0 0,1 0 0 0 0,-1-1 0 0 0,0 1 0 0 0,0-2 0 0 0,0 1 0 0 0,0-1 0 0 0,0 0-1 0 0,11-9 1 0 0,-12 7 50 0 0,0 0-1 0 0,-1 0 1 0 0,0-1 0 0 0,0 0-1 0 0,0 0 1 0 0,0 0-1 0 0,-1-1 1 0 0,-1 0-1 0 0,1 0 1 0 0,-1 0-1 0 0,-1-1 1 0 0,0 1 0 0 0,0-1-1 0 0,2-9 1 0 0,-4 13-36 0 0,0-1 0 0 0,-1 1 0 0 0,0 0 0 0 0,0 0 0 0 0,0 0 0 0 0,0-1 0 0 0,-1 1 0 0 0,0 0 1 0 0,0 0-1 0 0,0 0 0 0 0,-1 0 0 0 0,0 0 0 0 0,0 0 0 0 0,0 1 0 0 0,0-1 0 0 0,-1 1 0 0 0,0-1 0 0 0,0 1 1 0 0,0 0-1 0 0,0 0 0 0 0,-1 0 0 0 0,1 0 0 0 0,-1 1 0 0 0,0-1 0 0 0,0 1 0 0 0,-5-3 0 0 0,5 4-54 0 0,1 0 0 0 0,-1 0 0 0 0,0 0-1 0 0,1 1 1 0 0,-1-1 0 0 0,0 1 0 0 0,0 0 0 0 0,0 0-1 0 0,0 0 1 0 0,0 1 0 0 0,0-1 0 0 0,0 1 0 0 0,-1 0-1 0 0,1 0 1 0 0,0 0 0 0 0,-4 2 0 0 0,6-2-109 0 0,0 1 1 0 0,0-1 0 0 0,0 1-1 0 0,0 0 1 0 0,0 0 0 0 0,1 0-1 0 0,-1 0 1 0 0,0 0 0 0 0,1 0-1 0 0,-1 0 1 0 0,0 1 0 0 0,1-1-1 0 0,0 1 1 0 0,-3 1 0 0 0,3 0-250 0 0,0-1-1 0 0,0 0 1 0 0,0 0 0 0 0,0 0 0 0 0,0 1-1 0 0,1-1 1 0 0,-1 0 0 0 0,0 1 0 0 0,1-1 0 0 0,0 1-1 0 0,0-1 1 0 0,0 1 0 0 0,0-1 0 0 0,0 4 0 0 0,2 11-7026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8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23 13363 0 0,'-8'-13'1551'0'0,"8"12"-1470"0"0,0 1-1 0 0,0 0 1 0 0,0-1 0 0 0,-1 1-1 0 0,1-1 1 0 0,0 1 0 0 0,0 0 0 0 0,0-1-1 0 0,0 1 1 0 0,0 0 0 0 0,-1-1-1 0 0,1 1 1 0 0,0 0 0 0 0,0-1 0 0 0,0 1-1 0 0,-1 0 1 0 0,1 0 0 0 0,0-1-1 0 0,-1 1 1 0 0,1 0 0 0 0,0 0-1 0 0,0-1 1 0 0,-1 1 0 0 0,1 0 0 0 0,0 0-1 0 0,-1 0 1 0 0,1-1 0 0 0,-1 1-1 0 0,1 0 1 0 0,0 0 0 0 0,-1 0 0 0 0,1 0-1 0 0,0 0 1 0 0,-1 0 0 0 0,1 0-1 0 0,-1 0 1 0 0,1 0 0 0 0,0 0 0 0 0,-1 0-1 0 0,1 0 1 0 0,-1 0 0 0 0,1 0-1 0 0,0 0 1 0 0,-1 1 0 0 0,1-1 0 0 0,0 0-1 0 0,-1 0 1 0 0,1 0 0 0 0,0 1-1 0 0,-1-1 1 0 0,1 0 0 0 0,0 0 0 0 0,-1 1-1 0 0,1-1 1 0 0,0 0 0 0 0,0 0-1 0 0,-1 1 1 0 0,1-1 0 0 0,0 0-1 0 0,0 1 1 0 0,0-1 0 0 0,0 0 0 0 0,-1 2-1 0 0,-8 22 796 0 0,-14 232 1655 0 0,12-109-1117 0 0,8-101-905 0 0,1-1 0 0 0,2 0 1 0 0,3 1-1 0 0,13 75 0 0 0,-15-107-1145 0 0,-7-23-3074 0 0,-4-7 86 0 0,1 4 1640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09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150 539 11058 0 0,'-33'-4'2708'0'0,"-64"1"0"0"0,78 3-2146 0 0,20 0-514 0 0,-1 0 1 0 0,0 0-1 0 0,0 0 1 0 0,0 0-1 0 0,0 0 1 0 0,0 0-1 0 0,0 0 1 0 0,0 0-1 0 0,0 0 1 0 0,0 0-1 0 0,0 0 1 0 0,0 0-1 0 0,0 0 1 0 0,0 1-1 0 0,0-1 1 0 0,0 0 0 0 0,0 0-1 0 0,0 0 1 0 0,0 0-1 0 0,0 0 1 0 0,0 0-1 0 0,0 0 1 0 0,0 0-1 0 0,0 0 1 0 0,0 0-1 0 0,0 0 1 0 0,0 0-1 0 0,0 0 1 0 0,0 1-1 0 0,0-1 1 0 0,0 0-1 0 0,0 0 1 0 0,0 0-1 0 0,0 0 1 0 0,-1 0-1 0 0,1 0 1 0 0,0 0-1 0 0,0 0 1 0 0,0 0 0 0 0,0 0-1 0 0,0 0 1 0 0,0 0-1 0 0,0 0 1 0 0,0 0-1 0 0,0 0 1 0 0,0 0-1 0 0,0 0 1 0 0,12 6 746 0 0,18 5-427 0 0,-8-7-217 0 0,0 0 1 0 0,0-1-1 0 0,0-2 0 0 0,41-2 0 0 0,91-16 442 0 0,-75 6-339 0 0,798-65 878 0 0,-296 32-579 0 0,-4-26-60 0 0,-113-6-71 0 0,222-33 319 0 0,-100 29-15 0 0,-115 23-433 0 0,-409 47-128 0 0,89-1 1 0 0,-135 11-314 0 0,-25 1-219 0 0,-27-1-556 0 0,23 0-186 0 0,0 1-1 0 0,1 0 1 0 0,-1 0 0 0 0,1 2-1 0 0,-1-1 1 0 0,-19 8-1 0 0,6 1-1033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0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109 145 3225 0 0,'-13'-2'739'0'0,"-4"7"5643"0"0,3 7-938 0 0,5-2-6369 0 0,2-1 1215 0 0,2-1 1 0 0,-1 1 0 0 0,1 0-1 0 0,0 0 1 0 0,1 1 0 0 0,0 0-1 0 0,0-1 1 0 0,1 1 0 0 0,-3 19-1 0 0,3-14-1 0 0,2 0-1 0 0,-1 0 0 0 0,2 0 0 0 0,0 0 0 0 0,0 0 0 0 0,4 18 0 0 0,-3-29-187 0 0,0 0-1 0 0,0 1 1 0 0,0-1 0 0 0,0 0-1 0 0,1 0 1 0 0,0 0-1 0 0,0 0 1 0 0,0 0 0 0 0,0 0-1 0 0,1 0 1 0 0,-1-1-1 0 0,1 1 1 0 0,0-1 0 0 0,0 0-1 0 0,0 0 1 0 0,0 0-1 0 0,5 3 1 0 0,-3-3-27 0 0,0-1 0 0 0,-1 0 0 0 0,1 0 1 0 0,0 0-1 0 0,1-1 0 0 0,-1 0 0 0 0,0 1 0 0 0,0-2 0 0 0,1 1 0 0 0,-1-1 0 0 0,0 0 1 0 0,1 0-1 0 0,9-2 0 0 0,-3 0 31 0 0,0 0 1 0 0,-1-2-1 0 0,1 1 1 0 0,-1-1-1 0 0,0-1 1 0 0,-1 0-1 0 0,1-1 1 0 0,-1 0-1 0 0,0 0 1 0 0,0-1-1 0 0,-1-1 1 0 0,18-16-1 0 0,-19 16 44 0 0,0-1 0 0 0,-1 0 0 0 0,1-1 0 0 0,-2 0 0 0 0,1 0-1 0 0,-1 0 1 0 0,-1 0 0 0 0,0-1 0 0 0,0 0 0 0 0,-1 0 0 0 0,-1-1 0 0 0,0 1-1 0 0,2-14 1 0 0,-5 15-54 0 0,0 0 0 0 0,0 1 0 0 0,-1-1 0 0 0,0 0 0 0 0,-1 1 0 0 0,0-1 0 0 0,-1 1 0 0 0,1 0-1 0 0,-2 0 1 0 0,0 0 0 0 0,0 0 0 0 0,0 0 0 0 0,-1 1 0 0 0,0 0 0 0 0,-10-12 0 0 0,8 12-196 0 0,-1-1 0 0 0,0 1 0 0 0,0 0 0 0 0,-1 0 0 0 0,-14-9 0 0 0,15 13-449 0 0,0-1 0 0 0,0 1 1 0 0,0 0-1 0 0,-1 1 0 0 0,1 0 1 0 0,-1 0-1 0 0,-10-1 1 0 0,-2 1-7744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0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9218 0 0,'-1'-1'265'0'0,"0"1"0"0"0,0 0-1 0 0,1 0 1 0 0,-1 0 0 0 0,0 0 0 0 0,0 0 0 0 0,0 0-1 0 0,0 0 1 0 0,0 1 0 0 0,1-1 0 0 0,-1 0 0 0 0,0 0-1 0 0,0 1 1 0 0,0-1 0 0 0,1 0 0 0 0,-1 1 0 0 0,0-1 0 0 0,0 1-1 0 0,1-1 1 0 0,-1 1 0 0 0,0-1 0 0 0,1 1 0 0 0,-2 1-1 0 0,0 0 68 0 0,0 1 0 0 0,0 0-1 0 0,0 0 1 0 0,1 0-1 0 0,-1 0 1 0 0,-1 5 0 0 0,-2 7 20 0 0,-5 30 0 0 0,9-39 10 0 0,-8 41 536 0 0,2 1 1 0 0,2 1-1 0 0,2-1 0 0 0,5 74 0 0 0,4-89-377 0 0,-5-31-493 0 0,-1 0 0 0 0,1 0 0 0 0,0 0 0 0 0,-1 0 0 0 0,1 0 0 0 0,0 0 0 0 0,0 0 0 0 0,0 0 0 0 0,1-1 0 0 0,-1 1 0 0 0,0 0 0 0 0,1-1 0 0 0,2 3 0 0 0,-4-4-60 0 0,0 0-1 0 0,0 0 0 0 0,0 0 1 0 0,0 0-1 0 0,0 0 1 0 0,0 0-1 0 0,0 0 1 0 0,1 0-1 0 0,-1 0 0 0 0,0 0 1 0 0,0 0-1 0 0,0 1 1 0 0,0-1-1 0 0,0 0 0 0 0,0 0 1 0 0,0 0-1 0 0,1 0 1 0 0,-1 0-1 0 0,0 0 0 0 0,0 0 1 0 0,0-1-1 0 0,0 1 1 0 0,0 0-1 0 0,0 0 1 0 0,0 0-1 0 0,0 0 0 0 0,1 0 1 0 0,-1 0-1 0 0,0 0 1 0 0,0 0-1 0 0,0 0 0 0 0,0 0 1 0 0,0 0-1 0 0,0 0 1 0 0,0 0-1 0 0,0 0 0 0 0,0 0 1 0 0,0-1-1 0 0,0 1 1 0 0,1 0-1 0 0,-1 0 1 0 0,0 0-1 0 0,0 0 0 0 0,0 0 1 0 0,0 0-1 0 0,0 0 1 0 0,0 0-1 0 0,0-1 0 0 0,0 1 1 0 0,0 0-1 0 0,0 0 1 0 0,0 0-1 0 0,0 0 1 0 0,0 0-1 0 0,0 0 0 0 0,0 0 1 0 0,0-1-1 0 0,0 1 1 0 0,0 0-1 0 0,0 0 0 0 0,0 0 1 0 0,0-3-1060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1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3 13563 0 0,'-1'0'100'0'0,"1"-1"0"0"0,-1 1 0 0 0,0 0 0 0 0,0-1 0 0 0,0 1 0 0 0,1 0 0 0 0,-1 0 0 0 0,0 0 0 0 0,0-1 0 0 0,0 1 0 0 0,0 0 0 0 0,1 0 0 0 0,-1 0 1 0 0,0 0-1 0 0,0 0 0 0 0,0 0 0 0 0,0 1 0 0 0,0-1 0 0 0,1 0 0 0 0,-1 0 0 0 0,0 1 0 0 0,0-1 0 0 0,0 0 0 0 0,0 1 0 0 0,0 1 23 0 0,0-1 0 0 0,0 1 0 0 0,0-1 1 0 0,0 1-1 0 0,0-1 0 0 0,1 1 0 0 0,-1-1 0 0 0,1 1 0 0 0,-1 0 1 0 0,1-1-1 0 0,-1 1 0 0 0,1 2 0 0 0,-3 22 954 0 0,2 0 0 0 0,2 43-1 0 0,-1 16 362 0 0,0 36 187 0 0,1-54-1583 0 0,-4-41-847 0 0,-2-10-3074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1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10450 0 0,'-3'5'214'0'0,"0"-1"-1"0"0,1 1 1 0 0,0 0 0 0 0,0 0-1 0 0,0 0 1 0 0,1 0-1 0 0,-1 0 1 0 0,1 0 0 0 0,0 0-1 0 0,1 1 1 0 0,-1 6-1 0 0,-6 46 1272 0 0,3-36-912 0 0,2 1 1 0 0,0-1 0 0 0,1 1-1 0 0,1-1 1 0 0,4 31 0 0 0,-3-51-489 0 0,-1 1 0 0 0,0-1 0 0 0,1 0 0 0 0,0 0 0 0 0,-1 0 0 0 0,1 1 0 0 0,0-1 0 0 0,0 0 0 0 0,0 0 0 0 0,0 0 0 0 0,0 0 0 0 0,1-1 0 0 0,-1 1 0 0 0,1 0 0 0 0,-1 0 0 0 0,1-1 0 0 0,0 1 1 0 0,-1-1-1 0 0,1 1 0 0 0,0-1 0 0 0,0 0 0 0 0,4 2 0 0 0,-3-2-20 0 0,0 0 1 0 0,0-1-1 0 0,0 0 1 0 0,1 1-1 0 0,-1-1 0 0 0,0 0 1 0 0,0 0-1 0 0,1-1 1 0 0,-1 1-1 0 0,0-1 1 0 0,0 0-1 0 0,0 1 1 0 0,0-1-1 0 0,0-1 1 0 0,5-1-1 0 0,3-3 46 0 0,-1 0 1 0 0,0 0-1 0 0,-1-1 0 0 0,1 0 1 0 0,-1-1-1 0 0,-1 0 0 0 0,1 0 0 0 0,-2-1 1 0 0,1 0-1 0 0,-1 0 0 0 0,0-1 0 0 0,9-17 1 0 0,-13 21-8 0 0,-1 0 1 0 0,1 0-1 0 0,-1 0 0 0 0,0-1 1 0 0,-1 1-1 0 0,0 0 1 0 0,0-1-1 0 0,0 1 0 0 0,-1-1 1 0 0,0-11-1 0 0,-1 13-21 0 0,0 0-1 0 0,0 0 0 0 0,0 1 1 0 0,-1-1-1 0 0,1 0 1 0 0,-1 0-1 0 0,-1 1 1 0 0,1-1-1 0 0,0 1 1 0 0,-1 0-1 0 0,0 0 1 0 0,0 0-1 0 0,0 0 0 0 0,-1 0 1 0 0,-4-4-1 0 0,2 3-41 0 0,0 0-1 0 0,0 1 1 0 0,-1-1 0 0 0,1 1-1 0 0,-1 0 1 0 0,0 1-1 0 0,0 0 1 0 0,-15-5-1 0 0,18 7-379 0 0,-1 0 0 0 0,0 0-1 0 0,0 1 1 0 0,0-1-1 0 0,0 1 1 0 0,0 0 0 0 0,0 1-1 0 0,0-1 1 0 0,0 1 0 0 0,0 0-1 0 0,1 0 1 0 0,-1 1-1 0 0,0-1 1 0 0,0 1 0 0 0,-5 3-1 0 0,-3 2-6977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1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13883 0 0,'-1'1'61'0'0,"1"-1"-1"0"0,-1 1 1 0 0,0-1 0 0 0,1 1-1 0 0,-1-1 1 0 0,1 1-1 0 0,-1 0 1 0 0,1-1 0 0 0,-1 1-1 0 0,1 0 1 0 0,0-1 0 0 0,-1 1-1 0 0,1 0 1 0 0,0 0 0 0 0,0-1-1 0 0,-1 1 1 0 0,1 0-1 0 0,0 0 1 0 0,0 0 0 0 0,0-1-1 0 0,0 1 1 0 0,0 0 0 0 0,0 0-1 0 0,0 0 1 0 0,0-1 0 0 0,0 1-1 0 0,1 1 1 0 0,0 10 473 0 0,8 122 1688 0 0,3 211 3598 0 0,-14-312-5158 0 0,0-20-276 0 0,1 0 1 0 0,1 0 0 0 0,1 18 0 0 0,-1-31-401 0 0,0 0 1 0 0,0 1 0 0 0,0-1 0 0 0,1 0-1 0 0,-1 1 1 0 0,0-1 0 0 0,0 0 0 0 0,0 0-1 0 0,0 1 1 0 0,1-1 0 0 0,-1 0 0 0 0,0 0-1 0 0,0 1 1 0 0,0-1 0 0 0,1 0 0 0 0,-1 0 0 0 0,0 1-1 0 0,0-1 1 0 0,1 0 0 0 0,-1 0 0 0 0,0 0-1 0 0,1 0 1 0 0,-1 0 0 0 0,0 1 0 0 0,0-1-1 0 0,1 0 1 0 0,-1 0 0 0 0,0 0 0 0 0,1 0-1 0 0,-1 0 1 0 0,0 0 0 0 0,1 0 0 0 0,-1 0-1 0 0,0 0 1 0 0,1 0 0 0 0,-1 0 0 0 0,0 0-1 0 0,1 0 1 0 0,-1-1 0 0 0,0 1 0 0 0,1 0 0 0 0,13-8-1400 0 0,-2-3-395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27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20 14283 0 0,'-12'-3'1774'0'0,"9"5"-894"0"0,10 3 279 0 0,7 2-960 0 0,1-1 1 0 0,-1 0-1 0 0,1 0 1 0 0,0-2 0 0 0,1 0-1 0 0,-1 0 1 0 0,18 0-1 0 0,24 0 93 0 0,0-3 0 0 0,0-2 0 0 0,0-3 0 0 0,0-3 1 0 0,71-16-1 0 0,-106 17-286 0 0,13-3 117 0 0,63-9 0 0 0,-94 18-629 0 0,10-2 821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2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 12899 0 0,'0'0'92'0'0,"-1"0"0"0"0,1 0 1 0 0,0 0-1 0 0,-1-1 0 0 0,1 1 1 0 0,-1 0-1 0 0,1 0 0 0 0,0 0 0 0 0,-1 0 1 0 0,1 0-1 0 0,-1 0 0 0 0,1 0 1 0 0,-1 0-1 0 0,1 0 0 0 0,-1 0 1 0 0,1 0-1 0 0,0 0 0 0 0,-1 0 1 0 0,1 0-1 0 0,-1 0 0 0 0,1 0 0 0 0,-1 0 1 0 0,1 1-1 0 0,0-1 0 0 0,-1 0 1 0 0,1 0-1 0 0,-1 1 0 0 0,1-1 1 0 0,0 0-1 0 0,-1 0 0 0 0,1 1 0 0 0,0-1 1 0 0,0 0-1 0 0,-1 1 0 0 0,1-1 1 0 0,0 0-1 0 0,0 1 0 0 0,-1-1 1 0 0,1 1-1 0 0,0-1 0 0 0,0 0 1 0 0,0 1-1 0 0,0-1 0 0 0,-1 1 0 0 0,1-1 1 0 0,0 1-1 0 0,0 0 0 0 0,0 0 1 0 0,1 1-1 0 0,-1-1 0 0 0,0 1 1 0 0,1-1-1 0 0,-1 0 0 0 0,1 1 1 0 0,-1-1-1 0 0,1 0 0 0 0,0 1 1 0 0,0-1-1 0 0,-1 0 0 0 0,1 0 1 0 0,0 0-1 0 0,0 1 0 0 0,1 0 1 0 0,11 6 72 0 0,-1 0 1 0 0,1 0-1 0 0,0-1 1 0 0,0-1-1 0 0,1 0 1 0 0,22 6-1 0 0,-18-5-54 0 0,136 37 267 0 0,-104-32 29 0 0,-1 2 0 0 0,70 31 0 0 0,-115-43-353 0 0,0 0 0 0 0,-1 0-1 0 0,1 0 1 0 0,0 0-1 0 0,-1 1 1 0 0,0-1 0 0 0,1 1-1 0 0,-1 0 1 0 0,0 0 0 0 0,-1 0-1 0 0,1 1 1 0 0,2 3-1 0 0,-4-5-27 0 0,0-1-1 0 0,-1 1 0 0 0,1 0 0 0 0,-1 0 0 0 0,1 0 0 0 0,-1 0 0 0 0,0 0 0 0 0,1 0 1 0 0,-1 0-1 0 0,0 0 0 0 0,0 0 0 0 0,-1 0 0 0 0,1-1 0 0 0,0 1 0 0 0,-1 0 0 0 0,1 0 0 0 0,-1 0 1 0 0,1 0-1 0 0,-1 0 0 0 0,0-1 0 0 0,0 1 0 0 0,0 0 0 0 0,0-1 0 0 0,0 1 0 0 0,0 0 1 0 0,0-1-1 0 0,-1 1 0 0 0,-1 0 0 0 0,-14 15 156 0 0,-1-1-1 0 0,-1-2 1 0 0,-1 0 0 0 0,-31 18-1 0 0,25-17-92 0 0,-65 36 116 0 0,64-38-553 0 0,0 1 1 0 0,1 2 0 0 0,1 0-1 0 0,-46 40 1 0 0,58-41-627 0 0,3-1-8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3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2304 0 0,'1'-22'626'0'0,"11"-25"7453"0"0,-12 47-8049 0 0,0 0-1 0 0,0 0 1 0 0,0 0 0 0 0,0 0-1 0 0,1 0 1 0 0,-1 0 0 0 0,0 0 0 0 0,0 0-1 0 0,0 0 1 0 0,0 0 0 0 0,0 0-1 0 0,0 0 1 0 0,0 0 0 0 0,0 0-1 0 0,0 0 1 0 0,0 0 0 0 0,0 0-1 0 0,0 0 1 0 0,0 0 0 0 0,0 0-1 0 0,0 0 1 0 0,0 0 0 0 0,0 0-1 0 0,0 0 1 0 0,0 1 0 0 0,0-1 0 0 0,0 0-1 0 0,1 0 1 0 0,-1 0 0 0 0,0 0-1 0 0,0 0 1 0 0,0 0 0 0 0,0 0-1 0 0,0 0 1 0 0,0-1 0 0 0,0 1-1 0 0,0 0 1 0 0,0 0 0 0 0,0 0-1 0 0,0 0 1 0 0,0 0 0 0 0,0 0 0 0 0,0 0-1 0 0,0 0 1 0 0,0 0 0 0 0,0 0-1 0 0,0 0 1 0 0,0 0 0 0 0,1 0-1 0 0,-1 0 1 0 0,0 0 0 0 0,0 0-1 0 0,0 0 1 0 0,0 0 0 0 0,0 0-1 0 0,0 0 1 0 0,0 0 0 0 0,0 0 0 0 0,0 0-1 0 0,0 0 1 0 0,0 0 0 0 0,0-1-1 0 0,2 10 791 0 0,1 9-308 0 0,3 175 1578 0 0,6 99-1043 0 0,9-126-87 0 0,-18-150-436 0 0,-2-14-2127 0 0,-1-9-4560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38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64 5529 0 0,'-8'-5'7654'0'0,"14"7"-6125"0"0,-5-2-1168 0 0,3 1 85 0 0,25 4-77 0 0,1 0-1 0 0,0-3 1 0 0,0 0-1 0 0,1-2 1 0 0,-1-1-1 0 0,0-1 0 0 0,0-2 1 0 0,-1 0-1 0 0,1-3 1 0 0,56-19-1 0 0,-64 18-342 0 0,1 1 0 0 0,28-6 0 0 0,-10 9-6909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3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10514 0 0,'-1'1'80'0'0,"0"-1"1"0"0,1 1-1 0 0,-1 0 0 0 0,1-1 0 0 0,-1 1 1 0 0,0 0-1 0 0,1 0 0 0 0,0 0 0 0 0,-1-1 0 0 0,1 1 1 0 0,-1 0-1 0 0,1 0 0 0 0,0 0 0 0 0,0 0 1 0 0,-1 0-1 0 0,1 0 0 0 0,0-1 0 0 0,0 3 0 0 0,-1 24 348 0 0,1-12-174 0 0,-25 182 2333 0 0,-1 23 238 0 0,21-80-1520 0 0,5-119-1205 0 0,2 0 0 0 0,0 0 0 0 0,1-1 0 0 0,11 34 1 0 0,-9-43 421 0 0,-3-8-1634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2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63 10858 0 0,'-8'-11'863'0'0,"-12"-15"447"0"0,19 25-1222 0 0,0 0 0 0 0,0 0 1 0 0,0-1-1 0 0,0 1 0 0 0,-1 0 1 0 0,1 1-1 0 0,0-1 1 0 0,0 0-1 0 0,-1 0 0 0 0,1 0 1 0 0,0 1-1 0 0,-1-1 0 0 0,1 1 1 0 0,-1-1-1 0 0,-2 0 0 0 0,4 2-49 0 0,-1-1-1 0 0,1 0 0 0 0,-1 1 0 0 0,0-1 0 0 0,1 0 0 0 0,-1 1 1 0 0,1-1-1 0 0,-1 1 0 0 0,1-1 0 0 0,0 1 0 0 0,-1-1 0 0 0,1 1 1 0 0,-1 0-1 0 0,1-1 0 0 0,0 1 0 0 0,-1-1 0 0 0,1 1 1 0 0,0 0-1 0 0,0-1 0 0 0,0 1 0 0 0,0 0 0 0 0,-1-1 0 0 0,1 2 1 0 0,-4 22-276 0 0,3-17 206 0 0,-2 19 89 0 0,0-1 1 0 0,1 1 0 0 0,2 0-1 0 0,0 0 1 0 0,2 0 0 0 0,1-1-1 0 0,1 1 1 0 0,1-1 0 0 0,2 0-1 0 0,16 45 1 0 0,-19-63-63 0 0,-1 0 0 0 0,1 0-1 0 0,0 0 1 0 0,1-1 0 0 0,0 0 0 0 0,0 0-1 0 0,0 0 1 0 0,1 0 0 0 0,-1-1 0 0 0,1 0-1 0 0,1 0 1 0 0,-1-1 0 0 0,13 7 0 0 0,-14-8 50 0 0,1-1 0 0 0,-1 0 0 0 0,1-1 0 0 0,0 1 0 0 0,0-1 0 0 0,0 0 0 0 0,0 0 0 0 0,0-1 0 0 0,0 0 0 0 0,0 0 1 0 0,0 0-1 0 0,0-1 0 0 0,0 0 0 0 0,0 0 0 0 0,-1 0 0 0 0,1-1 0 0 0,0 0 0 0 0,7-4 0 0 0,-6 3 88 0 0,0 0-1 0 0,-1-1 1 0 0,1 0-1 0 0,-1 0 1 0 0,0-1-1 0 0,0 0 1 0 0,-1 0-1 0 0,1 0 0 0 0,-1 0 1 0 0,0-1-1 0 0,-1 0 1 0 0,1 0-1 0 0,-1-1 1 0 0,5-10-1 0 0,-5 7 37 0 0,0 0 0 0 0,-1 0 0 0 0,0-1 0 0 0,-1 1-1 0 0,0-1 1 0 0,-1 0 0 0 0,0 1 0 0 0,0-1 0 0 0,-2-15-1 0 0,-1 8 4 0 0,-1 0 0 0 0,0 0 0 0 0,-1 0-1 0 0,-1 1 1 0 0,0 0 0 0 0,-2 0 0 0 0,0 0-1 0 0,0 1 1 0 0,-2 0 0 0 0,0 0 0 0 0,-22-28-1 0 0,24 37-161 0 0,4 4-52 0 0,0 0-1 0 0,1 0 1 0 0,-1 0 0 0 0,1 0-1 0 0,-4-6 1 0 0,7 8-123 0 0,-1 1 0 0 0,1 0-1 0 0,0 0 1 0 0,-1 0 0 0 0,1 0-1 0 0,0 0 1 0 0,-1-1 0 0 0,1 1 0 0 0,0 1-1 0 0,-1-1 1 0 0,1 0 0 0 0,0 0 0 0 0,-1 0-1 0 0,1 0 1 0 0,0 0 0 0 0,-1 1 0 0 0,1-1-1 0 0,0 0 1 0 0,-1 0-150 0 0,8 2-1970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2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4 155 13971 0 0,'-1'-2'83'0'0,"1"1"-1"0"0,-1 0 1 0 0,1 0 0 0 0,0 0 0 0 0,-1-1-1 0 0,1 1 1 0 0,0 0 0 0 0,0 0 0 0 0,-1-1-1 0 0,1 1 1 0 0,0 0 0 0 0,0 0-1 0 0,1-1 1 0 0,-1 1 0 0 0,0 0 0 0 0,0 0-1 0 0,0-1 1 0 0,1 1 0 0 0,-1 0 0 0 0,1 0-1 0 0,-1 0 1 0 0,1 0 0 0 0,-1-1-1 0 0,2 0 1 0 0,1-1 60 0 0,1 0 0 0 0,-1 1 0 0 0,0 0 0 0 0,1-1 0 0 0,0 1 0 0 0,6-2 0 0 0,-10 4-141 0 0,24-10 368 0 0,-1 1-1 0 0,2 1 1 0 0,25-5-1 0 0,78-10 244 0 0,-103 19-598 0 0,196-24 250 0 0,-158 20-1382 0 0,-37 7-5190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9218 0 0,'-1'0'77'0'0,"0"0"0"0"0,0 0 0 0 0,1 0 0 0 0,-1 0 0 0 0,0 0 0 0 0,0 0 1 0 0,1 0-1 0 0,-1 1 0 0 0,0-1 0 0 0,0 0 0 0 0,1 0 0 0 0,-1 0 0 0 0,0 1 0 0 0,1-1 0 0 0,-1 0 0 0 0,0 1 0 0 0,1-1 0 0 0,-1 1 0 0 0,1-1 1 0 0,-1 1-1 0 0,0-1 0 0 0,1 1 0 0 0,-1-1 0 0 0,1 1 0 0 0,-1 0 0 0 0,1-1 0 0 0,0 1 0 0 0,-1-1 0 0 0,1 1 0 0 0,0 0 0 0 0,-1-1 0 0 0,1 1 1 0 0,0 0-1 0 0,0 0 0 0 0,-13 33 1591 0 0,11-28-1852 0 0,-8 27 556 0 0,2 2 0 0 0,1-1-1 0 0,-4 57 1 0 0,6 106 1834 0 0,5-187-2155 0 0,0 11 136 0 0,1 0 0 0 0,1-1 1 0 0,1 1-1 0 0,1 0 0 0 0,1-1 0 0 0,0 0 1 0 0,2 0-1 0 0,16 36 0 0 0,-21-51-167 0 0,0 0-1 0 0,0-1 1 0 0,0 1-1 0 0,-1 0 1 0 0,0 0-1 0 0,0 0 1 0 0,1 9-1 0 0,-2 7-5546 0 0,0-15-257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16 8034 0 0,'-9'-15'1135'0'0,"9"14"-1087"0"0,-1 1 1 0 0,1 0-1 0 0,0 0 0 0 0,0 0 1 0 0,0 0-1 0 0,-1 0 1 0 0,1 0-1 0 0,0 0 0 0 0,0 0 1 0 0,0 0-1 0 0,-1 0 1 0 0,1 0-1 0 0,0 0 0 0 0,0 0 1 0 0,0 0-1 0 0,-1 0 1 0 0,1 0-1 0 0,0 0 1 0 0,0 0-1 0 0,0 1 0 0 0,-1-1 1 0 0,1 0-1 0 0,0 0 1 0 0,0 0-1 0 0,0 0 0 0 0,0 0 1 0 0,-1 0-1 0 0,1 1 1 0 0,0-1-1 0 0,0 0 0 0 0,0 0 1 0 0,0 0-1 0 0,0 0 1 0 0,0 1-1 0 0,-1-1 0 0 0,1 0 1 0 0,0 0-1 0 0,0 0 1 0 0,0 1-1 0 0,-1 3 144 0 0,0-1 1 0 0,0 1-1 0 0,0 0 0 0 0,0 0 0 0 0,1 0 0 0 0,-1 5 1 0 0,-1 28 344 0 0,-13 211 1917 0 0,6-125-1638 0 0,-13 98-150 0 0,2-125 96 0 0,20-96-774 0 0,-1 0-1 0 0,1 0 0 0 0,0 0 0 0 0,0 0 0 0 0,0 1 0 0 0,0-1 0 0 0,0 0 0 0 0,0 0 1 0 0,0 0-1 0 0,0 1 0 0 0,0-1 0 0 0,0 0 0 0 0,0 0 0 0 0,0 1 0 0 0,0-1 0 0 0,0 0 1 0 0,0 0-1 0 0,0 0 0 0 0,0 1 0 0 0,0-1 0 0 0,0 0 0 0 0,0 0 0 0 0,0 0 0 0 0,0 1 1 0 0,0-1-1 0 0,0 0 0 0 0,0 0 0 0 0,0 0 0 0 0,1 1 0 0 0,-1-1 0 0 0,0 0 0 0 0,0 0 1 0 0,0 0-1 0 0,0 0 0 0 0,0 0 0 0 0,1 1 0 0 0,-1-1 0 0 0,0 0 0 0 0,0 0 0 0 0,0 0 1 0 0,1 0-1 0 0,-1 0 0 0 0,0 0 0 0 0,0 0 0 0 0,0 0 0 0 0,1 0 0 0 0,-1 0 0 0 0,0 1 0 0 0,0-1 1 0 0,0 0-1 0 0,1 0 0 0 0,-1 0 0 0 0,0 0 0 0 0,0-1 0 0 0,1 1 0 0 0,9-6-3356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5985 0 0,'-3'6'8550'0'0,"-10"13"-6842"0"0,13-19-1737 0 0,0 1-1 0 0,1-1 1 0 0,-1 0-1 0 0,0 0 0 0 0,1 1 1 0 0,-1-1-1 0 0,0 0 0 0 0,1 0 1 0 0,-1 0-1 0 0,0 1 0 0 0,1-1 1 0 0,-1 0-1 0 0,0 0 0 0 0,1 0 1 0 0,-1 0-1 0 0,0 0 1 0 0,1 0-1 0 0,-1 0 0 0 0,1 0 1 0 0,-1 0-1 0 0,0 0 0 0 0,1 0 1 0 0,-1 0-1 0 0,0 0 0 0 0,1 0 1 0 0,0 0-27 0 0,4 0-438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7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47 10594 0 0,'-7'-13'780'0'0,"6"11"-438"0"0,0 0-1 0 0,0 0 1 0 0,0 0 0 0 0,0-1 0 0 0,0 1 0 0 0,0 0-1 0 0,0-1 1 0 0,1 1 0 0 0,-1 0 0 0 0,1-1 0 0 0,-1-2-1 0 0,2 4-296 0 0,-1 1-1 0 0,1 0 0 0 0,-1-1 0 0 0,1 1 1 0 0,0 0-1 0 0,-1 0 0 0 0,1 0 0 0 0,-1-1 1 0 0,1 1-1 0 0,-1 0 0 0 0,1 0 0 0 0,0 0 1 0 0,-1 0-1 0 0,1 0 0 0 0,-1 0 0 0 0,1 0 1 0 0,0 0-1 0 0,-1 0 0 0 0,1 0 1 0 0,-1 0-1 0 0,1 0 0 0 0,0 1 0 0 0,-1-1 1 0 0,1 0-1 0 0,0 1 0 0 0,21 5 118 0 0,-20-5-66 0 0,16 6-31 0 0,-1 0 0 0 0,0 0 1 0 0,-1 2-1 0 0,17 10 0 0 0,-25-13 15 0 0,0-1 1 0 0,0 1-1 0 0,-1 0 0 0 0,0 1 0 0 0,0 0 0 0 0,-1 0 0 0 0,0 1 1 0 0,0-1-1 0 0,7 15 0 0 0,-11-19-72 0 0,-1 1 1 0 0,0-1 0 0 0,0 0-1 0 0,0 1 1 0 0,-1-1-1 0 0,1 1 1 0 0,-1-1-1 0 0,0 0 1 0 0,0 1-1 0 0,0-1 1 0 0,0 1-1 0 0,-1-1 1 0 0,1 1 0 0 0,-1-1-1 0 0,0 1 1 0 0,0-1-1 0 0,0 0 1 0 0,-1 0-1 0 0,1 1 1 0 0,-4 4-1 0 0,-4 6 39 0 0,1-1 0 0 0,-2-1-1 0 0,-14 15 1 0 0,14-16-45 0 0,-27 28 628 0 0,-55 43 0 0 0,69-62 334 0 0,22-20-956 0 0,1 0-1 0 0,0 1 1 0 0,-1-1-1 0 0,1 0 0 0 0,-1 0 1 0 0,1 1-1 0 0,0-1 0 0 0,-1 0 1 0 0,1 0-1 0 0,0 1 1 0 0,0-1-1 0 0,-1 0 0 0 0,1 1 1 0 0,0-1-1 0 0,0 1 0 0 0,-1-1 1 0 0,1 0-1 0 0,0 1 1 0 0,0-1-1 0 0,0 1 0 0 0,0-1 1 0 0,0 0-1 0 0,-1 1 1 0 0,1-1-1 0 0,0 1 0 0 0,0-1 1 0 0,0 1-1 0 0,0-1 0 0 0,0 1 1 0 0,1-1-1 0 0,-1 0 1 0 0,0 1-1 0 0,0-1 0 0 0,0 1 1 0 0,1 0 23 0 0,0 0 0 0 0,0 0 0 0 0,0-1 0 0 0,0 1 1 0 0,0-1-1 0 0,0 1 0 0 0,0-1 0 0 0,0 1 0 0 0,0-1 0 0 0,0 0 1 0 0,1 1-1 0 0,1-1 0 0 0,39 3 564 0 0,-41-3-589 0 0,23-2-80 0 0,-1-1 1 0 0,1-1 0 0 0,-1-1-1 0 0,0-1 1 0 0,29-12 0 0 0,14-3-179 0 0,-62 20-217 0 0,16-5-221 0 0,-6 1-5506 0 0,-9 2 232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9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4145 0 0,'0'-3'392'0'0,"0"1"1"0"0,0 0-1 0 0,0-1 1 0 0,1 1-1 0 0,-1 0 1 0 0,1-1-1 0 0,0 1 1 0 0,-1 0-1 0 0,1 0 1 0 0,0 0-1 0 0,0 0 1 0 0,1 0-1 0 0,-1 0 1 0 0,0 0-1 0 0,1 0 1 0 0,-1 0-1 0 0,1 0 1 0 0,2-1-1 0 0,0 0-60 0 0,-1 0 0 0 0,1 0-1 0 0,1 1 1 0 0,-1 0-1 0 0,0 0 1 0 0,1 0 0 0 0,-1 0-1 0 0,9-2 1 0 0,-3 2-175 0 0,0 0 0 0 0,1 1 0 0 0,-1 0 0 0 0,1 1 0 0 0,-1 0 0 0 0,1 0 0 0 0,20 5 0 0 0,-24-4-126 0 0,1 1-1 0 0,0 1 0 0 0,-1-1 1 0 0,1 1-1 0 0,-1 0 0 0 0,0 1 1 0 0,14 9-1 0 0,-20-12-21 0 0,1 1 0 0 0,0-1 1 0 0,0 1-1 0 0,-1 0 0 0 0,1 0 0 0 0,-1 0 0 0 0,1 0 0 0 0,-1 0 0 0 0,0 0 1 0 0,0 1-1 0 0,0-1 0 0 0,0 0 0 0 0,0 1 0 0 0,0-1 0 0 0,-1 0 1 0 0,1 1-1 0 0,-1-1 0 0 0,0 1 0 0 0,1-1 0 0 0,-1 1 0 0 0,0-1 1 0 0,-1 1-1 0 0,1-1 0 0 0,0 1 0 0 0,-1-1 0 0 0,1 1 0 0 0,-1-1 1 0 0,0 0-1 0 0,-1 3 0 0 0,-5 10 44 0 0,0-1 1 0 0,-1 0-1 0 0,0 0 1 0 0,-1-1-1 0 0,-13 14 1 0 0,11-14-28 0 0,1 1 0 0 0,0-1 0 0 0,1 2 0 0 0,-11 23 0 0 0,20-38-20 0 0,-1 1-1 0 0,1 0 1 0 0,0 0 0 0 0,0-1 0 0 0,-1 1 0 0 0,1 0 0 0 0,0 0 0 0 0,0 0 0 0 0,0-1 0 0 0,0 1 0 0 0,0 0 0 0 0,0 0 0 0 0,0 0 0 0 0,0 0-1 0 0,0-1 1 0 0,1 1 0 0 0,-1 0 0 0 0,0 0 0 0 0,0 0 0 0 0,1-1 0 0 0,-1 1 0 0 0,0 0 0 0 0,1 0 0 0 0,-1-1 0 0 0,2 2 0 0 0,-1-1-1 0 0,0 0 0 0 0,1 0 0 0 0,0 0 1 0 0,-1 0-1 0 0,1 0 0 0 0,-1 0 0 0 0,1 0 0 0 0,0 0 1 0 0,-1-1-1 0 0,1 1 0 0 0,2 0 0 0 0,2 0 13 0 0,0 0-1 0 0,0-1 1 0 0,0 1-1 0 0,0-1 0 0 0,0 0 1 0 0,9-2-1 0 0,5-3 64 0 0,0-2 1 0 0,0 0-1 0 0,0-1 0 0 0,34-20 0 0 0,-48 26-268 0 0,-1-1 0 0 0,1 1 0 0 0,-1 0 0 0 0,1 1 0 0 0,10-3 0 0 0,-12 4-300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49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13 109 13307 0 0,'-13'-6'1568'0'0,"19"1"21"0"0,21-2-521 0 0,247-46 331 0 0,-259 50-1343 0 0,103-17 347 0 0,-36 8-4142 0 0,-75 11 2194 0 0,-2-1-14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11979 0 0,'-2'4'154'0'0,"0"0"1"0"0,1 1 0 0 0,0-1 0 0 0,0 1 0 0 0,0 0 0 0 0,0-1 0 0 0,1 1 0 0 0,0 0 0 0 0,0 0-1 0 0,1 5 1 0 0,-2 12 110 0 0,-2 20 82 0 0,-7 165 2042 0 0,11-169-1995 0 0,1 0-1 0 0,1 0 1 0 0,13 52-1 0 0,-12-76-467 0 0,1-1-1 0 0,0 0 1 0 0,1 0 0 0 0,10 15-1 0 0,-9-15 242 0 0,0 0 0 0 0,-1 0-1 0 0,7 19 1 0 0,-12-23-816 0 0,-4-4-4441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10 6913 0 0,'-5'-10'4144'0'0,"5"10"-4074"0"0,0 0 0 0 0,-1 0 0 0 0,1 0 0 0 0,0 0 0 0 0,-1 0 0 0 0,1 0 0 0 0,0 1 0 0 0,0-1 0 0 0,-1 0 0 0 0,1 0 0 0 0,0 0 0 0 0,-1 0 1 0 0,1 0-1 0 0,0 0 0 0 0,0 0 0 0 0,-1 0 0 0 0,1 1 0 0 0,0-1 0 0 0,0 0 0 0 0,0 0 0 0 0,-1 0 0 0 0,1 1 0 0 0,0-1 0 0 0,0 0 0 0 0,0 0 0 0 0,-1 0 0 0 0,1 1 0 0 0,0-1 0 0 0,0 0 0 0 0,0 0 0 0 0,0 1 0 0 0,0-1 0 0 0,0 0 0 0 0,0 1 0 0 0,0-1 0 0 0,0 0 0 0 0,0 0 0 0 0,0 1 0 0 0,0-1 0 0 0,0 0 0 0 0,0 1 0 0 0,0-1 0 0 0,0 0 0 0 0,0 0 0 0 0,0 1 0 0 0,0-1 0 0 0,-25 144 2556 0 0,-10 186-1 0 0,32-290-2409 0 0,-17 73 0 0 0,19-111-358 0 0,1 1-187 0 0,-1-1 1 0 0,0 1 0 0 0,1-1 0 0 0,0 0 0 0 0,0 1 0 0 0,0-1 0 0 0,0 1 0 0 0,0 2 0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 10594 0 0,'-2'-2'-146'0'0,"-8"-1"2704"0"0,10 3-2492 0 0,0 0 0 0 0,0 0 0 0 0,-1 0 1 0 0,1 0-1 0 0,0 0 0 0 0,0 0 0 0 0,0 0 0 0 0,-1 0 0 0 0,1 0 0 0 0,0 1 0 0 0,0-1 0 0 0,0 0 0 0 0,-1 0 1 0 0,1 0-1 0 0,0 0 0 0 0,0 0 0 0 0,0 1 0 0 0,0-1 0 0 0,0 0 0 0 0,-1 0 0 0 0,1 0 0 0 0,0 1 0 0 0,0-1 0 0 0,0 0 1 0 0,0 0-1 0 0,0 0 0 0 0,0 1 0 0 0,0-1 0 0 0,0 0 0 0 0,0 0 0 0 0,0 1 0 0 0,0-1 0 0 0,0 0 0 0 0,0 0 1 0 0,0 1-1 0 0,0-1 0 0 0,0 0 0 0 0,0 0 0 0 0,0 1 0 0 0,0-1 229 0 0,2 3-221 0 0,-1-2-147 0 0,-1 1 6 0 0,1-1-1 0 0,0 0 1 0 0,0 0-1 0 0,0 1 1 0 0,0-1 0 0 0,0 0-1 0 0,0 0 1 0 0,0 0-1 0 0,0 0 1 0 0,0-1-1 0 0,1 1 1 0 0,-1 0-1 0 0,0 0 1 0 0,0-1-1 0 0,1 1 1 0 0,-1 0 0 0 0,1-1-1 0 0,-1 0 1 0 0,0 1-1 0 0,3-1 1 0 0,0 0-500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1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26 12643 0 0,'-10'-19'1773'0'0,"11"13"-353"0"0,11 8-747 0 0,4 5-479 0 0,-1 0 0 0 0,0 1 0 0 0,-1 0 0 0 0,0 1 0 0 0,20 16 0 0 0,-31-22-167 0 0,0 0-1 0 0,0 0 0 0 0,0 0 1 0 0,0 0-1 0 0,-1 1 1 0 0,1-1-1 0 0,-1 1 0 0 0,0-1 1 0 0,0 1-1 0 0,-1 0 1 0 0,1 0-1 0 0,-1 0 0 0 0,0 0 1 0 0,0 0-1 0 0,0 0 1 0 0,0 0-1 0 0,-1 0 0 0 0,1 0 1 0 0,-1 0-1 0 0,0 0 0 0 0,0 0 1 0 0,-1 1-1 0 0,1-1 1 0 0,-1 0-1 0 0,0 0 0 0 0,0 0 1 0 0,-1 0-1 0 0,-1 4 1 0 0,-3 5 7 0 0,-1 1 0 0 0,0-2 1 0 0,-1 1-1 0 0,0-1 0 0 0,-14 16 0 0 0,-54 49-5 0 0,1-1 1200 0 0,74-75-1164 0 0,-1 0 0 0 0,1 0 1 0 0,0 1-1 0 0,1-1 1 0 0,-1 0-1 0 0,0 1 0 0 0,0-1 1 0 0,0 0-1 0 0,1 1 1 0 0,-1-1-1 0 0,1 1 0 0 0,-1-1 1 0 0,1 1-1 0 0,0-1 0 0 0,-1 1 1 0 0,1 2-1 0 0,0-3-33 0 0,0-1 0 0 0,1 1-1 0 0,-1 0 1 0 0,0 0 0 0 0,1-1 0 0 0,-1 1-1 0 0,0 0 1 0 0,1 0 0 0 0,-1-1-1 0 0,1 1 1 0 0,-1-1 0 0 0,1 1 0 0 0,0 0-1 0 0,-1-1 1 0 0,1 1 0 0 0,0-1 0 0 0,-1 1-1 0 0,1-1 1 0 0,0 0 0 0 0,-1 1-1 0 0,1-1 1 0 0,1 1 0 0 0,4 0 11 0 0,0 1 1 0 0,-1-1-1 0 0,1 0 1 0 0,0 0-1 0 0,0-1 1 0 0,12 0-1 0 0,17-2-282 0 0,-1-1-1 0 0,1-1 0 0 0,-1-2 0 0 0,43-14 0 0 0,-64 15-1373 0 0,-1 0-450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47 2761 0 0,'-1'-1'544'0'0,"0"-1"0"0"0,1 1 0 0 0,-1-1 0 0 0,1 1 1 0 0,-1-1-1 0 0,1 0 0 0 0,-1 1 0 0 0,1-1 0 0 0,0 0 1 0 0,0 1-1 0 0,0-1 0 0 0,0 0 0 0 0,0 1 0 0 0,0-1 1 0 0,0 0-1 0 0,1-1 0 0 0,1 1-385 0 0,-1 1 1 0 0,1 0-1 0 0,0 0 0 0 0,-1 0 1 0 0,1 0-1 0 0,0 0 1 0 0,0 0-1 0 0,0 1 0 0 0,0-1 1 0 0,0 0-1 0 0,0 1 0 0 0,0 0 1 0 0,3-1-1 0 0,4 0 304 0 0,0 0 1 0 0,0 0-1 0 0,18 1 0 0 0,-8 0-202 0 0,23-2 1738 0 0,-36 2-1958 0 0,0 1-1 0 0,0 0 1 0 0,0 1 0 0 0,0-1-1 0 0,0 1 1 0 0,-1 1 0 0 0,1-1-1 0 0,-1 1 1 0 0,7 4 0 0 0,24 9 64 0 0,-34-15-100 0 0,0-1 0 0 0,0 1 0 0 0,0 0 0 0 0,-1-1 0 0 0,1 1 0 0 0,0 0 0 0 0,-1 0 0 0 0,1 0 0 0 0,-1 0 0 0 0,1 1 1 0 0,-1-1-1 0 0,1 0 0 0 0,-1 1 0 0 0,0-1 0 0 0,0 0 0 0 0,0 1 0 0 0,0 0 0 0 0,0-1 0 0 0,0 1 0 0 0,0 0 0 0 0,0-1 0 0 0,0 1 0 0 0,-1 0 0 0 0,1 0 0 0 0,-1-1 0 0 0,0 1 0 0 0,1 0 0 0 0,-1 0 0 0 0,0 0 0 0 0,0 0 0 0 0,0 0 0 0 0,0 0 1 0 0,0-1-1 0 0,-1 1 0 0 0,1 0 0 0 0,-1 0 0 0 0,1 0 0 0 0,-1 0 0 0 0,1-1 0 0 0,-1 1 0 0 0,0 0 0 0 0,0-1 0 0 0,0 1 0 0 0,0 0 0 0 0,-2 2 0 0 0,-7 8 25 0 0,0-1 0 0 0,-1 0 0 0 0,-1 0 0 0 0,1-1 0 0 0,-2-1 1 0 0,-14 10-1 0 0,-10 8 15 0 0,12-2-45 0 0,25-24-12 0 0,0-1-47 0 0,48-1-86 0 0,-32-1 127 0 0,0 2-1 0 0,1 0 1 0 0,-1 1 0 0 0,0 0 0 0 0,0 2-1 0 0,27 6 1 0 0,-28-4 62 0 0,0 1-1 0 0,-1 1 1 0 0,22 12 0 0 0,-29-14 2 0 0,-1-1 1 0 0,1 1-1 0 0,-1 0 1 0 0,0 1-1 0 0,0-1 1 0 0,-1 1 0 0 0,0 0-1 0 0,0 1 1 0 0,4 6-1 0 0,-8-11-15 0 0,0 0 0 0 0,0 0 0 0 0,0 1 0 0 0,0-1 0 0 0,-1 0 0 0 0,1 0 0 0 0,-1 1 0 0 0,0-1 0 0 0,0 0 0 0 0,0 0 0 0 0,0 1 0 0 0,0-1 0 0 0,0 0 0 0 0,-1 1-1 0 0,1-1 1 0 0,-1 0 0 0 0,1 0 0 0 0,-1 0 0 0 0,0 1 0 0 0,0-1 0 0 0,0 0 0 0 0,0 0 0 0 0,0 0 0 0 0,0 0 0 0 0,-1-1 0 0 0,1 1 0 0 0,-1 0 0 0 0,1 0 0 0 0,-3 1 0 0 0,-6 7 79 0 0,-1-2 0 0 0,1 1 0 0 0,-22 11 0 0 0,21-13-14 0 0,-5 2-60 0 0,1-1 1 0 0,-1-1 0 0 0,-1-1 0 0 0,1 0 0 0 0,-1-1 0 0 0,0-1 0 0 0,-24 3-1 0 0,25-4-84 0 0,-6 3-102 0 0,17-5-351 0 0,0 1 0 0 0,0-1 0 0 0,0 0 1 0 0,-1 0-1 0 0,-4 0 0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5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95 6913 0 0,'-3'-5'7'0'0,"2"3"826"0"0,0 0 1 0 0,0-1 0 0 0,0 1-1 0 0,0 0 1 0 0,0 0 0 0 0,1-1 0 0 0,-1 1-1 0 0,0-4 1 0 0,1 6-626 0 0,0-1 0 0 0,0 0 0 0 0,0 0-1 0 0,0 1 1 0 0,1-1 0 0 0,-1 0 0 0 0,0 1 0 0 0,0-1 0 0 0,1 0 0 0 0,-1 1-1 0 0,0-1 1 0 0,1 0 0 0 0,-1 1 0 0 0,0-1 0 0 0,1 1 0 0 0,-1-1-1 0 0,1 0 1 0 0,11-6-1163 0 0,10-1 1213 0 0,1 1 0 0 0,0 2 1 0 0,0 0-1 0 0,48-3 0 0 0,-47 5-98 0 0,3 0-15 0 0,5-1-186 0 0,1 1 1 0 0,39 2-1 0 0,-69 1-44 0 0,-1 0 1 0 0,0 1-1 0 0,0-1 1 0 0,1 1-1 0 0,-1-1 0 0 0,0 1 1 0 0,0 0-1 0 0,0-1 1 0 0,0 1-1 0 0,4 3 1 0 0,-6-4-91 0 0,1 1 1 0 0,-1-1-1 0 0,1 1 0 0 0,-1-1 1 0 0,1 1-1 0 0,-1-1 1 0 0,0 1-1 0 0,1 0 0 0 0,-1-1 1 0 0,0 1-1 0 0,0 0 1 0 0,1-1-1 0 0,-1 1 0 0 0,0 0 1 0 0,0-1-1 0 0,0 1 1 0 0,0 0-1 0 0,0-1 1 0 0,0 1-1 0 0,0 0 0 0 0,0-1 1 0 0,0 1-1 0 0,0 0 1 0 0,-1-1-1 0 0,1 1 0 0 0,0 0 1 0 0,0-1-1 0 0,-1 1 1 0 0,1 0-1 0 0,0-1 0 0 0,-1 1 1 0 0,1-1-1 0 0,0 1 1 0 0,-1-1-1 0 0,1 1 0 0 0,-1-1 1 0 0,1 1-1 0 0,-1-1 1 0 0,0 1-1 0 0,-5 7-4481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5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8930 0 0,'0'1'131'0'0,"0"0"-1"0"0,0 0 1 0 0,1 0-1 0 0,-1 0 1 0 0,0 0 0 0 0,0-1-1 0 0,0 1 1 0 0,1 0 0 0 0,-1 0-1 0 0,0 0 1 0 0,1 0 0 0 0,-1-1-1 0 0,1 1 1 0 0,-1 0 0 0 0,1 0-1 0 0,-1-1 1 0 0,1 1-1 0 0,0-1 1 0 0,-1 1 0 0 0,1 0-1 0 0,0-1 1 0 0,-1 1 0 0 0,1-1-1 0 0,0 1 1 0 0,0-1 0 0 0,0 0-1 0 0,-1 1 1 0 0,1-1-1 0 0,0 0 1 0 0,0 0 0 0 0,0 1-1 0 0,1-1 1 0 0,2 1 7 0 0,7 3 355 0 0,0 0 0 0 0,0-1-1 0 0,0-1 1 0 0,1 0 0 0 0,-1 0 0 0 0,1-1 0 0 0,0-1-1 0 0,-1 0 1 0 0,16-2 0 0 0,8-3 787 0 0,59-18 0 0 0,-64 15-621 0 0,1 0 1 0 0,51-5-1 0 0,-57 10-392 0 0,-15 2-388 0 0,-26 5-465 0 0,-32 12-4047 0 0,33-11 3064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7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22 10138 0 0,'-10'-17'930'0'0,"5"12"-253"0"0,4 10 1674 0 0,3 22-2000 0 0,-1-1 0 0 0,-1 1-1 0 0,-1-1 1 0 0,-8 43 0 0 0,1 5 252 0 0,5-30-369 0 0,2 1-1 0 0,2-1 1 0 0,2 0-1 0 0,9 50 1 0 0,-11-92-333 0 0,-1 0-1 0 0,0-1 1 0 0,1 1 0 0 0,0 0-1 0 0,-1-1 1 0 0,1 1 0 0 0,0-1-1 0 0,0 1 1 0 0,0-1 0 0 0,2 2-1 0 0,4 3-5134 0 0,-2-4 365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77 14659 0 0,'0'0'53'0'0,"-1"0"0"0"0,1-1-1 0 0,-1 1 1 0 0,1 0 0 0 0,0-1-1 0 0,0 1 1 0 0,-1-1 0 0 0,1 1-1 0 0,0-1 1 0 0,0 1 0 0 0,-1-1-1 0 0,1 1 1 0 0,0-1 0 0 0,0 1-1 0 0,0-1 1 0 0,0 1 0 0 0,0-1-1 0 0,0 1 1 0 0,0-1 0 0 0,0 1 0 0 0,0-1-1 0 0,0 1 1 0 0,0-1 0 0 0,0 1-1 0 0,0-1 1 0 0,0 1 0 0 0,0-1-1 0 0,1 1 1 0 0,-1-1 0 0 0,0 1-1 0 0,0-1 1 0 0,1 1 0 0 0,-1 0-1 0 0,0-1 1 0 0,0 1 0 0 0,1-1 0 0 0,0 0-1 0 0,20-3 419 0 0,-7 2-191 0 0,161-25 952 0 0,-47 9-544 0 0,-97 16-1700 0 0,-25 3 623 0 0,-1-1 0 0 0,0-1 0 0 0,1 1 0 0 0,-1-1 0 0 0,7-1 0 0 0,-6-1-1282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8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8 8754 0 0,'-1'-1'170'0'0,"-1"0"1"0"0,1 1-1 0 0,0-1 1 0 0,0 0-1 0 0,-1 0 1 0 0,1 1-1 0 0,0-1 0 0 0,-1 1 1 0 0,1 0-1 0 0,0-1 1 0 0,-1 1-1 0 0,1 0 1 0 0,-1 0-1 0 0,1 0 0 0 0,0 0 1 0 0,-1 0-1 0 0,1 0 1 0 0,-1 0-1 0 0,-1 1 1 0 0,1 0-80 0 0,0 0 1 0 0,1 0 0 0 0,-1 1 0 0 0,1-1 0 0 0,-1 1 0 0 0,1 0-1 0 0,0-1 1 0 0,0 1 0 0 0,-1 0 0 0 0,1 0 0 0 0,1 0 0 0 0,-1 0-1 0 0,-1 3 1 0 0,-5 12 328 0 0,2 0 0 0 0,0 1 0 0 0,1 0 0 0 0,-3 28 0 0 0,0 74 1764 0 0,9 9-414 0 0,-2 24-1164 0 0,0-149-657 0 0,-1 0-1 0 0,1 0 0 0 0,-1 0 0 0 0,0 0 1 0 0,0 0-1 0 0,0 0 0 0 0,-1 0 1 0 0,1 0-1 0 0,-1 0 0 0 0,0-1 0 0 0,0 1 1 0 0,-3 3-1 0 0,-12 13-6133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8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12 14915 0 0,'-4'-3'347'0'0,"-8"-5"818"0"0,12 8-1161 0 0,-1 0 0 0 0,1 0 0 0 0,-1 0 0 0 0,1 0 0 0 0,-1 1 0 0 0,1-1 0 0 0,0 0 0 0 0,-1 0 0 0 0,1 1 0 0 0,-1-1 0 0 0,1 0 0 0 0,0 1 0 0 0,-1-1 0 0 0,1 0 0 0 0,0 1 0 0 0,-1-1 0 0 0,1 0 0 0 0,0 1 0 0 0,0-1 0 0 0,-1 1 0 0 0,1-1 0 0 0,0 0 0 0 0,0 1 0 0 0,0-1 0 0 0,0 1 0 0 0,0-1 0 0 0,-1 1 0 0 0,1-1 0 0 0,0 1 1 0 0,0-1-1 0 0,0 1 0 0 0,-25 91 716 0 0,10-43 36 0 0,-13 81 0 0 0,26-121-698 0 0,1 0 1 0 0,1 0-1 0 0,0 0 0 0 0,0 1 0 0 0,1-1 0 0 0,3 17 1 0 0,-4-24-29 0 0,1 0 0 0 0,0 0 0 0 0,-1 0 0 0 0,1 0 1 0 0,0 0-1 0 0,0 0 0 0 0,0 0 0 0 0,0 0 0 0 0,1 0 1 0 0,-1 0-1 0 0,0-1 0 0 0,1 1 0 0 0,-1-1 0 0 0,1 1 1 0 0,0-1-1 0 0,-1 1 0 0 0,1-1 0 0 0,0 0 0 0 0,0 0 1 0 0,0 0-1 0 0,0 0 0 0 0,0 0 0 0 0,0 0 0 0 0,0-1 0 0 0,0 1 1 0 0,0 0-1 0 0,0-1 0 0 0,0 0 0 0 0,1 0 0 0 0,-1 1 1 0 0,0-1-1 0 0,0-1 0 0 0,0 1 0 0 0,4-1 0 0 0,36-6 163 0 0,0-3 1 0 0,0-2-1 0 0,71-29 0 0 0,-60 20-131 0 0,75-18 0 0 0,-114 36-152 0 0,-1 1-150 0 0,0-1 1 0 0,0-1-1 0 0,0 0 0 0 0,24-12 0 0 0,-27 7-3391 0 0,-10 5 1877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9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12643 0 0,'-1'0'68'0'0,"-1"0"-1"0"0,1 0 1 0 0,0 0 0 0 0,-1 1 0 0 0,1-1 0 0 0,0 1-1 0 0,0-1 1 0 0,0 1 0 0 0,-1-1 0 0 0,1 1 0 0 0,0 0-1 0 0,0-1 1 0 0,0 1 0 0 0,0 0 0 0 0,0 0 0 0 0,0 0 0 0 0,0 0-1 0 0,0 0 1 0 0,1 0 0 0 0,-1 0 0 0 0,0 0 0 0 0,0 0-1 0 0,1 0 1 0 0,-1 1 0 0 0,1-1 0 0 0,-1 0 0 0 0,0 3 0 0 0,-14 45 521 0 0,11-33-245 0 0,-9 27 1081 0 0,-13 67 0 0 0,23-89-1144 0 0,1 0 0 0 0,1 0 0 0 0,1 0 1 0 0,1 0-1 0 0,5 32 0 0 0,-5-48-416 0 0,1 11 221 0 0,2 0 0 0 0,6 19 0 0 0,-9-32-401 0 0,0 1 0 0 0,1 0 0 0 0,-1-1 0 0 0,1 1 0 0 0,0-1 0 0 0,1 1 0 0 0,-1-1 0 0 0,0 0 0 0 0,1 0 0 0 0,0 0 0 0 0,0 0 0 0 0,0 0 0 0 0,0-1 0 0 0,6 5 0 0 0,4-2-1188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8754 0 0,'0'-2'336'0'0,"1"1"1"0"0,0-1-1 0 0,0 0 1 0 0,0 0 0 0 0,0 1-1 0 0,0-1 1 0 0,0 0-1 0 0,0 1 1 0 0,1-1-1 0 0,-1 1 1 0 0,0 0-1 0 0,1-1 1 0 0,-1 1-1 0 0,1 0 1 0 0,0 0-1 0 0,-1 0 1 0 0,1 0-1 0 0,0 0 1 0 0,0 0 0 0 0,0 1-1 0 0,-1-1 1 0 0,1 0-1 0 0,0 1 1 0 0,4-1-1 0 0,-1 0 85 0 0,133-29 1677 0 0,-37 10-1508 0 0,6 1-604 0 0,-60 15-2772 0 0,-36 3 1369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5:59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11835 0 0,'-2'2'149'0'0,"-1"0"0"0"0,0 1 0 0 0,1-1 0 0 0,0 1 0 0 0,0 0 0 0 0,0 0 0 0 0,0 0 0 0 0,0 0 0 0 0,1 0 0 0 0,-3 6 0 0 0,-12 40 711 0 0,12-35-455 0 0,-5 17-40 0 0,-44 179 2739 0 0,49-187-2746 0 0,1 0 1 0 0,0 0-1 0 0,2 1 0 0 0,1-1 1 0 0,1 0-1 0 0,1 1 1 0 0,6 26-1 0 0,-6-41-366 0 0,0 0 0 0 0,1-1 0 0 0,0 1 0 0 0,0-1-1 0 0,1 0 1 0 0,0 0 0 0 0,0 0 0 0 0,8 10 0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0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147 477 3225 0 0,'-2'-24'687'0'0,"2"19"652"0"0,0 1-1 0 0,1 0 1 0 0,-1-1-1 0 0,1 1 1 0 0,0 0 0 0 0,0 0-1 0 0,0 0 1 0 0,1 0 0 0 0,2-6-1 0 0,7-9-1680 0 0,31-42 1304 0 0,-26 38-455 0 0,27-47-1 0 0,-38 61-412 0 0,-1 0 0 0 0,-1 0 1 0 0,0-1-1 0 0,0 1 1 0 0,-1-1-1 0 0,0 0 1 0 0,-1 1-1 0 0,0-1 0 0 0,0-14 1 0 0,-1 17-26 0 0,-1-1 1 0 0,0 0 0 0 0,0 0-1 0 0,0 0 1 0 0,-1 0-1 0 0,0 1 1 0 0,-1-1-1 0 0,-6-12 1 0 0,8 17-35 0 0,-1 0 1 0 0,0 0-1 0 0,0 0 0 0 0,0 1 1 0 0,0-1-1 0 0,-1 1 0 0 0,1 0 1 0 0,0 0-1 0 0,-1 0 0 0 0,0 0 0 0 0,1 0 1 0 0,-1 0-1 0 0,0 1 0 0 0,0-1 1 0 0,0 1-1 0 0,0 0 0 0 0,0 0 1 0 0,0 0-1 0 0,-1 0 0 0 0,1 0 1 0 0,0 1-1 0 0,0-1 0 0 0,-6 1 1 0 0,1 1-67 0 0,1-1 0 0 0,-1 1 1 0 0,1 1-1 0 0,0-1 0 0 0,-1 2 1 0 0,1-1-1 0 0,0 1 0 0 0,0 0 1 0 0,1 0-1 0 0,-1 0 0 0 0,0 1 0 0 0,1 0 1 0 0,0 1-1 0 0,0-1 0 0 0,0 1 1 0 0,1 0-1 0 0,0 1 0 0 0,0-1 1 0 0,0 1-1 0 0,0 0 0 0 0,1 1 1 0 0,0-1-1 0 0,1 0 0 0 0,-1 1 1 0 0,1 0-1 0 0,0 0 0 0 0,1 0 1 0 0,0 0-1 0 0,0 1 0 0 0,0-1 1 0 0,1 0-1 0 0,0 10 0 0 0,0-3-1 0 0,0 0 0 0 0,2 0-1 0 0,0 0 1 0 0,1 0 0 0 0,0 0-1 0 0,1 0 1 0 0,0 0 0 0 0,1-1 0 0 0,1 1-1 0 0,0-1 1 0 0,1 0 0 0 0,10 18-1 0 0,9 5-47 0 0,0 0-1 0 0,51 53 0 0 0,21 27-74 0 0,-90-107 130 0 0,28 47-25 0 0,-33-53 50 0 0,0 1 0 0 0,0 0 0 0 0,0 0 0 0 0,-1 0 0 0 0,1 0 0 0 0,-1 0 0 0 0,0 1 0 0 0,-1-1 0 0 0,1 0 0 0 0,-1 0 0 0 0,1 1 0 0 0,-2 4 0 0 0,1-7 8 0 0,-1 0 0 0 0,0-1 0 0 0,1 1-1 0 0,-1 0 1 0 0,0-1 0 0 0,0 1 0 0 0,0-1 0 0 0,0 0 0 0 0,0 1-1 0 0,-1-1 1 0 0,1 0 0 0 0,0 0 0 0 0,-1 1 0 0 0,1-1 0 0 0,-1 0-1 0 0,1 0 1 0 0,-1-1 0 0 0,1 1 0 0 0,-1 0 0 0 0,0 0-1 0 0,1-1 1 0 0,-1 1 0 0 0,0-1 0 0 0,1 0 0 0 0,-3 1 0 0 0,-6 1 43 0 0,1-1 0 0 0,-1 0 0 0 0,-11-1 0 0 0,-3 1 81 0 0,1-2 1 0 0,-1-1-1 0 0,1-1 0 0 0,0-1 0 0 0,-42-12 1 0 0,58 13-81 0 0,1 1 0 0 0,-1-1 1 0 0,1 0-1 0 0,0-1 0 0 0,0 0 1 0 0,1 0-1 0 0,-1 0 1 0 0,1 0-1 0 0,0-1 0 0 0,-7-8 1 0 0,9 9 2 0 0,0 0-1 0 0,0-1 1 0 0,1 1 0 0 0,-1-1 0 0 0,1 0-1 0 0,1 0 1 0 0,-1 0 0 0 0,1 0 0 0 0,-1 0-1 0 0,1 0 1 0 0,1 0 0 0 0,-1 0 0 0 0,1 0 0 0 0,0 0-1 0 0,1-10 1 0 0,0 8-42 0 0,0 1 0 0 0,1 0 0 0 0,0-1-1 0 0,0 1 1 0 0,1 0 0 0 0,-1 0 0 0 0,1 0 0 0 0,1 1-1 0 0,-1-1 1 0 0,1 1 0 0 0,0-1 0 0 0,0 1 0 0 0,0 1-1 0 0,1-1 1 0 0,0 0 0 0 0,0 1 0 0 0,0 0 0 0 0,7-4 0 0 0,11-6-180 0 0,1 0 1 0 0,50-20 0 0 0,-55 26 8 0 0,75-25-1857 0 0,-30 16-3423 0 0,-43 11 3393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16564 0 0,'0'-1'60'0'0,"0"1"-1"0"0,-1-1 1 0 0,1 1 0 0 0,0-1 0 0 0,0 0 0 0 0,0 1 0 0 0,1-1 0 0 0,-1 1 0 0 0,0-1 0 0 0,0 1 0 0 0,0-1 0 0 0,0 1 0 0 0,0-1 0 0 0,1 1 0 0 0,-1-1 0 0 0,0 1 0 0 0,0-1 0 0 0,1 1 0 0 0,-1-1 0 0 0,0 1 0 0 0,1 0 0 0 0,-1-1 0 0 0,0 1 0 0 0,1-1 0 0 0,0 0 0 0 0,17-5 348 0 0,29 3-740 0 0,-36 3 489 0 0,118 1-356 0 0,-107 2-1282 0 0,-2 0 1 0 0,23 6-1 0 0,-36-6-129 0 0,-4 1-13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13827 0 0,'9'0'4741'0'0,"15"-1"-3296"0"0,37 0-1296 0 0,-10-6-337 0 0,75-18 0 0 0,-74 14-3138 0 0,-42 8 1522 0 0,-3-1-17 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2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 7834 0 0,'0'0'78'0'0,"0"0"1"0"0,0 0-1 0 0,0 0 1 0 0,0 0-1 0 0,0-1 1 0 0,0 1 0 0 0,0 0-1 0 0,0 0 1 0 0,0 0-1 0 0,0 0 1 0 0,0 0-1 0 0,0 0 1 0 0,0 0 0 0 0,0 0-1 0 0,0 0 1 0 0,0-1-1 0 0,-1 1 1 0 0,1 0-1 0 0,0 0 1 0 0,0 0-1 0 0,0 0 1 0 0,0 0 0 0 0,0 0-1 0 0,0 0 1 0 0,0 0-1 0 0,0 0 1 0 0,0 0-1 0 0,0 0 1 0 0,0 0 0 0 0,0-1-1 0 0,0 1 1 0 0,-1 0-1 0 0,1 0 1 0 0,0 0-1 0 0,0 0 1 0 0,0 0-1 0 0,0 0 1 0 0,0 0 0 0 0,0 0-1 0 0,0 0 1 0 0,0 0-1 0 0,0 0 1 0 0,-1 0-1 0 0,1 0 1 0 0,0 0 0 0 0,0 0-1 0 0,0 0 1 0 0,0 0-1 0 0,0 0 1 0 0,0 0-1 0 0,0 0 1 0 0,0 0-1 0 0,0 0 1 0 0,-1 0 0 0 0,1 1-1 0 0,0-1 1 0 0,0 0-1 0 0,0 0 1 0 0,0 0-1 0 0,0 0 1 0 0,0 0 0 0 0,-4 8 1239 0 0,-1 13-927 0 0,-2 51 1002 0 0,2 0 0 0 0,9 119 0 0 0,-4-190-1398 0 0,3 21 10 0 0,-1-1 0 0 0,-1 1 0 0 0,-1 0 0 0 0,-1 0-1 0 0,-7 38 1 0 0,8-51-1012 0 0,-1-4 425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3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9730 0 0,'5'-4'317'0'0,"0"-1"0"0"0,0 1 0 0 0,0 0 0 0 0,0 0 0 0 0,1 1 0 0 0,-1-1 0 0 0,1 1 0 0 0,0 1 0 0 0,0-1-1 0 0,0 1 1 0 0,11-3 0 0 0,0 1 331 0 0,0 1-1 0 0,0 0 1 0 0,22 0-1 0 0,-25 3-346 0 0,1 1 0 0 0,0 0 0 0 0,0 1 0 0 0,-1 1 0 0 0,1 0 0 0 0,16 6 0 0 0,-21-5-166 0 0,0 0 0 0 0,0 0 0 0 0,0 1 0 0 0,-1 0 0 0 0,1 1 0 0 0,-1 0 0 0 0,-1 0 0 0 0,1 1 0 0 0,8 9 0 0 0,-16-14-122 0 0,0-1 0 0 0,0 1 0 0 0,0 0 0 0 0,0-1 0 0 0,0 1 0 0 0,0 0 0 0 0,0 0 0 0 0,-1 0 0 0 0,1-1 0 0 0,-1 1 0 0 0,1 0 0 0 0,-1 0 0 0 0,0 0 0 0 0,0 0 0 0 0,0 0 0 0 0,0 0 0 0 0,0 0 0 0 0,0 0 0 0 0,-1 0 0 0 0,1 0-1 0 0,0 0 1 0 0,-1 0 0 0 0,0-1 0 0 0,1 1 0 0 0,-1 0 0 0 0,0 0 0 0 0,0 0 0 0 0,0-1 0 0 0,0 1 0 0 0,0-1 0 0 0,-1 1 0 0 0,1-1 0 0 0,-2 3 0 0 0,-5 4 37 0 0,-1 1-1 0 0,1-1 0 0 0,-1-1 1 0 0,-12 8-1 0 0,-22 13 5 0 0,27-19-36 0 0,1 0-1 0 0,1 2 1 0 0,0-1 0 0 0,0 2 0 0 0,-19 19-1 0 0,32-29-17 0 0,-1 0 0 0 0,0 0 0 0 0,1 0 0 0 0,0 1 0 0 0,-1-1 0 0 0,1 0 0 0 0,0 0 0 0 0,0 1 0 0 0,0-1 0 0 0,0 1 0 0 0,1-1 0 0 0,-1 1 0 0 0,1-1 0 0 0,-1 1 0 0 0,1-1 0 0 0,0 1 0 0 0,0 0 0 0 0,0 3 0 0 0,1-3 0 0 0,0 0 0 0 0,0 0 0 0 0,0-1 0 0 0,1 1 0 0 0,-1 0 0 0 0,1-1 0 0 0,-1 1 0 0 0,1-1 0 0 0,0 0 0 0 0,0 1 0 0 0,0-1 0 0 0,0 0 0 0 0,1 0 0 0 0,-1 0 0 0 0,5 2 0 0 0,12 11 212 0 0,0 0 0 0 0,0 1 1 0 0,-2 1-1 0 0,0 1 0 0 0,-1 0 0 0 0,21 32 0 0 0,-25-32-33 0 0,-2-1 0 0 0,0 1 0 0 0,-2 1 0 0 0,1 0 0 0 0,-2 0 1 0 0,-1 0-1 0 0,0 1 0 0 0,3 24 0 0 0,-9-40-93 0 0,0 0-1 0 0,0 0 1 0 0,0 1 0 0 0,0-1-1 0 0,-1 0 1 0 0,1 0-1 0 0,-1 0 1 0 0,0 0 0 0 0,-1 0-1 0 0,1 0 1 0 0,-1 0 0 0 0,1 0-1 0 0,-1-1 1 0 0,0 1 0 0 0,-1 0-1 0 0,1-1 1 0 0,0 0-1 0 0,-1 1 1 0 0,0-1 0 0 0,0 0-1 0 0,-6 5 1 0 0,-6 3 232 0 0,0-1 1 0 0,0-1-1 0 0,-30 15 1 0 0,31-17-183 0 0,-22 10 4 0 0,0-2 0 0 0,-1-1 0 0 0,-52 13 0 0 0,86-27-295 0 0,-1 1 0 0 0,1-1-1 0 0,-1 0 1 0 0,0 0 0 0 0,1 0-1 0 0,-5-1 1 0 0,-11-3-7738 0 0,9 0-32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4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8290 0 0,'0'-1'157'0'0,"-1"0"0"0"0,1 0 1 0 0,0 1-1 0 0,0-1 1 0 0,0 0-1 0 0,1 0 0 0 0,-1 0 1 0 0,0 1-1 0 0,0-1 0 0 0,0 0 1 0 0,1 0-1 0 0,-1 1 0 0 0,0-1 1 0 0,0 0-1 0 0,1 0 0 0 0,-1 1 1 0 0,1-1-1 0 0,-1 0 0 0 0,1 1 1 0 0,-1-1-1 0 0,1 0 0 0 0,-1 1 1 0 0,1-1-1 0 0,0 1 0 0 0,-1-1 1 0 0,1 1-1 0 0,0 0 0 0 0,-1-1 1 0 0,1 1-1 0 0,0-1 1 0 0,0 1-1 0 0,-1 0 0 0 0,1 0 1 0 0,0-1-1 0 0,0 1 0 0 0,-1 0 1 0 0,1 0-1 0 0,0 0 0 0 0,0 0 1 0 0,1 0-1 0 0,36-3 1045 0 0,-38 3-1134 0 0,87 4 1028 0 0,89 15 0 0 0,32 3 281 0 0,-99-15-3141 0 0,-102-7 1000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0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7370 0 0,'0'0'117'0'0,"0"-1"0"0"0,0 1 0 0 0,0 0 0 0 0,0 0 0 0 0,0 0 1 0 0,0-1-1 0 0,0 1 0 0 0,0 0 0 0 0,0 0 0 0 0,0-1 1 0 0,0 1-1 0 0,0 0 0 0 0,0 0 0 0 0,0-1 0 0 0,0 1 0 0 0,0 0 1 0 0,0 0-1 0 0,0 0 0 0 0,0-1 0 0 0,0 1 0 0 0,0 0 0 0 0,0 0 1 0 0,1-1-1 0 0,-1 1 0 0 0,0 0 0 0 0,0 0 0 0 0,0 0 1 0 0,0 0-1 0 0,0-1 0 0 0,1 1 0 0 0,-1 0 0 0 0,0 0 0 0 0,0 0 1 0 0,0 0-1 0 0,1 0 0 0 0,-1 0 0 0 0,0-1 0 0 0,0 1 0 0 0,0 0 1 0 0,1 0-1 0 0,15-3 2186 0 0,15 4-1363 0 0,-10 7-194 0 0,34 18 0 0 0,2 1-3 0 0,56 25 336 0 0,-64-28-739 0 0,-9-7-18 0 0,-31-14-233 0 0,0 0 0 0 0,0 0 0 0 0,-1 1 0 0 0,1 0 0 0 0,-1 1 0 0 0,0 0 0 0 0,0 0 0 0 0,0 1 0 0 0,-1 0 0 0 0,7 7 0 0 0,-13-11-62 0 0,0-1 0 0 0,0 1 0 0 0,0-1 0 0 0,0 1-1 0 0,0 0 1 0 0,0-1 0 0 0,-1 1 0 0 0,1 0 0 0 0,0 0 0 0 0,-1 0-1 0 0,0-1 1 0 0,1 1 0 0 0,-1 0 0 0 0,0 0 0 0 0,0 0-1 0 0,0 0 1 0 0,0 0 0 0 0,0-1 0 0 0,-1 1 0 0 0,1 0 0 0 0,-1 0-1 0 0,1 0 1 0 0,-1-1 0 0 0,1 1 0 0 0,-1 0 0 0 0,0 0 0 0 0,0-1-1 0 0,0 1 1 0 0,0-1 0 0 0,0 1 0 0 0,0-1 0 0 0,-1 1-1 0 0,1-1 1 0 0,0 0 0 0 0,-3 3 0 0 0,-7 4 122 0 0,1 0 0 0 0,-1 0 0 0 0,0-1 0 0 0,-13 6 0 0 0,12-6-61 0 0,-70 45 343 0 0,42-27-460 0 0,-73 37-1 0 0,11-19-3844 0 0,76-31-3000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 6449 0 0,'-1'0'135'0'0,"1"-1"0"0"0,-1 0-1 0 0,1 0 1 0 0,-1 1-1 0 0,1-1 1 0 0,-1 1-1 0 0,0-1 1 0 0,1 0-1 0 0,-1 1 1 0 0,0-1 0 0 0,1 1-1 0 0,-1-1 1 0 0,0 1-1 0 0,0 0 1 0 0,1-1-1 0 0,-1 1 1 0 0,0 0 0 0 0,0 0-1 0 0,0-1 1 0 0,0 1-1 0 0,0 0 1 0 0,-1 0-1 0 0,1 1-22 0 0,0 0 1 0 0,1 0-1 0 0,-1 0 0 0 0,0 1 0 0 0,1-1 0 0 0,-1 0 0 0 0,1 0 0 0 0,-1 1 0 0 0,1-1 0 0 0,0 0 0 0 0,-1 0 0 0 0,1 1 0 0 0,0-1 0 0 0,0 0 0 0 0,0 3 0 0 0,-9 232 2216 0 0,10-158-1381 0 0,-16 126 0 0 0,11-174-673 0 0,4-21-131 0 0,-1 0-1 0 0,0-1 0 0 0,-1 1 0 0 0,0-1 0 0 0,-1 0 1 0 0,-5 14-1 0 0,6-17-141 0 0,-1 1 64 0 0,8-7-1578 0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2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10682 0 0,'26'51'4061'0'0,"-21"-43"-3587"0"0,-4-7-374 0 0,-1 0-1 0 0,1 0 0 0 0,0 0 1 0 0,-1-1-1 0 0,1 1 0 0 0,-1 0 1 0 0,1 0-1 0 0,-1 0 0 0 0,0 0 1 0 0,1 0-1 0 0,-1 0 0 0 0,0 0 0 0 0,0 0 1 0 0,1 0-1 0 0,-1 0 0 0 0,0 0 1 0 0,0 0-1 0 0,0 0 0 0 0,-1 2 1 0 0,0-7-476 0 0,-1 0 0 0 0,1 0-1 0 0,0 0 1 0 0,0 1 0 0 0,0-1 0 0 0,1 0 0 0 0,-1-6 0 0 0,0 8-317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2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8 11346 0 0,'0'-1'44'0'0,"0"1"0"0"0,0-1 0 0 0,0 1 0 0 0,-1-1-1 0 0,1 1 1 0 0,0 0 0 0 0,0-1 0 0 0,-1 1-1 0 0,1 0 1 0 0,0-1 0 0 0,-1 1 0 0 0,1 0-1 0 0,0-1 1 0 0,-1 1 0 0 0,1 0 0 0 0,0 0 0 0 0,-1-1-1 0 0,1 1 1 0 0,-1 0 0 0 0,1 0 0 0 0,0 0-1 0 0,-1 0 1 0 0,1 0 0 0 0,-1-1 0 0 0,1 1-1 0 0,-1 0 1 0 0,1 0 0 0 0,0 0 0 0 0,-1 0 0 0 0,1 0-1 0 0,-1 0 1 0 0,1 0 0 0 0,-1 1 0 0 0,1-1-1 0 0,-1 0 1 0 0,1 0 0 0 0,0 0 0 0 0,-1 0-1 0 0,1 0 1 0 0,-1 1 0 0 0,0 1 74 0 0,-1-1 0 0 0,1 1 0 0 0,0-1 0 0 0,0 1 0 0 0,0 0 1 0 0,0 0-1 0 0,1-1 0 0 0,-1 1 0 0 0,0 0 0 0 0,0 2 0 0 0,-1 9 288 0 0,-1-1-1 0 0,0 19 1 0 0,5 131 1596 0 0,1-48-873 0 0,-3-107-1187 0 0,-1 0 0 0 0,1-1-1 0 0,-2 1 1 0 0,1-1 0 0 0,-1 0 0 0 0,0 1 0 0 0,-3 5 0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3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8 124 12699 0 0,'0'0'113'0'0,"-1"-1"1"0"0,0 0-1 0 0,1 1 1 0 0,-1-1-1 0 0,0 0 1 0 0,1 0 0 0 0,-1 1-1 0 0,1-1 1 0 0,0 0-1 0 0,-1 0 1 0 0,1 0-1 0 0,0 0 1 0 0,-1 1-1 0 0,1-1 1 0 0,0 0 0 0 0,0 0-1 0 0,0 0 1 0 0,0 0-1 0 0,-1 0 1 0 0,1 0-1 0 0,1-1 1 0 0,0 0 91 0 0,1 1 1 0 0,-1-1-1 0 0,1 0 1 0 0,-1 1-1 0 0,1 0 1 0 0,0-1-1 0 0,0 1 1 0 0,0 0-1 0 0,3-1 1 0 0,9-6 142 0 0,0 2 0 0 0,0 0 0 0 0,1 1 0 0 0,27-7 0 0 0,64-6-10 0 0,-94 17-264 0 0,268-31-937 0 0,-263 31-670 0 0,-11 0 672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4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14283 0 0,'-2'3'-15'0'0,"0"1"0"0"0,1-1 1 0 0,0 1-1 0 0,-1-1 0 0 0,1 1 0 0 0,1 0 0 0 0,-1-1 1 0 0,0 1-1 0 0,1 0 0 0 0,0-1 0 0 0,0 8 0 0 0,0 5-76 0 0,-22 365 4393 0 0,22-352-3710 0 0,2 1-1 0 0,1-1 1 0 0,1 0-1 0 0,11 37 1 0 0,-7-47 195 0 0,-4-12-1845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6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14 3225 0 0,'-1'-1'169'0'0,"0"0"1"0"0,0 0 0 0 0,0 0-1 0 0,0 0 1 0 0,0 0 0 0 0,0 0-1 0 0,0 0 1 0 0,0 1 0 0 0,0-1-1 0 0,0 0 1 0 0,0 1 0 0 0,0-1-1 0 0,0 1 1 0 0,-1-1 0 0 0,1 1-1 0 0,0-1 1 0 0,0 1 0 0 0,-1 0-1 0 0,1 0 1 0 0,0 0 0 0 0,0 0-1 0 0,-1 0 1 0 0,1 0 0 0 0,0 0-1 0 0,-1 0 1 0 0,1 0-1 0 0,0 0 1 0 0,0 1 0 0 0,-1-1-1 0 0,-1 1 1 0 0,2 0 181 0 0,-1 1-1 0 0,0-1 1 0 0,1 0-1 0 0,-1 1 1 0 0,1-1-1 0 0,0 1 1 0 0,0-1 0 0 0,-1 1-1 0 0,1 0 1 0 0,-1 1-1 0 0,-5 15-1005 0 0,-5 18 1041 0 0,2 0 0 0 0,2 1 0 0 0,1 0 0 0 0,2 0 0 0 0,1 0 0 0 0,3 53 0 0 0,2-76-315 0 0,1 0-1 0 0,0 0 0 0 0,1 0 1 0 0,1-1-1 0 0,0 1 1 0 0,1-1-1 0 0,9 17 1 0 0,-11-24-65 0 0,0 0 0 0 0,1 1 1 0 0,0-1-1 0 0,0-1 1 0 0,0 1-1 0 0,1-1 0 0 0,0 0 1 0 0,0 0-1 0 0,0 0 0 0 0,1 0 1 0 0,-1-1-1 0 0,1 0 1 0 0,0 0-1 0 0,1-1 0 0 0,-1 0 1 0 0,9 4-1 0 0,-11-6 41 0 0,1 0-1 0 0,-1-1 0 0 0,1 1 1 0 0,-1-1-1 0 0,0 0 1 0 0,1 0-1 0 0,-1 0 0 0 0,1-1 1 0 0,-1 0-1 0 0,0 1 1 0 0,1-2-1 0 0,-1 1 0 0 0,0 0 1 0 0,0-1-1 0 0,0 0 1 0 0,0 0-1 0 0,0 0 0 0 0,0 0 1 0 0,3-3-1 0 0,7-6 430 0 0,0-1 0 0 0,-2 0 0 0 0,18-19 0 0 0,-19 18-114 0 0,-5 6-247 0 0,-1 0-1 0 0,0 0 1 0 0,0-1 0 0 0,-1 1-1 0 0,0-1 1 0 0,0 0-1 0 0,-1 0 1 0 0,0-1 0 0 0,0 1-1 0 0,-1 0 1 0 0,0-1 0 0 0,-1 0-1 0 0,0 1 1 0 0,0-14-1 0 0,-1 4 7 0 0,-1 0 0 0 0,-1 0 0 0 0,0 0 0 0 0,-1 0 0 0 0,-12-34 0 0 0,8 33-85 0 0,-2 0 0 0 0,0 1 1 0 0,-15-21-1 0 0,11 18-249 0 0,-16-35 1 0 0,25 41-2440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6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3 146 6913 0 0,'0'-1'180'0'0,"-1"0"-1"0"0,1-1 1 0 0,0 1-1 0 0,-1 0 0 0 0,1-1 1 0 0,0 1-1 0 0,0 0 0 0 0,0-1 1 0 0,0 1-1 0 0,0-1 0 0 0,0 1 1 0 0,0 0-1 0 0,0-1 0 0 0,0 1 1 0 0,1 0-1 0 0,-1-1 0 0 0,1 1 1 0 0,-1 0-1 0 0,1 0 0 0 0,-1-1 1 0 0,1 1-1 0 0,0-1 0 0 0,2 0 325 0 0,-1 0 0 0 0,0-1-1 0 0,1 2 1 0 0,-1-1-1 0 0,1 0 1 0 0,0 0-1 0 0,-1 1 1 0 0,1 0 0 0 0,3-2-1 0 0,18-5-31 0 0,0 1 0 0 0,1 0 0 0 0,-1 2 0 0 0,1 1 0 0 0,0 1 0 0 0,43 0 0 0 0,-26 2-232 0 0,8-4-73 0 0,1-1 0 0 0,71-20 0 0 0,-108 23-359 0 0,36-9-73 0 0,-18 6-3170 0 0,-26 6 1819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6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6449 0 0,'-1'1'401'0'0,"0"0"-1"0"0,0 1 0 0 0,0-1 0 0 0,1 0 0 0 0,-1 1 0 0 0,0-1 0 0 0,0 1 1 0 0,1-1-1 0 0,-1 1 0 0 0,1-1 0 0 0,0 1 0 0 0,-1 0 0 0 0,1-1 1 0 0,0 1-1 0 0,0 2 0 0 0,-2 6 422 0 0,-15 65 938 0 0,2 0 0 0 0,-4 87 1 0 0,17-138-1592 0 0,1 0 1 0 0,1 0-1 0 0,1 1 1 0 0,1-1-1 0 0,1 0 1 0 0,1 0-1 0 0,14 45 1 0 0,-6-36-95 0 0,1 6-354 0 0,-2-13-5805 0 0,-8-20 47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40 2304 0 0,'-13'-21'7695'0'0,"-2"9"-4232"0"0,14 11-3417 0 0,0 1 0 0 0,1 0 0 0 0,-1 0 0 0 0,1 0 1 0 0,-1 0-1 0 0,0 0 0 0 0,1 0 0 0 0,-1-1 0 0 0,0 2 0 0 0,1-1 0 0 0,-1 0 0 0 0,0 0 0 0 0,1 0 1 0 0,-1 0-1 0 0,0 0 0 0 0,1 0 0 0 0,-1 1 0 0 0,0-1 0 0 0,1 0 0 0 0,-1 1 0 0 0,0 0 0 0 0,-1 0-14 0 0,1 0 0 0 0,-1 1 0 0 0,1 0-1 0 0,-1-1 1 0 0,1 1 0 0 0,0 0 0 0 0,0-1 0 0 0,0 1-1 0 0,0 0 1 0 0,-1 3 0 0 0,-16 40 633 0 0,-17 68 0 0 0,30-96-519 0 0,2 0 0 0 0,0 1 0 0 0,1-1 0 0 0,1 1 0 0 0,0 0 0 0 0,1 0 0 0 0,4 24 0 0 0,-2-36-121 0 0,-1 1 0 0 0,1-1 0 0 0,1 1 0 0 0,-1-1 0 0 0,1 0 0 0 0,0 0 0 0 0,0 0 0 0 0,1 0 0 0 0,0 0 0 0 0,0-1 0 0 0,0 0 0 0 0,1 0 0 0 0,-1 0 0 0 0,1 0 0 0 0,0-1 0 0 0,10 7 0 0 0,-10-8-15 0 0,0 0 1 0 0,0-1-1 0 0,0 1 1 0 0,0-1-1 0 0,0 0 0 0 0,0-1 1 0 0,0 1-1 0 0,1-1 0 0 0,-1 0 1 0 0,1 0-1 0 0,-1-1 0 0 0,1 0 1 0 0,-1 0-1 0 0,0 0 0 0 0,1 0 1 0 0,-1-1-1 0 0,1 0 0 0 0,-1 0 1 0 0,0-1-1 0 0,11-3 0 0 0,-4-1 169 0 0,0-1-1 0 0,0 1 1 0 0,0-2-1 0 0,-1 0 0 0 0,0 0 1 0 0,-1-1-1 0 0,0-1 1 0 0,0 1-1 0 0,-1-2 0 0 0,11-14 1 0 0,-14 16-68 0 0,-1 1 0 0 0,0-1 0 0 0,0 0 0 0 0,-1 0 1 0 0,-1 0-1 0 0,1 0 0 0 0,-1-1 0 0 0,-1 0 0 0 0,0 1 1 0 0,0-1-1 0 0,-1 0 0 0 0,0 0 0 0 0,0 0 0 0 0,-3-19 1 0 0,1 19-42 0 0,-1 0 0 0 0,-1 0 0 0 0,1 0 0 0 0,-2 1 0 0 0,1-1 0 0 0,-2 1 0 0 0,-5-12 0 0 0,-5-2-58 0 0,-25-30 1 0 0,29 40-50 0 0,7 6-35 0 0,-8-7-3114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71 143 10594 0 0,'-4'-1'202'0'0,"1"-1"0"0"0,-1 1-1 0 0,0 0 1 0 0,-1 0 0 0 0,1 0 0 0 0,0 1-1 0 0,0-1 1 0 0,0 1 0 0 0,0 0-1 0 0,-1 0 1 0 0,1 1 0 0 0,0-1-1 0 0,0 1 1 0 0,0 0 0 0 0,-6 2 0 0 0,35 0 2205 0 0,19-7-1316 0 0,-1-2 0 0 0,61-16 0 0 0,84-34-1019 0 0,-116 33 30 0 0,-59 19-148 0 0,-4 2-500 0 0,1-1-1 0 0,-1-1 1 0 0,0 1 0 0 0,16-10-1 0 0,-20 9-324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10594 0 0,'-1'0'114'0'0,"0"0"0"0"0,0 0 0 0 0,0 0 0 0 0,0 1 0 0 0,0-1 0 0 0,-1 0 0 0 0,1 1 0 0 0,0-1 0 0 0,0 1 0 0 0,0-1 0 0 0,0 1 0 0 0,0-1 0 0 0,0 1 0 0 0,1 0 0 0 0,-1-1 0 0 0,0 1 0 0 0,0 0 0 0 0,0 0 0 0 0,0 0 0 0 0,1-1 0 0 0,-1 1 0 0 0,1 0 0 0 0,-1 0 1 0 0,0 0-1 0 0,1 0 0 0 0,-1 0 0 0 0,1 0 0 0 0,0 0 0 0 0,-1 1 0 0 0,1-1 0 0 0,0 0 0 0 0,0 0 0 0 0,0 0 0 0 0,0 0 0 0 0,0 0 0 0 0,0 0 0 0 0,0 2 0 0 0,-1 3 220 0 0,-8 48 309 0 0,-17 136 1287 0 0,25-161-1675 0 0,0 0 0 0 0,2 0-1 0 0,0-1 1 0 0,11 49 0 0 0,-2-22-4 0 0,-3-10-1342 0 0,0-15-4102 0 0,-4-21-432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9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73 6913 0 0,'-18'-71'7826'0'0,"15"69"-6408"0"0,0 8-862 0 0,0 9-35 0 0,-12 182 872 0 0,9-91-733 0 0,2 20 24 0 0,-3 37 5 0 0,7-161-874 0 0,-1 0-1 0 0,1 0 0 0 0,0 0 0 0 0,0 0 0 0 0,1 0 1 0 0,-1 0-1 0 0,0 0 0 0 0,1 0 0 0 0,-1 0 0 0 0,1 0 0 0 0,1 2 1 0 0,0-1-962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32 16908 0 0,'-7'-7'744'0'0,"3"3"160"0"0,1 1-720 0 0,1 2-184 0 0,0-1 0 0 0,2 1 216 0 0,0 0 8 0 0,0-1 0 0 0,2 1 0 0 0,0-1-352 0 0,1 1-64 0 0,3 1-8 0 0,-1-1-8 0 0,3 1-1048 0 0,1-2-217 0 0,-1 1-31 0 0,1-2-16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19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53 5985 0 0,'-8'-15'778'0'0,"7"14"-191"0"0,0-1 0 0 0,1 1 0 0 0,-1-1-1 0 0,1 0 1 0 0,-1 1 0 0 0,1-1 0 0 0,0 1 0 0 0,-1-1 0 0 0,1 0 0 0 0,0-1 0 0 0,0 2-348 0 0,0 0 0 0 0,1 0 0 0 0,-1 1 0 0 0,0-1 0 0 0,0 0 0 0 0,1 1 0 0 0,-1-1 0 0 0,0 0 0 0 0,1 1 0 0 0,-1-1-1 0 0,0 0 1 0 0,1 1 0 0 0,-1-1 0 0 0,1 1 0 0 0,-1-1 0 0 0,1 1 0 0 0,-1-1 0 0 0,1 1 0 0 0,0-1 0 0 0,-1 1 0 0 0,1-1 0 0 0,1 1 0 0 0,16-4-1168 0 0,-10 3 995 0 0,0 2 0 0 0,0-1-1 0 0,0 1 1 0 0,0 0 0 0 0,0 1-1 0 0,0 0 1 0 0,-1 0 0 0 0,1 0-1 0 0,0 1 1 0 0,-1 1 0 0 0,0-1-1 0 0,0 1 1 0 0,0 0-1 0 0,0 1 1 0 0,-1-1 0 0 0,1 2-1 0 0,-1-1 1 0 0,0 0 0 0 0,9 14-1 0 0,-11-14-33 0 0,0 0-1 0 0,0 0 0 0 0,-1 0 0 0 0,0 1 0 0 0,0 0 1 0 0,-1 0-1 0 0,1 0 0 0 0,-1 0 0 0 0,-1 0 0 0 0,1 0 1 0 0,-1 0-1 0 0,0 0 0 0 0,0 1 0 0 0,-1-1 1 0 0,0 1-1 0 0,0-1 0 0 0,0 0 0 0 0,-1 1 0 0 0,0-1 1 0 0,0 0-1 0 0,-1 0 0 0 0,0 0 0 0 0,0 0 0 0 0,0 0 1 0 0,-6 11-1 0 0,-1-1 217 0 0,-2 0 1 0 0,1-1-1 0 0,-2 0 1 0 0,0-1-1 0 0,-1 0 1 0 0,0-1-1 0 0,-1 0 1 0 0,0-1-1 0 0,-18 11 0 0 0,33-23-236 0 0,-1 0-1 0 0,0 0 0 0 0,0 0 1 0 0,0 0-1 0 0,0 0 0 0 0,0 0 0 0 0,0-1 1 0 0,0 1-1 0 0,0 0 0 0 0,0 0 0 0 0,1 0 1 0 0,-1 0-1 0 0,0 0 0 0 0,0 1 0 0 0,0-1 1 0 0,0 0-1 0 0,0 0 0 0 0,0 0 1 0 0,0 0-1 0 0,0 0 0 0 0,0 0 0 0 0,0 0 1 0 0,1 0-1 0 0,-1 0 0 0 0,0 0 0 0 0,0 0 1 0 0,0 0-1 0 0,0 0 0 0 0,0 0 1 0 0,0 0-1 0 0,0 0 0 0 0,0 0 0 0 0,0 0 1 0 0,0 0-1 0 0,0 1 0 0 0,0-1 0 0 0,0 0 1 0 0,0 0-1 0 0,0 0 0 0 0,0 0 0 0 0,0 0 1 0 0,0 0-1 0 0,0 0 0 0 0,0 0 1 0 0,0 0-1 0 0,0 1 0 0 0,0-1 0 0 0,0 0 1 0 0,0 0-1 0 0,0 0 0 0 0,0 0 0 0 0,0 0 1 0 0,0 0-1 0 0,0 0 0 0 0,0 0 1 0 0,0 0-1 0 0,0 0 0 0 0,0 1 0 0 0,0-1 1 0 0,0 0-1 0 0,0 0 0 0 0,0 0 0 0 0,0 0 1 0 0,23 1 92 0 0,16-4-234 0 0,-1-1 0 0 0,0-1 0 0 0,42-12 0 0 0,-59 11-4114 0 0,37-17-1 0 0,-48 19-1885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0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13363 0 0,'0'-3'91'0'0,"1"1"1"0"0,-1-1 0 0 0,1 0-1 0 0,-1 1 1 0 0,1-1 0 0 0,0 1-1 0 0,0-1 1 0 0,1 1-1 0 0,-1 0 1 0 0,0-1 0 0 0,1 1-1 0 0,-1 0 1 0 0,1 0 0 0 0,0 0-1 0 0,-1 0 1 0 0,1 0-1 0 0,0 0 1 0 0,0 1 0 0 0,1-1-1 0 0,-1 1 1 0 0,0-1 0 0 0,0 1-1 0 0,1 0 1 0 0,-1 0-1 0 0,1 0 1 0 0,2-1 0 0 0,17-8 247 0 0,0 0 0 0 0,0 2-1 0 0,0 1 1 0 0,1 1 0 0 0,0 0 0 0 0,1 2 0 0 0,35-2 0 0 0,-58 6-302 0 0,1 0-1 0 0,-1 0 1 0 0,1 0-1 0 0,-1 0 1 0 0,1 0-1 0 0,-1 0 1 0 0,1 0 0 0 0,-1 0-1 0 0,1 1 1 0 0,-1-1-1 0 0,1 1 1 0 0,-1-1-1 0 0,0 1 1 0 0,1 0 0 0 0,-1-1-1 0 0,0 1 1 0 0,2 2-1 0 0,-2-3-10 0 0,-1 1 1 0 0,0-1-1 0 0,0 1 0 0 0,1 0 0 0 0,-1-1 0 0 0,0 1 0 0 0,0 0 0 0 0,0-1 0 0 0,0 1 0 0 0,0 0 0 0 0,0 0 0 0 0,0-1 0 0 0,0 1 0 0 0,0 0 0 0 0,0-1 0 0 0,0 1 1 0 0,0 0-1 0 0,-1-1 0 0 0,1 1 0 0 0,0 0 0 0 0,0-1 0 0 0,-1 1 0 0 0,1-1 0 0 0,-1 1 0 0 0,0 0 0 0 0,-3 5 66 0 0,-1 0 0 0 0,0-1 0 0 0,0 1 0 0 0,0-1 0 0 0,-8 5 0 0 0,-121 76 144 0 0,54-38-82 0 0,79-47-154 0 0,0-1 0 0 0,0 1 0 0 0,0 0 0 0 0,0-1 0 0 0,-1 1 0 0 0,1 0 0 0 0,0 0-1 0 0,0 0 1 0 0,0 0 0 0 0,1-1 0 0 0,-1 1 0 0 0,0 1 0 0 0,0-1 0 0 0,0 0 0 0 0,1 0 0 0 0,-1 0 0 0 0,1 0 0 0 0,-1 0 0 0 0,1 1 0 0 0,-1-1 0 0 0,1 0 0 0 0,-1 0 0 0 0,1 1 0 0 0,0-1 0 0 0,0 0 0 0 0,0 1 0 0 0,0-1 0 0 0,0 0 0 0 0,0 1 0 0 0,0-1 0 0 0,0 0 0 0 0,1 0 0 0 0,-1 1-1 0 0,0-1 1 0 0,1 0 0 0 0,0 3 0 0 0,2 0-17 0 0,1 0-1 0 0,-1 1 1 0 0,1-1-1 0 0,-1 0 1 0 0,1-1-1 0 0,1 1 1 0 0,7 5-1 0 0,64 36-111 0 0,-50-31 161 0 0,42 30-1 0 0,-62-39-2 0 0,0 0 0 0 0,0 0 0 0 0,0 1 0 0 0,0 0 0 0 0,-1 0-1 0 0,0 0 1 0 0,-1 1 0 0 0,1-1 0 0 0,-1 1 0 0 0,-1 0 0 0 0,4 9-1 0 0,-6-14 38 0 0,0 0 0 0 0,0 1-1 0 0,-1-1 1 0 0,1 1 0 0 0,-1-1-1 0 0,0 1 1 0 0,0-1 0 0 0,0 1-1 0 0,0-1 1 0 0,0 0-1 0 0,0 1 1 0 0,-1-1 0 0 0,1 1-1 0 0,-1-1 1 0 0,1 1 0 0 0,-1-1-1 0 0,0 0 1 0 0,-2 4-1 0 0,1-2 35 0 0,-1-1 0 0 0,0 1 0 0 0,0-1 0 0 0,0 1 0 0 0,-1-1 0 0 0,1 0 0 0 0,-1 0 0 0 0,1 0 0 0 0,-7 3 0 0 0,-7 3 129 0 0,-1-1 0 0 0,0 0-1 0 0,-32 8 1 0 0,44-14-233 0 0,-30 7 142 0 0,-20 8-2900 0 0,54-16 1206 0 0,0 1-62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0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6913 0 0,'1'-2'317'0'0,"-1"1"-1"0"0,1-1 0 0 0,0 0 0 0 0,-1 1 1 0 0,1-1-1 0 0,0 1 0 0 0,0-1 0 0 0,0 1 0 0 0,0-1 1 0 0,0 1-1 0 0,1 0 0 0 0,-1 0 0 0 0,0-1 0 0 0,1 1 1 0 0,-1 0-1 0 0,0 0 0 0 0,1 0 0 0 0,0 1 0 0 0,-1-1 1 0 0,1 0-1 0 0,2 0 0 0 0,39-16 3072 0 0,-41 16-3161 0 0,27-6 495 0 0,-1 1 0 0 0,32-2 1 0 0,8-2 53 0 0,112-16-7648 0 0,-169 24 1030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0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36 11058 0 0,'-4'-3'11995'0'0,"6"3"-11791"0"0,4 0 159 0 0,179-16 679 0 0,-73 3-667 0 0,-52 9-2743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2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12443 0 0,'0'0'40'0'0,"-1"0"0"0"0,1 0 0 0 0,0 0 0 0 0,0 0 0 0 0,0 0 0 0 0,-1 0 1 0 0,1 0-1 0 0,0 0 0 0 0,0 0 0 0 0,0 0 0 0 0,-1 0 0 0 0,1 0 0 0 0,0 0 1 0 0,0 0-1 0 0,0 0 0 0 0,-1 0 0 0 0,1 0 0 0 0,0 0 0 0 0,0 0 0 0 0,0 0 1 0 0,-1 1-1 0 0,1-1 0 0 0,0 0 0 0 0,0 0 0 0 0,0 0 0 0 0,0 0 0 0 0,-1 0 1 0 0,1 0-1 0 0,0 1 0 0 0,0-1 0 0 0,0 0 0 0 0,0 0 0 0 0,0 0 0 0 0,0 1 1 0 0,-1-1-1 0 0,1 0 0 0 0,0 0 0 0 0,0 1 0 0 0,-3 13 551 0 0,1 14-424 0 0,4-2-134 0 0,1 0 0 0 0,1 0 0 0 0,1-1 0 0 0,9 28 1 0 0,11 53 1414 0 0,-24-94-1318 0 0,-1-8-160 0 0,1 1 0 0 0,-1 0-1 0 0,1-1 1 0 0,0 1 0 0 0,0-1-1 0 0,1 1 1 0 0,-1-1 0 0 0,1 1-1 0 0,0-1 1 0 0,0 0 0 0 0,0 0-1 0 0,1 0 1 0 0,-1 0 0 0 0,5 5-1 0 0,-1-4-629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9 124 8290 0 0,'-4'-9'-335'0'0,"0"-7"2312"0"0,4 14-1646 0 0,0 1 0 0 0,1 0 0 0 0,-1 0 0 0 0,0 0 0 0 0,0 0 0 0 0,1 0 0 0 0,-1 0 0 0 0,1 0 0 0 0,-1 0 0 0 0,1 0 0 0 0,0 0 0 0 0,-1 0 0 0 0,1 0 0 0 0,0 0 0 0 0,0 0 0 0 0,-1 1 0 0 0,1-1 0 0 0,0 0 0 0 0,0 1 0 0 0,0-1 0 0 0,0 0 0 0 0,1 0 0 0 0,8-5-50 0 0,0 0-1 0 0,0 1 0 0 0,1 0 1 0 0,0 1-1 0 0,-1 0 1 0 0,16-3-1 0 0,71-12 364 0 0,-76 16-513 0 0,36-5-642 0 0,1 2 0 0 0,110 2-1 0 0,-157 6-985 0 0,-4 0-368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2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7370 0 0,'-1'0'58'0'0,"1"-1"1"0"0,-1 1 0 0 0,1 0-1 0 0,-1 0 1 0 0,1 0 0 0 0,-1 0-1 0 0,1 0 1 0 0,-1 0-1 0 0,0 0 1 0 0,1 0 0 0 0,-1 1-1 0 0,1-1 1 0 0,-1 0 0 0 0,1 0-1 0 0,-1 0 1 0 0,1 1 0 0 0,-1-1-1 0 0,1 0 1 0 0,-1 0 0 0 0,1 1-1 0 0,-1-1 1 0 0,1 0 0 0 0,0 1-1 0 0,-1-1 1 0 0,0 1 0 0 0,-6 17 2508 0 0,2 29 1434 0 0,5-35-4211 0 0,-6 88 2929 0 0,10 159 0 0 0,-2-246-2513 0 0,-1 0-1 0 0,2 0 1 0 0,0 0-1 0 0,0 0 1 0 0,10 20-1 0 0,8 7-7046 0 0,-19-35 352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4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35 404 11090 0 0,'2'-4'106'0'0,"-1"1"0"0"0,1-1 0 0 0,0 0-1 0 0,0 1 1 0 0,1-1 0 0 0,-1 1 0 0 0,1 0-1 0 0,0 0 1 0 0,0 0 0 0 0,0 0 0 0 0,5-4-1 0 0,-2 2 83 0 0,37-34 211 0 0,-16 16-96 0 0,29-33 0 0 0,-49 49-232 0 0,-1 0-1 0 0,-1-1 0 0 0,1 0 0 0 0,-1 0 0 0 0,-1 0 0 0 0,1 0 0 0 0,-2-1 0 0 0,1 0 1 0 0,3-14-1 0 0,-6 19-4 0 0,0 0 0 0 0,-1 0 0 0 0,0 0 0 0 0,0 1 0 0 0,0-1 0 0 0,0 0 1 0 0,0 0-1 0 0,-1 0 0 0 0,0 0 0 0 0,0 1 0 0 0,0-1 0 0 0,0 0 0 0 0,0 1 0 0 0,-1-1 1 0 0,-2-4-1 0 0,0 3 7 0 0,1 0 0 0 0,-1 0 0 0 0,0 0 1 0 0,0 1-1 0 0,0 0 0 0 0,-1 0 0 0 0,0 0 0 0 0,1 1 1 0 0,-9-5-1 0 0,6 4-45 0 0,-1-1 1 0 0,-1 2-1 0 0,1-1 0 0 0,0 1 1 0 0,-1 1-1 0 0,0-1 0 0 0,1 2 1 0 0,-1-1-1 0 0,0 1 0 0 0,0 0 1 0 0,0 1-1 0 0,0 0 1 0 0,-12 2-1 0 0,20-2-28 0 0,-5 1 3 0 0,0 0 0 0 0,-1 1 1 0 0,1 0-1 0 0,-11 4 0 0 0,16-5-5 0 0,0-1 0 0 0,0 1 0 0 0,0 0 0 0 0,0-1 0 0 0,0 1 0 0 0,0 0 0 0 0,0 0 0 0 0,0 0 1 0 0,0 0-1 0 0,0 0 0 0 0,0 0 0 0 0,0 0 0 0 0,1 0 0 0 0,-1 0 0 0 0,0 0 0 0 0,1 1 0 0 0,-1-1 0 0 0,1 0 0 0 0,-1 0 0 0 0,1 1 0 0 0,0-1 0 0 0,-1 0 0 0 0,1 1 0 0 0,0-1 0 0 0,0 0 0 0 0,0 1 0 0 0,0-1 0 0 0,0 0 0 0 0,1 3 0 0 0,2 7-20 0 0,0 0 0 0 0,1 0 0 0 0,1 0 0 0 0,-1 0 1 0 0,2-1-1 0 0,-1 0 0 0 0,2 0 0 0 0,-1-1 0 0 0,12 13 0 0 0,10 9-61 0 0,38 33 1 0 0,0-7-30 0 0,-24-21 111 0 0,61 68-1 0 0,-98-99 9 0 0,-1 0-1 0 0,0 1 0 0 0,-1-1 1 0 0,1 1-1 0 0,-1 0 0 0 0,4 11 1 0 0,-6-16 4 0 0,-1 1 0 0 0,1-1 1 0 0,-1 1-1 0 0,1-1 0 0 0,-1 1 0 0 0,0-1 1 0 0,0 1-1 0 0,0-1 0 0 0,0 1 0 0 0,0-1 1 0 0,0 1-1 0 0,0-1 0 0 0,0 1 0 0 0,-1-1 1 0 0,1 1-1 0 0,-1-1 0 0 0,1 1 1 0 0,-1-1-1 0 0,1 1 0 0 0,-1-1 0 0 0,0 0 1 0 0,0 1-1 0 0,0-1 0 0 0,0 0 0 0 0,0 0 1 0 0,0 1-1 0 0,0-1 0 0 0,0 0 1 0 0,0 0-1 0 0,0 0 0 0 0,-1 0 0 0 0,1-1 1 0 0,0 1-1 0 0,-2 1 0 0 0,-9 3 164 0 0,0 0 0 0 0,0 0 0 0 0,0-2 0 0 0,0 1-1 0 0,-1-1 1 0 0,0-1 0 0 0,1 0 0 0 0,-1-1 0 0 0,-18 0 0 0 0,23-2-69 0 0,1 1 1 0 0,0-1 0 0 0,0 0-1 0 0,-1-1 1 0 0,1 1-1 0 0,0-1 1 0 0,1-1 0 0 0,-1 0-1 0 0,0 1 1 0 0,1-2-1 0 0,-1 1 1 0 0,1-1 0 0 0,0 0-1 0 0,0-1 1 0 0,1 1-1 0 0,-1-1 1 0 0,-9-10 0 0 0,12 10-26 0 0,-1 0 1 0 0,0 0 0 0 0,1-1-1 0 0,0 1 1 0 0,0-1 0 0 0,1 1 0 0 0,0-1-1 0 0,0 0 1 0 0,0 0 0 0 0,0 0-1 0 0,0-9 1 0 0,1 11-35 0 0,1-1 1 0 0,1 1-1 0 0,-1 0 0 0 0,1-1 0 0 0,-1 1 1 0 0,1 0-1 0 0,0-1 0 0 0,1 1 0 0 0,-1 0 1 0 0,1 0-1 0 0,0 0 0 0 0,0 0 0 0 0,0 0 1 0 0,0 1-1 0 0,1-1 0 0 0,-1 1 0 0 0,4-4 1 0 0,2-1-274 0 0,-1 0 1 0 0,2 0 0 0 0,-1 1 0 0 0,1 1-1 0 0,0-1 1 0 0,13-6 0 0 0,2 2-934 0 0,38-13-1 0 0,-36 14-337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79 16788 0 0,'-1'-1'80'0'0,"1"0"1"0"0,0 0 0 0 0,0 0 0 0 0,0 0 0 0 0,0-1 0 0 0,0 1 0 0 0,0 0-1 0 0,0 0 1 0 0,0 0 0 0 0,0 0 0 0 0,0 0 0 0 0,1 0 0 0 0,-1 0 0 0 0,0 0-1 0 0,1 0 1 0 0,-1 0 0 0 0,1 0 0 0 0,-1 1 0 0 0,1-1 0 0 0,-1 0-1 0 0,1 0 1 0 0,0 0 0 0 0,-1 0 0 0 0,2 0 0 0 0,1-1-92 0 0,0 1 1 0 0,0-1-1 0 0,0 1 0 0 0,0 0 0 0 0,0 0 1 0 0,6-1-1 0 0,1 0 158 0 0,60-12-132 0 0,0 3-1 0 0,73-2 0 0 0,-130 12-389 0 0,-7 0 29 0 0,0 0 0 0 0,0 1 0 0 0,1 0-1 0 0,-1 0 1 0 0,0 0 0 0 0,0 1 0 0 0,0 0 0 0 0,0 0-1 0 0,8 2 1 0 0,-8 1-906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18 188 11058 0 0,'-1'-1'143'0'0,"-1"1"0"0"0,0-1-1 0 0,0 0 1 0 0,1 1 0 0 0,-1-1 0 0 0,1 0-1 0 0,-1 0 1 0 0,1 0 0 0 0,-3-2-1 0 0,10 0 4379 0 0,12-4-2789 0 0,-14 6-1218 0 0,117-60 2608 0 0,-32 13-2347 0 0,-61 35-693 0 0,36-17 332 0 0,-56 27-629 0 0,-1 0 1 0 0,1 1-1 0 0,0 0 0 0 0,-1 0 0 0 0,1 1 0 0 0,10-1 0 0 0,-14 3-975 0 0,-1 0-53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27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95 408 11058 0 0,'0'-2'268'0'0,"1"0"-1"0"0,0 0 0 0 0,-1 0 0 0 0,1 0 0 0 0,0 1 0 0 0,0-1 0 0 0,0 0 1 0 0,0 1-1 0 0,0-1 0 0 0,1 0 0 0 0,-1 1 0 0 0,2-2 0 0 0,23-23 859 0 0,-15 17-934 0 0,26-27 508 0 0,41-44 789 0 0,-70 70-1227 0 0,0 0 1 0 0,-1 0 0 0 0,0-1-1 0 0,-1 0 1 0 0,0 0 0 0 0,7-19-1 0 0,-11 25-214 0 0,-1 1 0 0 0,0-1 0 0 0,0 1 0 0 0,-1-1 0 0 0,0 0 0 0 0,1 1 0 0 0,-1-1 0 0 0,-1 0 0 0 0,1 1 0 0 0,-1-1 0 0 0,1 1 0 0 0,-2-1 0 0 0,1 1 0 0 0,0-1 0 0 0,-1 1 0 0 0,0 0 0 0 0,0-1 0 0 0,0 1 0 0 0,0 0 0 0 0,-1 0 0 0 0,1 1 0 0 0,-1-1 0 0 0,0 0 0 0 0,0 1 1 0 0,-1 0-1 0 0,1 0 0 0 0,-1 0 0 0 0,1 0 0 0 0,-1 0 0 0 0,0 1 0 0 0,0-1 0 0 0,0 1 0 0 0,0 0 0 0 0,-1 1 0 0 0,1-1 0 0 0,0 1 0 0 0,-1 0 0 0 0,-7-2 0 0 0,1 3-59 0 0,-1 0 0 0 0,1 1 1 0 0,0 0-1 0 0,0 0 0 0 0,-1 1 1 0 0,1 1-1 0 0,0 0 0 0 0,1 1 1 0 0,-1 0-1 0 0,1 0 0 0 0,-1 1 1 0 0,1 0-1 0 0,0 1 0 0 0,1 0 1 0 0,0 1-1 0 0,0 0 0 0 0,0 0 1 0 0,1 1-1 0 0,-8 9 0 0 0,14-15 1 0 0,1-1-1 0 0,-1 1 0 0 0,1 0 1 0 0,0 0-1 0 0,0 0 0 0 0,0 0 1 0 0,0 0-1 0 0,0 0 0 0 0,0 0 1 0 0,0 0-1 0 0,1 1 0 0 0,-1-1 1 0 0,1 0-1 0 0,-1 0 0 0 0,1 1 1 0 0,0-1-1 0 0,0 0 0 0 0,0 0 1 0 0,0 1-1 0 0,0-1 0 0 0,1 0 1 0 0,-1 0-1 0 0,1 1 0 0 0,0-1 1 0 0,-1 0-1 0 0,1 0 0 0 0,1 3 0 0 0,1-2-34 0 0,-1 0-1 0 0,0 0 0 0 0,1-1 1 0 0,0 1-1 0 0,-1-1 0 0 0,1 1 1 0 0,0-1-1 0 0,0 0 0 0 0,0 0 1 0 0,1 0-1 0 0,-1 0 0 0 0,0-1 1 0 0,1 1-1 0 0,-1-1 0 0 0,8 2 1 0 0,-2-1-107 0 0,0-1 1 0 0,1 0-1 0 0,-1 0 1 0 0,0 0 0 0 0,1-1-1 0 0,16-3 1 0 0,-2-1-157 0 0,30-11 1 0 0,-29 8 152 0 0,-24 6 173 0 0,0 1-1 0 0,0 0 1 0 0,0 0 0 0 0,0 0-1 0 0,0 0 1 0 0,0 0-1 0 0,0 0 1 0 0,0 0 0 0 0,-1 0-1 0 0,1 1 1 0 0,0-1 0 0 0,0 0-1 0 0,0 1 1 0 0,0-1 0 0 0,0 0-1 0 0,-1 1 1 0 0,1-1-1 0 0,0 1 1 0 0,0-1 0 0 0,-1 1-1 0 0,1-1 1 0 0,0 1 0 0 0,-1 0-1 0 0,1-1 1 0 0,-1 1 0 0 0,1 0-1 0 0,0-1 1 0 0,-1 1-1 0 0,0 0 1 0 0,1 0 0 0 0,-1 0-1 0 0,1 0 1 0 0,-1-1 0 0 0,0 1-1 0 0,0 0 1 0 0,1 0 0 0 0,-1 0-1 0 0,0 0 1 0 0,0 1 0 0 0,1 7 184 0 0,1 1 1 0 0,-2-1 0 0 0,1 10 0 0 0,-1-8-125 0 0,2 355 1823 0 0,-4-193-1511 0 0,2-132-211 0 0,-2 1 0 0 0,-9 50 1 0 0,7-71 220 0 0,-1-1 1 0 0,-10 31-1 0 0,15-51-404 0 0,0 1-1 0 0,0-1 1 0 0,-1 0-1 0 0,1 1 0 0 0,0-1 1 0 0,0 0-1 0 0,0 0 1 0 0,0 1-1 0 0,0-1 1 0 0,0 0-1 0 0,0 1 1 0 0,-1-1-1 0 0,1 0 1 0 0,0 0-1 0 0,0 1 0 0 0,0-1 1 0 0,-1 0-1 0 0,1 0 1 0 0,0 1-1 0 0,0-1 1 0 0,-1 0-1 0 0,1 0 1 0 0,0 0-1 0 0,0 0 1 0 0,-1 1-1 0 0,1-1 0 0 0,0 0 1 0 0,-1 0-1 0 0,1 0 1 0 0,0 0-1 0 0,-1 0 1 0 0,1 0-1 0 0,-5-9-613 0 0,1-17-2100 0 0,5 14 282 0 0,0-4-4397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32 124 9218 0 0,'-14'-5'442'0'0,"-3"-4"6853"0"0,17 8-7182 0 0,160-14 2691 0 0,-35 4-2105 0 0,192-41 1 0 0,-300 48-877 0 0,91-19 688 0 0,-96 21-972 0 0,-1 1 0 0 0,1 0 0 0 0,-1 1 0 0 0,1 0 0 0 0,-1 1 0 0 0,1 1 0 0 0,14 3 0 0 0,-17-4-6078 0 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31 13619 0 0,'-3'-4'283'0'0,"2"3"-198"0"0,0-1-1 0 0,0 1 1 0 0,0 0-1 0 0,0 0 1 0 0,0-1-1 0 0,0 1 1 0 0,0 0-1 0 0,1-1 1 0 0,-1 1-1 0 0,0-1 1 0 0,1 1-1 0 0,0-1 1 0 0,-1 0-1 0 0,1-1 1 0 0,0 3 1 0 0,1-1 0 0 0,-1 1 1 0 0,1 0-1 0 0,0-1 0 0 0,-1 1 1 0 0,1 0-1 0 0,-1 0 0 0 0,1-1 0 0 0,0 1 1 0 0,-1 0-1 0 0,1 0 0 0 0,0 0 1 0 0,-1 0-1 0 0,1 0 0 0 0,0 0 0 0 0,-1 0 1 0 0,1 0-1 0 0,0 0 0 0 0,-1 0 0 0 0,1 0 1 0 0,1 1-1 0 0,16 1 282 0 0,113 38 744 0 0,-44-12-759 0 0,34 15 919 0 0,-44-14 89 0 0,-75-28-1258 0 0,57 23 626 0 0,-55-22-720 0 0,-1-1 0 0 0,1 1 0 0 0,-1 0 0 0 0,0 1 0 0 0,1-1 0 0 0,-1 1 0 0 0,0-1 0 0 0,-1 1 0 0 0,1 0 0 0 0,0 0 0 0 0,-1 0 0 0 0,0 0 0 0 0,4 6-1 0 0,-6-8 14 0 0,0 1 0 0 0,1 0 0 0 0,-1-1 0 0 0,0 1 0 0 0,0 0 0 0 0,0-1 0 0 0,0 1 0 0 0,0 0 0 0 0,0-1-1 0 0,0 1 1 0 0,-1 0 0 0 0,1-1 0 0 0,0 1 0 0 0,-1-1 0 0 0,0 1 0 0 0,1-1 0 0 0,-1 1 0 0 0,0-1 0 0 0,0 1-1 0 0,0-1 1 0 0,0 0 0 0 0,0 1 0 0 0,0-1 0 0 0,0 0 0 0 0,-3 2 0 0 0,-3 4 82 0 0,0-1 0 0 0,-1 0 0 0 0,-11 6 0 0 0,10-7-16 0 0,-95 58 342 0 0,50-32-1385 0 0,-63 47 1 0 0,103-66-1372 0 0,4 1-4951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6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81 6649 0 0,'0'-1'79'0'0,"0"0"-1"0"0,0 0 1 0 0,0 0-1 0 0,-1 0 0 0 0,1 0 1 0 0,0 0-1 0 0,0 0 1 0 0,-1 1-1 0 0,1-1 0 0 0,0 0 1 0 0,-1 0-1 0 0,1 0 1 0 0,-1 0-1 0 0,1 1 1 0 0,-1-1-1 0 0,1 0 0 0 0,-1 1 1 0 0,0-1-1 0 0,1 0 1 0 0,-1 1-1 0 0,0-1 0 0 0,1 1 1 0 0,-1-1-1 0 0,0 1 1 0 0,0-1-1 0 0,0 1 0 0 0,0-1 1 0 0,1 1-1 0 0,-1 0 1 0 0,0-1-1 0 0,0 1 0 0 0,0 0 1 0 0,0 0-1 0 0,0 0 1 0 0,0 0-1 0 0,0 0 0 0 0,0 0 1 0 0,1 0-1 0 0,-1 0 1 0 0,0 0-1 0 0,0 0 1 0 0,0 1-1 0 0,0-1 0 0 0,0 0 1 0 0,-1 1-1 0 0,0 0 29 0 0,-1 1 0 0 0,0 0 0 0 0,1-1 0 0 0,0 1 0 0 0,0 0 0 0 0,-1 0 0 0 0,1 1 0 0 0,0-1 0 0 0,0 0 0 0 0,1 1 0 0 0,-1-1 0 0 0,1 1 0 0 0,-3 4 1 0 0,-7 24 177 0 0,2 0 1 0 0,2 0-1 0 0,1 1 1 0 0,1 0-1 0 0,1 0 1 0 0,2 56 0 0 0,2-79-191 0 0,0-1 0 0 0,1 1 0 0 0,0-1 0 0 0,1 1 0 0 0,0-1 0 0 0,0 0 0 0 0,1 0 0 0 0,0 0 0 0 0,0 0 0 0 0,1 0 0 0 0,0-1 0 0 0,10 14 0 0 0,-11-17-40 0 0,1 1-1 0 0,0-1 1 0 0,0 0-1 0 0,0-1 1 0 0,0 1-1 0 0,1 0 1 0 0,-1-1-1 0 0,1 0 0 0 0,0 0 1 0 0,0-1-1 0 0,0 0 1 0 0,0 1-1 0 0,1-2 1 0 0,-1 1-1 0 0,1 0 1 0 0,-1-1-1 0 0,1 0 0 0 0,-1-1 1 0 0,1 1-1 0 0,8-1 1 0 0,-1-1 113 0 0,-1-1 0 0 0,1 0 0 0 0,0-1 0 0 0,-1 0 1 0 0,0-1-1 0 0,0 0 0 0 0,0-1 0 0 0,0-1 0 0 0,17-10 0 0 0,-20 11-59 0 0,0-1 1 0 0,-1-1-1 0 0,0 0 0 0 0,0 0 0 0 0,0 0 0 0 0,-1-1 0 0 0,0 0 1 0 0,0 0-1 0 0,-1-1 0 0 0,0 0 0 0 0,9-18 0 0 0,-11 16-9 0 0,-2 1 0 0 0,1 0 1 0 0,-1-1-1 0 0,-1 1 0 0 0,0-1 0 0 0,0 1 0 0 0,-1-1 0 0 0,0 0 0 0 0,-1 1 1 0 0,0-1-1 0 0,-1 1 0 0 0,0-1 0 0 0,-1 1 0 0 0,-4-11 0 0 0,0 0 12 0 0,-2 1 1 0 0,0 0-1 0 0,-1 0 0 0 0,-1 1 0 0 0,-24-32 0 0 0,30 45-105 0 0,0 0 0 0 0,0 0 0 0 0,0 1 0 0 0,-1-1 0 0 0,0 1-1 0 0,0 0 1 0 0,0 1 0 0 0,-1-1 0 0 0,0 1 0 0 0,1 1 0 0 0,-1-1 0 0 0,-1 1-1 0 0,-12-4 1 0 0,20 7-70 0 0,-1 0 0 0 0,1 0 0 0 0,-1 0-1 0 0,1 0 1 0 0,-1 0 0 0 0,1 0 0 0 0,-1 0-1 0 0,1 0 1 0 0,0 0 0 0 0,-1 0 0 0 0,1 0 0 0 0,-1 0-1 0 0,1 0 1 0 0,-1 1 0 0 0,1-1 0 0 0,0 0-1 0 0,-1 0 1 0 0,1 0 0 0 0,-1 1 0 0 0,1-1 0 0 0,-1 1-1 0 0,1-1-199 0 0,0 0 0 0 0,-1 1 0 0 0,1-1 0 0 0,0 1 0 0 0,0-1 0 0 0,0 0 0 0 0,0 1 1 0 0,0-1-1 0 0,0 0 0 0 0,0 1 0 0 0,0-1 0 0 0,0 1 0 0 0,0-1 0 0 0,0 0 0 0 0,0 1 0 0 0,0-1 0 0 0,0 1 0 0 0,0-1 0 0 0,0 0 0 0 0,0 1 0 0 0,0-1 0 0 0,1 0 0 0 0,-1 1 0 0 0,0-1 0 0 0,1 1 0 0 0,4 8-5430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35 143 10594 0 0,'-9'-4'376'0'0,"7"3"-283"0"0,-1 0 1 0 0,1-1 0 0 0,-1 1 0 0 0,1-1 0 0 0,-1 1 0 0 0,1-1-1 0 0,0 1 1 0 0,0-1 0 0 0,-2-3 0 0 0,4 5 74 0 0,0-1 1 0 0,0 1 0 0 0,0-1-1 0 0,0 0 1 0 0,0 1-1 0 0,0-1 1 0 0,0 1-1 0 0,1-1 1 0 0,-1 1-1 0 0,0-1 1 0 0,0 1-1 0 0,1-1 1 0 0,-1 1-1 0 0,0-1 1 0 0,1 1 0 0 0,-1-1-1 0 0,1 1 1 0 0,-1 0-1 0 0,0-1 1 0 0,1 1-1 0 0,-1 0 1 0 0,1-1-1 0 0,-1 1 1 0 0,1 0-1 0 0,-1-1 1 0 0,1 1 0 0 0,-1 0-1 0 0,1 0 1 0 0,-1 0-1 0 0,1 0 1 0 0,0 0-1 0 0,-1-1 1 0 0,1 1-1 0 0,0 0 1 0 0,27-7-436 0 0,-23 7 654 0 0,341-72 378 0 0,-203 53-869 0 0,-62 11-2036 0 0,-66 6 1191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3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9218 0 0,'-1'0'66'0'0,"-1"0"1"0"0,1 0 0 0 0,0 0-1 0 0,-1 1 1 0 0,1-1-1 0 0,0 0 1 0 0,-1 1-1 0 0,1-1 1 0 0,0 0-1 0 0,0 1 1 0 0,-1 0-1 0 0,1-1 1 0 0,0 1-1 0 0,0 0 1 0 0,0 0-1 0 0,0-1 1 0 0,0 1-1 0 0,0 0 1 0 0,0 0-1 0 0,0 0 1 0 0,0 0-1 0 0,0 0 1 0 0,1 0-1 0 0,-1 1 1 0 0,-1 1-1 0 0,0 2 255 0 0,0 1-1 0 0,0 0 0 0 0,1 0 1 0 0,-2 10-1 0 0,0 2-96 0 0,-77 402 3978 0 0,77-399-3965 0 0,-6 27 653 0 0,3 1-1 0 0,1 0 1 0 0,5 96 0 0 0,1-138-783 0 0,0 0-1 0 0,1 0 1 0 0,0-1-1 0 0,0 1 1 0 0,5 9-1 0 0,-6-15-141 0 0,-1 0-1 0 0,1 1 0 0 0,0-1 0 0 0,0 0 0 0 0,-1 0 0 0 0,1 1 0 0 0,0-1 0 0 0,1 0 0 0 0,-1 0 0 0 0,0 0 0 0 0,0 0 0 0 0,0 0 0 0 0,2 1 0 0 0,-2-2-66 0 0,0 0 0 0 0,0 0 0 0 0,0 0 0 0 0,-1 0 0 0 0,1 0 0 0 0,0 0 1 0 0,0 0-1 0 0,0 0 0 0 0,-1 0 0 0 0,1 0 0 0 0,0 0 0 0 0,0-1 0 0 0,-1 1 0 0 0,1 0 0 0 0,0 0 0 0 0,0-1 0 0 0,-1 1 0 0 0,1-1 0 0 0,0 1 1 0 0,-1 0-1 0 0,1-1 0 0 0,-1 1 0 0 0,1-1 0 0 0,0 0 0 0 0,-1 1 0 0 0,1-1 0 0 0,0-1 0 0 0,3-4-6469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0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 8378 0 0,'0'0'52'0'0,"0"-1"0"0"0,-1 1-1 0 0,1 0 1 0 0,0 0 0 0 0,-1 0 0 0 0,1-1 0 0 0,-1 1 0 0 0,1 0 0 0 0,0 0 0 0 0,-1 0 0 0 0,1 0-1 0 0,0 0 1 0 0,-1 0 0 0 0,1 0 0 0 0,-1 0 0 0 0,1 0 0 0 0,0 0 0 0 0,-1 0 0 0 0,1 0-1 0 0,-1 0 1 0 0,1 0 0 0 0,0 0 0 0 0,-1 0 0 0 0,1 0 0 0 0,-1 0 0 0 0,1 1 0 0 0,0-1 0 0 0,-1 0-1 0 0,-4 12 930 0 0,4-8-890 0 0,-17 88 2457 0 0,-10 123-1 0 0,25-77-1346 0 0,3-137-1191 0 0,0 2 72 0 0,-1 1 1 0 0,1 0-1 0 0,0 0 1 0 0,0-1-1 0 0,0 1 1 0 0,1 0-1 0 0,0 4 0 0 0,0-7-126 0 0,-1 0-1 0 0,1 0 0 0 0,-1-1 0 0 0,1 1 0 0 0,-1 0 0 0 0,1-1 0 0 0,-1 1 0 0 0,1 0 0 0 0,0-1 0 0 0,0 1 0 0 0,-1-1 0 0 0,1 1 0 0 0,0-1 0 0 0,0 1 0 0 0,-1-1 0 0 0,1 0 0 0 0,0 1 0 0 0,0-1 0 0 0,0 0 0 0 0,-1 0 0 0 0,1 0 0 0 0,0 0 0 0 0,0 1 0 0 0,0-1 0 0 0,0 0 0 0 0,0 0 0 0 0,0-1 0 0 0,-1 1 0 0 0,1 0 0 0 0,0 0 0 0 0,0 0 0 0 0,0-1 0 0 0,0 1 0 0 0,-1 0 0 0 0,1-1 0 0 0,1 0 0 0 0,22-11-5034 0 0,-12 7 3201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0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10594 0 0,'-1'1'318'0'0,"0"0"0"0"0,-1 0 0 0 0,1 1 0 0 0,0-1 0 0 0,0 0 0 0 0,1 1 0 0 0,-1-1 0 0 0,0 0 0 0 0,0 1 0 0 0,1-1 0 0 0,-1 1 0 0 0,0-1-1 0 0,0 4 1 0 0,1-5-298 0 0,0 1 1 0 0,-1-1-1 0 0,1 1 0 0 0,0 0 0 0 0,0-1 0 0 0,0 1 0 0 0,-1-1 0 0 0,1 1 0 0 0,0 0 0 0 0,0-1 0 0 0,0 1 0 0 0,0-1 0 0 0,0 1 0 0 0,0 0 0 0 0,0-1 0 0 0,0 1 0 0 0,0 0 0 0 0,0-1 0 0 0,1 1 0 0 0,-1-1 0 0 0,0 1 0 0 0,0-1 0 0 0,1 1 0 0 0,-1 0 0 0 0,0-1 1 0 0,0 1-1 0 0,1-1 0 0 0,-1 1 0 0 0,1-1 0 0 0,-1 1 0 0 0,0-1 0 0 0,1 0 0 0 0,-1 1 0 0 0,1-1 0 0 0,-1 1 0 0 0,1-1 0 0 0,-1 0 0 0 0,1 0 0 0 0,0 1 0 0 0,-1-1 0 0 0,1 0 0 0 0,-1 0 0 0 0,1 0 0 0 0,0 1 0 0 0,-1-1 0 0 0,2 0 0 0 0,16-1-401 0 0,-6-2-4136 0 0,-2 0-259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1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27 5985 0 0,'-19'-11'3403'0'0,"-5"-4"1117"0"0,55 24-3401 0 0,4 6-697 0 0,-1 2-1 0 0,60 38 0 0 0,-91-53-437 0 0,1 0 26 0 0,-1-1-1 0 0,-1 1 1 0 0,1 1-1 0 0,0-1 1 0 0,0 0-1 0 0,-1 0 1 0 0,1 1-1 0 0,-1 0 1 0 0,0-1-1 0 0,0 1 1 0 0,0 0-1 0 0,0 0 1 0 0,0 0-1 0 0,-1 0 1 0 0,1 1-1 0 0,-1-1 1 0 0,0 0-1 0 0,0 1 1 0 0,0-1-1 0 0,0 1 1 0 0,-1-1-1 0 0,1 1 1 0 0,-1-1-1 0 0,0 7 1 0 0,-1-2 48 0 0,-1-1 0 0 0,0 0 0 0 0,0 0 1 0 0,0 0-1 0 0,-1 0 0 0 0,0 0 0 0 0,-1-1 1 0 0,0 1-1 0 0,1-1 0 0 0,-2 0 0 0 0,-4 6 1 0 0,-18 18 989 0 0,-1-1 0 0 0,-1-1 0 0 0,-62 45 1 0 0,90-73-974 0 0,0 1 0 0 0,0 0 1 0 0,0-1-1 0 0,0 1 1 0 0,0 0-1 0 0,0-1 0 0 0,0 1 1 0 0,1 0-1 0 0,-1 0 1 0 0,0 0-1 0 0,0 0 0 0 0,1 0 1 0 0,-1 0-1 0 0,1 0 1 0 0,-1 0-1 0 0,1 0 0 0 0,-1 2 1 0 0,1-3-52 0 0,0 0 0 0 0,1 1-1 0 0,-1-1 1 0 0,0 1 0 0 0,0-1 0 0 0,1 0 0 0 0,-1 1 0 0 0,0-1 0 0 0,1 0 0 0 0,-1 0 0 0 0,1 1-1 0 0,-1-1 1 0 0,0 0 0 0 0,1 0 0 0 0,-1 1 0 0 0,1-1 0 0 0,-1 0 0 0 0,1 0 0 0 0,-1 0 0 0 0,1 0-1 0 0,-1 0 1 0 0,0 1 0 0 0,1-1 0 0 0,-1 0 0 0 0,1 0 0 0 0,-1 0 0 0 0,1-1 0 0 0,45-2 246 0 0,-42 3-262 0 0,168-29 467 0 0,-87 6-1748 0 0,-63 15-1568 0 0,35-18-1 0 0,-44 19-3608 0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8 10138 0 0,'-1'-1'251'0'0,"1"1"-137"0"0,-1-1 1 0 0,1 1-1 0 0,-1-1 1 0 0,1 1-1 0 0,-1-1 1 0 0,1 1-1 0 0,-1-1 1 0 0,1 1-1 0 0,-1 0 1 0 0,0-1-1 0 0,1 1 1 0 0,-1 0-1 0 0,1 0 1 0 0,-1-1-1 0 0,0 1 1 0 0,1 0-1 0 0,-1 0 1 0 0,0 0-1 0 0,1 0 1 0 0,-1 0-1 0 0,0 0 1 0 0,1 0-1 0 0,-1 0 1 0 0,0 0-1 0 0,1 0 1 0 0,-2 0-1 0 0,-4 2 1623 0 0,5-2-1669 0 0,-1 0 0 0 0,1 1 0 0 0,0-1 0 0 0,0 0 0 0 0,0 0 0 0 0,1 1 0 0 0,-1-1 0 0 0,0 1 1 0 0,0-1-1 0 0,0 1 0 0 0,0-1 0 0 0,0 1 0 0 0,0 0 0 0 0,1-1 0 0 0,-1 1 0 0 0,0 0 0 0 0,0-1 0 0 0,1 1 0 0 0,-1 0 1 0 0,1 0-1 0 0,-1 0 0 0 0,1 0 0 0 0,-1 0 0 0 0,1 0 0 0 0,-1-1 0 0 0,1 1 0 0 0,0 0 0 0 0,-1 0 0 0 0,1 0 0 0 0,0 0 0 0 0,0 1 1 0 0,0-1-1 0 0,0 1 0 0 0,-2 17 214 0 0,1 0 0 0 0,1 0-1 0 0,0-1 1 0 0,2 1 0 0 0,0 0 0 0 0,1 0 0 0 0,1-1 0 0 0,1 0 0 0 0,0 1 0 0 0,1-2 0 0 0,1 1 0 0 0,13 23 0 0 0,-15-28-144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81 11666 0 0,'-9'-7'1512'0'0,"9"6"-1443"0"0,0 1 0 0 0,0 0 0 0 0,0 0 0 0 0,0 0 0 0 0,0-1 0 0 0,0 1 0 0 0,0 0 0 0 0,0 0 0 0 0,0-1-1 0 0,0 1 1 0 0,0 0 0 0 0,0 0 0 0 0,0-1 0 0 0,0 1 0 0 0,0 0 0 0 0,0 0 0 0 0,0 0 0 0 0,1-1 0 0 0,-1 1 0 0 0,0 0 0 0 0,0 0 0 0 0,0 0 0 0 0,0-1 0 0 0,0 1 0 0 0,1 0 0 0 0,-1 0 0 0 0,0 0 0 0 0,0 0 0 0 0,0 0 0 0 0,1-1 0 0 0,-1 1 0 0 0,0 0 0 0 0,0 0 0 0 0,1 0 0 0 0,-1 0 0 0 0,0 0 0 0 0,0 0 0 0 0,0 0 0 0 0,1 0 0 0 0,-1 0 0 0 0,0 0 0 0 0,0 0 0 0 0,1 0 0 0 0,0 0 424 0 0,3-1-11 0 0,142-17 1778 0 0,-87 12-2048 0 0,-4 4-109 0 0,-39 2-101 0 0,-1-1-1 0 0,1 0 0 0 0,26-6 0 0 0,13-9-277 0 0,-19 5-6043 0 0,-25 8 644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13043 0 0,'-3'2'143'0'0,"0"0"1"0"0,-1 1-1 0 0,1-1 1 0 0,0 1-1 0 0,0 0 1 0 0,1 0-1 0 0,-1 0 1 0 0,1 0-1 0 0,-1 0 1 0 0,-2 5-1 0 0,1 1 23 0 0,1 0-1 0 0,-1 0 1 0 0,-1 10-1 0 0,3-11 37 0 0,-11 37 598 0 0,2 0 1 0 0,3 1-1 0 0,-4 62 1 0 0,11-87-704 0 0,1-1 0 0 0,0 1 0 0 0,2-1 1 0 0,1 1-1 0 0,0-1 0 0 0,1 0 0 0 0,1 0 0 0 0,2-1 1 0 0,-1 1-1 0 0,12 19 0 0 0,-17-35-439 0 0,1 0 0 0 0,0-1 0 0 0,1 1-1 0 0,-1-1 1 0 0,0 0 0 0 0,1 0 0 0 0,0 0 0 0 0,0 0-1 0 0,3 2 1 0 0,2 1-5654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10594 0 0,'-1'0'73'0'0,"0"0"-1"0"0,0 0 0 0 0,0 0 0 0 0,0 0 1 0 0,0 0-1 0 0,0 0 0 0 0,0 0 1 0 0,0 1-1 0 0,0-1 0 0 0,0 0 1 0 0,0 1-1 0 0,0-1 0 0 0,0 1 1 0 0,0-1-1 0 0,0 1 0 0 0,0-1 0 0 0,0 1 1 0 0,0 0-1 0 0,1-1 0 0 0,-1 1 1 0 0,0 0-1 0 0,0 0 0 0 0,1-1 1 0 0,-1 1-1 0 0,1 0 0 0 0,-1 0 1 0 0,1 0-1 0 0,-1 0 0 0 0,1 0 0 0 0,-1 0 1 0 0,1 1-1 0 0,-10 40 2746 0 0,7-25-2140 0 0,-30 151 1953 0 0,30-140-2288 0 0,0 0 0 0 0,2 0 0 0 0,1 1 0 0 0,5 30 0 0 0,-2-31-455 0 0,-1-9 264 0 0,8 34 1 0 0,-9-46-605 0 0,2-1-1 0 0,-1 0 1 0 0,1 0 0 0 0,-1 0 0 0 0,6 7-1 0 0,-3-4-916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2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15579 0 0,'-1'1'205'0'0,"0"1"0"0"0,0-1-1 0 0,0 1 1 0 0,0 0 0 0 0,0-1 0 0 0,1 1-1 0 0,-1 0 1 0 0,0-1 0 0 0,1 1-1 0 0,-1 3 1 0 0,1-4-245 0 0,0 0 0 0 0,-1 0-1 0 0,1-1 1 0 0,0 1 0 0 0,0 0 0 0 0,0 0 0 0 0,0 0-1 0 0,0-1 1 0 0,0 1 0 0 0,1 0 0 0 0,-1 0 0 0 0,0-1-1 0 0,0 1 1 0 0,0 0 0 0 0,1 0 0 0 0,-1-1 0 0 0,0 1-1 0 0,1 0 1 0 0,-1-1 0 0 0,1 1 0 0 0,-1 0 0 0 0,1-1-1 0 0,-1 1 1 0 0,1-1 0 0 0,-1 1 0 0 0,1-1 0 0 0,-1 1-1 0 0,1-1 1 0 0,0 1 0 0 0,0-1 0 0 0,2 2-462 0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12 13187 0 0,'-3'-1'72'0'0,"-30"-10"2949"0"0,33 11-2978 0 0,0 0-1 0 0,0 0 1 0 0,0 1-1 0 0,0-1 0 0 0,0 0 1 0 0,0 0-1 0 0,0 0 0 0 0,0 0 1 0 0,0 0-1 0 0,0 0 0 0 0,0 0 1 0 0,0 0-1 0 0,0 0 0 0 0,0 0 1 0 0,0 0-1 0 0,0 0 1 0 0,0 0-1 0 0,0 0 0 0 0,0 0 1 0 0,0 0-1 0 0,0 1 0 0 0,0-1 1 0 0,0 0-1 0 0,0 0 0 0 0,0 0 1 0 0,0 0-1 0 0,0 0 1 0 0,0 0-1 0 0,0 0 0 0 0,0 0 1 0 0,0 0-1 0 0,0 0 0 0 0,0 0 1 0 0,0 0-1 0 0,0 0 0 0 0,0 1 1 0 0,20 9 478 0 0,57 23 49 0 0,-46-21-660 0 0,40 21 0 0 0,-63-28 88 0 0,1 0 0 0 0,-1 0 0 0 0,0 1 0 0 0,0 1-1 0 0,-1-1 1 0 0,1 1 0 0 0,-2 0 0 0 0,12 16 0 0 0,-16-20 12 0 0,0 0 0 0 0,-1 0 0 0 0,0 0 0 0 0,0 1 0 0 0,0-1 0 0 0,0 1 0 0 0,0-1 0 0 0,0 1 0 0 0,-1-1 0 0 0,0 1 0 0 0,0-1 0 0 0,0 1 0 0 0,0-1 0 0 0,0 1 0 0 0,-1-1 0 0 0,1 1-1 0 0,-1-1 1 0 0,0 0 0 0 0,0 1 0 0 0,0-1 0 0 0,-1 0 0 0 0,1 1 0 0 0,-1-1 0 0 0,0 0 0 0 0,0 0 0 0 0,-4 4 0 0 0,-5 8 149 0 0,-2 0 0 0 0,0-1 1 0 0,-24 20-1 0 0,29-27-61 0 0,-121 99 2225 0 0,128-105-2261 0 0,0 1 0 0 0,-1-1 0 0 0,1 0 0 0 0,0 0 0 0 0,0 0 0 0 0,0 1 0 0 0,0-1 0 0 0,0 0 0 0 0,0 1 0 0 0,0-1 0 0 0,0 1 0 0 0,0 2 0 0 0,1-4-38 0 0,0 1-1 0 0,0-1 1 0 0,0 1-1 0 0,0-1 1 0 0,0 0-1 0 0,0 1 1 0 0,0-1 0 0 0,0 1-1 0 0,0-1 1 0 0,0 1-1 0 0,0-1 1 0 0,0 1-1 0 0,0-1 1 0 0,1 1-1 0 0,-1-1 1 0 0,0 1 0 0 0,0-1-1 0 0,1 0 1 0 0,-1 1-1 0 0,0-1 1 0 0,1 1-1 0 0,-1-1 1 0 0,0 0-1 0 0,1 1 1 0 0,-1-1 0 0 0,0 0-1 0 0,1 1 1 0 0,2 0 8 0 0,0 0 0 0 0,0 0 0 0 0,0 0 0 0 0,0 0 0 0 0,0 0 0 0 0,0 0 0 0 0,1-1 0 0 0,-1 0 0 0 0,0 0 0 0 0,0 0 0 0 0,4 0 0 0 0,34-3-477 0 0,0-2-1 0 0,45-12 1 0 0,22-15-5540 0 0,-83 22 4000 0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3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5985 0 0,'1'-16'293'0'0,"5"-2"5100"0"0,9 6-165 0 0,2 5-5231 0 0,-11 4 115 0 0,0 1 0 0 0,1 1 0 0 0,-1-1 0 0 0,1 1 0 0 0,-1 0 0 0 0,1 1 0 0 0,0 0 0 0 0,-1 0 0 0 0,1 0 0 0 0,0 0 0 0 0,-1 1 0 0 0,9 2 0 0 0,-12-2-90 0 0,-1 0 0 0 0,1 0 1 0 0,-1 0-1 0 0,0 0 0 0 0,1 0 0 0 0,-1 0 1 0 0,0 0-1 0 0,1 1 0 0 0,-1-1 0 0 0,0 1 1 0 0,0 0-1 0 0,0 0 0 0 0,-1-1 1 0 0,1 1-1 0 0,0 0 0 0 0,-1 1 0 0 0,1-1 1 0 0,-1 0-1 0 0,0 0 0 0 0,1 1 0 0 0,-1-1 1 0 0,0 0-1 0 0,0 1 0 0 0,-1-1 1 0 0,1 1-1 0 0,-1 0 0 0 0,1-1 0 0 0,-1 1 1 0 0,0-1-1 0 0,0 1 0 0 0,0 0 0 0 0,0 4 1 0 0,-1 1 66 0 0,-1 1 0 0 0,0-1 1 0 0,0 1-1 0 0,-1-1 0 0 0,0 0 1 0 0,0 0-1 0 0,-1 0 0 0 0,0 0 1 0 0,0 0-1 0 0,-1-1 0 0 0,-7 10 1 0 0,-6 3 273 0 0,-1 0 0 0 0,-28 22 0 0 0,21-19 426 0 0,25-23-760 0 0,1 1-1 0 0,0-1 1 0 0,-1 0 0 0 0,1 0 0 0 0,0 0 0 0 0,-1 0 0 0 0,1 1 0 0 0,0-1-1 0 0,0 0 1 0 0,-1 0 0 0 0,1 0 0 0 0,0 1 0 0 0,0-1 0 0 0,-1 0 0 0 0,1 0 0 0 0,0 1-1 0 0,0-1 1 0 0,0 0 0 0 0,-1 1 0 0 0,1-1 0 0 0,0 0 0 0 0,0 1 0 0 0,0-1-1 0 0,0 0 1 0 0,0 1 0 0 0,0-1 0 0 0,0 0 0 0 0,0 1 0 0 0,0-1 0 0 0,0 0 0 0 0,0 1-1 0 0,0-1 1 0 0,0 0 0 0 0,0 1 0 0 0,0-1 0 0 0,0 0 0 0 0,0 1 0 0 0,0-1-1 0 0,0 0 1 0 0,1 1 0 0 0,-1-1 0 0 0,0 0 0 0 0,0 1 0 0 0,0-1 0 0 0,1 0-1 0 0,-1 0 1 0 0,0 1 0 0 0,1-1 0 0 0,23 5 224 0 0,36-8-678 0 0,-59 3 440 0 0,6-1-244 0 0,80-6-395 0 0,-28 7-6270 0 0,-28 1 197 0 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7 125 17308 0 0,'-1'-1'127'0'0,"0"0"0"0"0,1 0 1 0 0,-1 1-1 0 0,1-1 1 0 0,-1 0-1 0 0,1 0 0 0 0,0 0 1 0 0,-1 0-1 0 0,1 0 0 0 0,0 1 1 0 0,-1-1-1 0 0,1 0 1 0 0,0 0-1 0 0,0 0 0 0 0,0 0 1 0 0,0-1-1 0 0,13-3 1118 0 0,-5 3-959 0 0,253-57 891 0 0,-228 52-1227 0 0,141-24-1345 0 0,-154 29-302 0 0,-3 0-482 0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14259 0 0,'-3'2'152'0'0,"0"0"0"0"0,1 0-1 0 0,-1 0 1 0 0,0 0 0 0 0,1 0 0 0 0,0 0-1 0 0,0 1 1 0 0,-1-1 0 0 0,1 1 0 0 0,1 0-1 0 0,-1 0 1 0 0,0 0 0 0 0,-2 5 0 0 0,-12 45 760 0 0,11-34-568 0 0,-5 15 543 0 0,2 1 1 0 0,-6 59-1 0 0,13-74-737 0 0,1 0-1 0 0,1 1 0 0 0,0-1 0 0 0,1 1 0 0 0,2-1 0 0 0,6 23 0 0 0,19 79-3114 0 0,-25-108 1572 0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20 12443 0 0,'-4'4'167'0'0,"1"0"0"0"0,-1 1 0 0 0,1 0 0 0 0,-1-1 1 0 0,1 2-1 0 0,1-1 0 0 0,-1 0 0 0 0,1 0 0 0 0,0 1 0 0 0,-2 9 1 0 0,-5 9-27 0 0,-10 20-125 0 0,-20 53-200 0 0,34-84 216 0 0,1 1 1 0 0,1-1-1 0 0,0 1 1 0 0,1 0-1 0 0,0 18 1 0 0,1-30 39 0 0,1 1 1 0 0,0-1 0 0 0,0 1 0 0 0,1-1-1 0 0,-1 0 1 0 0,0 1 0 0 0,1-1-1 0 0,-1 0 1 0 0,1 1 0 0 0,0-1-1 0 0,0 0 1 0 0,0 0 0 0 0,0 0 0 0 0,0 0-1 0 0,0 0 1 0 0,0 0 0 0 0,1 0-1 0 0,-1 0 1 0 0,1 0 0 0 0,0 0-1 0 0,-1-1 1 0 0,1 1 0 0 0,0-1 0 0 0,0 1-1 0 0,0-1 1 0 0,0 0 0 0 0,0 0-1 0 0,0 0 1 0 0,0 0 0 0 0,1 0-1 0 0,-1 0 1 0 0,0 0 0 0 0,0-1 0 0 0,1 1-1 0 0,-1-1 1 0 0,0 0 0 0 0,1 0-1 0 0,-1 0 1 0 0,1 0 0 0 0,3 0-1 0 0,3-1 162 0 0,-1 0-1 0 0,1-1 1 0 0,-1 0-1 0 0,0 0 0 0 0,1-1 1 0 0,-1 0-1 0 0,0 0 0 0 0,0-1 1 0 0,-1 0-1 0 0,8-5 1 0 0,-6 2-57 0 0,0 1 1 0 0,-1-1-1 0 0,0 0 1 0 0,0-1-1 0 0,-1 0 1 0 0,11-14 0 0 0,-15 16-89 0 0,0 1 0 0 0,0-1-1 0 0,0 0 1 0 0,0 0 0 0 0,-1 0 0 0 0,0 0 0 0 0,-1-1 0 0 0,0 1 0 0 0,1 0 0 0 0,-2-1 0 0 0,1 1 0 0 0,-1-10 0 0 0,-1-3 69 0 0,0 0 0 0 0,-2 0 1 0 0,0 0-1 0 0,-1 1 0 0 0,-1-1 1 0 0,0 1-1 0 0,-2 0 0 0 0,0 0 0 0 0,-16-28 1 0 0,16 37-160 0 0,3 10-889 0 0,3 19-1916 0 0,2-1 1095 0 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4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28 12899 0 0,'-4'-2'1152'0'0,"0"-1"3489"0"0,4 2-3057 0 0,0-2-1240 0 0,2 2-248 0 0,2-2-32 0 0,19-4-1344 0 0,-16 3-3985 0 0,0 0-960 0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5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7370 0 0,'14'2'6876'0'0,"14"8"-4806"0"0,-1-1-1290 0 0,-2-3-171 0 0,19 5 67 0 0,1 2-1 0 0,58 25 1 0 0,-100-36-656 0 0,0-1 0 0 0,0 1 0 0 0,0 0 0 0 0,0 0 0 0 0,0 0 0 0 0,0 0 0 0 0,-1 0 0 0 0,1 0 0 0 0,-1 1 0 0 0,0-1-1 0 0,1 1 1 0 0,-1 0 0 0 0,0 0 0 0 0,-1 0 0 0 0,1 0 0 0 0,0 0 0 0 0,-1 0 0 0 0,0 0 0 0 0,2 5 0 0 0,-2-3 3 0 0,-1-1 0 0 0,0 0 0 0 0,0 0 0 0 0,0 0 1 0 0,0 0-1 0 0,-1 0 0 0 0,0 1 0 0 0,1-1 0 0 0,-2 0 0 0 0,1 0 0 0 0,0 0 1 0 0,-1-1-1 0 0,0 1 0 0 0,1 0 0 0 0,-1-1 0 0 0,-3 5 0 0 0,-7 6 130 0 0,0 1 0 0 0,-1-2 0 0 0,0 0 0 0 0,-1 0 0 0 0,0-1 0 0 0,-28 17 0 0 0,23-17 272 0 0,2 1-1 0 0,0 0 0 0 0,0 2 1 0 0,-21 23-1 0 0,37-37-403 0 0,0 0-1 0 0,0 1 1 0 0,0-1-1 0 0,0 0 1 0 0,0 0 0 0 0,0 1-1 0 0,1-1 1 0 0,-1 1 0 0 0,0-1-1 0 0,1 0 1 0 0,-1 1-1 0 0,1 0 1 0 0,-1-1 0 0 0,1 1-1 0 0,0-1 1 0 0,0 1-1 0 0,-1-1 1 0 0,1 1 0 0 0,0 0-1 0 0,1-1 1 0 0,-1 1-1 0 0,0-1 1 0 0,0 1 0 0 0,1-1-1 0 0,-1 1 1 0 0,0-1-1 0 0,1 1 1 0 0,0-1 0 0 0,1 3-1 0 0,0-2 7 0 0,0 0 0 0 0,0 0-1 0 0,0 0 1 0 0,0 0 0 0 0,0-1-1 0 0,0 1 1 0 0,1-1 0 0 0,-1 0 0 0 0,1 0-1 0 0,-1 0 1 0 0,1 0 0 0 0,-1 0-1 0 0,1 0 1 0 0,0 0 0 0 0,-1-1 0 0 0,6 1-1 0 0,5-1-334 0 0,1 1 1 0 0,-1-2-1 0 0,1 0 0 0 0,-1 0 0 0 0,1-2 0 0 0,-1 1 0 0 0,25-10 0 0 0,-18 4-375 0 0,1-1 0 0 0,-1-1-1 0 0,0 0 1 0 0,18-15-1 0 0,-16 9-1237 0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5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32 8290 0 0,'-1'-1'108'0'0,"1"0"0"0"0,0 0 0 0 0,0 0 0 0 0,-1 0 0 0 0,1 0 0 0 0,0 0-1 0 0,0-1 1 0 0,0 1 0 0 0,0 0 0 0 0,0 0 0 0 0,0 0 0 0 0,1 0 0 0 0,-1 0 0 0 0,0 0 0 0 0,0 0 0 0 0,1 0 0 0 0,-1 0 0 0 0,1 0 0 0 0,0-1 0 0 0,1 1 355 0 0,-1 0-1 0 0,1 0 1 0 0,0 0 0 0 0,0 1 0 0 0,0-1-1 0 0,0 1 1 0 0,0-1 0 0 0,-1 1 0 0 0,1 0-1 0 0,2-1 1 0 0,-1 1-237 0 0,6-1 27 0 0,1 0 1 0 0,0 0 0 0 0,0 1 0 0 0,0 1-1 0 0,0 0 1 0 0,0 0 0 0 0,0 1-1 0 0,0 0 1 0 0,-1 0 0 0 0,1 1 0 0 0,8 4-1 0 0,-16-6-208 0 0,-1 0 0 0 0,0-1 0 0 0,0 1 0 0 0,0 0-1 0 0,0 0 1 0 0,0-1 0 0 0,0 1 0 0 0,0 0 0 0 0,0 0-1 0 0,0 0 1 0 0,-1 0 0 0 0,1 0 0 0 0,0 0 0 0 0,0 1-1 0 0,-1-1 1 0 0,1 0 0 0 0,-1 0 0 0 0,1 0 0 0 0,-1 1-1 0 0,0-1 1 0 0,1 0 0 0 0,-1 1 0 0 0,0-1 0 0 0,0 2-1 0 0,0-1 16 0 0,-1 1 1 0 0,1-1-1 0 0,-1 0 0 0 0,0 1 0 0 0,1-1 0 0 0,-1 1 0 0 0,0-1 0 0 0,-1 0 0 0 0,1 0 0 0 0,0 1 0 0 0,-3 2 0 0 0,-4 4 59 0 0,-1 0 0 0 0,1 0 1 0 0,-1-1-1 0 0,-11 7 0 0 0,15-12-105 0 0,1 1 1 0 0,-1 0-1 0 0,1 0 1 0 0,-1 0-1 0 0,1 0 1 0 0,1 1-1 0 0,-1-1 1 0 0,-5 9-1 0 0,9-11-10 0 0,-1 0 0 0 0,0 0-1 0 0,1 0 1 0 0,-1 0 0 0 0,1 0 0 0 0,0 0-1 0 0,-1 0 1 0 0,1 0 0 0 0,0 0 0 0 0,0 0-1 0 0,1 0 1 0 0,-1 0 0 0 0,0 0 0 0 0,1 0-1 0 0,-1 0 1 0 0,1-1 0 0 0,-1 1-1 0 0,1 0 1 0 0,0 0 0 0 0,0 0 0 0 0,0 0-1 0 0,0-1 1 0 0,0 1 0 0 0,0-1 0 0 0,1 1-1 0 0,-1 0 1 0 0,0-1 0 0 0,4 3 0 0 0,10 9 67 0 0,1 1 0 0 0,22 13 0 0 0,-24-18 5 0 0,0 0 0 0 0,-1 1-1 0 0,0 1 1 0 0,17 19 0 0 0,-28-28-4 0 0,0 0 0 0 0,0 0 0 0 0,-1 0 0 0 0,1 0 0 0 0,-1 0 0 0 0,1 1 0 0 0,-1-1 0 0 0,0 1 0 0 0,0-1 0 0 0,0 1 0 0 0,0-1 0 0 0,-1 1 0 0 0,1-1 0 0 0,-1 1 0 0 0,1 0 0 0 0,-1-1 0 0 0,0 1 0 0 0,0 0 0 0 0,0-1 0 0 0,0 1 0 0 0,-1 0 0 0 0,1-1 0 0 0,-1 1 0 0 0,1-1 0 0 0,-1 1 0 0 0,0-1 0 0 0,0 1 0 0 0,0-1 0 0 0,-1 1 0 0 0,1-1 0 0 0,0 0 0 0 0,-1 0 0 0 0,1 1 0 0 0,-1-1 0 0 0,0 0 0 0 0,0-1 0 0 0,0 1 0 0 0,0 0 0 0 0,0 0 0 0 0,0-1 0 0 0,0 1 0 0 0,-1-1 0 0 0,1 0 0 0 0,-4 2 0 0 0,-14 7 128 0 0,-1-1 0 0 0,0 0 1 0 0,-28 7-1 0 0,46-15-219 0 0,-25 9-2789 0 0,27-10 2578 0 0,0 1 0 0 0,0 0 0 0 0,0-1 0 0 0,0 1 0 0 0,0 0 0 0 0,1 0 0 0 0,-1 0 1 0 0,0-1-1 0 0,1 1 0 0 0,-1 0 0 0 0,1 0 0 0 0,-1 0 0 0 0,1 0 0 0 0,-1 0 0 0 0,1 0 0 0 0,-1 0 0 0 0,1 0 0 0 0,0 0 0 0 0,0 0 1 0 0,0 0-1 0 0,-1 0 0 0 0,1 0 0 0 0,0 1 0 0 0,0-1 0 0 0,1 1 0 0 0,0 6-7225 0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19 130 13363 0 0,'0'0'125'0'0,"-18"-20"5770"0"0,128 6-2336 0 0,2 0-2992 0 0,-52 4-379 0 0,192-41-1208 0 0,-237 45-766 0 0,-8-2-2920 0 0,-8 2-1437 0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11690 0 0,'-3'1'122'0'0,"0"1"-1"0"0,0-1 1 0 0,0 1-1 0 0,1-1 0 0 0,-1 1 1 0 0,1 0-1 0 0,-1 0 0 0 0,1 0 1 0 0,0 0-1 0 0,0 1 1 0 0,0-1-1 0 0,0 0 0 0 0,0 1 1 0 0,0 0-1 0 0,1-1 0 0 0,-3 6 1 0 0,-2 6 492 0 0,0 1 0 0 0,-4 17-1 0 0,4-10-82 0 0,-8 20 1193 0 0,-17 85 0 0 0,29-113-1481 0 0,1-1 1 0 0,0 1-1 0 0,1 0 1 0 0,0 0 0 0 0,1 0-1 0 0,0-1 1 0 0,1 1-1 0 0,1 0 1 0 0,0-1-1 0 0,9 22 1 0 0,31 59-2531 0 0,-38-84-4924 0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12899 0 0,'-2'2'256'0'0,"1"0"1"0"0,0 1 0 0 0,1-1-1 0 0,-1 0 1 0 0,0 1-1 0 0,1-1 1 0 0,-1 0 0 0 0,1 1-1 0 0,0-1 1 0 0,0 1 0 0 0,0-1-1 0 0,0 1 1 0 0,1 2-1 0 0,-1 6 298 0 0,-21 238 2749 0 0,2-44-1488 0 0,20-174-1678 0 0,-1-30-367 0 0,0 1-1 0 0,1 0 1 0 0,-1-1 0 0 0,1 1-1 0 0,-1-1 1 0 0,1 1-1 0 0,-1-1 1 0 0,1 0 0 0 0,0 1-1 0 0,-1-1 1 0 0,1 1 0 0 0,0-1-1 0 0,0 0 1 0 0,0 0-1 0 0,0 0 1 0 0,0 1 0 0 0,2 0-1 0 0,3 1-6464 0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6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 8754 0 0,'-10'0'384'0'0,"5"-2"88"0"0,-1 2-376 0 0,2 2-96 0 0,3-1 0 0 0,-1 2 1880 0 0,1 0 361 0 0,-1 2 63 0 0,2 2 25 0 0,2 1-2009 0 0,1-1-392 0 0,3 0-88 0 0,1-3-8 0 0,2 2-1200 0 0,-1-5-233 0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7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46 7834 0 0,'-3'-7'-449'0'0,"2"5"701"0"0,0 1 0 0 0,0-1 0 0 0,1 1 0 0 0,-1-1 0 0 0,1 1 0 0 0,-1-1-1 0 0,1 0 1 0 0,0 1 0 0 0,-1-1 0 0 0,1 0 0 0 0,0-2 0 0 0,1 3 74 0 0,-1 0-1 0 0,1 0 1 0 0,-1 1 0 0 0,1-1 0 0 0,0 0-1 0 0,0 0 1 0 0,-1 1 0 0 0,1-1-1 0 0,0 1 1 0 0,0-1 0 0 0,0 0 0 0 0,0 1-1 0 0,-1 0 1 0 0,1-1 0 0 0,0 1-1 0 0,0-1 1 0 0,0 1 0 0 0,0 0 0 0 0,0 0-1 0 0,0-1 1 0 0,0 1 0 0 0,0 0-1 0 0,2 0 1 0 0,13-2-88 0 0,-1 0 0 0 0,1 1 0 0 0,0 1 0 0 0,0 0-1 0 0,29 5 1 0 0,-36-3-162 0 0,0 0-1 0 0,0 0 0 0 0,0 1 1 0 0,-1 0-1 0 0,0 0 0 0 0,1 1 1 0 0,-1 0-1 0 0,0 0 0 0 0,-1 1 1 0 0,1 0-1 0 0,11 11 0 0 0,-15-13-24 0 0,-1 1 1 0 0,0 0-1 0 0,0-1 0 0 0,0 1 0 0 0,0 1 0 0 0,-1-1 0 0 0,1 0 0 0 0,-1 1 0 0 0,0-1 0 0 0,-1 1 0 0 0,1 0 0 0 0,-1 0 1 0 0,0-1-1 0 0,0 1 0 0 0,0 0 0 0 0,-1 0 0 0 0,1 0 0 0 0,-1 0 0 0 0,0 0 0 0 0,-1 0 0 0 0,1 0 0 0 0,-3 7 0 0 0,0-3 14 0 0,0 1-1 0 0,-1-1 0 0 0,0 0 0 0 0,0-1 0 0 0,-1 1 0 0 0,0-1 0 0 0,0 0 0 0 0,-1 0 1 0 0,0 0-1 0 0,-10 9 0 0 0,-24 21 254 0 0,10-9 559 0 0,-28 33 0 0 0,57-61-856 0 0,1-1-1 0 0,-1 1 0 0 0,1-1 1 0 0,-1 1-1 0 0,1-1 1 0 0,0 1-1 0 0,-1 0 0 0 0,1-1 1 0 0,0 1-1 0 0,-1-1 0 0 0,1 1 1 0 0,0 0-1 0 0,-1-1 1 0 0,1 1-1 0 0,0 0 0 0 0,0-1 1 0 0,0 1-1 0 0,0 0 0 0 0,0 0 1 0 0,0-1-1 0 0,0 1 1 0 0,0 0-1 0 0,0-1 0 0 0,0 1 1 0 0,0 0-1 0 0,0 0 0 0 0,0-1 1 0 0,1 1-1 0 0,-1 0 1 0 0,0-1-1 0 0,1 1 0 0 0,-1-1 1 0 0,0 1-1 0 0,1 0 0 0 0,-1-1 1 0 0,1 1-1 0 0,-1-1 1 0 0,1 1-1 0 0,-1-1 0 0 0,1 1 1 0 0,-1-1-1 0 0,1 1 0 0 0,-1-1 1 0 0,1 0-1 0 0,0 1 1 0 0,-1-1-1 0 0,1 0 0 0 0,0 1 1 0 0,-1-1-1 0 0,1 0 1 0 0,0 0-1 0 0,-1 0 0 0 0,1 0 1 0 0,0 0-1 0 0,-1 1 0 0 0,2-1 1 0 0,3 1-5 0 0,1-1 1 0 0,-1 1 0 0 0,0 0-1 0 0,0-1 1 0 0,1 0-1 0 0,6-1 1 0 0,9-4-102 0 0,1 0 1 0 0,-1-2-1 0 0,0 0 1 0 0,0-1-1 0 0,-1-1 0 0 0,25-16 1 0 0,33-25-2301 0 0,-4-6-3619 0 0,-51 38-344 0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7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36 2304 0 0,'4'-19'9798'0'0,"5"2"-4184"0"0,-27 42-1696 0 0,-9 23-3515 0 0,12-20-83 0 0,6-12-244 0 0,1 1 0 0 0,0 0 0 0 0,-8 27 0 0 0,14-36-51 0 0,0 0 0 0 0,0 1-1 0 0,1-1 1 0 0,0 0 0 0 0,0 1-1 0 0,1-1 1 0 0,0 0 0 0 0,1 1-1 0 0,0-1 1 0 0,2 9 0 0 0,-3-14 4 0 0,2 0-1 0 0,-1 0 1 0 0,0 0 0 0 0,1-1-1 0 0,-1 1 1 0 0,1-1-1 0 0,0 1 1 0 0,-1-1 0 0 0,1 0-1 0 0,1 0 1 0 0,-1 0 0 0 0,0 0-1 0 0,0 0 1 0 0,1 0 0 0 0,-1 0-1 0 0,1-1 1 0 0,-1 1 0 0 0,1-1-1 0 0,0 0 1 0 0,0 0 0 0 0,-1 0-1 0 0,1 0 1 0 0,0 0 0 0 0,0-1-1 0 0,0 1 1 0 0,0-1 0 0 0,5 0-1 0 0,8 1 77 0 0,0-1-1 0 0,0-1 1 0 0,29-5-1 0 0,-37 5-65 0 0,47-9 92 0 0,0-3 0 0 0,0-2 1 0 0,-1-2-1 0 0,57-27 0 0 0,-106 42-136 0 0,2-1 20 0 0,0 0 1 0 0,0-1-1 0 0,0 1 0 0 0,-1-2 0 0 0,11-7 0 0 0,-16 11-105 0 0,1-1 0 0 0,0 0-1 0 0,-1 0 1 0 0,0 0-1 0 0,0 0 1 0 0,1 0 0 0 0,-1 0-1 0 0,0 0 1 0 0,-1 0-1 0 0,1 0 1 0 0,0 0 0 0 0,-1 0-1 0 0,1-1 1 0 0,-1 1-1 0 0,1 0 1 0 0,-1 0 0 0 0,0-1-1 0 0,0 1 1 0 0,0 0-1 0 0,0-1 1 0 0,-1 1 0 0 0,1 0-1 0 0,-2-4 1 0 0,-15-39-5136 0 0,15 41 4384 0 0,-4-12-5445 0 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48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0 4145 0 0,'-26'26'5058'0'0,"10"-11"-3648"0"0,1 0 0 0 0,0 1-1 0 0,-17 27 1 0 0,8-4-138 0 0,2 2 0 0 0,2 1 0 0 0,2 0 0 0 0,1 2 0 0 0,3 0 0 0 0,-16 75 0 0 0,28-109-1155 0 0,0 0 0 0 0,1 1 0 0 0,0 0 0 0 0,0-1-1 0 0,1 1 1 0 0,0-1 0 0 0,1 1 0 0 0,1-1-1 0 0,-1 1 1 0 0,2-1 0 0 0,-1 1 0 0 0,1-1-1 0 0,1 0 1 0 0,0 0 0 0 0,10 17 0 0 0,-7-11-2422 0 0,-6-13 472 0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 11979 0 0,'-7'-6'6446'0'0,"17"6"-4453"0"0,27 6-2989 0 0,-29-5 1657 0 0,46 4-346 0 0,103-3 0 0 0,-19-2-302 0 0,-133 1-314 0 0,25 1-283 0 0,-29-2 418 0 0,0 0 1 0 0,-1 0 0 0 0,1 0 0 0 0,0 0-1 0 0,-1 0 1 0 0,1 1 0 0 0,0-1 0 0 0,-1 0-1 0 0,1 0 1 0 0,0 0 0 0 0,-1 1 0 0 0,1-1-1 0 0,-1 0 1 0 0,1 1 0 0 0,0-1 0 0 0,-1 1-1 0 0,1-1 1 0 0,-1 0 0 0 0,1 1-1 0 0,-1-1 1 0 0,1 1 0 0 0,-1-1 0 0 0,0 1-1 0 0,1 0 1 0 0,-1-1 0 0 0,1 1 0 0 0,-1-1-1 0 0,0 1 1 0 0,0 0 0 0 0,1-1 0 0 0,-1 1-1 0 0,0 1 1 0 0,-2 3-1563 0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0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20 9674 0 0,'0'0'165'0'0,"0"0"1"0"0,-1 0-1 0 0,1 0 1 0 0,-1 0-1 0 0,1 0 1 0 0,-1 0-1 0 0,1 0 0 0 0,-1 0 1 0 0,1 0-1 0 0,-1 0 1 0 0,1 0-1 0 0,-1 0 0 0 0,1 0 1 0 0,-1 1-1 0 0,1-1 1 0 0,0 0-1 0 0,-1 0 0 0 0,1 0 1 0 0,-1 1-1 0 0,1-1 1 0 0,0 0-1 0 0,-1 1 1 0 0,1-1-1 0 0,-1 0 0 0 0,1 1 1 0 0,-1 0-1 0 0,7 9 3081 0 0,20 8-1284 0 0,-16-14-1836 0 0,0-1 0 0 0,0 0 0 0 0,0-1 0 0 0,0 0 0 0 0,0-1 0 0 0,1 0 0 0 0,-1 0 0 0 0,1-1 0 0 0,-1 0 0 0 0,16-3 0 0 0,10-4 950 0 0,59-19 0 0 0,-60 16-592 0 0,43-9-1 0 0,-70 18-1163 0 0,1-1 0 0 0,-1 1 0 0 0,0 1 0 0 0,1 0 0 0 0,-1 0 0 0 0,16 3 0 0 0,-16-1-6378 0 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1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80 8754 0 0,'-15'-9'2739'0'0,"14"9"-2604"0"0,0-1 1 0 0,0 1 0 0 0,0-1-1 0 0,0 1 1 0 0,0-1 0 0 0,0 0-1 0 0,0 1 1 0 0,0-1 0 0 0,0 0-1 0 0,1 0 1 0 0,-1 0 0 0 0,0 0-1 0 0,0 0 1 0 0,0-1-1 0 0,1 1-11 0 0,0-1 0 0 0,0 1 0 0 0,0 0 0 0 0,1 0-1 0 0,-1-1 1 0 0,0 1 0 0 0,1 0 0 0 0,-1 0-1 0 0,1 0 1 0 0,-1 0 0 0 0,1-1 0 0 0,0 1 0 0 0,-1 0-1 0 0,1 0 1 0 0,0 0 0 0 0,0 0 0 0 0,2-1-1 0 0,-2 0 328 0 0,10-11 13 0 0,-11 13-403 0 0,0-1 0 0 0,1 1 0 0 0,-1 0 1 0 0,0 0-1 0 0,0 0 0 0 0,0 0 1 0 0,0 0-1 0 0,1 0 0 0 0,-1 0 1 0 0,0 0-1 0 0,0 0 0 0 0,0 0 1 0 0,0-1-1 0 0,0 1 0 0 0,1 0 0 0 0,-1 0 1 0 0,0 0-1 0 0,0 0 0 0 0,0 0 1 0 0,0-1-1 0 0,0 1 0 0 0,0 0 1 0 0,0 0-1 0 0,0 0 0 0 0,0 0 1 0 0,0-1-1 0 0,0 1 0 0 0,0 0 0 0 0,1 0 1 0 0,-1 0-1 0 0,0-1 0 0 0,0 1 1 0 0,0 0-1 0 0,0 0 0 0 0,-1 0 1 0 0,1 0-1 0 0,0-1 0 0 0,0 1 1 0 0,0 0-1 0 0,0 0 0 0 0,0 0 0 0 0,0 0 1 0 0,0-1-1 0 0,0 1 0 0 0,0 0 1 0 0,0 0-1 0 0,0 0 0 0 0,-1 0 1 0 0,1-1-1 0 0,0 1 0 0 0,-22 5 466 0 0,-9-10 1043 0 0,27 4-1438 0 0,-1 0 0 0 0,0 0 0 0 0,1-1 0 0 0,0 1 0 0 0,-6-3 0 0 0,5 1-132 0 0,-25 5 0 0 0,-12 0 145 0 0,41-2-162 0 0,0-2 30 0 0,1 2 337 0 0,27 14-266 0 0,0 1 1 0 0,-1 1 0 0 0,39 34 0 0 0,-53-40-70 0 0,-1 0 1 0 0,-1 0-1 0 0,0 1 1 0 0,-1 1-1 0 0,0-1 0 0 0,0 2 1 0 0,-2-1-1 0 0,1 1 1 0 0,9 24-1 0 0,-16-32-9 0 0,0 1 0 0 0,0 0-1 0 0,-1-1 1 0 0,1 1 0 0 0,-1 0 0 0 0,-1-1 0 0 0,1 1-1 0 0,-1 0 1 0 0,0-1 0 0 0,0 1 0 0 0,0-1 0 0 0,-1 1-1 0 0,0-1 1 0 0,0 0 0 0 0,-4 8 0 0 0,-5 6 23 0 0,0 0 1 0 0,-21 28-1 0 0,17-28-14 0 0,0 0-1 0 0,-1-1 1 0 0,-1-1 0 0 0,-1 0-1 0 0,0-2 1 0 0,-1 0-1 0 0,-1-1 1 0 0,-28 16-1 0 0,28-18 202 0 0,22-11-54 0 0,13-3-58 0 0,153-25 477 0 0,-74 14-364 0 0,-47 7-2578 0 0,0 2 0 0 0,89 4-1 0 0,-113 2 236 0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2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1 230 12899 0 0,'0'-1'123'0'0,"0"0"0"0"0,-1 0 1 0 0,1 0-1 0 0,0 0 0 0 0,0-1 1 0 0,0 1-1 0 0,0 0 0 0 0,0 0 1 0 0,1 0-1 0 0,-1 0 0 0 0,0 0 1 0 0,0 0-1 0 0,1-1 0 0 0,-1 1 1 0 0,1 0-1 0 0,-1 0 1 0 0,1 0-1 0 0,-1 0 0 0 0,1 0 1 0 0,0 1-1 0 0,-1-1 0 0 0,1 0 1 0 0,0 0-1 0 0,0 0 0 0 0,0 0 1 0 0,-1 1-1 0 0,1-1 0 0 0,0 0 1 0 0,0 1-1 0 0,2-1 0 0 0,-1-1 552 0 0,67-46 3749 0 0,-38 29-3966 0 0,1 2 0 0 0,0 1 0 0 0,49-17 0 0 0,-18 13-306 0 0,0 3 0 0 0,85-11 0 0 0,-132 28-1554 0 0,-8 0-6795 0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2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 10594 0 0,'-1'0'44'0'0,"1"0"-1"0"0,-1-1 1 0 0,0 1-1 0 0,1 0 1 0 0,-1 0-1 0 0,1-1 1 0 0,-1 1-1 0 0,0 0 1 0 0,1 0-1 0 0,-1 0 1 0 0,0 0-1 0 0,1 0 1 0 0,-1 0-1 0 0,0 0 1 0 0,1 0-1 0 0,-1 0 1 0 0,0 0-1 0 0,1 0 1 0 0,-1 0-1 0 0,1 0 1 0 0,-1 0-1 0 0,0 1 1 0 0,1-1-1 0 0,-1 0 1 0 0,1 1-1 0 0,-1-1 1 0 0,0 1-1 0 0,-1 17 1664 0 0,3-9-799 0 0,4 131 3276 0 0,28 188-476 0 0,-17-255-2844 0 0,-10-53-947 0 0,-1 1 1 0 0,-1 0-1 0 0,-1 0 1 0 0,-1 1-1 0 0,-1 25 1 0 0,-1-37-681 0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3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76 12387 0 0,'-8'-14'1048'0'0,"0"0"0"0"0,-2 0 0 0 0,-16-19 1 0 0,20 72 543 0 0,0 0-1248 0 0,-3 0 0 0 0,-1 0 0 0 0,-2-1 0 0 0,-21 46 0 0 0,-16 49 890 0 0,49-131-1190 0 0,-1 0 1 0 0,0 0-1 0 0,1 0 0 0 0,-1 1 1 0 0,1-1-1 0 0,0 0 1 0 0,-1 1-1 0 0,1-1 1 0 0,0 0-1 0 0,1 0 0 0 0,-1 1 1 0 0,0-1-1 0 0,1 0 1 0 0,-1 0-1 0 0,1 1 0 0 0,0-1 1 0 0,-1 0-1 0 0,1 0 1 0 0,0 0-1 0 0,3 4 1 0 0,-2-4-4 0 0,0 0 1 0 0,0 0 0 0 0,1 0 0 0 0,-1 0 0 0 0,1 0 0 0 0,-1-1 0 0 0,1 1-1 0 0,0-1 1 0 0,0 1 0 0 0,0-1 0 0 0,0 0 0 0 0,0 0 0 0 0,4 0 0 0 0,10 2 73 0 0,-1-2 1 0 0,1 0 0 0 0,0-1 0 0 0,23-2-1 0 0,-35 1-93 0 0,56-5 331 0 0,109-27 0 0 0,57-33-43 0 0,-41 12-238 0 0,-179 52-259 0 0,0 0 0 0 0,0-1 0 0 0,0 1 0 0 0,0-1-1 0 0,0-1 1 0 0,-1 1 0 0 0,1-1 0 0 0,9-8 0 0 0,-16 12 95 0 0,0 0 0 0 0,0 0 0 0 0,1-1 1 0 0,-1 1-1 0 0,0 0 0 0 0,1 0 0 0 0,-1-1 0 0 0,0 1 1 0 0,0 0-1 0 0,0-1 0 0 0,1 1 0 0 0,-1 0 0 0 0,0-1 1 0 0,0 1-1 0 0,0 0 0 0 0,0-1 0 0 0,0 1 0 0 0,0 0 1 0 0,0-1-1 0 0,0 1 0 0 0,0-1 0 0 0,0 1 0 0 0,0 0 1 0 0,0-1-1 0 0,0 1 0 0 0,0 0 0 0 0,0-1 0 0 0,0 1 1 0 0,0-1-1 0 0,0 1 0 0 0,0 0 0 0 0,0-1 0 0 0,-1 1 1 0 0,1 0-1 0 0,0-1 0 0 0,0 1 0 0 0,-5-5-2220 0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3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8754 0 0,'-2'0'84'0'0,"0"0"1"0"0,1 0-1 0 0,-1 0 1 0 0,0 0-1 0 0,0 1 0 0 0,0-1 1 0 0,0 1-1 0 0,1-1 1 0 0,-1 1-1 0 0,0 0 0 0 0,0 0 1 0 0,1 0-1 0 0,-1 0 1 0 0,1 0-1 0 0,-1 0 1 0 0,1 0-1 0 0,-1 1 0 0 0,-1 1 1 0 0,1 1 293 0 0,0-1 1 0 0,1 1 0 0 0,-1 0-1 0 0,1 0 1 0 0,0 0 0 0 0,0 0-1 0 0,0 5 1 0 0,-1 2 241 0 0,-17 92 1003 0 0,5 2-1 0 0,4-1 1 0 0,7 163 0 0 0,13-156-171 0 0,-8-95-2105 0 0,2-1 0 0 0,0 0 0 0 0,0 1-1 0 0,13 27 1 0 0,-11-34-1003 0 0,2 1-9 0 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3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35 15667 0 0,'-5'-7'264'0'0,"3"5"-85"0"0,0-1 1 0 0,0 1-1 0 0,0-1 0 0 0,0 0 0 0 0,1 0 0 0 0,-1 0 0 0 0,-1-4 0 0 0,7 7 250 0 0,1-1 1 0 0,-1 1 0 0 0,0 0-1 0 0,0 0 1 0 0,7 1 0 0 0,138 19 165 0 0,116 8-104 0 0,-264-28-491 0 0,33-1-1739 0 0,-33 1 1645 0 0,0-1 0 0 0,1 1-1 0 0,-1 0 1 0 0,0 0 0 0 0,0 0-1 0 0,0-1 1 0 0,0 1-1 0 0,1-1 1 0 0,-1 1 0 0 0,0-1-1 0 0,0 1 1 0 0,0-1 0 0 0,0 0-1 0 0,0 1 1 0 0,0-1 0 0 0,0 0-1 0 0,0 0 1 0 0,-1 0-1 0 0,1 0 1 0 0,0 0 0 0 0,0 0-1 0 0,-1 0 1 0 0,1 0 0 0 0,0-1-1 0 0,1-6-1216 0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4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0 15467 0 0,'-2'2'113'0'0,"-1"0"1"0"0,1 0-1 0 0,0 1 0 0 0,-1-1 0 0 0,1 0 0 0 0,1 1 0 0 0,-1 0 0 0 0,0-1 1 0 0,0 1-1 0 0,1 0 0 0 0,0 0 0 0 0,-1 0 0 0 0,1 0 0 0 0,0 0 0 0 0,-1 6 1 0 0,0 5-50 0 0,1 0 1 0 0,-1 20 0 0 0,1-10 348 0 0,-6 87 227 0 0,-7 204 1099 0 0,15-240-1271 0 0,3 0-1 0 0,16 90 0 0 0,-11-106-2074 0 0,-6-50-5585 0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6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33 6913 0 0,'-4'-6'898'0'0,"-9"-13"-1338"0"0,2 11 7347 0 0,10 11-6695 0 0,0-1 1 0 0,0 1-1 0 0,1 0 0 0 0,0 0 1 0 0,-1-1-1 0 0,1 1 1 0 0,0 0-1 0 0,0 0 1 0 0,1 3-1 0 0,-1 36 358 0 0,-2-1 0 0 0,-9 44-1 0 0,6-50-357 0 0,1-1-1 0 0,2 1 0 0 0,4 61 0 0 0,0-81-172 0 0,0 0 0 0 0,2 0 0 0 0,-1 0 0 0 0,8 16 1 0 0,-9-26-76 0 0,0 0 1 0 0,1 0-1 0 0,-1-1 1 0 0,1 1 0 0 0,-1-1-1 0 0,1 1 1 0 0,1-1-1 0 0,-1 0 1 0 0,1 0 0 0 0,-1-1-1 0 0,1 1 1 0 0,0-1-1 0 0,0 0 1 0 0,1 0 0 0 0,7 4-1 0 0,-9-6-96 0 0,0 0 1 0 0,0-1-1 0 0,0 1 0 0 0,1-1 0 0 0,-1 0 0 0 0,0 0 1 0 0,0 0-1 0 0,0 0 0 0 0,0 0 0 0 0,1-1 0 0 0,-1 1 0 0 0,0-1 1 0 0,0 0-1 0 0,0 0 0 0 0,0 0 0 0 0,0-1 0 0 0,0 1 1 0 0,4-3-1 0 0,15-9-866 0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7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 11090 0 0,'-3'1'107'0'0,"1"0"-1"0"0,0 1 0 0 0,0-1 0 0 0,0 1 0 0 0,0 0 0 0 0,0-1 1 0 0,0 1-1 0 0,0 0 0 0 0,0 0 0 0 0,1 0 0 0 0,-1 1 1 0 0,1-1-1 0 0,-3 4 0 0 0,-14 38 345 0 0,10-22-148 0 0,-72 193 1266 0 0,21-53-426 0 0,55-153-1067 0 0,-46 135 1033 0 0,43-120-666 0 0,1 0 1 0 0,1 1-1 0 0,1 0 0 0 0,0 25 0 0 0,3-45-356 0 0,1 1 0 0 0,1-1-1 0 0,-1 0 1 0 0,1 0 0 0 0,-1 0-1 0 0,2 0 1 0 0,-1 0 0 0 0,0 0-1 0 0,1-1 1 0 0,0 1 0 0 0,0 0 0 0 0,0-1-1 0 0,1 1 1 0 0,0-1 0 0 0,0 0-1 0 0,0 0 1 0 0,0 0 0 0 0,0 0 0 0 0,8 6-1 0 0,-6-6-49 0 0,1-1 0 0 0,-1 0 0 0 0,1 0 0 0 0,0 0 0 0 0,0 0 0 0 0,0-1 0 0 0,1 0-1 0 0,-1-1 1 0 0,0 1 0 0 0,1-1 0 0 0,-1 0 0 0 0,1-1 0 0 0,-1 1 0 0 0,1-2 0 0 0,7 0 0 0 0,-7 1 0 0 0,1-1 0 0 0,0-1 0 0 0,-1 0 0 0 0,1 0 0 0 0,-1 0 1 0 0,1-1-1 0 0,-1 0 0 0 0,0 0 0 0 0,0-1 0 0 0,0 0 0 0 0,-1 0 1 0 0,1-1-1 0 0,-1 0 0 0 0,0 0 0 0 0,-1 0 0 0 0,1-1 0 0 0,-1 0 0 0 0,0 0 1 0 0,0 0-1 0 0,5-10 0 0 0,-6 8 12 0 0,1-1-1 0 0,-1 0 1 0 0,-1 0 0 0 0,0 0-1 0 0,0 0 1 0 0,-1-1 0 0 0,0 1 0 0 0,0-1-1 0 0,-1 1 1 0 0,0-1 0 0 0,-1 0-1 0 0,0 1 1 0 0,-1-1 0 0 0,0 0 0 0 0,0 1-1 0 0,-4-13 1 0 0,1 10 98 0 0,1-1 0 0 0,-2 1 0 0 0,0-1 0 0 0,0 1 0 0 0,-2 1 0 0 0,1-1 0 0 0,-1 1 0 0 0,-9-11 0 0 0,12 18-226 0 0,0-1 1 0 0,0 2-1 0 0,0-1 1 0 0,0 0 0 0 0,-1 1-1 0 0,1 0 1 0 0,-1 0 0 0 0,0 0-1 0 0,0 1 1 0 0,0 0 0 0 0,0 0-1 0 0,-1 0 1 0 0,1 0-1 0 0,0 1 1 0 0,-1 0 0 0 0,1 0-1 0 0,-1 0 1 0 0,1 1 0 0 0,-1 0-1 0 0,0 0 1 0 0,-8 1 0 0 0,-14 5-1356 0 0,-4 4-64 0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8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35 8754 0 0,'-13'-6'808'0'0,"-35"-14"-137"0"0,44 19 433 0 0,1 1 0 0 0,0-1 0 0 0,-1 0 0 0 0,1 1 0 0 0,-1 0 0 0 0,1 0 0 0 0,-5 0 0 0 0,9 2-422 0 0,9 2-488 0 0,14 1-72 0 0,27-1 403 0 0,1-3 0 0 0,102-12 1 0 0,15 1-346 0 0,-167 9-318 0 0,0 1 0 0 0,0 0 0 0 0,0 0 0 0 0,0 0-1 0 0,-1 0 1 0 0,1 0 0 0 0,0 1 0 0 0,0-1 0 0 0,-1 1 0 0 0,1-1-1 0 0,0 1 1 0 0,0-1 0 0 0,-1 1 0 0 0,1 0 0 0 0,-1 0-1 0 0,1 0 1 0 0,0 0 0 0 0,-1 0 0 0 0,0 0 0 0 0,1 0-1 0 0,-1 0 1 0 0,0 1 0 0 0,1-1 0 0 0,-1 1 0 0 0,1 1 0 0 0,0 5-1541 0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6:58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97 16131 0 0,'-12'-8'2193'0'0,"28"12"-209"0"0,6 2-1103 0 0,-3-4-531 0 0,0 0 1 0 0,0-1 0 0 0,1-1 0 0 0,-1 0 0 0 0,0-2 0 0 0,1 0 0 0 0,-1-1 0 0 0,20-6 0 0 0,15-8 148 0 0,76-33 0 0 0,-128 49-511 0 0,42-15-195 0 0,-41 15 185 0 0,0 0 0 0 0,0 0 0 0 0,0 1 0 0 0,0 0 0 0 0,0-1 0 0 0,0 1 0 0 0,0 0 0 0 0,0 0 0 0 0,0 1 0 0 0,0-1 0 0 0,0 0 0 0 0,6 3 0 0 0,-9-3-98 0 0,1 0-1 0 0,-1 0 1 0 0,1 0 0 0 0,-1 1 0 0 0,0-1-1 0 0,1 0 1 0 0,-1 0 0 0 0,1 1 0 0 0,-1-1-1 0 0,0 0 1 0 0,1 1 0 0 0,-1-1-1 0 0,0 0 1 0 0,1 1 0 0 0,-1-1 0 0 0,0 0-1 0 0,0 1 1 0 0,1-1 0 0 0,-1 1 0 0 0,0-1-1 0 0,0 1 1 0 0,3 5-1502 0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7:0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92 5065 0 0,'-8'-9'189'0'0,"6"6"-155"0"0,0 1 0 0 0,0-1 1 0 0,0 0-1 0 0,0 1 0 0 0,0-1 0 0 0,0 0 0 0 0,1 0 0 0 0,-2-4 0 0 0,3 5 437 0 0,0 1 1 0 0,0-1-1 0 0,0 0 0 0 0,1 1 0 0 0,-1-1 0 0 0,0 0 1 0 0,1 1-1 0 0,-1-1 0 0 0,1 1 0 0 0,0-1 1 0 0,0 1-1 0 0,-1-1 0 0 0,1 1 0 0 0,0-1 0 0 0,0 1 1 0 0,0 0-1 0 0,1-1 0 0 0,-1 1 0 0 0,2-1 1 0 0,0-1-202 0 0,0 1 1 0 0,1 0 0 0 0,-1 0 0 0 0,1 1 0 0 0,-1-1 0 0 0,1 1 0 0 0,0 0 0 0 0,5-1 0 0 0,9-1-574 0 0,-1 1 0 0 0,1 1 1 0 0,19 1-1 0 0,-24 0 1134 0 0,24 1-500 0 0,43 5 1 0 0,-65-4-177 0 0,-1 1-1 0 0,1 0 1 0 0,-1 1 0 0 0,0 1 0 0 0,25 11 0 0 0,-36-15-137 0 0,0 0 1 0 0,-1 1-1 0 0,1-1 0 0 0,-1 1 1 0 0,0 0-1 0 0,1-1 0 0 0,-1 1 1 0 0,0 0-1 0 0,0 0 1 0 0,0 0-1 0 0,-1 1 0 0 0,1-1 1 0 0,2 4-1 0 0,-3-4 0 0 0,-1 0-1 0 0,0 0 1 0 0,1 0-1 0 0,-1 0 1 0 0,0 0-1 0 0,0 0 1 0 0,0 0-1 0 0,-1 1 1 0 0,1-1 0 0 0,0 0-1 0 0,-1 0 1 0 0,1 0-1 0 0,-1 0 1 0 0,0 0-1 0 0,1 0 1 0 0,-1 0-1 0 0,0-1 1 0 0,0 1 0 0 0,-2 2-1 0 0,-15 24 103 0 0,-2-1 0 0 0,-1-1 0 0 0,-1 0-1 0 0,-33 29 1 0 0,2-1 7 0 0,47-47-112 0 0,2-2 42 0 0,-1 0 1 0 0,1-1 0 0 0,-1 1 0 0 0,0-1 0 0 0,0 0-1 0 0,-1 0 1 0 0,-7 4 0 0 0,8-6-10 0 0,3-1 22 0 0,-1-1-1 0 0,1 1 1 0 0,-1 0 0 0 0,1 0-1 0 0,0 0 1 0 0,0 1-1 0 0,0-1 1 0 0,-1 0-1 0 0,1 1 1 0 0,-3 3 0 0 0,3-4-25 0 0,0 1 1 0 0,0-1 0 0 0,0 1 0 0 0,0-1 0 0 0,0 0 0 0 0,-1 0 0 0 0,1 0 0 0 0,-3 1 0 0 0,-14 6 227 0 0,16-7-184 0 0,0 0 1 0 0,0 0-1 0 0,1-1 0 0 0,-1 0 0 0 0,0 1 0 0 0,0-1 0 0 0,-5-1 0 0 0,3 1 109 0 0,5 0-67 0 0,-4 2-78 0 0,0-1-42 0 0,3 0-11 0 0,-1-1 0 0 0,1 0 0 0 0,0 1 0 0 0,-1 0 0 0 0,1-1 0 0 0,0 1 0 0 0,-1 0 0 0 0,1-1 0 0 0,0 1 0 0 0,0 0 0 0 0,0 0 0 0 0,0 0 0 0 0,-1 1 0 0 0,-54 46 176 0 0,55-47-173 0 0,0 0 0 0 0,1-1 1 0 0,-1 1-1 0 0,0-1 0 0 0,1 1 0 0 0,-1 0 1 0 0,1-1-1 0 0,-1 1 0 0 0,1 0 0 0 0,0-1 1 0 0,-1 1-1 0 0,1 0 0 0 0,0 0 0 0 0,-1 0 0 0 0,1-1 1 0 0,0 1-1 0 0,0 0 0 0 0,0 0 0 0 0,-1 0 1 0 0,1 0-1 0 0,0-1 0 0 0,0 1 0 0 0,0 0 1 0 0,1 0-1 0 0,-1 1 0 0 0,1-1 10 0 0,-1 0 0 0 0,1 0 0 0 0,0 0 0 0 0,0 0 0 0 0,-1 0 0 0 0,1 0 0 0 0,0 0 0 0 0,0 0-1 0 0,0 0 1 0 0,0 0 0 0 0,0-1 0 0 0,1 1 0 0 0,-1 0 0 0 0,2 0 0 0 0,7 3 79 0 0,0 0 0 0 0,1-1 0 0 0,14 2 0 0 0,-16-3-69 0 0,31 5 64 0 0,0-1 0 0 0,1-2 0 0 0,0-1 0 0 0,0-3 0 0 0,0-1-1 0 0,0-2 1 0 0,-1-2 0 0 0,58-13 0 0 0,-92 16-44 0 0,-2 1-31 0 0,1 0 1 0 0,-1 0-1 0 0,0-1 1 0 0,1 1-1 0 0,-1-1 0 0 0,0 0 1 0 0,0 0-1 0 0,4-3 1 0 0,-14 0 310 0 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7:02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95 8378 0 0,'-1'-3'264'0'0,"0"0"0"0"0,0-1 0 0 0,1 0 0 0 0,-1 1 0 0 0,1-1 0 0 0,0 1 0 0 0,0-1 0 0 0,0 1 0 0 0,1-1 0 0 0,-1 0 0 0 0,1 1 0 0 0,-1-1 0 0 0,1 1 0 0 0,1 0 0 0 0,-1-1 0 0 0,2-2 0 0 0,-2 3-80 0 0,1 1 0 0 0,-1 0 0 0 0,1 0 0 0 0,0 0 0 0 0,0 0 0 0 0,0 0 0 0 0,0 0 1 0 0,0 0-1 0 0,1 1 0 0 0,-1-1 0 0 0,0 1 0 0 0,1-1 0 0 0,-1 1 0 0 0,1 0 0 0 0,-1 0 0 0 0,1 0 0 0 0,0 1 0 0 0,-1-1 0 0 0,1 0 0 0 0,0 1 1 0 0,4 0-1 0 0,17-1 44 0 0,0 1 0 0 0,0 1 0 0 0,-1 1 0 0 0,1 1 0 0 0,0 1 0 0 0,-1 1 0 0 0,0 1 0 0 0,0 1 0 0 0,-1 2 0 0 0,0 0 0 0 0,0 1 0 0 0,-1 1 0 0 0,28 19 0 0 0,-44-27-204 0 0,0 1-1 0 0,-1 0 1 0 0,1 0-1 0 0,-1 1 1 0 0,0-1-1 0 0,0 1 1 0 0,0 0-1 0 0,0 0 1 0 0,-1 0-1 0 0,0 1 1 0 0,3 5-1 0 0,-5-7-3 0 0,0 0 0 0 0,0 0 0 0 0,0 0 0 0 0,-1 0 0 0 0,1 0 0 0 0,-1 0 0 0 0,0 0 0 0 0,0 0-1 0 0,0 0 1 0 0,-1 0 0 0 0,0 0 0 0 0,1 0 0 0 0,-1-1 0 0 0,0 1 0 0 0,-1 0 0 0 0,1 0 0 0 0,-5 6-1 0 0,-6 12 51 0 0,-1-2-1 0 0,-1 0 0 0 0,-1-1 0 0 0,-1 0 0 0 0,-1-1 0 0 0,-35 30 0 0 0,-126 79 712 0 0,163-118-601 0 0,12-8-56 0 0,0 1 0 0 0,-1 0 0 0 0,1-1 0 0 0,0 2-1 0 0,-1-1 1 0 0,1 0 0 0 0,1 1 0 0 0,-1-1 0 0 0,0 1 0 0 0,-4 5 0 0 0,8-7-98 0 0,-1-1 1 0 0,0 0-1 0 0,0 1 1 0 0,1-1-1 0 0,-1 1 1 0 0,0-1-1 0 0,1 0 1 0 0,-1 1-1 0 0,1-1 1 0 0,-1 0 0 0 0,0 1-1 0 0,1-1 1 0 0,-1 0-1 0 0,1 1 1 0 0,-1-1-1 0 0,1 0 1 0 0,-1 0-1 0 0,1 0 1 0 0,-1 0-1 0 0,1 1 1 0 0,-1-1-1 0 0,1 0 1 0 0,-1 0-1 0 0,1 0 1 0 0,-1 0 0 0 0,1 0-1 0 0,-1 0 1 0 0,1 0-1 0 0,-1 0 1 0 0,1 0-1 0 0,0-1 1 0 0,20 1 31 0 0,71-16 659 0 0,106-31 1 0 0,-140 28-493 0 0,0-2 1 0 0,100-51-1 0 0,-156 71-305 0 0,10-6 298 0 0,-12 7-226 0 0,0 0 1 0 0,0 0 0 0 0,0 0 0 0 0,0-1-1 0 0,0 1 1 0 0,1 0 0 0 0,-1 0 0 0 0,0 0-1 0 0,0 0 1 0 0,0 0 0 0 0,0 0-1 0 0,0 0 1 0 0,0 0 0 0 0,0-1 0 0 0,1 1-1 0 0,-1 0 1 0 0,0 0 0 0 0,0 0 0 0 0,0 0-1 0 0,0 0 1 0 0,0-1 0 0 0,0 1-1 0 0,0 0 1 0 0,0 0 0 0 0,0 0 0 0 0,0 0-1 0 0,0-1 1 0 0,0 1 0 0 0,0 0-1 0 0,0 0 1 0 0,0 0 0 0 0,0 0 0 0 0,0-1-1 0 0,0 1 1 0 0,0 0 0 0 0,0 0 0 0 0,0 0-1 0 0,0 0 1 0 0,0 0 0 0 0,0-1-1 0 0,0 1 1 0 0,-1 0 0 0 0,1 0 0 0 0,0 0-1 0 0,0 0 1 0 0,0 0 0 0 0,0 0 0 0 0,0-1-1 0 0,0 1 1 0 0,0 0 0 0 0,-1 0-1 0 0,1 0 1 0 0,0 0 0 0 0,0 0 0 0 0,-1 0-1 0 0,-1-3-513 0 0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0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54 597 2761 0 0,'-5'-6'1706'0'0,"0"1"1"0"0,1 0 0 0 0,0-1 0 0 0,0 0 0 0 0,1 0 0 0 0,-1 0 0 0 0,-3-13 0 0 0,3 8-971 0 0,0-1 1 0 0,2 1 0 0 0,-1-1 0 0 0,0-13 0 0 0,2 3-433 0 0,1-1 0 0 0,0 0 0 0 0,2 1 0 0 0,6-31 1 0 0,26-81 533 0 0,-18 78-365 0 0,8-59 0 0 0,-24 114-593 0 0,0 0 1 0 0,0 0-1 0 0,0 0 1 0 0,0 0-1 0 0,0 0 1 0 0,1 0-1 0 0,-1-1 0 0 0,0 1 1 0 0,1 0-1 0 0,-1 0 1 0 0,0 0-1 0 0,1 0 1 0 0,-1 0-1 0 0,1 0 0 0 0,0 0 1 0 0,0 0-1 0 0,10 15-4167 0 0,-6-6-2140 0 0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0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66 187 15667 0 0,'-9'-11'914'0'0,"1"-1"0"0"0,0 1 1 0 0,0-1-1 0 0,-6-15 0 0 0,11 20-717 0 0,0 0 1 0 0,0 0-1 0 0,1 0 1 0 0,0-1-1 0 0,0 1 1 0 0,1 0-1 0 0,0-1 1 0 0,0 0-1 0 0,0-9 1 0 0,1 15-195 0 0,0 1 0 0 0,0 0 0 0 0,0 0 0 0 0,0 0 0 0 0,0 0 0 0 0,0 0 0 0 0,1 0 0 0 0,-1-1 0 0 0,0 1-1 0 0,0 0 1 0 0,1 0 0 0 0,-1 0 0 0 0,1 0 0 0 0,-1 0 0 0 0,1 0 0 0 0,-1 0 0 0 0,1 0 0 0 0,0 0 0 0 0,-1 1 0 0 0,1-1 0 0 0,0 0 0 0 0,0 0 0 0 0,-1 0 0 0 0,1 1 0 0 0,0-1 0 0 0,0 0 0 0 0,0 1 0 0 0,0-1 0 0 0,0 1 0 0 0,0-1 0 0 0,0 1 0 0 0,0 0 0 0 0,0-1 0 0 0,0 1 0 0 0,1 0 0 0 0,-1 0 0 0 0,0 0 0 0 0,0 0 0 0 0,0 0 0 0 0,0 0 0 0 0,0 0 0 0 0,0 0 0 0 0,0 0 0 0 0,1 0 0 0 0,-1 0-1 0 0,0 1 1 0 0,0-1 0 0 0,0 1 0 0 0,0-1 0 0 0,0 1 0 0 0,2 0 0 0 0,2 2-588 0 0,1 0 0 0 0,0 0-1 0 0,-1 1 1 0 0,1-1 0 0 0,-1 1 0 0 0,0 1-1 0 0,7 6 1 0 0,-4 0-1854 0 0,1 0-3325 0 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1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 8290 0 0,'-1'0'173'0'0,"-1"-1"0"0"0,0 1 0 0 0,1-1 0 0 0,-1 1 0 0 0,1-1 0 0 0,-1 1 0 0 0,1 0 0 0 0,-1 0 0 0 0,0 0 1 0 0,1 0-1 0 0,-1 0 0 0 0,0 0 0 0 0,1 1 0 0 0,-1-1 0 0 0,1 0 0 0 0,-1 1 0 0 0,-2 1 0 0 0,2-1 326 0 0,1 1 1 0 0,-1 0-1 0 0,0-1 0 0 0,1 1 1 0 0,0 0-1 0 0,-1 0 0 0 0,1 0 0 0 0,0 0 1 0 0,0 0-1 0 0,0 0 0 0 0,1 0 1 0 0,-2 3-1 0 0,-2 10-161 0 0,0-1 0 0 0,1 1-1 0 0,0 0 1 0 0,0 23 0 0 0,2 64 177 0 0,2-49-92 0 0,2 1-287 0 0,3 1 0 0 0,14 67-1 0 0,-6-46-175 0 0,-10-59-2849 0 0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1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10594 0 0,'0'-2'213'0'0,"1"0"-1"0"0,-1 1 0 0 0,1-1 0 0 0,-1 0 1 0 0,1 0-1 0 0,-1 1 0 0 0,1-1 0 0 0,0 0 1 0 0,0 1-1 0 0,0-1 0 0 0,0 1 0 0 0,0-1 1 0 0,0 1-1 0 0,1-1 0 0 0,-1 1 0 0 0,0 0 1 0 0,4-2-1 0 0,-1 0 435 0 0,1 1 0 0 0,0 0 1 0 0,0 0-1 0 0,0 0 0 0 0,5-1 0 0 0,-5 2-733 0 0,6-2 260 0 0,0 1-1 0 0,0 1 1 0 0,0 0 0 0 0,0 0-1 0 0,0 1 1 0 0,0 0-1 0 0,0 1 1 0 0,-1 0 0 0 0,1 1-1 0 0,0 0 1 0 0,0 1 0 0 0,-1 0-1 0 0,19 8 1 0 0,-27-10-148 0 0,0 0 0 0 0,0 0 0 0 0,0 1 0 0 0,0-1 0 0 0,0 0 0 0 0,-1 1 0 0 0,1 0 0 0 0,-1-1 0 0 0,1 1 0 0 0,-1 0 0 0 0,1-1 0 0 0,-1 1 0 0 0,0 0 0 0 0,0 0 0 0 0,0 0 0 0 0,0 0 0 0 0,0 1 0 0 0,-1-1 0 0 0,1 0 0 0 0,-1 0 0 0 0,1 0 0 0 0,-1 0 0 0 0,0 1 0 0 0,1-1 0 0 0,-1 0-1 0 0,-1 0 1 0 0,1 1 0 0 0,0-1 0 0 0,0 0 0 0 0,-1 0 0 0 0,1 1 0 0 0,-1-1 0 0 0,0 0 0 0 0,-2 4 0 0 0,-2 6 154 0 0,-2-1-1 0 0,1 0 1 0 0,-2 0-1 0 0,-15 18 0 0 0,18-23-154 0 0,-135 180 138 0 0,138-183-161 0 0,0 0 0 0 0,0 0 1 0 0,1 0-1 0 0,-1 0 0 0 0,1 0 0 0 0,0 0 1 0 0,0 0-1 0 0,0 1 0 0 0,0-1 0 0 0,0 0 1 0 0,1 1-1 0 0,0-1 0 0 0,-1 1 0 0 0,1-1 0 0 0,0 1 1 0 0,1-1-1 0 0,-1 0 0 0 0,1 1 0 0 0,-1-1 1 0 0,1 1-1 0 0,0-1 0 0 0,0 0 0 0 0,1 0 1 0 0,-1 0-1 0 0,1 1 0 0 0,-1-1 0 0 0,1-1 1 0 0,0 1-1 0 0,0 0 0 0 0,0 0 0 0 0,1-1 1 0 0,2 4-1 0 0,9 6 18 0 0,1 0 1 0 0,0 0-1 0 0,0-1 0 0 0,30 15 1 0 0,-21-13 38 0 0,57 30 39 0 0,24 15 257 0 0,-103-56-303 0 0,0-1-1 0 0,1 1 1 0 0,-1 0 0 0 0,0 0 0 0 0,0 0-1 0 0,0 0 1 0 0,0 0 0 0 0,0 0 0 0 0,-1 0-1 0 0,1 1 1 0 0,-1-1 0 0 0,1 0 0 0 0,-1 1-1 0 0,0 0 1 0 0,0-1 0 0 0,0 1 0 0 0,0 0-1 0 0,-1-1 1 0 0,2 4 0 0 0,-2-1 36 0 0,0-1 0 0 0,-1 0 0 0 0,1 0 0 0 0,-1 0 0 0 0,0 1 0 0 0,0-1 0 0 0,0 0 0 0 0,0 0 0 0 0,-1 0 0 0 0,1 0 0 0 0,-4 5 0 0 0,-4 4 57 0 0,1-1 0 0 0,-2 1 0 0 0,1-2 0 0 0,-2 1 0 0 0,-22 18 0 0 0,23-21-260 0 0,-1-1 1 0 0,0-1 0 0 0,-19 10 0 0 0,26-15-72 0 0,0 0 1 0 0,0 0-1 0 0,-1-1 1 0 0,1 1-1 0 0,-1-1 1 0 0,1 0-1 0 0,-1 0 1 0 0,0 0-1 0 0,1-1 1 0 0,-1 1-1 0 0,0-1 1 0 0,1 0-1 0 0,-8-1 1 0 0,3-4-1684 0 0,1-4-442 0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18492 0 0,'1'-7'558'0'0,"1"-6"917"0"0,-1 14-1452 0 0,-1-1-1 0 0,1 0 1 0 0,-1 0 0 0 0,1 1-1 0 0,-1-1 1 0 0,1 0 0 0 0,-1 1-1 0 0,1-1 1 0 0,-1 1 0 0 0,0-1 0 0 0,1 1-1 0 0,-1-1 1 0 0,0 1 0 0 0,1-1-1 0 0,-1 1 1 0 0,0-1 0 0 0,0 1 0 0 0,1-1-1 0 0,-1 1 1 0 0,0-1 0 0 0,0 1-1 0 0,0-1 1 0 0,0 1 0 0 0,0 0 0 0 0,5 13 131 0 0,0 0 1 0 0,-1 0-1 0 0,-1 1 1 0 0,-1-1 0 0 0,2 27-1 0 0,-5 77-341 0 0,1-99-33 0 0,-3 5-240 0 0,2-17-429 0 0,1 0-1 0 0,-1 1 1 0 0,1-1 0 0 0,1 10-1 0 0,0-14-1061 0 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7834 0 0,'1'-1'202'0'0,"-1"1"1"0"0,0 0 0 0 0,1-1-1 0 0,-1 1 1 0 0,1 0 0 0 0,-1 0-1 0 0,0-1 1 0 0,1 1 0 0 0,-1 0-1 0 0,1 0 1 0 0,-1 0 0 0 0,1-1-1 0 0,-1 1 1 0 0,1 0 0 0 0,-1 0-1 0 0,1 0 1 0 0,-1 0 0 0 0,1 0-1 0 0,-1 0 1 0 0,1 0 0 0 0,-1 0-1 0 0,1 0 1 0 0,-1 0 0 0 0,1 0-1 0 0,-1 1 1 0 0,1-1 0 0 0,-1 0-1 0 0,0 0 1 0 0,1 1 0 0 0,14 12 2167 0 0,-12-9-2119 0 0,-1 0 0 0 0,1 0 1 0 0,-1 0-1 0 0,1 1 0 0 0,2 8 1 0 0,-3 1 126 0 0,0-1-1 0 0,0 1 1 0 0,-1 0 0 0 0,-1 0 0 0 0,0 0-1 0 0,-4 22 1 0 0,-5 3-1835 0 0,-4-3-3359 0 0,6-22-1273 0 0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57 8034 0 0,'-3'-5'175'0'0,"0"1"1"0"0,-1-1-1 0 0,1 1 1 0 0,-1 0 0 0 0,0 0-1 0 0,0 0 1 0 0,-1 1-1 0 0,1-1 1 0 0,-1 1-1 0 0,0 0 1 0 0,-9-4 0 0 0,10 6-89 0 0,0 0 1 0 0,1 0-1 0 0,-1 0 1 0 0,0 0-1 0 0,0 1 1 0 0,0-1-1 0 0,0 1 1 0 0,0 0-1 0 0,0 0 1 0 0,0 0-1 0 0,0 1 1 0 0,1 0 0 0 0,-1-1-1 0 0,0 1 1 0 0,0 1-1 0 0,0-1 1 0 0,1 0-1 0 0,-5 3 1 0 0,-20 13 28 0 0,2 0 1 0 0,0 2-1 0 0,1 1 0 0 0,0 1 1 0 0,2 1-1 0 0,-40 50 1 0 0,53-60-47 0 0,1 0 1 0 0,0 1 0 0 0,1 1-1 0 0,0 0 1 0 0,1 0 0 0 0,1 0-1 0 0,0 1 1 0 0,-5 19 0 0 0,10-28-45 0 0,-1 0 0 0 0,1 1 1 0 0,1-1-1 0 0,-1 0 0 0 0,1 1 0 0 0,0-1 1 0 0,0 1-1 0 0,1-1 0 0 0,0 0 0 0 0,0 1 1 0 0,1-1-1 0 0,-1 0 0 0 0,1 0 1 0 0,1 0-1 0 0,-1 0 0 0 0,1 0 0 0 0,0 0 1 0 0,0-1-1 0 0,1 1 0 0 0,0-1 0 0 0,0 0 1 0 0,8 8-1 0 0,-2-4 1 0 0,1-1-1 0 0,1 0 1 0 0,-1 0-1 0 0,1-1 1 0 0,1 0 0 0 0,-1-1-1 0 0,1-1 1 0 0,23 7-1 0 0,11 1 174 0 0,57 6-1 0 0,-35-8-92 0 0,-39-6 96 0 0,34 7 236 0 0,-60-11-381 0 0,0 1-1 0 0,0-1 1 0 0,0 1 0 0 0,0-1-1 0 0,0 1 1 0 0,-1 0 0 0 0,1 1-1 0 0,0-1 1 0 0,-1 0 0 0 0,0 1-1 0 0,0 0 1 0 0,3 3-1 0 0,-5-5-18 0 0,-1 0 0 0 0,1 0 0 0 0,-1 0-1 0 0,0 0 1 0 0,1 0 0 0 0,-1 0 0 0 0,0 0 0 0 0,0 0-1 0 0,0 0 1 0 0,0 0 0 0 0,0 0 0 0 0,0 0-1 0 0,0 0 1 0 0,0 1 0 0 0,0-1 0 0 0,0 0-1 0 0,-1 0 1 0 0,1 0 0 0 0,0 0 0 0 0,-1 0-1 0 0,1 0 1 0 0,-1 0 0 0 0,1-1 0 0 0,-1 1-1 0 0,1 0 1 0 0,-1 0 0 0 0,0 0 0 0 0,1 0 0 0 0,-1-1-1 0 0,0 1 1 0 0,0 0 0 0 0,0-1 0 0 0,0 1-1 0 0,1 0 1 0 0,-3 0 0 0 0,-34 21 1170 0 0,37-21-1204 0 0,-50 24 646 0 0,0-2-1 0 0,-1-1 1 0 0,-72 18-1 0 0,113-37-941 0 0,-9 3 612 0 0,16-7-2257 0 0,11-3-2885 0 0,3-2 2656 0 0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4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6 9362 0 0,'-1'-1'61'0'0,"0"0"1"0"0,0 1-1 0 0,0-1 1 0 0,0 1-1 0 0,0-1 1 0 0,0 1-1 0 0,-1 0 1 0 0,1-1-1 0 0,0 1 1 0 0,0 0-1 0 0,0 0 1 0 0,-1 0-1 0 0,1 0 1 0 0,0 0-1 0 0,0 0 1 0 0,-3 1-1 0 0,3-1 9 0 0,0 1 1 0 0,1 0-1 0 0,-1 0 0 0 0,0 0 1 0 0,0 0-1 0 0,0 0 1 0 0,1 0-1 0 0,-1 1 0 0 0,1-1 1 0 0,-1 0-1 0 0,1 0 0 0 0,-1 0 1 0 0,1 2-1 0 0,-5 8 390 0 0,-6 18-8 0 0,2 0 0 0 0,-7 34 0 0 0,-1 7-58 0 0,-12 16 76 0 0,-4-2 0 0 0,-46 87 1 0 0,70-153-370 0 0,-51 110 375 0 0,61-127-1227 0 0,6-4 77 0 0,4-7-395 0 0,0-3 160 0 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4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12179 0 0,'2'-7'390'0'0,"5"-8"382"0"0,-7 15-752 0 0,0-1 1 0 0,1 1-1 0 0,-1 0 1 0 0,1 0-1 0 0,-1 0 0 0 0,0 0 1 0 0,1 0-1 0 0,-1 0 1 0 0,0 0-1 0 0,1 0 1 0 0,-1 0-1 0 0,1 0 1 0 0,-1 0-1 0 0,0 0 1 0 0,1 0-1 0 0,-1 0 1 0 0,0 0-1 0 0,1 0 1 0 0,-1 0-1 0 0,1 1 1 0 0,-1-1-1 0 0,0 0 1 0 0,1 0-1 0 0,-1 0 1 0 0,0 1-1 0 0,0-1 1 0 0,1 0-1 0 0,-1 0 1 0 0,0 1-1 0 0,1-1 1 0 0,-1 0-1 0 0,0 1 1 0 0,0-1-1 0 0,0 0 0 0 0,1 1 1 0 0,-1-1-1 0 0,0 0 1 0 0,0 1-1 0 0,0-1 1 0 0,0 1-1 0 0,20 29 724 0 0,-1 0 0 0 0,28 66-1 0 0,18 72-221 0 0,-52-131-387 0 0,38 130 498 0 0,-44-141-487 0 0,-3 1-1 0 0,0 0 0 0 0,-1-1 1 0 0,-2 41-1 0 0,-1-65-221 0 0,0 1 1 0 0,0 0-1 0 0,0-1 1 0 0,0 1-1 0 0,-1-1 1 0 0,1 1-1 0 0,-1-1 1 0 0,1 1-1 0 0,-1-1 1 0 0,0 1-1 0 0,0-1 1 0 0,0 0-1 0 0,-1 1 1 0 0,1-1-1 0 0,0 0 0 0 0,-1 0 1 0 0,1 0-1 0 0,-1 0 1 0 0,0 0-1 0 0,0 0 1 0 0,0-1-1 0 0,0 1 1 0 0,0-1-1 0 0,0 1 1 0 0,0-1-1 0 0,0 0 1 0 0,-1 1-1 0 0,1-1 1 0 0,0 0-1 0 0,-1-1 1 0 0,1 1-1 0 0,-1 0 0 0 0,1-1 1 0 0,-1 1-1 0 0,1-1 1 0 0,-1 0-1 0 0,0 0 1 0 0,1 0-1 0 0,-1 0 1 0 0,-2-1-1 0 0,-11 0-3782 0 0,2 0-1094 0 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5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59 213 8034 0 0,'-39'-44'872'0'0,"37"42"-665"0"0,0 0 0 0 0,0-1 0 0 0,0 0 1 0 0,1 1-1 0 0,-1-1 0 0 0,1 0 0 0 0,-1 0 0 0 0,1 0 1 0 0,0 0-1 0 0,0 0 0 0 0,-1-5 0 0 0,2 7-125 0 0,0 0 1 0 0,-1-1-1 0 0,1 1 0 0 0,0 0 1 0 0,0 0-1 0 0,0-1 0 0 0,0 1 1 0 0,0 0-1 0 0,1 0 0 0 0,-1-1 1 0 0,0 1-1 0 0,1 0 0 0 0,-1 0 0 0 0,1 0 1 0 0,-1 0-1 0 0,1-1 0 0 0,-1 1 1 0 0,1 0-1 0 0,0 0 0 0 0,-1 0 1 0 0,1 0-1 0 0,0 0 0 0 0,0 0 1 0 0,0 1-1 0 0,0-1 0 0 0,0 0 0 0 0,0 0 1 0 0,0 1-1 0 0,0-1 0 0 0,0 0 1 0 0,0 1-1 0 0,2-1 0 0 0,75-26 512 0 0,2 3-1 0 0,84-13 1 0 0,-142 33-1081 0 0,1-1-8 0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5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43 10594 0 0,'-1'-7'505'0'0,"1"3"-372"0"0,-1 1 0 0 0,1-1 0 0 0,-1 1-1 0 0,0 0 1 0 0,0-1 0 0 0,-3-5-1 0 0,4 9-113 0 0,-1-1-1 0 0,1 1 0 0 0,0-1 0 0 0,-1 1 0 0 0,1 0 0 0 0,-1-1 0 0 0,0 1 0 0 0,1 0 0 0 0,-1-1 0 0 0,1 1 0 0 0,-1 0 0 0 0,0-1 0 0 0,1 1 0 0 0,-1 0 0 0 0,1 0 0 0 0,-1 0 0 0 0,0 0 0 0 0,1 0 1 0 0,-1 0-1 0 0,0 0 0 0 0,1 0 0 0 0,-1 0 0 0 0,0 0 0 0 0,1 0 0 0 0,-1 0 0 0 0,1 0 0 0 0,-1 1 0 0 0,0-1 0 0 0,1 0 0 0 0,-1 0 0 0 0,1 1 0 0 0,-1-1 0 0 0,0 0 0 0 0,1 1 0 0 0,-1-1 0 0 0,1 0 0 0 0,-1 1 1 0 0,1-1-1 0 0,0 1 0 0 0,-1-1 0 0 0,0 2 0 0 0,-14 11 211 0 0,1 0-1 0 0,0 2 1 0 0,1-1 0 0 0,1 2 0 0 0,0 0 0 0 0,1 0 0 0 0,1 1-1 0 0,0 0 1 0 0,-11 29 0 0 0,2 5 577 0 0,1 1-1 0 0,-12 63 1 0 0,25-92-549 0 0,-17 92 758 0 0,20-104-909 0 0,1 0 0 0 0,1 1 0 0 0,0-1-1 0 0,0 0 1 0 0,1 1 0 0 0,1-1 0 0 0,5 20 0 0 0,-6-26-88 0 0,1 0 1 0 0,0 0 0 0 0,0-1-1 0 0,0 1 1 0 0,1-1-1 0 0,-1 0 1 0 0,1 0 0 0 0,0 0-1 0 0,1 0 1 0 0,-1 0-1 0 0,1 0 1 0 0,-1-1 0 0 0,1 0-1 0 0,0 1 1 0 0,8 3-1 0 0,-5-4 1 0 0,-1 0 0 0 0,0-1 0 0 0,1 0 0 0 0,0 0 0 0 0,-1 0 0 0 0,1-1 0 0 0,0 0 0 0 0,0-1 0 0 0,-1 0 0 0 0,11 0 0 0 0,6-3-31 0 0,0-1-1 0 0,0-1 0 0 0,0-1 1 0 0,-1 0-1 0 0,37-18 1 0 0,-51 21 91 0 0,22-10-2318 0 0,54-32 0 0 0,-60 29 735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5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 4609 0 0,'0'-1'148'0'0,"-1"1"-1"0"0,1 0 1 0 0,0-1 0 0 0,0 1 0 0 0,-1 0-1 0 0,1 0 1 0 0,0-1 0 0 0,-1 1-1 0 0,1 0 1 0 0,0 0 0 0 0,-1 0 0 0 0,1-1-1 0 0,0 1 1 0 0,-1 0 0 0 0,1 0-1 0 0,0 0 1 0 0,-1 0 0 0 0,1 0-1 0 0,0 0 1 0 0,-1 0 0 0 0,1 0 0 0 0,-1 0-1 0 0,1 0 1 0 0,0 0 0 0 0,-1 0-1 0 0,1 0 1 0 0,0 0 0 0 0,-1 0 0 0 0,1 0-1 0 0,-1 1 1 0 0,0 10 7482 0 0,2-1-8762 0 0,14 373 4557 0 0,-11-351-3537 0 0,15 59 0 0 0,-5-39-3508 0 0,-10-43 1865 0 0,2-1-18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36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12899 0 0,'-1'0'43'0'0,"1"0"0"0"0,0 0 0 0 0,0 0 1 0 0,0-1-1 0 0,0 1 0 0 0,0 0 0 0 0,0 0 1 0 0,0 0-1 0 0,0-1 0 0 0,0 1 0 0 0,0 0 1 0 0,0 0-1 0 0,0 0 0 0 0,1-1 0 0 0,-1 1 1 0 0,0 0-1 0 0,0 0 0 0 0,0 0 0 0 0,0-1 0 0 0,0 1 1 0 0,0 0-1 0 0,0 0 0 0 0,1 0 0 0 0,-1 0 1 0 0,0-1-1 0 0,0 1 0 0 0,0 0 0 0 0,0 0 1 0 0,0 0-1 0 0,1 0 0 0 0,-1 0 0 0 0,0 0 1 0 0,0-1-1 0 0,0 1 0 0 0,1 0 0 0 0,-1 0 0 0 0,0 0 1 0 0,0 0-1 0 0,0 0 0 0 0,1 0 0 0 0,-1 0 1 0 0,0 0-1 0 0,0 0 0 0 0,1 0 0 0 0,11 7 1296 0 0,-9-5-1221 0 0,0 1 1 0 0,0 0-1 0 0,0 0 0 0 0,0 0 1 0 0,-1 0-1 0 0,3 5 1 0 0,5 15 284 0 0,-2 1 1 0 0,0 0 0 0 0,6 39 0 0 0,5 78 1161 0 0,-10-67-704 0 0,11 188 1163 0 0,-24-210-1938 0 0,2-42-76 0 0,1 0 1 0 0,0 1 0 0 0,1-1-1 0 0,0 0 1 0 0,0 1-1 0 0,1-1 1 0 0,0 0 0 0 0,6 19-1 0 0,-7-29-29 0 0,0 0 1 0 0,0 0-1 0 0,0 0 0 0 0,0 0 0 0 0,0 0 0 0 0,0 0 1 0 0,0 0-1 0 0,0 1 0 0 0,0-1 0 0 0,0 0 0 0 0,0 0 0 0 0,0 0 1 0 0,0 0-1 0 0,0 0 0 0 0,0 0 0 0 0,0 0 0 0 0,0 0 1 0 0,0 0-1 0 0,0 1 0 0 0,1-1 0 0 0,-1 0 0 0 0,0 0 0 0 0,0 0 1 0 0,0 0-1 0 0,0 0 0 0 0,0 0 0 0 0,0 0 0 0 0,0 0 1 0 0,0 0-1 0 0,1 0 0 0 0,-1 0 0 0 0,0 0 0 0 0,0 0 0 0 0,0 0 1 0 0,0 0-1 0 0,0 0 0 0 0,0 0 0 0 0,0 0 0 0 0,1 0 1 0 0,-1 0-1 0 0,0 0 0 0 0,0 0 0 0 0,0 0 0 0 0,0 0 0 0 0,0 0 1 0 0,0 0-1 0 0,0 0 0 0 0,1 0 0 0 0,-1 0 0 0 0,0 0 1 0 0,0-1-1 0 0,0 1 0 0 0,0 0 0 0 0,6-8-843 0 0,1-13-1871 0 0,-7 12 906 0 0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2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5 145 13363 0 0,'0'-1'100'0'0,"-1"0"1"0"0,1 0-1 0 0,-1 0 1 0 0,1 0-1 0 0,-1 0 1 0 0,1 0-1 0 0,0 0 1 0 0,-1 0-1 0 0,1 0 1 0 0,0 0-1 0 0,0 0 1 0 0,0 0-1 0 0,0 0 1 0 0,0-1 0 0 0,0 1-1 0 0,0 0 1 0 0,0 0-1 0 0,0 0 1 0 0,0 0-1 0 0,1 0 1 0 0,-1 0-1 0 0,1 0 1 0 0,0-1-1 0 0,1-1 185 0 0,0 1-1 0 0,1-1 1 0 0,-1 1 0 0 0,1 0-1 0 0,0 0 1 0 0,5-3-1 0 0,-7 4-213 0 0,9-5 133 0 0,1 0-1 0 0,0 1 0 0 0,0 1 0 0 0,0 0 0 0 0,1 0 0 0 0,-1 1 0 0 0,13-2 0 0 0,89-7 940 0 0,-39 6-636 0 0,-23 1-352 0 0,-19 2 124 0 0,31-6 0 0 0,-52 6-879 0 0,-1 1-1 0 0,1-2 0 0 0,16-7 0 0 0,-23 8-1001 0 0,-2-1-64 0 0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2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5065 0 0,'-1'0'201'0'0,"0"0"0"0"0,1 1 0 0 0,-1-1-1 0 0,0 0 1 0 0,0 1 0 0 0,0-1 0 0 0,1 1 0 0 0,-1-1 0 0 0,0 1-1 0 0,1 0 1 0 0,-1-1 0 0 0,0 1 0 0 0,1 0 0 0 0,-1-1 0 0 0,1 1-1 0 0,-1 0 1 0 0,1 0 0 0 0,0-1 0 0 0,-1 1 0 0 0,1 0 0 0 0,0 0-1 0 0,-1 0 1 0 0,1 0 0 0 0,0 0 0 0 0,0-1 0 0 0,0 3 0 0 0,-5 32 4401 0 0,3-22-4798 0 0,-10 199 2754 0 0,8-83-855 0 0,2-80-1246 0 0,2 0 1 0 0,2 0-1 0 0,2-1 0 0 0,2 1 1 0 0,14 52-1 0 0,-14-88-2848 0 0,-2-9 967 0 0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2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 14283 0 0,'-1'0'60'0'0,"1"0"-1"0"0,0 0 1 0 0,-1-1-1 0 0,1 1 1 0 0,0 0 0 0 0,-1 0-1 0 0,1 0 1 0 0,0 0-1 0 0,-1 0 1 0 0,1-1-1 0 0,0 1 1 0 0,-1 0 0 0 0,1 0-1 0 0,-1 0 1 0 0,1 0-1 0 0,0 0 1 0 0,-1 0-1 0 0,1 0 1 0 0,0 0 0 0 0,-1 1-1 0 0,1-1 1 0 0,-1 0-1 0 0,1 0 1 0 0,0 0-1 0 0,-1 0 1 0 0,1 0 0 0 0,0 1-1 0 0,-1-1 1 0 0,-1 11 671 0 0,1 2-263 0 0,-3 9-48 0 0,0 1-1 0 0,2-1 0 0 0,1 0 0 0 0,2 44 0 0 0,1-51-543 0 0,0 1-1 0 0,0-1 0 0 0,2 0 0 0 0,0-1 0 0 0,0 1 0 0 0,2 0 0 0 0,-1-1 0 0 0,10 15 1 0 0,-5-21-2326 0 0,-5-7-3321 0 0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3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10594 0 0,'-3'1'288'0'0,"0"-1"1"0"0,0 1-1 0 0,1-1 0 0 0,-1 1 0 0 0,0 0 0 0 0,0 0 0 0 0,1 0 1 0 0,-1 1-1 0 0,0-1 0 0 0,1 1 0 0 0,-1-1 0 0 0,-3 5 0 0 0,2-2 99 0 0,0 0 0 0 0,1 1-1 0 0,0 0 1 0 0,-1 0-1 0 0,-3 9 1 0 0,6-11-343 0 0,-1-1 0 0 0,1 0 1 0 0,0 1-1 0 0,0 0 1 0 0,0-1-1 0 0,1 1 1 0 0,-1 0-1 0 0,0-1 1 0 0,1 1-1 0 0,0 0 1 0 0,0-1-1 0 0,0 1 1 0 0,0 0-1 0 0,0 0 0 0 0,0-1 1 0 0,1 1-1 0 0,-1 0 1 0 0,1-1-1 0 0,0 1 1 0 0,0 0-1 0 0,0-1 1 0 0,0 1-1 0 0,0-1 1 0 0,1 1-1 0 0,2 3 1 0 0,1-1-380 0 0,0 0 1 0 0,0-1 0 0 0,0 0 0 0 0,0 0 0 0 0,1 0-1 0 0,-1 0 1 0 0,1-1 0 0 0,0 0 0 0 0,10 3 0 0 0,-3 0-1257 0 0,2 1-10 0 0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3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199 398 10138 0 0,'36'-53'5510'0'0,"3"4"-3289"0"0,-24 31-2070 0 0,0 0 0 0 0,-2 0 1 0 0,0-1-1 0 0,-1-1 0 0 0,-1 0 0 0 0,0-1 1 0 0,7-24-1 0 0,-18 45-145 0 0,13-54 448 0 0,-12 51-397 0 0,-1 0-1 0 0,0 0 1 0 0,0 0-1 0 0,1 1 1 0 0,-2-1-1 0 0,1 0 1 0 0,0 0-1 0 0,0 0 1 0 0,-1 0-1 0 0,0 0 1 0 0,0 1-1 0 0,1-1 1 0 0,-2 0-1 0 0,1 1 1 0 0,0-1-1 0 0,0 1 1 0 0,-3-4-1 0 0,3 5 0 0 0,-1 0-1 0 0,0 0 0 0 0,0 0 1 0 0,1 0-1 0 0,-1 0 0 0 0,0 1 1 0 0,0-1-1 0 0,0 0 0 0 0,0 1 1 0 0,0 0-1 0 0,0-1 0 0 0,0 1 1 0 0,0 0-1 0 0,0 0 0 0 0,0 0 1 0 0,0 0-1 0 0,-1 0 0 0 0,1 1 1 0 0,0-1-1 0 0,-3 2 0 0 0,-41 13 632 0 0,23-5-596 0 0,1 1 0 0 0,1 1-1 0 0,-1 1 1 0 0,2 0 0 0 0,0 2 0 0 0,1 0 0 0 0,0 2 0 0 0,1 0 0 0 0,1 1 0 0 0,1 0-1 0 0,1 1 1 0 0,0 1 0 0 0,-15 28 0 0 0,27-41-168 0 0,0 0 0 0 0,1-1-1 0 0,0 1 1 0 0,0 0 0 0 0,1 0 0 0 0,-1 0-1 0 0,2 0 1 0 0,-1 0 0 0 0,1 0 0 0 0,0 0-1 0 0,2 14 1 0 0,-2-18 50 0 0,0-1 0 0 0,1 0-1 0 0,0 1 1 0 0,-1-1 0 0 0,1 1-1 0 0,0-1 1 0 0,0 0-1 0 0,0 0 1 0 0,1 0 0 0 0,-1 1-1 0 0,0-1 1 0 0,1 0 0 0 0,-1-1-1 0 0,1 1 1 0 0,0 0 0 0 0,0 0-1 0 0,0-1 1 0 0,0 1 0 0 0,0-1-1 0 0,0 1 1 0 0,0-1 0 0 0,0 0-1 0 0,0 0 1 0 0,1 0 0 0 0,-1 0-1 0 0,0 0 1 0 0,1-1 0 0 0,-1 1-1 0 0,1-1 1 0 0,-1 0 0 0 0,0 1-1 0 0,1-1 1 0 0,-1 0 0 0 0,1 0-1 0 0,-1-1 1 0 0,1 1 0 0 0,2-1-1 0 0,3-1-39 0 0,0 0 0 0 0,0 0 0 0 0,-1-1 0 0 0,1 0 0 0 0,-1 0-1 0 0,0-1 1 0 0,0 0 0 0 0,0 0 0 0 0,0-1 0 0 0,7-7 0 0 0,10-9 101 0 0,26-29 0 0 0,-37 35-52 0 0,-4 3 175 0 0,-7 10-90 0 0,-1 0 0 0 0,0 0 0 0 0,1-1 0 0 0,0 1-1 0 0,-1 0 1 0 0,1 0 0 0 0,0 0 0 0 0,0 1 0 0 0,0-1 0 0 0,0 0 0 0 0,1 1 0 0 0,-1-1 0 0 0,3 0 0 0 0,-1 25 796 0 0,-2 13-526 0 0,-5 56 0 0 0,1-41-217 0 0,-20 197 95 0 0,-1 42-199 0 0,23-267-402 0 0,1 53 967 0 0,0-68-1450 0 0,0 1 0 0 0,1 0-1 0 0,0-1 1 0 0,0 1-1 0 0,1-1 1 0 0,4 11 0 0 0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3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14339 0 0,'0'0'52'0'0,"1"-1"0"0"0,-1 1 1 0 0,0 0-1 0 0,1 0 0 0 0,-1 0 0 0 0,0 0 0 0 0,1 0 0 0 0,-1 1 0 0 0,0-1 1 0 0,1 0-1 0 0,-1 0 0 0 0,0 0 0 0 0,0 0 0 0 0,1 0 0 0 0,-1 0 0 0 0,0 0 1 0 0,0 1-1 0 0,1-1 0 0 0,-1 0 0 0 0,0 0 0 0 0,0 0 0 0 0,1 1 1 0 0,-1-1-1 0 0,0 0 0 0 0,0 0 0 0 0,0 1 0 0 0,1-1 0 0 0,-1 0 0 0 0,0 0 1 0 0,0 1-1 0 0,0-1 0 0 0,0 0 0 0 0,0 0 0 0 0,1 1 0 0 0,6 18 498 0 0,0 19-235 0 0,-4 9-35 0 0,-1 0-1 0 0,-3 0 1 0 0,-9 62 0 0 0,9-77-1938 0 0,2-21 19 0 0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10594 0 0,'0'1'459'0'0,"-1"1"-1"0"0,0 0 0 0 0,1 0 1 0 0,-1-1-1 0 0,1 1 0 0 0,0 0 1 0 0,0 0-1 0 0,0 0 0 0 0,0 0 1 0 0,0 0-1 0 0,0 0 0 0 0,0 1 1 0 0,1 2 56 0 0,-11 286 1729 0 0,2-119-6874 0 0,8-152 3095 0 0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13 202 8290 0 0,'-11'-10'1355'0'0,"11"10"-1172"0"0,0 0 0 0 0,-1 0-1 0 0,1-1 1 0 0,0 1 0 0 0,0 0 0 0 0,0-1-1 0 0,0 1 1 0 0,0 0 0 0 0,0 0 0 0 0,0-1 0 0 0,0 1-1 0 0,0 0 1 0 0,0-1 0 0 0,0 1 0 0 0,0 0 0 0 0,0 0-1 0 0,0-1 1 0 0,0 1 0 0 0,0 0 0 0 0,0-1-1 0 0,1 1 1 0 0,-1 0 0 0 0,0 0 0 0 0,0-1 0 0 0,0 1-1 0 0,0 0 1 0 0,1-1 0 0 0,1 0 942 0 0,1-1 0 0 0,-1 0 0 0 0,1 1 0 0 0,-1-1-1 0 0,1 1 1 0 0,0 0 0 0 0,3-1 0 0 0,7-3-2890 0 0,34-13 1882 0 0,0 3 0 0 0,1 2 0 0 0,65-9 0 0 0,-73 14-92 0 0,-31 7-20 0 0,497-87 70 0 0,-505 88-22 0 0,23-2-865 0 0,-18 6-440 0 0,-13 6-507 0 0,-7 1-45 0 0,-3 3-69 0 0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4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34 225 10594 0 0,'-8'-1'-332'0'0,"7"1"904"0"0,0-1 0 0 0,-1 1 0 0 0,1 0-1 0 0,0 0 1 0 0,0-1 0 0 0,-1 1 0 0 0,1 0 0 0 0,0 0 0 0 0,0 1 0 0 0,-1-1-1 0 0,1 0 1 0 0,0 0 0 0 0,0 0 0 0 0,-1 1 0 0 0,1-1 0 0 0,0 1 0 0 0,0-1 0 0 0,0 1-1 0 0,-2 0 1 0 0,4 0-518 0 0,-1-1 1 0 0,1 1-1 0 0,-1-1 0 0 0,1 1 0 0 0,-1-1 0 0 0,1 0 0 0 0,-1 1 0 0 0,1-1 0 0 0,0 0 1 0 0,-1 0-1 0 0,1 1 0 0 0,-1-1 0 0 0,1 0 0 0 0,0 0 0 0 0,-1 0 0 0 0,1 0 0 0 0,0 0 0 0 0,-1 0 1 0 0,1 0-1 0 0,0 0 0 0 0,0 0 0 0 0,18 1 340 0 0,48-6 379 0 0,117-24 1 0 0,63-33-309 0 0,-128 31-116 0 0,17-7-187 0 0,54-13-285 0 0,-183 50-323 0 0,28-7 713 0 0,-24 4-2158 0 0,-21 0-10433 0 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4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15203 0 0,'-1'1'119'0'0,"0"-1"0"0"0,0 1-1 0 0,1 0 1 0 0,-1 0 0 0 0,0 0-1 0 0,1 0 1 0 0,-1 0 0 0 0,1 0 0 0 0,0 0-1 0 0,-1 0 1 0 0,1 0 0 0 0,0 0-1 0 0,-1 0 1 0 0,1 0 0 0 0,0 0 0 0 0,0 0-1 0 0,0 1 1 0 0,0-1 0 0 0,0 0-1 0 0,0 0 1 0 0,0 0 0 0 0,1 2-1 0 0,6 35 868 0 0,-4-22-684 0 0,11 60 418 0 0,2-1-1 0 0,4-1 1 0 0,54 131-1 0 0,-52-158-219 0 0,1-1 0 0 0,3-1-1 0 0,1-1 1 0 0,2-2 0 0 0,2-1 0 0 0,63 65-1 0 0,-8-34 235 0 0,4 4-107 0 0,-88-73-573 0 0,1-1 1 0 0,-1 0-1 0 0,0 1 1 0 0,0-1 0 0 0,0 1-1 0 0,0 0 1 0 0,0 0-1 0 0,-1-1 1 0 0,1 1-1 0 0,-1 0 1 0 0,2 4 0 0 0,-17-14 85 0 0,0-4-623 0 0,2-2 1 0 0,0 0 0 0 0,-12-15-1 0 0,-10-21-8215 0 0,20 28 1295 0 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5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57 253 10138 0 0,'-7'-10'544'0'0,"1"0"0"0"0,-1 0 1 0 0,2 0-1 0 0,-1-1 0 0 0,2 0 0 0 0,-1 0 0 0 0,1 0 0 0 0,1-1 0 0 0,0 1 0 0 0,1-1 0 0 0,0 0 1 0 0,1 0-1 0 0,0 0 0 0 0,1 0 0 0 0,1-18 0 0 0,0 28-506 0 0,-1-1 0 0 0,0 1 0 0 0,1-1-1 0 0,0 1 1 0 0,-1-1 0 0 0,1 1 0 0 0,0-1 0 0 0,0 1 0 0 0,0 0-1 0 0,1 0 1 0 0,-1-1 0 0 0,1 1 0 0 0,-1 0 0 0 0,1 0 0 0 0,-1 0-1 0 0,1 1 1 0 0,0-1 0 0 0,0 0 0 0 0,0 1 0 0 0,0-1 0 0 0,0 1-1 0 0,1-1 1 0 0,-1 1 0 0 0,0 0 0 0 0,1 0 0 0 0,-1 0 0 0 0,4 0-1 0 0,0 0-354 0 0,0 0 0 0 0,0 1 1 0 0,0 0-1 0 0,0 0 0 0 0,1 0 0 0 0,-1 1 0 0 0,0 0 0 0 0,0 0 0 0 0,0 1 0 0 0,9 3 0 0 0,1 0-1841 0 0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6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49 171 16788 0 0,'-7'-8'421'0'0,"1"0"-1"0"0,0-1 1 0 0,1 1 0 0 0,0-1 0 0 0,1-1 0 0 0,-5-11 0 0 0,8 17-384 0 0,0 0 0 0 0,-1 1 0 0 0,2-1 0 0 0,-1 0-1 0 0,0 0 1 0 0,1 0 0 0 0,0 0 0 0 0,0 0 0 0 0,0 0 0 0 0,0 1-1 0 0,1-1 1 0 0,-1 0 0 0 0,1 0 0 0 0,0 0 0 0 0,0 0 0 0 0,0 1 0 0 0,1-1-1 0 0,-1 1 1 0 0,5-7 0 0 0,-5 9-89 0 0,0 0 1 0 0,0-1-1 0 0,1 1 0 0 0,-1 0 0 0 0,1 0 1 0 0,-1 0-1 0 0,1 0 0 0 0,0 0 0 0 0,-1 0 1 0 0,1 0-1 0 0,0 0 0 0 0,0 1 1 0 0,-1-1-1 0 0,1 1 0 0 0,0-1 0 0 0,0 1 1 0 0,0 0-1 0 0,0 0 0 0 0,0-1 0 0 0,2 2 1 0 0,2-1-624 0 0,0 0 0 0 0,0 1 0 0 0,1 0 0 0 0,10 4 0 0 0,1 2-1100 0 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6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33 12899 0 0,'-9'-17'5320'0'0,"8"4"-3537"0"0,1 13-1780 0 0,0 0 0 0 0,1 0 0 0 0,-1 0 0 0 0,0-1-1 0 0,0 1 1 0 0,0 0 0 0 0,0 0 0 0 0,0 0 0 0 0,1 0 0 0 0,-1-1-1 0 0,0 1 1 0 0,0 0 0 0 0,0 0 0 0 0,0 0 0 0 0,1 0 0 0 0,-1 0-1 0 0,0 0 1 0 0,0 0 0 0 0,0-1 0 0 0,1 1 0 0 0,-1 0-1 0 0,0 0 1 0 0,0 0 0 0 0,1 0 0 0 0,-1 0 0 0 0,0 0 0 0 0,0 0-1 0 0,0 0 1 0 0,1 0 0 0 0,-1 0 0 0 0,0 0 0 0 0,0 0-1 0 0,1 0 1 0 0,-1 0 0 0 0,0 1 0 0 0,0-1 0 0 0,15 10 281 0 0,-13-7-279 0 0,0 0 1 0 0,0 0-1 0 0,0 0 0 0 0,-1 0 0 0 0,1 0 1 0 0,-1 0-1 0 0,0 1 0 0 0,0-1 1 0 0,0 0-1 0 0,0 1 0 0 0,0-1 0 0 0,-1 1 1 0 0,0-1-1 0 0,0 1 0 0 0,0-1 1 0 0,0 1-1 0 0,0-1 0 0 0,-1 0 1 0 0,1 1-1 0 0,-1-1 0 0 0,0 1 0 0 0,0-1 1 0 0,-3 6-1 0 0,-2 6 64 0 0,-1 1 1 0 0,0-1-1 0 0,-15 21 0 0 0,-26 32 150 0 0,28-42 562 0 0,1 1 0 0 0,-16 32 0 0 0,34-58-739 0 0,1 0 0 0 0,-1-1 1 0 0,1 1-1 0 0,-1 0 0 0 0,1 0 0 0 0,0 0 1 0 0,-1-1-1 0 0,1 1 0 0 0,0 0 0 0 0,0 0 1 0 0,-1 0-1 0 0,1 0 0 0 0,0 0 0 0 0,0 0 1 0 0,0 0-1 0 0,0 0 0 0 0,0 0 0 0 0,0-1 1 0 0,0 1-1 0 0,1 0 0 0 0,-1 0 0 0 0,0 0 1 0 0,0 0-1 0 0,1 0 0 0 0,-1 0 0 0 0,1-1 1 0 0,-1 1-1 0 0,1 1 0 0 0,0-1-13 0 0,1 0-1 0 0,-1-1 1 0 0,0 1 0 0 0,1-1-1 0 0,-1 1 1 0 0,1-1 0 0 0,-1 1 0 0 0,1-1-1 0 0,-1 1 1 0 0,1-1 0 0 0,-1 0-1 0 0,1 0 1 0 0,-1 0 0 0 0,1 0-1 0 0,1 0 1 0 0,9-2 6 0 0,0 0 0 0 0,0 0 0 0 0,12-5 0 0 0,26-10-531 0 0,62-32-1 0 0,-38 15-1889 0 0,2 5-3750 0 0,-50 21 3769 0 0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6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56 6449 0 0,'-10'-8'-2207'0'0,"-7"-10"8621"0"0,16 17-6030 0 0,1 1 0 0 0,-1-1 0 0 0,1 0 1 0 0,-1 1-1 0 0,1-1 0 0 0,-1 0 1 0 0,1 0-1 0 0,0 1 0 0 0,-1-1 1 0 0,1 0-1 0 0,0 0 0 0 0,0 0 1 0 0,0 0-1 0 0,-1 1 0 0 0,1-1 1 0 0,0 0-1 0 0,0 0 0 0 0,0 0 1 0 0,0 0-1 0 0,1 0 0 0 0,-1-1 1 0 0,0 2-306 0 0,1-1 0 0 0,-1 0 0 0 0,1 1 0 0 0,0-1 0 0 0,-1 0 0 0 0,1 1 0 0 0,-1-1 0 0 0,1 1 0 0 0,0-1 0 0 0,-1 1 0 0 0,1 0 0 0 0,0-1-1 0 0,0 1 1 0 0,-1 0 0 0 0,1-1 0 0 0,0 1 0 0 0,1 0 0 0 0,4-1-66 0 0,0 0 0 0 0,1 1-1 0 0,-1-1 1 0 0,0 2-1 0 0,1-1 1 0 0,-1 1-1 0 0,0 0 1 0 0,0 0-1 0 0,0 0 1 0 0,8 4 0 0 0,60 24 389 0 0,-72-28-390 0 0,2 1 30 0 0,0 0 0 0 0,1 0 1 0 0,-1 1-1 0 0,0 0 0 0 0,0-1 1 0 0,0 1-1 0 0,-1 1 0 0 0,1-1 1 0 0,-1 0-1 0 0,0 1 0 0 0,6 8 1 0 0,-8-10-18 0 0,0 0 0 0 0,0 0 1 0 0,0 1-1 0 0,0-1 1 0 0,-1 0-1 0 0,1 1 0 0 0,0-1 1 0 0,-1 1-1 0 0,0-1 0 0 0,0 1 1 0 0,0-1-1 0 0,0 1 1 0 0,0-1-1 0 0,0 1 0 0 0,-1-1 1 0 0,1 1-1 0 0,-1-1 1 0 0,1 0-1 0 0,-1 1 0 0 0,0-1 1 0 0,0 0-1 0 0,0 1 1 0 0,0-1-1 0 0,-1 0 0 0 0,-1 2 1 0 0,-10 14 330 0 0,-2-1-1 0 0,0-1 1 0 0,-1 0 0 0 0,-31 23 0 0 0,-5 6 683 0 0,50-44-1003 0 0,1 0 1 0 0,-1 1-1 0 0,1-1 1 0 0,-1 1-1 0 0,1 0 1 0 0,0 0-1 0 0,0-1 1 0 0,0 1-1 0 0,0 0 1 0 0,-1 3-1 0 0,2-4-2 0 0,-1 0 0 0 0,1-1 1 0 0,0 1-1 0 0,0 0 0 0 0,0 0 0 0 0,0 0 0 0 0,0-1 0 0 0,0 1 1 0 0,0 0-1 0 0,0 0 0 0 0,1 0 0 0 0,-1-1 0 0 0,0 1 0 0 0,0 0 0 0 0,1 0 1 0 0,-1-1-1 0 0,0 1 0 0 0,1 0 0 0 0,0 1 0 0 0,0-1 11 0 0,1 0-1 0 0,0 1 0 0 0,-1-1 0 0 0,1 0 1 0 0,0 0-1 0 0,0 0 0 0 0,0 0 1 0 0,-1-1-1 0 0,1 1 0 0 0,0 0 1 0 0,0-1-1 0 0,0 1 0 0 0,0-1 1 0 0,0 0-1 0 0,0 0 0 0 0,0 0 1 0 0,0 0-1 0 0,1 0 0 0 0,-1 0 0 0 0,2-1 1 0 0,25-4-181 0 0,0-2 0 0 0,-1-1 1 0 0,0-1-1 0 0,-1-2 0 0 0,27-14 1 0 0,-20 10-15 0 0,47-23-2701 0 0,-28 9-2899 0 0,-35 20 3560 0 0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7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 15667 0 0,'-1'-1'128'0'0,"0"1"-1"0"0,0-1 0 0 0,-1 1 1 0 0,1 0-1 0 0,0-1 0 0 0,0 1 0 0 0,-1 0 1 0 0,1 0-1 0 0,0 0 0 0 0,0 0 1 0 0,-1 0-1 0 0,1 0 0 0 0,0 1 1 0 0,-1-1-1 0 0,1 0 0 0 0,0 0 1 0 0,0 1-1 0 0,0-1 0 0 0,-1 1 0 0 0,-1 1 1 0 0,2 0 25 0 0,-1 0 0 0 0,1 0 0 0 0,0 0 1 0 0,0 0-1 0 0,0 0 0 0 0,0 0 0 0 0,0 1 1 0 0,0-1-1 0 0,0 4 0 0 0,-1 1-166 0 0,-34 135 128 0 0,33-122-70 0 0,0-1 0 0 0,1 0 1 0 0,1 1-1 0 0,1 0 1 0 0,4 29-1 0 0,-3-40-109 0 0,1-1 0 0 0,0 1 0 0 0,1 0 0 0 0,5 12 1 0 0,-7-19-68 0 0,-1-1 0 0 0,1 1 0 0 0,0-1 0 0 0,-1 1 0 0 0,1-1 0 0 0,0 1 0 0 0,0-1 0 0 0,0 1 0 0 0,0-1 0 0 0,1 0 0 0 0,-1 0 1 0 0,0 0-1 0 0,0 0 0 0 0,1 0 0 0 0,-1 0 0 0 0,1 0 0 0 0,-1 0 0 0 0,1 0 0 0 0,-1 0 0 0 0,1-1 0 0 0,-1 1 0 0 0,1-1 0 0 0,0 1 0 0 0,-1-1 0 0 0,1 0 1 0 0,0 0-1 0 0,-1 1 0 0 0,1-1 0 0 0,0 0 0 0 0,-1-1 0 0 0,3 1 0 0 0,7-5-5661 0 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7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 12443 0 0,'-1'0'200'0'0,"1"0"-1"0"0,0 0 1 0 0,-1 0 0 0 0,1 0 0 0 0,-1 0 0 0 0,1 0 0 0 0,-1 0-1 0 0,1 0 1 0 0,-1 0 0 0 0,1 1 0 0 0,-1-1 0 0 0,1 0 0 0 0,-1 0-1 0 0,1 0 1 0 0,0 1 0 0 0,-1-1 0 0 0,1 0 0 0 0,0 1 0 0 0,-1-1-1 0 0,1 0 1 0 0,0 1 0 0 0,-1-1 0 0 0,1 0 0 0 0,0 1 0 0 0,-1-1 0 0 0,1 1-1 0 0,0-1 1 0 0,0 0 0 0 0,0 1 0 0 0,-1 0 0 0 0,-10 18 1701 0 0,10-18-1913 0 0,-17 38 626 0 0,1 0 1 0 0,-12 44-1 0 0,-3 8-1552 0 0,22-67-2562 0 0,-22 39 0 0 0,22-46-2722 0 0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8:47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59 8554 0 0,'0'0'194'0'0,"0"0"1"0"0,0 0-1 0 0,0-1 1 0 0,-1 1-1 0 0,1 0 1 0 0,0 0-1 0 0,0-1 1 0 0,0 1-1 0 0,0 0 1 0 0,-1-1-1 0 0,1 1 1 0 0,0 0-1 0 0,0-1 1 0 0,0 1-1 0 0,0 0 1 0 0,0-1-1 0 0,0 1 1 0 0,0 0-1 0 0,0-1 1 0 0,0 1-1 0 0,0 0 1 0 0,0-1-1 0 0,0 1 1 0 0,0 0-1 0 0,0 0 1 0 0,0-1-1 0 0,0 1 1 0 0,0 0-1 0 0,1-1 1 0 0,-1 1-1 0 0,0 0 1 0 0,0-1-1 0 0,0 1 1 0 0,1 0-1 0 0,-1 0 1 0 0,0-1-1 0 0,0 1 1 0 0,0 0-1 0 0,1 0 1 0 0,-1-1-1 0 0,0 1 1 0 0,0 0-1 0 0,1 0 1 0 0,-1 0-1 0 0,0 0 1 0 0,1 0-1 0 0,-1-1 1 0 0,0 1-1 0 0,1 0 1 0 0,-1 0-1 0 0,0 0 1 0 0,1 0-1 0 0,-1 0 1 0 0,0 0-1 0 0,1 0 1 0 0,-1 0-1 0 0,0 0 1 0 0,1 0-1 0 0,-1 0 1 0 0,0 0-1 0 0,1 0 1 0 0,-1 0-1 0 0,1 1 1 0 0,5-2-1535 0 0,-4 1 1479 0 0,0-1 1 0 0,1 0 0 0 0,-1 1 0 0 0,0-1-1 0 0,0 0 1 0 0,0 0 0 0 0,0 0 0 0 0,0 0-1 0 0,0-1 1 0 0,0 1 0 0 0,0 0 0 0 0,-1-1-1 0 0,1 0 1 0 0,-1 1 0 0 0,1-1 0 0 0,1-2 0 0 0,15-11 619 0 0,-15 14-731 0 0,1 0 0 0 0,0 0 0 0 0,1 1 0 0 0,-1-1 0 0 0,0 1-1 0 0,0 0 1 0 0,0 0 0 0 0,0 1 0 0 0,0-1 0 0 0,4 2 0 0 0,24 0 113 0 0,-30-2-141 0 0,-1 0 4 0 0,0 0-1 0 0,0 0 1 0 0,0-1-1 0 0,0 1 1 0 0,0 0-1 0 0,0 0 1 0 0,0-1-1 0 0,0 1 1 0 0,0-1 0 0 0,0 1-1 0 0,0-1 1 0 0,0 1-1 0 0,0-1 1 0 0,0 0-1 0 0,0 1 1 0 0,0-1-1 0 0,1-2 1 0 0,-13 8-2218 0 0,10-4 2159 0 0,0-1 0 0 0,0 0 1 0 0,0 0-1 0 0,0 0 0 0 0,0 1 0 0 0,0-1 1 0 0,1 0-1 0 0,-1 1 0 0 0,0-1 0 0 0,0 1 1 0 0,0-1-1 0 0,0 1 0 0 0,1-1 0 0 0,-1 1 1 0 0,-1 1-1 0 0,-4 3-6090 0 0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0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24575,'31'25'0,"-1"1"0,0 1 0,-3 1 0,0 2 0,29 42 0,-43-48 0,-10-17 0,-10-18 0,-14-32-1365,10 22-5461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2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29 24575,'0'0'0,"0"0"0,0 0 0,0 0 0,0 0 0,0 0 0,0 0 0,0 0 0,0 0 0,-9-7 0,-20-14 0,27 20 0,4 3 0,15 11 0,-11-10 0,1 0 0,0-1 0,0 1 0,0-1 0,0-1 0,0 1 0,0-1 0,13 0 0,-7 0 0,87 6 0,156-10 0,-211 2 0,98-3 0,143-8 0,-28 3 0,-88 7 0,-134-1 0,28 0 0,-67 2-42,-4 0-69,0 1 1,0-1 0,0 1 0,0 1-1,0-1 1,1 1 0,-1 0 0,0 1 0,0-1-1,1 1 1,-12 5 0,7-1-6716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17 24575,'-2'1'0,"1"-1"0,-1 1 0,1 0 0,0 0 0,0-1 0,-1 1 0,1 0 0,0 0 0,0 0 0,0 0 0,0 1 0,0-1 0,0 0 0,0 0 0,1 1 0,-2 1 0,-10 24 0,10-17 0,0-1 0,1 1 0,0 0 0,1-1 0,0 1 0,1 0 0,0-1 0,0 1 0,1-1 0,0 1 0,1-1 0,0 0 0,1 0 0,-1 0 0,2 0 0,5 9 0,-7-14 0,1-1 0,-1 1 0,0-1 0,1 0 0,0 0 0,0 0 0,0-1 0,0 1 0,0-1 0,0 0 0,1 0 0,-1 0 0,1-1 0,-1 0 0,1 0 0,0 0 0,0 0 0,-1-1 0,1 1 0,0-1 0,0 0 0,-1-1 0,1 1 0,5-2 0,-5 1 0,0-1 0,0 0 0,0 1 0,0-1 0,0-1 0,0 1 0,0-1 0,-1 0 0,1 0 0,-1 0 0,0-1 0,0 1 0,0-1 0,0 0 0,-1 0 0,0-1 0,0 1 0,0-1 0,0 1 0,-1-1 0,3-5 0,-2 0 0,0 0 0,0-1 0,-1 1 0,0 0 0,-1-1 0,0 0 0,0 1 0,-2-1 0,-1-13 0,2 21 0,0-1 0,-1 1 0,0-1 0,0 1 0,0 0 0,0-1 0,-1 1 0,1 0 0,-1 0 0,0 0 0,0 0 0,0 0 0,0 0 0,-1 0 0,1 1 0,-1-1 0,1 1 0,-1 0 0,0-1 0,0 2 0,0-1 0,0 0 0,0 0 0,-1 1 0,1 0 0,0-1 0,-1 1 0,1 1 0,-1-1 0,-5 0 0,-3 0 0,0 1 0,0 0 0,0 1 0,0 0 0,0 1 0,0 1 0,1 0 0,-1 0 0,1 1 0,0 0 0,0 1 0,0 1 0,0 0 0,1 0 0,0 1 0,0 0 0,1 0 0,-15 17 0,20-19-227,0 0-1,1 1 1,0-1-1,0 1 1,-2 8-1,1-5-6598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3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24575,'0'24'0,"7"255"0,-6-257 0,8 38 0,-9-60 0,0 0 0,0 0 0,0 1 0,0-1 0,0 0 0,0 0 0,0 0 0,0 1 0,0-1 0,0 0 0,0 0 0,0 0 0,0 0 0,0 1 0,0-1 0,0 0 0,0 0 0,0 0 0,0 0 0,0 1 0,1-1 0,-1 0 0,0 0 0,0 0 0,0 0 0,0 0 0,0 1 0,1-1 0,-1 0 0,0 0 0,0 0 0,0 0 0,0 0 0,1 0 0,-1 0 0,0 0 0,0 0 0,0 0 0,1 0 0,-1 0 0,0 0 0,0 0 0,1 0 0,6-8 0,6-15 0,34-83-1365,-36 81-5461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4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24575,'3'1'0,"0"1"0,-1-1 0,1 1 0,-1 0 0,0 0 0,1 0 0,-1 0 0,0 0 0,0 0 0,0 1 0,-1-1 0,1 1 0,2 3 0,-3-2 0,0 0 0,0 0 0,-1 0 0,1 1 0,-1-1 0,0 0 0,0 1 0,-1 7 0,0 0 0,1 0 0,0 0 0,0 0 0,1 0 0,1-1 0,4 19 0,-5-27 0,0 1 0,0-1 0,0 1 0,1-1 0,-1 0 0,1 0 0,0 0 0,0 0 0,0 0 0,0 0 0,0 0 0,1-1 0,-1 1 0,1-1 0,0 0 0,0 0 0,0 0 0,0 0 0,0 0 0,0-1 0,0 1 0,1-1 0,-1 0 0,1 0 0,4 1 0,-6-2 0,0 0 0,0-1 0,0 1 0,0-1 0,-1 1 0,1-1 0,0 0 0,0 1 0,0-1 0,0 0 0,-1 0 0,1 0 0,-1-1 0,1 1 0,0 0 0,-1-1 0,0 1 0,1-1 0,-1 1 0,0-1 0,0 1 0,0-1 0,0 0 0,0 0 0,0 0 0,0-2 0,2-3 0,0 0 0,0 0 0,0 0 0,-1-1 0,1-12 0,-2 13 0,-1 0 0,0-1 0,-1 1 0,0 0 0,0-1 0,0 1 0,-1 0 0,0 0 0,0 0 0,-1 0 0,0 0 0,-5-8 0,5 10 0,0 0 0,0 1 0,-1-1 0,0 1 0,0 0 0,0 0 0,0 0 0,0 1 0,-1-1 0,1 1 0,-1 0 0,0 0 0,0 1 0,0-1 0,-1 1 0,-8-2 0,12 3-124,0 1 0,-1 0 0,1 0 0,0 0 0,-1 0 0,1 1-1,0-1 1,-1 1 0,1-1 0,-3 2 0,-1 0-6702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4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0 24575,'0'0'0,"0"0"0,0 0 0,0 0 0,0 0 0,-1 10 0,-8 69 0,-7 113 0,16-163 0,1-18 0,-1 0 0,-1 0 0,0 1 0,-4 19 0,4-30 0,1-1 0,0 0 0,0 1 0,0-1 0,0 1 0,0-1 0,0 1 0,0-1 0,0 0 0,0 1 0,0-1 0,0 1 0,0-1 0,0 1 0,0-1 0,0 0 0,0 1 0,0-1 0,0 1 0,1-1 0,-1 0 0,0 1 0,0-1 0,0 0 0,1 1 0,-1-1 0,0 0 0,1 1 0,-1-1 0,0 0 0,1 1 0,-1-1 0,0 0 0,1 0 0,-1 1 0,0-1 0,1 0 0,-1 0 0,1 0 0,-1 0 0,0 0 0,1 0 0,-1 1 0,1-1 0,-1 0 0,1 0 0,-1 0 0,1-1 0,0 1 0,1 0 0,-1 0 0,1 0 0,-1 0 0,0 0 0,1-1 0,-1 1 0,0-1 0,1 1 0,-1-1 0,0 1 0,1-1 0,0-1 0,14-16-1365,-10 11-5461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5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0 24575,'-12'17'0,"4"-8"0,1 2 0,1 0 0,1 0 0,0 1 0,0 0 0,1 0 0,1 1 0,0-1 0,0 1 0,2-1 0,-1 1 0,2 0 0,-1 0 0,2 0 0,0-1 0,4 20 0,-5-31 0,0 0 0,0 1 0,0-1 0,1 0 0,-1 1 0,0-1 0,1 0 0,-1 0 0,1 1 0,0-1 0,-1 0 0,1 0 0,0 0 0,0 0 0,0 0 0,0 0 0,0 0 0,0 0 0,0 0 0,0 0 0,0-1 0,0 1 0,2 0 0,-2 0 0,1-1 0,-1 0 0,1 0 0,0 0 0,-1 0 0,1-1 0,-1 1 0,1 0 0,-1-1 0,1 1 0,-1-1 0,1 1 0,-1-1 0,1 0 0,-1 1 0,2-3 0,5-2 0,-1-1 0,0 0 0,-1 0 0,1-1 0,8-11 0,17-33 0,-30 47 0,0-1 0,0 1 0,0 0 0,-1-1 0,1 1 0,-1-1 0,-1 1 0,1-1 0,0 1 0,-1-10 0,-1 13 0,1 0 0,-1 0 0,0-1 0,0 1 0,1 0 0,-1 0 0,0 0 0,0 0 0,0 0 0,0 0 0,0 0 0,0 0 0,-1 1 0,1-1 0,0 0 0,0 0 0,-1 1 0,1-1 0,0 1 0,0 0 0,-3-1 0,-28-7 0,25 7-1365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6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24575,'-6'21'0,"-19"53"0,-11 39 0,36-110 0,0 0 0,-1 0 0,1 0 0,0 0 0,0 0 0,1 0 0,-1 0 0,1 0 0,-1 0 0,1 0 0,0 0 0,0 0 0,1 0 0,-1 0 0,0-1 0,1 1 0,0-1 0,-1 1 0,1-1 0,0 1 0,0-1 0,1 0 0,-1 0 0,0 0 0,1 0 0,-1 0 0,1-1 0,0 1 0,-1-1 0,1 0 0,4 2 0,-4-1 0,1-1 0,-1 0 0,0 0 0,1 0 0,-1 0 0,1-1 0,-1 1 0,0-1 0,1 0 0,-1 0 0,1 0 0,-1 0 0,1 0 0,-1-1 0,1 0 0,-1 0 0,0 0 0,1 0 0,-1 0 0,0-1 0,0 1 0,0-1 0,0 0 0,0 0 0,0 0 0,-1 0 0,4-4 0,-1-1 0,-1 0 0,0 0 0,0 0 0,-1 0 0,0-1 0,-1 1 0,1-1 0,-2 0 0,3-11 0,-2 1 0,-1-1 0,-1-36 0,-1 54-22,1-1 0,-1 1 0,1 0 0,-1 0 0,0 0 0,0 0 0,1 0 0,-1 0 0,0 0 0,0 0 0,0 0 0,0 0 0,-2-1 0,0 0-1035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6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24575,'0'0'0,"0"0"0,0 0 0,-4 20 0,1-9 0,1 0 0,1 1 0,-1-1 0,2 1 0,0-1 0,0 1 0,1 0 0,1-1 0,4 21 0,-5-31 0,-1 0 0,0 0 0,0 0 0,1-1 0,-1 1 0,0 0 0,1 0 0,-1 0 0,1-1 0,-1 1 0,1 0 0,-1 0 0,1-1 0,0 1 0,-1 0 0,1-1 0,0 1 0,-1-1 0,1 1 0,0-1 0,0 1 0,0-1 0,-1 0 0,1 1 0,0-1 0,0 0 0,0 0 0,0 1 0,0-1 0,0 0 0,0 0 0,-1 0 0,1 0 0,0 0 0,0 0 0,0 0 0,0-1 0,0 1 0,0 0 0,0 0 0,-1-1 0,1 1 0,0-1 0,0 1 0,0-1 0,-1 1 0,1-1 0,1 0 0,1-1 0,-1 0 0,1 0 0,-1 0 0,1-1 0,-1 1 0,0-1 0,0 1 0,0-1 0,0 0 0,-1 1 0,1-1 0,1-5 0,-2 4-59,0 0 0,0-1-1,-1 1 1,1-1-1,-1 1 1,0-1 0,0 1-1,-1-1 1,1 1 0,-1 0-1,0-1 1,-1 1 0,1 0-1,-1-1 1,1 1-1,-1 0 1,0 0 0,-1 0-1,1 1 1,-1-1 0,0 1-1,-3-5 1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6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24575,'0'0'0,"5"17"0,6 41 0,-9-42 0,1-1 0,0 1 0,1-1 0,9 24 0,-11-36 0,-1 1 0,1-1 0,0 0 0,0 0 0,0 0 0,1 0 0,-1 0 0,1 0 0,-1 0 0,1-1 0,0 0 0,0 1 0,0-1 0,0 0 0,1 0 0,-1-1 0,0 1 0,1-1 0,-1 0 0,1 0 0,0 0 0,-1 0 0,1 0 0,4-1 0,-4 1 0,0-1 0,0-1 0,0 1 0,-1 0 0,1-1 0,0 0 0,0 0 0,-1 0 0,1-1 0,-1 1 0,1-1 0,-1 1 0,1-1 0,-1 0 0,3-3 0,-5 4 0,1 0 0,-1-1 0,0 1 0,0 0 0,0-1 0,0 1 0,0-1 0,0 1 0,0-1 0,0 1 0,0-1 0,-1 0 0,1 1 0,-1-1 0,1 0 0,-1 0 0,0 1 0,0-1 0,0 0 0,0 0 0,0 0 0,0 1 0,0-1 0,0 0 0,-1 0 0,1 1 0,-1-1 0,1 0 0,-1 1 0,0-1 0,0 1 0,0-1 0,-1-2 0,-2-1-170,0 0-1,-1 0 0,1 1 1,-1 0-1,0 0 0,0 0 1,-6-3-1,0 0-6655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08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24575,'14'12'0,"-2"-8"0,0-1 0,-1 0 0,1-1 0,0 0 0,1-1 0,-1 0 0,0-1 0,15-2 0,-1 1 0,1065-54 0,-702 42 0,-200 12 0,-41-5-1365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0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120 405 24575,'16'-22'0,"7"-13"0,-2-1 0,-1-1 0,-1-1 0,-3 0 0,18-61 0,-33 97 0,0-1 0,0 0 0,-1 0 0,1 0 0,-1 0 0,0 0 0,0 0 0,0 0 0,0 0 0,0 0 0,-1 0 0,1 0 0,-1 0 0,0 0 0,0 0 0,0 0 0,0 0 0,-1 1 0,1-1 0,-1 0 0,1 1 0,-1-1 0,0 1 0,0 0 0,0 0 0,0-1 0,0 1 0,-1 1 0,1-1 0,-1 0 0,1 1 0,-1-1 0,0 1 0,-4-2 0,1 1 0,0 0 0,0 0 0,0 1 0,0-1 0,0 2 0,0-1 0,0 1 0,0-1 0,0 2 0,0-1 0,-1 1 0,1 0 0,0 0 0,0 1 0,1-1 0,-9 5 0,5-2 0,1 1 0,1 0 0,-1 0 0,1 1 0,0 0 0,0 0 0,1 1 0,0 0 0,0 0 0,0 0 0,1 1 0,0 0 0,1 0 0,0 0 0,0 0 0,1 1 0,-3 8 0,4-9 0,0-1 0,1 0 0,0 0 0,0 1 0,1-1 0,0 0 0,0 1 0,1-1 0,0 0 0,0 0 0,1 1 0,-1-1 0,2 0 0,-1 0 0,1 0 0,0-1 0,0 1 0,1-1 0,0 0 0,0 0 0,1 0 0,5 6 0,2 0 0,0-1 0,1-1 0,1 0 0,18 11 0,64 29 0,-13-7 0,-81-42 0,16 9 0,1 2 0,30 25 0,-49-37 0,1 1 0,-1-1 0,0 0 0,0 1 0,0-1 0,0 0 0,0 1 0,0-1 0,0 0 0,0 1 0,0-1 0,-1 0 0,1 1 0,0-1 0,0 0 0,0 1 0,0-1 0,0 0 0,0 0 0,-1 1 0,1-1 0,0 0 0,0 1 0,-1-1 0,1 0 0,0 0 0,0 1 0,-1-1 0,1 0 0,0 0 0,0 0 0,-1 0 0,1 1 0,0-1 0,-1 0 0,1 0 0,0 0 0,-1 0 0,1 0 0,-17 8 0,16-7 0,-14 4 0,-1 0 0,1 0 0,-1-2 0,0 0 0,0-1 0,0 0 0,0-1 0,-1-1 0,1-1 0,0 0 0,0-1 0,0-1 0,0-1 0,1 0 0,-1 0 0,1-2 0,-18-8 0,29 12 0,0-1 0,0 1 0,0-1 0,1 0 0,-1 0 0,1 0 0,-1 0 0,1 0 0,-4-7 0,6 9 0,0-1 0,0 1 0,0-1 0,1 0 0,-1 1 0,1-1 0,-1 0 0,1 0 0,0 1 0,-1-1 0,1 0 0,0 0 0,0 1 0,0-1 0,1 0 0,-1 0 0,0 1 0,1-1 0,-1 0 0,1 0 0,-1 1 0,1-1 0,0 1 0,0-1 0,0 1 0,0-1 0,2-2 0,5-4-91,1 0 0,0 0-1,0 1 1,1 0 0,0 1 0,0 0-1,0 0 1,15-4 0,-16 6-453,4-3-6282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0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1 100 24575,'0'0'0,"0"0"0,0 0 0,0 0 0,0 0 0,0 0 0,0 0 0,0 0 0,5 0 0,0-1 0,0 0 0,0 0 0,0 0 0,0-1 0,0 1 0,0-1 0,9-5 0,37-26 0,-30 19 0,35-23 0,-58 39 0,0 1 0,0-1 0,1 1 0,-1 0 0,1 0 0,-1-1 0,0 6 0,-5 8 0,-8 7 0,10-16 0,0 0 0,0 1 0,1 0 0,-6 15 0,9-20 0,0-1 0,1 1 0,-1 0 0,1-1 0,0 1 0,0-1 0,0 1 0,0 0 0,0-1 0,1 1 0,-1-1 0,1 1 0,-1-1 0,1 1 0,0-1 0,0 1 0,0-1 0,0 0 0,1 1 0,-1-1 0,3 3 0,-3-3-48,1 0-1,-1-1 0,1 1 0,0 0 0,-1 0 1,1-1-1,0 1 0,0-1 0,0 0 1,0 1-1,1-1 0,-1 0 0,0 0 1,0-1-1,1 1 0,-1 0 0,1-1 1,-1 1-1,0-1 0,1 0 0,-1 0 1,1 0-1,-1 0 0,1 0 0,-1 0 0,0-1 1,4 0-1,2-1-6777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1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24575,'0'0'0,"-1"30"0,-2-1 0,-11 45 0,2-8 0,-2 65 0,11-85 0,-2-1 0,-1 0 0,-16 52 0,16-66 0,6-29 0,0-3 0,2-18 0,0 5 0,0-1 0,1 1 0,1 0 0,9-24 0,29-53 0,-29 66 0,-12 22 0,0 0 0,1 1 0,0-1 0,-1 0 0,1 0 0,0 1 0,0-1 0,0 1 0,0 0 0,1 0 0,-1 0 0,1 0 0,-1 0 0,1 0 0,0 0 0,0 1 0,0 0 0,0-1 0,3 0 0,-2 2 0,0-1 0,0 1 0,0 0 0,0 0 0,0 1 0,0-1 0,0 1 0,0 0 0,0 0 0,0 0 0,-1 1 0,1-1 0,0 1 0,5 4 0,-6-5 0,-1 0 0,0 0 0,0 1 0,0-1 0,-1 0 0,1 1 0,0 0 0,-1-1 0,1 1 0,0 0 0,-1 0 0,0 0 0,0 0 0,1 0 0,-1 0 0,0 0 0,-1 1 0,1-1 0,0 0 0,0 4 0,-1-3 0,0 1 0,0-1 0,0 1 0,-1-1 0,0 1 0,1-1 0,-1 0 0,0 1 0,-1-1 0,1 0 0,0 0 0,-4 5 0,1-1 0,-1 0 0,0 0 0,-1 0 0,1-1 0,-1 0 0,-1 0 0,1-1 0,-1 0 0,0 0 0,-13 7 0,12-9-1365,3-1-5461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1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24575,'4'95'0,"-16"32"-1365,10-115-5461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1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24575,'2'37'-455,"1"-1"0,9 40 0,-10-67-6371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1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 24575,'3'16'0,"-2"12"0,-2 1 0,-7 53 0,-18 59 0,10-68 0,-18 98 0,35-149 0,-1-15 0,-4-20 0,-15-67-1365,15 59-5461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2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24575,'4'1'-24,"46"9"-312,0-2 1,0-2 0,55 0 0,-97-6-6491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3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0,0 0 0,0 0 0,5 1 0,-1 0 0,0 0 0,1 0 0,-1 0 0,0 1 0,6 3 0,12 4 0,3-4 0,0-2 0,0 0 0,1-1 0,-1-1 0,30-4 0,5 0 0,86-1 0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4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24575,'-12'45'0,"10"-2"0,1 1 0,6 49 0,-1-3 0,-4-88-11,-1 170 143,-1-136-627,-1 0-1,-16 61 1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17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24575,'17'-3'0,"6"2"0,-11 2 0,0 0 0,0 0 0,0-1 0,0-1 0,0 0 0,-1 0 0,1-2 0,0 1 0,-1-1 0,18-7 0,-27 9 0,1 1 0,-1 0 0,0 0 0,1 0 0,-1 0 0,0 0 0,0 0 0,1 1 0,-1-1 0,0 1 0,0 0 0,1 0 0,-1 0 0,3 1 0,32 19 0,-35-19 0,7 3 0,-5-2 0,0 0 0,0 0 0,0 0 0,0-1 0,0 0 0,0 0 0,1 0 0,-1 0 0,1-1 0,0 0 0,-1 0 0,1 0 0,0 0 0,-1-1 0,1 0 0,0 0 0,8-1 0,-11 0 0,0 0 0,0 0 0,0 0 0,-1 0 0,1 0 0,0-1 0,-1 1 0,1-1 0,-1 1 0,1-1 0,-1 0 0,2-2 0,15-25 0,-15 24 0,-3 4 0,0 1 0,0-1 0,1 0 0,-1 1 0,0-1 0,1 0 0,-1 1 0,1-1 0,-1 1 0,1-1 0,-1 1 0,1-1 0,-1 1 0,1-1 0,-1 1 0,1-1 0,0 1 0,-1 0 0,1-1 0,0 1 0,-1 0 0,1 0 0,0 0 0,0-1 0,-1 1 0,2 0 0,16 11 0,-10-4 0,-2-4 0,-1 1 0,1-1 0,0 0 0,0 0 0,1-1 0,-1 0 0,0 0 0,1 0 0,-1-1 0,1 0 0,0 0 0,-1-1 0,1 0 0,0 0 0,-1-1 0,1 1 0,-1-1 0,1-1 0,-1 1 0,1-1 0,-1 0 0,0-1 0,1 1 0,-1-1 0,-1-1 0,1 1 0,0-1 0,-1 0 0,0 0 0,8-8 0,-11 10 6,-1 0-1,1 1 1,0-1-1,0 1 0,-1 0 1,1 0-1,0 0 1,0-1-1,0 2 1,0-1-1,0 0 1,1 0-1,-1 1 0,0-1 1,0 1-1,0 0 1,1-1-1,-1 1 1,0 0-1,0 1 1,5-1-1,-2 2-191,0-1 1,1 1-1,-1 0 0,0 1 1,0-1-1,0 1 1,6 5-1,-2-2-6640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0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24575,'0'0'0,"0"0"0,0 0 0,0 0 0,0 0 0,0 0 0,0 0 0,0 0 0,15 3 0,55 2 0,94-6 0,-111 0 0,401-32 0,-247 13 0,-200 19-81,5 0-103,0 0 1,-1 0 0,1 1-1,0 1 1,0 0-1,13 3 1,-16-1-6643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4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38 24575,'-6'1'0,"-13"1"0,36-2 0,27 0 0,-1 1 0,47 10 0,-16-3 0,344 10 0,-317-21 0,-1-5 0,114-24 0,-150 19 0,0 3 0,1 3 0,102 2 0,-121 6-108,-15-1-206,-1 2-1,1 0 1,56 14 0,-71-11-6512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6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 24575,'0'0'0,"0"0"0,0 0 0,0 0 0,0 0 0,-5 8 0,-2 13 0,1 0 0,0 1 0,2 0 0,1 0 0,-1 38 0,2-22 0,0-29-105,2 1 0,-1-1 0,1 0 0,1 1 0,0-1 0,0 0 0,0 1 0,2-1 0,-1 0 0,1 0 0,0 0 0,7 12 0,-4-12-6721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6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24575,'0'0'0,"0"0"0,0 0 0,-5 23 0,-1 29 0,2 77 0,-4 30 0,8-154-92,-1 27 316,1-31-265,0 0 1,0 0 0,0-1-1,0 1 1,1 0-1,-1-1 1,0 1-1,1 0 1,-1 0-1,0-1 1,1 1-1,-1-1 1,1 1-1,-1 0 1,1-1 0,-1 1-1,1-1 1,0 1-1,-1-1 1,1 0-1,-1 1 1,1-1-1,0 0 1,0 1-1,-1-1 1,1 0 0,0 0-1,-1 1 1,1-1-1,0 0 1,0 0-1,-1 0 1,1 0-1,0 0 1,0 0-1,1 0 1,4-1-6786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7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0 24575,'0'0'0,"0"0"0,0 0 0,0 0 0,0 0 0,0 0 0,-3 18 0,-9 59 0,-5 147 0,17-217 0,0 0 0,0 1 0,1-1 0,0 0 0,1 0 0,0 1 0,0-1 0,0 0 0,1-1 0,3 8 0,-4-27-1365,0 7-5461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7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24575,'0'0'0,"0"0"0,0 0 0,0 0 0,0 0 0,0 0 0,0 0 0,0 0 0,-18 15 0,15-12 0,0 0 0,0-1 0,0 1 0,1 1 0,0-1 0,-1 0 0,1 0 0,0 1 0,1 0 0,-1-1 0,1 1 0,-1 0 0,1-1 0,0 1 0,1 0 0,-1 0 0,0 0 0,1 8 0,1 3 0,1 1 0,0-1 0,7 24 0,-2-7 0,-6-19 14,0 0 0,-1 0 0,-1 18 0,0-3-1435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8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8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0 24575,'0'0'0,"0"0"0,0 0 0,0 0 0,0 0 0,-19 12 0,16-8 0,1 0 0,-1 0 0,1 0 0,0 0 0,0 0 0,0 1 0,1-1 0,-1 0 0,1 1 0,0-1 0,0 1 0,1 0 0,-1-1 0,1 1 0,0 0 0,0-1 0,1 1 0,1 7 0,-1-7 0,0 1 0,0-1 0,1 1 0,0-1 0,0 1 0,0-1 0,0 0 0,1 0 0,0 0 0,0 0 0,0-1 0,1 1 0,0-1 0,8 8 0,-11-11 0,0 0 0,1 0 0,-1 0 0,1-1 0,-1 1 0,1 0 0,-1 0 0,1-1 0,0 1 0,-1-1 0,1 0 0,0 1 0,-1-1 0,1 0 0,0 0 0,-1 0 0,1 0 0,0 0 0,0 0 0,-1-1 0,3 0 0,-2 0 0,1 0 0,-1 0 0,0-1 0,0 1 0,0-1 0,0 1 0,0-1 0,0 0 0,-1 0 0,1 0 0,0 0 0,2-4 0,-1 0 0,0 0 0,0 0 0,0 0 0,-1-1 0,0 1 0,0-1 0,-1 1 0,0-1 0,0 0 0,0-9 0,-1 16 0,0-9 0,-1 0 0,0 0 0,-5-17 0,6 24 0,-1 0 0,1 1 0,-1-1 0,0 0 0,1 1 0,-1-1 0,0 0 0,0 1 0,0-1 0,0 1 0,0-1 0,-1 1 0,1 0 0,0-1 0,-1 1 0,1 0 0,-1 0 0,1 0 0,-1 0 0,0 0 0,1 0 0,-1 1 0,0-1 0,0 0 0,1 1 0,-4-1 0,-2 2-1365,1 3-5461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8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24575,'-2'18'0,"-8"138"0,10-155 0,0 0 0,-1 1 0,1-1 0,0 0 0,0 0 0,1 0 0,-1 0 0,0 0 0,0 1 0,0-1 0,1 0 0,-1 0 0,1 0 0,-1 0 0,1 0 0,-1 0 0,1 0 0,-1 0 0,1 0 0,0 0 0,0-1 0,1 3 0,-1-3 0,0 0 0,0 0 0,0 0 0,0 0 0,0 0 0,0 0 0,0 0 0,0 0 0,0 0 0,0 0 0,0-1 0,0 1 0,0 0 0,0-1 0,-1 1 0,1-1 0,0 1 0,0-1 0,0 1 0,1-2 0,3-2 0,0 0 0,0-1 0,0 0 0,0 0 0,-1 0 0,4-7 0,-1 0 0,0-1 0,-2 0 0,1 0 0,5-23 0,-11 34 0,0 0 0,0 0 0,0 0 0,0 1 0,-1-1 0,1 0 0,-1 0 0,1 1 0,-1-1 0,0 0 0,1 1 0,-1-1 0,0 0 0,0 1 0,0-1 0,0 1 0,-1 0 0,1-1 0,-2 0 0,1-1 0,-1 1 0,1-1 0,-1 1 0,0 0 0,0 0 0,0 0 0,0 0 0,0 0 0,-4-1 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9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 24575,'-7'12'0,"1"0"0,0 1 0,1 0 0,0 0 0,1 0 0,1 0 0,-3 27 0,5-39 0,1 1 0,0-1 0,0 0 0,0 0 0,-1 0 0,1 0 0,1 0 0,-1 0 0,0 0 0,0 0 0,0 0 0,0 0 0,1 0 0,-1 0 0,0 0 0,1 0 0,-1 0 0,1 0 0,0 0 0,-1 0 0,1 0 0,-1 0 0,1-1 0,0 1 0,0 0 0,0 0 0,1 0 0,0 0 0,0-1 0,-1 1 0,1-1 0,0 1 0,0-1 0,-1 0 0,1 0 0,0 0 0,0 0 0,0 0 0,-1 0 0,1 0 0,2-1 0,2 0 0,-1-1 0,1 0 0,-1 0 0,0 0 0,0 0 0,0-1 0,0 0 0,0 0 0,6-5 0,-8 4-72,0 0 1,0-1-1,0 1 0,0 0 0,-1-1 0,0 0 0,0 1 0,0-1 1,0 0-1,-1 0 0,0 0 0,0 0 0,0 0 0,-1-1 0,0 1 1,0 0-1,0 0 0,-1-5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29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 24575,'10'29'0,"-10"-28"0,0 0 0,1 0 0,-1 0 0,0 0 0,1 0 0,-1 0 0,1 0 0,-1 0 0,1 0 0,0-1 0,-1 1 0,1 0 0,0 0 0,-1-1 0,1 1 0,0 0 0,0-1 0,0 1 0,-1 0 0,1-1 0,0 1 0,0-1 0,0 0 0,0 1 0,0-1 0,0 0 0,0 0 0,0 1 0,0-1 0,0 0 0,0 0 0,0 0 0,0 0 0,0 0 0,1-1 0,-1 1 0,0 0 0,0 0 0,0-1 0,-1 1 0,1 0 0,0-1 0,0 1 0,0-1 0,0 0 0,0 1 0,1-2 0,2-1 0,1 0 0,-1 0 0,0-1 0,0 0 0,0 0 0,-1 0 0,5-6 0,-3 1 0,0 0 0,0-1 0,-1 1 0,4-13 0,-7 19 0,0 0 0,-1 1 0,1-1 0,0 0 0,-1 0 0,0 0 0,0 0 0,0 1 0,0-1 0,0 0 0,0 0 0,-1 0 0,1 0 0,-1 0 0,0 1 0,0-1 0,0 0 0,0 1 0,0-1 0,-3-3 0,2 5-41,-1-1 0,0 0 0,0 1 0,0-1-1,1 1 1,-1 0 0,0 0 0,-1 0 0,1 0-1,0 1 1,0-1 0,0 1 0,0 0 0,-1 0 0,1 0-1,-6 1 1,3-1-624,-18 1-6161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36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 26 24575,'-2'-2'0,"1"0"0,-1 1 0,0-1 0,0 1 0,0-1 0,0 1 0,0 0 0,0 0 0,-4-2 0,5 2 0,-4 0 0,-1-1 0,1 0 0,-1 1 0,0 0 0,1 0 0,-1 1 0,0 0 0,1 0 0,-1 0 0,0 0 0,1 1 0,-1 0 0,0 0 0,1 1 0,-10 3 0,-10 5 0,1 1 0,-23 14 0,44-24 0,-9 6 0,0 0 0,0 1 0,0 1 0,1 0 0,1 0 0,-1 1 0,-14 18 0,23-25 0,0 0 0,0 0 0,0 0 0,0 0 0,0 0 0,1 1 0,-1-1 0,1 0 0,0 1 0,0-1 0,0 1 0,1-1 0,-1 1 0,1-1 0,0 1 0,0 0 0,0-1 0,0 1 0,1-1 0,-1 1 0,1-1 0,0 1 0,0-1 0,0 1 0,1-1 0,-1 0 0,1 0 0,0 1 0,-1-1 0,2 0 0,-1-1 0,0 1 0,1 0 0,-1-1 0,6 5 0,2 1 0,-1-1 0,2 0 0,-1 0 0,1-1 0,17 7 0,63 18 0,2 1 0,23 26 0,-96-48 0,-18-9 0,0 0 0,0 0 0,-1 0 0,1 0 0,0 0 0,-1 1 0,1-1 0,-1 0 0,1 1 0,-1-1 0,0 1 0,1 0 0,-1-1 0,0 1 0,0 0 0,0 0 0,0 0 0,-1 0 0,1-1 0,0 1 0,-1 0 0,1 0 0,-1 0 0,0 0 0,0 1 0,0-1 0,0 0 0,0 0 0,0 0 0,0 0 0,-1 0 0,1 0 0,-1 0 0,1 0 0,-1 0 0,0-1 0,0 1 0,-1 2 0,-3 5 0,0-1 0,0 0 0,-1-1 0,0 1 0,0-1 0,-15 12 0,4-5-170,-1 0-1,0-2 0,-1 0 1,0 0-1,-1-2 0,0-1 1,-30 10-1,42-17-6655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36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24575,'39'-2'0,"-13"-1"0,475-9 0,-493 12 0,-2-1 0,1 1 0,0 0 0,0 1 0,-1-1 0,1 1 0,6 2 0,17 3-1365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37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 24575,'-1'18'0,"-2"1"0,0-1 0,0 0 0,-9 24 0,5-21 0,-38 122 0,-22 90 0,60-203 0,2 0 0,1 1 0,2-1 0,1 1 0,5 53 0,-4-79 0,1-1 0,0 1 0,0-1 0,0 0 0,1 1 0,-1-1 0,1 0 0,0 0 0,0 0 0,1 0 0,-1 0 0,1 0 0,0-1 0,0 1 0,0-1 0,4 3 0,-2-2 0,1 0 0,0-1 0,0 1 0,0-2 0,0 1 0,0-1 0,0 1 0,1-2 0,12 3 0,0-2 0,-1-1 0,0-1 0,1 0 0,-1-2 0,0 0 0,36-9 0,-28 3-273,1-1 0,-2-1 0,1-2 0,44-26 0,-46 22-6553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37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24575,'0'3'0,"1"0"0,-1 0 0,1 0 0,0 0 0,0 0 0,2 5 0,4 11 0,0 18 0,-2 0 0,1 73 0,-6-75 0,2-1 0,1 0 0,1 0 0,10 35 0,-14-65 0,-6-13 0,-5-18 0,10 14 0,1-1 0,0 1 0,1 0 0,0 0 0,7-26 0,23-60 0,-30 97 0,4-12 0,0 0 0,2 0 0,0 0 0,0 1 0,1 0 0,1 1 0,17-20 0,-20 26 0,-1 1 0,1-1 0,0 1 0,1 1 0,-1-1 0,1 1 0,0 0 0,0 1 0,1-1 0,-1 1 0,1 1 0,-1 0 0,1 0 0,0 0 0,0 1 0,9-1 0,-12 3 14,-1-1 0,1 1-1,0 0 1,0 0 0,0 1-1,7 2 1,11 4-1475,-18-7-5365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37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 24575,'0'0'0,"0"0"0,0 0 0,-1 3 0,0 1 0,0 0 0,-1 0 0,1-1 0,-1 1 0,0-1 0,-3 5 0,-3 6 0,-9 31 0,1 1 0,2 1 0,3 0 0,-9 75 0,19-120 0,1 1 0,0 0 0,0-1 0,0 1 0,0 0 0,1-1 0,-1 1 0,1 0 0,0-1 0,-1 1 0,1 0 0,0-1 0,1 0 0,-1 1 0,0-1 0,3 3 0,-4-4 0,1-1 0,-1 1 0,1-1 0,-1 1 0,1-1 0,0 1 0,-1-1 0,1 1 0,0-1 0,0 0 0,-1 1 0,1-1 0,0 0 0,0 0 0,-1 1 0,1-1 0,0 0 0,0 0 0,0 0 0,-1 0 0,2 0 0,0-1 0,-1 1 0,1-1 0,-1 1 0,1-1 0,-1 0 0,0 1 0,1-1 0,-1 0 0,0 0 0,0 0 0,0 0 0,0 0 0,1-1 0,-1 1 0,1-2 0,2-3 7,0-1 0,-1 1-1,0-1 1,0 0 0,0 0-1,-1 0 1,0-1 0,2-11 0,5-66-412,-7 55-616,2-24-5805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38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0 24575,'0'28'0,"-18"257"0,12-246-1365,3-23-5461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39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24575,'0'0'0,"3"62"0,-6 4 0,3-1 0,10 83 0,-11-360 0,1 198 0,1-5 0,0 0 0,8-36 0,-8 50 0,1 0 0,-1 0 0,1 0 0,0 0 0,1 1 0,-1-1 0,1 1 0,0-1 0,0 1 0,0 0 0,0 0 0,1 0 0,0 1 0,0-1 0,6-4 0,-1 3 0,0 0 0,-1 0 0,2 1 0,-1 0 0,1 0 0,-1 1 0,1 0 0,14-2 0,-19 5 0,0-1 0,0 1 0,0 0 0,0 1 0,0-1 0,-1 1 0,1 0 0,0 0 0,0 1 0,-1-1 0,1 1 0,-1 0 0,1 0 0,-1 1 0,0-1 0,0 1 0,0 0 0,0 0 0,6 6 0,-3-1 0,0 0 0,0 1 0,-1 0 0,0 0 0,0 1 0,-1-1 0,-1 1 0,1 0 0,3 17 0,-3-5 0,0 0 0,-2 0 0,0 37 0,-3-56 0,0-1 0,0 1 0,1-1 0,-1 1 0,0 0 0,1-1 0,0 1 0,0-1 0,0 0 0,0 1 0,0-1 0,0 0 0,0 1 0,1-1 0,-1 0 0,1 0 0,-1 0 0,1 0 0,3 2 0,-2-2 0,0-1 0,0 1 0,0-1 0,0 1 0,0-1 0,0 0 0,0 0 0,1-1 0,-1 1 0,0-1 0,1 1 0,-1-1 0,4-1 0,4 0 0,1 0 0,-1-1 0,0 0 0,0-1 0,0-1 0,-1 0 0,18-8 0,17-15 0,-1-2 0,49-43 0,13-8 0,-104 79 0,-1 1 0,0-1 0,0 0 0,1 0 0,-1 0 0,0 0 0,0 0 0,0 0 0,0 0 0,0 0 0,-1 0 0,1 0 0,0-1 0,0 1 0,-1 0 0,1 0 0,-1-1 0,1-2 0,-1 4 0,0-1 0,0 0 0,0 0 0,0 1 0,-1-1 0,1 0 0,0 0 0,-1 1 0,1-1 0,-1 0 0,1 1 0,-1-1 0,1 1 0,-1-1 0,1 0 0,-1 1 0,0-1 0,1 1 0,-1 0 0,1-1 0,-1 1 0,0-1 0,0 1 0,0 0 0,-4-2 0,0 0 0,0 1 0,0 0 0,0 0 0,0 0 0,0 1 0,0-1 0,0 1 0,-8 1 0,2 2 0,0 0 0,0 0 0,0 1 0,0 0 0,1 1 0,0 0 0,0 1 0,-14 10 0,-1 3 0,-42 42 0,53-47 0,2 0 0,0 1 0,1 0 0,0 1 0,1 0 0,-13 29 0,21-39 0,0-1 0,1 0 0,0 1 0,0 0 0,0-1 0,1 1 0,0 0 0,0-1 0,0 1 0,1 0 0,0-1 0,0 1 0,0 0 0,0-1 0,1 0 0,0 1 0,1-1 0,-1 0 0,1 0 0,0 0 0,6 8 0,-7-9 0,1-1 0,0 1 0,0-1 0,1 1 0,-1-1 0,1 0 0,-1 0 0,1 0 0,0-1 0,0 0 0,1 1 0,-1-1 0,0-1 0,1 1 0,-1-1 0,1 1 0,-1-1 0,1-1 0,-1 1 0,1 0 0,0-1 0,-1 0 0,1 0 0,0-1 0,8-1 0,-2-2 0,0-1 0,0 0 0,-1 0 0,0-1 0,0-1 0,0 0 0,-1 0 0,0-1 0,-1 0 0,1 0 0,-1-1 0,-1 0 0,0 0 0,9-16 0,4-9 0,-2-1 0,26-72 0,-4-29 0,-39 152 0,4 332 0,-3-56 0,1-194 0,-17 170 0,9-230 0,-1 0 0,-2-1 0,-2-1 0,-1 1 0,-2-2 0,-2 0 0,-29 53 0,30-66 0,-1-2 0,-1 1 0,0-2 0,-2 0 0,0-2 0,-1 1 0,-1-2 0,-1-1 0,-43 25 0,48-31 0,0-1 0,0-1 0,-1-1 0,0 0 0,0-1 0,-1-1 0,1 0 0,-1-2 0,0 0 0,1-1 0,-1 0 0,0-2 0,0 0 0,0-1 0,-18-4 0,29 3 0,-1 1 0,0-1 0,1 0 0,0-1 0,-1 0 0,1 0 0,1 0 0,-1-1 0,1 0 0,0 0 0,-9-9 0,12 10 0,0 0 0,0 0 0,0 0 0,1 0 0,-1-1 0,1 1 0,0-1 0,1 1 0,-1-1 0,1 0 0,-1 1 0,2-1 0,-1 0 0,0 0 0,1 0 0,0 0 0,0 0 0,0 0 0,1 0 0,1-8 0,4-5 0,0 0 0,2 1 0,0-1 0,0 2 0,2-1 0,0 1 0,1 1 0,25-29 0,-8 15 0,1 1 0,1 2 0,42-29 0,-25 25 0,1 1 0,97-41 0,-63 39 0,93-24 0,-150 49 0,0 0 0,0 2 0,40-2 0,-49 6 0,0 1 0,-1 0 0,1 1 0,0 1 0,-1 0 0,26 10 0,-21-6-1365,-6-1-5461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0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411 1 24575,'0'0'0,"0"0"0,0 0 0,-8 3 0,-4 3 0,1 0 0,0 1 0,1 0 0,-1 1 0,1 0 0,1 1 0,0 0 0,0 0 0,-12 18 0,11-11 0,0 0 0,1 0 0,1 1 0,1 0 0,-10 36 0,5 4 0,3 0 0,2 1 0,1 74 0,5-86 0,-4 69 0,-2 354 0,8-445 0,0 0 0,-1 0 0,-2 0 0,-8 45 0,10-67 0,-1 0 0,1 0 0,-1-1 0,0 1 0,1 0 0,-1-1 0,0 1 0,0 0 0,0-1 0,0 1 0,-1-1 0,1 0 0,0 1 0,-1-1 0,1 0 0,0 0 0,-1 0 0,1 0 0,-1 0 0,0 0 0,1 0 0,-1 0 0,0-1 0,0 1 0,1-1 0,-1 1 0,0-1 0,0 0 0,0 1 0,0-1 0,0 0 0,1 0 0,-1-1 0,0 1 0,0 0 0,0-1 0,-2 0 0,-4-1 0,1 0 0,-1-1 0,1 0 0,-1 0 0,1-1 0,0 0 0,-7-5 0,-13-12-1365,4 1-5461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1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1 114 24575,'274'-36'0,"-169"24"0,-12-3 0,-54 8 0,1 1 0,48 0 0,-77 6-102,-5 1 12,0-1-1,0 0 1,1 0 0,-1 0 0,0-1 0,0 0-1,0 0 1,0-1 0,0 0 0,0 0 0,0 0-1,0 0 1,9-7 0,-1-1-6736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1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 24575,'-11'27'0,"-58"249"0,44-158 0,12-63 0,2 1 0,4 0 0,1 1 0,3 60 0,3-98 0,0-9 0,0 0 0,1-1 0,0 1 0,3 10 0,-2-21 0,1-1 0,-1 1 0,1 0 0,-1-1 0,1 0 0,-1 0 0,0 0 0,0 0 0,0 0 0,0 0 0,2-3 0,3-8-87,0 0-1,0-1 1,7-25 0,-8 23-929,3-7-5810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2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24575,'-24'15'0,"20"-13"0,1-1 0,-1 1 0,1 0 0,0 0 0,0 0 0,0 1 0,0-1 0,0 1 0,0-1 0,1 1 0,-1 0 0,1 0 0,0 0 0,-4 6 0,3-4 0,3-2 0,0 0 0,-1 1 0,1-1 0,1 1 0,-1-1 0,0 0 0,1 1 0,0-1 0,-1 0 0,1 0 0,2 4 0,-1 1 0,8 49 0,-6-33 0,10 34 0,-12-50 0,1 0 0,0-1 0,0 1 0,1-1 0,0 0 0,1 0 0,-1-1 0,8 9 0,-10-13 0,-1-1 0,1 0 0,-1 0 0,1 0 0,0 1 0,-1-1 0,1-1 0,0 1 0,0 0 0,0 0 0,-1-1 0,1 1 0,0-1 0,0 1 0,0-1 0,0 0 0,0 0 0,0 0 0,0 0 0,0 0 0,0 0 0,0-1 0,0 1 0,0-1 0,0 1 0,0-1 0,-1 0 0,1 0 0,0 0 0,0 0 0,-1 0 0,1 0 0,-1 0 0,1 0 0,1-3 0,3 0 0,0-1 0,-1-1 0,0 1 0,0-1 0,-1 0 0,1 0 0,-1 0 0,4-9 0,-4 3 0,1 0 0,-1 0 0,-1-1 0,0 0 0,-1 1 0,1-27 0,-2 31 0,-1 1 0,-1-1 0,0 0 0,0 0 0,0 1 0,-1-1 0,0 1 0,0-1 0,-1 1 0,0 0 0,0 0 0,-1 0 0,-5-7 0,8 12-44,-1 0 0,1 0 0,-1 0 0,1 1 0,-1-1 0,0 0 0,0 1 0,1 0 0,-1-1 0,0 1 0,0 0 0,-1 0 0,1 0 0,0 0 0,0 0 0,0 1 0,-1-1 0,1 1-1,0-1 1,-1 1 0,1 0 0,0 0 0,-1 0 0,1 0 0,0 0 0,-1 1 0,1-1 0,0 1 0,0 0 0,-4 1 0,-2 3-6782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4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1 337 24575,'3'1'0,"0"0"0,-1-1 0,1 1 0,0 0 0,0 1 0,-1-1 0,6 3 0,7 4 0,12 4 0,1-2 0,-1-1 0,2-2 0,-1-1 0,1 0 0,0-3 0,0 0 0,0-2 0,34-2 0,-59 0 0,0 1 0,0-1 0,0 0 0,0 0 0,0 0 0,0 0 0,0-1 0,0 0 0,0 0 0,-1 0 0,1 0 0,-1-1 0,6-3 0,-7 4 0,-1-1 0,1 1 0,0-1 0,-1 1 0,1-1 0,-1 1 0,0-1 0,0 0 0,0 0 0,0 1 0,0-1 0,-1 0 0,1 0 0,-1 0 0,0 0 0,0 0 0,0 0 0,0 0 0,0 0 0,-2-5 0,-3-14 0,-2 0 0,0 1 0,-16-34 0,10 28 0,-10-34 0,20 51 0,1 0 0,0 0 0,0-1 0,1 1 0,1 0 0,-1 0 0,3-14 0,-2 4 0,-10 32 0,1 3 0,-30 48 0,3 2 0,3 1 0,2 1 0,4 2 0,-25 97 0,47-151 0,2 1 0,0 0 0,0-1 0,2 1 0,0 0 0,2 25 0,-1-35 0,1 0 0,0 0 0,1 0 0,-1 0 0,1 0 0,0 0 0,1 0 0,-1 0 0,1-1 0,0 1 0,1-1 0,-1 0 0,1 0 0,0 0 0,0-1 0,1 1 0,-1-1 0,1 0 0,7 5 0,-5-5 9,1 0 1,-1 0-1,1-1 0,-1 0 0,1 0 1,0-1-1,0 0 0,0 0 0,1-1 0,-1 0 1,0 0-1,13-1 0,-14-1-96,-1 0-1,0 0 1,1 0 0,-1-1-1,0 0 1,0 0 0,0-1-1,0 0 1,0 0-1,0 0 1,-1 0 0,0-1-1,1 0 1,-1 0 0,-1-1-1,6-5 1,3-6-6739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5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0 24575,'-9'28'0,"5"-26"0,-1 1 0,1-1 0,-1 0 0,1 0 0,-1-1 0,0 0 0,0 1 0,1-1 0,-1-1 0,0 1 0,0-1 0,0 0 0,0 0 0,0 0 0,-8-2 0,8 1 0,0 0 0,0 1 0,0 0 0,0-1 0,0 2 0,0-1 0,0 1 0,0 0 0,0 0 0,0 0 0,0 0 0,0 1 0,1 0 0,-10 5 0,9-3 0,1 0 0,-1 1 0,0 0 0,1 0 0,0 0 0,0 1 0,1-1 0,-1 1 0,1 0 0,1 0 0,-1 0 0,1 0 0,0 1 0,0-1 0,1 0 0,0 1 0,0 0 0,0-1 0,1 1 0,0 6 0,1-2 0,0 0 0,0 0 0,1 0 0,1-1 0,0 1 0,0-1 0,1 1 0,0-1 0,1-1 0,0 1 0,10 13 0,-14-22 0,0 0 0,1 0 0,-1 0 0,1 0 0,-1 0 0,1-1 0,0 1 0,-1 0 0,1-1 0,-1 0 0,1 1 0,0-1 0,0 0 0,-1 0 0,1 0 0,0 0 0,-1 0 0,1 0 0,0 0 0,-1-1 0,1 1 0,0-1 0,-1 1 0,4-2 0,2-1 0,0 0 0,0 0 0,0 0 0,8-5 0,-6 0 0,0 1 0,-1-1 0,0-1 0,0 0 0,0 0 0,-1 0 0,-1-1 0,0 0 0,0 0 0,-1-1 0,0 1 0,0-1 0,-1 0 0,-1-1 0,0 1 0,-1 0 0,2-18 0,-26 74 0,13-25-114,1 0 1,1 1-1,1 0 0,1 1 0,0-1 1,2 1-1,1 0 0,0-1 0,2 1 1,1 0-1,3 25 0,-3-40-6712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6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1 24575,'10'3'0,"22"4"0,31 14 0,-52-17 0,0 1 0,-1 1 0,1 0 0,-1 0 0,-1 1 0,12 10 0,-15-12 0,4 3 0,0 1 0,0 0 0,-1 1 0,-1 0 0,15 22 0,-21-29 0,0 1 0,-1-1 0,0 1 0,0 0 0,0 0 0,0-1 0,0 1 0,-1 0 0,1 0 0,-1 0 0,0 0 0,-1 0 0,1 0 0,-1 0 0,1-1 0,-1 1 0,0 0 0,-1 0 0,1-1 0,-1 1 0,1-1 0,-1 1 0,0-1 0,-5 6 0,-6 10 0,-2-1 0,0 0 0,-2-2 0,0 0 0,-31 24 0,-104 57 0,149-95 0,0-1 0,0 1 0,1 0 0,-1 0 0,1 0 0,-1 0 0,-3 5 0,6-6 0,0-1 0,0 0 0,-1 1 0,1-1 0,0 1 0,0-1 0,0 0 0,0 1 0,-1-1 0,1 1 0,0-1 0,0 1 0,0-1 0,0 1 0,0-1 0,0 0 0,0 1 0,0-1 0,1 1 0,-1-1 0,0 1 0,0-1 0,0 1 0,1 0 0,0 0 0,-1-1 0,1 1 0,0 0 0,0 0 0,0-1 0,0 1 0,-1 0 0,1-1 0,0 1 0,0-1 0,0 1 0,2 0 0,14 4 0,-1-1 0,1 0 0,0-2 0,28 2 0,72-4 0,-88-1 0,-27 1 0,0 0 0,0 0 0,0 1 0,0-1 0,0 0 0,0 1 0,0 0 0,-1-1 0,1 1 0,0 0 0,0 0 0,-1 0 0,1 0 0,0 0 0,-1 0 0,1 0 0,-1 0 0,1 1 0,-1-1 0,0 1 0,0-1 0,0 1 0,0-1 0,0 1 0,0 0 0,1 2 0,-1-1 0,0 0 0,0 0 0,0 0 0,0 0 0,-1 0 0,1 0 0,-1 0 0,0 0 0,0 1 0,0-1 0,-1 0 0,1 0 0,-1 0 0,0 0 0,1 0 0,-3 3 0,-5 10 0,0-1 0,-2 0 0,0 0 0,0-1 0,-1-1 0,-15 15 0,-85 70 0,88-78 0,9-9 40,0 0 0,-16 9 0,24-16-205,0-1 0,0 0 0,-1-1 0,1 1 0,-1-1 0,1-1 0,-1 1 0,-7 0 0,4-2-6661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6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24575,'0'0'0,"27"9"0,-10-2 0,4-2 0,0 1 0,0 1 0,0 1 0,23 13 0,-38-17 0,1 0 0,0 1 0,-1 0 0,0 0 0,0 0 0,8 10 0,-11-11 0,-1-1 0,1 1 0,-1 0 0,0 0 0,0 0 0,0 0 0,0 0 0,-1 1 0,0-1 0,0 0 0,0 1 0,0 6 0,-1-6 0,-1 1 0,1-1 0,-1 0 0,0 0 0,-1 0 0,1 0 0,-1-1 0,0 1 0,-1 0 0,1-1 0,-1 1 0,1-1 0,-1 0 0,-1 0 0,1 0 0,-7 6 0,-8 6 0,0-1 0,-26 17 0,29-21 0,-24 15 0,-31 23 0,70-48 0,-1-1 0,1 0 0,0 1 0,-1-1 0,1 0 0,0 1 0,-1-1 0,1 0 0,0 1 0,0-1 0,-1 1 0,1-1 0,0 0 0,0 1 0,0-1 0,0 1 0,-1-1 0,1 1 0,0-1 0,0 1 0,0-1 0,0 1 0,0-1 0,0 0 0,0 1 0,0-1 0,0 1 0,1-1 0,-1 1 0,11 11 0,-7-10 0,0 1 0,0-1 0,0-1 0,0 1 0,0-1 0,5 2 0,15-2 0,0-1 0,0-1 0,0 0 0,47-11 0,-42 7 0,42-8-455,0-2 0,74-27 0,-130 37-6371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48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98 24575,'0'0'0,"19"0"0,796-19 0,-388 6 0,312-18-838,339-4 910,-1073 35-73,890 30-97,-736-11 63,115 6 915,-147-20-2225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6:58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25 387 24575,'0'0'0,"0"0"0,0 0 0,0 0 0,0 0 0,0 0 0,0 0 0,0 0 0,0 0 0,-25-10 0,49 9 0,45-9 0,-29 4 0,205-39 0,-48 8 0,-57 16 0,187-6 0,25 4 0,-264 15 0,448 4 0,-7 0 0,178-88 0,-344 26 0,-343 62-117,-8 3-61,0-1 0,0-1-1,-1 0 1,1 0 0,-1-1-1,17-9 1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07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6775 2519 24575,'2'-33'0,"2"0"0,9-46 0,0 7 0,-8 41 0,-1 0 0,-2 0 0,-2-1 0,0 1 0,-2 0 0,-12-58 0,-5 15 0,-4 1 0,-3 1 0,-2 1 0,-4 1 0,-71-113 0,35 72 0,18 26 0,-4 3 0,-81-97 0,52 92 0,-3 4 0,-4 4 0,-3 3 0,-3 5 0,-159-89 0,90 75 0,-3 7 0,-245-77 0,288 118 0,-241-39 0,-136 38 0,-353 52 0,763-8 0,1 5 0,0 3 0,-162 48 0,-249 125 0,388-137 0,2 5 0,-204 136 0,59-4 0,183-127 0,-89 92 0,44-24 0,5 5 0,7 6 0,-144 240 0,201-286 0,3 1 0,4 3 0,5 1 0,-42 170 0,61-181 0,5 1 0,4 1 0,3-1 0,4 1 0,5 0 0,3 0 0,3 0 0,5-1 0,4 0 0,3-2 0,45 120 0,86 126 0,-111-260 0,3-2 0,75 92 0,-45-76 0,4-3 0,120 101 0,-134-133 0,2-3 0,3-3 0,1-3 0,81 36 0,-8-16 0,270 80 0,-321-119 0,0-4 0,1-4 0,1-5 0,0-3 0,1-4 0,174-19 0,441-115 0,-11-51 0,-562 140 0,-1-5 0,138-72 0,234-170 0,-361 189 0,-4-7 0,-5-5 0,-5-6 0,-5-6 0,-6-5 0,145-201 0,-204 237 0,87-175 0,22-114 0,-150 334 0,-4 8-341,3 2 0,1 0-1,34-46 1,-38 61-6485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10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24575,'0'0'0,"-2"3"0,-1 2 0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36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170 255 24575,'-4'1'0,"1"0"0,0 0 0,-1-1 0,1 1 0,-1-1 0,-3 0 0,-5-1 0,0-1 0,0-1 0,0 0 0,1-1 0,0 0 0,-14-8 0,-21-7 0,50 20 0,0-1 0,0 0 0,0 0 0,0-1 0,0 1 0,0-1 0,6-2 0,10-1 0,285-44 0,126-13 0,-405 60 0,-10 1 0,0 0 0,0-2 0,0 0 0,0 0 0,0-2 0,-1 0 0,1-1 0,18-8 0,-24 8-195,-1 0 0,0-1 0,-1 0 0,1 0 0,-1-1 0,11-11 0,-13 10-6631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36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24575,'40'9'0,"1"-2"0,1-2 0,42 1 0,37 3 0,-101-6 0,97 16 0,-101-15 0,-1 0 0,0 1 0,0 1 0,0 0 0,19 12 0,-33-17 0,1 0 0,0 0 0,-1 0 0,1 0 0,-1 1 0,1-1 0,-1 1 0,1-1 0,-1 1 0,0-1 0,0 1 0,0 0 0,0-1 0,0 1 0,0 0 0,0 0 0,-1 0 0,1 0 0,-1 0 0,1 0 0,-1 0 0,0 0 0,0 0 0,0 0 0,0 0 0,0 0 0,0 0 0,0 0 0,-1 0 0,1 0 0,-1 0 0,1-1 0,-1 1 0,0 0 0,0 0 0,0 0 0,-2 2 0,-3 5 0,0 0 0,-1 0 0,0-1 0,0 0 0,-14 12 0,-150 108 0,117-90 0,-97 84 0,139-110-1365,5-4-5461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37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22 259 24575,'-8'6'0,"-5"4"0,13-8 0,8-2 0,121-26 0,105-17 0,-102 21 0,115-14 0,-223 34 0,0 0 0,42 4 0,-58-1 0,1 0 0,-1 0 0,0 1 0,1 0 0,-1 1 0,0 0 0,-1 0 0,1 1 0,0 0 0,-1 0 0,10 8 0,-13-7 0,-6-5 0,-10-6 0,-1-6 0,1-1 0,0-1 0,-15-21 0,18 22 0,-1 0 0,0 1 0,-1 0 0,-21-19 0,25 26 0,1 1 0,-1-1 0,0 1 0,-9-4 0,13 7 0,0 0 0,0 0 0,0 0 0,0 1 0,-1-1 0,1 1 0,0 0 0,0-1 0,0 2 0,0-1 0,0 0 0,-1 0 0,-4 2 0,50 8 0,125 0 0,61 9 0,-228-19 0,0 1 0,0 0 0,1-1 0,-1 1 0,0-1 0,0 1 0,0 0 0,0-1 0,0 1 0,0-1 0,-1 1 0,1 0 0,0-1 0,0 1 0,0-1 0,0 1 0,-1-1 0,1 1 0,0-1 0,-1 1 0,1-1 0,0 1 0,-1-1 0,1 1 0,-1-1 0,0 1 0,-10 17 0,-24 23 0,-72 68 0,31-34 0,-44 56-1365,76-82-5461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40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0 150 24575,'0'0'0,"0"0"0,0 0 0,0 0 0,0 0 0,14-15 0,-7 10 0,1 0 0,-1 1 0,1 0 0,0 0 0,0 1 0,0 0 0,1 1 0,-1-1 0,1 1 0,10 0 0,17-2 0,42 3 0,-58 1 0,66 0 0,-1-4 0,88-14 0,113-19 0,-61 10 0,-183 23 0,76 2 0,-73 2 0,-28 13-1365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40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 24575,'0'0'0,"0"0"0,-5 16 0,-6 31 0,1 0 0,3 0 0,2 1 0,1 70 0,17 349 0,-9-382 0,-5-59 0,1-17 0,-1 0 0,2 0 0,0 11 0,-1-20 0,0 0 0,0 0 0,0 0 0,0 0 0,0 0 0,0 0 0,0 1 0,0-1 0,0 0 0,0 0 0,0 0 0,0 0 0,0 0 0,1 0 0,-1 0 0,0 0 0,0 0 0,0 1 0,0-1 0,0 0 0,0 0 0,0 0 0,0 0 0,0 0 0,0 0 0,0 0 0,0 0 0,0 0 0,1 0 0,-1 0 0,0 0 0,0 0 0,0 0 0,0 0 0,0 0 0,0 0 0,0 0 0,0 0 0,1 0 0,-1 0 0,0 0 0,0 0 0,0 0 0,0 0 0,0 0 0,0 0 0,0 0 0,0 0 0,0 0 0,1 0 0,-1 0 0,0 0 0,0 0 0,0 0 0,0 0 0,0 0 0,0 0 0,7-8 0,3-13 0,-5-1-151,0-1 1,-2-1-1,1-26 0,-3 33-611,2-30-6064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40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24575,'21'8'0,"-18"-6"0,-1 1 0,1-1 0,-1 1 0,0-1 0,0 1 0,0 0 0,-1 0 0,1 0 0,-1 0 0,1 0 0,0 5 0,10 42 0,-10-38 0,37 263 0,-5-18 0,-31-242-115,2 7-197,-2 0-1,0 0 1,0 31-1,-5-35-6513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41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0,1 2 0,111 214 0,-2-8 0,-54-65 0,11 23 0,-58-147 0,1 0 0,1-1 0,1-1 0,1 1 0,0-2 0,1 0 0,31 28 0,-44-43 0,1-1 0,-1 1 0,0 0 0,0 0 0,1-1 0,-1 1 0,0-1 0,0 0 0,1 1 0,-1-1 0,1 0 0,-1 1 0,0-1 0,1 0 0,-1 0 0,1 0 0,-1-1 0,0 1 0,1 0 0,-1 0 0,0-1 0,1 1 0,-1-1 0,0 1 0,1-1 0,0 0 0,4-2 0,-1-1 0,0 0 0,0 1 0,7-8 0,2-4 0,0 0 0,-1-2 0,-1 1 0,0-2 0,13-25 0,41-102 0,-54 116 0,36-92 0,-6-2 0,31-144 0,-64 230-1365,-5 22-5461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49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1 243 24575,'0'0'0,"0"0"0,0 0 0,0 0 0,0 0 0,0 0 0,10 0 0,45-4 0,0-1 0,100-24 0,12-2 0,-150 29 0,-1-1 0,0-1 0,-1 0 0,1-1 0,16-8 0,-29 12 0,-1 0 0,0-1 0,0 1 0,0-1 0,0 1 0,0-1 0,0 0 0,0 0 0,-1 0 0,1 0 0,-1 0 0,1 0 0,-1-1 0,0 1 0,0 0 0,0-1 0,0 1 0,0 0 0,0-1 0,-1 1 0,1-1 0,-1 1 0,0-1 0,0 0 0,0 1 0,0-1 0,0 1 0,-1-5 0,-1-3 0,-1 0 0,0 1 0,0-1 0,-1 1 0,0 0 0,-6-10 0,-12 25 0,13-2 0,15-3 0,12-2 0,0 0 0,0 2 0,0 0 0,-1 0 0,26 7 0,19 2 0,-29-8 0,25 3 0,-53-4 0,1-1 0,-1 2 0,0-1 0,0 1 0,0 0 0,0 0 0,9 5 0,-13-6 0,0 0 0,0 0 0,-1 0 0,1 0 0,0 0 0,0 0 0,-1 0 0,1 0 0,-1 0 0,1 1 0,-1-1 0,1 0 0,-1 0 0,0 1 0,0-1 0,0 0 0,1 0 0,-1 1 0,0-1 0,-1 0 0,1 0 0,0 1 0,0-1 0,0 0 0,-1 1 0,1-1 0,-1 0 0,1 0 0,-1 0 0,1 0 0,-1 1 0,0-1 0,-1 1 0,-3 7 0,-1 0 0,-14 15 0,19-21 0,-160 197-1365,140-170-5461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59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0 24575,'-6'10'0,"1"1"0,0 0 0,1 0 0,0 0 0,0 0 0,1 1 0,1-1 0,-1 13 0,0 13 0,3 44 0,1-39 0,23 237 0,-4-113 0,-15-118-1365,-4-41-5461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00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57 24575,'0'0'0,"0"0"0,0-1 0,0 0 0,0 1 0,0-1 0,0 0 0,0 1 0,0-1 0,0 0 0,-1 1 0,1-1 0,0 1 0,0-1 0,0 0 0,-1 1 0,1-1 0,0 1 0,-1-1 0,1 1 0,0-1 0,-1 1 0,1-1 0,-1 1 0,1-1 0,-1 1 0,1 0 0,-1-1 0,1 1 0,-2-1 0,1 1 0,0 0 0,0 0 0,-1 0 0,1 0 0,0 0 0,-1 0 0,1 0 0,0 0 0,0 0 0,-1 0 0,1 1 0,0-1 0,-2 1 0,-2 1 0,0 1 0,-1 0 0,1 0 0,-9 7 0,5-1 0,0 1 0,0 0 0,1 1 0,0 0 0,1 0 0,0 0 0,0 1 0,2 0 0,-1 1 0,2-1 0,-6 21 0,2 2 0,2-1 0,1 1 0,-1 41 0,6-65 0,0 0 0,0 0 0,1 0 0,0 1 0,1-1 0,0 0 0,1-1 0,6 16 0,-6-20 0,-1-1 0,1 0 0,1 1 0,-1-2 0,1 1 0,0 0 0,0-1 0,0 0 0,0 1 0,1-2 0,0 1 0,0 0 0,0-1 0,0 0 0,0 0 0,1-1 0,5 2 0,-4-1 0,1-1 0,0 0 0,0 0 0,-1-1 0,1 0 0,0 0 0,0-1 0,0 0 0,0 0 0,0-1 0,0 0 0,10-3 0,-8 1 0,1-1 0,-2 0 0,1 0 0,0-1 0,-1 0 0,0-1 0,0 0 0,11-10 0,-5 2 0,-1-1 0,-1 0 0,0-1 0,-1-1 0,-1 0 0,0 0 0,-1-1 0,-1 0 0,8-25 0,-6 12 0,-1 0 0,10-58 0,-19 79 0,0 1 0,0-1 0,0 0 0,-1 1 0,-1-1 0,0 1 0,0-1 0,-1 0 0,0 1 0,-1 0 0,0 0 0,0 0 0,-1 0 0,-5-10 0,6 15 0,1 0 0,-1 1 0,0-1 0,0 1 0,-1 0 0,1 0 0,-1 0 0,1 0 0,-1 1 0,0-1 0,0 1 0,0 0 0,0 0 0,-1 1 0,1-1 0,0 1 0,-1 0 0,1 0 0,-1 0 0,1 1 0,-1-1 0,0 1 0,-5 1 0,-1 0 0,1 1 0,-1 0 0,1 0 0,-1 1 0,1 1 0,0 0 0,1 0 0,-17 10 0,5-1-273,1 0 0,1 2 0,0 0 0,-33 35 0,34-29-6553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08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17 504 24575,'0'0'0,"0"0"0,-17-14 0,18 9 0,-1 0 0,1 0 0,0 0 0,0 0 0,1 0 0,0 0 0,0 0 0,0 0 0,0 0 0,1 1 0,-1 0 0,1-1 0,1 1 0,-1 0 0,4-4 0,10-8 0,-1 1 0,24-16 0,-8 6 0,43-42 0,-52 44 0,2 1 0,1 0 0,1 2 0,0 1 0,40-20 0,-6 10 0,-27 11 0,2 2 0,-1 2 0,55-15 0,-61 24-1365,-18 5-5461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09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24575,'-1'5'0,"-1"0"0,1 0 0,1 0 0,-1 0 0,1 0 0,-1 0 0,1 1 0,1-1 0,-1 0 0,1 0 0,2 8 0,2 7 0,13 29 0,-10-26 0,21 54 0,33 103 0,-51-143 0,-2 1 0,8 73 0,-16-101-151,-1 1-1,2 0 0,0-1 0,0 1 1,1-1-1,0 0 0,1 1 1,5 10-1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16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0,0 0 0,0 0 0,0 0 0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18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284 192 24575,'0'0'0,"0"0"0,0 0 0,0 0 0,0 0 0,0 0 0,0 0 0,0 0 0,0 0 0,-27 15 0,15-6 0,1 0 0,-1 1 0,2 0 0,-1 0 0,2 1 0,-14 19 0,22-29 0,-11 17 0,1 1 0,0 0 0,1 1 0,-7 23 0,-23 42 0,37-80 0,0-1 0,-1 1 0,1-1 0,-1 1 0,0-1 0,-1 0 0,1-1 0,-1 1 0,0-1 0,-6 4 0,-4 3 0,19-11 0,0 1 0,1-1 0,-1 1 0,0 0 0,1 0 0,-1 0 0,0 1 0,9 1 0,-11-1 0,7 0 0,0 0 0,-1-1 0,1 0 0,0-1 0,0 1 0,0-2 0,13-2 0,61-25 0,-58 20 0,40-11 0,-3 12 0,-49 8 0,-1-1 0,0 0 0,0-1 0,0 0 0,-1-1 0,1 0 0,17-9 0,-28 12 0,-1-1 0,0 0 0,1 0 0,-1 1 0,0-1 0,0 0 0,0 0 0,1 0 0,-1 0 0,0 1 0,0-1 0,0 0 0,-1 0 0,1 0 0,0 0 0,0 0 0,0 1 0,-1-1 0,1 0 0,0 0 0,-1-1 0,-7-18 0,-13-17 0,-46-65 0,2 5 0,-32-87-1365,94 178-5461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20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28 24575,'0'0'0,"0"0"0,0 0 0,0 0 0,0 0 0,0 0 0,0 0 0,0 0 0,-8 3 0,-4 2 0,1 0 0,0 1 0,0 0 0,0 0 0,1 2 0,0-1 0,1 1 0,-1 0 0,-14 19 0,1 2 0,-36 65 0,37-58 0,-21 19 0,74-51 0,-4-2 0,-1-2 0,0-1 0,1 0 0,37-9 0,-14-1 0,64-24 0,-109 34 0,-1-1 0,1 0 0,-1 0 0,0 0 0,0-1 0,0 1 0,0-1 0,0 0 0,0 0 0,-1 0 0,1-1 0,-1 1 0,0-1 0,0 0 0,0 0 0,-1 0 0,0 0 0,1 0 0,-1 0 0,-1-1 0,1 1 0,0-1 0,-1 1 0,0-1 0,0-7 0,0 3 0,-1 1 0,0-1 0,-1 1 0,0 0 0,-1-1 0,0 1 0,0 0 0,0 0 0,-1 0 0,0 0 0,-1 1 0,0-1 0,-7-10 0,8 13-80,1 1 0,-1 0-1,0 0 1,0 0 0,0 0-1,-1 1 1,1-1 0,-1 1-1,0 0 1,0 0 0,0 0 0,0 1-1,0-1 1,-1 1 0,1 0-1,-8-2 1,-1 2-6746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24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13 24575,'0'0'0,"0"0"0,0 0 0,0 0 0,-20 14 0,15-13 0,0 0 0,0 0 0,0 1 0,0 0 0,0 0 0,1 0 0,-1 0 0,1 1 0,-1 0 0,1 0 0,0 0 0,0 1 0,-4 4 0,3-3 0,1 1 0,0 1 0,1-1 0,-1 0 0,1 1 0,0 0 0,1 0 0,0 0 0,-2 8 0,-3 16 0,-1 0 0,-2-1 0,0-1 0,-3 0 0,0 0 0,-1-1 0,-2-1 0,-31 41 0,46-66 0,0-1 0,-1 1 0,1-1 0,0 1 0,0 0 0,0 0 0,0-1 0,0 1 0,0 4 0,4 0 0,10-6 0,9-5 0,-1 0 0,-1-2 0,1 0 0,35-19 0,76-52 0,-76 43 0,-49 31 0,-1 0 0,0 1 0,-1-2 0,1 1 0,-1-1 0,10-10 0,-14 14 0,0-1 0,0 0 0,0 0 0,-1 1 0,1-1 0,0 0 0,-1 0 0,1 0 0,-1 0 0,1 0 0,-1 0 0,0 0 0,0 0 0,0 0 0,0 0 0,0 0 0,-1 0 0,1 0 0,0 0 0,-1 0 0,1 1 0,-1-1 0,0 0 0,0 0 0,0 0 0,0 1 0,0-1 0,0 0 0,-2-1 0,-9-13 0,-1 0 0,0 1 0,-1 1 0,-1 0 0,-1 1 0,-32-22 0,8 12 0,-83-34 0,122 56 0,1 1 0,-1 0 0,1 0 0,-1-1 0,0 1 0,1 0 0,-1 0 0,1 0 0,-1 0 0,0 0 0,1 0 0,-1 0 0,0 0 0,1 0 0,-1 0 0,0 0 0,1 0 0,-1 0 0,1 0 0,-1 1 0,0-1 0,1 0 0,-1 0 0,1 1 0,-1-1 0,1 0 0,-1 1 0,1-1 0,-1 1 0,1-1 0,-1 1 0,1-1 0,-1 1 0,1-1 0,0 1 0,-1-1 0,1 1 0,0-1 0,0 1 0,-1 0 0,1-1 0,0 1 0,0 0 0,0 0 0,-3 34 0,3-27 0,0 22 0,-2 0 0,-1 1 0,-1-1 0,-2 0 0,-1-1 0,-1 0 0,-2 0 0,-1 0 0,-27 50 0,38-79 0,0 0 0,0 0 0,0 0 0,0 0 0,0 0 0,0 0 0,0 0 0,0 0 0,0 0 0,0 0 0,0 1 0,0-1 0,0 0 0,1 0 0,-1 0 0,0 0 0,0 0 0,0 0 0,0 0 0,0 0 0,0 0 0,0 0 0,0 1 0,0-1 0,0 0 0,0 0 0,0 0 0,0 0 0,0 0 0,0 0 0,1 0 0,-1 0 0,0 0 0,0 0 0,0 0 0,0 0 0,0 0 0,0 0 0,0 0 0,0 0 0,0 0 0,0 0 0,1 0 0,-1 0 0,0 0 0,0 0 0,0 0 0,0 0 0,0 0 0,0 0 0,0 0 0,0 0 0,0 0 0,0 0 0,1 0 0,-1 0 0,0 0 0,0 0 0,0 0 0,0-1 0,0 1 0,0 0 0,0 0 0,0 0 0,0 0 0,0 0 0,0 0 0,0 0 0,14-5 0,15-11 0,198-163 0,-210 165 0,-1-1 0,-1 0 0,0-1 0,14-20 0,-29 35 0,0 0 0,1 0 0,-1 0 0,0 0 0,1 0 0,-1 0 0,0 0 0,0 0 0,0 0 0,0 1 0,0-1 0,0 0 0,0 0 0,0 0 0,0 0 0,-1 0 0,1 0 0,0 0 0,-1 0 0,1 0 0,0 0 0,-1 1 0,1-1 0,-1 0 0,1 0 0,-1 0 0,0 1 0,1-1 0,-1 0 0,0 1 0,1-1 0,-1 1 0,0-1 0,0 1 0,0-1 0,1 1 0,-1-1 0,0 1 0,-1-1 0,-3-1 0,0-1 0,0 1 0,0 0 0,-1 0 0,-6-1 0,-1 2-121,0 1-1,1 0 0,-1 1 1,0 1-1,1-1 0,-1 2 1,-15 5-1,22-7-270,-26 8-6434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28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90 24575,'0'-6'0,"0"5"0,0 0 0,1-1 0,-1 1 0,0 0 0,0-1 0,0 1 0,0 0 0,0-1 0,0 1 0,0 0 0,-1-1 0,1 1 0,0 0 0,-1 0 0,1-1 0,-1 1 0,1 0 0,-1 0 0,0 0 0,1 0 0,-1 0 0,0 0 0,0 0 0,0 0 0,0 0 0,0 0 0,0 0 0,0 0 0,0 1 0,0-1 0,0 0 0,0 1 0,-1-1 0,0 0 0,0 1 0,1-1 0,-1 1 0,1-1 0,-1 1 0,1 0 0,-1-1 0,0 1 0,1 0 0,-1 0 0,1 0 0,-1 0 0,0 1 0,1-1 0,-1 0 0,1 1 0,-1-1 0,1 1 0,-1-1 0,1 1 0,-1 0 0,1-1 0,0 1 0,-1 0 0,1 0 0,-2 2 0,1 0 0,0 1 0,0-1 0,1 0 0,-1 0 0,1 1 0,0-1 0,0 1 0,0-1 0,0 1 0,1-1 0,-1 7 0,1 18 0,0-1 0,2 1 0,1 0 0,1 0 0,2-1 0,16 51 0,-18-68 0,0 0 0,1-1 0,0 1 0,10 13 0,-13-20 0,1 1 0,0 0 0,0-1 0,0 1 0,0-1 0,1 0 0,-1 0 0,1 0 0,0-1 0,0 1 0,0-1 0,0 0 0,7 2 0,-7-3 0,0-1 0,0 0 0,0 0 0,0 0 0,0-1 0,0 1 0,0-1 0,0 0 0,0 0 0,0-1 0,0 1 0,0-1 0,-1 0 0,1 0 0,-1 0 0,1 0 0,-1 0 0,0-1 0,4-3 0,8-8 0,-1 0 0,19-24 0,-25 29 0,-3 2 0,1 0 0,-1-1 0,-1 0 0,1 0 0,-1 0 0,0 0 0,-1 0 0,0-1 0,0 0 0,-1 1 0,0-1 0,-1 0 0,0 0 0,0 0 0,-1-11 0,-1 8 0,-1-1 0,0 1 0,-1 0 0,0 0 0,-1 0 0,0 0 0,-1 1 0,0 0 0,-1 0 0,-10-16 0,12 22 0,0 0 0,0 1 0,0-1 0,0 1 0,-1 0 0,1 1 0,-1-1 0,0 1 0,0 0 0,-1 0 0,1 0 0,-1 1 0,-9-3 0,11 3 0,0 1 0,0 0 0,-1 1 0,1-1 0,0 1 0,-1 0 0,1 0 0,0 0 0,-1 0 0,1 1 0,0 0 0,-1 0 0,1 0 0,0 0 0,0 1 0,0-1 0,0 1 0,-7 4 0,-4 7-1365,2-1-5461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30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0 24575,'-27'12'0,"25"-9"0,0 0 0,0 0 0,1 0 0,0 0 0,-1 0 0,1 0 0,0 0 0,0 0 0,1 1 0,-1-1 0,1 0 0,-1 5 0,1 43 0,1-42 0,-1-8 0,0 6 0,0-1 0,0 1 0,1-1 0,3 11 0,-3-14 0,0-1 0,0 1 0,1-1 0,-1 1 0,1-1 0,-1 0 0,1 0 0,0 1 0,0-1 0,0 0 0,0-1 0,5 4 0,-3-2 0,1-1 0,-1 0 0,0 0 0,1 0 0,0 0 0,-1-1 0,1 0 0,0 0 0,-1 0 0,1-1 0,0 1 0,0-1 0,0 0 0,0-1 0,-1 1 0,1-1 0,0 0 0,0 0 0,8-4 0,-8 4 0,1-2 0,-1 1 0,0 0 0,-1-1 0,1 0 0,0 0 0,-1-1 0,1 1 0,-1-1 0,0 0 0,0 0 0,-1 0 0,1-1 0,-1 1 0,0-1 0,0 0 0,3-6 0,-5 7 0,0 1 0,-1 0 0,1-1 0,0 1 0,-1-1 0,0 1 0,0 0 0,0-1 0,0 1 0,-1-1 0,1 1 0,-1-1 0,0 1 0,0 0 0,0 0 0,0-1 0,0 1 0,-1 0 0,0 0 0,1 0 0,-1 0 0,0 1 0,-1-1 0,1 0 0,0 1 0,-1-1 0,1 1 0,-1 0 0,-3-2 0,1 0 0,0 1 0,0 0 0,0 0 0,-1 0 0,1 1 0,-1-1 0,0 1 0,0 1 0,0-1 0,0 1 0,0 0 0,0 0 0,0 1 0,0 0 0,-11 1 0,8 1-85,1 1 0,-1 0-1,1 0 1,0 1 0,0 0-1,0 0 1,1 1 0,-1 0-1,1 1 1,0-1 0,1 2-1,-1-1 1,1 0 0,1 1-1,-6 8 1,1-2-6741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55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24575,'0'0'0,"0"0"0,0 0 0,0 0 0,0 0 0,0 0 0,-20 8 0,-9 9 0,0 1 0,2 1 0,0 1 0,2 2 0,-36 36 0,-54 45 0,113-101 0,-1 1 0,1-1 0,0 0 0,0 1 0,0 0 0,0-1 0,0 1 0,0 0 0,1 0 0,-3 4 0,35 5 0,-15-9 0,0 0 0,0-2 0,0 0 0,1 0 0,-1-2 0,0 0 0,21-4 0,-1 2 0,2-1 0,57-12 0,-79 12 0,-1 0 0,0-1 0,0-1 0,-1 0 0,0-1 0,20-13 0,-32 19 0,0-2 0,-1 1 0,1 0 0,0 0 0,-1 0 0,0-1 0,1 1 0,-1-1 0,0 1 0,-1-1 0,1 1 0,0-1 0,-1 0 0,1 1 0,-1-1 0,0 0 0,0 1 0,0-1 0,0-3 0,-7-52 0,7 57 0,-4-17-455,-1 1 0,-11-27 0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56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24575,'0'0'0,"0"0"0,0 0 0,0 0 0,-16 4 0,7 1 0,0-1 0,0 1 0,1 0 0,-1 1 0,1 0 0,0 1 0,1-1 0,-1 2 0,-9 11 0,-7 12 0,-22 39 0,30-47 0,-51 70 0,66-93 0,1 1 0,0 0 0,0 0 0,0-1 0,0 1 0,0 0 0,0 0 0,0-1 0,0 1 0,1 0 0,-1-1 0,0 1 0,0 0 0,1-1 0,-1 1 0,0 0 0,1-1 0,-1 1 0,0 0 0,1-1 0,-1 1 0,1-1 0,-1 1 0,1-1 0,0 1 0,15 14 0,-7-11 0,0 0 0,0-1 0,1 1 0,0-2 0,-1 1 0,1-2 0,0 1 0,0-1 0,0-1 0,10 0 0,6-1 0,-1-1 0,45-10 0,-47 8 0,-1-2 0,0-1 0,0 0 0,33-17 0,-49 21 0,-1 0 0,0-1 0,0 1 0,0-1 0,-1 0 0,0-1 0,1 1 0,-1-1 0,6-9 0,-8 10 0,0 0 0,0 0 0,-1 0 0,1 0 0,-1-1 0,0 1 0,0 0 0,-1-1 0,1 1 0,-1-1 0,0 1 0,0-1 0,0 1 0,-2-9 0,1 5-105,-1 0 0,0 0 0,0 1 0,-1-1 0,0 1 0,0 0 0,-1 0 0,0 0 0,0 0 0,-1 0 0,1 1 0,-9-8 0,6 8-6721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57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0 24575,'-1'3'0,"0"1"0,0-1 0,0 0 0,-1 0 0,0-1 0,0 1 0,0 0 0,-3 4 0,-1 1 0,-12 20 0,-2 5 0,-1-1 0,-2 0 0,-51 53 0,18-26 0,56-59 0,0 1 0,0-1 0,-1 0 0,1 1 0,0-1 0,0 1 0,0-1 0,-1 1 0,1-1 0,0 1 0,0-1 0,0 1 0,0-1 0,0 0 0,0 1 0,0-1 0,0 1 0,0-1 0,0 1 0,0-1 0,0 1 0,1-1 0,-1 1 0,0-1 0,0 1 0,0-1 0,1 0 0,-1 1 0,0-1 0,0 1 0,1-1 0,-1 0 0,0 1 0,1-1 0,-1 0 0,1 1 0,-1-1 0,0 0 0,1 0 0,0 1 0,20 7 0,-12-8 0,0 0 0,0-1 0,-1 0 0,1 0 0,0-1 0,14-4 0,55-25 0,-41 16 0,60-21 0,83-34 0,-176 68 0,1-1 0,-1 1 0,1-1 0,-1 0 0,0 0 0,0 0 0,0 0 0,0-1 0,-1 1 0,1-1 0,-1 0 0,3-5 0,-5 7 0,0-1 0,1 1 0,-1-1 0,0 0 0,-1 1 0,1-1 0,0 0 0,-1 1 0,0-1 0,1 0 0,-1 0 0,0 1 0,0-1 0,-1 0 0,1 0 0,-1 1 0,1-1 0,-1 0 0,0 0 0,0 1 0,0-1 0,0 1 0,-2-4 0,-14-18-1365,11 16-5461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58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510 10 24575,'0'0'0,"0"0"0,0 0 0,-20-7 0,14 6 0,0 0 0,1 1 0,-1 0 0,0 0 0,0 0 0,1 1 0,-1 0 0,0 0 0,1 0 0,-1 1 0,1 0 0,-1 0 0,1 0 0,0 1 0,0 0 0,-6 4 0,-7 5 0,0 1 0,-30 29 0,21-14 0,-40 54 0,-9 11 0,-49 48 0,124-140 0,0 0 0,0-1 0,0 1 0,1 0 0,-1 0 0,0 0 0,1 0 0,-1 0 0,1 0 0,-1 0 0,1 1 0,-1-1 0,1 0 0,0 0 0,-1 0 0,1 0 0,0 1 0,0-1 0,0 0 0,0 0 0,0 0 0,0 2 0,1-2 0,0 0 0,-1 0 0,1 0 0,0 0 0,0 0 0,-1-1 0,1 1 0,0 0 0,0-1 0,0 1 0,0 0 0,0-1 0,0 1 0,0-1 0,0 1 0,0-1 0,0 0 0,0 0 0,1 1 0,6 0 0,0 0 0,0 0 0,0-1 0,0 0 0,10-2 0,211-32 0,-216 32 0,76-13 0,-79 12 0,-1 0 0,1 0 0,0 0 0,-1-1 0,0-1 0,14-8 0,-20 11 0,-1 1 0,0-1 0,1 0 0,-1 0 0,0-1 0,0 1 0,0 0 0,-1-1 0,1 1 0,0-1 0,-1 0 0,0 1 0,0-1 0,0 0 0,0 0 0,0 0 0,1-4 0,-2 3 0,0-1 0,0 0 0,0 0 0,-1 0 0,0 1 0,1-1 0,-2 0 0,1 1 0,0-1 0,-3-4 0,-2-4 0,-1 0 0,-1 0 0,0 1 0,-1 0 0,0 1 0,-13-13 0,8 10-124,0 1 0,-1 0 0,0 1 0,-1 1 0,0 1 0,-1 0-1,0 1 1,0 1 0,-1 0 0,-25-6 0,25 10-6702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35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69 24575,'0'0'0,"0"0"0,0 0 0,0 0 0,-16 3 0,14-2 0,1-1 0,-1 1 0,0-1 0,1 1 0,-1-1 0,0 0 0,0 1 0,0-1 0,1 0 0,-1 0 0,0 0 0,0-1 0,1 1 0,-1 0 0,0-1 0,0 1 0,1-1 0,-1 1 0,0-1 0,1 0 0,-3-1 0,3 1 0,1 0 0,-1 1 0,0-1 0,1 0 0,-1 1 0,0-1 0,0 1 0,1-1 0,-1 1 0,0-1 0,0 1 0,0-1 0,0 1 0,0 0 0,1 0 0,-1-1 0,-2 1 0,3 0 0,0 0 0,-1 1 0,1-1 0,0 0 0,-1 0 0,1 1 0,0-1 0,0 0 0,-1 0 0,1 1 0,0-1 0,0 0 0,-1 1 0,1-1 0,0 0 0,0 1 0,0-1 0,0 1 0,0-1 0,-1 0 0,1 1 0,0-1 0,0 0 0,0 1 0,0-1 0,0 1 0,0-1 0,0 0 0,0 1 0,1-1 0,-1 1 0,0-1 0,0 0 0,0 1 0,0-1 0,0 0 0,1 1 0,-1-1 0,0 0 0,0 1 0,1-1 0,-1 0 0,1 1 0,0 1 0,0 0 0,1 0 0,-1 0 0,1 0 0,0 0 0,-1 0 0,1 0 0,0 0 0,0-1 0,0 1 0,1-1 0,2 2 0,35 16 0,-15-8 0,164 83 0,-200-111 0,2 1 0,-3 6 0,-1 0 0,-13-8 0,13 10 0,0-1 0,-14-13 0,-3-8 0,8 8 0,-1 1 0,-28-19 0,45 67 0,11-14 0,1 1 0,1-1 0,0-1 0,0 1 0,18 21 0,-12-17 0,18 32 0,-33-48 0,1 0 0,0 0 0,-1 0 0,1-1 0,-1 1 0,1 0 0,-1-1 0,1 0 0,-1 1 0,1-1 0,-4 0 0,-2-1 0,0 0 0,0-1 0,0 0 0,1-1 0,-1 0 0,1 0 0,0 0 0,-11-7 0,-24-12 0,20 13 0,-1 1 0,0 1 0,-1 1 0,1 1 0,-45-4 0,64 9 0,0 1 0,1 0 0,-1-1 0,1 1 0,-1 0 0,0 0 0,1 1 0,0-1 0,-1 0 0,1 1 0,0-1 0,0 1 0,0 0 0,0 0 0,0 0 0,0 0 0,0 0 0,1 0 0,-1 1 0,1-1 0,-1 0 0,0 4 0,-5 6 0,2 1 0,-9 25 0,3-1 0,-10 55 0,19-77 0,0 0 0,1 0 0,1 1 0,0-1 0,1 0 0,5 27 0,-5-38 0,0 0 0,0-1 0,0 1 0,1-1 0,-1 1 0,1-1 0,0 0 0,0 0 0,0 1 0,0-1 0,1-1 0,-1 1 0,1 0 0,0-1 0,0 1 0,0-1 0,0 0 0,0 0 0,7 3 0,-2-2 0,0 0 0,0-1 0,0 0 0,0-1 0,1 0 0,-1 0 0,16-1 0,-6 0 0,0-1 0,0-1 0,0 0 0,21-7 0,-31 7 0,1-1 0,-1 0 0,0-1 0,0 0 0,0 0 0,-1-1 0,0 0 0,0 0 0,0-1 0,8-8 0,-8 6 0,0 1 0,-1-1 0,-1-1 0,1 1 0,-1-1 0,-1 0 0,1 0 0,-2 0 0,4-11 0,-3 4 0,-1-1 0,0 1 0,-1-1 0,-1-27 0,-1 39 0,-1 1 0,0-1 0,0 1 0,-1-1 0,1 1 0,-1-1 0,0 1 0,0 0 0,0 0 0,-6-7 0,2 3 0,0 0 0,-1 0 0,1 1 0,-9-7 0,7 8 0,0 0 0,-1 1 0,1 0 0,-1 0 0,0 1 0,0 0 0,0 1 0,0 0 0,-1 0 0,0 1 0,1 0 0,-1 1 0,0 0 0,0 0 0,0 1 0,-16 2 0,17 0 0,1-1 0,-1 1 0,1 1 0,-1-1 0,1 2 0,0-1 0,0 1 0,1 0 0,-1 1 0,1-1 0,0 2 0,0-1 0,0 1 0,1 0 0,0 0 0,0 1 0,1-1 0,-1 1 0,-3 8 0,0 2 0,0 0 0,1 0 0,1 0 0,1 1 0,1 0 0,0 0 0,1 1 0,1 0 0,-1 36 0,4-50 0,0 0 0,0 0 0,1 0 0,0 0 0,0 0 0,0-1 0,1 1 0,-1 0 0,1-1 0,0 1 0,0-1 0,1 1 0,0-1 0,-1 0 0,1 0 0,0 0 0,1-1 0,-1 1 0,1-1 0,0 0 0,0 0 0,0 0 0,0 0 0,0 0 0,0-1 0,1 0 0,-1 0 0,1 0 0,0-1 0,0 0 0,-1 1 0,11 0 0,-3-2 0,0 1 0,0-1 0,0-1 0,0 0 0,0-1 0,0 0 0,0-1 0,0 0 0,0-1 0,-1 0 0,0-1 0,0-1 0,0 1 0,15-12 0,-15 9 0,0 0 0,-1 0 0,0-1 0,0-1 0,-1 0 0,0 0 0,-1 0 0,0-1 0,-1-1 0,0 1 0,-1-1 0,10-25 0,-11 20 0,-1 0 0,4-34 0,-7 45 0,0 0 0,-1 0 0,0 0 0,-1 0 0,1 0 0,-1-1 0,0 2 0,-1-1 0,1 0 0,-1 0 0,0 0 0,-4-6 0,5 10 0,-1 0 0,1 0 0,-1 0 0,0 0 0,0 0 0,0 0 0,0 0 0,0 1 0,0-1 0,0 1 0,-1-1 0,1 1 0,-1 0 0,1 0 0,-1 0 0,-3-1 0,1 1 0,0 1 0,-1-1 0,1 1 0,0 0 0,0 0 0,0 1 0,0-1 0,-6 2 0,-2 2 0,0 0 0,0 1 0,1 0 0,0 0 0,-21 14 0,22-11-195,0 0 0,1 1 0,0 0 0,0 1 0,1 0 0,-14 21 0,13-17-6631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38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24575,'-3'1'0,"-1"0"0,1 1 0,0-1 0,0 1 0,0 0 0,0 0 0,0 0 0,-3 3 0,-2 1 0,2-1 0,1 0 0,-1 0 0,1 0 0,-1 1 0,2 0 0,-1 0 0,1 1 0,0-1 0,0 1 0,0 0 0,1 0 0,-4 14 0,2-6 0,1 1 0,1-1 0,1 1 0,0 0 0,1 18 0,1-32 0,-1 0 0,1 0 0,0-1 0,0 1 0,0 0 0,1 0 0,-1 0 0,0 0 0,1 0 0,-1-1 0,1 1 0,0 0 0,-1 0 0,1-1 0,0 1 0,0 0 0,0-1 0,0 1 0,0-1 0,1 1 0,-1-1 0,0 0 0,1 0 0,-1 1 0,1-1 0,-1 0 0,1 0 0,-1 0 0,1-1 0,0 1 0,0 0 0,-1 0 0,1-1 0,0 1 0,0-1 0,0 0 0,0 0 0,-1 1 0,1-1 0,0 0 0,2-1 0,3 0 0,0 0 0,0 0 0,-1-1 0,1 0 0,0 0 0,-1-1 0,0 1 0,1-2 0,10-6 0,-9 4 0,0 0 0,-1 0 0,1 0 0,-1-1 0,-1 0 0,1-1 0,-1 0 0,0 0 0,7-15 0,-11 19 0,0-1 0,0 1 0,-1-1 0,1 0 0,-1 1 0,0-1 0,-1 0 0,1 0 0,-1 0 0,0 0 0,0 0 0,-1 0 0,1 1 0,-1-1 0,0 0 0,-1 0 0,1 1 0,-1-1 0,0 1 0,0-1 0,-4-5 0,4 7 0,0 0 0,0 0 0,0 1 0,-1 0 0,1-1 0,-1 1 0,0 0 0,0 0 0,0 0 0,0 1 0,0-1 0,0 1 0,0 0 0,-5-2 0,1 1 0,0 1 0,0-1 0,0 1 0,0 1 0,-14-1 0,25 9-1365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39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26 24575,'-3'0'0,"0"1"0,0-1 0,0 1 0,0 0 0,0 0 0,0 0 0,-3 2 0,0 0 0,3 0 0,0-1 0,1 1 0,0 0 0,-1-1 0,1 1 0,0 0 0,1 1 0,-1-1 0,1 0 0,-1 0 0,1 1 0,-2 6 0,-1 2 0,-6 12 0,1 0 0,1 1 0,1 0 0,2 1 0,0-1 0,-1 36 0,7-56 0,0 1 0,0-1 0,0 0 0,0 0 0,1-1 0,0 1 0,0 0 0,0 0 0,1-1 0,-1 1 0,1-1 0,0 0 0,1 0 0,-1 0 0,8 6 0,-7-6 0,0 0 0,0-1 0,0 1 0,1-1 0,0 0 0,-1 0 0,1-1 0,0 1 0,0-1 0,1 0 0,-1-1 0,0 1 0,1-1 0,6 1 0,-7-3 0,0 1 0,-1-1 0,1-1 0,-1 1 0,1 0 0,-1-1 0,0 0 0,0 0 0,0 0 0,0-1 0,6-4 0,3-3 0,23-22 0,-32 26 0,0 0 0,0 0 0,0 0 0,-1 0 0,0 0 0,0-1 0,0 1 0,-1-1 0,0 0 0,0 0 0,-1 0 0,0 0 0,0 0 0,-1-7 0,1-2 0,-2 0 0,1 0 0,-2 0 0,0 0 0,-7-20 0,6 27-50,0 1-1,0 1 1,-1-1-1,0 0 0,-1 1 1,0 0-1,0 0 1,0 0-1,-1 1 1,0 0-1,0 0 0,-1 0 1,0 1-1,0 0 1,0 0-1,0 1 1,-1 0-1,0 0 0,1 1 1,-1 0-1,-1 0 1,1 1-1,0 0 1,-1 0-1,1 1 1,-16-1-1,17 3-6775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01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24575,'8'26'0,"7"40"0,-2 0 0,-3 1 0,-3 1 0,-3-1 0,-3 1 0,-15 130 0,14-121 0,0-77-1,0 0-1,0 0 1,0 0 0,0 0-1,0 0 1,0 1-1,0-1 1,0 0-1,0 0 1,0 0-1,0 0 1,0 0 0,0 0-1,0 0 1,0 0-1,0 0 1,0 1-1,0-1 1,-1 0 0,1 0-1,0 0 1,0 0-1,0 0 1,0 0-1,0 0 1,0 0-1,0 0 1,0 0 0,0 0-1,0 0 1,0 0-1,0 0 1,0 1-1,-1-1 1,1 0 0,0 0-1,0 0 1,0 0-1,0 0 1,0 0-1,0 0 1,0 0 0,0 0-1,0 0 1,-1 0-1,1 0 1,0 0-1,0 0 1,0 0-1,0 0 1,0 0 0,0 0-1,0-1 1,0 1-1,-1 0 1,-6-5 201,-7-10-1685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01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0,1 9 0,24 308 0,-15-142 0,4-84-1086,-14-88 807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45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4 24575,'-2'-1'0,"-1"1"0,1-1 0,-1 0 0,0 1 0,1 0 0,-1-1 0,1 1 0,-1 0 0,0 0 0,1 1 0,-1-1 0,1 0 0,-1 1 0,1 0 0,-1-1 0,1 1 0,-1 0 0,1 0 0,0 1 0,-1-1 0,1 0 0,0 1 0,0-1 0,0 1 0,0 0 0,0 0 0,0 0 0,1 0 0,-1 0 0,1 0 0,-2 3 0,-70 118 0,9-13 0,47-86 0,-5 8 0,-28 54 0,49-85 0,1 0 0,0 0 0,0 0 0,0 0 0,0 0 0,0 0 0,0 0 0,0 0 0,1 0 0,-1-1 0,0 1 0,0 0 0,1 0 0,-1 0 0,0 0 0,1 0 0,-1-1 0,1 1 0,-1 0 0,1 0 0,0-1 0,-1 1 0,1 0 0,0-1 0,-1 1 0,1-1 0,0 1 0,0-1 0,-1 1 0,1-1 0,0 1 0,0-1 0,1 1 0,28 11 0,-20-10 0,0 0 0,0-1 0,1 0 0,-1 0 0,0-1 0,0-1 0,0 0 0,20-4 0,7-4 0,37-15 0,-61 20 0,-1 0 0,0-1 0,0 0 0,0-1 0,-1 0 0,0 0 0,18-15 0,-26 19 0,0-1 0,0 0 0,0 0 0,-1 0 0,1 0 0,-1 0 0,0-1 0,0 1 0,0-1 0,0 1 0,-1-1 0,1 0 0,-1 0 0,0 1 0,0-1 0,0 0 0,-1 0 0,1 0 0,-1 0 0,0 0 0,0 0 0,-1 0 0,1 0 0,-1 0 0,0 0 0,-1-4 0,-2-5 3,-1 1 0,-1-1 0,0 2 0,-1-1 0,0 1 0,-11-14 0,-58-59-70,22 26-1252,48 51-5507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44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53 24575,'-13'2'0,"0"1"0,0 1 0,-17 6 0,25-6 0,1-1 0,0 1 0,0 0 0,0 1 0,1-1 0,-1 1 0,1-1 0,0 1 0,0 0 0,-2 6 0,0-3 0,0 0 0,0-1 0,-9 10 0,8-10 0,0 0 0,1 0 0,-8 13 0,2 8 0,9-22 0,-1 0 0,1 0 0,-1 0 0,0 0 0,-1 0 0,1 0 0,-7 6 0,10-12 0,0 0 0,0 1 0,-1-1 0,1 0 0,0 0 0,0 0 0,0 0 0,0 1 0,0-1 0,0 0 0,-1 0 0,1 1 0,0-1 0,0 0 0,0 0 0,0 0 0,0 1 0,0-1 0,0 0 0,0 0 0,0 1 0,0-1 0,0 0 0,0 0 0,0 1 0,0-1 0,0 0 0,0 0 0,1 0 0,-1 1 0,0-1 0,0 0 0,0 0 0,0 0 0,0 1 0,0-1 0,1 0 0,-1 0 0,0 0 0,0 1 0,14 6 0,15 0 0,72-9 0,-24-1 0,-51 4 0,-17 0 0,-1 0 0,1-1 0,0 0 0,15-3 0,-23 2 0,0 1 0,0 0 0,0 0 0,0-1 0,-1 1 0,1-1 0,0 1 0,0-1 0,0 1 0,0-1 0,-1 0 0,1 1 0,0-1 0,-1 0 0,1 1 0,0-1 0,-1 0 0,1 0 0,-1 0 0,1 0 0,-1 1 0,1-3 0,-1 1 0,1-1 0,-1 1 0,0 0 0,1-1 0,-1 1 0,-1-1 0,1 1 0,0 0 0,-1-4 0,-1-2 0,-1 1 0,1-1 0,-1 0 0,-7-11 0,-37-59 43,-24-45-1451,65 111-5418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47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2 24575,'18'6'0,"-19"-6"0,1 0 0,0 0 0,0 0 0,0 0 0,0 0 0,-1 0 0,1 0 0,0 0 0,0 0 0,0 1 0,-1-1 0,1 0 0,0 0 0,0 0 0,0 0 0,0 0 0,0 1 0,-1-1 0,1 0 0,0 0 0,0 0 0,0 0 0,0 1 0,0-1 0,0 0 0,0 0 0,0 0 0,0 0 0,0 1 0,0-1 0,0 0 0,0 0 0,0 0 0,0 1 0,0-1 0,0 0 0,0 0 0,0 0 0,0 1 0,0-1 0,0 0 0,0 0 0,0 0 0,0 1 0,0-1 0,0 0 0,0 0 0,1 0 0,-1 0 0,0 1 0,0-1 0,0 0 0,0 0 0,0 0 0,1 0 0,-1 0 0,0 0 0,0 1 0,0-1 0,0 0 0,1 0 0,-1 0 0,-7 2 0,0 0 0,1 1 0,-1 0 0,1 0 0,-1 1 0,1-1 0,0 1 0,0 1 0,1-1 0,-1 1 0,1 0 0,0 0 0,0 1 0,1-1 0,0 1 0,0 0 0,-4 7 0,-23 32 0,20-32 0,1 1 0,-15 27 0,47-13 0,-19-26 0,1-1 0,-1 1 0,1-1 0,-1 0 0,1 0 0,0 0 0,-1 0 0,1 0 0,0-1 0,-1 0 0,8 0 0,47-7 0,-37 4 0,41-6 0,-22 3 0,71-3 0,-111 9 0,1 0 0,-1 0 0,0 0 0,1 0 0,-1 0 0,1 0 0,-1 0 0,1 0 0,-1 0 0,1 0 0,-1 0 0,0 0 0,1 0 0,-1-1 0,1 1 0,-1 0 0,0 0 0,1-1 0,-1 1 0,0 0 0,1-1 0,-1 1 0,0 0 0,1-1 0,-1 1 0,0 0 0,0-1 0,1 1 0,-1 0 0,0-2 0,-2-14 0,0 11 0,0 1 0,0 0 0,-1-1 0,0 1 0,-4-6 0,-49-42 0,-10-12 0,64 62-124,0-1 0,1 1 0,-1-1 0,1 1 0,-1-1 0,1 0-1,0 0 1,0 1 0,0-1 0,-1-6 0,0-3-6702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53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71 296 24575,'0'0'0,"0"0"0,0 0 0,0 0 0,0 0 0,-18 3 0,-34 6 0,65-10 0,0 0 0,19 3 0,13-1 0,20-2 0,15 0 0,149-21 0,-152 11 0,126-1 0,42-5 0,-43-17 0,155-18 0,343 16 0,-625 34 0,1-4 0,-1-2 0,138-36 0,75-6 0,-232 42 0,-28 3 0,-26 5 0,-4 0 0,-15 4 0,-25 2 0,-84 2 0,64-6 0,-5 1 0,-177 14 0,-230 19 0,339-33 0,-205-22 0,-73-6 0,97 14 0,176 2 0,-174 12 0,294-1 0,-86 9 0,91-8 0,0 0 0,0 1 0,0 0 0,-24 12 0,70-6 0,48 7 0,117 9 0,84-11 0,-108-7 0,371 6 0,-383-12 0,509 4 0,-579-5 0,134 5 0,-212-4 0,-28 1 0,-25-1 0,-526 4 0,84-29 0,78 1 0,253 13 0,-11 0 0,157 9 0,0 1 0,-1-1 0,1 1 0,0 1 0,-7 1 0,23-5 0,1 0 0,-1 1 0,1 0 0,-1 1 0,14 0 0,3 0 0,379 18 0,-110 0 0,328 10 0,-204-8 0,-337-16-1365,-18-2-5461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55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367 1344 24575,'0'0'0,"0"0"0,0 0 0,0 0 0,0 0 0,0 0 0,0 0 0,0 0 0,25 22 0,-11-10 0,1-1 0,0 0 0,1-1 0,0 0 0,1-2 0,0 0 0,0 0 0,1-2 0,0 0 0,0-1 0,28 4 0,21-1 0,123 0 0,-182-8 0,49-1 0,-1-2 0,0-2 0,0-3 0,99-28 0,-120 25 0,-1-1 0,0-2 0,-1-1 0,0-1 0,-2-2 0,0-2 0,-1 0 0,42-39 0,-57 44 0,-1-1 0,-1 0 0,0-1 0,-1 0 0,-1-1 0,-1-1 0,-1 0 0,0 0 0,9-31 0,-10 22 0,-1 0 0,-1-1 0,-2 0 0,-1 1 0,-1-1 0,-3-42 0,-1 38 0,-2 1 0,-1 0 0,-1 0 0,-2 1 0,-1 0 0,-2 0 0,-1 1 0,-1 0 0,-1 1 0,-2 1 0,-1 0 0,-1 1 0,-32-36 0,12 22 0,-3 1 0,-1 2 0,-1 3 0,-66-43 0,83 62 0,-1 2 0,0 0 0,-1 2 0,0 0 0,-1 3 0,0 0 0,-1 2 0,0 1 0,-55-4 0,34 9 0,0 2 0,0 3 0,0 2 0,1 2 0,0 2 0,0 3 0,1 2 0,1 1 0,1 3 0,-73 40 0,105-50 0,0 2 0,1 0 0,0 0 0,1 1 0,0 1 0,1 0 0,0 1 0,-16 25 0,-1 9 0,-32 74 0,49-97 0,-6 14 0,3 0 0,0 0 0,3 2 0,1 0 0,3 0 0,1 0 0,1 1 0,3 0 0,1 0 0,7 68 0,-2-91 0,0 0 0,1-1 0,1 0 0,0 0 0,1 0 0,2-1 0,-1 0 0,2 0 0,17 24 0,-13-23 0,2 0 0,0-1 0,1-1 0,1 0 0,0-1 0,1-1 0,31 18 0,-12-11 0,2-2 0,0-1 0,2-2 0,75 19 0,177 19 0,7 3 0,-245-42-1365,-14-3-5461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8:59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0 191 24575,'0'0'0,"0"0"0,0 0 0,0 0 0,0 0 0,0 0 0,0 0 0,0 0 0,0 0 0,0 0 0,0 0 0,18 25 0,-11-24 0,-1 0 0,0 0 0,1-1 0,-1 1 0,1-1 0,-1-1 0,9 0 0,9-1 0,22 2 0,347-14 0,-52 1 0,-43 4 0,-1-22 0,-117 11 0,-93 11 0,40-3 0,190-43 0,-188 19 0,-141 20-1365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01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1423 24575,'98'-6'0,"-64"5"0,0-1 0,-1-2 0,1-1 0,54-16 0,-66 14 0,0-2 0,0-1 0,-1 0 0,-1-2 0,0 0 0,0-1 0,-1-1 0,-1-1 0,0-1 0,-1 0 0,25-32 0,-20 20 0,-2-2 0,0 0 0,-3-1 0,0-1 0,-2-1 0,-1 0 0,-2-1 0,-2 0 0,0-1 0,-3 0 0,4-38 0,-8 39 0,-2 1 0,-1-1 0,-2 0 0,-2 1 0,0 0 0,-3-1 0,0 2 0,-2-1 0,-2 1 0,-1 1 0,-1 0 0,-1 0 0,-2 2 0,-1 0 0,-2 0 0,0 2 0,-44-46 0,45 55 0,-1 2 0,-1 0 0,-1 2 0,0 0 0,-1 1 0,0 1 0,-1 1 0,0 1 0,-29-8 0,29 12 0,1 1 0,-1 2 0,0 0 0,0 1 0,1 1 0,-1 2 0,0 0 0,0 1 0,0 1 0,1 2 0,-45 13 0,35-6 0,0 1 0,1 1 0,1 2 0,0 1 0,1 1 0,1 2 0,-34 30 0,33-24 0,1 2 0,1 1 0,2 1 0,1 1 0,1 1 0,-29 56 0,39-61 0,1 0 0,2 1 0,1 0 0,0 0 0,3 1 0,0 0 0,2 1 0,1-1 0,1 42 0,3-17 0,3 1 0,3-1 0,20 85 0,-20-113 0,2 0 0,0 0 0,2-1 0,1 0 0,1-1 0,1-1 0,0 0 0,2-1 0,23 25 0,-17-25 0,1-1 0,0-1 0,2-2 0,0 0 0,2-1 0,-1-2 0,2-1 0,55 21 0,-47-24 0,0-1 0,1-1 0,0-2 0,1-2 0,-1-1 0,73-3 0,-91-3 0,0 0 0,0-2 0,-1 0 0,1-1 0,-1-1 0,0 0 0,30-16 0,2-7 0,56-42 0,-102 69 0,-24-10-1365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05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86 24575,'2'2'0,"0"-1"0,0 1 0,1 0 0,-1-1 0,0 0 0,1 0 0,-1 0 0,1 0 0,0 0 0,-1 0 0,4 0 0,-5-1 0,20 5 0,1-1 0,0-1 0,36 0 0,71-8 0,-75 1 0,146 2 0,-155 2 0,-44 0 3,0 0-1,0 0 1,0 0-1,0 0 1,0 0-1,0 0 1,0 0-1,0 0 1,0 0-1,0-1 1,0 1-1,0 0 1,0-1-1,0 1 1,0-1-1,0 1 1,0-1-1,0 1 1,0-1-1,-1 0 1,1 1-1,0-1 1,0 0-1,-1 0 1,1 0-1,0 1 1,-1-1-1,1 0 1,-1 0-1,1 0 1,-1 0-1,0 0 1,1 0-1,-1 0 1,0 0-1,0 0 1,0 0-1,1 0 1,-1 0-1,0 0 1,0 0-1,-1-1 0,1 1 1,0 0-1,0 0 1,0 0-1,-1-1 1,-1-6-300,-1 0 0,0 1 0,0-1 0,-7-11 0,-3-2-6529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05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0 24575,'-35'130'0,"22"-46"0,-2 110 0,13 85 0,1 6 0,-3-192 0,21-142-1365,-8 24-5461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06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24575,'0'0'0,"-1"1"0,1-1 0,-1 1 0,1-1 0,-1 1 0,1 0 0,-1-1 0,1 0 0,-1 1 0,1-1 0,-1 1 0,0-1 0,1 0 0,-1 1 0,0-1 0,-1 1 0,-3 2 0,16-2 0,29 0 0,0 1 0,-1 2 0,49 10 0,-68-9 0,-1 1 0,1 1 0,-1 1 0,0 0 0,-1 1 0,0 2 0,0-1 0,19 18 0,-24-18 0,0 1 0,-1 0 0,-1 1 0,0 0 0,10 15 0,-18-23 0,0 1 0,-1-1 0,1 0 0,-1 1 0,0 0 0,0-1 0,-1 1 0,1 0 0,-1 0 0,0 0 0,-1 0 0,1 0 0,-1 0 0,0 0 0,0 1 0,0-1 0,-1 0 0,0 0 0,0 0 0,0 0 0,-3 6 0,-2 1 0,-1 0 0,0 0 0,0 0 0,-2-1 0,1 0 0,-17 15 0,-68 57 0,80-73 0,-7 7 0,0 0 0,-1-2 0,-1-1 0,-1-1 0,-41 18 0,64-30 0,-1-1 0,1 0 0,0 0 0,-1 0 0,1 0 0,-1 0 0,1 1 0,0-1 0,-1 0 0,1 0 0,0 0 0,-1 1 0,1-1 0,0 0 0,0 1 0,-1-1 0,1 0 0,0 1 0,0-1 0,-1 0 0,1 1 0,0-1 0,0 0 0,0 1 0,0-1 0,-1 1 0,1-1 0,0 0 0,0 1 0,0-1 0,0 1 0,0-1 0,0 0 0,0 1 0,0-1 0,0 1 0,0-1 0,1 1 0,-1-1 0,0 0 0,0 1 0,0-1 0,0 0 0,1 1 0,-1-1 0,0 1 0,1 0 0,-1 0 0,1-1 0,0 1 0,-1 0 0,1 0 0,0-1 0,0 1 0,0-1 0,-1 1 0,1-1 0,0 1 0,0-1 0,0 1 0,0-1 0,0 0 0,0 1 0,0-1 0,0 0 0,1 0 0,177-14 0,-50 1 0,-48 10 0,-42 3 0,1-2 0,-1-2 0,39-8 0,-53 4-1365,-19 6-5461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06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24575,'78'-1'0,"128"5"0,-183-2 0,0 2 0,-1 0 0,1 1 0,-1 2 0,0 0 0,38 19 0,-56-25 0,-1 1 0,1 0 0,-1 1 0,1-1 0,-1 1 0,0-1 0,0 1 0,0 0 0,0 0 0,-1 0 0,1 1 0,-1-1 0,0 1 0,0-1 0,0 1 0,0 0 0,-1-1 0,0 1 0,1 0 0,-1 0 0,-1 0 0,1 0 0,-1 0 0,1 0 0,-1 0 0,0 1 0,0-1 0,-1 0 0,1 0 0,-1 0 0,0 0 0,-3 6 0,0 3 0,-2 0 0,1 0 0,-2-1 0,0 0 0,0 0 0,-1-1 0,0 0 0,-17 16 0,-7 3 0,-2-2 0,-61 40 0,50-38 0,-47 42 0,70-49 0,22-23 0,0 0 0,-1 0 0,1 0 0,0 0 0,0 0 0,0 0 0,0 0 0,0 0 0,0 1 0,0-1 0,0 0 0,-1 0 0,1 0 0,0 0 0,0 0 0,0 0 0,0 1 0,0-1 0,0 0 0,0 0 0,0 0 0,0 0 0,0 0 0,0 0 0,0 1 0,0-1 0,0 0 0,0 0 0,0 0 0,0 0 0,0 0 0,0 1 0,0-1 0,0 0 0,0 0 0,0 0 0,0 0 0,1 0 0,-1 0 0,0 1 0,0-1 0,0 0 0,0 0 0,0 0 0,0 0 0,1 0 0,14-3 0,-10 2 0,0 0 0,0 0 0,1 1 0,-1 0 0,1 0 0,-1 0 0,0 1 0,1 0 0,-1 0 0,7 2 0,15 2 0,44 0 0,118-7 0,-21-1 0,29 16-1365,-185-12-5461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20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1 216 24575,'0'0'0,"0"0"0,0 0 0,0 0 0,0 0 0,0 0 0,10 24 0,66 105 0,118 240 0,-184-347 0,49 102 0,-46-102 0,0 0 0,1 0 0,23 25 0,-33-43 0,0 0 0,0 0 0,0-1 0,1 1 0,-1-1 0,1 0 0,0 0 0,10 4 0,-13-6 0,1 0 0,-1-1 0,0 1 0,1-1 0,-1 1 0,1-1 0,-1 0 0,1 0 0,-1 0 0,0 0 0,1 0 0,-1 0 0,1-1 0,-1 1 0,0-1 0,1 0 0,-1 0 0,0 0 0,0 0 0,1 0 0,-1 0 0,0-1 0,3-2 0,4-4 0,0-2 0,-1 1 0,0-1 0,-1-1 0,11-18 0,27-65 0,-34 71 0,51-118 0,169-335 0,-138 320-1365,-59 102-5461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10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0 0,0 0 0,0 0 0,0 0 0,0 0 0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1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1 24575,'0'0'0,"0"0"0,0 0 0,0 0 0,0 0 0,-7 15 0,-40 85 0,37-72 0,-2-1 0,-1-1 0,-1 0 0,-2-1 0,-32 42 0,47-66 0,0 0 0,0 1 0,0-1 0,0 0 0,0 0 0,0 1 0,0-1 0,0 1 0,1-1 0,-1 1 0,1-1 0,-1 1 0,0 2 0,1-3 0,0 0 0,1 0 0,-1 0 0,0 0 0,0 0 0,1 0 0,-1 0 0,0 0 0,1-1 0,-1 1 0,1 0 0,0 0 0,-1 0 0,1 0 0,0-1 0,-1 1 0,1 0 0,0-1 0,0 1 0,0 0 0,2 1 0,0 0 0,-1 0 0,1-1 0,0 1 0,0-1 0,0 0 0,0 0 0,0 0 0,0 0 0,0-1 0,0 1 0,0-1 0,4 0 0,1 0 0,-1-1 0,0 1 0,0-1 0,0-1 0,10-3 0,6-3 0,-1-2 0,31-17 0,-50 25 0,7-3 0,6-4 0,0 0 0,0-1 0,25-21 0,-40 30 0,1-1 0,-1 1 0,0-1 0,1 0 0,-1 1 0,0-1 0,0 0 0,-1 1 0,1-1 0,0 0 0,0 0 0,-1 0 0,1 0 0,-1 0 0,0 0 0,0 0 0,1 0 0,-1 0 0,0 0 0,-1 0 0,1 0 0,0 0 0,0 0 0,-1 1 0,0-1 0,1 0 0,-1 0 0,0 0 0,0 0 0,0 1 0,0-1 0,0 0 0,0 1 0,0-1 0,0 1 0,-2-2 0,-2-3 0,-1 1 0,1 0 0,-1 0 0,0 0 0,0 1 0,0 0 0,0 0 0,-10-4 0,-1 2-1365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20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7:22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24 24575,'0'0'0,"0"0"0,0 0 0,-25-13 0,23 12 0,0 0 0,0 1 0,0-1 0,-1 1 0,1-1 0,0 1 0,0 0 0,0 0 0,0-1 0,0 2 0,-1-1 0,1 0 0,0 0 0,0 1 0,0-1 0,0 1 0,0 0 0,0-1 0,0 1 0,0 0 0,0 0 0,0 0 0,-2 2 0,3 0 0,0 0 0,0-1 0,0 1 0,0 0 0,0-1 0,1 1 0,-1 0 0,1 5 0,-2 2 0,0 1 0,1 1 0,0 0 0,0 0 0,1-1 0,1 1 0,0 0 0,1-1 0,0 1 0,0-1 0,1 1 0,1-1 0,0 0 0,1 0 0,0-1 0,12 20 0,-14-23 0,0 1 0,0-1 0,0 1 0,1 11 0,0-4 0,-2-14 0,0 0 0,0 0 0,0 0 0,0 0 0,0-1 0,1 1 0,-1-1 0,0 1 0,0-1 0,0 0 0,1 0 0,-1 0 0,3 0 0,9-6 0,1 0 0,-1-1 0,-1-1 0,1 0 0,16-14 0,-4 4 0,-14 10 0,0-1 0,0 0 0,-1 0 0,-1-1 0,1-1 0,-2 0 0,1 0 0,-1-1 0,-1 0 0,0-1 0,-1 1 0,-1-2 0,0 1 0,8-24 0,-14 35 0,0 0 0,0 1 0,0-1 0,0 0 0,-1 0 0,1 1 0,0-1 0,-1 0 0,0 1 0,1-1 0,-1 1 0,0-1 0,1 1 0,-1-1 0,0 1 0,0-1 0,0 1 0,-1 0 0,1 0 0,0-1 0,0 1 0,-1 0 0,1 0 0,-1 0 0,1 0 0,0 1 0,-3-2 0,-2-2 0,0 1 0,-1 0 0,1 0 0,-1 1 0,-9-3 0,11 4-151,1 1-1,-1-1 0,1 1 0,-1 0 1,1 0-1,-1 0 0,0 0 1,-4 2-1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23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74 477 24575,'0'0'0,"0"0"0,0 0 0,0 0 0,0 0 0,-22 3 0,-17 0 0,27-3 0,28-3 0,26-4 0,49-16 0,12-2 0,-46 17 0,80-1 0,9-1 0,-16-3 0,108-16 0,-136 15 0,185-2 0,-190 15 0,0-4 0,121-23 0,-109 3 0,101-17 0,49 17 0,90-16 0,-220 20 0,173-5 0,-296 25 0,487-43 0,-383 35 0,-51 5 0,-1-2 0,69-17 0,-99 18 0,-21 3 0,-26 2 0,-14-2 0,-34-5 0,35 3 0,-40 0 0,-110 16 0,-9 0 0,-374 17 0,151-2 0,144-11 0,-154 21 0,149-12 0,-40 13 0,113-12 0,-102 34 0,90-13 0,211-47 0,-92 17 0,-105 32 0,196-48 7,0 0-1,1 1 0,-1-1 0,0 1 1,1 0-1,0 0 0,-1 0 1,1 1-1,0-1 0,0 1 1,0 0-1,1 0 0,-1 0 0,1 0 1,-1 0-1,1 0 0,0 1 1,-2 5-1,1-3-155,1 1 1,1 0-1,-1 0 1,1-1-1,0 1 1,1 0-1,-1 0 1,2 0-1,0 11 1,0-9-6678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24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0 0,0 0 0,5 8 0,35 49 0,64 68 0,59 45 0,-64-69 0,-80-81 0,321 309 0,4-34 0,-64-54 0,113 116 0,-16 19 0,-204-202 0,55 84 0,-227-258 0,-1 1 0,1-1 0,-1 0 0,1 1 0,-1-1 0,0 1 0,1-1 0,-1 1 0,0 0 0,1-1 0,-1 1 0,0-1 0,0 1 0,0-1 0,1 1 0,-1 0 0,0-1 0,0 1 0,0-1 0,0 1 0,0 1 0,-1-3 0,0 1 0,1 0 0,-1-1 0,0 1 0,0-1 0,1 1 0,-1-1 0,0 1 0,1-1 0,-1 1 0,1-1 0,-1 0 0,1 1 0,-1-1 0,1 0 0,-1 1 0,1-1 0,0 0 0,-1-1 0,-71-118-1365,47 78-5461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25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46 24575,'-3'-1'0,"-1"-1"0,1 0 0,0 0 0,-1 0 0,1 0 0,0 0 0,0-1 0,-3-3 0,0 1 0,-2-4 0,-4-1 0,10 11 0,4 7 0,6 16 0,2-1 0,1 0 0,1-1 0,21 31 0,68 79 0,-73-98 0,525 693 0,-302-401 0,35 51 0,60 118 0,221 325 0,-401-611 0,-117-151 0,-11-9 0,40 70 0,-4-3 0,-65-103 0,-5-7 0,-8-13 0,-10-17-1365,9 13-5461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26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1324 1 24575,'0'0'0,"0"0"0,0 0 0,0 0 0,0 0 0,0 0 0,12 8 0,-1 7 0,-1 0 0,0 0 0,-1 1 0,0 0 0,10 29 0,-6-14 0,64 165 0,6 11 0,-49-132 0,3-2 0,53 77 0,-83-140 0,-1 1 0,0-1 0,-1 1 0,5 12 0,-9-18 0,1 0 0,-1-1 0,1 1 0,-1 0 0,-1 0 0,1 0 0,-1 0 0,0 0 0,0 0 0,0-1 0,-1 1 0,-1 8 0,1-10 0,-1 0 0,0 0 0,1 0 0,-1 0 0,0-1 0,0 1 0,-1 0 0,1-1 0,0 0 0,-1 0 0,1 0 0,-1 0 0,0 0 0,0 0 0,0-1 0,0 1 0,0-1 0,0 0 0,0 0 0,0 0 0,0 0 0,-1 0 0,1-1 0,0 0 0,-4 1 0,-6-1 0,1 0 0,-1 0 0,0-1 0,1-1 0,-14-3 0,-31-10 0,0-3 0,1-3 0,1-1 0,-91-54 0,-192-147 0,81 49 0,24 36 0,90 54 0,123 73-151,-1 0-1,0 1 0,0 2 0,0 0 1,-1 1-1,-1 1 0,1 1 1,-43-4-1,26 7-6674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29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1931 1736 24575,'-12'23'0,"7"-10"0,9-13 0,14-18 0,-9 9 0,13-12 0,-1 0 0,-1-2 0,0 0 0,27-46 0,-37 51 0,0 0 0,-2-1 0,0-1 0,-1 0 0,-1 0 0,-1 0 0,5-36 0,-7-1 0,-2 0 0,-4-1 0,-18-111 0,13 125 0,-2 1 0,-3 0 0,-1 1 0,-2 1 0,-1 0 0,-3 1 0,-1 1 0,-36-50 0,-91-116 0,109 157 0,-2 1 0,-53-46 0,57 63 0,-1 2 0,-2 1 0,0 2 0,-2 2 0,0 2 0,-2 2 0,0 1 0,-59-14 0,74 26 0,0 1 0,0 2 0,-1 0 0,1 2 0,-1 2 0,1 0 0,-41 9 0,2 3 0,-130 45 0,162-45 0,1 2 0,0 2 0,1 1 0,1 2 0,1 1 0,1 1 0,1 2 0,0 1 0,2 1 0,1 2 0,2 1 0,-43 60 0,36-42 0,1 2 0,3 2 0,-33 77 0,50-97 0,0 0 0,2 1 0,2 0 0,1 1 0,1-1 0,2 1 0,1 52 0,6-33 0,2 1 0,3-1 0,1 0 0,3 0 0,3-2 0,1 0 0,28 56 0,-29-77 0,0-1 0,2-1 0,2-1 0,0 0 0,1-1 0,2-2 0,0 0 0,31 22 0,6 0 0,2-3 0,97 49 0,-105-65 0,1-3 0,1-1 0,1-4 0,1-1 0,0-4 0,1-2 0,89 6 0,-92-15 30,1-2 0,-1-2 0,57-11 0,-73 6-327,1-2 0,-1-1 0,-1-2 0,68-32 0,-77 29-6529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40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483 224 7370 0 0,'6'0'938'0'0,"0"0"1"0"0,0 0-1 0 0,0 1 0 0 0,0-1 1 0 0,10 4-1 0 0,-12-4-751 0 0,30 5-98 0 0,1-3 1 0 0,0 0-1 0 0,-1-3 1 0 0,48-5-1 0 0,137-32 507 0 0,-209 36-583 0 0,62-13 376 0 0,91-17 621 0 0,433-33 1496 0 0,-117 30-1762 0 0,-211 22-522 0 0,-79 4-57 0 0,170 1 193 0 0,-119 5-132 0 0,379-6 561 0 0,-127 7-176 0 0,577 20 269 0 0,-874-11-769 0 0,106 0-4 0 0,112-9 18 0 0,-257 2-79 0 0,432 13 210 0 0,-151 12-70 0 0,-336-18-169 0 0,144 9 6 0 0,586 26 130 0 0,-588-36-153 0 0,66 1 0 0 0,185 0 57 0 0,-229-2-34 0 0,542 13 217 0 0,-684-15-271 0 0,137 22 1 0 0,-247-24 67 0 0,-1 2 0 0 0,1-1 0 0 0,-1 2 0 0 0,20 7 1 0 0,-29-9-30 0 0,1 0 0 0 0,-1 0 0 0 0,1 0 0 0 0,-1 0 1 0 0,0 1-1 0 0,0 0 0 0 0,0-1 0 0 0,0 1 0 0 0,0 0 0 0 0,-1 1 1 0 0,1-1-1 0 0,-1 0 0 0 0,0 1 0 0 0,0-1 0 0 0,0 1 1 0 0,0 0-1 0 0,-1-1 0 0 0,2 6 0 0 0,22 63-8 0 0,-16-50 0 0 0,-2 0 0 0 0,11 47 0 0 0,-11-4 68 0 0,-3 117 0 0 0,-3-26 29 0 0,28 412 182 0 0,-29-458-271 0 0,-19 149 0 0 0,2-68 416 0 0,-24 181 208 0 0,-23-4-339 0 0,62-357-287 0 0,-86 540 390 0 0,80-496-378 0 0,-25 319 102 0 0,13-109-48 0 0,-5 79-72 0 0,-5 84 51 0 0,-1 12 22 0 0,-21 401 120 0 0,34-395-187 0 0,3-78 52 0 0,10 330 59 0 0,-8 402-66 0 0,12-1046-48 0 0,21 816-3 0 0,-12-718 0 0 0,-12 706 178 0 0,-7-237-68 0 0,-8 22-114 0 0,-36-2 0 0 0,4-72 119 0 0,-8 81 26 0 0,42-102-145 0 0,17-410-16 0 0,-8 49 29 0 0,5-164 28 0 0,-1 1 0 0 0,-1-1 0 0 0,-1 0 1 0 0,-1 0-1 0 0,-18 39 0 0 0,18-50 6 0 0,-1 0 1 0 0,0-1-1 0 0,-1 0 0 0 0,-1-1 1 0 0,1 0-1 0 0,-22 17 0 0 0,29-25-42 0 0,-6 4 11 0 0,0 0-1 0 0,-1 0 1 0 0,0-1 0 0 0,0 0-1 0 0,0-1 1 0 0,-1 1 0 0 0,-12 2 0 0 0,-75 16 152 0 0,32-9-99 0 0,-43 10-10 0 0,-1-6 0 0 0,-124 6 0 0 0,-143-7-108 0 0,-97 8-22 0 0,-86 19 59 0 0,-33-31-48 0 0,161-32 67 0 0,-185-2-73 0 0,18 24 39 0 0,0-37-39 0 0,-280-28 117 0 0,433 37-30 0 0,159 4-11 0 0,-532-21 1 0 0,-627 36 60 0 0,1357 5-60 0 0,-260-7 108 0 0,237 1-72 0 0,-122-25 0 0 0,185 23-14 0 0,0-3-1 0 0,1-1 1 0 0,-77-34 0 0 0,103 37-16 0 0,0 0 0 0 0,1-2 0 0 0,0-1 0 0 0,1 0 0 0 0,1-2 0 0 0,0 0 0 0 0,1-1 0 0 0,0 0 0 0 0,-26-36 0 0 0,23 22-8 0 0,2-1-1 0 0,-28-63 0 0 0,-17-73-5 0 0,31 79 0 0 0,-3-21 1 0 0,-28-153 0 0 0,36 137 0 0 0,-76-419 134 0 0,102 539-133 0 0,-122-913-48 0 0,87 617 13 0 0,-42-552 156 0 0,136-607-53 0 0,-30 1114-111 0 0,-24-541-1 0 0,-20-299 187 0 0,24 914-144 0 0,10-235 0 0 0,32 3 0 0 0,-29 365 0 0 0,65-532 0 0 0,-33-530 0 0 0,-52 1106 0 0 0,12-479 0 0 0,38 2 0 0 0,-23 184 0 0 0,-19 204 0 0 0,20-297 0 0 0,-23 288 0 0 0,-5 88 0 0 0,25-181 0 0 0,2 85-19 0 0,-13 76 264 0 0,-8 77-200 0 0,28-225-172 0 0,-30 241 96 0 0,2 0 0 0 0,1 1-1 0 0,1 1 1 0 0,2 0 0 0 0,27-53-1 0 0,-35 76-65 0 0,1 0 0 0 0,0 0-1 0 0,0 1 1 0 0,1 0 0 0 0,0-1 0 0 0,6-5-1 0 0,10-3-9824 0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47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98 4609 0 0,'-5'-17'1983'0'0,"1"-1"-1"0"0,1 0 1 0 0,0-26 974 0 0,4 56-13 0 0,13 50-2056 0 0,-3 0 0 0 0,5 88-1 0 0,-4 250-145 0 0,-15-349-686 0 0,1-32 23 0 0,1 0 0 0 0,2 20 0 0 0,-1-38-98 0 0,0 0 0 0 0,1 0-1 0 0,-1 0 1 0 0,0 0-1 0 0,0 0 1 0 0,1 0 0 0 0,-1 0-1 0 0,1 0 1 0 0,-1 0 0 0 0,1 0-1 0 0,-1 0 1 0 0,1 0 0 0 0,0 0-1 0 0,-1 0 1 0 0,1 0-1 0 0,1 1 1 0 0,-2-2-73 0 0,1 0-1 0 0,-1 0 1 0 0,1 0-1 0 0,-1 1 1 0 0,0-1 0 0 0,1 0-1 0 0,-1 0 1 0 0,1 0-1 0 0,-1 0 1 0 0,1 0 0 0 0,-1 0-1 0 0,0 0 1 0 0,1 0 0 0 0,-1-1-1 0 0,1 1 1 0 0,-1 0-1 0 0,1 0 1 0 0,-1 0 0 0 0,0 0-1 0 0,1 0 1 0 0,-1-1-1 0 0,1 1 1 0 0,-1 0 0 0 0,0 0-1 0 0,1-1 1 0 0,-1 1-1 0 0,0 0 1 0 0,1-1 0 0 0,-1 1-1 0 0,0 0 1 0 0,0-1-1 0 0,1 1 1 0 0,-1 0 0 0 0,0-1-1 0 0,0 1 1 0 0,0-1-1 0 0,1 1 1 0 0,-1 0 0 0 0,0-1-1 0 0,0 1 1 0 0,0-1-1 0 0,0 0 1 0 0,3-8-5728 0 0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4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 5065 0 0,'0'-1'60'0'0,"0"1"0"0"0,0 0 0 0 0,0 0 0 0 0,0 0 0 0 0,0 0 0 0 0,0 0 0 0 0,0-1 0 0 0,0 1 0 0 0,0 0 0 0 0,0 0 0 0 0,0 0 0 0 0,0 0 0 0 0,0 0 0 0 0,0 0 0 0 0,-1-1 0 0 0,1 1 0 0 0,0 0 0 0 0,0 0 0 0 0,0 0 0 0 0,0 0 1 0 0,0 0-1 0 0,0 0 0 0 0,-1 0 0 0 0,1 0 0 0 0,0 0 0 0 0,0 0 0 0 0,0 0 0 0 0,0 0 0 0 0,0-1 0 0 0,0 1 0 0 0,-1 0 0 0 0,1 0 0 0 0,0 0 0 0 0,0 0 0 0 0,0 0 0 0 0,0 0 0 0 0,-1 0 0 0 0,1 0 0 0 0,0 1 0 0 0,0-1 0 0 0,0 0 0 0 0,0 0 0 0 0,0 0 0 0 0,0 0 0 0 0,-1 0 0 0 0,-3 7 2059 0 0,4-6-1587 0 0,-1 3-223 0 0,0 37 1011 0 0,1 0 0 0 0,9 66 0 0 0,-4-61-877 0 0,-5-44-387 0 0,7 105 2061 0 0,-7-107-2093 0 0,0 1 0 0 0,0-1 0 0 0,0 0 0 0 0,0 0 0 0 0,0 0-1 0 0,0 1 1 0 0,0-1 0 0 0,0 0 0 0 0,0 0 0 0 0,0 0 0 0 0,0 1-1 0 0,0-1 1 0 0,0 0 0 0 0,0 0 0 0 0,0 1 0 0 0,0-1 0 0 0,0 0-1 0 0,0 0 1 0 0,0 0 0 0 0,-1 0 0 0 0,1 1 0 0 0,0-1 0 0 0,0 0 0 0 0,0 0-1 0 0,0 0 1 0 0,0 0 0 0 0,-1 1 0 0 0,1-1 0 0 0,0 0 0 0 0,0 0-1 0 0,0 0 1 0 0,0 0 0 0 0,-1 0 0 0 0,1 0 0 0 0,0 0 0 0 0,0 1-1 0 0,-8-6 566 0 0,7 4-622 0 0,0 0-1 0 0,0 0 0 0 0,0 0 0 0 0,0 0 1 0 0,0-1-1 0 0,0 1 0 0 0,0 0 0 0 0,1-1 1 0 0,-1 1-1 0 0,0-1 0 0 0,1 1 0 0 0,-1-2 1 0 0,4-29-7266 0 0,-2 24 4973 0 0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0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0 987 5961 0 0,'0'0'534'0'0,"1"1"-301"0"0,-1-1 1 0 0,0 1 0 0 0,0-1 0 0 0,1 1-1 0 0,-1-1 1 0 0,0 1 0 0 0,1-1-1 0 0,-1 1 1 0 0,0-1 0 0 0,1 0-1 0 0,-1 1 1 0 0,1-1 0 0 0,-1 0 0 0 0,1 1-1 0 0,-1-1 1 0 0,1 0 0 0 0,-1 0-1 0 0,1 1 1 0 0,-1-1 0 0 0,2 0-1 0 0,4 1 224 0 0,1 0-1 0 0,0-1 0 0 0,0 0 0 0 0,0 0 0 0 0,13-3 0 0 0,5 1-247 0 0,0 1-1 0 0,27 2 1 0 0,29 0 0 0 0,-65-2-123 0 0,0 2-1 0 0,24 4 1 0 0,4-1-42 0 0,13 0 393 0 0,0-2-1 0 0,0-3 1 0 0,69-11-1 0 0,-82 5-216 0 0,0 2-1 0 0,89 0 1 0 0,-100 7-165 0 0,17 1 59 0 0,62-3 1 0 0,75-16 5 0 0,-52 9 112 0 0,-117 7-156 0 0,-14-1-24 0 0,0 1 0 0 0,0-1 1 0 0,0 1-1 0 0,0 0 1 0 0,0 1-1 0 0,0-1 1 0 0,0 1-1 0 0,0-1 1 0 0,-1 1-1 0 0,1 1 1 0 0,0-1-1 0 0,6 3 0 0 0,-10-4-31 0 0,12 7 68 0 0,-11-7-85 0 0,-1 0 1 0 0,0 0 0 0 0,0 1 0 0 0,0-1 0 0 0,1 0 0 0 0,-1 0 0 0 0,0 0-1 0 0,0 0 1 0 0,0 0 0 0 0,1 0 0 0 0,-1 0 0 0 0,0 0 0 0 0,0 0-1 0 0,0 0 1 0 0,1 0 0 0 0,-1 0 0 0 0,0 0 0 0 0,0 0 0 0 0,0 0-1 0 0,1 0 1 0 0,-1 0 0 0 0,0 0 0 0 0,0 0 0 0 0,0 0 0 0 0,1-1-1 0 0,-1 1 1 0 0,0 0 0 0 0,0 0 0 0 0,0 0 0 0 0,0 0 0 0 0,1 0 0 0 0,-1 0-1 0 0,0-1 1 0 0,0 1 0 0 0,0 0 0 0 0,0 0 0 0 0,0 0 0 0 0,0 0-1 0 0,1-1 1 0 0,-1 1 0 0 0,0 0 0 0 0,0 0 0 0 0,0 0 0 0 0,0 0-1 0 0,0-1 1 0 0,0 1 0 0 0,0 0 0 0 0,0 0 0 0 0,0-1 0 0 0,0 1-1 0 0,0 0 1 0 0,0 0 0 0 0,0 0 0 0 0,0-1 0 0 0,0 1 0 0 0,0 0 0 0 0,0 0-1 0 0,0-1 1 0 0,-7-128 123 0 0,2 79-131 0 0,4 25 0 0 0,-2 0-1 0 0,0 0 1 0 0,-2 0-1 0 0,-1 1 1 0 0,-13-36-1 0 0,16 50 0 0 0,0 1 0 0 0,1-1 0 0 0,0 0-1 0 0,1 0 1 0 0,0 0 0 0 0,1 0 0 0 0,0-1 0 0 0,1-11-1 0 0,0-6-10 0 0,4-36 27 0 0,-3 45 2 0 0,-1 1 0 0 0,-1-28-1 0 0,0 23-29 0 0,2-29 1 0 0,-1 28-2 0 0,-1-29 1 0 0,-5 9 16 0 0,-1-29-64 0 0,7 62 30 0 0,0 10 27 0 0,-1 0 1 0 0,0-1-1 0 0,0 1 1 0 0,0 0-1 0 0,0 0 0 0 0,0 0 1 0 0,0 0-1 0 0,0 0 1 0 0,0 0-1 0 0,0 0 1 0 0,-1-1-1 0 0,1 1 0 0 0,0 0 1 0 0,-1 0-1 0 0,1 0 1 0 0,0 0-1 0 0,-1 0 1 0 0,0 0-1 0 0,1 0 0 0 0,-1 0 1 0 0,1 1-1 0 0,-1-1 1 0 0,-1-1-1 0 0,-1-1 2 0 0,-1 1-1 0 0,0-1 0 0 0,0 1 1 0 0,0 0-1 0 0,0 0 1 0 0,0 1-1 0 0,0-1 1 0 0,0 1-1 0 0,-1 0 0 0 0,1 0 1 0 0,0 0-1 0 0,-1 0 1 0 0,-8 1-1 0 0,-9 0-50 0 0,-30 3 0 0 0,50-3 54 0 0,-42 3 99 0 0,21-2-83 0 0,0 1 0 0 0,0 1-1 0 0,-42 11 1 0 0,63-13 1 0 0,0 0-1 0 0,0-1 0 0 0,1 1 1 0 0,-1 0-1 0 0,0 1 1 0 0,1-1-1 0 0,-1 0 1 0 0,1 0-1 0 0,-1 1 0 0 0,-2 2 1 0 0,4-4-29 0 0,0 0 1 0 0,0 1-1 0 0,0-1 0 0 0,0 0 1 0 0,-1 0-1 0 0,1 0 1 0 0,0 1-1 0 0,0-1 0 0 0,0 0 1 0 0,0 1-1 0 0,0-1 0 0 0,0 0 1 0 0,0 0-1 0 0,0 1 1 0 0,0-1-1 0 0,0 0 0 0 0,0 0 1 0 0,0 1-1 0 0,0-1 1 0 0,0 0-1 0 0,0 1 0 0 0,0-1 1 0 0,0 0-1 0 0,0 0 0 0 0,0 1 1 0 0,0-1-1 0 0,0 0 1 0 0,1 1-1 0 0,12 2-2074 0 0,-12-3 1081 0 0,0-1-31 0 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1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62 3225 0 0,'0'-2'151'0'0,"-1"1"-1"0"0,1-1 1 0 0,0 1 0 0 0,0-1 0 0 0,-1 1 0 0 0,1-1 0 0 0,-1 1 0 0 0,1 0 0 0 0,-1-1-1 0 0,0 1 1 0 0,1 0 0 0 0,-1-1 0 0 0,0 1 0 0 0,0 0 0 0 0,0 0 0 0 0,0 0 0 0 0,0 0-1 0 0,0 0 1 0 0,0 0 0 0 0,0 0 0 0 0,-1 0 0 0 0,1 0 0 0 0,0 0 0 0 0,-1 1-1 0 0,1-1 1 0 0,0 0 0 0 0,-1 1 0 0 0,1 0 0 0 0,-1-1 0 0 0,1 1 0 0 0,-1 0 0 0 0,1-1-1 0 0,-1 1 1 0 0,1 0 0 0 0,-1 0 0 0 0,1 0 0 0 0,-1 0 0 0 0,1 1 0 0 0,-1-1 0 0 0,1 0-1 0 0,0 1 1 0 0,-1-1 0 0 0,1 1 0 0 0,-1-1 0 0 0,1 1 0 0 0,0-1 0 0 0,-1 1 0 0 0,1 0-1 0 0,0 0 1 0 0,0 0 0 0 0,0 0 0 0 0,-1 0 0 0 0,0 1 0 0 0,0 1-10 0 0,1 0 1 0 0,-1 1 0 0 0,1-1-1 0 0,0 0 1 0 0,0 1 0 0 0,0-1-1 0 0,0 1 1 0 0,0-1-1 0 0,1 1 1 0 0,0-1 0 0 0,-1 1-1 0 0,1-1 1 0 0,1 1 0 0 0,-1-1-1 0 0,0 1 1 0 0,2 5-1 0 0,-2-8-113 0 0,1 0 0 0 0,-1 1-1 0 0,0-1 1 0 0,1 0 0 0 0,-1 1-1 0 0,1-1 1 0 0,-1 0-1 0 0,1 1 1 0 0,0-1 0 0 0,0 0-1 0 0,-1 0 1 0 0,1 0 0 0 0,0 0-1 0 0,0 0 1 0 0,0 0 0 0 0,0 0-1 0 0,0 0 1 0 0,0 0-1 0 0,1 0 1 0 0,-1 0 0 0 0,0-1-1 0 0,0 1 1 0 0,1-1 0 0 0,-1 1-1 0 0,0-1 1 0 0,1 1-1 0 0,-1-1 1 0 0,0 1 0 0 0,1-1-1 0 0,-1 0 1 0 0,0 0 0 0 0,1 0-1 0 0,-1 0 1 0 0,1 0 0 0 0,-1 0-1 0 0,0 0 1 0 0,1-1-1 0 0,-1 1 1 0 0,1 0 0 0 0,-1-1-1 0 0,0 1 1 0 0,1-1 0 0 0,1 0-1 0 0,0-1 61 0 0,0 1 0 0 0,0-1 0 0 0,0 0 0 0 0,0 0 0 0 0,0 0 0 0 0,0 0 0 0 0,0-1-1 0 0,-1 1 1 0 0,1-1 0 0 0,-1 1 0 0 0,0-1 0 0 0,1 0 0 0 0,-1 0 0 0 0,-1 0 0 0 0,1 0 0 0 0,0 0 0 0 0,-1 0 0 0 0,0-1-1 0 0,1 1 1 0 0,-1-1 0 0 0,1-5 0 0 0,-2 7-42 0 0,0 0 1 0 0,0-1-1 0 0,0 1 0 0 0,0-1 0 0 0,-1 1 0 0 0,1 0 0 0 0,-1-1 0 0 0,1 1 1 0 0,-1 0-1 0 0,0 0 0 0 0,0-1 0 0 0,0 1 0 0 0,0 0 0 0 0,0 0 0 0 0,0 0 1 0 0,-1 0-1 0 0,1 0 0 0 0,-1 0 0 0 0,1 1 0 0 0,-1-1 0 0 0,0 0 0 0 0,0 1 1 0 0,0-1-1 0 0,0 1 0 0 0,0 0 0 0 0,0-1 0 0 0,0 1 0 0 0,0 0 0 0 0,0 0 1 0 0,0 1-1 0 0,-1-1 0 0 0,-3-1 0 0 0,1 1 20 0 0,0 0 0 0 0,0 1 0 0 0,0-1 1 0 0,0 1-1 0 0,0 0 0 0 0,0 0 0 0 0,0 0 0 0 0,0 1 0 0 0,0 0 0 0 0,-5 1 1 0 0,-28 10-2778 0 0,33-10 1413 0 0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1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436 400 5065 0 0,'0'0'389'0'0,"5"-2"2989"0"0,-7-2 457 0 0,-88-88 1921 0 0,52 57-4645 0 0,-54-55 125 0 0,69 64-1146 0 0,-58-59 7 0 0,71 76-63 0 0,0 1 1 0 0,0 0-1 0 0,-1 0 0 0 0,0 1 0 0 0,-1 0 0 0 0,-19-8 1 0 0,30 15-45 0 0,1-1 1 0 0,-1 1 0 0 0,1 0 0 0 0,-1-1 0 0 0,1 1 0 0 0,-1 0 0 0 0,1 0-1 0 0,-1-1 1 0 0,0 1 0 0 0,1 0 0 0 0,-1 0 0 0 0,1 0 0 0 0,-1 0 0 0 0,0 0 0 0 0,1-1-1 0 0,-1 1 1 0 0,1 0 0 0 0,-1 1 0 0 0,0-1 0 0 0,1 0 0 0 0,-1 0 0 0 0,1 0-1 0 0,-1 0 1 0 0,1 0 0 0 0,-1 1 0 0 0,0-1 0 0 0,1 0 0 0 0,-1 0 0 0 0,1 1 0 0 0,-1-1-1 0 0,1 0 1 0 0,-1 1 0 0 0,0 0 0 0 0,3 19-2535 0 0,1-7-283 0 0,-2-9 1779 0 0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2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1320 17 6537 0 0,'2'10'4838'0'0,"-9"-8"-1046"0"0,1-2-4596 0 0,-2 0 1057 0 0,0 0 1 0 0,0-1-1 0 0,0 0 1 0 0,0 0-1 0 0,0 0 1 0 0,0-1-1 0 0,-13-6 0 0 0,12 5-78 0 0,0 0-1 0 0,-1 1 0 0 0,-16-3 1 0 0,-16 4 199 0 0,-51 5 0 0 0,23 0-6 0 0,-75-4 0 0 0,115 0-223 0 0,-1 2 0 0 0,0 0 1 0 0,-37 9-1 0 0,1 0 106 0 0,-165 15 453 0 0,-39-1-429 0 0,189-23 10 0 0,66-3-2706 0 0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3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47 6193 0 0,'-3'2'234'0'0,"1"0"0"0"0,0 0 0 0 0,-1 1 0 0 0,1-1 0 0 0,0 0 0 0 0,0 1 0 0 0,1-1 0 0 0,-1 1 0 0 0,0 0 0 0 0,1 0 0 0 0,0-1-1 0 0,0 1 1 0 0,-2 6 0 0 0,0 1 240 0 0,0 1-1 0 0,-2 18 1 0 0,4-26-414 0 0,1-1 0 0 0,0 0 0 0 0,-1 0 0 0 0,1 0 0 0 0,0 1 0 0 0,0-1 0 0 0,1 0 0 0 0,-1 0 0 0 0,0 0 0 0 0,1 0 0 0 0,0 0 0 0 0,-1 1 0 0 0,1-1 0 0 0,0 0 0 0 0,0 0 0 0 0,0 0 0 0 0,0-1 0 0 0,0 1 0 0 0,1 0 0 0 0,-1 0 0 0 0,0-1 0 0 0,1 1 0 0 0,0-1 0 0 0,-1 1 0 0 0,1-1 0 0 0,0 1 0 0 0,1 0 0 0 0,0-1-3 0 0,0 0 1 0 0,0 0-1 0 0,0 0 0 0 0,1 0 1 0 0,-1-1-1 0 0,0 0 0 0 0,0 1 0 0 0,0-1 1 0 0,1 0-1 0 0,-1-1 0 0 0,0 1 1 0 0,0 0-1 0 0,0-1 0 0 0,0 0 0 0 0,0 0 1 0 0,0 0-1 0 0,0 0 0 0 0,4-2 1 0 0,0 0 104 0 0,0 0 0 0 0,-1-1 1 0 0,1 0-1 0 0,-1 0 0 0 0,0-1 1 0 0,0 0-1 0 0,0 0 0 0 0,0 0 1 0 0,8-12-1 0 0,-12 15-65 0 0,-1-1-1 0 0,1 1 1 0 0,-1-1 0 0 0,1 1-1 0 0,-1-1 1 0 0,0 0 0 0 0,0 0-1 0 0,0 1 1 0 0,-1-1-1 0 0,1 0 1 0 0,-1 0 0 0 0,1 0-1 0 0,-1 0 1 0 0,0 0 0 0 0,0 1-1 0 0,0-1 1 0 0,0 0 0 0 0,-1 0-1 0 0,1 0 1 0 0,-1 0 0 0 0,0 0-1 0 0,0 1 1 0 0,0-1 0 0 0,0 0-1 0 0,0 1 1 0 0,0-1 0 0 0,-1 1-1 0 0,-2-4 1 0 0,1 2 65 0 0,-1-1 1 0 0,0 1-1 0 0,0 0 0 0 0,-1 0 1 0 0,1 1-1 0 0,-1-1 0 0 0,0 1 1 0 0,0 0-1 0 0,0 1 0 0 0,0-1 1 0 0,-1 1-1 0 0,1 0 0 0 0,-1 0 1 0 0,-6-1-1 0 0,7 1-94 0 0,0 1 1 0 0,0 1-1 0 0,0-1 0 0 0,0 1 1 0 0,0 0-1 0 0,1 0 0 0 0,-1 0 1 0 0,0 1-1 0 0,0-1 0 0 0,0 1 1 0 0,0 0-1 0 0,1 1 0 0 0,-1-1 0 0 0,0 1 1 0 0,1 0-1 0 0,-1 0 0 0 0,-4 4 1 0 0,8-5-134 0 0,0 0 0 0 0,-1 0-1 0 0,1 0 1 0 0,0 0 0 0 0,0 1 0 0 0,0-1 0 0 0,0 0 0 0 0,0 1 0 0 0,0-1 0 0 0,0 1 0 0 0,0-1 0 0 0,1 1 0 0 0,-1 0 0 0 0,0-1 0 0 0,1 1 0 0 0,0-1 0 0 0,-1 1 0 0 0,1 0 0 0 0,0 3 0 0 0,3 20-5189 0 0,-1-15 3007 0 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3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449 670 1840 0 0,'-6'-7'7600'0'0,"-4"-12"-5724"0"0,7 11-815 0 0,-1-1-554 0 0,0 0 0 0 0,0-1 0 0 0,-3-15 0 0 0,4 15-111 0 0,0 0-1 0 0,0 0 1 0 0,-9-17-1 0 0,-89-135 3368 0 0,36 60-2750 0 0,25 29-858 0 0,31 54-97 0 0,0 0 0 0 0,-2 1 0 0 0,0 0 0 0 0,-1 1 0 0 0,0 0 0 0 0,-30-29 1 0 0,37 43-66 0 0,0-1 1 0 0,0 1 0 0 0,0 0 0 0 0,-1 0-1 0 0,1 1 1 0 0,-1-1 0 0 0,0 1-1 0 0,-7-1 1 0 0,-4-2-23 0 0,16 3-216 0 0,-3 1 220 0 0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4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8754 0 0,'-1'-3'1328'0'0,"8"1"-114"0"0,10 0 201 0 0,330-31 3822 0 0,-315 28-4833 0 0,-16 2-6 0 0,30-1 0 0 0,-46 4-394 0 0,0 0 1 0 0,0 0-1 0 0,1 0 0 0 0,-1 0 1 0 0,0 0-1 0 0,0-1 0 0 0,0 1 1 0 0,1 0-1 0 0,-1 0 0 0 0,0 0 0 0 0,0 0 1 0 0,0 0-1 0 0,1 0 0 0 0,-1 0 1 0 0,0 0-1 0 0,0 0 0 0 0,1 0 1 0 0,-1 0-1 0 0,0 0 0 0 0,0 0 0 0 0,0 1 1 0 0,1-1-1 0 0,-1 0 0 0 0,0 0 1 0 0,0 0-1 0 0,0 0 0 0 0,1 0 1 0 0,-1 0-1 0 0,0 0 0 0 0,0 1 1 0 0,0-1-1 0 0,0 0 0 0 0,1 0 0 0 0,-1 0 1 0 0,0 0-1 0 0,0 1 0 0 0,0-1 1 0 0,0 0-1 0 0,0 0 0 0 0,0 0 1 0 0,0 0-1 0 0,0 1 0 0 0,1-1 1 0 0,-1 0-1 0 0,0 0 0 0 0,0 1 0 0 0,-10 7-501 0 0,-16 6-841 0 0,25-13 1285 0 0,-36 13-5841 0 0,20-9 3704 0 0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10 5985 0 0,'-1'-1'211'0'0,"1"0"0"0"0,-1 1 0 0 0,0-1 0 0 0,1 0 0 0 0,-1 1-1 0 0,0-1 1 0 0,1 1 0 0 0,-1-1 0 0 0,0 1 0 0 0,0-1 0 0 0,0 1 0 0 0,1-1 0 0 0,-1 1-1 0 0,0 0 1 0 0,0-1 0 0 0,0 1 0 0 0,0 0 0 0 0,0 0 0 0 0,0 0 0 0 0,0 0-1 0 0,1 0 1 0 0,-1 0 0 0 0,0 0 0 0 0,0 0 0 0 0,0 0 0 0 0,0 0 0 0 0,0 0-1 0 0,0 0 1 0 0,0 1 0 0 0,0-1 0 0 0,1 0 0 0 0,-1 1 0 0 0,-2 0 0 0 0,-6 13 386 0 0,4 2-101 0 0,1 0 0 0 0,0 1 0 0 0,1-1 0 0 0,1 0 1 0 0,0 28-1 0 0,8 85 269 0 0,0-47-422 0 0,-3-34-130 0 0,0-10-137 0 0,-2 0 1 0 0,-1 0 0 0 0,-2-1 0 0 0,-10 56-1 0 0,9-83-53 0 0,0 0-1 0 0,-1 0 1 0 0,0 0-1 0 0,0 0 1 0 0,-1-1-1 0 0,-1 1 1 0 0,1-1-1 0 0,-11 11 1 0 0,16-20-32 0 0,0 1 1 0 0,0-1-1 0 0,0 0 0 0 0,0 0 1 0 0,0 0-1 0 0,0 0 0 0 0,0 0 1 0 0,0 0-1 0 0,0 1 0 0 0,0-1 1 0 0,0 0-1 0 0,0 0 1 0 0,0 0-1 0 0,0 0 0 0 0,0 0 1 0 0,-1 0-1 0 0,1 0 0 0 0,0 1 1 0 0,0-1-1 0 0,0 0 0 0 0,0 0 1 0 0,0 0-1 0 0,0 0 0 0 0,-1 0 1 0 0,1 0-1 0 0,0 0 0 0 0,0 0 1 0 0,0 0-1 0 0,0 0 0 0 0,0 0 1 0 0,0 0-1 0 0,-1 0 1 0 0,1 0-1 0 0,0 0 0 0 0,0 0 1 0 0,0 0-1 0 0,0 0 0 0 0,0 0 1 0 0,-1 0-1 0 0,1 0 0 0 0,0 0 1 0 0,0 0-1 0 0,0 0 0 0 0,0 0 1 0 0,0 0-1 0 0,0 0 0 0 0,-1 0 1 0 0,1 0-1 0 0,0 0 0 0 0,0 0 1 0 0,0-1-1 0 0,0 1 1 0 0,0 0-1 0 0,0 0 0 0 0,0 0 1 0 0,0 0-1 0 0,-1 0 0 0 0,1 0 1 0 0,0 0-1 0 0,0-1 0 0 0,0 1 1 0 0,0 0-1 0 0,0 0 0 0 0,0 0 1 0 0,0 0-1 0 0,0-1 0 0 0,0 1 117 0 0,26 2 95 0 0,1-1-1 0 0,0-2 1 0 0,47-6-1 0 0,-29 3 4 0 0,53-6-9 0 0,139-6 204 0 0,250 30 249 0 0,-432-12-394 0 0,71-6 0 0 0,163-8 193 0 0,-263 10-369 0 0,0-1 1 0 0,0-1-1 0 0,35-9 1 0 0,7-2 29 0 0,-7 12-14 0 0,-36 6 179 0 0,-7-1-78 0 0,-25-1-633 0 0,0 0 0 0 0,0 0 0 0 0,1 0 0 0 0,-1 1 0 0 0,1-1 0 0 0,-1 2 0 0 0,1-1 0 0 0,-12 7 0 0 0,8-4-921 0 0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7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14 6449 0 0,'-1'-1'162'0'0,"1"0"-1"0"0,-1 0 0 0 0,1 0 1 0 0,-1 0-1 0 0,0 1 0 0 0,1-1 1 0 0,-1 0-1 0 0,0 1 0 0 0,0-1 1 0 0,1 0-1 0 0,-1 1 0 0 0,0-1 1 0 0,0 1-1 0 0,0-1 0 0 0,0 1 1 0 0,1 0-1 0 0,-1-1 0 0 0,0 1 1 0 0,0 0-1 0 0,0-1 0 0 0,0 1 1 0 0,0 0-1 0 0,0 0 0 0 0,-1 0 1 0 0,1 1-31 0 0,0-1 0 0 0,0 1 0 0 0,0 0 1 0 0,0 0-1 0 0,0 0 0 0 0,0 0 0 0 0,0 0 0 0 0,1 0 1 0 0,-1 0-1 0 0,0 0 0 0 0,1 0 0 0 0,-1 0 0 0 0,1 0 1 0 0,-1 1-1 0 0,1-1 0 0 0,-1 0 0 0 0,1 0 0 0 0,0 1 1 0 0,0 1-1 0 0,-17 105 1570 0 0,3-10-1026 0 0,3-46-317 0 0,-46 260 1117 0 0,55-295-1892 0 0,-8 56 614 0 0,-4-29-5401 0 0,12-39 89 0 0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7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7834 0 0,'-2'15'5468'0'0,"3"11"-5096"0"0,14 42 1368 0 0,46 126 1 0 0,-55-178-1492 0 0,25 61 597 0 0,9 26-251 0 0,-36-90-549 0 0,-1 0 0 0 0,0 0 1 0 0,-1 1-1 0 0,0-1 1 0 0,-1 1-1 0 0,-1 13 0 0 0,0-21-108 0 0,-1 0-1 0 0,0 1 0 0 0,-1-1 1 0 0,1 0-1 0 0,-1 0 0 0 0,-4 9 1 0 0,5-12-253 0 0,-1 0 1 0 0,0-1 0 0 0,1 1-1 0 0,-1 0 1 0 0,0-1 0 0 0,0 1-1 0 0,0-1 1 0 0,-1 0 0 0 0,-2 3-1 0 0,-4 0-5390 0 0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29 7370 0 0,'-7'-8'926'0'0,"7"8"-762"0"0,0 0-1 0 0,-1 0 0 0 0,1-1 0 0 0,-1 1 0 0 0,1 0 0 0 0,0-1 0 0 0,-1 1 0 0 0,1 0 0 0 0,-1-1 0 0 0,1 1 0 0 0,0-1 0 0 0,0 1 0 0 0,-1 0 1 0 0,1-1-1 0 0,0 1 0 0 0,0-1 0 0 0,0 1 0 0 0,-1-1 0 0 0,1 1 0 0 0,0-1 0 0 0,0 1 0 0 0,0-1 0 0 0,0 1 0 0 0,0-1 0 0 0,0 1 0 0 0,0-1 1 0 0,0 1-1 0 0,0-1 0 0 0,0 1 0 0 0,0-1 0 0 0,0 1 0 0 0,0-1 0 0 0,1 1 0 0 0,-1-1 0 0 0,1 0-8 0 0,0 0-1 0 0,0 1 1 0 0,0-1 0 0 0,0 1-1 0 0,0-1 1 0 0,1 1-1 0 0,-1-1 1 0 0,0 1-1 0 0,0 0 1 0 0,0-1 0 0 0,1 1-1 0 0,-1 0 1 0 0,2 0-1 0 0,38 2 872 0 0,2 2 3 0 0,1-2 1 0 0,60-5-1 0 0,-102 3-1436 0 0,14-1 1863 0 0,-11 2-2542 0 0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10594 0 0,'0'0'34'0'0,"0"0"-1"0"0,0 0 1 0 0,0 0-1 0 0,0 0 1 0 0,0 0-1 0 0,-1-1 1 0 0,1 1 0 0 0,0 0-1 0 0,0 0 1 0 0,0 0-1 0 0,0 0 1 0 0,-1 0-1 0 0,1 0 1 0 0,0 0-1 0 0,0 0 1 0 0,0 0-1 0 0,0 0 1 0 0,-1 0-1 0 0,1 0 1 0 0,0 0-1 0 0,0 0 1 0 0,0 0 0 0 0,0 0-1 0 0,0 0 1 0 0,-1 0-1 0 0,1 0 1 0 0,0 0-1 0 0,0 0 1 0 0,0 0-1 0 0,0 0 1 0 0,-1 1-1 0 0,1-1 1 0 0,0 0-1 0 0,0 0 1 0 0,0 0 0 0 0,0 0-1 0 0,0 0 1 0 0,0 0-1 0 0,-1 0 1 0 0,1 1-1 0 0,0-1 1 0 0,0 0-1 0 0,0 0 1 0 0,-2 12 652 0 0,4 20-301 0 0,-1-23-123 0 0,3 94 1059 0 0,-2-45-412 0 0,2 0 0 0 0,15 72 1 0 0,-17-117-1054 0 0,0 0 0 0 0,-1 0 0 0 0,0 15 0 0 0,-2-24-482 0 0,-2-2-21 0 0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49:5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6 9674 0 0,'1'0'68'0'0,"-1"0"1"0"0,0 0-1 0 0,0 0 0 0 0,0 0 0 0 0,0 0 1 0 0,0 0-1 0 0,0 0 0 0 0,0 0 0 0 0,0 0 1 0 0,1-1-1 0 0,-1 1 0 0 0,0 0 0 0 0,0 0 0 0 0,0 0 1 0 0,0 0-1 0 0,0 0 0 0 0,0 0 0 0 0,0 0 1 0 0,0 0-1 0 0,0 0 0 0 0,1 0 0 0 0,-1 0 1 0 0,0 0-1 0 0,0-1 0 0 0,0 1 0 0 0,0 0 1 0 0,0 0-1 0 0,0 0 0 0 0,0 0 0 0 0,0 0 1 0 0,0 0-1 0 0,0 0 0 0 0,0 0 0 0 0,0-1 1 0 0,0 1-1 0 0,0 0 0 0 0,0 0 0 0 0,0 0 1 0 0,0 0-1 0 0,0 0 0 0 0,0 0 0 0 0,0 0 1 0 0,0-1-1 0 0,0 1 0 0 0,0 0 0 0 0,0 0 1 0 0,0 0-1 0 0,0 0 0 0 0,0 0 0 0 0,0 0 1 0 0,0 0-1 0 0,-1 0 0 0 0,1-1 0 0 0,0 1 0 0 0,0 0 1 0 0,0 0-1 0 0,0 0 0 0 0,0 0 0 0 0,0 0 1 0 0,8 2 2718 0 0,-3-1-2379 0 0,55 14 1285 0 0,-33-9-1016 0 0,0 1 0 0 0,28 11 0 0 0,-47-15-577 0 0,-1 0 1 0 0,0 1 0 0 0,0 0 0 0 0,0 0-1 0 0,0 1 1 0 0,0 0 0 0 0,-1 0 0 0 0,0 1-1 0 0,0-1 1 0 0,-1 1 0 0 0,9 11 0 0 0,-13-14-90 0 0,0 0 1 0 0,0-1 0 0 0,0 1 0 0 0,0 0 0 0 0,0-1-1 0 0,-1 1 1 0 0,1 0 0 0 0,-1 0 0 0 0,0 0 0 0 0,1 0-1 0 0,-2 0 1 0 0,1-1 0 0 0,0 1 0 0 0,0 0 0 0 0,-1 0-1 0 0,0 0 1 0 0,1-1 0 0 0,-1 1 0 0 0,0 0-1 0 0,-1-1 1 0 0,1 1 0 0 0,0 0 0 0 0,-1-1 0 0 0,-3 5-1 0 0,-3 5 25 0 0,-2 1-1 0 0,0-2 0 0 0,-13 13 0 0 0,23-24-34 0 0,-21 20-13 0 0,-1-1 1 0 0,-1-1-1 0 0,-1-1 1 0 0,0-1-1 0 0,-1-1 0 0 0,-1-1 1 0 0,0-1-1 0 0,-29 9 1 0 0,55-22 9 0 0,-1 0 1 0 0,1 0 0 0 0,0 0-1 0 0,0 0 1 0 0,-1 0 0 0 0,1 0 0 0 0,0 0-1 0 0,-1 0 1 0 0,1 0 0 0 0,0 1-1 0 0,0-1 1 0 0,-1 0 0 0 0,1 0-1 0 0,0 0 1 0 0,0 1 0 0 0,-1-1-1 0 0,1 0 1 0 0,0 0 0 0 0,0 0-1 0 0,0 1 1 0 0,-1-1 0 0 0,1 0-1 0 0,0 1 1 0 0,0-1 0 0 0,0 0-1 0 0,0 0 1 0 0,0 1 0 0 0,0-1-1 0 0,-1 0 1 0 0,1 1 0 0 0,0 0 0 0 0,8 6-99 0 0,19 7-102 0 0,-22-12 180 0 0,75 30-51 0 0,101 27 0 0 0,-149-50 168 0 0,0 1 0 0 0,0 1 0 0 0,-1 2-1 0 0,30 18 1 0 0,-59-30-60 0 0,0 0 0 0 0,0 0 0 0 0,-1 0 0 0 0,1 0 0 0 0,-1 0 0 0 0,1 0 0 0 0,-1 1 0 0 0,0-1 0 0 0,1 1 0 0 0,-1-1 0 0 0,0 1 0 0 0,0-1 0 0 0,0 1 0 0 0,0 0 0 0 0,0 0 0 0 0,0-1 0 0 0,-1 1 0 0 0,2 3 0 0 0,-2-3 5 0 0,0-1 0 0 0,0 1 1 0 0,0 0-1 0 0,-1-1 0 0 0,1 1 1 0 0,0 0-1 0 0,-1-1 0 0 0,1 1 1 0 0,-1 0-1 0 0,0-1 0 0 0,1 1 1 0 0,-1-1-1 0 0,0 1 0 0 0,0-1 1 0 0,0 1-1 0 0,0-1 0 0 0,-1 1 1 0 0,-4 4 113 0 0,1-1 1 0 0,-1 0 0 0 0,0-1 0 0 0,0 1 0 0 0,-1-1 0 0 0,0 0 0 0 0,-13 5 0 0 0,-6 1 52 0 0,-1-1 1 0 0,0-2-1 0 0,0 0 0 0 0,-1-2 0 0 0,0-1 0 0 0,1-2 0 0 0,-1 0 1 0 0,-41-3-1 0 0,62 0-203 0 0,1 0 0 0 0,-1-1 0 0 0,0 1 0 0 0,1-1 1 0 0,-1-1-1 0 0,1 1 0 0 0,0-1 0 0 0,0 0 0 0 0,-10-6 1 0 0,-9-14-3389 0 0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25 111 5905 0 0,'-2'-8'590'0'0,"1"-1"1"0"0,0 0-1 0 0,1 0 0 0 0,0 0 0 0 0,0 0 0 0 0,1 0 0 0 0,0 0 0 0 0,0 1 0 0 0,5-17 1 0 0,-5 19 2290 0 0,-7 10-720 0 0,-3 8-1336 0 0,6-3-718 0 0,1-1 0 0 0,0 0 0 0 0,0 1 0 0 0,1-1 0 0 0,0 1 0 0 0,0-1 0 0 0,1 12 0 0 0,-1 8 47 0 0,-2 50-131 0 0,3 1-1 0 0,4-1 1 0 0,24 134 0 0 0,-21-176 384 0 0,-4-26-421 0 0,-1 0 1 0 0,0 0 0 0 0,0 0-1 0 0,-1 0 1 0 0,-1 0 0 0 0,0 0-1 0 0,-1 13 1 0 0,-1-14-2669 0 0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8034 0 0,'0'0'73'0'0,"0"0"1"0"0,0 0 0 0 0,0 0 0 0 0,0 0 0 0 0,-1 0-1 0 0,1 0 1 0 0,0 0 0 0 0,0 0 0 0 0,0 0-1 0 0,-1 0 1 0 0,1 0 0 0 0,0 0 0 0 0,0 0 0 0 0,0 0-1 0 0,-1 0 1 0 0,1 0 0 0 0,0 0 0 0 0,0 0-1 0 0,0 0 1 0 0,-1 0 0 0 0,1 0 0 0 0,0 0 0 0 0,0 0-1 0 0,0 0 1 0 0,0 1 0 0 0,-1-1 0 0 0,1 0-1 0 0,0 0 1 0 0,0 0 0 0 0,0 0 0 0 0,0 0 0 0 0,0 0-1 0 0,-1 1 1 0 0,1-1 0 0 0,0 0 0 0 0,0 0-1 0 0,0 0 1 0 0,0 0 0 0 0,0 1 0 0 0,0-1 0 0 0,0 0-1 0 0,0 0 1 0 0,0 0 0 0 0,0 1 0 0 0,0-1-1 0 0,-2 16 1535 0 0,6 17-139 0 0,6 5-566 0 0,-6-25-533 0 0,-1 0 0 0 0,0 0 0 0 0,-1 0 0 0 0,0 0 0 0 0,-1 0 0 0 0,-1 23 0 0 0,-9 2 1030 0 0,3-23-3595 0 0,3-5-2582 0 0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1563 6449 0 0,'-5'-4'5739'0'0,"16"8"-1479"0"0,-5-2-4977 0 0,34 4 1710 0 0,1-2-1 0 0,57-2 1 0 0,-78-2-810 0 0,38 0-169 0 0,9 1 43 0 0,87-11 0 0 0,38-7 311 0 0,-12 1-21 0 0,-109 11 80 0 0,-47 4-384 0 0,0 0-1 0 0,0-2 1 0 0,24-6-1 0 0,-29 5 32 0 0,1 1 1 0 0,0 1-1 0 0,-1 0 0 0 0,25 2 0 0 0,-35 1 165 0 0,-10 0 265 0 0,0-1-456 0 0,0-1 1 0 0,-1 1-1 0 0,1 0 1 0 0,0 0-1 0 0,0-1 1 0 0,0 1-1 0 0,0-1 1 0 0,0 1-1 0 0,0-1 0 0 0,0 0 1 0 0,0 1-1 0 0,0-1 1 0 0,0 0-1 0 0,-1-1 1 0 0,-1-1-46 0 0,1 0 0 0 0,0 0 0 0 0,0-1 0 0 0,0 1 0 0 0,0 0-1 0 0,0-1 1 0 0,1 1 0 0 0,0-1 0 0 0,-1 0 0 0 0,1 1 0 0 0,1-1 0 0 0,-1 0 0 0 0,0-6 0 0 0,0-8 42 0 0,3-30 0 0 0,-1 15 8 0 0,-2-1-176 0 0,-10-54 0 0 0,0 5 213 0 0,6 37-157 0 0,2 20 64 0 0,1 1 0 0 0,2-50 0 0 0,7-91-154 0 0,-2 24 34 0 0,-3 40 59 0 0,-2 62 48 0 0,1-7-49 0 0,0 17-21 0 0,-4-40-1 0 0,3-17-257 0 0,-2 24 303 0 0,0 35-13 0 0,2 1 0 0 0,3-41 0 0 0,-2 64 46 0 0,-1 0-1 0 0,-1 0 0 0 0,1 0 0 0 0,-1 1 0 0 0,1-1 0 0 0,-1 0 0 0 0,-3-6 1 0 0,3 7 0 0 0,0 0 1 0 0,0-1-1 0 0,0 1 1 0 0,0 0-1 0 0,1 0 1 0 0,0 0 0 0 0,-1 0-1 0 0,1 0 1 0 0,0-1-1 0 0,0 1 1 0 0,1-6-1 0 0,0 9 7 0 0,-1-1 0 0 0,0 1 0 0 0,0-1 0 0 0,0 1 0 0 0,0-1-1 0 0,0 1 1 0 0,0-1 0 0 0,0 1 0 0 0,0-1 0 0 0,0 1 0 0 0,0-1-1 0 0,0 1 1 0 0,0-1 0 0 0,-1 1 0 0 0,1-1 0 0 0,0 1 0 0 0,0-1 0 0 0,0 1-1 0 0,-1 0 1 0 0,1-1 0 0 0,0 1 0 0 0,0-1 0 0 0,-1 1 0 0 0,1 0-1 0 0,0-1 1 0 0,-1 1 0 0 0,1 0 0 0 0,-1-1 0 0 0,1 1 0 0 0,0 0-1 0 0,-1-1 1 0 0,1 1 0 0 0,-1 0 0 0 0,1 0 0 0 0,-1 0 0 0 0,1 0-1 0 0,-1-1 1 0 0,1 1 0 0 0,-1 0 0 0 0,1 0 0 0 0,-1 0 0 0 0,1 0-1 0 0,-1 0 1 0 0,0 0 0 0 0,-28 0-74 0 0,23 0 66 0 0,-56 3 131 0 0,-89 16 1 0 0,134-16-120 0 0,-5 1 10 0 0,-1-1 0 0 0,1-2 0 0 0,-1 0 0 0 0,-23-2-1 0 0,16-1 57 0 0,-57 3 0 0 0,26 0-14 0 0,-78-5 161 0 0,109 6-248 0 0,30-2 32 0 0,-3-3-48 0 0,-3-3 37 0 0,-7-4 5 0 0,12 10 6 0 0,1 0 0 0 0,-1 0 0 0 0,1 1 0 0 0,-1-1 0 0 0,1 0 0 0 0,-1 0 0 0 0,1 0 0 0 0,-1 1 0 0 0,1-1 0 0 0,-1 0 0 0 0,1 1 0 0 0,0-1 0 0 0,-1 0 0 0 0,1 1 0 0 0,0-1 0 0 0,-1 0 0 0 0,1 1 0 0 0,0-1 0 0 0,-1 1 0 0 0,1-1 0 0 0,0 1 0 0 0,0-1 0 0 0,0 1 0 0 0,-1-1 0 0 0,1 1 0 0 0,0-1 0 0 0,0 1 0 0 0,0-1 0 0 0,0 1 1 0 0,0-1-1 0 0,0 1 0 0 0,0 0 0 0 0,-1 5-11 0 0,0 0 0 0 0,1 1 0 0 0,-1-1 0 0 0,1 1 1 0 0,2 11-1 0 0,-1-7 4 0 0,5 59-7 0 0,3 94-36 0 0,-6-86 50 0 0,15 95 0 0 0,-10-129 0 0 0,-4-19 0 0 0,-1 0 0 0 0,1 27 0 0 0,-3-41-395 0 0,1 14-1901 0 0,-2-25 2228 0 0,0 0 0 0 0,1 0 0 0 0,-1 1 1 0 0,0-1-1 0 0,0 0 0 0 0,0 1 1 0 0,0-1-1 0 0,0 0 0 0 0,0 0 0 0 0,0 1 1 0 0,0-1-1 0 0,-1 0 0 0 0,1 1 1 0 0,0-1-1 0 0,0 0 0 0 0,0 0 0 0 0,0 1 1 0 0,0-1-1 0 0,0 0 0 0 0,0 0 0 0 0,-1 1 1 0 0,1-1-1 0 0,0 0 0 0 0,0 0 1 0 0,0 0-1 0 0,0 1 0 0 0,-1-1 0 0 0,1 0 1 0 0,0 0-1 0 0,0 0 0 0 0,-1 0 1 0 0,1 0-1 0 0,0 1 0 0 0,0-1 0 0 0,-1 0 1 0 0,1 0-1 0 0,0 0 0 0 0,0 0 0 0 0,-1 0 1 0 0,1 0-1 0 0,0 0 0 0 0,-1 0 1 0 0,1 0-1 0 0,0 0 0 0 0,0 0 0 0 0,-1 0 1 0 0,1 0-1 0 0,0 0 0 0 0,0 0 1 0 0,-1 0-1 0 0,1 0 0 0 0,0 0 0 0 0,-1 0 1 0 0,1-1-1 0 0,0 1 0 0 0,0 0 1 0 0,-1 0-1 0 0,-4-3-6196 0 0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7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1507 1289 1840 0 0,'-2'0'-579'0'0,"-21"-1"3026"0"0,22 1-2303 0 0,1 0 1 0 0,-1 0-1 0 0,1 1 1 0 0,-1-1-1 0 0,1 0 1 0 0,0 0-1 0 0,-1 0 1 0 0,1 0-1 0 0,-1 1 1 0 0,1-1-1 0 0,0 0 1 0 0,-1 0-1 0 0,1 1 1 0 0,0-1-1 0 0,-1 0 1 0 0,1 1-1 0 0,0-1 1 0 0,0 0-1 0 0,-1 1 1 0 0,1-1-1 0 0,0 0 1 0 0,0 1-1 0 0,-1-1 1 0 0,1 0-1 0 0,0 1 1 0 0,0-1-1 0 0,0 1 1 0 0,0-1-1 0 0,0 1 1 0 0,0-1-1 0 0,0 0 1 0 0,-1 1-1 0 0,1-1 1 0 0,0 1-1 0 0,1-1 1 0 0,-1 1-1 0 0,0-1 1 0 0,0 1 0 0 0,0-1-1 0 0,0 0 1 0 0,0 1-1 0 0,0-1 1 0 0,0 1-1 0 0,1-1 1 0 0,-1 0-1 0 0,0 1 1 0 0,0-1-1 0 0,1 0 1 0 0,-1 1-1 0 0,0-1-123 0 0,1 1-1 0 0,-1-1 1 0 0,0 0-1 0 0,0 0 1 0 0,0 0 0 0 0,0 0-1 0 0,0 0 1 0 0,0 0-1 0 0,0 0 1 0 0,0 0-1 0 0,0 0 1 0 0,0 1 0 0 0,0-1-1 0 0,1 0 1 0 0,-1 0-1 0 0,0 0 1 0 0,0 0 0 0 0,0 0-1 0 0,0 0 1 0 0,0 0-1 0 0,0 0 1 0 0,0 0 0 0 0,0 0-1 0 0,1 0 1 0 0,-1 0-1 0 0,0 0 1 0 0,0 0-1 0 0,0 0 1 0 0,0 0 0 0 0,0 0-1 0 0,0 0 1 0 0,1 0-1 0 0,-1 0 1 0 0,0 0 0 0 0,0 0-1 0 0,0 0 1 0 0,0 0-1 0 0,0 0 1 0 0,0 0-1 0 0,0 0 1 0 0,0 0 0 0 0,1-1-1 0 0,-1 1 1 0 0,0 0-1 0 0,0 0 1 0 0,0 0 0 0 0,0 0-1 0 0,0 0 1 0 0,0 0-1 0 0,0 0 1 0 0,6-9 1128 0 0,2-9 306 0 0,-6 7-1138 0 0,0 1-1 0 0,-1-1 0 0 0,-1 1 1 0 0,0-1-1 0 0,-1 0 1 0 0,-3-18-1 0 0,-19-67 243 0 0,0 1-32 0 0,14 35-140 0 0,-21-71 1 0 0,-1-5-66 0 0,25 110-74 0 0,-1-30 0 0 0,-3-10 315 0 0,4 27-426 0 0,-4-18-52 0 0,7 45-41 0 0,-5-18-195 0 0,8 29 151 0 0,0 0 0 0 0,-1 0 0 0 0,1 0 0 0 0,-1 0 0 0 0,1 0 0 0 0,0 1 0 0 0,-1-1 0 0 0,0 0 0 0 0,1 0 0 0 0,-1 1 0 0 0,0-1 0 0 0,1 0 0 0 0,-1 1 0 0 0,0-1 0 0 0,0 0 0 0 0,1 1 0 0 0,-1-1 0 0 0,0 1 0 0 0,0 0 0 0 0,0-1 0 0 0,0 1 0 0 0,0 0 0 0 0,0-1 0 0 0,0 1 0 0 0,-1 0 0 0 0,2 0 189 0 0,-4 0-237 0 0,-99 29 149 0 0,61-16-90 0 0,34-11-11 0 0,0-1 0 0 0,-1 1 0 0 0,-11-1 0 0 0,14-1 0 0 0,-1 0 0 0 0,1 0 0 0 0,-1 1 0 0 0,1 0 0 0 0,0 1 0 0 0,0-1 0 0 0,-8 4 0 0 0,20-3-36 0 0,0-1 0 0 0,-1 0 0 0 0,1 0 0 0 0,0-1-1 0 0,0 1 1 0 0,11-2 0 0 0,-5-1-18 0 0,-6 2 56 0 0,1 0 0 0 0,-1-1-1 0 0,0 0 1 0 0,0-1-1 0 0,0 1 1 0 0,0-1 0 0 0,0-1-1 0 0,-1 1 1 0 0,9-5 0 0 0,-14 7 3 0 0,0-1 1 0 0,0 1-1 0 0,0 0 1 0 0,0-1-1 0 0,0 1 1 0 0,0 0 0 0 0,0-1-1 0 0,0 1 1 0 0,0 0-1 0 0,-1-1 1 0 0,1 1-1 0 0,0 0 1 0 0,0-1-1 0 0,0 1 1 0 0,0 0 0 0 0,0 0-1 0 0,-1-1 1 0 0,1 1-1 0 0,0 0 1 0 0,0 0-1 0 0,-1-1 1 0 0,1 1-1 0 0,0 0 1 0 0,0 0 0 0 0,-1-1-1 0 0,1 1 1 0 0,0 0-1 0 0,-1 0 1 0 0,1 0-1 0 0,0 0 1 0 0,-1 0-1 0 0,1-1 1 0 0,0 1 0 0 0,-1 0-1 0 0,1 0 1 0 0,0 0-1 0 0,-1 0 1 0 0,1 0-1 0 0,0 0 1 0 0,-1 0-1 0 0,-12-3 50 0 0,5 1-31 0 0,0 2-1 0 0,-1-1 1 0 0,1 1-1 0 0,0 0 1 0 0,-1 0-1 0 0,1 1 1 0 0,0 1-1 0 0,-1-1 1 0 0,1 1-1 0 0,-10 4 1 0 0,-20 3-3 0 0,-30 6 153 0 0,44-8-150 0 0,0-2 0 0 0,-1-1 0 0 0,-35 2 0 0 0,-4-6 283 0 0,62 0-305 0 0,1-1 1 0 0,-1 1-1 0 0,1 0 1 0 0,0-1-1 0 0,0 0 1 0 0,-1 1-1 0 0,1-1 1 0 0,0 0-1 0 0,0 1 1 0 0,0-1-1 0 0,0 0 1 0 0,0 0-1 0 0,-1 0 1 0 0,2 0-1 0 0,-1 0 1 0 0,-1-1 0 0 0,-1-2 2 0 0,2 4-4 0 0,-1-1 0 0 0,1 0 1 0 0,0 1-1 0 0,-1-1 1 0 0,1 0-1 0 0,0 1 1 0 0,-1 0-1 0 0,1-1 0 0 0,-1 1 1 0 0,1 0-1 0 0,-1 0 1 0 0,1-1-1 0 0,0 1 1 0 0,-1 0-1 0 0,1 1 1 0 0,-1-1-1 0 0,1 0 0 0 0,-1 0 1 0 0,1 1-1 0 0,-1-1 1 0 0,1 0-1 0 0,0 1 1 0 0,-2 0-1 0 0,-1 1 11 0 0,1-1-1 0 0,0 1 1 0 0,0 0 0 0 0,0-1-1 0 0,0 1 1 0 0,0 0 0 0 0,-5 5 0 0 0,6-4-26 0 0,0 0 0 0 0,0 1 1 0 0,1-1-1 0 0,-1 0 1 0 0,0 1-1 0 0,1-1 1 0 0,0 1-1 0 0,0 0 0 0 0,0-1 1 0 0,0 1-1 0 0,0 5 1 0 0,1-6 6 0 0,0-1 0 0 0,0 1 0 0 0,0 0 0 0 0,0-1 1 0 0,0 1-1 0 0,0 0 0 0 0,1-1 0 0 0,0 1 0 0 0,-1-1 1 0 0,1 1-1 0 0,0-1 0 0 0,0 1 0 0 0,0-1 0 0 0,0 0 1 0 0,1 1-1 0 0,-1-1 0 0 0,3 3 0 0 0,-3-4 9 0 0,1 0 0 0 0,0 0 0 0 0,0-1 0 0 0,-1 1 1 0 0,1 0-1 0 0,0-1 0 0 0,0 1 0 0 0,0-1 0 0 0,0 1 0 0 0,0-1 0 0 0,0 0 0 0 0,0 0 0 0 0,0 0 0 0 0,0 0 0 0 0,0 0 0 0 0,0 0 0 0 0,0-1 1 0 0,0 1-1 0 0,-1-1 0 0 0,1 1 0 0 0,0-1 0 0 0,0 0 0 0 0,0 0 0 0 0,1-1 0 0 0,6-2 51 0 0,0 0 0 0 0,-1-1 0 0 0,12-8 0 0 0,-15 10-36 0 0,-1-1 0 0 0,0 1-1 0 0,1-1 1 0 0,-2 0-1 0 0,1 0 1 0 0,0 0 0 0 0,3-7-1 0 0,-6 10-9 0 0,0-1-1 0 0,0 1 0 0 0,-1-1 1 0 0,1 0-1 0 0,-1 1 0 0 0,1-1 1 0 0,-1 0-1 0 0,0 0 0 0 0,1 0 1 0 0,-1 1-1 0 0,0-1 0 0 0,0 0 1 0 0,0 0-1 0 0,-1 1 0 0 0,1-1 1 0 0,0 0-1 0 0,-1 0 0 0 0,1 1 1 0 0,-1-1-1 0 0,1 0 0 0 0,-1 1 1 0 0,0-1-1 0 0,0 0 0 0 0,0 1 1 0 0,0-1-1 0 0,-1-1 0 0 0,-1 0 1 0 0,0-1-1 0 0,1 1 1 0 0,-2 0-1 0 0,1 0 1 0 0,0 1 0 0 0,0-1-1 0 0,-1 1 1 0 0,0 0-1 0 0,1-1 1 0 0,-1 1-1 0 0,0 1 1 0 0,0-1-1 0 0,0 1 1 0 0,0-1-1 0 0,0 1 1 0 0,-1 1-1 0 0,1-1 1 0 0,0 0-1 0 0,-7 1 1 0 0,4 0 1 0 0,0 0-1 0 0,0 1 1 0 0,0 0-1 0 0,1 0 1 0 0,-1 1-1 0 0,0 0 1 0 0,1 0-1 0 0,-1 0 1 0 0,1 1 0 0 0,0 0-1 0 0,-10 6 1 0 0,8 1-1189 0 0,8-10 1139 0 0,0 0-1 0 0,0-1 0 0 0,0 1 0 0 0,0 0 0 0 0,0 0 0 0 0,0 0 0 0 0,0 0 0 0 0,0 0 0 0 0,1 0 1 0 0,-1 0-1 0 0,0 0 0 0 0,0 0 0 0 0,0 0 0 0 0,0 0 0 0 0,0 1 0 0 0,0-1 0 0 0,0 0 1 0 0,0 0-1 0 0,0 0 0 0 0,0 0 0 0 0,0 0 0 0 0,0 0 0 0 0,0 0 0 0 0,1 0 0 0 0,-1 0 0 0 0,0 0 1 0 0,0 0-1 0 0,0 0 0 0 0,0 0 0 0 0,0 0 0 0 0,0 0 0 0 0,0 0 249 0 0,0-3-165 0 0,0-1 1 0 0,-1 1 0 0 0,1-1 0 0 0,-1 1 0 0 0,0-1 0 0 0,0 1 0 0 0,0 0 0 0 0,-1 0-1 0 0,1-1 1 0 0,-1 1 0 0 0,0 0 0 0 0,0 0 0 0 0,0 0 0 0 0,0 1 0 0 0,0-1 0 0 0,0 0-1 0 0,-4-2 1 0 0,-5-4 123 0 0,-1 0-1 0 0,0 1 0 0 0,-13-7 0 0 0,-4-3 11 0 0,-178-107 619 0 0,81 52-130 0 0,84 46-429 0 0,22 13-156 0 0,-34-18 0 0 0,49 30-54 0 0,-1-1 0 0 0,1 0 0 0 0,0 0 0 0 0,0 0-1 0 0,1-1 1 0 0,-1 1 0 0 0,-6-8 0 0 0,9 9 254 0 0,-5-4-552 0 0,7 6 258 0 0,0 0 1 0 0,0 0-1 0 0,0 0 0 0 0,0 0 0 0 0,0 0 0 0 0,0 0 1 0 0,0 0-1 0 0,0 0 0 0 0,0 0 0 0 0,0 0 1 0 0,1 0-1 0 0,-1 0 0 0 0,0 0 0 0 0,0 0 0 0 0,0 0 1 0 0,0 0-1 0 0,0 0 0 0 0,0 0 0 0 0,0 0 1 0 0,0 0-1 0 0,0 0 0 0 0,0 0 0 0 0,0-1 0 0 0,0 1 1 0 0,0 0-1 0 0,0 0 0 0 0,0 0 0 0 0,0 0 0 0 0,1 0 1 0 0,-1 0-1 0 0,0 0 0 0 0,0 0 0 0 0,0 0 1 0 0,0 0-1 0 0,0 0 0 0 0,0 0 0 0 0,0-1 0 0 0,0 1 1 0 0,0 0-1 0 0,0 0 0 0 0,0 0 0 0 0,0 0 1 0 0,0 0-1 0 0,0 0 0 0 0,0 0 0 0 0,0 0 0 0 0,0 0 1 0 0,0 0-1 0 0,0 0 0 0 0,-1 0 0 0 0,1-1 0 0 0,0 1 1 0 0,0 0-1 0 0,0 0 0 0 0,0 0 0 0 0,0 0 1 0 0,0 0-1 0 0,0 0 0 0 0,0 0 0 0 0,0 0 0 0 0,0 0 1 0 0,0 0-1 0 0,0 0 0 0 0,0 0 0 0 0,0 0 0 0 0,-1 0 1 0 0,2-1-382 0 0,-1 1 662 0 0,13 18-14963 0 0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18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773 4 7370 0 0,'-6'-1'502'0'0,"-1"0"0"0"0,0 0 0 0 0,0 0 1 0 0,1 1-1 0 0,-1 0 0 0 0,0 1 0 0 0,0-1 1 0 0,1 1-1 0 0,-8 2 0 0 0,-29 2 1304 0 0,-104-1 2401 0 0,117-2-3911 0 0,1 2 0 0 0,0 2-1 0 0,-29 8 1 0 0,-15 5 299 0 0,0-2 0 0 0,-88 7 0 0 0,132-23-374 0 0,27-1-213 0 0,1 1 0 0 0,-1-1 0 0 0,1-1 1 0 0,0 1-1 0 0,-1 0 0 0 0,1 0 0 0 0,0 0 0 0 0,-1-1 0 0 0,1 1 0 0 0,0 0 1 0 0,-1-1-1 0 0,1 0 0 0 0,0 1 0 0 0,0-1 0 0 0,-1 0 0 0 0,1 1 0 0 0,-2-3 1 0 0,3 3-26 0 0,0 0 1 0 0,0-1-1 0 0,0 1 1 0 0,0-1-1 0 0,0 1 1 0 0,0 0-1 0 0,0-1 1 0 0,0 1 0 0 0,0-1-1 0 0,0 1 1 0 0,0 0-1 0 0,0-1 1 0 0,0 1-1 0 0,0-1 1 0 0,0 1-1 0 0,0 0 1 0 0,0-1-1 0 0,0 1 1 0 0,1-1-1 0 0,-1 1 1 0 0,0 0 0 0 0,0-1-1 0 0,0 1 1 0 0,1 0-1 0 0,-1-1 1 0 0,0 1-1 0 0,1 0 1 0 0,-1 0-1 0 0,0-1 1 0 0,0 1-1 0 0,1 0 1 0 0,-1 0 0 0 0,1-1-1 0 0,-1 1 1 0 0,0 0-1 0 0,1 0 1 0 0,17-7-1279 0 0,-15 6 782 0 0,13-4-1327 0 0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0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1187 338 6537 0 0,'-88'-4'5249'0'0,"-21"0"-2000"0"0,39 9-1053 0 0,-71 16-1 0 0,25-3-937 0 0,114-18-1268 0 0,-1 0 0 0 0,1 1 0 0 0,0-1 0 0 0,0 0-1 0 0,-1 0 1 0 0,1-1 0 0 0,0 1 0 0 0,0 0-1 0 0,0-1 1 0 0,-1 1 0 0 0,1-1 0 0 0,0 1 0 0 0,0-1-1 0 0,0 0 1 0 0,0 0 0 0 0,0 0 0 0 0,-3-3-1 0 0,10-1-1308 0 0,-2 1 1275 0 0,0 0-1 0 0,-1 0 0 0 0,1-1 0 0 0,-1 0 0 0 0,0 1 1 0 0,0-1-1 0 0,0 0 0 0 0,0 0 0 0 0,-1 0 0 0 0,1-6 0 0 0,-2 9 43 0 0,0-1-1 0 0,1 1 1 0 0,-1 0-1 0 0,0 0 1 0 0,-1 0-1 0 0,1 0 1 0 0,0 0-1 0 0,-1 0 1 0 0,1-1-1 0 0,-1 1 0 0 0,1 0 1 0 0,-1 0-1 0 0,0 0 1 0 0,0 1-1 0 0,0-1 1 0 0,0 0-1 0 0,0 0 1 0 0,-1 0-1 0 0,1 1 0 0 0,0-1 1 0 0,-1 1-1 0 0,0-1 1 0 0,1 1-1 0 0,-1-1 1 0 0,0 1-1 0 0,1 0 1 0 0,-1 0-1 0 0,0 0 1 0 0,-4-2-1 0 0,2 2 40 0 0,0-1 1 0 0,0 1-1 0 0,0-1 0 0 0,0 1 1 0 0,0 0-1 0 0,0 1 1 0 0,-1-1-1 0 0,1 1 0 0 0,0 0 1 0 0,0 0-1 0 0,-1 0 0 0 0,1 0 1 0 0,0 1-1 0 0,-5 1 0 0 0,6-1 4 0 0,0 0-1 0 0,0 1 0 0 0,0-1 0 0 0,0 1 1 0 0,1 0-1 0 0,-1 0 0 0 0,0 0 1 0 0,1 0-1 0 0,0 0 0 0 0,-1 0 0 0 0,1 1 1 0 0,0-1-1 0 0,0 1 0 0 0,1 0 0 0 0,-1-1 1 0 0,0 1-1 0 0,1 0 0 0 0,0 0 0 0 0,-2 5 1 0 0,0 0-19 0 0,1 0 1 0 0,0 0-1 0 0,0 0 1 0 0,1 0 0 0 0,0 0-1 0 0,1 1 1 0 0,-1-1-1 0 0,2 0 1 0 0,-1 0 0 0 0,4 16-1 0 0,-3-20-15 0 0,0 0 1 0 0,0 0-1 0 0,0 0 0 0 0,0-1 0 0 0,1 1 0 0 0,0-1 1 0 0,0 1-1 0 0,0-1 0 0 0,0 0 0 0 0,0 0 1 0 0,1 1-1 0 0,-1-2 0 0 0,1 1 0 0 0,0 0 0 0 0,0-1 1 0 0,0 1-1 0 0,0-1 0 0 0,1 0 0 0 0,-1 0 0 0 0,0 0 1 0 0,1 0-1 0 0,0-1 0 0 0,-1 1 0 0 0,1-1 0 0 0,4 1 1 0 0,-5-2 6 0 0,0 0-1 0 0,1 0 1 0 0,-1 0 0 0 0,0 0 0 0 0,1-1 0 0 0,-1 0-1 0 0,0 0 1 0 0,0 0 0 0 0,1 0 0 0 0,-1 0 0 0 0,0 0 0 0 0,0-1-1 0 0,0 0 1 0 0,0 1 0 0 0,-1-1 0 0 0,1 0 0 0 0,0 0-1 0 0,-1-1 1 0 0,0 1 0 0 0,1 0 0 0 0,2-5 0 0 0,0 1 42 0 0,1-1 0 0 0,-2 0 0 0 0,1 0 0 0 0,-1 0 0 0 0,0 0 0 0 0,0 0 0 0 0,4-14 0 0 0,-7 15-13 0 0,0 1-1 0 0,0 0 1 0 0,0 0 0 0 0,-1-1-1 0 0,0 1 1 0 0,0 0 0 0 0,0 0-1 0 0,-1-1 1 0 0,0 1-1 0 0,0 0 1 0 0,0 0 0 0 0,-1 0-1 0 0,1 0 1 0 0,-1 0 0 0 0,0 0-1 0 0,-1 0 1 0 0,1 0 0 0 0,-1 1-1 0 0,-5-7 1 0 0,6 8-22 0 0,-1 1 1 0 0,1 0-1 0 0,0 0 0 0 0,-1-1 1 0 0,1 2-1 0 0,-1-1 0 0 0,0 0 1 0 0,0 0-1 0 0,1 1 0 0 0,-1 0 0 0 0,0-1 1 0 0,0 1-1 0 0,-1 0 0 0 0,1 0 1 0 0,0 1-1 0 0,0-1 0 0 0,0 1 1 0 0,-1 0-1 0 0,1-1 0 0 0,0 2 1 0 0,0-1-1 0 0,0 0 0 0 0,-1 0 0 0 0,1 1 1 0 0,0 0-1 0 0,0 0 0 0 0,0 0 1 0 0,0 0-1 0 0,0 0 0 0 0,0 0 1 0 0,0 1-1 0 0,-5 3 0 0 0,-3 1-168 0 0,0 1 0 0 0,1 1-1 0 0,-1 0 1 0 0,1 0 0 0 0,1 1-1 0 0,-1 1 1 0 0,2-1 0 0 0,-12 16 0 0 0,13-12-258 0 0,-6 7 137 0 0,12-20 280 0 0,1 0 120 0 0,-4 0-105 0 0,-1-1 0 0 0,1 0 0 0 0,-1 0 0 0 0,1-1 0 0 0,-1 1-1 0 0,1-1 1 0 0,0 0 0 0 0,0 0 0 0 0,0 0 0 0 0,0-1 0 0 0,0 1-1 0 0,1-1 1 0 0,-1 0 0 0 0,-3-4 0 0 0,-8-9 258 0 0,-24-29 1 0 0,22 23-275 0 0,-127-156 485 0 0,139 172-460 0 0,-1 0 0 0 0,1 0 0 0 0,-1 0 0 0 0,0 1-1 0 0,0 0 1 0 0,0 0 0 0 0,-1 1 0 0 0,1-1 0 0 0,-1 1 0 0 0,0 1 0 0 0,-1-1 0 0 0,1 1 0 0 0,-1 0 0 0 0,1 1 0 0 0,-1 0 0 0 0,0 0 0 0 0,0 1 0 0 0,-13-1 0 0 0,14 4-640 0 0,12 2-683 0 0,16 6-3773 0 0,-19-10 4181 0 0,2 2-1072 0 0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0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1044 1 3225 0 0,'-14'15'3394'0'0,"10"-10"-2458"0"0,0-1 0 0 0,0 0 0 0 0,-1 0 0 0 0,1 0 0 0 0,-6 3 0 0 0,7-5-626 0 0,0-1 0 0 0,1 0-1 0 0,-1 0 1 0 0,0 0 0 0 0,0 0 0 0 0,0-1-1 0 0,0 1 1 0 0,0-1 0 0 0,0 0 0 0 0,0 1-1 0 0,0-1 1 0 0,0-1 0 0 0,-4 1 0 0 0,-62-15 1725 0 0,53 11-1661 0 0,-1 0 1 0 0,0 1-1 0 0,-29-2 0 0 0,-64 4 465 0 0,-86 1-183 0 0,125 6-223 0 0,-118 27 0 0 0,167-30-268 0 0,-40 3 0 0 0,41-5-43 0 0,1 1-1 0 0,-37 7 1 0 0,51-7-872 0 0,-16 3 1900 0 0,13 0-3511 0 0,5 2-4974 0 0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6049 0 0,'4'14'5532'0'0,"-2"-8"-5395"0"0,1 0 0 0 0,-2 1 0 0 0,1-1 0 0 0,1 12 1 0 0,-1 16 395 0 0,1-1-1 0 0,2 0 1 0 0,10 35 0 0 0,8 53 464 0 0,-13-55-602 0 0,19 67-1 0 0,1 4-100 0 0,-16-56 134 0 0,-4 2-1 0 0,0 144 1 0 0,-11 86 191 0 0,0-257-334 0 0,-10 87 1 0 0,5-88 74 0 0,0 86 0 0 0,5-46-196 0 0,-2-26-19 0 0,-3-11-73 0 0,4-49-53 0 0,0 0-1 0 0,1 0 1 0 0,0 1-1 0 0,1-1 0 0 0,-1 0 1 0 0,2 1-1 0 0,-1-1 1 0 0,2 0-1 0 0,3 16 0 0 0,0-13-371 0 0,-5-12 297 0 0,1 1 1 0 0,-1-1 0 0 0,0 1 0 0 0,0-1 0 0 0,1 1 0 0 0,-1-1 0 0 0,0 1 0 0 0,0-1 0 0 0,0 1 0 0 0,0-1-1 0 0,0 1 1 0 0,1-1 0 0 0,-1 1 0 0 0,0-1 0 0 0,0 1 0 0 0,0 0 0 0 0,-1-1 0 0 0,1 1 0 0 0,0-1 0 0 0,0 1-1 0 0,0-1 1 0 0,0 1 0 0 0,0-1 0 0 0,-1 1 0 0 0,1-1 0 0 0,0 1 0 0 0,0-1 0 0 0,-1 1 0 0 0,1-1 0 0 0,0 1 0 0 0,-1-1-1 0 0,1 0 1 0 0,-1 1 0 0 0,1-1 0 0 0,0 1 0 0 0,-1-1 0 0 0,1 0 0 0 0,-1 1 0 0 0,1-1 0 0 0,-2 0 0 0 0,1 1 51 0 0,1 0 16 0 0,0 0 0 0 0,-1-1 0 0 0,1 1 0 0 0,-1 0 0 0 0,1-1 0 0 0,0 1 0 0 0,-1 0 0 0 0,1 0 1 0 0,0-1-1 0 0,0 1 0 0 0,0 0 0 0 0,0 0 0 0 0,0-1 0 0 0,0 1 0 0 0,0 0 0 0 0,0 0 0 0 0,0-1 0 0 0,0 1 0 0 0,0 0 0 0 0,0 0 1 0 0,0-1-1 0 0,0 1 0 0 0,1 0 0 0 0,-1 0 0 0 0,0-1 0 0 0,1 1 0 0 0,-1 0 0 0 0,0-1 0 0 0,1 1 0 0 0,-1 0 0 0 0,1-1 0 0 0,0 2 1 0 0,20 15 401 0 0,-16-15-369 0 0,0 0 0 0 0,1-1-1 0 0,-1 1 1 0 0,1-1 0 0 0,-1 0-1 0 0,1-1 1 0 0,-1 1 0 0 0,10-1-1 0 0,49-6 383 0 0,-46 4-466 0 0,59-9 210 0 0,37-4-161 0 0,-94 15 9 0 0,-1 0-1 0 0,26 5 1 0 0,21 0-11 0 0,234-22-8 0 0,-216 5 96 0 0,-63 7-44 0 0,1 2 0 0 0,-1 0 0 0 0,1 1 0 0 0,-1 2-1 0 0,1 0 1 0 0,30 4 0 0 0,4 3 2 0 0,0-2-1 0 0,95-4 1 0 0,-68-2 30 0 0,-50-4-86 0 0,-29 4 10 0 0,0 0 0 0 0,-1 0 0 0 0,1 0 0 0 0,0 1 0 0 0,0 0 0 0 0,0-1 0 0 0,-1 1 0 0 0,1 1 0 0 0,0-1 0 0 0,0 1 0 0 0,0-1 0 0 0,-1 1 0 0 0,1 0 0 0 0,4 2 0 0 0,-4-2-7 0 0,1 0 0 0 0,0 1 0 0 0,0-2 1 0 0,0 1-1 0 0,0-1 0 0 0,-1 1 0 0 0,1-1 0 0 0,6-1 1 0 0,22 2-3 0 0,-20 1 4 0 0,-5 0 3 0 0,0-1 0 0 0,0 1 0 0 0,0-2 0 0 0,1 1 1 0 0,-1-1-1 0 0,0 0 0 0 0,1-1 0 0 0,-1 0 0 0 0,14-3 0 0 0,-20 4-2 0 0,0-1 0 0 0,-1 1 0 0 0,1-1 0 0 0,0 1 0 0 0,0 0 0 0 0,0 0 0 0 0,0 0 0 0 0,0 0 0 0 0,0 0 0 0 0,0 0 0 0 0,0 1 0 0 0,0-1 0 0 0,0 1 0 0 0,0-1 0 0 0,3 3 0 0 0,-4-3-4 0 0,0-1 0 0 0,-1 1 0 0 0,-1 2-473 0 0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5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145 169 8290 0 0,'-2'1'230'0'0,"0"-1"0"0"0,1 0 0 0 0,-1 1 0 0 0,0-1-1 0 0,1 0 1 0 0,-1 1 0 0 0,1 0 0 0 0,-1-1 0 0 0,1 1 0 0 0,-1 0 0 0 0,1 0 0 0 0,-1 0 0 0 0,1 0 0 0 0,0 0 0 0 0,-1 0 0 0 0,1 0 0 0 0,0 1 0 0 0,0-1 0 0 0,0 0 0 0 0,0 1-1 0 0,0-1 1 0 0,0 0 0 0 0,-1 3 0 0 0,-21 39 221 0 0,1 16 177 0 0,3 1-1 0 0,-21 106 1 0 0,40-164-595 0 0,-2 6 186 0 0,1 0 1 0 0,-1 1-1 0 0,2-1 1 0 0,-1 1-1 0 0,1-1 1 0 0,0 1-1 0 0,3 14 0 0 0,0-76 1086 0 0,3-66-1079 0 0,0-192-139 0 0,-7 189 305 0 0,28 161 62 0 0,-6 6-425 0 0,2-1 0 0 0,1-2 1 0 0,2 0-1 0 0,44 52 0 0 0,40 39 419 0 0,-105-127-422 0 0,-1 1-1 0 0,1-1 1 0 0,-1 1-1 0 0,-1-1 1 0 0,1 1-1 0 0,-1 0 1 0 0,0 1-1 0 0,-1-1 0 0 0,1 0 1 0 0,0 9-1 0 0,-2-12-15 0 0,-1-1-1 0 0,1 1 1 0 0,-1 0-1 0 0,0-1 1 0 0,0 1-1 0 0,-1 0 0 0 0,1-1 1 0 0,-1 1-1 0 0,1-1 1 0 0,-1 1-1 0 0,0-1 1 0 0,0 1-1 0 0,-1-1 1 0 0,1 1-1 0 0,-1-1 1 0 0,0 0-1 0 0,0 0 1 0 0,0 0-1 0 0,0 0 0 0 0,0 0 1 0 0,-1 0-1 0 0,1-1 1 0 0,-4 4-1 0 0,1-2-25 0 0,-1 0-1 0 0,1-1 1 0 0,-1 1-1 0 0,1-1 1 0 0,-1 0-1 0 0,0-1 1 0 0,0 1-1 0 0,0-1 1 0 0,0 0-1 0 0,-1-1 1 0 0,1 0-1 0 0,-1 0 1 0 0,1 0-1 0 0,0-1 1 0 0,-1 1 0 0 0,1-2-1 0 0,-9 0 1 0 0,6-1 4 0 0,0 0 0 0 0,0-1 1 0 0,0 0-1 0 0,0 0 0 0 0,0-1 1 0 0,1 0-1 0 0,0-1 1 0 0,0 0-1 0 0,0 0 0 0 0,0-1 1 0 0,-8-8-1 0 0,7 7 60 0 0,1-1 0 0 0,1 0 0 0 0,-1-1 0 0 0,1 0 0 0 0,1 0 0 0 0,0 0 0 0 0,0-1 0 0 0,-6-12 0 0 0,11 19-36 0 0,0 0 1 0 0,0 0-1 0 0,0-1 1 0 0,0 1-1 0 0,0 0 0 0 0,0 0 1 0 0,1 0-1 0 0,0-1 1 0 0,0 1-1 0 0,0 0 1 0 0,0 0-1 0 0,0-1 0 0 0,0 1 1 0 0,1 0-1 0 0,0 0 1 0 0,-1 0-1 0 0,1-1 0 0 0,0 1 1 0 0,1 0-1 0 0,-1 0 1 0 0,1 0-1 0 0,-1 1 1 0 0,1-1-1 0 0,0 0 0 0 0,0 1 1 0 0,0-1-1 0 0,0 1 1 0 0,0-1-1 0 0,1 1 0 0 0,-1 0 1 0 0,1 0-1 0 0,3-2 1 0 0,4-2-19 0 0,0 1 0 0 0,1 0 1 0 0,-1 0-1 0 0,1 1 0 0 0,0 1 1 0 0,21-5-1 0 0,72-5-41 0 0,-91 12 46 0 0,57-1-856 0 0,-59 3 409 0 0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26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90 6913 0 0,'-1'-1'160'0'0,"1"0"-1"0"0,-1 1 0 0 0,1-1 1 0 0,-1 1-1 0 0,1-1 0 0 0,-1 1 1 0 0,0-1-1 0 0,1 1 0 0 0,-1-1 1 0 0,0 1-1 0 0,1 0 0 0 0,-1-1 1 0 0,0 1-1 0 0,0 0 0 0 0,1 0 1 0 0,-1-1-1 0 0,0 1 0 0 0,0 0 1 0 0,1 0-1 0 0,-1 0 0 0 0,0 0 1 0 0,0 0-1 0 0,0 0 0 0 0,1 0 0 0 0,-1 0 1 0 0,0 0-1 0 0,0 1 0 0 0,1-1 1 0 0,-1 0-1 0 0,0 0 0 0 0,0 1 1 0 0,-1 0-1 0 0,-4 13 4166 0 0,4 0-4643 0 0,-1 14 617 0 0,1-1-1 0 0,1 0 0 0 0,2 1 1 0 0,1-1-1 0 0,1 0 1 0 0,1 0-1 0 0,1 0 1 0 0,11 31-1 0 0,-13-50-235 0 0,0 0 1 0 0,1 0-1 0 0,1 0 1 0 0,-1-1-1 0 0,1 1 1 0 0,6 6-1 0 0,-10-19-113 0 0,-1 0 0 0 0,1 1 0 0 0,-1-1 0 0 0,-1 0 0 0 0,0-6 0 0 0,-8-28-41 0 0,-2 0-1 0 0,-17-41 1 0 0,-5-16 97 0 0,26 74 2 0 0,-10-36-22 0 0,16 53 30 0 0,0 0 0 0 0,1 0 0 0 0,-1 0-1 0 0,1 1 1 0 0,0-1 0 0 0,0 0 0 0 0,1 0 0 0 0,-1 0-1 0 0,3-7 1 0 0,-3 11 12 0 0,1-1-1 0 0,-1 1 0 0 0,1 0 1 0 0,0-1-1 0 0,-1 1 1 0 0,1 0-1 0 0,0 0 1 0 0,0-1-1 0 0,0 1 1 0 0,0 0-1 0 0,0 0 1 0 0,0 0-1 0 0,0 0 1 0 0,1 0-1 0 0,-1 1 1 0 0,0-1-1 0 0,0 0 1 0 0,1 0-1 0 0,-1 1 1 0 0,0-1-1 0 0,1 1 1 0 0,-1-1-1 0 0,1 1 1 0 0,-1-1-1 0 0,1 1 1 0 0,-1 0-1 0 0,1 0 0 0 0,-1 0 1 0 0,1 0-1 0 0,2 0 1 0 0,5 1-6 0 0,0 1 1 0 0,0 0-1 0 0,0 0 0 0 0,11 5 1 0 0,10 2-24 0 0,8-1 52 0 0,-11-4 34 0 0,0 2 1 0 0,49 17-1 0 0,-73-22-70 0 0,-1-1 1 0 0,0 1 0 0 0,0 1 0 0 0,1-1 0 0 0,-1 0-1 0 0,0 1 1 0 0,0-1 0 0 0,0 1 0 0 0,0-1-1 0 0,-1 1 1 0 0,1 0 0 0 0,0 0 0 0 0,-1 0-1 0 0,1 0 1 0 0,-1 0 0 0 0,0 0 0 0 0,1 0 0 0 0,-1 0-1 0 0,0 1 1 0 0,0 2 0 0 0,0-2 15 0 0,-1 1 0 0 0,1-1 0 0 0,-1 1 0 0 0,0-1 1 0 0,-1 0-1 0 0,1 1 0 0 0,-1-1 0 0 0,1 1 0 0 0,-1-1 0 0 0,0 0 0 0 0,0 1 0 0 0,-3 5 1 0 0,-2 2 45 0 0,0 0 0 0 0,-1-1 0 0 0,-1 1 0 0 0,1-1 0 0 0,-2-1 0 0 0,-16 16 0 0 0,-1-2 5 0 0,-45 38 37 0 0,61-53-99 0 0,0-1 0 0 0,-1-1 1 0 0,1 1-1 0 0,-1-2 0 0 0,-15 6 0 0 0,15-8 8 0 0,13-7 11 0 0,17-6 12 0 0,-7 7-59 0 0,1 1 1 0 0,0 0-1 0 0,0 1 0 0 0,0 1 1 0 0,0 0-1 0 0,0 1 1 0 0,0 0-1 0 0,23 6 1 0 0,-11-1-10 0 0,-1 1 0 0 0,0 2 0 0 0,36 17 0 0 0,-55-23 22 0 0,1 0 1 0 0,-1 0-1 0 0,0 0 1 0 0,-1 0 0 0 0,1 1-1 0 0,-1 0 1 0 0,1 0 0 0 0,-1 0-1 0 0,5 7 1 0 0,-8-9 15 0 0,0 0 1 0 0,0 0-1 0 0,0 0 1 0 0,0 0-1 0 0,0 0 1 0 0,0 0-1 0 0,-1 0 1 0 0,1 0-1 0 0,-1 0 1 0 0,1 0-1 0 0,-1 0 1 0 0,0 0 0 0 0,0 0-1 0 0,0 1 1 0 0,0-1-1 0 0,0 0 1 0 0,0 0-1 0 0,-1 0 1 0 0,1 0-1 0 0,-1 0 1 0 0,1 0-1 0 0,-1 0 1 0 0,0 0-1 0 0,0 0 1 0 0,0 0-1 0 0,0 0 1 0 0,0 0-1 0 0,-2 2 1 0 0,-4 3 96 0 0,1 0-1 0 0,-1 0 1 0 0,0-1 0 0 0,-1 0 0 0 0,1 0-1 0 0,-1 0 1 0 0,-1-1 0 0 0,1-1 0 0 0,-1 1-1 0 0,1-2 1 0 0,-18 6 0 0 0,16-5-66 0 0,0-2 0 0 0,0 1 0 0 0,-1-2 0 0 0,1 1 0 0 0,0-1-1 0 0,-1-1 1 0 0,1 0 0 0 0,-1 0 0 0 0,1-1 0 0 0,-17-4 0 0 0,21 3-91 0 0,1 0 0 0 0,-1 0-1 0 0,1-1 1 0 0,-1 0 0 0 0,1 0-1 0 0,0 0 1 0 0,0-1 0 0 0,0 1 0 0 0,1-1-1 0 0,-1 0 1 0 0,1-1 0 0 0,0 1-1 0 0,0-1 1 0 0,1 0 0 0 0,-1 0 0 0 0,1 0-1 0 0,-3-7 1 0 0,3 5-1363 0 0,0 1 1 0 0,0-1-1 0 0,1 0 1 0 0,-3-13-1 0 0,2-4-5782 0 0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56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49:58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1737 1210 24575,'6'1'0,"0"0"0,0 0 0,0-1 0,0 0 0,7-2 0,5 1 0,84-2 0,-1-4 0,0-6 0,-1-3 0,-1-5 0,0-4 0,113-45 0,-170 53 0,-1-2 0,-1-2 0,0-1 0,-2-2 0,-1-2 0,0-1 0,-2-2 0,-2-1 0,36-41 0,-62 63 0,0 0 0,-1-1 0,0 1 0,-1-1 0,1-1 0,-2 1 0,1-1 0,-1 1 0,-1-1 0,0 0 0,2-11 0,-4 11 0,0 1 0,-1-1 0,0 1 0,-1 0 0,0-1 0,0 1 0,-1 0 0,0-1 0,0 1 0,-1 0 0,-1 1 0,-7-15 0,-3-3 1,-2 1 0,-1 1 0,-1 1-1,0 1 1,-2 0 0,-1 2 0,0 0-1,-2 1 1,0 1 0,-1 1 0,-33-17 0,-9 0-30,-1 3 0,-1 3 0,-95-26 0,60 27-58,-1 4 1,-1 5 0,-133-6-1,89 19-6,-260 25 0,314-8 93,0 3 0,1 5 0,1 4 0,2 3 0,-118 53 0,149-51 0,1 3 0,2 1 0,-67 53 0,83-53 0,2 1 0,1 2 0,1 2 0,-50 70 0,74-91 27,2 0-1,0 1 1,2 0-1,-1 1 1,2 0 0,1 1-1,0 0 1,2 0-1,0 0 1,1 0 0,1 1-1,1 0 1,1 0-1,1-1 1,0 1-1,2 0 1,0 0 0,2-1-1,7 28 1,-6-30-20,2 0 0,0 0 0,0 0 0,2-1 0,0 0 0,1 0 1,1-1-1,0-1 0,1 0 0,1 0 0,0-1 0,1-1 0,1 0 0,25 17 0,-2-9-7,1-2 0,1-1 0,1-2 0,0-2 0,1-1 0,0-2 0,83 9 0,-5-10 0,196-9 0,101-45 0,-4-32 0,-200 34 0,-184 37-120,22-5-502,60-18-1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00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24575,'0'0'0,"0"0"0,-6 1 0,-2 1 0,0-1 0,1 0 0,2 0 0,3 0 0,0-1 0,2 0 0,-6 0 0,-1 0 0,5 3 0,2 1 0,2 0 0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02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1 136 24575,'1'4'0,"0"0"0,0 0 0,1 0 0,0-1 0,0 1 0,0-1 0,4 6 0,-1-2 0,0 3 0,1 1 0,-1-1 0,-1 1 0,0-1 0,-1 1 0,3 15 0,-6-25 0,0 0 0,0 0 0,-1 0 0,1 0 0,-1 0 0,1 0 0,-1-1 0,1 1 0,-1 0 0,0 0 0,1-1 0,-1 1 0,0 0 0,1-1 0,-1 1 0,0-1 0,0 1 0,0-1 0,1 1 0,-1-1 0,0 1 0,-2-1 0,-3 2 0,17-7 0,-8 4 0,0-1 0,0 0 0,0 0 0,0 0 0,-1 0 0,1-1 0,-1 1 0,1-1 0,-1 1 0,0-1 0,0 0 0,0 0 0,3-6 0,17-21 0,16-5-201,2 1-1,2 2 1,79-46-1,-100 65-357,9-5-6267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03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24575,'16'20'0,"-2"2"0,0 0 0,19 42 0,-22-40 0,1-1 0,1 0 0,25 34 0,-37-56 0,0 0 0,0 0 0,0 0 0,0 0 0,0 0 0,0 0 0,1 0 0,-1 0 0,0 0 0,0 0 0,1-1 0,-1 1 0,0-1 0,1 1 0,-1-1 0,1 1 0,-1-1 0,1 0 0,-1 0 0,0 1 0,1-1 0,1-1 0,-1 1 0,1-1 0,-1 1 0,0-1 0,0 0 0,0 0 0,1 0 0,-1 0 0,0-1 0,0 1 0,0-1 0,-1 1 0,3-3 0,4-5 0,0 0 0,-1 0 0,0-1 0,6-12 0,-12 20 0,74-147 106,10-17-1577,-79 156-5355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03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24575,'0'2'0,"1"-1"0,0 1 0,0-1 0,0 1 0,0-1 0,0 0 0,0 1 0,1-1 0,-1 0 0,0 0 0,1 0 0,-1 0 0,3 1 0,1 2 0,14 10 0,-1 1 0,-1 0 0,0 2 0,-1 0 0,-1 1 0,26 39 0,-3 13 0,-23-42 0,0 0 0,19 24 0,-33-50 0,0 0 0,0-1 0,1 0 0,-1 1 0,0-1 0,1 0 0,-1 1 0,1-1 0,-1 0 0,1 0 0,-1 0 0,1 0 0,0-1 0,0 1 0,-1 0 0,1-1 0,0 1 0,0-1 0,0 0 0,0 1 0,-1-1 0,1 0 0,0 0 0,0 0 0,0-1 0,0 1 0,0 0 0,0-1 0,-1 1 0,1-1 0,0 1 0,0-1 0,-1 0 0,1 0 0,0 0 0,-1 0 0,1 0 0,1-2 0,6-4 0,0-1 0,-1 0 0,0 0 0,13-17 0,-19 21 0,122-183-72,-85 123-1221,-25 41-5533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12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1346 2401 24575,'5'20'0,"-1"-7"0,-1 0 0,2-1 0,0 1 0,0-1 0,1 0 0,1 0 0,0 0 0,0-1 0,1 0 0,0-1 0,1 0 0,1 0 0,-1-1 0,1 0 0,1-1 0,0 0 0,0 0 0,1-1 0,-1-1 0,15 6 0,40 15 0,1-3 0,2-3 0,0-3 0,1-3 0,1-3 0,0-4 0,0-2 0,1-3 0,132-13 0,-132 3 0,1 0 0,0-2 0,138-37 0,70-59 0,-246 88 0,-1-1 0,0-2 0,-1-1 0,-2-2 0,50-44 0,-24 11 0,-1-3 0,77-108 0,-94 102 0,-2-2 0,43-109 0,-67 139 0,-1 0 0,-1 0 0,8-64 0,2-116 0,-19 186 0,1-20 0,-2 0 0,-3 0 0,-12-80 0,8 98 0,-2 0 0,-1 1 0,-1 1 0,-2 0 0,-1 0 0,-27-46 0,-3 6 0,-84-126 0,108 171 0,-1 1 0,-2 1 0,-1 1 0,0 0 0,-33-22 0,-19-5 0,-1 4 0,-2 3 0,-3 3 0,-1 4 0,-1 4 0,-2 3 0,-104-21 0,67 27 0,0 5 0,-1 6 0,-1 5 0,-203 14 0,80 19 0,185-16 0,1 3 0,-61 22 0,7 5 0,1 6 0,-107 59 0,163-73 0,2 3 0,1 2 0,2 3 0,2 2 0,-67 70 0,61-50 0,3 2 0,2 3 0,4 2 0,2 2 0,-43 93 0,68-119 0,3 1 0,1 1 0,3 0 0,2 1 0,1 0 0,-6 87 0,13-51 0,4 0 0,11 96 0,-4-135 0,1 0 0,2-1 0,2 0 0,2-1 0,32 68 0,-25-69 0,2-2 0,49 68 0,-55-87 0,1-1 0,0 0 0,2-2 0,0 0 0,1-1 0,30 19 0,18 4 0,1-4 0,132 49 0,-144-65 0,1-4 0,0-1 0,1-4 0,71 5 0,12-6 0,232-15 0,-136-10 0,-43 5 0,-165 5 0,0-1 0,0-1 0,0-2 0,48-20 0,-56 20 0,-45 12 0,20-4 0,-1 1 0,1 0 0,0 1 0,-1-1 0,1 0 0,0 1 0,-1-1 0,1 1 0,-3 1 0,-9 6-1365,1 0-5461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18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8 182 24575,'-1'2'0,"0"0"0,0 0 0,0 1 0,0-1 0,0 0 0,1 1 0,-1-1 0,1 1 0,-1-1 0,1 0 0,0 1 0,0-1 0,0 1 0,0-1 0,1 1 0,-1-1 0,1 1 0,-1-1 0,1 0 0,0 1 0,1 3 0,3 10 0,0 1 0,-2-1 0,0 1 0,1 31 0,-4-34 0,1 1 0,1-1 0,0 1 0,1-1 0,1 1 0,0-1 0,7 17 0,-10-31 0,-1 1 0,1-1 0,-1 0 0,1 1 0,-1-1 0,1 0 0,-1 0 0,1 0 0,-1 1 0,1-1 0,-1 0 0,1 0 0,-1 0 0,1 0 0,0 0 0,-1 0 0,1 0 0,-1 0 0,1 0 0,-1 0 0,1-1 0,-1 1 0,1 0 0,-1 0 0,1 0 0,-1-1 0,1 1 0,-1 0 0,1-1 0,-1 1 0,1 0 0,-1-1 0,0 1 0,1 0 0,-1-1 0,1 0 0,19-17 0,4-14 0,-2-1 0,-1-1 0,19-40 0,-24 41 0,2 1 0,1 1 0,1 0 0,35-39 0,-46 62 0,0 1 0,0 0 0,12-7 0,10-8 0,-13 14 0,-14 6 0,-18-1 0,13 2 0,-1 1 0,0-1 0,1 0 0,-1 0 0,0 1 0,1-1 0,-1 0 0,1 0 0,-1-1 0,1 1 0,0 0 0,-1 0 0,1-1 0,-1-1 0,-5-1 0,2 21 0,3-6-1365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19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156 234 24575,'-8'18'0,"1"-4"0,3-2 0,1 0 0,0 1 0,1-1 0,1 1 0,0 0 0,0-1 0,2 1 0,2 23 0,-1-25 0,0 0 0,0 0 0,1 0 0,1-1 0,0 0 0,0 1 0,1-1 0,0-1 0,1 1 0,11 13 0,-13-18 0,0 0 0,1 0 0,0-1 0,0 0 0,0 0 0,0 0 0,1-1 0,0 0 0,-1 0 0,1 0 0,0-1 0,1 0 0,-1 0 0,13 2 0,-10-3 0,-1-1 0,1 0 0,0 0 0,0-1 0,-1 0 0,1 0 0,0-1 0,-1-1 0,1 1 0,8-5 0,-3 1 0,0-1 0,-1-1 0,0 0 0,-1-1 0,1 0 0,-2-1 0,1 0 0,-1-1 0,-1 0 0,0-1 0,-1 0 0,11-18 0,-10 10 0,-1-1 0,0-1 0,-2 0 0,-1 0 0,0 0 0,-2-1 0,0 0 0,-2 0 0,0 0 0,-3-34 0,0 51 0,1 1 0,-1-1 0,0 1 0,0-1 0,-1 1 0,0-1 0,0 1 0,0 0 0,-1 0 0,1 0 0,-1 0 0,0 0 0,-1 1 0,1-1 0,-7-5 0,4 5 0,-1 0 0,1 0 0,-2 0 0,1 1 0,0 0 0,-1 0 0,0 1 0,1 0 0,-14-3 0,3 2 0,0 0 0,0 2 0,0 0 0,-1 2 0,1 0 0,-1 1 0,1 0 0,-33 8 0,19 1-195,1 1 0,0 1 0,1 2 0,0 1 0,1 1 0,-39 30 0,40-26-6631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20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1144 499 24575,'0'2'0,"0"0"0,0 0 0,0 0 0,0 0 0,0 0 0,1 1 0,-1-1 0,1 0 0,-1 0 0,1 0 0,0 0 0,0 0 0,0-1 0,0 1 0,0 0 0,0 0 0,0 0 0,3 2 0,-2-3 0,1 1 0,-1-1 0,0-1 0,0 1 0,0 0 0,1 0 0,-1-1 0,0 1 0,1-1 0,-1 0 0,0 0 0,1 0 0,-1 0 0,0 0 0,1 0 0,-1-1 0,4 0 0,14-3 0,-1-1 0,0-1 0,0-1 0,-1 0 0,0-1 0,0-1 0,-1-1 0,0 0 0,24-20 0,-33 23 0,0 1 0,-1-2 0,0 1 0,0-1 0,-1 0 0,0 0 0,-1-1 0,0 1 0,0-1 0,0-1 0,-2 1 0,1 0 0,-1-1 0,0 0 0,-1 0 0,0 0 0,-1 0 0,0 0 0,0 0 0,-2-15 0,0 16 0,0 2 0,-1-1 0,-1 0 0,1 0 0,-1 1 0,0-1 0,-1 1 0,0 0 0,0 0 0,0 0 0,-1 0 0,0 1 0,0 0 0,-1 0 0,0 0 0,0 1 0,0 0 0,-1 0 0,-13-7 0,-3-1 0,0 2 0,-1 0 0,0 2 0,-51-13 0,11 8 0,-1 3 0,-90-4 0,-135 19 0,249 1 0,0 2 0,0 2 0,1 2 0,0 1 0,1 2 0,0 2 0,1 1 0,1 3 0,1 0 0,0 2 0,-43 37 0,68-49 0,0 1 0,1 0 0,0 1 0,1 0 0,0 0 0,1 1 0,0 0 0,-10 26 0,5-7 0,2 1 0,-12 58 0,20-79 0,1 1 0,0-1 0,1 1 0,1-1 0,0 1 0,0 0 0,2-1 0,-1 1 0,1-1 0,1 1 0,1-1 0,-1 0 0,2 0 0,0 0 0,0-1 0,1 0 0,0 0 0,1 0 0,0-1 0,1 0 0,0 0 0,1-1 0,0 0 0,11 9 0,-7-7 0,1-1 0,0-1 0,1 0 0,-1-1 0,2-1 0,-1 0 0,1-1 0,0 0 0,0-1 0,0-1 0,1-1 0,0 0 0,0-1 0,-1-1 0,1-1 0,0 0 0,0-1 0,0-1 0,0-1 0,-1 0 0,1-1 0,-1-1 0,0 0 0,18-9 0,0-3 0,-1-2 0,0-1 0,35-29 0,81-79 0,-39 30 0,-76 73-1365,-27 20-5461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20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659 832 24575,'3'-2'0,"0"0"0,0 1 0,0-1 0,0-1 0,0 1 0,0 0 0,0-1 0,-1 0 0,4-4 0,0 1 0,15-16 0,-1-2 0,-1 0 0,-1-1 0,-2-1 0,0 0 0,-2-1 0,-1-1 0,-1 0 0,12-41 0,-19 51 0,0-1 0,-2 1 0,0-1 0,-1 1 0,-1-1 0,-1 0 0,-1 0 0,0 0 0,-1 1 0,-1-1 0,-1 1 0,-1 0 0,0 0 0,-2 0 0,1 0 0,-16-26 0,14 34 0,1 0 0,-1 0 0,0 1 0,-1 0 0,0 1 0,-1 0 0,0 0 0,0 1 0,-1 0 0,1 1 0,-1 0 0,-20-7 0,1 2 0,1 2 0,-1 1 0,-61-8 0,69 13 0,0 1 0,0 1 0,0 1 0,-1 1 0,-40 8 0,51-7 0,0 2 0,0 0 0,0 0 0,0 1 0,1 1 0,0 0 0,0 0 0,0 1 0,1 1 0,0 0 0,-16 16 0,23-21 0,-84 93 0,74-79 0,1 0 0,0 0 0,1 1 0,-10 22 0,15-25 0,1 0 0,1 1 0,0 0 0,1 0 0,0 0 0,2 0 0,0 0 0,1 0 0,0 0 0,1 0 0,1 0 0,0 0 0,2 0 0,0 0 0,0-1 0,1 0 0,1 0 0,1 0 0,0 0 0,1-1 0,0 0 0,1-1 0,1 0 0,11 12 0,1-5 0,0-1 0,1-1 0,1-1 0,0-1 0,1-2 0,1 0 0,0-1 0,43 13 0,-55-22 0,-1 0 0,1-1 0,-1 0 0,1-1 0,0-1 0,0-1 0,0 1 0,0-2 0,0 0 0,0-1 0,-1 0 0,22-7 0,-27 6 0,0 0 0,0 0 0,0-1 0,-1 0 0,1 0 0,-1-1 0,0 0 0,0 0 0,0 0 0,-1-1 0,0 0 0,0-1 0,-1 1 0,1-1 0,-2 0 0,1 0 0,-1-1 0,0 0 0,0 1 0,-1-1 0,4-13 0,6-34-1365,-9 41-5461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21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622 373 24575,'0'0'0,"0"0"0,0 0 0,0 0 0,-14-8 0,11 7 0,0-1 0,1 1 0,-1 0 0,0 0 0,0 1 0,0-1 0,0 0 0,0 1 0,0 0 0,0 0 0,0 0 0,1 0 0,-1 0 0,0 0 0,0 1 0,0-1 0,0 1 0,0 0 0,0 0 0,1 0 0,-1 0 0,0 1 0,1-1 0,-1 1 0,1 0 0,-1-1 0,1 1 0,0 0 0,0 0 0,0 0 0,0 1 0,0-1 0,0 1 0,-2 4 0,0 0 0,0 0 0,0 1 0,1-1 0,0 1 0,0 0 0,1-1 0,0 1 0,0 0 0,1 1 0,0-1 0,1 14 0,0-11 0,1-1 0,1 1 0,0-1 0,1 0 0,0 1 0,0-1 0,1 0 0,0-1 0,1 1 0,0-1 0,1 0 0,0 0 0,0 0 0,1-1 0,12 13 0,-9-13 0,1 0 0,-1 0 0,1-1 0,1-1 0,-1 1 0,1-2 0,0 0 0,1 0 0,-1-1 0,1-1 0,0 0 0,17 2 0,-1-3 0,1-1 0,-1-1 0,1-1 0,-1-2 0,0-1 0,1-1 0,-2-2 0,53-19 0,-69 21 0,-1-1 0,1-1 0,-1 0 0,0-1 0,-1 0 0,0 0 0,0-1 0,-1-1 0,0 1 0,-1-1 0,0-1 0,-1 0 0,0 0 0,0 0 0,-1-1 0,4-12 0,-1 2 0,-1 0 0,-2-1 0,0 0 0,-1 0 0,-1 0 0,-2 0 0,0-1 0,-2-25 0,-1 38 0,0 1 0,-1 0 0,-1 0 0,0 0 0,0 0 0,-1 0 0,0 1 0,0-1 0,-1 1 0,-1 0 0,0 0 0,0 1 0,0 0 0,-1 0 0,0 0 0,-1 1 0,-13-10 0,0 1 0,-1 1 0,-1 1 0,-1 1 0,0 1 0,-44-16 0,46 21 0,-1 1 0,-1 1 0,1 1 0,-1 0 0,1 2 0,-1 1 0,0 1 0,0 1 0,1 1 0,-1 2 0,1 0 0,-1 1 0,1 1 0,1 1 0,-1 1 0,1 1 0,1 1 0,0 1 0,0 1 0,-30 23 0,15-4 25,1 1 0,1 1 0,2 2 0,1 1 0,-48 75 0,18-7-964,-52 118 1,76-142-5526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28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754 358 24575,'-1'61'0,"-4"-1"0,-2 1 0,-3-2 0,-2 1 0,-25 69 0,-94 290 0,22 19 0,66-244 0,-28 288 0,60-374 0,3-38 0,-70 790 0,50-430 0,0 11 0,15-202 0,-10 343 0,-1 101 0,12 84 0,7-206 0,-1-50 0,-11 275 0,13 145 0,9-712 0,0 0 0,1 432 0,9 50 0,2-211 0,7-25 0,-5-162 0,24 153 0,-13-184 0,18 63 0,-29-213 0,5 59 0,18 100 0,24 136 0,35 130 0,-99-538 0,0-1 0,1 1 0,0-1 0,0 0 0,1 1 0,0-2 0,0 1 0,1 0 0,0-1 0,0 0 0,1 0 0,0 0 0,0-1 0,0 0 0,1 0 0,0 0 0,0-1 0,1 0 0,0-1 0,15 8 0,24 7 0,0-2 0,0-2 0,2-2 0,-1-2 0,2-2 0,66 2 0,377 40 0,-335-32 0,180-1 0,-138-11 0,439 34 0,-362-22 0,-134-9 0,562 27 0,12 6 0,182 11-973,-882-54 972,939 31 1,-301-44 0,-148-3 0,-54-11 930,-383 20-886,141-11-44,592-71 0,-191 15 0,-406 72 0,-129 4 0,112-12 0,-134 3 0,-16 3 0,0-1 0,-1-2 0,52-16 0,-75 16 0,-1-1 0,0-1 0,0 1 0,-1-2 0,0 0 0,-1-1 0,13-13 0,30-24 0,-38 33 0,-1-1 0,0 0 0,-1-1 0,0-1 0,-2 0 0,0-1 0,19-37 0,54-152 0,-80 193 0,11-39 0,-1 0 0,12-93 0,-1-113 0,-20 180 0,14-647 0,-19 407 0,-3-287 0,-1 346 0,-32-543-179,-1-84-510,37 677 689,-7-530 0,-20 348 11,3 50-137,-16-696-448,10-229 574,13 614-19,-18-365-18,-12-372 234,41 1162-186,8-1083-11,30 716 862,5 1-319,-24 211-543,-14 369 0,1-5 0,-1-1 0,-1 1 0,-1 0 0,-1 0 0,0 0 0,-6-19 0,7 36 0,-1 0 0,0 0 0,1 1 0,-1-1 0,0 1 0,0 0 0,0-1 0,-1 1 0,1 0 0,-1 0 0,1 0 0,-1 1 0,1-1 0,-1 1 0,0-1 0,-5-1 0,-6-2 0,-29-7 0,42 12 0,-38-7 0,0 3 0,-1 1 0,1 2 0,-56 6 0,30-2 0,-477 41 0,430-34 0,-187-9 0,88-4 0,-137 14 0,-16 1 0,-923-13 0,74-26 0,376-1 0,765 25 0,-1244-26 0,573-12 0,553 23 0,-334 11 0,68 34 0,-221 8 0,215-1 0,284-9 0,63-11 0,-200 52 0,298-60 38,0 0 0,0 1 0,1 1 0,0 0 0,0 1 0,1 1 0,1 0 0,-27 25 0,25-19-282,1 2 0,0 0 0,2 0 0,0 1 1,1 1-1,-15 32 0,18-31-6582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36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24575,'24'-4'0,"68"-7"0,154 1 0,129-4 0,-356 13 0,144-16 0,46-1 0,-176 16-108,-19 1 186,0 0 0,25 3 0,-35-2-193,0 1 1,1 0-1,-1 0 0,0 0 0,0 1 1,1 0-1,-1 0 0,-1 0 1,1 0-1,0 0 0,0 1 1,6 5-1,-1 2-6711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37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24575,'17'0'0,"247"10"0,-164-3 0,-6-6 0,97-10 0,-53 1 0,-126 7-341,0 2 0,0 0-1,23 4 1,-23-2-6485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37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24575,'0'0'0,"0"0"0,0 0 0,0 0 0,11 7 0,2-2 0,0-1 0,1 0 0,0-1 0,0-1 0,-1 0 0,1-1 0,18-1 0,-7 1 0,311-1 0,-1-22 0,-25 2 0,-136 11-1365,-142 7-5461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44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74 24575,'-1'1'0,"1"1"0,-1-1 0,0 0 0,1 0 0,-1 0 0,0 0 0,0 0 0,1 0 0,-1 0 0,0 0 0,0 0 0,0 0 0,0-1 0,0 1 0,0 0 0,-1-1 0,1 1 0,0-1 0,0 1 0,0-1 0,-2 1 0,-27 4 0,25-4 0,5 25 0,1-15 0,0-1 0,1 1 0,4 17 0,2 6 0,-7-24 0,1-1 0,1 1 0,-1-1 0,2 0 0,7 17 0,-9-22 0,0-1 0,0 0 0,1 0 0,-1 0 0,1 0 0,0 0 0,0 0 0,0-1 0,0 0 0,0 1 0,0-1 0,1 0 0,-1 0 0,1-1 0,0 1 0,-1-1 0,7 2 0,-7-2 0,1-1 0,0 1 0,0-1 0,-1 0 0,1 0 0,0 0 0,0 0 0,0-1 0,-1 1 0,1-1 0,0 0 0,-1 0 0,1 0 0,-1-1 0,1 1 0,-1-1 0,0 0 0,1 0 0,-1 0 0,0 0 0,0-1 0,-1 1 0,1-1 0,0 0 0,-1 0 0,0 0 0,3-3 0,1-3 0,-1 0 0,-1 0 0,1-1 0,-1 1 0,-1-1 0,0 0 0,0 0 0,2-18 0,-4 17 0,0 1 0,0-1 0,-1 0 0,0 0 0,-1 0 0,0 0 0,-4-13 0,4 19 0,-1 1 0,0-1 0,0 1 0,0 0 0,0 0 0,0 0 0,-1 0 0,0 0 0,0 1 0,0-1 0,0 1 0,-1-1 0,0 1 0,1 0 0,-1 1 0,0-1 0,0 1 0,0 0 0,-8-3 0,2 1 0,0 0 0,-1 1 0,1 0 0,-1 0 0,0 2 0,0-1 0,0 1 0,0 1 0,0 0 0,-12 2 0,14-1 0,1 1 0,0 0 0,0 0 0,0 1 0,0 0 0,1 1 0,-1 0 0,1 0 0,0 0 0,0 1 0,0 0 0,1 0 0,-12 12 0,-42 61 0,19-24 0,40-52 0,0-1 0,0 0 0,1 0 0,-1 1 0,0-1 0,1 1 0,-1-1 0,1 0 0,0 1 0,-1-1 0,1 1 0,0-1 0,0 1 0,0-1 0,0 1 0,0-1 0,0 1 0,0-1 0,1 1 0,-1-1 0,1 1 0,-1-1 0,1 1 0,-1-1 0,1 0 0,0 1 0,-1-1 0,1 0 0,0 0 0,0 0 0,0 1 0,1 0 0,2 1 0,-1 1 0,1-1 0,-1 0 0,1 0 0,0 0 0,0 0 0,0-1 0,1 1 0,4 1 0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2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433 178 24575,'-6'-18'0,"1"-3"0,0 2 0,-12-34 0,15 48 0,-1 0 0,1 1 0,0-1 0,-1 1 0,0 0 0,0 0 0,0 0 0,-1 0 0,1 0 0,-1 1 0,0 0 0,-6-5 0,6 6 0,0 1 0,0 0 0,0-1 0,0 1 0,-1 0 0,1 1 0,0-1 0,0 1 0,0 0 0,-1 0 0,1 0 0,0 1 0,0-1 0,-1 1 0,1 0 0,0 0 0,0 1 0,-5 1 0,-2 2 0,0 0 0,0 1 0,1 0 0,0 1 0,-13 10 0,12-7 0,0 0 0,0 0 0,1 2 0,0-1 0,1 1 0,1 1 0,0-1 0,0 1 0,1 1 0,1 0 0,0-1 0,1 2 0,1-1 0,0 1 0,1-1 0,0 1 0,0 27 0,3-40 0,0 1 0,0 0 0,1-1 0,-1 1 0,1 0 0,0-1 0,0 1 0,0-1 0,0 1 0,0-1 0,0 0 0,1 1 0,-1-1 0,1 0 0,-1 0 0,1 0 0,0 0 0,0 0 0,0 0 0,0-1 0,0 1 0,1-1 0,-1 1 0,0-1 0,6 2 0,-5-1 0,1-1 0,1 0 0,-1 0 0,0 0 0,0-1 0,0 1 0,0-1 0,1 0 0,-1 0 0,0 0 0,0-1 0,0 1 0,1-1 0,-1 0 0,6-3 0,-1 0 0,0-1 0,0 0 0,-1-1 0,1 0 0,-2 0 0,14-14 0,39-51 0,-39 44 0,-20 27 0,-1-1 0,0 1 0,1 0 0,-1 0 0,0 0 0,1 0 0,-1 0 0,0 0 0,1 0 0,-1 1 0,0-1 0,1 0 0,-1 0 0,0 0 0,1 0 0,-1 0 0,0 0 0,1 1 0,-1-1 0,0 0 0,0 0 0,1 1 0,-1-1 0,0 0 0,0 0 0,1 1 0,-1-1 0,0 0 0,0 0 0,0 1 0,0-1 0,1 0 0,-1 1 0,0-1 0,0 0 0,0 1 0,0 0 0,6 12 0,-1 9 0,-1 1 0,-1 0 0,-2 0 0,0 0 0,-4 35 0,2-1 0,1-13 0,1 6 0,-2 0 0,-2 0 0,-18 87 0,19-130 0,0 0 0,-1 0 0,1 0 0,-2-1 0,1 1 0,-1-1 0,0 0 0,0 0 0,-1 0 0,1 0 0,-1-1 0,-1 1 0,-8 6 0,6-7 0,1 0 0,-1-1 0,0 1 0,-1-2 0,1 1 0,-1-1 0,1-1 0,-1 1 0,0-2 0,-16 3 0,20-4-44,-11 2 86,1-1 1,-1-1-1,-28-3 1,40 3-105,1-1-1,0 0 1,0 1 0,-1-1 0,1-1 0,0 1 0,0 0 0,0-1 0,0 1 0,0-1-1,1 0 1,-1 0 0,0 0 0,1 0 0,-1 0 0,1-1 0,0 1 0,0-1 0,0 0-1,0 0 1,0 1 0,1-1 0,-3-6 0,1 0-6764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3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60 202 24575,'0'0'0,"0"0"0,16-16 0,-13 11 0,0-1 0,0 0 0,0 0 0,-1 0 0,1 0 0,-2 0 0,1-1 0,-1 1 0,0-1 0,0 1 0,-1-1 0,0-8 0,0-4 0,-2 0 0,-1 0 0,-4-18 0,6 36 0,1 1 0,-1 0 0,1 0 0,0-1 0,-1 1 0,1 0 0,-1 0 0,1 0 0,-1 0 0,1-1 0,-1 1 0,1 0 0,-1 0 0,1 0 0,-1 0 0,1 0 0,-1 0 0,1 0 0,-1 0 0,1 1 0,-1-1 0,1 0 0,-1 0 0,1 0 0,-1 1 0,1-1 0,-1 0 0,1 0 0,-1 1 0,-17 8 0,14-5 0,-1 1 0,1 0 0,0 0 0,0 0 0,1 0 0,-1 1 0,1-1 0,0 1 0,1 0 0,-1 0 0,1 0 0,1 0 0,-1 0 0,-1 10 0,0 5 0,1 0 0,1 42 0,2-44 0,5 32 0,-5-46 0,0-1 0,0 1 0,0 0 0,1 0 0,0-1 0,0 1 0,0-1 0,0 1 0,1-1 0,0 0 0,5 7 0,-7-10 0,0-1 0,0 1 0,0 0 0,0-1 0,0 1 0,0 0 0,0-1 0,0 1 0,0-1 0,0 0 0,0 1 0,0-1 0,0 0 0,0 1 0,0-1 0,1 0 0,-1 0 0,0 0 0,0 0 0,0 0 0,0 0 0,2-1 0,-1 0 0,1 0 0,-1 0 0,0 0 0,0 0 0,0-1 0,0 1 0,0 0 0,0-1 0,0 0 0,2-2 0,1-2 0,1-1 0,-1-1 0,0 1 0,7-16 0,-4 2 0,-1 0 0,0 0 0,4-35 0,9-30 0,-20 85 0,0 0 0,1 0 0,-1 0 0,0 0 0,0 1 0,1-1 0,-1 0 0,1 0 0,-1 0 0,1 0 0,-1 0 0,1 1 0,-1-1 0,1 0 0,0 0 0,0 1 0,-1-1 0,1 1 0,0-1 0,0 0 0,0 1 0,1-1 0,-1 1 0,-1 0 0,1 0 0,0 0 0,0 0 0,0 1 0,0-1 0,-1 0 0,1 0 0,0 1 0,0-1 0,-1 1 0,1-1 0,0 1 0,-1-1 0,1 1 0,0-1 0,-1 1 0,1-1 0,-1 1 0,1 1 0,3 3 0,0 0 0,-1 1 0,0-1 0,0 1 0,3 8 0,-1 2 0,-2-1 0,0 1 0,1 22 0,-4-27 0,1-1 0,0 1 0,1-1 0,0 0 0,0 1 0,1-1 0,1-1 0,-1 1 0,10 16 0,-13-25-3,0-1 1,1 1-1,-1-1 0,1 1 0,-1-1 1,0 1-1,1-1 0,-1 1 0,1-1 1,-1 1-1,1-1 0,0 0 0,-1 1 1,1-1-1,-1 0 0,1 0 0,0 1 1,-1-1-1,1 0 0,-1 0 0,1 0 1,0 0-1,-1 0 0,1 0 0,0 0 1,-1 0-1,1 0 0,1 0 0,-1 0 20,1-1-1,-1 0 1,0 0 0,1 1-1,-1-1 1,0 0-1,0 0 1,0 0-1,1 0 1,-1-1 0,1-1-1,3-4-387,-1 0 0,0 0 0,5-11 0,-1-2-6455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3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24575,'2'0'0,"0"0"0,0 1 0,0-1 0,-1 1 0,1-1 0,0 1 0,0 0 0,0 0 0,-1 0 0,1 0 0,0 0 0,-1 0 0,1 0 0,-1 0 0,1 1 0,-1-1 0,0 0 0,1 1 0,-1 0 0,0-1 0,0 1 0,0 0 0,0-1 0,-1 1 0,1 0 0,0 0 0,-1 0 0,1-1 0,0 4 0,1 7 0,0 0 0,0 0 0,0 17 0,-2-25 0,-9 208 0,0-32 0,10-142 0,-1-22 0,0-13 0,0-4 0,0-11-1365,0 0-5461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4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24575,'0'0'0,"0"0"0,0 0 0,0 0 0,10-1 0,-1 0 0,0-1 0,0 0 0,16-6 0,0 1 0,16-4-118,108-24 370,-119 30-752,0 0 1,59 1-1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4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1 243 24575,'20'6'0,"0"-2"0,0 0 0,1-1 0,0-1 0,-1-1 0,39-4 0,-48 2 0,0 0 0,-1-1 0,1 0 0,0-1 0,-1 0 0,0-1 0,0 0 0,0-1 0,0 0 0,-1-1 0,0 1 0,0-2 0,0 1 0,14-15 0,-20 16 0,1 0 0,-1 0 0,0 0 0,0-1 0,-1 1 0,1 0 0,-1-1 0,0 0 0,-1 0 0,1 1 0,-1-1 0,-1 0 0,1 0 0,-1 0 0,0 0 0,0 0 0,-1 0 0,0-6 0,0 9 0,0 0 0,0 0 0,-1 0 0,1 0 0,0 0 0,-1 0 0,0 0 0,0 1 0,1-1 0,-2 1 0,1-1 0,0 1 0,0 0 0,-1 0 0,1 0 0,-1 0 0,0 0 0,1 1 0,-1-1 0,0 1 0,-5-2 0,-2-1 0,-1 1 0,0 0 0,0 0 0,-17-1 0,21 3 0,1 1 0,0-1 0,-1 2 0,1-1 0,-1 1 0,1 0 0,0 0 0,0 0 0,0 1 0,-1 0 0,2 1 0,-1-1 0,0 1 0,0 0 0,-8 6 0,7-3 0,1 0 0,-1 0 0,1 1 0,0 0 0,1 0 0,0 0 0,0 0 0,0 1 0,1 0 0,-5 11 0,5-7 0,-1 0 0,2 1 0,-1 0 0,2-1 0,0 1 0,0 0 0,1 0 0,1 0 0,0 0 0,1 0 0,0 0 0,1 0 0,1 0 0,0 0 0,5 14 0,-6-22 0,1 0 0,-1 0 0,1-1 0,0 1 0,0 0 0,1-1 0,-1 0 0,1 0 0,0 0 0,0 0 0,0-1 0,1 0 0,8 6 0,-6-6 0,0 0 0,0-1 0,0 0 0,0 0 0,0 0 0,0-1 0,1 0 0,-1 0 0,9-1 0,11-2 0,0-2 0,0 0 0,-1-2 0,37-12 0,-49 14 0,-4 1-1365,-3 1-5461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7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24575,'4'90'0,"17"97"0,-7-78 0,-10-56 0,-3-28 0,6 33 0,-3-44-1365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8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 24575,'2'22'0,"1"-2"0,-1 4 0,1 0 0,13 44 0,-14-62 0,1 1 0,0-1 0,-1 0 0,2 0 0,-1 0 0,1 0 0,0 0 0,0-1 0,1 0 0,-1 0 0,1 0 0,0 0 0,1-1 0,9 7 0,-12-9 0,-1-1 0,0 0 0,1 1 0,-1-1 0,1 0 0,-1 0 0,1-1 0,0 1 0,-1 0 0,1-1 0,0 0 0,-1 1 0,1-1 0,0 0 0,0-1 0,-1 1 0,1 0 0,0-1 0,-1 1 0,1-1 0,-1 0 0,1 0 0,-1 0 0,1 0 0,-1 0 0,1-1 0,-1 1 0,0-1 0,0 0 0,0 1 0,0-1 0,0 0 0,3-4 0,0-1 0,0 1 0,-1-1 0,0-1 0,0 1 0,-1-1 0,0 1 0,0-1 0,-1 0 0,3-14 0,-4 9 0,1 0 0,-2 0 0,0 0 0,0 0 0,-3-13 0,2 19 0,0 1 0,0 0 0,-1 0 0,0 1 0,0-1 0,0 0 0,-1 1 0,0-1 0,0 1 0,0 0 0,-1 0 0,-6-8 0,9 12 4,0 0 0,1 1 0,-1-1 0,0 1 0,0-1-1,1 1 1,-1-1 0,0 1 0,0 0 0,0-1 0,0 1 0,1 0-1,-1 0 1,0-1 0,0 1 0,0 0 0,0 0 0,0 0 0,0 0 0,0 0-1,0 0 1,0 1 0,1-1 0,-1 0 0,0 0 0,0 1 0,0-1-1,0 0 1,0 1 0,0 0 0,-2 1-190,0 0 1,1 0-1,-1 0 0,1 0 1,-1 1-1,1-1 1,-2 4-1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8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281 107 24575,'1'-1'0,"0"1"0,0-1 0,-1 1 0,1-1 0,0 1 0,0-1 0,0 0 0,0 1 0,0-1 0,-1 0 0,1 0 0,0 1 0,-1-1 0,1 0 0,0 0 0,-1 0 0,1-2 0,8-15 0,-7 15 0,-1 0 0,0 0 0,0 0 0,-1 0 0,1 0 0,-1-1 0,1 1 0,-1 0 0,0 0 0,0 0 0,0-1 0,-1 1 0,1 0 0,-1 0 0,1 0 0,-3-4 0,3 6 0,-1-1 0,1 1 0,-1 0 0,0 0 0,0 0 0,1 0 0,-1 1 0,0-1 0,0 0 0,0 0 0,0 0 0,0 1 0,0-1 0,0 0 0,0 1 0,0-1 0,-2 0 0,1 1 0,-1 0 0,1-1 0,0 1 0,0 0 0,0 0 0,0 0 0,0 1 0,0-1 0,0 0 0,0 1 0,0 0 0,0-1 0,-3 2 0,-1 1 0,0 1 0,0-1 0,0 1 0,0 0 0,1 0 0,0 1 0,0 0 0,0 0 0,1 0 0,-1 0 0,1 1 0,0-1 0,1 1 0,-1 0 0,1 0 0,-3 9 0,2-1 0,-1-1 0,2 1 0,0 1 0,0-1 0,2 0 0,-1 26 0,2-37 0,1 0 0,-1 0 0,1 1 0,-1-1 0,1 0 0,0 0 0,1 0 0,-1 0 0,0 0 0,1 0 0,0 0 0,-1 0 0,1-1 0,0 1 0,1-1 0,-1 1 0,0-1 0,1 0 0,-1 0 0,1 0 0,-1 0 0,1 0 0,0-1 0,0 1 0,0-1 0,0 0 0,0 0 0,0 0 0,1 0 0,-1 0 0,0-1 0,0 1 0,1-1 0,-1 0 0,0 0 0,0 0 0,1-1 0,-1 1 0,0-1 0,0 1 0,0-1 0,1 0 0,-1-1 0,0 1 0,0 0 0,-1-1 0,1 0 0,0 1 0,3-4 0,4-3 0,-1 0 0,-1-1 0,0 0 0,0 0 0,0 0 0,-1-1 0,-1 0 0,0-1 0,5-11 0,2-9 0,-2 0 0,9-36 0,-30 81 0,7-10 0,1-1 0,1 1 0,-1 0 0,0 0 0,1 0 0,-1 5 0,-5 217 0,4-47 0,0-132 0,2-10 0,-2-1 0,-1 0 0,-17 69 0,17-92 0,-1-1 0,0 1 0,-1-1 0,-1 0 0,1 0 0,-2-1 0,0 0 0,-13 15 0,16-21 0,-1 0 0,1-1 0,-1 1 0,0-1 0,0 0 0,0-1 0,-1 1 0,1-1 0,-1 0 0,0-1 0,0 0 0,0 0 0,0 0 0,0-1 0,0 0 0,-1-1 0,-10 0 0,8 0-114,0-1 1,1-1-1,-1 0 0,0 0 0,1-1 1,-1-1-1,1 1 0,0-1 0,0-1 1,1 0-1,-14-9 0,8 3-6712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9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24575,'13'53'0,"-7"91"0,-6-133 0,-1 0 0,-3 20 0,4-49-1365,0 8-5461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9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24575,'8'24'0,"13"61"0,-14-51 0,23 62 0,-28-91-105,1 1 0,-1-1 0,1 0 0,0 0 0,1 0 0,-1 0 0,1 0 0,0-1 0,0 0 0,1 0 0,-1 0 0,6 3 0,1 0-6721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0:59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 36 24575,'0'0'0,"0"0"0,0 0 0,0 0 0,0 0 0,0 0 0,0 0 0,0 0 0,0 0 0,0 0 0,-18-7 0,5 1 0,-1 0 0,0 2 0,-27-7 0,37 11 0,0-1 0,0 1 0,0 0 0,-1 0 0,1 0 0,0 0 0,0 1 0,0 0 0,0-1 0,1 1 0,-1 1 0,0-1 0,0 1 0,0-1 0,1 1 0,-1 0 0,1 0 0,0 1 0,-4 2 0,0 3 0,0-1 0,0 2 0,1-1 0,0 1 0,0 0 0,1 1 0,-8 16 0,3 2 0,-11 43 0,19-63 0,1 0 0,0-1 0,1 1 0,-1 0 0,1 0 0,1 0 0,0 0 0,0-1 0,0 1 0,1 0 0,0-1 0,0 1 0,1-1 0,0 0 0,1 0 0,5 9 0,-6-10 0,1 0 0,1 0 0,-1-1 0,1 0 0,0 0 0,0 0 0,0 0 0,1-1 0,0 0 0,-1 0 0,2-1 0,-1 1 0,0-1 0,1 0 0,-1-1 0,1 0 0,0 0 0,7 1 0,12-1-273,-1-2 0,1-1 0,-1 0 0,31-7 0,-23 3-6553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12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452 553 24575,'0'0'0,"0"0"0,0 0 0,0 0 0,0 0 0,0 0 0,19 11 0,-15-9 0,-1-1 0,0 1 0,1-1 0,-1 0 0,1 1 0,-1-2 0,1 1 0,0 0 0,-1-1 0,1 1 0,0-1 0,-1 0 0,1-1 0,0 1 0,3-1 0,-1-1 0,0 1 0,0-1 0,-1-1 0,1 1 0,-1-1 0,1 0 0,-1 0 0,7-6 0,-2 1 0,-1 0 0,-1 0 0,0-1 0,0-1 0,-1 1 0,0-1 0,0 0 0,9-20 0,-10 15 0,-1 0 0,0 0 0,-1 0 0,-1-1 0,0 1 0,-1-1 0,-1 0 0,0 1 0,-1-1 0,-1 0 0,-1 0 0,0 1 0,0-1 0,-2 1 0,0-1 0,-12-26 0,13 36 0,-1 0 0,0 1 0,-1-1 0,1 1 0,-1 1 0,0-1 0,0 0 0,-1 1 0,1 0 0,-13-6 0,-7-3 0,-31-12 0,51 23 0,-29-11 0,-63-18 0,81 28 0,0 0 0,-1 1 0,1 1 0,-1 1 0,1 0 0,-23 3 0,28-1 0,-1 0 0,1 0 0,0 1 0,0 0 0,0 1 0,1 0 0,-1 1 0,1 0 0,0 1 0,1 0 0,-1 1 0,1 0 0,0 0 0,1 1 0,0 0 0,0 0 0,1 1 0,0 0 0,0 0 0,1 1 0,0 0 0,-5 13 0,3-4 0,1 2 0,2-1 0,0 1 0,0 0 0,2 0 0,1 0 0,0 23 0,2-16 0,2 1 0,1-1 0,0 0 0,15 50 0,-16-70 0,1 0 0,1-1 0,-1 1 0,1-1 0,0 0 0,1 0 0,0 0 0,0 0 0,0-1 0,1 0 0,0 0 0,0-1 0,0 1 0,1-1 0,0-1 0,0 1 0,0-1 0,1 0 0,-1-1 0,1 0 0,0 0 0,0-1 0,0 1 0,0-2 0,10 2 0,0-1 0,0-1 0,0-1 0,0 0 0,0-1 0,0-1 0,0-1 0,0-1 0,-1 0 0,0-1 0,30-13 0,-32 11-151,0 0-1,0-1 0,0 0 0,-1-1 1,-1-1-1,0-1 0,0 0 1,15-17-1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13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212 590 24575,'0'0'0,"22"11"0,-12-8 0,1 0 0,0-1 0,0 0 0,0-1 0,0 0 0,0-1 0,0-1 0,0 1 0,0-2 0,-1 1 0,1-1 0,0-1 0,-1 0 0,14-6 0,-16 5 0,0 0 0,-1 0 0,1-1 0,-1 0 0,0 0 0,0-1 0,-1 1 0,1-2 0,-1 1 0,-1-1 0,1 0 0,-1 0 0,0 0 0,-1-1 0,0 0 0,0 1 0,-1-2 0,4-9 0,-2-3 0,0-1 0,-2 1 0,0 0 0,-1-1 0,-2 1 0,0-1 0,-1 0 0,-1 1 0,-8-37 0,7 45 0,0 1 0,-2-1 0,1 1 0,-1 0 0,-1 0 0,0 0 0,-1 1 0,0 0 0,-1 0 0,0 0 0,0 1 0,-1 1 0,-1-1 0,1 2 0,-1-1 0,-1 1 0,-11-6 0,16 11 0,1 1 0,-1 0 0,0 0 0,0 1 0,1 0 0,-1 0 0,0 0 0,0 1 0,0-1 0,0 2 0,0-1 0,0 1 0,0-1 0,0 2 0,0-1 0,0 1 0,0 0 0,1 0 0,-9 4 0,-1 2 0,1 0 0,0 0 0,0 1 0,1 1 0,1 0 0,-14 14 0,12-8 0,0 0 0,1 1 0,1 1 0,1 0 0,0 0 0,-14 37 0,13-23 0,1 0 0,2 1 0,-7 52 0,13-65 0,1 0 0,1 1 0,1-1 0,1 0 0,7 40 0,-6-51 0,0 0 0,0 0 0,1 0 0,1 0 0,-1 0 0,1-1 0,1 0 0,0 0 0,0 0 0,0 0 0,1-1 0,0 0 0,1 0 0,-1 0 0,11 7 0,0-4 0,-1-1 0,1 0 0,1-2 0,0 0 0,0 0 0,0-2 0,1 0 0,-1-1 0,1-1 0,0-1 0,0-1 0,0 0 0,0-2 0,0 0 0,0-1 0,0-1 0,24-6 0,8-6-1365,-8 1-5461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14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529 620 24575,'9'-3'0,"0"0"0,-1 0 0,1 0 0,-1-1 0,0 0 0,0-1 0,-1 0 0,1 0 0,-1 0 0,0-1 0,0 0 0,7-9 0,-7 5 0,1 0 0,-2 0 0,1-1 0,-1 0 0,-1 0 0,0 0 0,-1-1 0,4-14 0,-3 3 0,-1 0 0,-1 0 0,-1 0 0,-1-1 0,-1 1 0,-1 0 0,-1-1 0,-1 1 0,-6-24 0,5 30 0,-1 1 0,0 0 0,-1 0 0,-10-20 0,12 30 0,1 1 0,-1-1 0,0 1 0,0 0 0,0 0 0,-1 1 0,0 0 0,0-1 0,0 1 0,0 1 0,0-1 0,-1 1 0,0 0 0,-9-4 0,1 4 0,1-1 0,0 2 0,-1-1 0,1 2 0,-1 0 0,1 1 0,-1 0 0,0 1 0,1 0 0,-21 6 0,1 1 0,0 1 0,1 2 0,-32 16 0,49-20 0,1 0 0,1 2 0,-1-1 0,1 1 0,1 1 0,-1 1 0,2-1 0,0 2 0,-15 18 0,13-12 0,2 0 0,0 1 0,1 1 0,0-1 0,2 2 0,-9 29 0,10-27 0,2-1 0,0 1 0,1 0 0,2 0 0,0 0 0,3 38 0,-1-51 0,2-1 0,-1 0 0,1 1 0,1-1 0,-1 0 0,2 0 0,-1-1 0,1 1 0,0-1 0,1 0 0,0 0 0,0 0 0,1-1 0,0 1 0,0-1 0,1-1 0,0 1 0,0-1 0,10 6 0,-3-4 12,1 0-1,1-1 0,-1 0 1,1-2-1,0 1 1,0-2-1,1 0 0,-1-1 1,28 1-1,13-2-654,81-9-1,-129 7 452,10-2-6634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14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431 760 24575,'0'0'0,"0"0"0,17 4 0,-10-4 0,0 0 0,0 0 0,0-1 0,0 1 0,0-1 0,0-1 0,0 0 0,0 1 0,-1-2 0,1 1 0,-1-1 0,8-5 0,8-4 0,-1-2 0,19-16 0,-25 18 0,-1-2 0,0 0 0,-2 0 0,1-1 0,-2-1 0,0 0 0,0 0 0,-2-1 0,15-34 0,-9 9 0,-2 0 0,-1-1 0,6-52 0,-16 85 0,-1 0 0,-1 0 0,0 0 0,0 0 0,-1 0 0,0 1 0,-1-1 0,0 0 0,0 1 0,-1-1 0,0 1 0,-1 0 0,0 0 0,-1 0 0,0 0 0,0 1 0,0 0 0,-10-11 0,7 11 0,0-1 0,-1 2 0,0-1 0,0 1 0,0 1 0,-1-1 0,0 2 0,0-1 0,-1 2 0,0-1 0,1 1 0,-1 1 0,-1 0 0,1 0 0,-19-1 0,2 3 0,0 2 0,1 1 0,-1 1 0,0 1 0,1 1 0,0 2 0,0 0 0,1 2 0,0 1 0,1 1 0,0 1 0,0 2 0,1 0 0,1 1 0,1 2 0,0 0 0,1 1 0,-25 28 0,37-34 0,0-1 0,1 2 0,0-1 0,1 1 0,0 0 0,2 0 0,-1 1 0,1 0 0,1 0 0,1 0 0,-3 17 0,4-11 0,0 0 0,2 0 0,0 0 0,1 0 0,1 0 0,1 0 0,9 31 0,-9-42 6,0 0 0,1 0 0,0 0 0,1-1 0,0 1 0,0-1 0,1 0 0,0-1 0,0 1 0,1-1 0,0 0 0,0-1 0,1 0 0,0 0 0,0 0 0,0-1 0,0 0 0,1-1 0,12 4 0,8 3-303,1-2 0,0-1 0,1-2 0,52 5 0,-56-8-6529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1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722 909 24575,'0'0'0,"0"0"0,0 0 0,0 0 0,35 5 0,-25-7 0,0 0 0,0 0 0,0-1 0,0 0 0,-1-1 0,1 0 0,-1-1 0,0 0 0,0 0 0,10-8 0,9-9 0,39-38 0,-55 47 0,1 0 0,-2-1 0,0 0 0,-1-1 0,0 0 0,-1-1 0,8-18 0,-8 12 0,-1-1 0,-2 0 0,0-1 0,5-42 0,-10 49 0,-1-1 0,0 0 0,-1 0 0,-2 0 0,1 1 0,-2-1 0,0 1 0,-1 0 0,-8-18 0,1 8 0,0 1 0,-2 0 0,-1 0 0,-30-38 0,35 52 0,-1 1 0,0 1 0,-1 0 0,0 0 0,0 1 0,-1 1 0,0 0 0,0 1 0,-1 0 0,0 1 0,0 0 0,-1 2 0,0-1 0,-21-2 0,8 3 0,0 1 0,-1 1 0,1 1 0,-1 2 0,1 1 0,-55 11 0,58-7 0,0 1 0,1 2 0,0 0 0,1 2 0,0 0 0,1 1 0,0 2 0,1 0 0,0 1 0,-28 29 0,27-23 0,1 2 0,1 0 0,2 2 0,0 0 0,2 1 0,0 0 0,2 2 0,-17 44 0,20-36 0,1 0 0,2 1 0,-7 72 0,12-57 0,2 1 0,8 65 0,-6-102 0,2 0 0,0 0 0,1 0 0,0-1 0,1 0 0,1 0 0,0 0 0,10 16 0,-11-24 0,0 0 0,0 0 0,0 0 0,1-1 0,0 0 0,0 0 0,1 0 0,-1-1 0,1 0 0,1 0 0,-1-1 0,1 0 0,-1 0 0,1-1 0,0 0 0,15 3 0,-5-2 0,0-1 0,0-1 0,0-1 0,0-1 0,0 0 0,0-1 0,0-1 0,0-1 0,-1-1 0,1 0 0,29-12 0,-21 5 0,0-2 0,0-1 0,-1-1 0,-1-1 0,-1-1 0,33-31 0,-28 21-273,-1-2 0,-1 0 0,-2-2 0,25-39 0,-33 44-6553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19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126 116 24575,'0'0'0,"0"0"0,0 0 0,-15 1 0,10 1 0,0 0 0,0 1 0,0-1 0,0 1 0,1 0 0,-1 0 0,1 1 0,0-1 0,0 1 0,0 0 0,0 0 0,1 0 0,0 0 0,0 1 0,0 0 0,0-1 0,1 1 0,-1 0 0,-2 10 0,-2 5 0,1 0 0,1 0 0,-4 38 0,6-21 0,2 1 0,1 0 0,2 0 0,2-1 0,1 1 0,2-1 0,1 0 0,2 0 0,17 37 0,-22-63 0,0-1 0,1 0 0,0 0 0,1 0 0,0-1 0,1 0 0,0-1 0,0 1 0,1-1 0,0-1 0,0 0 0,1 0 0,0-1 0,0 0 0,0-1 0,1 0 0,15 5 0,-6-4 0,0 0 0,0-1 0,0-1 0,1-1 0,-1-1 0,1-1 0,0 0 0,39-6 0,-45 3 0,-1 0 0,0-1 0,0-1 0,0-1 0,0 0 0,-1-1 0,1 0 0,-1-1 0,-1 0 0,0-1 0,0 0 0,0-1 0,-1-1 0,0 0 0,-1 0 0,0-1 0,-1 0 0,0-1 0,-1 0 0,0 0 0,0-1 0,-2 0 0,0 0 0,0 0 0,-1-1 0,4-21 0,-3 8 0,-2-1 0,-1 0 0,-2 0 0,0 0 0,-2 0 0,-1 0 0,-8-41 0,-1 21 0,-1 0 0,-3 1 0,-27-62 0,38 101 0,0-1 0,-1 1 0,1 0 0,-2 0 0,1 1 0,-1 0 0,0 0 0,0 0 0,-1 0 0,0 1 0,-8-5 0,8 7 0,0 0 0,0 0 0,0 1 0,-1 0 0,1 0 0,-1 1 0,0 0 0,1 0 0,-1 1 0,0 0 0,0 1 0,0-1 0,-9 2 0,0 1 11,-1 1 0,1 1 0,1 0 0,-1 1 0,0 1 0,1 0-1,0 1 1,1 1 0,0 1 0,-26 19 0,5 0-506,1 1 0,-57 65 0,51-47-6331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21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831 836 24575,'8'0'0,"-1"0"0,0-1 0,0 0 0,0-1 0,0 1 0,0-2 0,0 1 0,-1 0 0,1-1 0,-1-1 0,7-3 0,-3 0 0,-1 0 0,0 0 0,0-1 0,0-1 0,-1 1 0,8-12 0,-1-2 0,0-1 0,-2-1 0,0 0 0,-2-1 0,9-28 0,-13 31 0,-1 0 0,-1 0 0,-1-1 0,-1 0 0,0 0 0,-2 0 0,-1 0 0,-1 0 0,-1 0 0,-1 0 0,-1 1 0,-12-43 0,11 52 0,0 0 0,0 0 0,-2 0 0,1 0 0,-1 1 0,-1 0 0,-1 1 0,1 0 0,-2 0 0,1 1 0,-1 0 0,-1 0 0,0 2 0,0-1 0,-1 1 0,0 1 0,0 0 0,-1 0 0,0 2 0,0-1 0,-26-5 0,10 5 0,-1 2 0,1 0 0,-1 3 0,0 0 0,0 2 0,1 1 0,-1 2 0,-30 7 0,29-4 0,-1 2 0,1 2 0,1 0 0,0 2 0,1 2 0,1 0 0,-33 24 0,41-24 0,1 1 0,1 0 0,0 1 0,1 1 0,1 1 0,0 1 0,2 0 0,1 0 0,0 2 0,-10 24 0,5-4 0,1 2 0,3 0 0,-9 48 0,18-63 0,0 1 0,2-1 0,1 1 0,2 0 0,6 55 0,-2-63 0,1 0 0,1 0 0,0 0 0,2-1 0,14 29 0,-15-37 0,0-1 0,1 0 0,0 0 0,1-1 0,0 0 0,1 0 0,0-1 0,0 0 0,19 12 0,-16-14 0,0 0 0,0-2 0,1 1 0,0-1 0,0-1 0,0-1 0,1 0 0,-1-1 0,20 2 0,-10-4 0,1 0 0,-1-2 0,0-1 0,0-1 0,25-6 0,2-1 40,-2-3 0,58-23 0,-89 29-189,-1-1 1,0 0-1,-1-2 1,0 0-1,0-1 1,-1 0-1,0-1 1,-1-1-1,17-19 1,-20 17-6678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2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788 641 24575,'21'-21'0,"-6"4"0,-1-1 0,0 0 0,-1-1 0,18-34 0,-28 45 0,0 0 0,0 0 0,0 0 0,-1-1 0,0 1 0,-1-1 0,0 1 0,0-1 0,-1 0 0,0 1 0,-1-1 0,0 1 0,0-1 0,-1 0 0,-3-11 0,-3 1 0,0 0 0,0 0 0,-2 1 0,0 0 0,-1 1 0,-1 0 0,-1 1 0,0 1 0,-1 0 0,-1 0 0,-30-23 0,23 23 0,0 0 0,-1 1 0,0 1 0,-1 2 0,-1 0 0,0 1 0,0 2 0,-42-9 0,49 14 0,1 0 0,0 2 0,-1 0 0,1 1 0,-1 1 0,1 0 0,-28 7 0,34-5 0,-1 0 0,1 1 0,0 1 0,0 0 0,0 0 0,0 1 0,1 0 0,0 1 0,1 0 0,-1 1 0,-13 15 0,6-3 0,1 1 0,1 0 0,1 1 0,1 1 0,2 0 0,-16 40 0,11-15 0,1 0 0,-10 74 0,22-109 0,2 1 0,0 0 0,0 0 0,1 0 0,1-1 0,1 1 0,2 13 0,-2-21 0,-1 0 0,1 0 0,0 0 0,1 0 0,-1 0 0,1-1 0,0 0 0,1 1 0,-1-1 0,1 0 0,0-1 0,0 1 0,1-1 0,-1 0 0,1 0 0,0 0 0,8 5 0,2-2 0,0-1 0,0 0 0,0-1 0,1 0 0,0-1 0,0-1 0,23 1 0,117-2 0,-124-3 0,16 0-1365,-10 0-5461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33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25 24575,'-1'-1'0,"0"0"0,0 1 0,1-1 0,-1 0 0,0 1 0,0-1 0,0 0 0,1 0 0,-1 0 0,0 0 0,1 0 0,-1 0 0,1 0 0,-1 0 0,1 0 0,-1 0 0,1-1 0,-4-6 0,2 20 0,2 4 0,1-1 0,0 0 0,1 1 0,1-1 0,5 17 0,-1-12 0,-4-9 0,1 1 0,3 22 0,-7-30 0,0 0 0,0 0 0,0 0 0,0 1 0,0-1 0,-1 0 0,0 0 0,0 0 0,0 0 0,-1 0 0,1 0 0,-3 4 0,2-4 0,0-1 0,0 0 0,-1 0 0,1 0 0,-1 0 0,1 0 0,-1-1 0,0 1 0,0-1 0,0 1 0,-1-1 0,1 0 0,-1-1 0,-5 3 0,-2 2 0,-3 2 0,0-1 0,-1 0 0,1-1 0,-1-1 0,-18 4 0,28-8 0,2 0 0,-1 0 0,0 0 0,1-1 0,-1 1 0,0-1 0,1 0 0,-1 0 0,0 0 0,0 0 0,-4-2 0,0 22-1365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43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0 308 24575,'0'0'0,"0"0"0,0 0 0,0 0 0,0 0 0,0 0 0,0 0 0,0 0 0,1 4 0,1-1 0,-1 0 0,0 1 0,1-1 0,0 0 0,0 0 0,0 0 0,2 3 0,4 5 0,-1 2 0,-1-2 0,0-1 0,1 1 0,0-1 0,16 17 0,-2-7 0,-11-11 0,0 1 0,0 0 0,-1 0 0,8 13 0,9-26 0,-23 2 0,1 0 0,-1-1 0,0 0 0,1 0 0,-1 0 0,0 0 0,-1-1 0,1 1 0,0-1 0,-1 0 0,1 0 0,-1 0 0,0 0 0,3-5 0,4-7 0,10-29 0,-16 36 0,16-46 0,-3-1 0,17-101 0,-7 24 0,-26 132 0,0 0 0,0-1 0,0 1 0,0 0 0,0 0 0,0-1 0,0 1 0,0 0 0,0-1 0,0 1 0,0 0 0,0 0 0,0-1 0,0 1 0,0 0 0,0 0 0,0-1 0,1 1 0,-1 0 0,0 0 0,0-1 0,0 1 0,1 0 0,-1 0 0,0 0 0,0-1 0,0 1 0,1 0 0,-1 0 0,0 0 0,0 0 0,1 0 0,-1 0 0,0-1 0,0 1 0,1 0 0,-1 0 0,0 0 0,1 0 0,8 9 0,-3-1 0,-6-8-27,1 0 1,-1 0-1,0 0 0,0 1 0,1-1 1,-1 0-1,0 0 0,0 1 0,1-1 1,-1 0-1,0 0 0,0 1 0,0-1 0,1 0 1,-1 1-1,0-1 0,0 0 0,0 1 1,0-1-1,0 0 0,0 1 0,0-1 1,0 0-1,0 1 0,0-1 0,0 0 0,0 1 1,0-1-1,0 0 0,0 1 0,0-1 1,0 0-1,0 1 0,0-1 0,0 0 1,-1 1-1,1-1 0,0 0 0,0 0 0,0 1 1,-1-1-1,1 0 0,0 0 0,0 1 1,-1-1-1,1 0 0,0 0 0,-1 0 0,1 1 1,-1-1-1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45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240 269 24575,'-19'3'0,"8"-1"0,-1 0 0,0 1 0,1 1 0,0 0 0,0 0 0,0 1 0,-13 8 0,17-8 0,0 0 0,0 1 0,1 0 0,0 0 0,0 0 0,0 1 0,1 0 0,0 0 0,0 0 0,-7 16 0,3 0 0,1 1 0,0-1 0,2 1 0,1 1 0,1-1 0,1 1 0,1 0 0,1-1 0,2 1 0,0 0 0,1 0 0,2-1 0,6 26 0,-9-46 0,0-1 0,1 1 0,-1-1 0,1 1 0,-1-1 0,1 0 0,0 1 0,0-1 0,1 0 0,-1 0 0,1-1 0,-1 1 0,1 0 0,0-1 0,0 0 0,5 3 0,-3-2 0,0-1 0,0 0 0,1 0 0,-1 0 0,1-1 0,-1 0 0,1 0 0,-1 0 0,1-1 0,6 0 0,1 0 0,1-2 0,0 0 0,-1 0 0,1-2 0,-1 1 0,0-2 0,0 0 0,14-7 0,-10 1 0,0 0 0,-1 0 0,0-2 0,-1 0 0,0-1 0,-1-1 0,-1 0 0,0 0 0,-1-1 0,-1-1 0,0 0 0,9-22 0,-1-3 0,-1-2 0,-3 0 0,-1 0 0,8-54 0,-16 68 0,-2 0 0,1-43 0,-5 57 0,-1 1 0,0 0 0,-1-1 0,-1 1 0,0 0 0,-8-22 0,10 34 0,0 0 0,0 0 0,0 0 0,-1 0 0,1 1 0,-1-1 0,0 0 0,0 1 0,0-1 0,0 1 0,0 0 0,0 0 0,-1-1 0,1 2 0,-1-1 0,1 0 0,-1 0 0,0 1 0,0-1 0,0 1 0,1 0 0,-1 0 0,-1 0 0,1 0 0,-4 0 0,1 1 0,0 1 0,-1-1 0,1 1 0,0 0 0,0 1 0,0-1 0,0 1 0,1 1 0,-1-1 0,0 1 0,1 0 0,-7 5 0,-6 4-273,0 2 0,1 0 0,1 2 0,-16 17 0,13-11-6553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48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176 206 24575,'0'0'0,"0"0"0,0 0 0,0 0 0,-1 3 0,-1 0 0,0 0 0,0 0 0,0 0 0,0-1 0,0 1 0,0-1 0,-5 4 0,2-1 0,-9 11 0,0 2 0,1 0 0,1 0 0,1 1 0,0 1 0,-12 33 0,11-19 0,1 1 0,2 0 0,-6 47 0,13-71 0,1 0 0,1 0 0,0 1 0,0-1 0,1 0 0,1 0 0,0 0 0,0 0 0,1 0 0,0 0 0,1-1 0,1 1 0,-1-1 0,2 0 0,-1-1 0,1 1 0,1-1 0,-1 0 0,2 0 0,-1-1 0,1 0 0,0-1 0,1 1 0,0-2 0,0 1 0,1-1 0,-1-1 0,1 1 0,0-2 0,1 1 0,-1-1 0,1-1 0,13 3 0,-4-2 0,0-1 0,0 0 0,1-1 0,-1-2 0,28-1 0,-38 0 0,1-1 0,-1 0 0,-1-1 0,1 0 0,0 0 0,-1-1 0,1 0 0,-1-1 0,0 0 0,-1 0 0,1-1 0,12-11 0,-6 2 0,0-1 0,-1-1 0,-1 0 0,0-1 0,-1-1 0,-2 1 0,0-2 0,0 1 0,-2-2 0,-1 1 0,6-26 0,-4 6 0,-2 0 0,-1 0 0,-3-1 0,-1 1 0,-4-47 0,1 73 0,0-1 0,-2 1 0,1 0 0,-2 0 0,0 0 0,-1 0 0,0 1 0,-1-1 0,0 1 0,-1 1 0,-16-23 0,15 26 0,0 0 0,0 1 0,-1 0 0,0 0 0,0 1 0,-1 0 0,1 0 0,-2 1 0,1 0 0,-1 1 0,0 0 0,0 1 0,0 0 0,-23-4 0,14 5 24,-1 0 0,1 1 0,-1 1 0,-35 3 0,46 0-159,0-1 0,-1 1 0,1 1 0,0 0 0,0 0 0,0 1 0,1 0 0,-1 1 0,1 0 0,-16 12 0,13-7-6691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46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67 281 24575,'-1'0'0,"0"-1"0,0 0 0,0 0 0,0 1 0,0-1 0,0 0 0,0 1 0,0-1 0,0 1 0,-1-1 0,1 1 0,0 0 0,-2-1 0,2 2 0,1-1 0,-1 1 0,0-1 0,0 1 0,0-1 0,0 1 0,0-1 0,1 1 0,-1 0 0,0 0 0,1-1 0,-1 1 0,0 0 0,1 0 0,-1 0 0,1 0 0,-1-1 0,0 3 0,-5 9 0,1 0 0,0 1 0,0 0 0,2 0 0,-1 1 0,2-1 0,0 1 0,-1 23 0,2 2 0,9 73 0,-6-93 0,1 0 0,1 0 0,0 0 0,1-1 0,9 19 0,-11-30 0,0-1 0,1 1 0,0-1 0,0 0 0,0 0 0,1 0 0,0-1 0,0 0 0,1 0 0,-1 0 0,1 0 0,0-1 0,0 0 0,1 0 0,-1-1 0,9 4 0,-4-3 0,0 0 0,0-1 0,1-1 0,-1 0 0,1 0 0,0-1 0,-1 0 0,1-1 0,0-1 0,0 1 0,-1-2 0,1 0 0,-1 0 0,1-1 0,11-5 0,-8 2 0,-1-1 0,0 0 0,0-1 0,0-1 0,-1 0 0,0-1 0,-1 0 0,0-1 0,-1 0 0,16-21 0,-11 10 0,0-2 0,-2 0 0,-1 0 0,-1-1 0,-1-1 0,11-36 0,-12 28 0,-2-2 0,-2 1 0,0-1 0,-1-54 0,-5 70 0,-1-1 0,0 1 0,-9-34 0,8 44 0,-1 0 0,0 0 0,-1 0 0,-1 0 0,1 1 0,-1-1 0,-1 1 0,-10-14 0,13 20 6,0 1 0,1-1-1,-1 1 1,0 0 0,0-1-1,0 1 1,0 1 0,-1-1-1,1 0 1,0 1 0,-1 0-1,1-1 1,-1 2 0,1-1-1,-1 0 1,0 1 0,1-1-1,-8 1 1,-2 1-321,0 1 0,0 0 1,-23 7-1,32-8 101,-40 12-6612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49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74 24575,'-25'13'0,"17"-8"0,2 0 0,-1 1 0,0-1 0,1 1 0,0 1 0,1-1 0,-1 1 0,1 0 0,-8 15 0,0 2 0,-17 45 0,13-16 0,3 2 0,1-1 0,3 1 0,3 1 0,-1 82 0,7-114 0,1 0 0,1 1 0,5 26 0,-4-42 0,0 0 0,1 0 0,0 0 0,0 0 0,1 0 0,0-1 0,1 1 0,0-1 0,0 0 0,0-1 0,8 8 0,-3-5 0,0-1 0,0 0 0,1 0 0,1-1 0,-1-1 0,1 0 0,0-1 0,1 0 0,-1-1 0,1 0 0,0-1 0,1 0 0,-1-1 0,1-1 0,-1 0 0,1-1 0,0 0 0,-1-1 0,1-1 0,0 0 0,-1-1 0,1 0 0,-1-1 0,1-1 0,-1 0 0,0-1 0,-1 0 0,1-1 0,-1 0 0,0-1 0,0 0 0,15-13 0,-11 5 0,0 0 0,0-1 0,-1-1 0,-2 0 0,1-1 0,-2 0 0,0-1 0,-2 0 0,0-1 0,-1 0 0,12-42 0,-12 27 0,-2 0 0,-2 0 0,-1-1 0,-2 0 0,-1 0 0,-7-59 0,4 65 0,-2 0 0,-1 1 0,-1 0 0,-2 0 0,-1 1 0,-1 0 0,-14-27 0,20 48 9,0 0-1,-1 0 1,0 0-1,-1 1 1,1 0 0,-1 0-1,-1 1 1,1-1-1,-1 1 1,1 1-1,-1-1 1,-1 1-1,-13-5 1,10 5-158,0 0 1,0 1-1,0 1 1,-1-1-1,1 2 1,-1 0-1,0 0 1,1 1-1,-14 2 1,-8 3-6678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52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715 929 24575,'15'-12'0,"0"0"0,-1-2 0,0 1 0,-1-2 0,0 0 0,-2-1 0,1 0 0,-2 0 0,17-36 0,-14 19 0,0 1 0,-2-2 0,-2 0 0,0 0 0,-3-1 0,-1 1 0,-1-1 0,-2 0 0,-5-67 0,1 86 0,-1 0 0,0 0 0,-1 0 0,0 0 0,-2 0 0,0 1 0,0 0 0,-2 0 0,0 1 0,0 0 0,-2 0 0,1 1 0,-2 0 0,0 1 0,0 0 0,-1 1 0,0 0 0,-1 0 0,-1 2 0,1 0 0,-1 0 0,-1 1 0,0 1 0,0 1 0,0 0 0,-1 0 0,-18-3 0,17 7 0,1 1 0,-1 0 0,0 1 0,0 1 0,1 0 0,-1 1 0,1 1 0,0 1 0,-1 0 0,2 1 0,-1 1 0,-29 15 0,20-8 0,1 2 0,0 0 0,2 2 0,-1 0 0,2 2 0,-35 39 0,34-30 0,0 1 0,2 1 0,2 1 0,1 1 0,1 0 0,1 1 0,2 1 0,2 0 0,1 1 0,1 0 0,2 0 0,2 1 0,1 0 0,1 36 0,3-58 0,1-1 0,1 0 0,0 1 0,0-1 0,2 0 0,-1-1 0,10 22 0,-9-26 0,0-1 0,0 1 0,1-1 0,0 0 0,0 0 0,1-1 0,-1 1 0,2-1 0,-1 0 0,1-1 0,-1 0 0,2 0 0,7 5 0,6-1 0,-1-1 0,1-1 0,0 0 0,1-2 0,-1 0 0,1-2 0,0 0 0,0-1 0,0-2 0,1 0 0,-1-1 0,0-1 0,27-7 0,-5-1 0,-1-2 0,-1-1 0,0-3 0,-1-1 0,65-37 0,13-20-1365,-75 46-5461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53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97 986 24575,'0'0'0,"0"0"0,19 6 0,-7-4 0,0 1 0,1-2 0,0 1 0,-1-2 0,1 0 0,-1 0 0,1-1 0,0-1 0,-1 0 0,0-1 0,1 0 0,-1-1 0,22-10 0,-20 7 0,0-2 0,0 0 0,0 0 0,-1-2 0,-1 1 0,0-2 0,0 1 0,-1-2 0,0 0 0,11-17 0,-2-3 0,0 1 0,-2-2 0,-2-1 0,-1 0 0,14-50 0,-23 65 0,-2 0 0,0-1 0,-1 1 0,-1-1 0,-2 0 0,1 0 0,-2 0 0,-1 1 0,-1-1 0,0 1 0,-10-31 0,5 27 0,-2 0 0,0 1 0,-2 0 0,-1 1 0,0 0 0,-19-22 0,22 32 0,1 1 0,-2 0 0,0 1 0,0 0 0,-1 1 0,0 0 0,0 1 0,-1 0 0,0 1 0,0 0 0,-1 1 0,-15-4 0,24 9 0,0-1 0,-1 1 0,1 0 0,-1 1 0,0-1 0,1 1 0,-1 0 0,1 1 0,-1-1 0,1 1 0,-1 0 0,1 1 0,-1-1 0,-5 3 0,4 0 0,0 0 0,1 0 0,-1 0 0,1 1 0,0 0 0,0 0 0,0 0 0,1 1 0,-6 6 0,-3 9 0,1 0 0,0 1 0,2 0 0,0 0 0,-9 30 0,4-6 0,2 0 0,2 1 0,2 0 0,2 1 0,2 0 0,2 0 0,2 0 0,3 1 0,1-1 0,14 73 0,-13-108 0,0 0 0,0-1 0,2 1 0,-1-1 0,2 0 0,-1 0 0,2-1 0,-1 0 0,2 0 0,-1 0 0,2-1 0,-1 0 0,1 0 0,1-1 0,0-1 0,0 1 0,0-2 0,1 1 0,1-1 0,-1-1 0,1 0 0,0-1 0,0 0 0,1-1 0,-1 0 0,22 3 0,-12-4 15,1 0 0,0-2 0,-1 0 0,1-2 0,0 0 0,0-2 0,29-6 0,-20 1-312,-1-2 0,-1-1 0,0-1 0,44-24 0,-31 11-6529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53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1003 24575,'32'6'0,"-11"0"0,-7-3 0,0-1 0,1-1 0,-1 0 0,0-1 0,1 0 0,-1-1 0,0-1 0,1 0 0,-1-1 0,0-1 0,-1 0 0,1-1 0,-1 0 0,0-1 0,0 0 0,0-1 0,-1-1 0,17-13 0,6-12 0,-1-1 0,-1-2 0,-3-1 0,46-71 0,-61 84 0,-2-1 0,-1 0 0,-1-1 0,-2 0 0,0-1 0,-2 1 0,0-2 0,-2 1 0,-1-1 0,-2 1 0,0-1 0,-2 0 0,-1 0 0,-6-39 0,4 51 0,0 1 0,-1 0 0,0 0 0,-1 0 0,-1 1 0,0-1 0,-1 1 0,-13-19 0,14 25 0,-1-1 0,-1 1 0,1 0 0,-1 1 0,0 0 0,-1 0 0,1 1 0,-1 0 0,-1 0 0,1 1 0,-1 1 0,-19-8 0,16 9 0,0-1 0,0 2 0,0 0 0,0 0 0,0 1 0,0 1 0,0 0 0,0 1 0,-22 3 0,16 1 0,0 0 0,0 1 0,1 1 0,-1 1 0,-31 18 0,19-6 0,0 2 0,2 1 0,1 1 0,0 2 0,2 0 0,-30 40 0,41-45 0,0 1 0,2 0 0,0 0 0,1 2 0,2 0 0,0 0 0,2 0 0,-10 47 0,14-53 0,2-1 0,0 1 0,1 1 0,1-1 0,0 0 0,1 0 0,2 0 0,0 0 0,0-1 0,2 1 0,0-1 0,1 0 0,11 23 0,-9-27 0,0-1 0,0 0 0,2-1 0,-1 0 0,1 0 0,1-1 0,0-1 0,0 1 0,1-2 0,0 0 0,0 0 0,1-1 0,0 0 0,0-1 0,21 6 0,3-1 0,1-2 0,0-1 0,1-3 0,60 3 0,41-11-1365,-120 1-5461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57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899 868 24575,'17'-18'0,"-1"0"0,0-2 0,-2 0 0,0-1 0,-1 0 0,11-25 0,-19 36 0,-1 0 0,0-1 0,-1 1 0,0-1 0,-1 0 0,0 0 0,0 0 0,-1-19 0,-2 11 0,0 0 0,-2 1 0,0-1 0,-9-25 0,3 12 0,-2 1 0,-1 0 0,-2 0 0,-24-41 0,28 58 0,0 0 0,0 0 0,-1 1 0,-1 1 0,0-1 0,-1 2 0,0 0 0,-1 1 0,0 0 0,-24-12 0,-13-5 0,-2 4 0,0 1 0,-100-25 0,138 43 0,-1 2 0,0 0 0,0 1 0,0 1 0,0 0 0,0 1 0,0 1 0,-28 6 0,32-4 0,0 0 0,0 1 0,1 0 0,0 1 0,0 0 0,0 0 0,1 1 0,0 1 0,0 0 0,1 0 0,-16 18 0,9-4 0,0 1 0,1 0 0,1 1 0,1 1 0,1 0 0,1 0 0,-11 45 0,12-33 0,2 0 0,1 1 0,2 0 0,1 77 0,5-86 0,1-1 0,2 1 0,0 0 0,2-1 0,2 0 0,13 36 0,-16-52 0,1 0 0,0 0 0,0-1 0,1 1 0,1-2 0,0 1 0,0-1 0,1 0 0,0-1 0,1 0 0,0-1 0,0 0 0,1 0 0,0-1 0,0 0 0,15 5 0,-10-5 0,2-2 0,-1 0 0,0 0 0,1-2 0,0 0 0,0-1 0,0-1 0,0-1 0,0 0 0,0-2 0,0 0 0,0 0 0,-1-2 0,1 0 0,-1-2 0,31-12 0,-13 1 0,-1-2 0,-1-1 0,0-2 0,-2-1 0,-1-1 0,48-50 0,95-97-1365,-156 155-5461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59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 24575,'27'-5'0,"228"-41"0,57-7 0,-223 42 0,141 1 0,-38 24-1365,-175-11-5461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1:59.6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0 24575,'24'5'0,"0"0"0,-1 1 0,0 2 0,0 0 0,0 2 0,25 14 0,121 84 0,-168-108 0,5 4 0,-1 0 0,1 0 0,-1 0 0,0 1 0,7 8 0,-10-11 0,-1 0 0,0 0 0,0-1 0,0 1 0,-1 0 0,1 0 0,0 0 0,-1 0 0,1 0 0,-1 0 0,0 0 0,1 0 0,-1 1 0,0-1 0,-1 0 0,1 0 0,0 0 0,0 0 0,-1 0 0,1 0 0,-1 0 0,0 0 0,-1 3 0,-3 4 0,0 0 0,-1 0 0,0 0 0,0-1 0,-1 0 0,0 0 0,-12 10 0,-65 46 0,66-51 0,-240 186-1365,214-161-5461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2:00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24575,'72'9'0,"90"-1"0,-31-2 0,599 84 0,-591-68-1365,-105-17-5461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2:00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 24575,'21'8'0,"114"32"0,-3-1 0,-107-30 0,-1 1 0,0 1 0,25 16 0,-47-26 0,0 1 0,0-1 0,0 1 0,0-1 0,0 1 0,-1-1 0,1 1 0,-1 0 0,1 0 0,-1 0 0,0 0 0,0 0 0,1 0 0,-1 0 0,-1 0 0,1 0 0,0 1 0,0 3 0,0-2 0,-1 0 0,0 0 0,-1 0 0,1 0 0,-1 0 0,0 0 0,0 0 0,0-1 0,0 1 0,-3 5 0,-1 2 0,-1-1 0,0 0 0,-1 0 0,0-1 0,-1 0 0,-12 12 0,-24 16 0,-2-1 0,-1-3 0,-98 51 0,94-58-682,-55 18-1,83-35-6143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2:07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0 24575,'-18'31'0,"11"-19"0,1 0 0,-7 16 0,18-29 0,1 0 0,-1 1 0,1-1 0,-1 1 0,8 1 0,67 13 0,-58-9 0,0-1 0,0-1 0,0-1 0,45-1 0,91-22 0,57-5 0,-36 28 0,-47 2 0,17-13 0,11-1 0,-79 10 0,-98-16 0,11 13 0,1 0 0,-1 1 0,0 0 0,0 0 0,0 0 0,0 1 0,0 0 0,-1 0 0,-6 0 0,-62 3 0,48 0 0,23-2 0,-578 4 0,418-11 0,-49-5 0,190 10 0,1 0 0,-1 1 0,0 1 0,-44 7 0,70-7 0,0 1 0,-1-1 0,1 1 0,0 0 0,-1 0 0,1 0 0,-1 0 0,4 3 0,16 6 0,50 8 0,1-3 0,1-3 0,1-3 0,90-2 0,-1-2 0,-46-1 0,157-13 0,-150-8 0,-125 17 0,0 0 0,1 0 0,-1 0 0,0 0 0,0-1 0,1 1 0,-1 0 0,0 0 0,0 0 0,1 0 0,-1 0 0,0-1 0,0 1 0,0 0 0,0 0 0,1 0 0,-1 0 0,0-1 0,0 1 0,0 0 0,0 0 0,0-1 0,0 1 0,1 0 0,-1 0 0,0-1 0,0 1 0,0 0 0,0 0 0,0-1 0,0 1 0,0 0 0,0 0 0,0-1 0,0 1 0,0 0 0,0 0 0,-1-1 0,-5-14 0,4 13 0,0-1 0,1 1 0,-1-1 0,0 1 0,0 0 0,0 0 0,-1 0 0,-4-3 0,-3 2 0,0 2 0,-1-1 0,1 1 0,-1 1 0,1 0 0,-20 3 0,-8-2 0,-268-11 0,122 2 0,85 7 0,-169 20 0,126 8 0,7-1 0,176-19 0,20-3 60,107-9 0,58-22-1545,-193 22-5341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2:10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13 24575,'4'-5'0,"-3"5"0,-1-1 0,1 1 0,-1-1 0,0 0 0,1 1 0,-1-1 0,1 1 0,0-1 0,-1 1 0,1 0 0,-1-1 0,1 1 0,0 0 0,-1-1 0,1 1 0,1-1 0,1 2 0,1-1 0,-1 1 0,1-1 0,-1 1 0,0 0 0,0 0 0,1 1 0,-1-1 0,0 0 0,0 1 0,0 0 0,0 0 0,4 3 0,35 35 0,-31-28 0,9 8 0,-1 0 0,-1 1 0,-2 1 0,0 1 0,-1 0 0,-1 1 0,-1 0 0,-2 1 0,0 1 0,-1 0 0,-2 0 0,9 48 0,-9-16 0,-2 0 0,-2 64 0,-14 116 0,4-143 0,5-83 0,1 0 0,0-1 0,0 1 0,2 0 0,-1-1 0,5 15 0,-5-21 0,1-1 0,0 0 0,0 1 0,0-1 0,0 0 0,1 0 0,0-1 0,0 1 0,0 0 0,0-1 0,0 0 0,1 0 0,-1 0 0,1 0 0,0 0 0,0-1 0,0 1 0,5 1 0,-3-2 0,0 0 0,0-1 0,0 0 0,0 0 0,0 0 0,0 0 0,0-1 0,0 0 0,1-1 0,-1 1 0,0-1 0,0 0 0,0-1 0,0 1 0,0-1 0,0-1 0,-1 1 0,1-1 0,-1 0 0,1 0 0,-1 0 0,0-1 0,0 0 0,5-5 0,-12 8 0,1-1 0,-1 1 0,0-1 0,1 1 0,-1 0 0,0-1 0,0 1 0,0 0 0,0 0 0,-3-1 0,-1 1 0,0-1 0,1 1 0,-1 0 0,0 0 0,0 1 0,1 0 0,-1 0 0,0 0 0,0 1 0,0 0 0,1 0 0,-1 0 0,0 1 0,1 0 0,0 0 0,-1 0 0,1 1 0,0 0 0,0 0 0,0 0 0,-4 4 0,-1 1 0,0 1 0,1 0 0,1 1 0,-1-1 0,2 2 0,-1-1 0,1 1 0,-8 18 0,-3 12 0,2 0 0,1 1 0,3 1 0,1 1 0,2-1 0,2 1 0,2 1 0,2 77 0,7 86 0,1 160 0,-5-354 0,-1 0 0,0 1 0,-1-1 0,-1 0 0,0 1 0,-8 20 0,8-27 0,-1 1 0,0-1 0,-1-1 0,1 1 0,-2-1 0,1 0 0,-1 0 0,0 0 0,0-1 0,-1 0 0,-10 8 0,-6 2 24,-2-1 0,1-1 0,-2 0 0,-30 10 0,37-18-236,0 0 0,0-1 0,0-1-1,0-1 1,0-1 0,-39 0 0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2:18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10 24575,'-21'12'0,"-9"0"0,19-8 0,1 1 0,-1 0 0,1 0 0,0 1 0,0 1 0,-13 11 0,8-5 0,2 1 0,0 1 0,0 0 0,2 1 0,0 0 0,0 0 0,2 1 0,0 1 0,1-1 0,1 2 0,0-1 0,2 1 0,0 0 0,1 0 0,1 0 0,-2 39 0,19 163 0,-4-119 0,-8-73 0,1 0 0,2 0 0,1-1 0,1 1 0,1-1 0,14 29 0,-17-45 0,1 0 0,1-1 0,0 1 0,0-2 0,1 1 0,1-1 0,-1 0 0,2 0 0,-1-1 0,1-1 0,1 0 0,0 0 0,0-1 0,0 0 0,21 9 0,-19-12 0,0 0 0,0 0 0,0-1 0,0-1 0,1 0 0,-1-1 0,1 0 0,-1-1 0,1 0 0,0-2 0,-1 1 0,0-2 0,1 0 0,24-8 0,-16 2 0,-1-1 0,1-1 0,-2 0 0,0-2 0,0 0 0,-1-1 0,29-28 0,-38 30 0,0 0 0,0 0 0,-1-1 0,-1 0 0,0 0 0,0-1 0,-2 0 0,0-1 0,0 1 0,-1-1 0,4-24 0,-2-6 0,-1-1 0,0-72 0,-5 79 0,-2 0 0,-2 0 0,-1 0 0,-2 1 0,-2 0 0,-1 0 0,-19-48 0,22 75 0,1 0 0,-2 1 0,1 0 0,-1 0 0,-1 0 0,0 1 0,0 0 0,-1 1 0,0 0 0,0 0 0,-1 1 0,-12-7 0,-2 0 0,0 2 0,-2 0 0,1 2 0,-36-9 0,18 9 0,-60-6 0,-23-6 0,102 18-170,0 1-1,0 0 0,0 2 1,0 1-1,0 1 0,0 1 1,-37 7-1,53-7-6655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7:38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0 0,0 0 0,0 0 0,8 3 0,82 25 0,0-4 0,160 22 0,-233-44 0,135 20 0,158 3 0,16-17 0,-277-7 0,69-1 0,-102-2 0,1 1 0,-1-2 0,1 0 0,29-11 0,-41 12-59,-1 1 0,0-2-1,0 1 1,0 0-1,0-1 1,-1 0 0,1 0-1,-1 0 1,1 0 0,-1 0-1,0-1 1,0 0 0,-1 1-1,1-1 1,-1 0-1,0 0 1,0 0 0,0-1-1,0 1 1,-1 0 0,0-1-1,1-5 1,2-10-6767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7:38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0,3 2 0,1-1 0,-1 0 0,0 1 0,0 0 0,0 0 0,0 0 0,4 3 0,3 2 0,-2-1 0,-1 0 0,1 0 0,-1 1 0,-1 0 0,0 0 0,7 10 0,24 25 0,7-6 0,78 48 0,18 14 0,-131-91 0,31 29 0,-37-33 0,-1 0 0,1 0 0,-1 0 0,0 0 0,0 1 0,0-1 0,0 1 0,-1-1 0,1 1 0,-1 0 0,1 5 0,-2-6 0,0 0 0,0-1 0,-1 1 0,1 0 0,-1-1 0,0 1 0,1 0 0,-1-1 0,0 1 0,0-1 0,-1 1 0,1-1 0,-1 0 0,1 1 0,-1-1 0,0 0 0,-3 4 0,-39 32 0,43-38 0,-23 17 24,0-1 0,-1-1 0,-1-2 0,-28 11 0,-109 32-1509,99-37-5341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10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33 416 5985 0 0,'5'-48'4813'0'0,"-3"38"-4308"0"0,0 1 0 0 0,-1-1 0 0 0,0 0 0 0 0,-1-13 0 0 0,-17-123 3984 0 0,12 101-4253 0 0,-13-62 0 0 0,15 99 77 0 0,2 16-90 0 0,3 15-99 0 0,9 115 48 0 0,-9-95-145 0 0,1 0 0 0 0,2-1-1 0 0,18 71 1 0 0,-21-108 67 0 0,-1 0 0 0 0,1 0 1 0 0,-1 1-1 0 0,-1-1 0 0 0,1 6 0 0 0,-16-31 842 0 0,10 8-874 0 0,1 1 0 0 0,0-1 0 0 0,1 1 0 0 0,0-1 0 0 0,0 0 0 0 0,0-18 0 0 0,0 14-122 0 0,4 9 69 0 0,3 9-1265 0 0,5 9-2994 0 0,-6-7 2700 0 0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1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14283 0 0,'22'-4'1033'0'0,"-1"0"0"0"0,24-9 0 0 0,-9 3-426 0 0,129-33 2011 0 0,-143 39-2187 0 0,-17 6-1106 0 0,-15 4-2395 0 0,4-4 1412 0 0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3978 1 11202 0 0,'0'1'76'0'0,"-1"1"0"0"0,0 0 0 0 0,0 0 0 0 0,1 1 0 0 0,-1-1 0 0 0,1 0 1 0 0,-1 0-1 0 0,1 0 0 0 0,0 0 0 0 0,0 0 0 0 0,0 0 0 0 0,0 0 0 0 0,0 1 0 0 0,1 2 0 0 0,1 5 0 0 0,4 187 2999 0 0,-3-34-735 0 0,-2-82-1758 0 0,-3 0 0 0 0,-17 101-1 0 0,3-38-86 0 0,-25 232-237 0 0,23-252-207 0 0,-8 85-38 0 0,4 100 179 0 0,9-153-179 0 0,-31 240 38 0 0,7-148 8 0 0,-13 68 64 0 0,-53 494 728 0 0,90-504-861 0 0,-7 84-36 0 0,12-260 184 0 0,-4 34 60 0 0,12-163-190 0 0,0 1-1 0 0,0 0 1 0 0,-1-1 0 0 0,1 1 0 0 0,-1 0 0 0 0,1-1 0 0 0,-1 1 0 0 0,1-1 0 0 0,-1 1 0 0 0,0-1 0 0 0,0 1-1 0 0,0-1 1 0 0,0 0 0 0 0,0 1 0 0 0,0-1 0 0 0,0 0 0 0 0,0 0 0 0 0,0 0 0 0 0,-1 0 0 0 0,1 0 0 0 0,0 0-1 0 0,-1 0 1 0 0,1 0 0 0 0,-1 0 0 0 0,1-1 0 0 0,-1 1 0 0 0,1 0 0 0 0,-1-1 0 0 0,1 0 0 0 0,-1 1 0 0 0,0-1-1 0 0,1 0 1 0 0,-4 0 0 0 0,-5 0 76 0 0,0 0-1 0 0,0-1 1 0 0,0-1-1 0 0,-16-3 1 0 0,-2-1-2 0 0,-3 3-27 0 0,1 2-1 0 0,-1 1 1 0 0,-55 7 0 0 0,-90 6 197 0 0,16-2 37 0 0,-532 75 690 0 0,649-83-937 0 0,-1-2 0 0 0,0-1 0 0 0,1-3 0 0 0,-1-1-1 0 0,1-2 1 0 0,-70-20 0 0 0,57 15-57 0 0,-2 2-1 0 0,-109-2 1 0 0,-8-2 61 0 0,-139-25-126 0 0,0 16 80 0 0,104 30 136 0 0,-8 1 32 0 0,175-9-33 0 0,0 3 0 0 0,0 2 0 0 0,0 2 0 0 0,-67 19 0 0 0,100-22-122 0 0,9-3-9 0 0,-1 0 0 0 0,1-1 0 0 0,0 1 0 0 0,-1 0 0 0 0,1-1 0 0 0,-1 1 0 0 0,0-1 0 0 0,1 1 0 0 0,-1-1 0 0 0,1 0 0 0 0,-1 0 0 0 0,0 0 0 0 0,-2 0 1 0 0,32-36-4177 0 0,-18 22 2262 0 0,0-4-10 0 0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10 3681 0 0,'-21'7'3302'0'0,"-8"5"3590"0"0,30-10-6646 0 0,1-1 1 0 0,0 1-1 0 0,-1-1 0 0 0,1 1 1 0 0,0-1-1 0 0,0 0 1 0 0,0 0-1 0 0,0 0 0 0 0,4 2 1 0 0,0 0 162 0 0,7 4-69 0 0,1-1 0 0 0,-1 0 0 0 0,1-1 0 0 0,0-1 0 0 0,0 0 1 0 0,30 4-1 0 0,92 2 740 0 0,-99-9-798 0 0,89 6 296 0 0,-182-28 94 0 0,8 12-622 0 0,-1 1 0 0 0,1 4 0 0 0,-69 0 0 0 0,94 5-14 0 0,15 0-5 0 0,0-1 1 0 0,0 0 0 0 0,-1-1 0 0 0,-12-1-1 0 0,43-5 143 0 0,30 7-174 0 0,156-7 0 0 0,-152 2 244 0 0,108 4 0 0 0,-147 2-108 0 0,0 0 0 0 0,0-2 0 0 0,0 0 0 0 0,0-1 0 0 0,28-6 0 0 0,-45 8-127 0 0,0 0 0 0 0,1 0 0 0 0,-1 0 1 0 0,0 0-1 0 0,1-1 0 0 0,-1 1 0 0 0,0 0 0 0 0,1 0 0 0 0,-1 0 0 0 0,0 0 0 0 0,0 0 1 0 0,1 0-1 0 0,-1 0 0 0 0,0-1 0 0 0,1 1 0 0 0,-1 0 0 0 0,0 0 0 0 0,0 0 0 0 0,1-1 1 0 0,-1 1-1 0 0,0 0 0 0 0,0 0 0 0 0,0-1 0 0 0,1 1 0 0 0,-1 0 0 0 0,0-1 1 0 0,0 1-1 0 0,0 0 0 0 0,0-1 0 0 0,0 1 0 0 0,0 0 0 0 0,0 0 0 0 0,1-1 0 0 0,-10-6 244 0 0,-16 0-4 0 0,-20 3-183 0 0,1 2-1 0 0,-1 1 1 0 0,-46 7-1 0 0,28-2-35 0 0,8-2-35 0 0,13-1-19 0 0,-76 11 0 0 0,141 1-128 0 0,-3-6 150 0 0,0-1 0 0 0,0 0 1 0 0,1-2-1 0 0,0 0 0 0 0,0-1 0 0 0,0-1 0 0 0,0-1 1 0 0,0-1-1 0 0,22-3 0 0 0,7-3 29 0 0,0-2 1 0 0,80-24-1 0 0,-115 26 529 0 0,-7 2-1674 0 0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49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1578 6913 0 0,'-1'-2'209'0'0,"0"0"0"0"0,-1 0 0 0 0,1 0 0 0 0,0 0 0 0 0,0 0 0 0 0,0 0 0 0 0,1 0 0 0 0,-1-1-1 0 0,1 1 1 0 0,-1 0 0 0 0,1-1 0 0 0,0 1 0 0 0,-1 0 0 0 0,1-1 0 0 0,0 1 0 0 0,1 0 0 0 0,-1-4 0 0 0,10-43 31 0 0,-7 38 119 0 0,5-35 636 0 0,-2 0 0 0 0,0-70-1 0 0,0 3-278 0 0,29-347-156 0 0,-35 452-554 0 0,23-224 372 0 0,-13 167-308 0 0,25-126 57 0 0,-25 129-203 0 0,-7 40 426 0 0,8-33-1 0 0,-8 40-229 0 0,-3 13-104 0 0,0 1 0 0 0,1-1 1 0 0,-1 0-1 0 0,0 1 0 0 0,0-1 0 0 0,1 1 0 0 0,-1-1 0 0 0,1 0 0 0 0,0 1 0 0 0,-1-1 0 0 0,1 1 0 0 0,0-1 0 0 0,0 1 0 0 0,0 0 0 0 0,0-1 1 0 0,0 1-1 0 0,0 0 0 0 0,0 0 0 0 0,0 0 0 0 0,1-1 0 0 0,-1 1 0 0 0,0 0 0 0 0,1 1 0 0 0,-1-1 0 0 0,1 0 0 0 0,-1 0 0 0 0,1 1 0 0 0,-1-1 1 0 0,1 1-1 0 0,1-1 0 0 0,18-2-45 0 0,-1 2 1 0 0,0 0-1 0 0,35 3 1 0 0,0 0 6 0 0,471 31-38 0 0,-424-24 56 0 0,25 2 4 0 0,266 28 0 0 0,19 13 136 0 0,-295-44-144 0 0,144-10-1 0 0,-30-2 2 0 0,27-13 104 0 0,-49 0-26 0 0,149-10-71 0 0,-246 15 0 0 0,64-8 0 0 0,-172 19-25 0 0,-2 1 10 0 0,0 0 0 0 0,1 0 0 0 0,-1-1 0 0 0,0 1 0 0 0,0-1-1 0 0,0 1 1 0 0,0-1 0 0 0,0 0 0 0 0,0 0 0 0 0,0 0 0 0 0,0 0 0 0 0,0 0 0 0 0,0 0 0 0 0,0-1 0 0 0,-1 1 0 0 0,1-1 0 0 0,1-1 0 0 0,-6-2 19 0 0,3 5-6 0 0,0 0 0 0 0,-1 0 0 0 0,1 0 0 0 0,-1 0 0 0 0,1 0 0 0 0,-1 0 0 0 0,1 0 0 0 0,0 0 0 0 0,-1 0 0 0 0,1 0 0 0 0,-1 1 0 0 0,1-1 0 0 0,0 0 0 0 0,-1 0 0 0 0,1 0 0 0 0,0 0 0 0 0,-1 1 0 0 0,1-1 0 0 0,0 0 0 0 0,-1 0 0 0 0,1 1 0 0 0,0-1 0 0 0,-1 0 0 0 0,1 1 0 0 0,0-1 0 0 0,0 0 0 0 0,0 1 0 0 0,-1 0 0 0 0,-2 5-19 0 0,1 0 0 0 0,0 1-1 0 0,0 0 1 0 0,0 0 0 0 0,1-1-1 0 0,0 1 1 0 0,0 0 0 0 0,1 0-1 0 0,-1 0 1 0 0,2 8 0 0 0,4 234-107 0 0,10 56 440 0 0,-2-64-74 0 0,-10 292 601 0 0,-7-69-519 0 0,9-172-92 0 0,1 7 3 0 0,-20 255 334 0 0,24-279-268 0 0,-5-193-17 0 0,-4-72-248 0 0,0-5-22 0 0,-1-1 1 0 0,1 0 0 0 0,-1 1-1 0 0,0-1 1 0 0,-1 0 0 0 0,1 0-1 0 0,-1 1 1 0 0,0-1 0 0 0,0 0-1 0 0,-2 5 1 0 0,2-14-1475 0 0,1-1 605 0 0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0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2761 0 0,'-17'2'-753'0'0,"-10"0"10032"0"0,24-2-7827 0 0,15-1-899 0 0,-1 1 1 0 0,1 1-1 0 0,-1 0 1 0 0,20 4 0 0 0,2 0 278 0 0,139 9 1153 0 0,281-14-1 0 0,-389-3-1898 0 0,423-4 1221 0 0,-468 9-1175 0 0,-18-1-42 0 0,-11-2-48 0 0,-41-6-961 0 0,25 2-5064 0 0,8 3-502 0 0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84 8122 0 0,'0'0'68'0'0,"0"0"1"0"0,-1 0-1 0 0,1 0 1 0 0,0 0-1 0 0,-1 0 1 0 0,1 0 0 0 0,0 0-1 0 0,0 0 1 0 0,-1 0-1 0 0,1 0 1 0 0,0 0-1 0 0,-1 0 1 0 0,1-1-1 0 0,0 1 1 0 0,0 0-1 0 0,-1 0 1 0 0,1 0-1 0 0,0 0 1 0 0,0-1 0 0 0,0 1-1 0 0,-1 0 1 0 0,1 0-1 0 0,0-1 1 0 0,0 1-1 0 0,0 0 1 0 0,-1 0-1 0 0,1-1 1 0 0,0 1-1 0 0,0 0 1 0 0,0 0-1 0 0,0-1 1 0 0,0 1 0 0 0,0 0-1 0 0,0 0 1 0 0,0-1-1 0 0,-1 1 1 0 0,1 0-1 0 0,0-1 1 0 0,0 1-1 0 0,0 0 1 0 0,1-1-1 0 0,-1 1 1 0 0,0 0-1 0 0,0 0 1 0 0,0-1 0 0 0,0 1-1 0 0,0 0 1 0 0,0-1-1 0 0,0 1 1 0 0,0 0-1 0 0,1 0 1 0 0,-1-1-1 0 0,0 1 1 0 0,0 0-1 0 0,0 0 1 0 0,0-1 0 0 0,1 1-1 0 0,-1 0 1 0 0,0 0-1 0 0,0 0 1 0 0,1 0-1 0 0,-1-1 1 0 0,0 1-1 0 0,0 0 1 0 0,2-1 1181 0 0,89-4 1335 0 0,-6 8-1442 0 0,124-12 1 0 0,-116 0-916 0 0,0 4 0 0 0,0 4 1 0 0,118 14-1 0 0,-160-11-573 0 0,-51-4-48 0 0,0 0 1 0 0,0 0 0 0 0,0-1-1 0 0,-1 1 1 0 0,1 0 0 0 0,-1 0-1 0 0,1 0 1 0 0,-2-4 0 0 0,1 4 65 0 0,-7-19-1762 0 0,4 8 940 0 0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0:59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43 6193 0 0,'-1'-2'121'0'0,"0"-2"539"0"0,-1 1 0 0 0,1-1 0 0 0,0 0 0 0 0,0 0 1 0 0,1 1-1 0 0,-1-1 0 0 0,1 0 0 0 0,-1-7 0 0 0,12 25 3210 0 0,-3-5-3586 0 0,1-1 1 0 0,0-1-1 0 0,0 0 1 0 0,1 0-1 0 0,0-1 0 0 0,1 0 1 0 0,-1 0-1 0 0,23 7 1 0 0,5-1 24 0 0,55 10 0 0 0,-55-15-3 0 0,57 20 1 0 0,-93-26-285 0 0,0-1-1 0 0,0 1 0 0 0,0 0 1 0 0,0 0-1 0 0,-1-1 1 0 0,1 1-1 0 0,0 0 0 0 0,-1 1 1 0 0,1-1-1 0 0,0 0 1 0 0,-1 0-1 0 0,1 1 0 0 0,-1-1 1 0 0,0 1-1 0 0,1-1 1 0 0,-1 1-1 0 0,2 3 0 0 0,-3-3 4 0 0,0-1-1 0 0,0 0 0 0 0,0 1 0 0 0,0-1 0 0 0,0 1 0 0 0,-1-1 1 0 0,1 1-1 0 0,0-1 0 0 0,-1 1 0 0 0,1-1 0 0 0,-1 0 1 0 0,1 1-1 0 0,-1-1 0 0 0,0 0 0 0 0,0 1 0 0 0,1-1 0 0 0,-1 0 1 0 0,0 0-1 0 0,0 0 0 0 0,0 0 0 0 0,0 0 0 0 0,0 0 0 0 0,-1 0 1 0 0,-1 1-1 0 0,-26 20 322 0 0,0-1 0 0 0,-2-2 0 0 0,-59 28 0 0 0,-14 7-321 0 0,79-40-37 0 0,3-1-1134 0 0,8-4-4260 0 0,6-3-1367 0 0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98 4609 0 0,'-12'-18'3755'0'0,"-26"-30"739"0"0,35 45-4372 0 0,0 0 1 0 0,0 0 0 0 0,-1 0 0 0 0,1 0 0 0 0,-1 1-1 0 0,1-1 1 0 0,-1 1 0 0 0,0 0 0 0 0,0 0-1 0 0,0 1 1 0 0,-6-2 0 0 0,7 2-45 0 0,0 1 0 0 0,0 0 0 0 0,0 0 0 0 0,0 0 0 0 0,0 1 0 0 0,0-1 0 0 0,0 1 0 0 0,0 0 0 0 0,0-1 0 0 0,0 1 0 0 0,0 1 0 0 0,0-1 0 0 0,1 0-1 0 0,-1 1 1 0 0,-3 2 0 0 0,-40 32 445 0 0,32-24-389 0 0,-1 1 47 0 0,0 1-1 0 0,1 0 0 0 0,-13 17 0 0 0,24-27-132 0 0,-1-1 0 0 0,2 1 0 0 0,-1 1 0 0 0,0-1 0 0 0,1 0 0 0 0,0 1 0 0 0,0-1 0 0 0,0 1 0 0 0,0 0 0 0 0,1 0 0 0 0,0-1 0 0 0,0 1 0 0 0,0 0 0 0 0,0 0 0 0 0,1 0 0 0 0,0 0 0 0 0,1 10 0 0 0,0-13-33 0 0,0 1 0 0 0,0 0 0 0 0,1-1 0 0 0,-1 1 1 0 0,1-1-1 0 0,0 1 0 0 0,-1-1 0 0 0,1 0 0 0 0,0 0 0 0 0,0 0 0 0 0,1 0 1 0 0,-1 0-1 0 0,0 0 0 0 0,1-1 0 0 0,-1 1 0 0 0,1-1 0 0 0,-1 1 0 0 0,1-1 1 0 0,3 1-1 0 0,9 4 13 0 0,1-1 1 0 0,19 3 0 0 0,-20-5 30 0 0,102 32 52 0 0,-60-18-110 0 0,-55-16-1 0 0,1 0 0 0 0,-1-1 1 0 0,0 1-1 0 0,0 0 0 0 0,1 0 0 0 0,-1 0 1 0 0,0 1-1 0 0,0-1 0 0 0,0 0 0 0 0,0 1 1 0 0,0-1-1 0 0,-1 1 0 0 0,1 0 0 0 0,0 0 1 0 0,-1-1-1 0 0,3 5 0 0 0,-3-4 11 0 0,0 0 0 0 0,-1 0 1 0 0,1 0-1 0 0,-1 0 0 0 0,1 0 0 0 0,-1 0 0 0 0,0-1 0 0 0,0 1 1 0 0,0 0-1 0 0,0 0 0 0 0,0 0 0 0 0,0 0 0 0 0,-1 0 0 0 0,1 0 0 0 0,-1 0 1 0 0,0 3-1 0 0,-2 1 42 0 0,0-1-1 0 0,0 0 1 0 0,0 0 0 0 0,0 0 0 0 0,-1 0 0 0 0,0 0-1 0 0,0-1 1 0 0,0 1 0 0 0,-1-1 0 0 0,1 0 0 0 0,-1 0-1 0 0,-6 3 1 0 0,-3 1 23 0 0,0 0 0 0 0,0-1 0 0 0,-1 0 0 0 0,-29 8 0 0 0,43-15-115 0 0,-1 1 0 0 0,0-1 0 0 0,0 0 0 0 0,0 0 0 0 0,0 0 0 0 0,0 0 0 0 0,1 0 0 0 0,-1 0 0 0 0,0 0 0 0 0,0-1 0 0 0,0 1 0 0 0,-3-2 0 0 0,5 2-63 0 0,-1-1-1 0 0,0 1 0 0 0,0-1 0 0 0,1 1 1 0 0,-1-1-1 0 0,0 1 0 0 0,1-1 1 0 0,-1 0-1 0 0,0 1 0 0 0,1-1 0 0 0,-1 0 1 0 0,1 1-1 0 0,-1-1 0 0 0,1 0 0 0 0,0 0 1 0 0,-1 0-1 0 0,1 1 0 0 0,0-1 0 0 0,0 0 1 0 0,-1 0-1 0 0,1 0 0 0 0,0 0 1 0 0,0 0-1 0 0,0 1 0 0 0,0-1 0 0 0,0 0 1 0 0,0 0-1 0 0,0 0 0 0 0,1-1 0 0 0,1-9-1785 0 0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1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6913 0 0,'0'0'104'0'0,"1"0"0"0"0,-1 0 0 0 0,0 0 0 0 0,0 0 0 0 0,0 0 0 0 0,0-1 0 0 0,1 1 0 0 0,-1 0 0 0 0,0 0 0 0 0,0 0 0 0 0,0 0 0 0 0,0 0 0 0 0,1 0 0 0 0,-1 0 0 0 0,0 0 0 0 0,0 0 0 0 0,0 0 0 0 0,1 0 0 0 0,-1 0 0 0 0,0 0 0 0 0,0 0 0 0 0,0 0 0 0 0,0 0 0 0 0,1 0 0 0 0,-1 1 0 0 0,0-1-1 0 0,0 0 1 0 0,0 0 0 0 0,0 0 0 0 0,1 0 0 0 0,-1 0 0 0 0,0 0 0 0 0,0 0 0 0 0,0 1 0 0 0,0-1 0 0 0,0 0 0 0 0,0 0 0 0 0,1 0 0 0 0,-1 0 0 0 0,0 0 0 0 0,0 1 0 0 0,0-1 0 0 0,0 0 0 0 0,0 0 0 0 0,0 0 0 0 0,0 1 0 0 0,0-1 0 0 0,0 0 0 0 0,0 0 0 0 0,0 0 0 0 0,0 0 0 0 0,0 1-1 0 0,8 19 1493 0 0,3 25-940 0 0,-7-23-330 0 0,-2 0 1 0 0,-1 0-1 0 0,-1 1 0 0 0,-3 30 1 0 0,-21 88 2031 0 0,21-127-1956 0 0,17-116 863 0 0,-11 63-1276 0 0,3 1-1 0 0,17-67 1 0 0,-22 99 19 0 0,1 0 0 0 0,1 0 0 0 0,-1 1 0 0 0,1-1 0 0 0,0 1 1 0 0,0-1-1 0 0,1 1 0 0 0,-1 0 0 0 0,10-9 0 0 0,-11 13-10 0 0,0-1 1 0 0,0 1-1 0 0,0 0 0 0 0,0-1 1 0 0,0 1-1 0 0,0 0 0 0 0,1 1 1 0 0,-1-1-1 0 0,0 0 0 0 0,1 1 1 0 0,-1-1-1 0 0,1 1 0 0 0,-1 0 1 0 0,0-1-1 0 0,1 1 0 0 0,-1 1 1 0 0,1-1-1 0 0,-1 0 0 0 0,1 0 1 0 0,-1 1-1 0 0,0 0 0 0 0,1-1 1 0 0,-1 1-1 0 0,0 0 0 0 0,0 0 1 0 0,1 0-1 0 0,2 2 0 0 0,2 1 30 0 0,-1 1-1 0 0,0-1 1 0 0,0 1-1 0 0,0 0 0 0 0,-1 1 1 0 0,0-1-1 0 0,0 1 1 0 0,0 0-1 0 0,0 0 0 0 0,-1 0 1 0 0,0 1-1 0 0,-1 0 1 0 0,1 0-1 0 0,2 8 1 0 0,-3-7 22 0 0,-1-1 1 0 0,0 1-1 0 0,0 1 1 0 0,0-1 0 0 0,-1 0-1 0 0,0 0 1 0 0,-1 0 0 0 0,1 1-1 0 0,-2-1 1 0 0,1 0 0 0 0,-1 0-1 0 0,-4 15 1 0 0,3-14-8 0 0,2-7-21 0 0,-1 0-1 0 0,0 0 1 0 0,1 0-1 0 0,-1 0 1 0 0,0 0 0 0 0,0 0-1 0 0,0 0 1 0 0,0 0-1 0 0,-2 3 1 0 0,2-24 122 0 0,5-10-173 0 0,14-50-1 0 0,-11 51 13 0 0,-8 24-107 0 0,0 6-100 0 0,1-1 152 0 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4145 0 0,'0'-11'9837'0'0,"6"-32"-7808"0"0,-4 38-1915 0 0,-1 0 0 0 0,0 1 0 0 0,1-1 0 0 0,0 0 0 0 0,0 1 0 0 0,0-1 0 0 0,0 1-1 0 0,1-1 1 0 0,0 1 0 0 0,0 0 0 0 0,0 0 0 0 0,0 1 0 0 0,1-1 0 0 0,0 1-1 0 0,-1-1 1 0 0,1 1 0 0 0,0 0 0 0 0,1 1 0 0 0,-1-1 0 0 0,0 1 0 0 0,1-1 0 0 0,0 1-1 0 0,-1 1 1 0 0,1-1 0 0 0,9-1 0 0 0,-9 2-68 0 0,0 0 0 0 0,-1 0 1 0 0,1 0-1 0 0,0 1 0 0 0,-1 0 0 0 0,1 0 0 0 0,0 0 0 0 0,-1 1 1 0 0,1 0-1 0 0,0 0 0 0 0,-1 0 0 0 0,1 0 0 0 0,7 4 0 0 0,-9-3-23 0 0,1 0 0 0 0,-1 1-1 0 0,1-1 1 0 0,-1 1-1 0 0,0 0 1 0 0,0 0 0 0 0,0 0-1 0 0,0 0 1 0 0,-1 1 0 0 0,0-1-1 0 0,1 1 1 0 0,-1 0-1 0 0,0-1 1 0 0,-1 1 0 0 0,3 7-1 0 0,-2-6 6 0 0,-1 0 1 0 0,0 0-1 0 0,0 0 0 0 0,0 0 0 0 0,-1 0 0 0 0,0 0 1 0 0,0 0-1 0 0,0 0 0 0 0,-2 10 0 0 0,-15 43 209 0 0,6-25-312 0 0,11-32-66 0 0,0 0-1 0 0,0 0 0 0 0,0 0 1 0 0,0 0-1 0 0,0 0 0 0 0,0 0 1 0 0,0 0-1 0 0,0 0 0 0 0,0 0 1 0 0,0 0-1 0 0,1 0 0 0 0,-1 0 1 0 0,0 0-1 0 0,1 0 0 0 0,-1 0 1 0 0,1 0-1 0 0,-1 0 0 0 0,1 0 1 0 0,-1 0-1 0 0,1 0 1 0 0,0-1-1 0 0,-1 1 0 0 0,1 0 1 0 0,0-1-1 0 0,0 1 0 0 0,0 0 1 0 0,-1-1-1 0 0,1 1 0 0 0,0-1 1 0 0,0 1-1 0 0,0-1 0 0 0,0 1 1 0 0,0-1-1 0 0,0 0 0 0 0,1 1 1 0 0,5-1-1925 0 0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3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125 443 9074 0 0,'0'-2'215'0'0,"0"-1"0"0"0,0 1 0 0 0,0 0 0 0 0,0 0 0 0 0,-1-1 0 0 0,1 1 1 0 0,0 0-1 0 0,-1 0 0 0 0,0 0 0 0 0,0-1 0 0 0,0 1 0 0 0,0 0 0 0 0,0 0 0 0 0,0 0 0 0 0,0 0 0 0 0,0 1 0 0 0,-1-1 0 0 0,1 0 1 0 0,-3-1-1 0 0,3 2-129 0 0,-1 0 0 0 0,1 1 0 0 0,0-1 0 0 0,-1 1 0 0 0,1-1 0 0 0,-1 1 0 0 0,1 0 0 0 0,-1 0 0 0 0,1 0 0 0 0,-1 0 1 0 0,0 0-1 0 0,1 0 0 0 0,-1 0 0 0 0,1 0 0 0 0,-1 0 0 0 0,1 1 0 0 0,-1-1 0 0 0,1 1 0 0 0,0-1 0 0 0,-1 1 0 0 0,1 0 0 0 0,-1-1 1 0 0,1 1-1 0 0,0 0 0 0 0,0 0 0 0 0,-1 0 0 0 0,1 0 0 0 0,0 0 0 0 0,-2 2 0 0 0,-3 3 109 0 0,0 1-1 0 0,0 0 0 0 0,1 0 1 0 0,0 1-1 0 0,0-1 1 0 0,0 1-1 0 0,1 0 1 0 0,0 0-1 0 0,1 0 1 0 0,0 1-1 0 0,0 0 1 0 0,1-1-1 0 0,0 1 1 0 0,0 0-1 0 0,0 9 0 0 0,2-17-185 0 0,0 0 0 0 0,0 1 0 0 0,0-1-1 0 0,0 0 1 0 0,0 1 0 0 0,0-1-1 0 0,0 0 1 0 0,0 0 0 0 0,0 1 0 0 0,1-1-1 0 0,-1 0 1 0 0,0 0 0 0 0,1 1-1 0 0,-1-1 1 0 0,1 0 0 0 0,1 2 0 0 0,-1-2 3 0 0,-1-1 0 0 0,1 1 0 0 0,-1-1 0 0 0,1 0 0 0 0,0 1 0 0 0,-1-1 0 0 0,1 0 0 0 0,0 1 1 0 0,-1-1-1 0 0,1 0 0 0 0,0 0 0 0 0,-1 1 0 0 0,1-1 0 0 0,0 0 0 0 0,0 0 0 0 0,-1 0 0 0 0,1 0 0 0 0,0 0 1 0 0,0 0-1 0 0,-1 0 0 0 0,2-1 0 0 0,2 0 25 0 0,-1 0 0 0 0,1 0-1 0 0,-1 0 1 0 0,0-1 0 0 0,1 0 0 0 0,-1 0 0 0 0,0 0 0 0 0,0 0-1 0 0,5-5 1 0 0,29-35-273 0 0,-30 32 136 0 0,1 0 0 0 0,16-15 0 0 0,-24 25 98 0 0,0 0 1 0 0,1-1-1 0 0,-1 1 1 0 0,0 0-1 0 0,1 0 0 0 0,-1-1 1 0 0,0 1-1 0 0,1 0 0 0 0,-1 0 1 0 0,0 0-1 0 0,1 0 1 0 0,-1 0-1 0 0,1-1 0 0 0,-1 1 1 0 0,0 0-1 0 0,1 0 0 0 0,-1 0 1 0 0,0 0-1 0 0,1 0 0 0 0,-1 0 1 0 0,1 0-1 0 0,-1 0 1 0 0,0 1-1 0 0,1-1 0 0 0,-1 0 1 0 0,1 0-1 0 0,-1 0 0 0 0,0 0 1 0 0,1 0-1 0 0,0 1 1 0 0,9 12-24 0 0,4 25 77 0 0,-12-30-9 0 0,7 28 109 0 0,-8-30-126 0 0,0 1 0 0 0,1 0 0 0 0,-1-1 0 0 0,1 1-1 0 0,1 0 1 0 0,-1-1 0 0 0,1 0 0 0 0,0 0 0 0 0,1 0-1 0 0,6 9 1 0 0,-10-15-32 0 0,1 1-1 0 0,-1-1 1 0 0,1 1-1 0 0,-1 0 0 0 0,1-1 1 0 0,-1 0-1 0 0,1 1 1 0 0,0-1-1 0 0,-1 1 1 0 0,1-1-1 0 0,0 0 1 0 0,-1 1-1 0 0,1-1 0 0 0,0 0 1 0 0,0 0-1 0 0,-1 0 1 0 0,1 0-1 0 0,0 1 1 0 0,0-1-1 0 0,-1 0 1 0 0,1 0-1 0 0,0 0 0 0 0,0-1 1 0 0,-1 1-1 0 0,2 0 1 0 0,-1-1-37 0 0,1 1 1 0 0,-1-1-1 0 0,0 0 1 0 0,0 0 0 0 0,0 0-1 0 0,0 0 1 0 0,0 0-1 0 0,0 0 1 0 0,0 0-1 0 0,0 0 1 0 0,0 0 0 0 0,1-2-1 0 0,2-5-330 0 0,0 0 1 0 0,0 0-1 0 0,3-12 0 0 0,-6 17 220 0 0,12-46-1674 0 0,-2 1 0 0 0,-3-1 0 0 0,5-85 0 0 0,7-51-211 0 0,-18 175 2270 0 0,-1 1-1 0 0,1 0 0 0 0,1 0 0 0 0,0 0 1 0 0,0 1-1 0 0,1-1 0 0 0,0 1 1 0 0,0-1-1 0 0,1 1 0 0 0,0 0 0 0 0,8-8 1 0 0,-13 15-180 0 0,1 1 1 0 0,-1 0 0 0 0,0-1 0 0 0,1 1 0 0 0,-1 0 0 0 0,0 0-1 0 0,1-1 1 0 0,-1 1 0 0 0,0 0 0 0 0,1 0 0 0 0,-1-1 0 0 0,0 1-1 0 0,1 0 1 0 0,-1 0 0 0 0,1 0 0 0 0,-1 0 0 0 0,0 0 0 0 0,1 0 0 0 0,-1 0-1 0 0,1 0 1 0 0,-1 0 0 0 0,0 0 0 0 0,1 0 0 0 0,-1 0 0 0 0,1 0-1 0 0,-1 0 1 0 0,0 0 0 0 0,1 0 0 0 0,-1 0 0 0 0,1 0 0 0 0,-1 0-1 0 0,0 1 1 0 0,1-1 0 0 0,-1 0 0 0 0,0 0 0 0 0,1 1 0 0 0,-1-1-1 0 0,0 0 1 0 0,1 0 0 0 0,-1 1 0 0 0,0-1 0 0 0,0 0 0 0 0,1 1-1 0 0,-1-1 1 0 0,0 0 0 0 0,0 1 0 0 0,1-1 0 0 0,-1 0 0 0 0,0 1-1 0 0,0-1 1 0 0,0 1 0 0 0,0-1 0 0 0,0 0 0 0 0,0 1 0 0 0,0-1-1 0 0,0 1 1 0 0,0-1 0 0 0,0 0 0 0 0,0 1 0 0 0,5 30 1382 0 0,-5-27-1193 0 0,5 70 1541 0 0,-10 129-1 0 0,-2-37-467 0 0,11-95-961 0 0,-3-63-354 0 0,0 0 0 0 0,1 0 0 0 0,0-1 0 0 0,0 1 0 0 0,0-1 0 0 0,1 1 0 0 0,4 6-1 0 0,-6-13-81 0 0,-1 1 0 0 0,1-1 0 0 0,0 0 0 0 0,-1 0 0 0 0,1 0-1 0 0,0 0 1 0 0,0-1 0 0 0,0 1 0 0 0,0 0 0 0 0,0 0-1 0 0,0 0 1 0 0,0-1 0 0 0,0 1 0 0 0,0 0 0 0 0,0-1-1 0 0,0 1 1 0 0,0-1 0 0 0,1 1 0 0 0,-1-1 0 0 0,0 0 0 0 0,0 0-1 0 0,0 1 1 0 0,1-1 0 0 0,-1 0 0 0 0,0 0 0 0 0,0 0-1 0 0,1 0 1 0 0,-1 0 0 0 0,0 0 0 0 0,0-1 0 0 0,1 1-1 0 0,-1 0 1 0 0,0-1 0 0 0,0 1 0 0 0,0-1 0 0 0,0 1-1 0 0,0-1 1 0 0,1 1 0 0 0,-1-1 0 0 0,1-1 0 0 0,2-1-391 0 0,0 0 1 0 0,0-1-1 0 0,-1 1 1 0 0,0 0-1 0 0,1-1 1 0 0,-1 0-1 0 0,0 0 0 0 0,-1 0 1 0 0,4-6-1 0 0,4-14-1476 0 0,1-5-17 0 0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3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9850 0 0,'2'-10'509'0'0,"2"1"341"0"0,4 19 601 0 0,-5-1-1044 0 0,0-1 0 0 0,0 1 0 0 0,-1 0 0 0 0,0 0 1 0 0,0 0-1 0 0,1 18 0 0 0,-4 59 1034 0 0,0-64-1070 0 0,-6 113 1285 0 0,-1 65 552 0 0,8-184-2428 0 0,0 0 0 0 0,1 0 0 0 0,1-1 0 0 0,0 1 1 0 0,1 0-1 0 0,5 15 0 0 0,-5-24-783 0 0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12499 0 0,'-3'0'158'0'0,"1"0"0"0"0,0 0 0 0 0,-1 0 0 0 0,1 0 0 0 0,0 0 1 0 0,-1 1-1 0 0,1-1 0 0 0,0 1 0 0 0,0 0 0 0 0,-1 0 0 0 0,1 0 0 0 0,0 0 1 0 0,0 0-1 0 0,0 0 0 0 0,0 0 0 0 0,-2 2 0 0 0,-1 1-2 0 0,1 1 0 0 0,-1-1-1 0 0,1 0 1 0 0,0 1 0 0 0,1 0 0 0 0,-1 0-1 0 0,1 0 1 0 0,0 0 0 0 0,0 1 0 0 0,1-1-1 0 0,-4 12 1 0 0,-1 6 477 0 0,-5 39-1 0 0,8-44-293 0 0,0 7 79 0 0,0 0 0 0 0,2 0 0 0 0,0 0 0 0 0,3 29 0 0 0,0-44-330 0 0,0-1-1 0 0,0 0 0 0 0,1 0 1 0 0,0 1-1 0 0,1-1 0 0 0,0-1 1 0 0,1 1-1 0 0,0 0 1 0 0,0-1-1 0 0,0 0 0 0 0,1 0 1 0 0,1 0-1 0 0,-1 0 0 0 0,9 8 1 0 0,-13-15-81 0 0,0 0 0 0 0,1 0 0 0 0,-1 0 0 0 0,0 0-1 0 0,0 0 1 0 0,0 0 0 0 0,0 0 0 0 0,1-1 0 0 0,-1 1 0 0 0,0-1 0 0 0,1 1 0 0 0,-1-1 0 0 0,1 1 0 0 0,-1-1 0 0 0,0 0 0 0 0,1 1 0 0 0,-1-1 0 0 0,1 0 0 0 0,-1 0 0 0 0,1 0 0 0 0,-1 0 0 0 0,2-1-1 0 0,0 1-5 0 0,0-1-1 0 0,-1 0 0 0 0,1-1 0 0 0,-1 1 0 0 0,0 0 0 0 0,1-1 0 0 0,-1 1 0 0 0,0-1 0 0 0,0 0 0 0 0,0 1 0 0 0,2-4 0 0 0,5-5-71 0 0,-1-1 1 0 0,0 0-1 0 0,11-21 1 0 0,-19 31 64 0 0,13-24-116 0 0,-2 0 1 0 0,-1-1 0 0 0,-1 0-1 0 0,-2-1 1 0 0,6-35 0 0 0,-9 43 38 0 0,0 3 36 0 0,-1-1 0 0 0,2-29-1 0 0,-6 45 48 0 0,0 1 0 0 0,-1 4 0 0 0,0 0-401 0 0,-3 5 873 0 0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5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9794 0 0,'-5'3'291'0'0,"1"1"-1"0"0,0 0 0 0 0,-1 0 1 0 0,2 0-1 0 0,-1 1 1 0 0,0-1-1 0 0,1 1 1 0 0,0 0-1 0 0,0 0 1 0 0,1 0-1 0 0,-1 1 1 0 0,-1 5-1 0 0,1-4-20 0 0,1-1 0 0 0,0 0 0 0 0,0 0 0 0 0,1 1 0 0 0,0-1 0 0 0,0 1 0 0 0,1 0 0 0 0,0-1 0 0 0,0 1 0 0 0,1 10 0 0 0,0-15-174 0 0,-1 0 1 0 0,1 0-1 0 0,-1 0 1 0 0,1 0 0 0 0,0 0-1 0 0,0 0 1 0 0,0 0-1 0 0,0 0 1 0 0,0 0 0 0 0,0-1-1 0 0,1 1 1 0 0,-1 0-1 0 0,1-1 1 0 0,-1 1 0 0 0,1-1-1 0 0,0 1 1 0 0,-1-1 0 0 0,1 0-1 0 0,0 0 1 0 0,2 2-1 0 0,0-2 6 0 0,-1 0 0 0 0,0-1 0 0 0,0 1-1 0 0,0 0 1 0 0,0-1 0 0 0,0 0-1 0 0,0 0 1 0 0,1 0 0 0 0,-1 0 0 0 0,0 0-1 0 0,0-1 1 0 0,6-1 0 0 0,-4 1-48 0 0,0 0 0 0 0,0-1 0 0 0,-1 0 0 0 0,1 0 0 0 0,0 0 0 0 0,-1-1 0 0 0,1 0 1 0 0,-1 0-1 0 0,0 0 0 0 0,0 0 0 0 0,0 0 0 0 0,0-1 0 0 0,-1 0 0 0 0,0 0 0 0 0,1 0 0 0 0,-1 0 0 0 0,3-5 0 0 0,-5 7-26 0 0,-1 0 0 0 0,1 0 0 0 0,0 0 0 0 0,-1 0 0 0 0,1-1 0 0 0,-1 1 0 0 0,1 0 0 0 0,-1 0 0 0 0,0 0 0 0 0,0 0 0 0 0,0-1 0 0 0,0 1 0 0 0,0 0 0 0 0,-1 0 0 0 0,1 0 0 0 0,-1 0 0 0 0,1 0 0 0 0,-1 0 0 0 0,0 0 0 0 0,0 0 0 0 0,0 0-1 0 0,-2-3 1 0 0,1 2-1 0 0,-1 0 0 0 0,0 0-1 0 0,0 0 1 0 0,0 1-1 0 0,0-1 1 0 0,-1 1-1 0 0,1 0 1 0 0,-1 0-1 0 0,1 0 1 0 0,-1 0-1 0 0,-6-1 1 0 0,-14-3 105 0 0,-5-2-3015 0 0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3 2761 0 0,'0'-1'215'0'0,"0"1"1"0"0,0 0 0 0 0,0 0 0 0 0,0 0-1 0 0,-1-1 1 0 0,1 1 0 0 0,0 0 0 0 0,0 0 0 0 0,-1 0-1 0 0,1 0 1 0 0,0 0 0 0 0,0 0 0 0 0,-1-1-1 0 0,1 1 1 0 0,0 0 0 0 0,0 0 0 0 0,-1 0-1 0 0,1 0 1 0 0,0 0 0 0 0,0 0 0 0 0,-1 0 0 0 0,1 0-1 0 0,0 0 1 0 0,0 0 0 0 0,-1 0 0 0 0,1 0-1 0 0,0 0 1 0 0,0 1 0 0 0,-1-1 0 0 0,1 0-1 0 0,0 0 1 0 0,0 0 0 0 0,-1 0 0 0 0,1 0 0 0 0,0 1-1 0 0,-8 9 2239 0 0,0 15-1201 0 0,0 13-29 0 0,3 1 0 0 0,-2 48 0 0 0,2-16-519 0 0,-16 167 863 0 0,18-215-1499 0 0,0-8-94 0 0,1 0 0 0 0,1 1 0 0 0,0-1 0 0 0,1 0 0 0 0,2 21 0 0 0,-2-36-72 0 0,1 1 0 0 0,-1 0-1 0 0,0 0 1 0 0,0-1 0 0 0,0 1 0 0 0,0 0-1 0 0,0 0 1 0 0,1-1 0 0 0,-1 1 0 0 0,0 0-1 0 0,1-1 1 0 0,-1 1 0 0 0,0 0 0 0 0,1-1 0 0 0,-1 1-1 0 0,1-1 1 0 0,-1 1 0 0 0,1-1 0 0 0,-1 1-1 0 0,1-1 1 0 0,0 1 0 0 0,-1-1 0 0 0,1 1-1 0 0,0-1 1 0 0,-1 0 0 0 0,1 1 0 0 0,0-1 0 0 0,-1 0-1 0 0,1 0 1 0 0,0 1 0 0 0,0-1 0 0 0,-1 0-1 0 0,1 0 1 0 0,0 0 0 0 0,0 0 0 0 0,-1 0-1 0 0,1 0 1 0 0,0 0 0 0 0,0 0 0 0 0,-1 0 0 0 0,1 0-1 0 0,1-1 1 0 0,3-3-5755 0 0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6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2761 0 0,'-6'13'839'0'0,"2"0"1"0"0,0 0 0 0 0,1 1-1 0 0,-3 24 1 0 0,0 58 6782 0 0,4-54-7681 0 0,0-5 447 0 0,-2 62 1514 0 0,-24 131-1 0 0,26-215-1522 0 0,-1-3-1070 0 0,-3-28-710 0 0,-23-92-2895 0 0,-10-53 4313 0 0,34 142 441 0 0,4 15-225 0 0,0 1 0 0 0,0-1-1 0 0,0 0 1 0 0,0 0 0 0 0,0 0 0 0 0,1 0 0 0 0,0 0 0 0 0,0 0-1 0 0,0-5 1 0 0,0 9-213 0 0,0 0 0 0 0,0 0 0 0 0,0-1 0 0 0,0 1 0 0 0,0 0 0 0 0,1 0 0 0 0,-1 0 0 0 0,0 0 0 0 0,0 0 0 0 0,0 0-1 0 0,0-1 1 0 0,0 1 0 0 0,0 0 0 0 0,0 0 0 0 0,0 0 0 0 0,0 0 0 0 0,0 0 0 0 0,1 0 0 0 0,-1 0 0 0 0,0 0 0 0 0,0 0 0 0 0,0 0 0 0 0,0 0-1 0 0,0-1 1 0 0,0 1 0 0 0,1 0 0 0 0,-1 0 0 0 0,0 0 0 0 0,0 0 0 0 0,0 0 0 0 0,0 0 0 0 0,0 0 0 0 0,0 0 0 0 0,1 0 0 0 0,-1 0 0 0 0,0 0-1 0 0,0 0 1 0 0,0 0 0 0 0,0 0 0 0 0,0 0 0 0 0,1 1 0 0 0,-1-1 0 0 0,0 0 0 0 0,9 5 276 0 0,11 13-371 0 0,-15-13 183 0 0,6 3-243 0 0,1 0 0 0 0,0-1 0 0 0,0 0 0 0 0,0-1 0 0 0,1 0 0 0 0,0-1 1 0 0,0 0-1 0 0,0-1 0 0 0,1 0 0 0 0,-1-2 0 0 0,1 1 0 0 0,19 0 0 0 0,-21-2 72 0 0,-1-1 0 0 0,1 0 0 0 0,0-1-1 0 0,-1 0 1 0 0,1-1 0 0 0,-1 0 0 0 0,0-1 0 0 0,1 0 0 0 0,-1-1-1 0 0,-1 0 1 0 0,1-1 0 0 0,0 0 0 0 0,-1-1 0 0 0,0 0-1 0 0,11-9 1 0 0,-17 11 130 0 0,0 0 0 0 0,-1 0 0 0 0,0 0 0 0 0,0-1 0 0 0,0 1 0 0 0,0-1 0 0 0,-1 0-1 0 0,3-6 1 0 0,-4 10-20 0 0,-1 0 0 0 0,1 0 0 0 0,-1 0-1 0 0,1 0 1 0 0,-1 0 0 0 0,0 0 0 0 0,0 0 0 0 0,1 0-1 0 0,-1 0 1 0 0,0 0 0 0 0,0 0 0 0 0,0 0 0 0 0,0 0-1 0 0,0 0 1 0 0,0 0 0 0 0,0 0 0 0 0,0 0 0 0 0,-1 0-1 0 0,1 0 1 0 0,0 0 0 0 0,-1 0 0 0 0,1 0 0 0 0,0 1-1 0 0,-1-1 1 0 0,1 0 0 0 0,-1 0 0 0 0,1 0 0 0 0,-1 0-1 0 0,0 1 1 0 0,1-1 0 0 0,-1 0 0 0 0,0 0 0 0 0,0 1-1 0 0,1-1 1 0 0,-1 1 0 0 0,0-1 0 0 0,0 1 0 0 0,0-1-1 0 0,0 1 1 0 0,0-1 0 0 0,0 1 0 0 0,0 0-1 0 0,0-1 1 0 0,0 1 0 0 0,0 0 0 0 0,0 0 0 0 0,0 0-1 0 0,0 0 1 0 0,0 0 0 0 0,0 0 0 0 0,-2 0 0 0 0,0 1 41 0 0,0-1 0 0 0,0 1 0 0 0,0-1 0 0 0,0 1 0 0 0,0 0 0 0 0,0 1 0 0 0,0-1 0 0 0,0 0 0 0 0,0 1 1 0 0,1 0-1 0 0,-1-1 0 0 0,0 1 0 0 0,1 0 0 0 0,-1 0 0 0 0,1 1 0 0 0,0-1 0 0 0,0 0 0 0 0,0 1 0 0 0,-2 3 0 0 0,-6 9 170 0 0,1-1-1 0 0,-10 24 0 0 0,8-16 62 0 0,3-6-110 0 0,0 2 0 0 0,0-1-1 0 0,-8 36 1 0 0,14-45-193 0 0,0-1-1 0 0,1 1 1 0 0,0 0-1 0 0,0 0 1 0 0,1 0 0 0 0,0 0-1 0 0,1-1 1 0 0,0 1-1 0 0,0 0 1 0 0,0 0 0 0 0,1-1-1 0 0,3 9 1 0 0,-4-15-24 0 0,-1 0 0 0 0,1 0 0 0 0,-1 0 0 0 0,1 0 0 0 0,-1 0 0 0 0,1-1 0 0 0,0 1 0 0 0,-1 0 0 0 0,1 0 0 0 0,0-1 0 0 0,0 1 0 0 0,0 0 0 0 0,0-1 0 0 0,0 1 0 0 0,-1-1 0 0 0,1 1 0 0 0,0-1 0 0 0,0 1 0 0 0,0-1 0 0 0,0 0 0 0 0,0 0 0 0 0,0 1 0 0 0,0-1 0 0 0,1 0 0 0 0,-1 0 0 0 0,0 0 0 0 0,0 0 0 0 0,0 0 0 0 0,0 0 0 0 0,0-1 0 0 0,0 1 0 0 0,0 0 0 0 0,0 0 0 0 0,0-1 0 0 0,0 1 0 0 0,0 0 0 0 0,0-1 0 0 0,0 1 0 0 0,0-1 0 0 0,-1 0 0 0 0,1 1 0 0 0,1-2 1 0 0,4-2-108 0 0,0 1 0 0 0,-1-2 1 0 0,0 1-1 0 0,0 0 1 0 0,5-6-1 0 0,35-52-1683 0 0,-45 62 1796 0 0,0 0-1 0 0,1 0 1 0 0,-1-1 0 0 0,0 1-1 0 0,1 0 1 0 0,-1 0 0 0 0,0 0-1 0 0,1 0 1 0 0,-1-1 0 0 0,0 1-1 0 0,1 0 1 0 0,-1 0-1 0 0,0 0 1 0 0,1 0 0 0 0,-1 0-1 0 0,0 0 1 0 0,1 0 0 0 0,-1 0-1 0 0,0 0 1 0 0,1 0-1 0 0,-1 0 1 0 0,0 0 0 0 0,1 0-1 0 0,-1 0 1 0 0,0 0 0 0 0,1 0-1 0 0,-1 1 1 0 0,0-1-1 0 0,0 0 1 0 0,1 0 0 0 0,-1 0-1 0 0,0 0 1 0 0,1 1 0 0 0,-1-1-1 0 0,0 0 1 0 0,0 0 0 0 0,1 1-1 0 0,-1-1 1 0 0,0 0-1 0 0,0 0 1 0 0,0 1 0 0 0,1-1-1 0 0,-1 0 1 0 0,0 1 0 0 0,0-1-1 0 0,0 0 1 0 0,0 1-1 0 0,0-1 1 0 0,0 0 0 0 0,0 1-1 0 0,1-1 1 0 0,6 25-53 0 0,-4-17 48 0 0,-2-5 1 0 0,2 4-379 0 0,0 0 0 0 0,0-1 1 0 0,1 1-1 0 0,0-1 0 0 0,7 10 0 0 0,-10-14 262 0 0,0-1 0 0 0,1 0 0 0 0,-1 0 0 0 0,0 1 0 0 0,1-1 0 0 0,-1 0 0 0 0,1 0 0 0 0,0 0 0 0 0,-1-1 0 0 0,1 1 0 0 0,0 0-1 0 0,-1-1 1 0 0,1 1 0 0 0,0-1 0 0 0,0 1 0 0 0,-1-1 0 0 0,1 0 0 0 0,0 0 0 0 0,0 0 0 0 0,0 0 0 0 0,-1 0 0 0 0,1 0 0 0 0,0 0 0 0 0,0-1 0 0 0,0 1-1 0 0,-1-1 1 0 0,1 1 0 0 0,0-1 0 0 0,2-1 0 0 0,4-2-4320 0 0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30 4609 0 0,'0'-1'228'0'0,"0"-1"-1"0"0,0 1 1 0 0,0 0-1 0 0,0 0 1 0 0,0-1-1 0 0,-1 1 1 0 0,1 0-1 0 0,-1 0 1 0 0,1 0 0 0 0,0 0-1 0 0,-1 0 1 0 0,0 0-1 0 0,1 0 1 0 0,-1 0-1 0 0,0 0 1 0 0,0 0-1 0 0,1 0 1 0 0,-1 0 0 0 0,0 0-1 0 0,0 0 1 0 0,0 0-1 0 0,0 1 1 0 0,0-1-1 0 0,0 0 1 0 0,0 1-1 0 0,0-1 1 0 0,0 1 0 0 0,-1-1-1 0 0,1 1 1 0 0,0 0-1 0 0,0-1 1 0 0,0 1-1 0 0,-3 0 1 0 0,2 0 17 0 0,-1 0 1 0 0,1 0-1 0 0,0 0 1 0 0,-1 0-1 0 0,1 0 0 0 0,0 0 1 0 0,-1 1-1 0 0,1-1 1 0 0,0 1-1 0 0,-1 0 1 0 0,1 0-1 0 0,0 0 0 0 0,0 0 1 0 0,0 0-1 0 0,-1 0 1 0 0,1 1-1 0 0,-2 1 1 0 0,-4 6-58 0 0,1 0 1 0 0,0 1 0 0 0,1 0 0 0 0,-1 0 0 0 0,2 1 0 0 0,0 0-1 0 0,0 0 1 0 0,1 0 0 0 0,0 0 0 0 0,1 1 0 0 0,0 0 0 0 0,1-1 0 0 0,0 1-1 0 0,0 13 1 0 0,2-23-190 0 0,0 0 0 0 0,1 1 1 0 0,-1-1-1 0 0,0 0 0 0 0,1 0 0 0 0,-1 1 0 0 0,1-1 0 0 0,-1 0 0 0 0,1 0 0 0 0,0 0 0 0 0,0 0 1 0 0,0 0-1 0 0,0 0 0 0 0,1 0 0 0 0,-1 0 0 0 0,3 3 0 0 0,-3-4-13 0 0,0-1 0 0 0,0 1 0 0 0,0-1 0 0 0,0 1-1 0 0,0-1 1 0 0,0 1 0 0 0,1-1 0 0 0,-1 1 0 0 0,0-1 0 0 0,0 0-1 0 0,0 0 1 0 0,0 0 0 0 0,0 0 0 0 0,1 0 0 0 0,-1 0 0 0 0,0 0 0 0 0,0 0-1 0 0,0 0 1 0 0,1 0 0 0 0,-1 0 0 0 0,0-1 0 0 0,0 1 0 0 0,0-1 0 0 0,0 1-1 0 0,0-1 1 0 0,0 1 0 0 0,0-1 0 0 0,0 1 0 0 0,0-1 0 0 0,0 0 0 0 0,0 0-1 0 0,0 0 1 0 0,1 0 0 0 0,4-5-165 0 0,-1 0 0 0 0,1 0 0 0 0,-1 0 0 0 0,0-1 0 0 0,0 1 0 0 0,0-1 0 0 0,5-13 0 0 0,0-3-528 0 0,8-29-1 0 0,-3 8 533 0 0,-15 44 190 0 0,0 0-1 0 0,0 0 0 0 0,0-1 1 0 0,0 1-1 0 0,0 0 1 0 0,0 0-1 0 0,0 0 1 0 0,0 0-1 0 0,0-1 1 0 0,0 1-1 0 0,0 0 1 0 0,0 0-1 0 0,0 0 1 0 0,0-1-1 0 0,0 1 1 0 0,1 0-1 0 0,-1 0 0 0 0,0 0 1 0 0,0 0-1 0 0,0 0 1 0 0,0-1-1 0 0,0 1 1 0 0,0 0-1 0 0,1 0 1 0 0,-1 0-1 0 0,0 0 1 0 0,0 0-1 0 0,0 0 1 0 0,0 0-1 0 0,1-1 0 0 0,-1 1 1 0 0,0 0-1 0 0,0 0 1 0 0,0 0-1 0 0,0 0 1 0 0,1 0-1 0 0,-1 0 1 0 0,0 0-1 0 0,0 0 1 0 0,0 0-1 0 0,1 0 1 0 0,-1 0-1 0 0,0 0 1 0 0,0 0-1 0 0,1 0 0 0 0,4 11 532 0 0,3 19 331 0 0,-8-27-758 0 0,8 37 619 0 0,-2 1 0 0 0,-2 0 0 0 0,-2 0 0 0 0,-4 74 0 0 0,-1-88-394 0 0,-1 0 0 0 0,-1 0 0 0 0,-1 0 0 0 0,-1-1-1 0 0,-2 0 1 0 0,0 0 0 0 0,-2-1 0 0 0,-17 29-1 0 0,22-45-235 0 0,0 0-1 0 0,-1 0 0 0 0,0-1 1 0 0,0 1-1 0 0,-17 12 1 0 0,21-18-96 0 0,1-1 1 0 0,-1 0 0 0 0,0 0 0 0 0,0 0 0 0 0,-1 0 0 0 0,1 0 0 0 0,0 0 0 0 0,-1-1 0 0 0,1 0 0 0 0,-1 0 0 0 0,1 0-1 0 0,-1 0 1 0 0,1 0 0 0 0,-1-1 0 0 0,0 1 0 0 0,1-1 0 0 0,-1 0 0 0 0,0 0 0 0 0,1 0 0 0 0,-1-1 0 0 0,-4-1 0 0 0,6 2-26 0 0,1-1 0 0 0,-1 1 1 0 0,1-1-1 0 0,0 0 0 0 0,-1 0 1 0 0,1 0-1 0 0,0 0 0 0 0,0 0 1 0 0,-1 0-1 0 0,1 0 1 0 0,0 0-1 0 0,0-1 0 0 0,0 1 1 0 0,0 0-1 0 0,1-1 0 0 0,-1 1 1 0 0,0 0-1 0 0,0-3 0 0 0,-1 0-110 0 0,1 0-1 0 0,1 0 1 0 0,-1 0-1 0 0,1 1 0 0 0,-1-1 1 0 0,1 0-1 0 0,1-6 1 0 0,0-2-788 0 0,1-1 0 0 0,1 1 0 0 0,6-21 0 0 0,25-55-4084 0 0,-20 55 3164 0 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07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17 236 6913 0 0,'16'-5'1574'0'0,"-1"-1"0"0"0,0 0 0 0 0,0-1-1 0 0,24-15 1 0 0,-21 9-372 0 0,0 0 0 0 0,31-29 0 0 0,-44 36-929 0 0,0 1 1 0 0,-1-1-1 0 0,1 0 1 0 0,-1 0-1 0 0,0 0 1 0 0,5-12-1 0 0,-8 16-199 0 0,0 0 0 0 0,0 0 0 0 0,-1-1 0 0 0,1 1 0 0 0,0 0 0 0 0,-1-1 0 0 0,1 1 0 0 0,-1 0 0 0 0,0-1 0 0 0,0 1 0 0 0,0 0 0 0 0,0-1 0 0 0,0 1 0 0 0,-1 0 0 0 0,1-1 0 0 0,-1 1 0 0 0,1 0 0 0 0,-1-1 0 0 0,0 1 0 0 0,0 0 0 0 0,0 0 0 0 0,0 0-1 0 0,0 0 1 0 0,-2-3 0 0 0,1 4-13 0 0,0 0-1 0 0,1 0 1 0 0,-1 0-1 0 0,0 0 1 0 0,0 0-1 0 0,1 1 1 0 0,-1-1-1 0 0,0 0 1 0 0,0 1-1 0 0,0-1 1 0 0,0 1-1 0 0,0 0 1 0 0,0 0-1 0 0,0 0 1 0 0,0 0-1 0 0,0 0 1 0 0,0 0-1 0 0,0 0 1 0 0,0 0-1 0 0,0 1 1 0 0,0-1-1 0 0,0 1 1 0 0,0 0-1 0 0,-2 1 1 0 0,-5 1 135 0 0,-1 1-1 0 0,1 1 1 0 0,-12 7 0 0 0,10-5-115 0 0,1 1 1 0 0,-1 0 0 0 0,1 1 0 0 0,1 0 0 0 0,0 0 0 0 0,0 1 0 0 0,1 0 0 0 0,0 1 0 0 0,1 0-1 0 0,0 0 1 0 0,-8 20 0 0 0,11-22-24 0 0,1-1-1 0 0,0 1 1 0 0,0 0-1 0 0,1 1 0 0 0,1-1 1 0 0,-1 0-1 0 0,1 1 1 0 0,1-1-1 0 0,0 0 1 0 0,0 1-1 0 0,1-1 0 0 0,0 0 1 0 0,1 1-1 0 0,0-1 1 0 0,0 0-1 0 0,8 17 1 0 0,-7-19-55 0 0,1-1 1 0 0,0 0 0 0 0,1 0 0 0 0,-1 0-1 0 0,1-1 1 0 0,0 1 0 0 0,0-1 0 0 0,1 0-1 0 0,0-1 1 0 0,0 1 0 0 0,0-1-1 0 0,0 0 1 0 0,0-1 0 0 0,1 1 0 0 0,0-1-1 0 0,0-1 1 0 0,0 1 0 0 0,8 1 0 0 0,-8-2 2 0 0,0 0 0 0 0,0-1 0 0 0,1 0 0 0 0,-1 0 0 0 0,0-1 0 0 0,1 0 1 0 0,-1 0-1 0 0,1-1 0 0 0,-1 1 0 0 0,0-2 0 0 0,1 1 0 0 0,-1-1 0 0 0,0 0 0 0 0,0-1 1 0 0,0 1-1 0 0,0-1 0 0 0,11-8 0 0 0,-6 3 96 0 0,-2-1 0 0 0,1 0 0 0 0,10-13 1 0 0,-18 19-340 0 0,-1 1 1 0 0,0-1 0 0 0,1 0 0 0 0,-2 0 0 0 0,1 0 0 0 0,0 0 0 0 0,0 0 0 0 0,-1 0 0 0 0,0 0 0 0 0,1 0 0 0 0,-1-1 0 0 0,0 1 0 0 0,-1 0 0 0 0,1-1-1 0 0,-1 1 1 0 0,1-1 0 0 0,-1 1 0 0 0,-1-6 0 0 0,-1-1-1494 0 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18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7375 6825 0 0,'-3'2'1547'0'0,"7"-7"1143"0"0,-2 2-2330 0 0,1-5 63 0 0,0 1 0 0 0,-1-1 0 0 0,0 0-1 0 0,-1 0 1 0 0,1 0 0 0 0,-1-12-1 0 0,-2-57 1426 0 0,0 30-1377 0 0,-1-66 301 0 0,-19-119 0 0 0,0 54-301 0 0,-15-102-438 0 0,0 32 359 0 0,-7-380 0 0 0,54 204-194 0 0,-10 390-121 0 0,9-160 268 0 0,7-183 51 0 0,0 71-66 0 0,-6 137-288 0 0,18-202 17 0 0,-5 83 7 0 0,-14-178-45 0 0,-10 370 22 0 0,-2-430 85 0 0,12 149-88 0 0,-6 293-27 0 0,3-65-2 0 0,5-207-11 0 0,-13 255 5 0 0,-22-379 54 0 0,5 343-43 0 0,-19-145 32 0 0,32 177-271 0 0,0 0-3534 0 0,4 89 2035 0 0,1 11 1017 0 0,-1-1 0 0 0,1 0 0 0 0,-1 1 0 0 0,-1-1 1 0 0,1 1-1 0 0,-4-9 0 0 0,1 6-382 0 0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18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16 2304 0 0,'-23'-5'5020'0'0,"-32"3"-910"0"0,45 2-1465 0 0,83-8-307 0 0,406 48-501 0 0,-59-1-1775 0 0,204-6-62 0 0,-398-12 0 0 0,56 3 0 0 0,-198-19-3 0 0,-5 0 294 0 0,133-7 0 0 0,-193 0 91 0 0,0-1 0 0 0,0-1 1 0 0,0 0-1 0 0,-1-1 1 0 0,1-1-1 0 0,27-13 0 0 0,-45 18-333 0 0,0 1 0 0 0,0-1-1 0 0,0 1 1 0 0,0-1 0 0 0,0 1 0 0 0,0-1-1 0 0,0 0 1 0 0,0 0 0 0 0,0 1-1 0 0,-1-1 1 0 0,1 0 0 0 0,0 0 0 0 0,0 0-1 0 0,-1 0 1 0 0,1 0 0 0 0,-1 0-1 0 0,1 0 1 0 0,0-2 0 0 0,-1 2-5 0 0,0 1 0 0 0,0-1-1 0 0,0 0 1 0 0,0 0 0 0 0,0 1 0 0 0,-1-1 0 0 0,1 0 0 0 0,0 0-1 0 0,0 1 1 0 0,-1-1 0 0 0,1 0 0 0 0,0 1 0 0 0,-1-1 0 0 0,1 1-1 0 0,-1-1 1 0 0,1 0 0 0 0,-1 1 0 0 0,1-1 0 0 0,-1 1 0 0 0,1-1-1 0 0,-2 0 1 0 0,0-1-25 0 0,-1 1 1 0 0,0-1-1 0 0,0 0 0 0 0,0 1 0 0 0,0 0 0 0 0,0 0 1 0 0,0 0-1 0 0,0 0 0 0 0,0 0 0 0 0,0 1 1 0 0,-6-1-1 0 0,3 1-801 0 0,0 0 0 0 0,-1 1 1 0 0,1 0-1 0 0,0 0 0 0 0,-1 0 1 0 0,-9 4-1 0 0,7 0-1042 0 0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3784 6913 0 0,'-31'10'1670'0'0,"26"-8"-1265"0"0,0 0 0 0 0,0 0 0 0 0,0-1 0 0 0,-1 1-1 0 0,1-1 1 0 0,0 0 0 0 0,-1-1 0 0 0,-9 1 0 0 0,13-2-310 0 0,0 1 0 0 0,0-1 0 0 0,1 0 1 0 0,-1 1-1 0 0,0-1 0 0 0,0 0 0 0 0,1 0 0 0 0,-1 0 1 0 0,1-1-1 0 0,-1 1 0 0 0,1 0 0 0 0,-1 0 1 0 0,1-1-1 0 0,0 1 0 0 0,0-1 0 0 0,0 1 0 0 0,0-1 1 0 0,0 0-1 0 0,0 1 0 0 0,0-1 0 0 0,0 0 1 0 0,1 0-1 0 0,-1 0 0 0 0,0 1 0 0 0,1-1 1 0 0,-1-3-1 0 0,0-6 394 0 0,-1-1 1 0 0,1 1 0 0 0,2-16-1 0 0,-1 15-345 0 0,9-250 1386 0 0,-2 95-1260 0 0,12-168-82 0 0,-1 32-184 0 0,-12-303 76 0 0,-51-97-17 0 0,0-6-166 0 0,45 690 92 0 0,-5-307-578 0 0,6 304 242 0 0,-2 1 0 0 0,0-1 0 0 0,-1 0 0 0 0,-1 1 0 0 0,-1 0 0 0 0,-1-1 1 0 0,-15-39-1 0 0,18 56 242 0 0,-1 1 1 0 0,0-1-1 0 0,0 1 1 0 0,0 0-1 0 0,0 0 1 0 0,-1 0-1 0 0,0 0 1 0 0,1 0-1 0 0,-2 1 1 0 0,1 0 0 0 0,-8-5-1 0 0,37 11 3192 0 0,88 1-2397 0 0,51-2-469 0 0,238 13 170 0 0,104 22-338 0 0,-320-27-42 0 0,51-5 196 0 0,-91-5-86 0 0,-119-1-46 0 0,28-3 1 0 0,18-2 237 0 0,-87 5-1041 0 0,2 0-4145 0 0,-1 1-1120 0 0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1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1948 9730 0 0,'-9'-14'604'0'0,"1"-1"0"0"0,0 0 1 0 0,1-1-1 0 0,1 1 0 0 0,0-1 0 0 0,1-1 0 0 0,-6-32 1 0 0,-6-127 1092 0 0,13 123-1194 0 0,-2-184 826 0 0,1 15-355 0 0,-56-439-658 0 0,56 584-258 0 0,7-111 1 0 0,-1 176-59 0 0,0-138-440 0 0,0 136-511 0 0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2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6913 0 0,'0'-2'201'0'0,"1"0"0"0"0,0 0 0 0 0,-1 0 0 0 0,1 0 0 0 0,0 0-1 0 0,0 0 1 0 0,0 0 0 0 0,1 0 0 0 0,-1 1 0 0 0,0-1 0 0 0,1 0-1 0 0,-1 1 1 0 0,1-1 0 0 0,0 1 0 0 0,-1 0 0 0 0,1-1 0 0 0,0 1-1 0 0,0 0 1 0 0,0 0 0 0 0,0 0 0 0 0,-1 0 0 0 0,2 1 0 0 0,1-2-1 0 0,6-2 144 0 0,0 1-1 0 0,0 0 0 0 0,17-2 1 0 0,11 2 281 0 0,0 2-1 0 0,68 7 1 0 0,-32 0-227 0 0,569-2 1237 0 0,-341-7-924 0 0,145 13 539 0 0,-264-5-1024 0 0,-181-5-226 0 0,15 1 31 0 0,-1-1 0 0 0,0-1 0 0 0,28-4 0 0 0,-52 4-2638 0 0,-2 2 1204 0 0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13 116 10594 0 0,'-12'-15'1657'0'0,"12"15"-1572"0"0,0 0 0 0 0,0 0 0 0 0,-1-1 0 0 0,1 1 0 0 0,0 0 0 0 0,0-1 0 0 0,0 1 0 0 0,0 0 0 0 0,0 0 0 0 0,0-1 0 0 0,0 1 1 0 0,1 0-1 0 0,-1-1 0 0 0,0 1 0 0 0,0 0 0 0 0,0 0 0 0 0,0-1 0 0 0,0 1 0 0 0,0 0 0 0 0,0-1 0 0 0,1 1 0 0 0,-1 0 0 0 0,0 0 0 0 0,0 0 0 0 0,0-1 0 0 0,1 1 0 0 0,-1 0 0 0 0,0 0 0 0 0,0 0 0 0 0,1-1 1 0 0,-1 1-1 0 0,4-1 112 0 0,-1 0 0 0 0,1 0 0 0 0,0 0 0 0 0,-1 0 0 0 0,1 1 0 0 0,0-1 0 0 0,5 1 0 0 0,39-2-198 0 0,222-14 441 0 0,717-40 2516 0 0,-890 53-2583 0 0,408 3 811 0 0,-481 4-785 0 0,-23-4-73 0 0,-4-1-44 0 0,-7-4-121 0 0,-6-1-1912 0 0,9 4 725 0 0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4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29 238 5529 0 0,'-5'9'538'0'0,"1"1"1"0"0,0-1-1 0 0,0 1 0 0 0,1 0 1 0 0,1 0-1 0 0,0 1 0 0 0,0-1 1 0 0,1 0-1 0 0,0 1 0 0 0,1 20 0 0 0,0-31-522 0 0,0 18 240 0 0,0 0 0 0 0,1 0-1 0 0,0 0 1 0 0,2 0 0 0 0,5 20-1 0 0,-7-33-177 0 0,0-1-1 0 0,1 1 1 0 0,0-1-1 0 0,0 0 1 0 0,0 1 0 0 0,0-1-1 0 0,1 0 1 0 0,0 0-1 0 0,-1 0 1 0 0,1-1-1 0 0,1 1 1 0 0,-1-1-1 0 0,0 0 1 0 0,1 0 0 0 0,0 0-1 0 0,0 0 1 0 0,0 0-1 0 0,0-1 1 0 0,0 0-1 0 0,0 0 1 0 0,1 0 0 0 0,-1 0-1 0 0,1-1 1 0 0,8 3-1 0 0,2-3 133 0 0,0 0 1 0 0,1 0-1 0 0,-1-2 0 0 0,0 0 0 0 0,1 0 1 0 0,-1-2-1 0 0,0 1 0 0 0,23-9 0 0 0,-3-1 181 0 0,-1-2 0 0 0,47-25 0 0 0,-58 26-190 0 0,-2-1 0 0 0,1 0 1 0 0,-2-2-1 0 0,28-26 0 0 0,-36 30-49 0 0,-1 0-1 0 0,-1 0 1 0 0,0-1-1 0 0,-1 0 1 0 0,0-1-1 0 0,-1 0 1 0 0,0-1-1 0 0,6-19 1 0 0,-12 28-55 0 0,0-1 1 0 0,-1 1-1 0 0,0-1 1 0 0,0 1 0 0 0,0-1-1 0 0,-1 1 1 0 0,0-1-1 0 0,0 0 1 0 0,-1 1-1 0 0,0-1 1 0 0,0 1-1 0 0,-1-1 1 0 0,1 1 0 0 0,-2 0-1 0 0,1 0 1 0 0,0 0-1 0 0,-1 0 1 0 0,0 0-1 0 0,-1 0 1 0 0,1 0 0 0 0,-1 1-1 0 0,-9-10 1 0 0,5 6 77 0 0,-1 1 1 0 0,-1-1-1 0 0,1 1 1 0 0,-1 1-1 0 0,-1 0 1 0 0,1 0-1 0 0,-1 1 1 0 0,0 1-1 0 0,-1-1 1 0 0,1 2-1 0 0,-16-5 1 0 0,-2 2 104 0 0,0 2 1 0 0,-1 0 0 0 0,1 2-1 0 0,-41 1 1 0 0,56 2-240 0 0,0 1 1 0 0,0 0-1 0 0,-1 1 1 0 0,1 1 0 0 0,1 0-1 0 0,-1 1 1 0 0,0 1-1 0 0,1 0 1 0 0,0 0 0 0 0,0 1-1 0 0,-14 10 1 0 0,24-14-153 0 0,0 0 1 0 0,0 1-1 0 0,0-1 1 0 0,0 1-1 0 0,1 0 1 0 0,-1-1-1 0 0,1 1 1 0 0,0 0-1 0 0,0 0 1 0 0,0 1-1 0 0,0-1 1 0 0,0 0-1 0 0,1 1 0 0 0,-1-1 1 0 0,0 5-1 0 0,1-2-818 0 0,0-1-1 0 0,0 1 0 0 0,1 0 0 0 0,0 0 1 0 0,1 8-1 0 0,0 1-6306 0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31 158 3225 0 0,'-5'-34'3782'0'0,"-3"61"-443"0"0,0 27-2433 0 0,2 0 1 0 0,2 1-1 0 0,7 94 0 0 0,-2-136-795 0 0,0-1 1 0 0,1 1-1 0 0,0-1 0 0 0,0 0 1 0 0,2 0-1 0 0,0 0 0 0 0,6 14 1 0 0,-8-21-75 0 0,1 0 0 0 0,0 0 0 0 0,1 0 1 0 0,-1 0-1 0 0,1-1 0 0 0,0 0 1 0 0,0 1-1 0 0,0-1 0 0 0,1-1 0 0 0,-1 1 1 0 0,1-1-1 0 0,0 0 0 0 0,0 0 1 0 0,0 0-1 0 0,0-1 0 0 0,1 1 0 0 0,10 2 1 0 0,-7-4 43 0 0,0 1 1 0 0,0-1 0 0 0,1-1 0 0 0,-1 0-1 0 0,0 0 1 0 0,0-1 0 0 0,1 0-1 0 0,-1-1 1 0 0,0 1 0 0 0,0-2 0 0 0,-1 1-1 0 0,1-2 1 0 0,0 1 0 0 0,-1-1-1 0 0,0 0 1 0 0,11-7 0 0 0,3-3 251 0 0,-1-1 0 0 0,-1-1 1 0 0,0-1-1 0 0,29-32 0 0 0,-40 39-166 0 0,-1 0 0 0 0,0-1 0 0 0,0-1-1 0 0,-1 1 1 0 0,-1-1 0 0 0,0 0 0 0 0,0 0 0 0 0,-1-1 0 0 0,-1 0 0 0 0,0 0-1 0 0,-1 0 1 0 0,0 0 0 0 0,-1-1 0 0 0,-1 1 0 0 0,0-20 0 0 0,-1 22-72 0 0,-1-1 1 0 0,0 1-1 0 0,-1 0 1 0 0,-1-1-1 0 0,0 1 1 0 0,0 0-1 0 0,-1 1 1 0 0,0-1 0 0 0,-1 1-1 0 0,0 0 1 0 0,-1 0-1 0 0,0 0 1 0 0,0 1-1 0 0,-1-1 1 0 0,-1 2-1 0 0,1-1 1 0 0,-1 1-1 0 0,-14-11 1 0 0,6 8-46 0 0,-1 1-1 0 0,0 0 1 0 0,0 1-1 0 0,-1 1 1 0 0,0 1 0 0 0,-1 0-1 0 0,0 1 1 0 0,0 1-1 0 0,0 1 1 0 0,0 1-1 0 0,-1 1 1 0 0,1 0 0 0 0,-1 1-1 0 0,0 1 1 0 0,-27 4-1 0 0,44-4-191 0 0,-1 1-1 0 0,1-1 0 0 0,0 1 0 0 0,-1 0 0 0 0,1 0 0 0 0,0 0 0 0 0,-1 0 0 0 0,1 1 0 0 0,0-1 0 0 0,0 1 0 0 0,-3 2 0 0 0,0 3-835 0 0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6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117 455 9938 0 0,'0'2'115'0'0,"-1"0"0"0"0,1 0 0 0 0,0 0 1 0 0,-1 0-1 0 0,1-1 0 0 0,0 1 0 0 0,0 0 0 0 0,0 0 0 0 0,1 0 0 0 0,-1 0 0 0 0,0 0 0 0 0,1 0 0 0 0,-1 0 1 0 0,1 0-1 0 0,0 0 0 0 0,1 3 0 0 0,16 30 1066 0 0,-13-26-1005 0 0,1-1-1 0 0,1 0 1 0 0,-1 0 0 0 0,1 0 0 0 0,1-1-1 0 0,-1 0 1 0 0,1 0 0 0 0,0-1-1 0 0,1 0 1 0 0,11 5 0 0 0,-16-9 48 0 0,0-1 0 0 0,-1 0 0 0 0,1-1 1 0 0,0 1-1 0 0,0-1 0 0 0,0 0 0 0 0,0 0 1 0 0,0 0-1 0 0,0 0 0 0 0,0 0 1 0 0,0-1-1 0 0,0 0 0 0 0,-1 0 0 0 0,6-2 1 0 0,26-3 585 0 0,-27 6-788 0 0,-1-1 1 0 0,0 0-1 0 0,0 0 1 0 0,0-1-1 0 0,0 0 1 0 0,0 0 0 0 0,0-1-1 0 0,-1 1 1 0 0,1-2-1 0 0,-1 1 1 0 0,0-1-1 0 0,10-6 1 0 0,-9 4 64 0 0,0 0 1 0 0,0 0-1 0 0,-1-1 0 0 0,0 0 1 0 0,0 0-1 0 0,0 0 1 0 0,-1-1-1 0 0,0 1 0 0 0,5-13 1 0 0,-4 6 89 0 0,-2 1 0 0 0,0 0 0 0 0,-1-1 0 0 0,0 0 0 0 0,-1 0 0 0 0,0 0 0 0 0,-1 0 0 0 0,-1 0 0 0 0,0 0 0 0 0,-1 0 0 0 0,-3-17 0 0 0,-1 7-62 0 0,-1 0 0 0 0,-1 0 1 0 0,-1 0-1 0 0,-1 1 0 0 0,-19-34 0 0 0,23 46-97 0 0,-2 1 0 0 0,1 0 0 0 0,-1 0 0 0 0,-1 1 0 0 0,0 0-1 0 0,0 0 1 0 0,0 1 0 0 0,-1 0 0 0 0,-15-10 0 0 0,18 14-8 0 0,0 1 0 0 0,0 0-1 0 0,0 0 1 0 0,0 0 0 0 0,-1 1 0 0 0,0-1-1 0 0,1 2 1 0 0,-1-1 0 0 0,0 1 0 0 0,0 0-1 0 0,0 0 1 0 0,0 1 0 0 0,0 0 0 0 0,0 0-1 0 0,0 1 1 0 0,1 0 0 0 0,-13 3 0 0 0,9-1-17 0 0,-1 1 1 0 0,1 1 0 0 0,0 0-1 0 0,0 0 1 0 0,1 0-1 0 0,0 2 1 0 0,0-1 0 0 0,0 1-1 0 0,1 0 1 0 0,0 1-1 0 0,0 0 1 0 0,1 0 0 0 0,0 0-1 0 0,0 1 1 0 0,-7 14 0 0 0,0 2-50 0 0,2 0 1 0 0,0 1 0 0 0,2 0-1 0 0,-14 53 1 0 0,21-68-16 0 0,1 1 0 0 0,0 0-1 0 0,1 1 1 0 0,1-1 0 0 0,-1 0 0 0 0,2 0-1 0 0,0 0 1 0 0,0 0 0 0 0,5 15 0 0 0,-5-21-164 0 0,1 0 1 0 0,0 0-1 0 0,0 0 0 0 0,0 0 1 0 0,1-1-1 0 0,0 1 1 0 0,0-1-1 0 0,1 1 1 0 0,-1-1-1 0 0,1 0 0 0 0,0-1 1 0 0,1 1-1 0 0,-1-1 1 0 0,1 1-1 0 0,0-1 0 0 0,0-1 1 0 0,0 1-1 0 0,0-1 1 0 0,10 5-1 0 0,0-3-1619 0 0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1:27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279 815 11202 0 0,'10'-1'461'0'0,"0"0"-1"0"0,0 0 0 0 0,-1-1 0 0 0,1-1 0 0 0,0 0 0 0 0,-1 0 0 0 0,0-1 0 0 0,0 0 1 0 0,0 0-1 0 0,16-12 0 0 0,-7 4 60 0 0,-1-1-1 0 0,0-1 1 0 0,29-32 0 0 0,-31 30-289 0 0,-1-1 1 0 0,-1-1 0 0 0,-1 0 0 0 0,0-1 0 0 0,-1 0-1 0 0,-1-1 1 0 0,-1 0 0 0 0,-1-1 0 0 0,-1 0 0 0 0,0 0-1 0 0,-2 0 1 0 0,0-1 0 0 0,-2 0 0 0 0,0 0 0 0 0,-2 0-1 0 0,0 0 1 0 0,-1 0 0 0 0,-1 0 0 0 0,-2 0-1 0 0,-5-26 1 0 0,4 30-112 0 0,0 0-1 0 0,-2 0 1 0 0,0 0 0 0 0,-1 1-1 0 0,-1 0 1 0 0,-11-19-1 0 0,15 29-88 0 0,-1 1-1 0 0,1-1 1 0 0,-2 1 0 0 0,1 0-1 0 0,0 1 1 0 0,-1-1-1 0 0,0 1 1 0 0,-1 0-1 0 0,1 1 1 0 0,-1-1-1 0 0,0 1 1 0 0,0 0 0 0 0,0 1-1 0 0,0 0 1 0 0,-1 0-1 0 0,1 1 1 0 0,-10-2-1 0 0,5 1-4 0 0,-1 2-1 0 0,0 0 1 0 0,0 0-1 0 0,1 1 0 0 0,-1 1 1 0 0,0 0-1 0 0,1 1 1 0 0,-1 0-1 0 0,1 1 0 0 0,-1 0 1 0 0,1 1-1 0 0,0 0 1 0 0,0 1-1 0 0,1 1 1 0 0,-16 9-1 0 0,12-5-31 0 0,1 0 1 0 0,0 1-1 0 0,1 1 1 0 0,0 1-1 0 0,1 0 1 0 0,0 0-1 0 0,1 1 0 0 0,1 0 1 0 0,0 1-1 0 0,-12 25 1 0 0,7-7-30 0 0,0 1 1 0 0,3 1 0 0 0,1 0-1 0 0,-11 59 1 0 0,17-66 23 0 0,2-1 0 0 0,1 1 0 0 0,1 0 0 0 0,1 0-1 0 0,2 0 1 0 0,8 47 0 0 0,-8-63-54 0 0,2-1 0 0 0,-1 1 0 0 0,2-1-1 0 0,-1 0 1 0 0,1 0 0 0 0,1-1 0 0 0,0 1-1 0 0,1-1 1 0 0,0-1 0 0 0,0 1 0 0 0,1-1 0 0 0,0 0-1 0 0,0-1 1 0 0,1 0 0 0 0,1 0 0 0 0,-1-1-1 0 0,1 0 1 0 0,0-1 0 0 0,1 0 0 0 0,-1 0 0 0 0,1-1-1 0 0,0-1 1 0 0,1 0 0 0 0,-1 0 0 0 0,1-1-1 0 0,-1-1 1 0 0,1 0 0 0 0,0 0 0 0 0,0-1-1 0 0,0-1 1 0 0,0 0 0 0 0,24-3 0 0 0,-20-1-211 0 0,0 1-1 0 0,0-2 1 0 0,0 0 0 0 0,-1-1-1 0 0,0-1 1 0 0,22-12 0 0 0,-7 1-1078 0 0,54-45 1 0 0,-57 39 521 0 0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11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0 132 24575,'24'3'0,"-9"-5"0,-1 0 0,-1-2 0,1 0 0,0 0 0,-1-1 0,0-1 0,23-13 0,29-12 0,98-19 0,-143 45 0,-14 4-124,0 0 0,0 0 0,0 1 0,0 0 0,0 0 0,-1 1-1,1 0 1,0 0 0,0 0 0,7 3 0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11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24575,'-6'7'0,"1"1"0,0-1 0,0 1 0,0 0 0,1 0 0,1 0 0,-1 0 0,1 1 0,1 0 0,-1-1 0,1 1 0,0 11 0,1 3 0,1 0 0,1 0 0,5 33 0,20 68 0,-8-44 0,6 72 0,-17-89 0,31 114 0,-25-137 0,30 57 0,-31-54 0,14-45 0,-7-2 0,-1 0 0,1-1 0,-1-1 0,-1-1 0,1-1 0,-1 0 0,0-1 0,-1-1 0,0-1 0,-1 0 0,20-18 0,-33 27-114,0-1 1,1 0-1,-1 0 0,0 0 0,-1 0 1,1 0-1,0 0 0,-1 0 0,1 0 1,-1-1-1,1-3 0,0-1-6712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12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1 210 24575,'7'-2'0,"0"1"0,0-1 0,0-1 0,-1 1 0,1-1 0,-1 0 0,1-1 0,-1 0 0,10-8 0,-3 4 0,137-78 0,-124 73 0,1 2 0,1 2 0,55-13 0,21 0-1365,-95 20-5461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15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98 24575,'-3'2'0,"1"0"0,0 1 0,0-1 0,0 1 0,0 0 0,-2 4 0,0 2 0,1 0 0,0 0 0,1 0 0,0 1 0,0-1 0,0 13 0,3 60 0,0-39 0,1 28 0,0-8 0,-3 0 0,-11 84 0,2-101 0,6-218 0,0 100 0,3-1 0,14-124 0,-11 188 0,1-1 0,0 0 0,0 1 0,1-1 0,0 1 0,0 0 0,1 0 0,1 1 0,-1-1 0,1 1 0,1 0 0,-1 1 0,1 0 0,1 0 0,-1 0 0,15-9 0,-12 10 0,-1 0 0,1 1 0,1 0 0,-1 0 0,1 1 0,-1 1 0,1 0 0,0 0 0,0 1 0,1 1 0,-1-1 0,0 2 0,1 0 0,16 1 0,-25 0 0,0 0 0,0 0 0,0 0 0,-1 1 0,1-1 0,0 1 0,0-1 0,-1 1 0,1 0 0,-1 0 0,0 0 0,4 4 0,-2-1 0,1 0 0,-1 0 0,0 0 0,5 11 0,-7-10 0,0 0 0,0 1 0,0-1 0,-1 0 0,1 1 0,-2-1 0,1 0 0,-1 1 0,0-1 0,0 1 0,-1-1 0,0 1 0,0-1 0,-2 9 0,-3 4 0,-1-1 0,0 0 0,-15 24 0,16-32 0,-1 0 0,-1-1 0,1 0 0,-1 0 0,-1-1 0,0 0 0,0 0 0,-1-1 0,1-1 0,-2 1 0,1-2 0,-1 1 0,1-1 0,-1-1 0,-1 0 0,1-1 0,-1 0 0,-17 2 0,28-6 0,1 1 0,0-1 0,0 0 0,0 0 0,-1 0 0,1 0 0,0 0 0,0 0 0,1 0 0,-1 0 0,0 0 0,0 0 0,0 0 0,1 0 0,-1 0 0,0 0 0,1 1 0,0-2 0,1-1 0,0 0 0,1 1 0,-1-1 0,1 1 0,0-1 0,0 1 0,0 0 0,0 0 0,0 0 0,0 1 0,1-1 0,-1 1 0,0 0 0,1 0 0,-1 0 0,1 0 0,-1 0 0,1 1 0,0 0 0,-1 0 0,7 0 0,8 1 0,0 1 0,34 7 0,-49-9 0,8 3 0,1 0 0,0 0 0,-1 1 0,0 1 0,0 0 0,-1 0 0,1 1 0,-1 1 0,0 0 0,-1 0 0,16 15 0,-19-16 0,-1 1 0,0-1 0,0 1 0,-1 0 0,0 0 0,0 0 0,0 0 0,-1 1 0,0 0 0,-1-1 0,0 1 0,0 0 0,-1 0 0,1 1 0,-2-1 0,1 0 0,-1 0 0,-2 10 0,2-12 0,0 0 0,-1 0 0,0 0 0,-1 0 0,1 0 0,-1 0 0,0-1 0,-1 1 0,1-1 0,-1 1 0,0-1 0,-1 0 0,1 0 0,-1 0 0,0 0 0,0-1 0,0 0 0,-1 0 0,1 0 0,-1 0 0,0-1 0,0 1 0,-1-1 0,1-1 0,-1 1 0,-9 3 0,-2-3 0,-1 0 0,1 0 0,-1-2 0,0 0 0,-24-3 0,-86-16 0,120 16-151,-1-1-1,1 0 0,0 0 0,0-1 1,0 0-1,0 0 0,1-1 1,-14-10-1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15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81 24575,'0'0'0,"0"0"0,0 0 0,0 0 0,0 0 0,0 0 0,0 0 0,0 0 0,7-22 0,-7 21 0,1 0 0,-1 0 0,0 1 0,1-1 0,-1 0 0,0 0 0,0 0 0,0 0 0,0 0 0,0 0 0,0 0 0,0 0 0,0 0 0,0 0 0,0 0 0,-1 0 0,1 1 0,0-1 0,-1 0 0,1 0 0,-1-1 0,-18-12 0,17 13 0,-6-3 0,1 1 0,-1 0 0,0 0 0,0 1 0,0-1 0,0 2 0,0-1 0,-1 1 0,1 1 0,0-1 0,-1 1 0,1 1 0,0 0 0,0 0 0,-1 0 0,1 1 0,0 0 0,0 1 0,0 0 0,1 0 0,-1 1 0,1 0 0,-12 8 0,9-5 0,-1 0 0,1 1 0,1 1 0,0 0 0,0 0 0,1 1 0,0 0 0,0 0 0,2 1 0,-1 0 0,1 0 0,0 0 0,1 1 0,-6 23 0,6-11 0,2-1 0,0 1 0,2 0 0,1-1 0,3 31 0,3-4 0,17 69 0,-21-109 0,1 1 0,0-1 0,1 1 0,0-1 0,1 0 0,9 16 0,-11-23 0,0 1 0,0-1 0,0 0 0,0 0 0,1 0 0,-1 0 0,1 0 0,0-1 0,0 1 0,0-1 0,0 0 0,0 0 0,0-1 0,0 1 0,1-1 0,-1 0 0,1 0 0,7 0 0,-1 0 0,0-1 0,1 0 0,-1-1 0,0 0 0,1-1 0,-1 0 0,0 0 0,0-2 0,0 1 0,-1-1 0,1-1 0,16-9 0,-14 5 0,1 0 0,-2-1 0,1-1 0,-1 0 0,-1-1 0,0 0 0,0-1 0,11-18 0,-5 8-1365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26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1564 24575,'0'0'0,"-3"16"0,-1 36 0,3 77 0,1 0 0,5 81 0,0-128 0,-4-48 0,2 44 0,3 0 0,21 99 0,-27-172 0,2 0 0,-1 0 0,1 0 0,-1-1 0,1 1 0,1 0 0,-1-1 0,0 1 0,1-1 0,0 0 0,0 0 0,1 0 0,-1 0 0,1-1 0,0 1 0,0-1 0,0 0 0,0 0 0,0 0 0,1-1 0,-1 1 0,1-1 0,0 0 0,-1-1 0,1 1 0,0-1 0,0 0 0,0 0 0,0 0 0,8-1 0,208-1 0,-115-2 0,15 0 0,380-2 0,51 0 0,-468 2 0,122-22 0,-153 17 0,154-18 0,-205 26 0,-1-1 0,1 0 0,0 0 0,-1 0 0,1 1 0,-1-1 0,1-1 0,-1 1 0,1 0 0,-1 0 0,0 0 0,0-1 0,1 1 0,-1-1 0,0 1 0,0-1 0,0 1 0,-1-1 0,1 0 0,0-1 0,12-39 0,-11 35 0,14-63 0,-3 0 0,-3-1 0,2-130 0,-5-150 0,-1 166 0,2-13 0,2-59 0,17-503 0,-24 712 0,4-129 0,-4 155 0,-2 19 0,-5 8 0,-3 6 0,11 24 0,-7-20 0,-1-1 0,0 0 0,-1 1 0,-1-2 0,-8 17 0,-43 61 0,76-166 0,-2 22 0,3 1 0,32-63 0,-50 112 0,0 1 0,0-1 0,1 1 0,-1-1 0,1 1 0,0 0 0,-1 0 0,6-3 0,-4 3 0,-4 2 0,1 0 0,0 0 0,-1 0 0,1 0 0,-1 0 0,1 0 0,0 0 0,-1 1 0,1-1 0,-1 0 0,1 0 0,-1 1 0,1-1 0,-1 0 0,1 1 0,-1-1 0,1 1 0,-1-1 0,1 1 0,-1-1 0,0 0 0,1 1 0,-1 0 0,10 13 0,-4-2 0,0 1 0,-2 0 0,0 1 0,5 23 0,8 25 0,8 1-1365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33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24575,'26'12'0,"10"2"0,-17-5 0,1-1 0,0-1 0,0-1 0,37 5 0,161 2 0,-102-8 0,104-6 0,-87-2 0,-14 2 0,188-25 0,-211 14 0,143 0 0,268-3 0,-216 5 0,461 16 0,-553-4 0,29 3 0,-157-1 0,85 18 0,53 14 0,-149-29 0,89-1 0,-92 1 0,-37-3 0,-31-5 0,-36-8-1365,38 7-5461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05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1 112 24575,'11'-1'0,"1"-1"0,-1 0 0,1 0 0,-1-1 0,14-6 0,5-1 0,64-13 0,2 4 0,124-9 0,-149 16-1365,-62 11-5461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04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0,0 0 0,0 0 0,0 1 0,1 0 0,-1 1 0,1-1 0,-1 0 0,1 0 0,-1 0 0,1 0 0,0 0 0,0 0 0,-1 0 0,1 0 0,0 0 0,0 0 0,0 0 0,0-1 0,0 1 0,0 0 0,0-1 0,0 1 0,3 0 0,23 10 0,-27-11 0,29 9 0,0-2 0,1-1 0,37 2 0,90-2 0,-37-4 0,-95 1 0,1 1 0,45 13 0,-86-23-244,1 0 0,0-2 1,-18-12-1,28 18-146,-8-7-6436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04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 24575,'8'152'0,"-3"-106"0,-2-1 0,-2 1 0,-9 79 0,-41 98 0,45-161-1365,4-54-5461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21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3161 1427 24575,'-21'-8'0,"18"5"0,0 0 0,0 0 0,1 0 0,-1 0 0,1-1 0,0 1 0,0-1 0,0 1 0,1-1 0,-1 0 0,1 0 0,-1-4 0,-9-53 0,10 52 0,-7-78 0,5-111 0,3 136 0,2-139 0,-11-370 0,8 562 0,0 0 0,0 1 0,-1-1 0,0 0 0,0 0 0,-1 1 0,-5-13 0,5 16 0,-1 0 0,1 1 0,0-1 0,-1 1 0,0 0 0,0 0 0,0 0 0,-1 1 0,1-1 0,-1 1 0,0 0 0,0 1 0,-5-3 0,-11-4 0,1 1 0,-1 2 0,-1 0 0,1 1 0,-1 1 0,0 1 0,0 1 0,-37 1 0,-360 29 0,332-17 0,-1-4 0,-93-4 0,-232-6 0,-335 0 0,406 4 0,296 0 0,-1 3 0,1 1 0,-66 16 0,108-20 0,1 0 0,-1 0 0,1 1 0,0-1 0,-1 1 0,1 0 0,0 0 0,0 0 0,0 0 0,1 1 0,-1-1 0,0 1 0,1 0 0,-1-1 0,1 1 0,0 0 0,0 0 0,0 1 0,1-1 0,-1 0 0,-1 5 0,-1 6 0,0 0 0,1 1 0,-2 30 0,0-8 0,-53 348 0,51-322 0,2 85 0,2-27 0,-32 611 0,13-445 0,19-266 0,0 0 0,-1-1 0,-12 33 0,14-46-1365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22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24575,'58'223'0,"-41"-166"0,-16-55 0,-1 0 0,1 0 0,-1 0 0,1 0 0,0 0 0,0 0 0,0 0 0,0 0 0,0-1 0,0 1 0,0 0 0,1-1 0,-1 1 0,1-1 0,-1 1 0,1-1 0,0 0 0,-1 1 0,4 1 0,-3-3 0,0 0 0,0 1 0,0-1 0,0 0 0,0 0 0,0 0 0,0 0 0,0 0 0,0-1 0,0 1 0,0 0 0,0-1 0,0 0 0,0 1 0,0-1 0,3-2 0,6-4 0,-1-1 0,0 0 0,0 0 0,0-1 0,8-11 0,87-105-1365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34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24575,'0'0'0,"0"0"0,0 0 0,0 0 0,0 0 0,-2 5 0,1 2 0,-1 0-8191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35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 24575,'0'27'0,"-36"813"0,11-409 0,11-102 0,-10 189 0,19-425 0,-12 164 0,9-209 0,5-57 0,0 1 0,0-1 0,-2-15 0,-8-61-1365,7 47-5461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36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24575,'-4'6'0,"-1"1"0,1 1 0,0-1 0,1 1 0,-1-1 0,2 1 0,-1 0 0,1 0 0,0 0 0,-1 16 0,1 7 0,2 48 0,1-57 0,2 54 0,3-1 0,4-1 0,2 1 0,38 119 0,-49-190 0,0-1 0,0 1 0,1-1 0,-1 0 0,1 1 0,0-1 0,0 0 0,0 0 0,0 0 0,1 0 0,-1-1 0,1 1 0,0-1 0,0 1 0,4 2 0,-5-4 0,0 0 0,1-1 0,-1 1 0,0-1 0,1 1 0,-1-1 0,0 0 0,1 0 0,-1 0 0,0 0 0,1 0 0,-1 0 0,1-1 0,-1 1 0,0-1 0,0 0 0,1 0 0,-1 1 0,0-1 0,0-1 0,0 1 0,0 0 0,0 0 0,3-4 0,8-5 0,-1-1 0,-1 0 0,0-1 0,0-1 0,16-25 0,37-76 0,9-58-1365,-49 104-5461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3:38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24575,'1'1'0,"0"-1"0,0 0 0,0 1 0,0-1 0,0 0 0,-1 1 0,1 0 0,0-1 0,0 1 0,0-1 0,-1 1 0,1 0 0,0-1 0,0 3 0,-1-3 0,1 0 0,-1 1 0,0-1 0,0 1 0,0-1 0,1 0 0,-1 1 0,0-1 0,1 1 0,-1-1 0,0 0 0,1 0 0,-1 1 0,0-1 0,1 0 0,-1 1 0,0-1 0,1 0 0,-1 0 0,1 0 0,-1 0 0,1 1 0,-1-1 0,1 0 0,-1 0 0,0 0 0,1 0 0,-1 0 0,1 0 0,-1 0 0,1 0 0,-1 0 0,1 0 0,-1 0 0,1-1 0,-1 1 0,0 0 0,1 0 0,14-16-1365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01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7370 24575,'0'0'0,"0"0"0,0 0 0,0 0 0,0 0 0,0 0 0,0 0 0,0 0 0,0 0 0,-12 10 0,4-3 0,-1 0 0,12-15 0,2 1 0,-1 0 0,1-1 0,-2 1 0,1-1 0,-1 0 0,0 0 0,3-17 0,3-9 0,-5 22 0,-1 0 0,0 0 0,-1 0 0,1-16 0,-4-24 0,-2 0 0,-2 0 0,-18-78 0,17 95 0,2-1 0,1-69 0,1 14 0,-3 14 0,-6-272 0,35-5 0,-6 127 0,-13-8 0,2-19 0,0-11 0,-7 187 0,-20-559 0,1 256 0,3 150 0,-3-76 0,-4-83 0,4 116 0,3 36 0,-1-44 0,14 220 0,-12-516 0,2 205 0,1 57 0,1 94 0,2 56 0,6 126 0,-10-46 0,0-1 0,13 8 0,1 78 0,-1 0 0,1 1 0,-1-1 0,1 0 0,0 1 0,-1-1 0,1 1 0,0-1 0,0 1 0,0-1 0,-1 1 0,1-1 0,0 1 0,0 0 0,0 0 0,0-1 0,-1 1 0,1 0 0,0 0 0,0 0 0,0 0 0,1 0 0,24-2 0,-26 2 0,405 3 0,-119 1 0,59-3 0,804-12 0,-838 8 0,-199 4 0,-83-4 0,-29 3 0,0 0 0,0 0 0,1 0 0,-1 0 0,0 0 0,0 0 0,0 0 0,0 0 0,0 0 0,0 0 0,0 0 0,1 0 0,-1 0 0,0 0 0,0 0 0,0 0 0,0 0 0,0 0 0,0 0 0,0 0 0,1 0 0,-1 0 0,0 0 0,0-1 0,0 1 0,0 0 0,0 0 0,0 0 0,0 0 0,0 0 0,0 0 0,0 0 0,0 0 0,0-1 0,0 1 0,0 0 0,1 0 0,-1 0 0,0 0 0,0 0 0,0 0 0,0 0 0,0-1 0,0 1 0,0 0 0,0 0 0,0 0 0,0 0 0,-1 0 0,1 0 0,0-1 0,-14-4 0,-21-4 0,19 4 0,0 1 0,0 0 0,0 2 0,0-1 0,-23 1 0,34 3 0,1-1 0,-1 1 0,0 0 0,1 0 0,-1 0 0,1 1 0,-1-1 0,1 1 0,0 0 0,0 0 0,0 1 0,0-1 0,0 1 0,0 0 0,1 0 0,-1 1 0,1-1 0,0 0 0,0 1 0,0 0 0,1 0 0,-1 0 0,-3 7 0,-4 10 0,1 1 0,1 0 0,0 0 0,2 1 0,0 0 0,2 0 0,1 0 0,0 1 0,2 32 0,1-42 0,2-1 0,0 0 0,0 0 0,1 0 0,1 0 0,0-1 0,11 25 0,-10-29 0,0 1 0,1-1 0,-1 0 0,2-1 0,-1 1 0,1-1 0,0 0 0,1-1 0,-1 0 0,1 0 0,15 8 0,-13-10 0,0 0 0,-1 0 0,1-1 0,1-1 0,-1 1 0,0-2 0,0 0 0,1 0 0,-1 0 0,1-2 0,13-1 0,-2 0 0,0-2 0,1-1 0,-1-1 0,22-9 0,-32 10 0,-1-1 0,1 0 0,-1 0 0,0-2 0,-1 1 0,1-1 0,-2-1 0,1 0 0,-1 0 0,0-1 0,11-17 0,-14 18 0,0 0 0,0-1 0,-1 0 0,-1 0 0,0 0 0,0 0 0,-1-1 0,0 1 0,-1-1 0,0 0 0,0 0 0,-2 1 0,1-1 0,-2-13 0,0 16 0,-1 0 0,-1 0 0,1 0 0,-1 0 0,-1 0 0,1 0 0,-1 1 0,-1 0 0,1 0 0,-1 0 0,0 0 0,-1 1 0,0 0 0,0 0 0,0 0 0,0 1 0,-13-8 0,3 3 0,-1 0 0,0 1 0,-1 0 0,0 2 0,0 0 0,-28-6 0,28 9-341,1 1 0,-1 1-1,-34 1 1,36 1-6485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02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2130 24575,'-1'-16'0,"-13"-163"0,0 3 0,-8-787 0,23 857 0,-18-462 0,15 552-227,-1 1-1,0-1 1,-1 1-1,-1-1 1,-8-18-1,8 24-6598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03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1 363 24575,'1'3'0,"-1"0"0,1 0 0,0 0 0,1 0 0,-1 0 0,0 0 0,1-1 0,0 1 0,0 0 0,-1-1 0,1 0 0,1 1 0,-1-1 0,0 0 0,1 0 0,-1 0 0,1 0 0,-1-1 0,1 1 0,0-1 0,0 1 0,0-1 0,-1 0 0,6 1 0,7 1 0,-1-1 0,0 0 0,0-1 0,20-1 0,-3 0 0,78 1 0,-1-4 0,149-24 0,172-31 0,-8 2 0,-292 36 0,342-66 0,-450 81 0,7-1 0,-1-1 0,29-12 0,-56 16 0,0 1 0,0-1 0,0 1 0,-1-1 0,1 1 0,-1-1 0,1 1 0,-1 0 0,0-1 0,0 1 0,0 0 0,0-1 0,0 1 0,-3-2 0,-5 5 0,0 0 0,1 1 0,-1 0 0,0 1 0,1 0 0,-11 5 0,15-5 0,0 0 0,0-1 0,0 1 0,0 1 0,1-1 0,0 1 0,-1-1 0,1 1 0,1 0 0,-1 0 0,0 0 0,1 0 0,-3 8 0,1-1 0,0-1 0,1 0 0,1 1 0,0-1 0,0 1 0,1 0 0,0-1 0,1 1 0,0 0 0,1 0 0,0 0 0,1-1 0,3 14 0,1-6 0,0 1 0,2-1 0,0 0 0,1 0 0,0-1 0,18 22 0,-20-29 0,1-2 0,0 1 0,0-1 0,1 0 0,0-1 0,0 0 0,1 0 0,0-1 0,0 0 0,0-1 0,1 0 0,0-1 0,0 0 0,0 0 0,0-2 0,14 3 0,-13-3 0,0-1 0,1 0 0,-1-1 0,1 0 0,-1-1 0,1-1 0,-1 0 0,1 0 0,-1-1 0,0-1 0,-1 0 0,1 0 0,0-2 0,18-10 0,-26 12 0,1 0 0,0 0 0,-1-1 0,0 1 0,0-1 0,0 0 0,-1 0 0,0-1 0,0 1 0,0-1 0,0 1 0,-1-1 0,0 0 0,0 0 0,1-8 0,1-6 0,-2 0 0,0-1 0,-1-26 0,-1 18 0,-2 0 0,-1 0 0,-1 0 0,-13-42 0,15 61 0,-2 0 0,1 0 0,-1 0 0,-1 0 0,0 1 0,0 0 0,0 0 0,-2 1 0,1-1 0,-1 1 0,0 0 0,0 1 0,-1 0 0,0 0 0,0 1 0,-10-6 0,12 9 8,-1 0 0,0 0 0,1 1 0,-1 0 0,0 0 0,0 0 0,0 1 0,0 0 0,-1 1 0,1-1 0,0 2 0,0-1 0,0 1 0,-11 2 0,9-1-143,0 1 0,0 0 0,0 1 0,1 0 0,-1 0 0,1 1 0,0 0 0,0 0 0,0 1 0,-7 7 0,-3 5-6691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04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2536 24575,'5'-22'0,"-1"-11"0,-1 1 0,-2-63 0,-14-65 0,-36-186 0,2 22 0,29 159 0,3-248 0,36 130 0,-3 70 0,-16-10 0,-2 127 0,0 95 0,0-1 0,0 1 0,0-1 0,0 1 0,0-1 0,-1 1 0,1 0 0,0-1 0,-1 1 0,1-1 0,-1 1 0,1 0 0,-1-1 0,0 1 0,-1-2 0,1 2 0,1 1 0,-1-1 0,0 1 0,1 0 0,-1-1 0,0 1 0,1 0 0,-1 0 0,0-1 0,1 1 0,-1 0 0,0 0 0,1 0 0,-1 0 0,0 0 0,0 0 0,1 0 0,-1 0 0,0 0 0,0 0 0,-1 1 0,-2 0 0,1 1 0,-1-1 0,0 1 0,1 0 0,-1 1 0,1-1 0,0 1 0,-6 4 0,4-1 0,0 1 0,0-1 0,1 1 0,0 0 0,0 0 0,1 0 0,0 0 0,0 0 0,1 1 0,-1 0 0,2-1 0,-1 1 0,0 10 0,2-17 0,0 0 0,0 0 0,1 1 0,-1-1 0,0 0 0,1 0 0,-1 0 0,1 1 0,-1-1 0,1 0 0,-1 0 0,1 0 0,0 0 0,-1 0 0,1 0 0,0 0 0,0 0 0,0 0 0,0 0 0,0-1 0,0 1 0,0 0 0,0-1 0,0 1 0,0-1 0,1 1 0,-1-1 0,0 1 0,0-1 0,0 0 0,1 1 0,-1-1 0,2 0 0,7 1 0,0 1 0,1-2 0,11 0 0,-11 0 0,134-6 0,207-33 0,-198 18 0,-36 5 0,249-23 0,-170 31 0,155-9 0,-331 15 0,0 0 0,1-1 0,31-9 0,-45 9 0,0 0 0,0 0 0,-1-1 0,1 0 0,-1 0 0,0-1 0,0 0 0,-1 0 0,1-1 0,-1 0 0,9-11 0,-14 17 0,-1-1 0,1 1 0,-1-1 0,1 1 0,-1-1 0,0 1 0,1-1 0,-1 1 0,0-1 0,0 0 0,1 1 0,-1-1 0,0 0 0,0 1 0,0-1 0,0 0 0,0 1 0,0-1 0,0 0 0,0 1 0,0-1 0,0 0 0,0 1 0,0-1 0,0 0 0,-1 1 0,1-2 0,-1 1 0,0 0 0,0 0 0,0 0 0,0 0 0,0 0 0,0 0 0,0 0 0,-1 1 0,1-1 0,0 0 0,0 1 0,-3-2 0,-2 0 0,0 1 0,0-1 0,-1 1 0,-11 0 0,12 0 0,1 1 0,-1 1 0,0-1 0,1 1 0,-1 0 0,1 1 0,-1-1 0,1 1 0,0 0 0,0 0 0,0 1 0,0-1 0,0 1 0,0 0 0,0 1 0,1-1 0,-7 7 0,6-3 0,0-1 0,1 1 0,-1-1 0,1 1 0,1 1 0,-1-1 0,1 0 0,1 1 0,-1 0 0,1-1 0,-2 17 0,2 0 0,0 1 0,1 0 0,2-1 0,1 1 0,8 42 0,-6-47 0,1 0 0,1-1 0,1 0 0,0 0 0,2 0 0,0-1 0,16 22 0,-19-31 0,0-2 0,1 1 0,0-1 0,0 0 0,1 0 0,0-1 0,0 0 0,1 0 0,-1-1 0,1-1 0,0 1 0,1-1 0,-1-1 0,1 1 0,-1-2 0,1 1 0,14 0 0,-5-1 0,0-1 0,0-1 0,1-1 0,-1-1 0,0-1 0,0 0 0,-1-1 0,23-8 0,-30 8 0,0-1 0,0 0 0,0-1 0,0 0 0,-1 0 0,0-1 0,0-1 0,-1 0 0,0 0 0,0-1 0,-1 0 0,0 0 0,0-1 0,-1 0 0,-1 0 0,1-1 0,-2 0 0,6-12 0,-7 10 0,1 1 0,-2-1 0,0-1 0,0 1 0,-1 0 0,-1-1 0,0 1 0,-1-1 0,0 1 0,-1-1 0,-1 1 0,0-1 0,-1 1 0,0 0 0,-1 0 0,-7-15 0,8 21 0,0 1 0,-1-1 0,0 1 0,0 1 0,0-1 0,-1 0 0,0 1 0,0 0 0,-1 0 0,-8-6 0,4 5 0,0 0 0,0 1 0,-1 0 0,1 0 0,-23-5 0,7 4 0,-1 2 0,1 0 0,-1 2 0,-50 3 0,33 2-273,1 2 0,0 2 0,0 2 0,-68 24 0,91-25-6553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05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2198 24575,'-2'-2'0,"0"0"0,-1 0 0,1 0 0,1 0 0,-1-1 0,0 1 0,0-1 0,1 1 0,-1-1 0,1 1 0,-1-4 0,-3-5 0,1 0 0,0 0 0,1-1 0,0 1 0,1-1 0,-1-23 0,5-74 0,-1 79 0,2-35 0,5-365 0,-23-228 0,29 358 0,0 63 0,-15 201 0,0 25 0,1 1 0,-1 0 0,2-1 0,0 1 0,0 0 0,1-1 0,2-9 0,-32 73 0,20-39 0,0 0 0,-6 17 0,12-27 0,1 0 0,-1 0 0,1 1 0,0-1 0,1 0 0,-1 1 0,1-1 0,0 1 0,0-1 0,0 1 0,1-1 0,0 5 0,0-6 0,1 0 0,-1 0 0,1 0 0,-1 0 0,1 0 0,0-1 0,0 1 0,0-1 0,0 0 0,1 1 0,-1-1 0,1 0 0,-1 0 0,1 0 0,0-1 0,-1 1 0,1-1 0,0 0 0,0 1 0,0-1 0,4 1 0,9 2 0,0-1 0,30 4 0,-36-6 0,75 6 0,110-4 0,85-20 0,-18 1 0,-84 13 0,133-7 0,-256 5 0,-1-3 0,0-2 0,0-3 0,62-22 0,-101 29 0,0 0 0,-1-1 0,1-1 0,-2 0 0,1-1 0,20-18 0,-33 26 0,0 1 0,0-1 0,-1 0 0,1 0 0,-1 1 0,1-1 0,-1 0 0,1 0 0,-1 0 0,1 0 0,-1 0 0,0 0 0,1 0 0,-1 0 0,0 0 0,0 0 0,0 0 0,0 0 0,0 0 0,0 0 0,0 0 0,0 0 0,0 0 0,-1 0 0,1 0 0,0 0 0,0 0 0,-1 0 0,1 0 0,-1-1 0,0 1 0,0-1 0,0 0 0,-1 1 0,1-1 0,0 1 0,-1-1 0,1 1 0,-1 0 0,1-1 0,-1 1 0,1 0 0,-1 0 0,0 0 0,-3-1 0,-1 0 0,0 1 0,1 0 0,-1 0 0,0 0 0,1 1 0,-1 0 0,0 0 0,0 0 0,1 1 0,-1 0 0,0 0 0,-9 3 0,6-1 0,0 1 0,1 0 0,-1 1 0,1 0 0,0 0 0,0 1 0,-8 7 0,3 0 0,-1 1 0,1 0 0,1 1 0,1 0 0,0 1 0,1 1 0,-9 20 0,12-19 0,0-1 0,2 1 0,0 0 0,1 0 0,1 0 0,1 0 0,0 1 0,2 28 0,1-21 0,2 0 0,1 0 0,1 0 0,1-1 0,13 36 0,-10-41 0,0-1 0,1 0 0,1 0 0,1-1 0,0 0 0,1-1 0,28 26 0,-29-30 0,1-2 0,0 0 0,1-1 0,0 0 0,1-1 0,0 0 0,0-1 0,1-1 0,0-1 0,22 6 0,-24-9 0,0-1 0,0-1 0,0 0 0,1-1 0,-1-1 0,0 0 0,22-5 0,-14 1 0,0-1 0,0-1 0,-1-1 0,21-11 0,-25 9 0,0-1 0,-1 0 0,-1-1 0,0-1 0,-1 0 0,0-1 0,-1-1 0,0 0 0,-1-1 0,-1 0 0,-1 0 0,11-24 0,-1-3 0,-1-1 0,-3-1 0,20-88 0,-31 111 0,-1 0 0,-1-1 0,-1 1 0,-1-1 0,-1 1 0,-5-39 0,3 47 0,-1 1 0,0 0 0,-1 0 0,-1 0 0,0 1 0,-1-1 0,0 1 0,-1 1 0,0-1 0,-1 1 0,0 0 0,-16-15 0,15 18 0,-1 0 0,0 0 0,-1 1 0,1 1 0,-1 0 0,-1 0 0,1 1 0,-1 0 0,0 1 0,0 1 0,-1 0 0,1 0 0,-20-1 0,8 3 0,0 0 0,-1 2 0,1 0 0,0 1 0,0 2 0,-27 7 0,26-4 0,1 1 0,0 2 0,0 0 0,1 1 0,0 1 0,1 2 0,1 0 0,0 1 0,1 1 0,0 1 0,-17 20 0,-63 78-1365,62-68-5461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07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1 544 24575,'117'-69'0,"6"-2"0,-112 65 0,1 1 0,-1 1 0,1 0 0,0 0 0,0 2 0,0-1 0,0 1 0,0 1 0,19 0 0,-23 2 0,0 0 0,0 0 0,0 0 0,-1 1 0,1 0 0,0 1 0,-1 0 0,0 0 0,0 0 0,0 1 0,0 0 0,0 1 0,-1-1 0,0 1 0,11 12 0,-3-2 0,17 28 0,-22-29 0,1-1 0,0 0 0,16 16 0,-22-26 0,0 1 0,0-1 0,1 0 0,0 0 0,-1 0 0,1-1 0,0 1 0,0-1 0,0 0 0,1-1 0,-1 1 0,0-1 0,1 0 0,5 0 0,1-1 0,0 0 0,0-1 0,0-1 0,0 0 0,0-1 0,0 0 0,0 0 0,20-10 0,7-7 0,40-26 0,-32 18 0,-20 12 0,1 2 0,0 0 0,2 2 0,53-15 0,-72 24 0,0 1 0,0 0 0,0 1 0,0 0 0,1 0 0,-1 2 0,0-1 0,1 1 0,-1 1 0,0 0 0,0 1 0,0 0 0,-1 0 0,1 1 0,-1 1 0,17 9 0,25 22 0,-26-17 0,39 20 0,-54-33 0,-1-2 0,1 1 0,0-2 0,0 1 0,0-1 0,0-1 0,19 2 0,-9-4 0,0 0 0,-1-2 0,1 0 0,-1-1 0,26-8 0,100-38 0,-103 33 0,1 1 0,77-15 0,-106 27 0,0 2 0,0 0 0,0 1 0,0 0 0,0 1 0,0 1 0,0 0 0,0 1 0,-1 1 0,1 0 0,-1 1 0,19 9 0,40 29 0,-49-28 0,32 15 0,-47-25 0,1-2 0,0 1 0,0-1 0,0-1 0,0 0 0,1 0 0,10 0 0,0-2 0,1-1 0,-1-1 0,1 0 0,22-7 0,83-28 0,-3 1 0,-102 31 0,-1 1 0,1 2 0,41-1 0,-53 3 0,1 1 0,0 1 0,0 0 0,-1 0 0,0 1 0,15 6 0,0 2 0,27 18 0,-14-8 0,-26-14 0,1-2 0,-1 1 0,1-2 0,1 0 0,-1 0 0,0-1 0,1-1 0,0 0 0,-1-1 0,1-1 0,0 0 0,18-2 0,-9-2 0,0-1 0,0-1 0,0 0 0,-1-2 0,0-1 0,30-16 0,-37 17 0,1 0 0,-1 1 0,2 1 0,-1 1 0,1 0 0,0 1 0,0 1 0,0 0 0,0 1 0,1 1 0,-1 1 0,0 1 0,31 4 0,-3 1 0,1-2 0,67-2 0,-84-4 0,0-1 0,0-1 0,-1-1 0,1-2 0,27-11 0,38-18 0,-35 12 0,1 3 0,90-21 0,-59 30 0,2 4 0,127 5 0,-125 4 0,0-3 0,100-17 0,112-51 0,-164 34 0,-79 22 0,1 4 0,67-2 0,133 6 0,-69 4 0,423-40 0,-338 9 0,-142 13 0,214-2 0,-324 23-455,-1 1 0,46 9 0,-66-9-6371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1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1 24575,'-18'20'0,"11"-3"0,0 0 0,1 1 0,1 0 0,1 0 0,1 0 0,-2 19 0,0-4 0,-39 401 0,19-145 0,11-161 0,-47 343 0,58-453 0,2-9 0,0-1 0,-1 1 0,0 0 0,-3 9 0,5-18 0,-1 0 0,1 0 0,0 0-1,0 1 1,0-1 0,0 0 0,0 0-1,0 0 1,0 0 0,0 0 0,0 0-1,0 0 1,0 0 0,0 1 0,-1-1 0,1 0-1,0 0 1,0 0 0,0 0 0,0 0-1,0 0 1,0 0 0,0 0 0,-1 0-1,1 0 1,0 0 0,0 0 0,0 0-1,0 0 1,0 0 0,0 0 0,-1 0 0,1 0-1,0 0 1,0 0 0,0 0 0,0 0-1,0 0 1,0 0 0,-1 0 0,1 0-1,0 0 1,0 0 0,0 0 0,0-1-1,0 1 1,0 0 0,0 0 0,0 0 0,-1 0-1,1 0 1,0 0 0,0 0 0,0 0-1,0-1 1,0 1 0,0 0 0,0 0-1,0 0 1,-4-7-1351,0-5-5475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1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24575,'21'-11'0,"-5"4"0,0 0 0,0 1 0,1 1 0,0 1 0,0 0 0,0 2 0,1-1 0,-1 2 0,0 1 0,1 0 0,-1 1 0,1 0 0,-1 2 0,0 0 0,0 1 0,0 1 0,-1 0 0,1 1 0,-1 1 0,-1 1 0,18 10 0,-26-13 0,0 0 0,0 1 0,0 0 0,-1 0 0,0 1 0,0 0 0,0 0 0,-1 0 0,0 0 0,-1 1 0,0 0 0,0 0 0,0 0 0,-1 1 0,0-1 0,2 16 0,-3-14 0,-1 0 0,-1 0 0,0 0 0,0 1 0,-1-1 0,0 0 0,-1 0 0,0-1 0,-1 1 0,0 0 0,0-1 0,-1 1 0,0-1 0,-9 13 0,2-5 0,-1-1 0,-1 0 0,-1-1 0,0 0 0,-1-1 0,-30 22 0,17-17 0,-1-1 0,-1-1 0,-42 17 0,68-32-170,0-1-1,0 1 0,-1-1 1,1 0-1,0-1 0,-1 1 1,-8 0-1,3-2-6655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2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1 24575,'3'6'0,"0"1"0,0-1 0,0 1 0,-1 0 0,0-1 0,-1 1 0,0 0 0,0 0 0,0 14 0,-1 3 0,-8 38 0,6-49 0,-91 408 0,61-297 0,17-63 0,-4 0 0,-28 64 0,35-105 0,12-20 0,0 1 0,0-1 0,0 0 0,0 0 0,0 0 0,0 0 0,0 0 0,-1 0 0,1 0 0,0 0 0,0 0 0,0 0 0,0 0 0,0 0 0,-1 0 0,1 0 0,0 0 0,0 0 0,0 0 0,0 0 0,-1 0 0,1 0 0,0 0 0,0 0 0,0 0 0,0 0 0,0 0 0,-1 0 0,1 0 0,0 0 0,0 0 0,0 0 0,0 0 0,0 0 0,0-1 0,-1 1 0,1 0 0,0 0 0,0 0 0,0 0 0,0 0 0,0 0 0,-4-16 0,2-7 0,1 1 0,1-1 0,1 0 0,2 0 0,0 1 0,9-34 0,-4 26 0,2 1 0,1 0 0,1 1 0,22-38 0,-26 52 0,2 0 0,0 0 0,0 1 0,2 1 0,24-23 0,-30 30 0,0 1 0,1-1 0,-1 1 0,1 0 0,0 0 0,0 1 0,0 0 0,1 0 0,-1 1 0,1 0 0,-1 0 0,1 1 0,0 0 0,13 0 0,-17 1 0,-1 0 0,0 1 0,0 0 0,1 0 0,-1 0 0,0 0 0,0 0 0,0 1 0,0-1 0,0 1 0,0 0 0,0 0 0,-1 0 0,1 0 0,-1 0 0,1 1 0,-1-1 0,0 1 0,0 0 0,0 0 0,0-1 0,0 1 0,-1 0 0,0 0 0,1 1 0,1 5 0,1 7 0,0 0 0,-1 0 0,-1 1 0,0 17 0,-1-26 0,1 79 67,-11 105 0,0 27-1566,9-211-5327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2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54 159 24575,'0'0'0,"0"0"0,0 0 0,7 23 0,0-8 0,1 25 0,6 67 0,-9-61 0,12 57 0,-13-90 0,-1 0 0,2 0 0,0 0 0,0 0 0,1-1 0,1 0 0,0-1 0,14 20 0,-18-29 0,-1 1 0,1-1 0,-1 0 0,1 0 0,0 0 0,0 0 0,-1 0 0,1-1 0,1 1 0,-1-1 0,0 0 0,0 0 0,0 0 0,1 0 0,-1 0 0,0-1 0,1 1 0,-1-1 0,1 0 0,-1 0 0,0-1 0,1 1 0,-1-1 0,1 1 0,-1-1 0,0 0 0,5-2 0,3-2 0,0 0 0,-1 0 0,0-1 0,0-1 0,0 0 0,16-15 0,-11 7 0,-2 0 0,0-1 0,-1 0 0,0-1 0,-2-1 0,16-32 0,35-115 0,-42 106 0,20-116 0,-34 151 0,-1 8 0,-9 29 0,-149 584 0,72-250 0,74-314 0,-14 55 0,-3-1 0,-46 102 0,67-180 0,0-1 0,-1 1 0,0-1 0,-1 0 0,1-1 0,-12 11 0,15-16 0,0 0 0,0 0 0,0 0 0,0 0 0,0-1 0,-1 1 0,1-1 0,-1 0 0,1 0 0,-1 0 0,0 0 0,1 0 0,-1 0 0,0-1 0,0 1 0,1-1 0,-1 0 0,0 1 0,0-2 0,0 1 0,1 0 0,-1 0 0,0-1 0,0 0 0,1 1 0,-6-3 0,3 0 9,0 0-1,0-1 1,0 1-1,0-1 1,1 0 0,-1 0-1,1 0 1,0-1-1,0 0 1,1 0-1,0 0 1,-1 0-1,-3-11 1,0 0-380,1-1-1,0 0 1,-4-26 0,5 16-6455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3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386 0 24575,'0'0'0,"0"0"0,0 0 0,-8 7 0,-57 33 0,38-25 0,0 1 0,-36 32 0,57-43 0,0 0 0,0 1 0,0 0 0,1 0 0,0 1 0,1-1 0,-1 1 0,1 0 0,0 1 0,1-1 0,0 0 0,0 1 0,1 0 0,-3 13 0,5-16 0,-1-1 0,1 1 0,0 0 0,1 0 0,-1-1 0,1 1 0,0 0 0,0-1 0,0 1 0,1-1 0,4 9 0,-2-5 0,1-1 0,0 1 0,0-1 0,0 0 0,13 11 0,3-1 0,0 0 0,1-1 0,25 13 0,-33-21 0,-7-5 0,-1 0 0,0 1 0,-1-1 0,1 1 0,9 10 0,-14-13 0,0 0 0,0 0 0,0 1 0,-1-1 0,1 0 0,0 0 0,-1 1 0,1-1 0,-1 0 0,1 1 0,-1-1 0,0 1 0,0-1 0,1 1 0,-1-1 0,0 0 0,0 1 0,0-1 0,-1 1 0,1-1 0,0 1 0,-1-1 0,1 0 0,0 1 0,-1-1 0,0 0 0,1 1 0,-1-1 0,0 0 0,0 0 0,1 1 0,-1-1 0,-2 2 0,-4 4 0,0-1 0,0 1 0,-1-1 0,0-1 0,0 1 0,0-1 0,-1-1 0,1 0 0,-1 0 0,-15 4 0,-11 3 0,-49 7 0,67-15-273,1 0 0,-1-1 0,0-1 0,-27-2 0,26-1-6553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3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24575,'0'0'0,"0"9"0,-28 455 0,27-462-110,0 10 354,1-11-280,0-1 0,0 0 1,0 0-1,0 0 0,0 1 1,0-1-1,0 0 0,0 0 1,-1 0-1,1 1 0,0-1 1,0 0-1,0 0 0,0 0 0,0 1 1,0-1-1,0 0 0,0 0 1,-1 0-1,1 0 0,0 1 1,0-1-1,0 0 0,0 0 1,-1 0-1,1 0 0,0 0 1,0 0-1,0 1 0,-1-1 1,1 0-1,0 0 0,0 0 0,0 0 1,-1 0-1,1 0 0,0 0 1,0 0-1,0 0 0,-1 0 1,1 0-1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3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7 0,0 3 0,2 12 0,-1 2 0,1 13 0,2 20 0,0 17 0,-1 11 0,1-9 0,0-4 0,-1-15 0,-1-17 0,0-15-8191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4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0 24575,'0'0'0,"0"0"0,-21 3 0,-1 2 0,1 0 0,1 2 0,-1 1 0,1 0 0,0 1 0,1 1 0,0 1 0,1 1 0,0 0 0,1 2 0,0 0 0,-22 24 0,32-29 0,0 0 0,0 1 0,2 0 0,-1 0 0,1 0 0,0 0 0,1 1 0,0 0 0,1 0 0,0 0 0,1 0 0,0 1 0,0 16 0,1-13 0,2 0 0,0 0 0,0 0 0,1 0 0,1-1 0,0 1 0,2-1 0,-1 0 0,13 26 0,-11-30 0,1 0 0,-1-1 0,2 0 0,-1 0 0,1-1 0,0 0 0,1 0 0,0-1 0,0 0 0,1 0 0,-1-1 0,2-1 0,-1 1 0,0-2 0,1 1 0,0-2 0,0 1 0,0-1 0,1-1 0,-1 0 0,1-1 0,-1 0 0,1-1 0,-1 0 0,1 0 0,-1-2 0,1 1 0,-1-1 0,17-6 0,-4-2 0,0 0 0,-1-2 0,-1 0 0,0-2 0,0-1 0,-2 0 0,0-2 0,0 0 0,19-23 0,-9 6 0,-2-2 0,-1-2 0,-1 0 0,26-55 0,-48 85 0,0-1 0,-1 0 0,0 0 0,0 0 0,2-14 0,-5 19 0,1 0 0,-1 0 0,0 0 0,0 0 0,0 0 0,0 0 0,-1 0 0,0 0 0,1 0 0,-2 0 0,1 0 0,0 0 0,-1 1 0,-3-8 0,3 9 0,0 0 0,0 1 0,0-1 0,0 0 0,0 1 0,0-1 0,-1 1 0,1 0 0,0 0 0,-1-1 0,1 2 0,-1-1 0,0 0 0,1 0 0,-1 1 0,1 0 0,-1-1 0,0 1 0,0 0 0,1 0 0,-1 1 0,0-1 0,1 0 0,-4 2 0,-5 0 0,0 1 0,0 0 0,0 1 0,-12 6 0,8-3 0,1 2 0,0 0 0,1 0 0,0 1 0,1 1 0,0 0 0,0 1 0,1 0 0,-17 25 0,21-27 0,0 1 0,1 0 0,0 0 0,0 1 0,2-1 0,-1 1 0,1 1 0,1-1 0,0 0 0,1 1 0,0-1 0,1 1 0,1 13 0,0-22 0,0-1 0,1 1 0,-1 0 0,1-1 0,0 1 0,0-1 0,0 1 0,0-1 0,1 0 0,-1 1 0,1-1 0,0 0 0,0 0 0,0 0 0,1 0 0,-1-1 0,1 1 0,-1 0 0,1-1 0,0 0 0,0 0 0,0 0 0,0 0 0,0 0 0,1 0 0,-1-1 0,0 0 0,1 1 0,-1-1 0,1-1 0,0 1 0,-1 0 0,5-1 0,1 1 0,0-1 0,1 0 0,-1-1 0,1 0 0,-1-1 0,0 0 0,0 0 0,0-1 0,0 0 0,0 0 0,15-9 0,-8 1 0,0 0 0,-1-1 0,0 0 0,23-26 0,43-65 0,-74 88 0,-7 14 0,0-1 0,1 0 0,0 0 0,-1 1 0,1-1 0,0 0 0,0 1 0,0-1 0,0 1 0,0-1 0,0 1 0,1-1 0,1-1 0,-2 4 0,-1-1 0,1 0 0,-1 1 0,1-1 0,-1 1 0,1-1 0,-1 1 0,1-1 0,-1 1 0,0 0 0,1-1 0,-1 1 0,0-1 0,1 1 0,-1 0 0,0-1 0,0 1 0,0 0 0,0-1 0,1 1 0,-1 0 0,0 1 0,2 19 0,-1-18 0,-1 6 0,1 0 0,1 0 0,0-1 0,0 1 0,1-1 0,6 15 0,-8-21 0,0 0 0,0 0 0,0 0 0,0-1 0,1 1 0,-1 0 0,0-1 0,1 1 0,-1-1 0,1 1 0,0-1 0,-1 0 0,1 0 0,0 0 0,0 0 0,0 0 0,0 0 0,0 0 0,0 0 0,0-1 0,0 1 0,0-1 0,0 0 0,0 0 0,0 1 0,0-1 0,1-1 0,-1 1 0,0 0 0,0 0 0,0-1 0,0 1 0,2-2 0,20-7-1365,-4-3-5461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14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 0 24575,'-7'35'0,"-2"-1"0,-12 35 0,0-5 0,-165 660-484,110-414 352,70-287 135,-17 66 159,-10 94 0,30-154-126,1-1 0,1 1 0,1 0 0,2 0 0,1-1 1,1 1-1,13 44 0,-16-68-29,1-1 0,0 1 0,0 0 0,0-1 0,1 0 0,0 1 0,0-1 0,0 0 0,0-1 0,0 1 1,1 0-1,0-1 0,0 0 0,0 0 0,0 0 0,6 3 0,-2-2-155,-1-1-1,1 0 1,0-1-1,0 1 1,0-2-1,0 1 0,1-1 1,-1 0-1,9-1 1,3-1-6678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27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1 305 24575,'50'-9'0,"-10"2"0,59-2 0,880 27 0,-275-4 0,118-4 0,-688 2 0,250 5 0,-199-19 0,64-5 0,23-21 0,-209 18 0,0-3 0,74-25 0,-102 24 0,-1-2 0,58-37 0,-34 20 0,-41 21 0,0 0 0,0-2 0,-1 1 0,19-23 0,-48 14 0,-3-6-1365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35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1 372 24575,'3'0'0,"0"1"0,1-1 0,-1 0 0,0 0 0,1 0 0,-1-1 0,0 1 0,1-1 0,4-1 0,-5 1 0,43-11 0,-1-1 0,0-3 0,70-35 0,-93 39 0,0 0 0,0-2 0,38-31 0,-49 36 0,-1-1 0,0-1 0,-1 0 0,0 0 0,0-1 0,-1 0 0,-1 0 0,9-20 0,-16 31 0,1-1 0,0 0 0,-1 0 0,1 1 0,-1-1 0,1 0 0,-1 0 0,0 1 0,0-1 0,0 0 0,0 0 0,0 0 0,0 1 0,0-1 0,0 0 0,-1 0 0,1 0 0,-1 1 0,0-1 0,1 0 0,-1 1 0,0-1 0,0 1 0,0-1 0,0 1 0,0-1 0,0 1 0,-1-1 0,1 1 0,0 0 0,-1 0 0,1 0 0,-1 0 0,1 0 0,-1 0 0,1 0 0,-1 0 0,0 1 0,-1-1 0,-5-2 0,0 0 0,-1 1 0,1 0 0,0 1 0,-1 0 0,-15 0 0,7 2 0,0 0 0,0 2 0,0 0 0,0 1 0,0 1 0,1 0 0,0 1 0,-17 9 0,1 2 0,1 1 0,-52 40 0,74-50 0,0-1 0,0 1 0,1 1 0,0-1 0,0 1 0,1 1 0,-10 15 0,14-19 0,1-1 0,-1 1 0,1 0 0,0 0 0,1 0 0,0 0 0,-1 0 0,2 0 0,-1 0 0,1 0 0,0 1 0,0-1 0,1 0 0,0 0 0,2 11 0,3 0 0,0-1 0,1 0 0,1 0 0,0-1 0,1 0 0,1-1 0,0 1 0,1-2 0,15 15 0,18 15 0,60 45 0,-98-83 0,50 37 0,-31-25 0,-1 2 0,0 1 0,40 45 0,-63-64 0,-1-1 0,1 0 0,-1 1 0,1-1 0,-1 1 0,1-1 0,-1 1 0,0-1 0,1 1 0,-1 0 0,0-1 0,0 1 0,1-1 0,-1 1 0,0 0 0,0-1 0,0 1 0,0 0 0,0-1 0,0 1 0,0 0 0,0-1 0,0 1 0,0 0 0,0-1 0,0 1 0,-1-1 0,1 1 0,0 0 0,0-1 0,-1 1 0,1-1 0,0 1 0,-1 0 0,1-1 0,0 1 0,-1-1 0,1 1 0,-1-1 0,1 0 0,-1 1 0,1-1 0,-1 1 0,1-1 0,-1 0 0,1 0 0,-1 1 0,0-1 0,1 0 0,-2 1 0,0-1 0,-1 1 0,0 0 0,0 0 0,0-1 0,1 0 0,-1 1 0,0-1 0,0 0 0,0 0 0,-4-1 0,-6-3 0,0-1 0,0 0 0,1-1 0,0 0 0,0-1 0,0 0 0,1-1 0,0 0 0,-13-14 0,-6-7 0,-45-57 0,53 56 0,0 0 0,2-1 0,-30-65 0,42 78 0,1-1 0,0 0 0,2 0 0,0 0 0,1-1 0,1 0 0,1 1 0,1-40 0,2 52 0,-1 0 0,1 1 0,1-1 0,-1 0 0,1 1 0,0-1 0,0 1 0,1-1 0,0 1 0,4-7 0,-4 10 0,-1 0 0,1 0 0,-1 0 0,1 0 0,0 1 0,0-1 0,1 1 0,-1 0 0,0 0 0,1 0 0,-1 0 0,1 0 0,0 1 0,-1 0 0,1 0 0,0 0 0,0 0 0,6 0 0,17 0 20,0 2 0,0 1 0,-1 1-1,1 1 1,39 11 0,58 9-1504,-114-23-5342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36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1 24575,'0'0'0,"-11"31"0,1 8 0,1 1 0,2 0 0,2 1 0,0 42 0,11 165 0,-4-199 0,4 16 0,2 1 0,20 77 0,-26-137 0,0-11 0,-2-17 0,0 18 0,0-142 0,-2 0 0,20-159 0,-17 294 0,0-1 0,0 0 0,1 0 0,0 0 0,1 0 0,1 1 0,0-1 0,10-19 0,-10 24 0,0 1 0,0 0 0,1 1 0,0-1 0,0 1 0,1 0 0,0 0 0,0 1 0,0-1 0,0 1 0,0 1 0,1-1 0,0 1 0,0 0 0,0 1 0,0 0 0,0 0 0,0 0 0,0 1 0,15-1 0,240 2 0,-121 3 0,-82-2 0,69 10 0,-97-7 0,-1 3 0,0 0 0,56 22 0,-82-27 0,-1-1 0,0 1 0,0 0 0,0 0 0,0 0 0,0 0 0,-1 0 0,1 1 0,-1-1 0,1 1 0,-1 0 0,0 0 0,0 0 0,0 0 0,0 0 0,-1 0 0,1 0 0,-1 0 0,0 1 0,0-1 0,0 1 0,0-1 0,-1 1 0,1-1 0,-1 1 0,0-1 0,0 1 0,0-1 0,0 1 0,-1-1 0,-1 6 0,-1 5 0,-1 1 0,-1-1 0,0 1 0,-1-1 0,0-1 0,-10 16 0,-19 30 0,-50 93 0,74-129 0,2 0 0,0 0 0,2 1 0,0 0 0,-2 26 0,3-7 0,3 1 0,2 0 0,7 76 0,-2-88 0,2-1 0,0 0 0,3 0 0,0 0 0,25 53 0,-30-76 0,-2-6 0,-1 0 0,0-1 0,0 1 0,-1 0 0,1 0 0,0 0 0,-1 0 0,1 0 0,0 4 0,-2-6 0,1 1 0,0 0 0,-1-1 0,1 1 0,0-1 0,-1 1 0,1 0 0,-1-1 0,1 1 0,-1-1 0,1 1 0,-1-1 0,0 0 0,1 1 0,-1-1 0,0 0 0,1 1 0,-1-1 0,0 0 0,1 1 0,-1-1 0,0 0 0,1 0 0,-1 0 0,0 0 0,0 0 0,1 0 0,-1 0 0,0 0 0,0 0 0,0 0 0,-20-1 0,0-1 0,1-1 0,-1 0 0,-35-12 0,22 7 0,-682-162 0,669 156-1365,41 11-5461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4:38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 24575,'16'18'0,"-4"-4"0,-8-12 0,1 1 0,-1-1 0,0 0 0,1 0 0,-1 0 0,1-1 0,0 1 0,-1-1 0,1 0 0,0-1 0,9 1 0,-9-1 0,0 0 0,-1 1 0,1-1 0,0 1 0,-1 0 0,1 1 0,-1-1 0,1 1 0,-1-1 0,0 2 0,7 3 0,-10-5 0,1 1 0,-2-1 0,1 0 0,0 1 0,0-1 0,0 1 0,-1-1 0,1 1 0,-1-1 0,1 1 0,-1-1 0,0 1 0,1 0 0,-1-1 0,0 1 0,0 0 0,0-1 0,0 1 0,0 0 0,-1-1 0,1 1 0,-1-1 0,1 1 0,-1 0 0,1-1 0,-1 1 0,0-1 0,-1 2 0,-2 6 0,-1 0 0,0-1 0,-8 10 0,-4 1 0,0-1 0,-1 0 0,-1-1 0,-41 27 0,13-8 0,40-32 0,1 2 0,0-1 0,0 1 0,0 0 0,1 0 0,-7 10 0,11-13 0,-1-1 0,1 1 0,-1 0 0,1 0 0,0 0 0,0 0 0,1 0 0,-1 0 0,0 0 0,1 0 0,0 0 0,0 0 0,0 0 0,0 0 0,0 0 0,1 1 0,-1-1 0,1 0 0,0 0 0,1 3 0,-1-3 0,1 1 0,0-1 0,0 0 0,0 1 0,0-1 0,0 0 0,1 0 0,-1 0 0,1-1 0,0 1 0,0-1 0,0 1 0,0-1 0,0 0 0,6 2 0,-3-1 0,1 0 0,0-1 0,1 0 0,-1-1 0,0 1 0,0-1 0,13 0 0,-1-2 0,0 0 0,0-1 0,0-1 0,-1-1 0,29-9 0,-34 9 0,0-1 0,-1-1 0,0 0 0,0 0 0,0-2 0,13-9 0,-23 15 0,0 1 0,0-1 0,-1 0 0,1 0 0,-1 0 0,1 0 0,-1 0 0,0 0 0,0 0 0,1-1 0,-2 1 0,1 0 0,0 0 0,0-1 0,-1 1 0,1-1 0,-1 1 0,0-1 0,0 1 0,0-1 0,0 1 0,0 0 0,0-1 0,-1 1 0,1-1 0,-1 1 0,0-1 0,1 1 0,-1 0 0,0 0 0,-2-3 0,2 2 0,-1 0 0,0 1 0,0-1 0,0 0 0,0 1 0,0-1 0,-1 1 0,1 0 0,-1 0 0,0 0 0,1 0 0,-1 0 0,0 1 0,0-1 0,0 1 0,0 0 0,0 0 0,-1 0 0,1 0 0,0 0 0,-7 0 0,10 1 3,-1 0 0,1 1 0,-1-1-1,1 0 1,-1 0 0,0 0 0,1 0-1,-1 0 1,1 0 0,-1 0 0,1 0-1,-1 0 1,1-1 0,-1 1 0,1 0 0,-1 0-1,1 0 1,-1-1 0,1 1 0,-1 0-1,1 0 1,-1-1 0,1 1 0,0 0-1,-1-1 1,1 1 0,0-1 0,-1 1 0,1 0-1,0-1 1,-1 1 0,1-1 0,0 1-1,0-1 1,-1 1 0,1-1 0,0 0-1,7-20-1066,-5 18 658,3-7-6420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2:34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44 3225 0 0,'0'1'1201'0'0,"5"-7"2773"0"0,-3 3-3892 0 0,-1 2-25 0 0,0 0 0 0 0,0 0 0 0 0,0 0 0 0 0,-1 0 0 0 0,1 0 1 0 0,-1 0-1 0 0,1 0 0 0 0,-1 0 0 0 0,1-1 0 0 0,-1 1 0 0 0,1 0 1 0 0,-1 0-1 0 0,0-2 0 0 0,11-13 1359 0 0,-10 13-1213 0 0,-1 6 270 0 0,-4 19 548 0 0,-1 0-965 0 0,4-19-53 0 0,1-2-22 0 0,-5 3 272 0 0,-9 11-256 0 0,13-14 2 0 0,0 0 0 0 0,0 1 0 0 0,0-1 0 0 0,1 0 0 0 0,-1 1 0 0 0,0-1 0 0 0,1 0 0 0 0,-1 1 0 0 0,1-1 0 0 0,0 1-1 0 0,-1-1 1 0 0,1 1 0 0 0,0-1 0 0 0,0 1 0 0 0,0-1 0 0 0,0 3 0 0 0,-1 13 14 0 0,-2-1 16 0 0,-3 9 133 0 0,2 0 0 0 0,-2 42 0 0 0,4 15 414 0 0,2-73-491 0 0,0 0 1 0 0,-1-1-1 0 0,-1 1 0 0 0,1-1 1 0 0,-5 13-1 0 0,4-11-72 0 0,0 0 0 0 0,1-1 0 0 0,1 1 0 0 0,-1 0 1 0 0,1 0-1 0 0,3 13 0 0 0,-1 14 39 0 0,-3-7 13 0 0,0-16-65 0 0,0 0 0 0 0,2 0-1 0 0,2 16 1 0 0,-2 0-3 0 0,-1-15 138 0 0,0-7-61 0 0,-1-4-73 0 0,1 0 1 0 0,0 0 0 0 0,1 0-1 0 0,-1-1 1 0 0,1 1 0 0 0,-1 0-1 0 0,1 0 1 0 0,0 0 0 0 0,1-1-1 0 0,1 6 1 0 0,-1-3-494 0 0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2:45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1909 745 1840 0 0,'-3'1'594'0'0,"0"0"0"0"0,1 0 0 0 0,-1-1 0 0 0,0 1 1 0 0,0-1-1 0 0,0 1 0 0 0,0-1 0 0 0,-5 0 0 0 0,2 0-295 0 0,4 0-204 0 0,-1 1 1 0 0,1-1-1 0 0,0 0 1 0 0,0 0-1 0 0,0-1 1 0 0,-1 1-1 0 0,1 0 1 0 0,0-1-1 0 0,0 1 0 0 0,0-1 1 0 0,0 0-1 0 0,0 1 1 0 0,0-1-1 0 0,0 0 1 0 0,0 0-1 0 0,0-1 1 0 0,0 1-1 0 0,-2-2 1 0 0,1 0-30 0 0,1 1-1 0 0,0-1 1 0 0,0 0 0 0 0,0 0-1 0 0,0 0 1 0 0,1 0-1 0 0,-1 0 1 0 0,1 0 0 0 0,-1 0-1 0 0,0-7 1 0 0,-1-6-28 0 0,0 0 0 0 0,2 0-1 0 0,0 0 1 0 0,1-18 0 0 0,0 18 76 0 0,0-25 25 0 0,-7-48-1 0 0,7 87-138 0 0,0 1 0 0 0,0 0 0 0 0,0 0-1 0 0,0 0 1 0 0,-1-1 0 0 0,1 1 0 0 0,0 0 0 0 0,-1 0-1 0 0,1 0 1 0 0,-1 0 0 0 0,1 0 0 0 0,-1 0 0 0 0,1 0 0 0 0,-1 0-1 0 0,0 0 1 0 0,0 0 0 0 0,0 0 0 0 0,1 0 0 0 0,-1 0-1 0 0,0 1 1 0 0,0-1 0 0 0,0 0 0 0 0,0 1 0 0 0,0-1-1 0 0,0 0 1 0 0,-3 0 0 0 0,1-5 251 0 0,2 4-249 0 0,-1 1 35 0 0,1-1-1 0 0,0 0 0 0 0,0 0 0 0 0,0 0 0 0 0,0 0 1 0 0,0 0-1 0 0,1 0 0 0 0,-1 0 0 0 0,0 0 1 0 0,1 0-1 0 0,-1-3 373 0 0,-1 2-312 0 0,-48-73 447 0 0,48 72-470 0 0,0 0 1 0 0,0 1 0 0 0,-1-1-1 0 0,1 1 1 0 0,-1-1 0 0 0,0 1-1 0 0,0 0 1 0 0,0 0 0 0 0,0 0-1 0 0,-1 0 1 0 0,1 1 0 0 0,-1-1-1 0 0,1 1 1 0 0,-1 0 0 0 0,0 0 0 0 0,0 0-1 0 0,0 0 1 0 0,0 1 0 0 0,0 0-1 0 0,-1 0 1 0 0,1 0 0 0 0,-7-1-1 0 0,-119-24 252 0 0,70 12-221 0 0,-116-10 0 0 0,127 23-34 0 0,-1 2-1 0 0,-64 10 0 0 0,76-5-51 0 0,1 2-1 0 0,-67 22 1 0 0,93-25-29 0 0,1 0-1 0 0,-1 1 0 0 0,-13 9 1 0 0,-7 4-25 0 0,14-9-45 0 0,-28 24 0 0 0,40-30 77 0 0,3-2 2 0 0,0 0-1 0 0,0 0 1 0 0,1 0 0 0 0,-1 1 0 0 0,0-1-1 0 0,1 0 1 0 0,0 1 0 0 0,-1-1-1 0 0,1 1 1 0 0,0-1 0 0 0,0 1-1 0 0,1-1 1 0 0,-2 4 0 0 0,-3 41-32 0 0,1-13 20 0 0,0-15-34 0 0,0 0 48 0 0,0 1 1 0 0,-11 28-1 0 0,13-44 2 0 0,1 0 0 0 0,-1 0 0 0 0,0-1 0 0 0,0 1 0 0 0,0 0 0 0 0,-1-1 0 0 0,1 1 0 0 0,-1-1 0 0 0,0 0 0 0 0,0 0 0 0 0,0 0 0 0 0,0 0 0 0 0,0 0 0 0 0,-1-1 0 0 0,1 1 0 0 0,-1-1 0 0 0,-7 3 0 0 0,9-4 7 0 0,0-1 0 0 0,0 0 0 0 0,-1 1 0 0 0,1-1 0 0 0,0 0 0 0 0,-1 0 0 0 0,1-1 0 0 0,0 1 0 0 0,0 0 0 0 0,-1-1 0 0 0,1 1 0 0 0,0-1 0 0 0,0 0 0 0 0,-4-2 0 0 0,-33-20 326 0 0,7 4-193 0 0,9 9-277 0 0,1 2 0 0 0,-41-11 0 0 0,56 17 176 0 0,0 1 1 0 0,-1 0-1 0 0,1 0 0 0 0,0 1 0 0 0,0 0 1 0 0,-1 0-1 0 0,1 1 0 0 0,0 0 0 0 0,-1 0 1 0 0,1 1-1 0 0,0 0 0 0 0,0 0 0 0 0,-10 5 1 0 0,7-2-48 0 0,-4 3-67 0 0,0-2 0 0 0,0 1-1 0 0,-30 7 1 0 0,39-14 91 0 0,0 0 1 0 0,0 0-1 0 0,0 0 0 0 0,0-1 0 0 0,1 0 1 0 0,-1 0-1 0 0,0 0 0 0 0,-8-3 0 0 0,-14-3 62 0 0,18 5-57 0 0,4 2-18 0 0,0 0 0 0 0,1-1 1 0 0,-1 0-1 0 0,0 0 0 0 0,0-1 1 0 0,1 1-1 0 0,-6-3 0 0 0,8 0-6 0 0,0 1 0 0 0,0-1 0 0 0,0 1 0 0 0,1-1 0 0 0,-1 1 0 0 0,1-1 0 0 0,0 0 0 0 0,0 0 0 0 0,0 0 0 0 0,0-6 0 0 0,-2-40 0 0 0,-3-56-153 0 0,-2 67 9 0 0,6 31 119 0 0,0 0 0 0 0,0 0 0 0 0,0-16 0 0 0,-1 0-75 0 0,3 19 122 0 0,-1-1-1 0 0,0 0 1 0 0,1 1-1 0 0,0-1 1 0 0,2-9-1 0 0,3-4-184 0 0,1-1-1 0 0,10-21 1 0 0,1-4 178 0 0,-13 36-23 0 0,0 1-1 0 0,0-1 0 0 0,1 1 1 0 0,10-14-1 0 0,-4 7-1 0 0,-11 14 10 0 0,1 0 0 0 0,0 0 0 0 0,-1 1 0 0 0,1-1 0 0 0,0 0 0 0 0,-1 0 0 0 0,1 1 0 0 0,-1-1 0 0 0,0 0 0 0 0,1 0 0 0 0,-1 0 0 0 0,0 0 0 0 0,1 0 0 0 0,-1 0 0 0 0,0-1 0 0 0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2:50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2984 1376 0 0,'4'-19'3689'0'0,"-5"-2"-2893"0"0,-6-31 0 0 0,4 37-532 0 0,1 0 0 0 0,0 0 0 0 0,1 0 1 0 0,0 0-1 0 0,2-1 0 0 0,1-14 0 0 0,1-12-33 0 0,-3 29-129 0 0,-2-31 466 0 0,10-33-429 0 0,-6 15-27 0 0,-1 38-26 0 0,0 1 0 0 0,-1 0 1 0 0,-2 0-1 0 0,0 0 0 0 0,-6-27 1 0 0,0 1-48 0 0,7 37 30 0 0,-1 0 0 0 0,-4-17 0 0 0,-5-8 157 0 0,1-1 0 0 0,2 1-1 0 0,-3-43 1 0 0,4-16 172 0 0,-2-39 162 0 0,4 91 134 0 0,-1-10-522 0 0,-16-60 1 0 0,16 82-118 0 0,-2-32 1 0 0,7 46 6 0 0,-1-5 136 0 0,-5-30-41 0 0,5 44-118 0 0,1 0 0 0 0,0 0 0 0 0,1-18 0 0 0,-3-22 189 0 0,-21-49-515 0 0,-29-43 372 0 0,34 94 82 0 0,-78-261-43 0 0,96 302-124 0 0,-5-15 0 0 0,0-1 0 0 0,1 1 0 0 0,2-1 0 0 0,0 0 0 0 0,1 0 0 0 0,2-28 0 0 0,3-63 0 0 0,-4 72 0 0 0,8-37-32 0 0,-4 55 12 0 0,0-45 0 0 0,-3 31 20 0 0,2 0 0 0 0,9-60 0 0 0,0 39-60 0 0,-10 58 55 0 0,-1-1 0 0 0,1 1 0 0 0,0-1 0 0 0,-1 1 0 0 0,1 0 0 0 0,0-1 0 0 0,-1 1 0 0 0,1 0 0 0 0,0-1 0 0 0,0 1 0 0 0,-1 0 0 0 0,1 0 0 0 0,0 0 0 0 0,0-1 1 0 0,-1 1-1 0 0,1 0 0 0 0,0 0 0 0 0,0 0 0 0 0,0 0 0 0 0,-1 1 0 0 0,1-1 0 0 0,1 0 0 0 0,24 2-76 0 0,-25-2 65 0 0,47 9-15 0 0,-37-6 24 0 0,1 0 0 0 0,-1-1 0 0 0,18 0-1 0 0,-16-1 4 0 0,0 1-1 0 0,0 0 0 0 0,0 1 0 0 0,0 1 1 0 0,-1-1-1 0 0,17 9 0 0 0,-13-6-18 0 0,0 0 0 0 0,0-2 0 0 0,24 5 0 0 0,225 39 23 0 0,-97-23 203 0 0,-132-21-333 0 0,21 0 279 0 0,70-4-1 0 0,-17-1 98 0 0,381-29 225 0 0,-179 9-218 0 0,141-19 418 0 0,-384 28-689 0 0,-10 1 27 0 0,104-7 0 0 0,-66 14 234 0 0,92 1-217 0 0,124 1-26 0 0,-191-2 0 0 0,473-2 240 0 0,-497 7-276 0 0,144 18 0 0 0,-152-4 36 0 0,-32-4 0 0 0,0-3 0 0 0,63 1 0 0 0,7-12 92 0 0,-55 0-22 0 0,105 9 1 0 0,126 24-15 0 0,-124-9 76 0 0,42 3 48 0 0,-169-21-122 0 0,-3-2 129 0 0,69 12 0 0 0,-118-12-206 0 0,38 9 404 0 0,-36-9-272 0 0,-1 0 1 0 0,0 0-1 0 0,0 0 0 0 0,0 0 1 0 0,0 1-1 0 0,0-1 1 0 0,0 1-1 0 0,0-1 0 0 0,0 1 1 0 0,0 0-1 0 0,-1 0 1 0 0,1 0-1 0 0,-1 0 0 0 0,2 3 1 0 0,-3-4-172 0 0,0-1-1 0 0,0 1 1 0 0,0-1 0 0 0,-1 1 0 0 0,1-1-1 0 0,0 1 1 0 0,-1-1 0 0 0,1 1 0 0 0,0-1 0 0 0,-1 1-1 0 0,1-1 1 0 0,-1 0 0 0 0,1 1 0 0 0,0-1-1 0 0,-1 0 1 0 0,1 1 0 0 0,-1-1 0 0 0,1 0-1 0 0,-1 0 1 0 0,0 1 0 0 0,1-1 0 0 0,-1 0 0 0 0,1 0-1 0 0,-1 0 1 0 0,1 0 0 0 0,-1 0 0 0 0,-13 4-3787 0 0,8-2-2143 0 0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05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2304 0 0,'0'5'321'0'0,"0"-1"-1"0"0,1 0 0 0 0,0 0 0 0 0,0 0 1 0 0,0 1-1 0 0,1-1 0 0 0,0 0 0 0 0,-1 0 1 0 0,4 3-1 0 0,-3-3-298 0 0,0 0 1 0 0,-1 0-1 0 0,1 0 0 0 0,0 0 1 0 0,-1 0-1 0 0,0 0 0 0 0,0 0 1 0 0,0 0-1 0 0,0 5 1 0 0,-1 19 785 0 0,1 37 576 0 0,-3 0 1 0 0,-20 126-1 0 0,8-150-289 0 0,10-34-1008 0 0,1 0 0 0 0,1 1 0 0 0,-1-1 0 0 0,1 1 0 0 0,-1 12 0 0 0,2-5 1 0 0,2 0 1 0 0,0 0-1 0 0,3 20 0 0 0,3 32 740 0 0,-7-71-1003 0 0,6-21-326 0 0,-4 23-641 0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2:26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13 2304 0 0,'6'3'2690'0'0,"-12"-6"-313"0"0,-5-7 4190 0 0,8 8-6513 0 0,2 2-32 0 0,1 0 20 0 0,0 0-43 0 0,0-1-59 0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2:29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2498 56 2304 0 0,'0'0'167'0'0,"-2"0"16"0"0,-16 2 6788 0 0,3 0-4622 0 0,10 0-1994 0 0,0-2-1 0 0,0 1 0 0 0,0 0 0 0 0,0-1 0 0 0,0 0 1 0 0,-6-1-1 0 0,-49-2 2089 0 0,54 4-2256 0 0,-1-1 1 0 0,0-1-1 0 0,1 1 0 0 0,-1-1 1 0 0,0 0-1 0 0,1 0 0 0 0,-1-1 0 0 0,1 0 1 0 0,0 0-1 0 0,-9-5 0 0 0,2 1-31 0 0,0 1-1 0 0,0 0 0 0 0,-1 1 0 0 0,0 0 1 0 0,0 1-1 0 0,0 1 0 0 0,0 0 0 0 0,0 1 0 0 0,-15 1 1 0 0,-43-3 122 0 0,46 1-180 0 0,0 1 0 0 0,-1 1 0 0 0,-27 5 1 0 0,-29 4 201 0 0,-134-3 0 0 0,196-6-292 0 0,-202-16 130 0 0,172 10-124 0 0,-1 3-14 0 0,0 3 0 0 0,-71 8 0 0 0,18 0 0 0 0,-50 3 0 0 0,-57 2 0 0 0,172-14-22 0 0,0-1 1 0 0,-64-13 0 0 0,52 4-274 0 0,50 12 291 0 0,0-1 0 0 0,1 1 0 0 0,-1-1 0 0 0,1 1 0 0 0,-1 0 0 0 0,1 0 0 0 0,-1 0 0 0 0,1-1 0 0 0,0 2 0 0 0,-1-1 0 0 0,1 0 0 0 0,0 0 0 0 0,0 0 0 0 0,0 0 0 0 0,-1 1 0 0 0,2-1 0 0 0,-1 1 0 0 0,-1 1 0 0 0,-20 35-61 0 0,15-25 53 0 0,-3 4 12 0 0,2 1 0 0 0,-9 21 0 0 0,12-20-9 0 0,1 1 0 0 0,0-1 0 0 0,2 1 0 0 0,-1 31 0 0 0,-2 17 54 0 0,-3 24-130 0 0,6-59 86 0 0,-1 0 0 0 0,-2-1 0 0 0,-12 48 1 0 0,-10 33-2 0 0,0 1 0 0 0,-2-15 0 0 0,23-83-14 0 0,1-4 27 0 0,1 1 0 0 0,0 0 0 0 0,1 0 0 0 0,0 0 0 0 0,0 15 0 0 0,9-1-13 0 0,-5-25 0 0 0,0 0 0 0 0,-1 0 0 0 0,1 0 0 0 0,0 0 0 0 0,-1 0 0 0 0,0 0 0 0 0,1 0 0 0 0,-1 1 0 0 0,0-1 0 0 0,0 0 0 0 0,0 0 0 0 0,0 0 0 0 0,-1 0 0 0 0,1 1 0 0 0,-1 2 0 0 0,-6 18 0 0 0,6-17 0 0 0,-1 0 0 0 0,1-1 0 0 0,-1 1 0 0 0,-1-1 0 0 0,1 1 0 0 0,-5 7 0 0 0,1-4 0 0 0,1 1 0 0 0,1-1 0 0 0,-6 18 0 0 0,6-17 0 0 0,0 0 0 0 0,0 0 0 0 0,-9 15 0 0 0,-31 48 0 0 0,40-64 0 0 0,-1 0 0 0 0,2 0 0 0 0,-1 1 0 0 0,1 0 0 0 0,1 0 0 0 0,-3 14 0 0 0,7-6 53 0 0,-1-13-3198 0 0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20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9869 489 6913 0 0,'-37'2'1747'0'0,"1"2"0"0"0,-59 15-1 0 0,-13 1-496 0 0,66-14-9 0 0,-12 2-901 0 0,-74 1-1 0 0,62-10-85 0 0,-102-17-1 0 0,-176-44 1103 0 0,160 32-567 0 0,-288-10-1 0 0,-332 34 621 0 0,468 10-1387 0 0,-359 8 84 0 0,154-13 93 0 0,-29 1-142 0 0,-2 28-60 0 0,-115 6 257 0 0,240-38-89 0 0,336-5-117 0 0,-217-46 1 0 0,-3-13-49 0 0,-8-4-4 0 0,-122-29 82 0 0,285 56-22 0 0,-187-42 70 0 0,283 76-133 0 0,-156 0 0 0 0,14 3 21 0 0,167 4-27 0 0,-1 3 0 0 0,0 2 1 0 0,1 2-1 0 0,-1 3 0 0 0,-60 15 1 0 0,36-4-52 0 0,-121 25 78 0 0,175-38-38 0 0,12-2 27 0 0,0 0 0 0 0,-1 1-1 0 0,1 1 1 0 0,-13 5 0 0 0,24-8-12 0 0,0 0 0 0 0,0 1 0 0 0,0-1 0 0 0,0 1 0 0 0,0 0 0 0 0,0 0 0 0 0,1 0 0 0 0,-1 0 0 0 0,1 0-1 0 0,0 1 1 0 0,-1-1 0 0 0,1 1 0 0 0,0-1 0 0 0,0 1 0 0 0,1 0 0 0 0,-1 0 0 0 0,1 0 0 0 0,-1 0 0 0 0,1 0 0 0 0,0 0 0 0 0,0 0 0 0 0,-1 6-1 0 0,2 4-7 0 0,0-1-1 0 0,0 1 0 0 0,1-1 1 0 0,1 0-1 0 0,0 1 0 0 0,1-1 0 0 0,5 12 1 0 0,6 40 116 0 0,11 109-345 0 0,-13-91 225 0 0,2 0 0 0 0,44 135-1 0 0,-42-156 35 0 0,-3 1-1 0 0,-3 0 1 0 0,3 76-1 0 0,1 5 2 0 0,-10-111-14 0 0,31 270 0 0 0,-34-288 2 0 0,0 0-1 0 0,-1 0 0 0 0,0 1 0 0 0,-1-1 0 0 0,-1 0 0 0 0,0 0 0 0 0,-1 0 0 0 0,-1 0 0 0 0,0 0 0 0 0,-7 15 0 0 0,6-15 22 0 0,0 0 0 0 0,2 0 0 0 0,-1 0 0 0 0,-1 27 0 0 0,-2 5 40 0 0,4-32-75 0 0,-1 2 3 0 0,1-1 0 0 0,1 1 0 0 0,1-1 0 0 0,0 31-1 0 0,18 116 69 0 0,-17-152-50 0 0,2-1 0 0 0,-1 1 0 0 0,2 0 1 0 0,-1 0-1 0 0,8 16 0 0 0,-9-24-22 0 0,0 1 1 0 0,0-1-1 0 0,1 0 1 0 0,-1 0 0 0 0,1 0-1 0 0,-1-1 1 0 0,1 1-1 0 0,0 0 1 0 0,-1-1-1 0 0,1 1 1 0 0,0-1-1 0 0,0 1 1 0 0,0-1 0 0 0,1 0-1 0 0,-1 0 1 0 0,0 0-1 0 0,0 0 1 0 0,1 0-1 0 0,-1-1 1 0 0,4 2-1 0 0,-5-1 13 0 0,0-1 0 0 0,0 1 0 0 0,0 0 0 0 0,-1 0 0 0 0,1 0 0 0 0,0 0 0 0 0,-1 0 0 0 0,1 0 0 0 0,0 0 0 0 0,-1 0 0 0 0,0 0 0 0 0,1 1 0 0 0,-1-1 0 0 0,0 0 0 0 0,1 1 0 0 0,6 19 0 0 0,-7-20 0 0 0,0 0 0 0 0,1 1 0 0 0,-1-1 0 0 0,0 0 0 0 0,1 0 0 0 0,-1 0 0 0 0,1 0 0 0 0,-1 1 0 0 0,1-1 0 0 0,0 0 0 0 0,-1 0 0 0 0,1 0 0 0 0,0 0 0 0 0,0 0 0 0 0,0 0 0 0 0,-1-1 0 0 0,1 1 0 0 0,0 0 0 0 0,0 0 0 0 0,1-1 0 0 0,0 2 0 0 0,46 18-155 0 0,-9-4 70 0 0,70 31 75 0 0,-90-40 11 0 0,0-1 1 0 0,1-1 0 0 0,0 0-1 0 0,0-2 1 0 0,0-1-1 0 0,22 1 1 0 0,124-9-42 0 0,-140 5 26 0 0,-17 0 19 0 0,-1 1-1 0 0,1-1 1 0 0,0 0-1 0 0,-1-1 1 0 0,1 0-1 0 0,-1 0 1 0 0,0-1-1 0 0,0 0 1 0 0,11-5-1 0 0,-6 1-8 0 0,-9 6 2 0 0,-1-1 1 0 0,0 1-1 0 0,0-1 1 0 0,-1 1-1 0 0,1-1 0 0 0,0 0 1 0 0,0 0-1 0 0,-1 0 0 0 0,1 0 1 0 0,-1-1-1 0 0,3-2 0 0 0,-4 2 52 0 0,-1-1 0 0 0,0 1-1 0 0,1 0 1 0 0,-1 0-1 0 0,0-1 1 0 0,-1 1 0 0 0,1 0-1 0 0,0 0 1 0 0,-2-5-1 0 0,-1-12 92 0 0,7-149 183 0 0,-2 105-324 0 0,-3 0 0 0 0,-9-67 0 0 0,-7 16 0 0 0,6 54 0 0 0,3 1 0 0 0,1-101 0 0 0,7 80-11 0 0,3-34-23 0 0,-1 99 30 0 0,0 0 0 0 0,1 0 0 0 0,1 0 0 0 0,11-31 1 0 0,-12 38 3 0 0,0 0 0 0 0,-1 0 0 0 0,2-10 0 0 0,3-16 0 0 0,-6 34-5 0 0,-1 1 1 0 0,0-1 0 0 0,0 1 0 0 0,1-1 0 0 0,-1 0 0 0 0,0 1 0 0 0,1-1 0 0 0,-1 1 0 0 0,0-1-1 0 0,1 1 1 0 0,-1-1 0 0 0,1 1 0 0 0,-1-1 0 0 0,1 1 0 0 0,-1-1 0 0 0,1 1 0 0 0,-1 0 0 0 0,1-1-1 0 0,0 1 1 0 0,-1 0 0 0 0,1-1 0 0 0,0 1 0 0 0,-1 0 0 0 0,1 0 0 0 0,-1 0 0 0 0,1 0 0 0 0,0-1-1 0 0,-1 1 1 0 0,1 0 0 0 0,0 0 0 0 0,-1 0 0 0 0,1 0 0 0 0,1 1 0 0 0,25 9-51 0 0,18 8 23 0 0,-32-14 1 0 0,0 1 0 0 0,17 9-1 0 0,1 1 16 0 0,1 0-1 0 0,1-3 0 0 0,48 14 0 0 0,7 1-62 0 0,-61-16 90 0 0,46 27 1 0 0,-51-26-6 0 0,0 0 0 0 0,1-2 1 0 0,27 10-1 0 0,262 56-62 0 0,-51-34-22 0 0,-204-34 79 0 0,-10-3 9 0 0,0 2-1 0 0,-1 2 1 0 0,-1 3 0 0 0,53 19 0 0 0,-24-3-37 0 0,2-2 1 0 0,1-4 0 0 0,116 17-1 0 0,21-8 161 0 0,-82-5-92 0 0,66 8-86 0 0,138-5 94 0 0,-209-11-13 0 0,48 4-8 0 0,-74-19 21 0 0,-40-3 19 0 0,1 3 0 0 0,70 13 0 0 0,-118-14-149 0 0,-10-2 85 0 0,1 1 0 0 0,-1 0-1 0 0,1-1 1 0 0,-1 2 0 0 0,0-1 0 0 0,1 0-1 0 0,-1 1 1 0 0,0 0 0 0 0,8 4 0 0 0,-14 0 203 0 0,-25 44-224 0 0,11-12 16 0 0,12-32 0 0 0,1 0 0 0 0,1 1 0 0 0,-1-1 0 0 0,1 1 0 0 0,0 0 0 0 0,0-1 0 0 0,1 1 0 0 0,0 0 0 0 0,0 8 0 0 0,-11 214 96 0 0,12-211-127 0 0,0-15 24 0 0,1-1 0 0 0,-1 1-1 0 0,0 0 1 0 0,0 0 0 0 0,-1 0 0 0 0,1 0-1 0 0,-1-1 1 0 0,0 4 0 0 0,1-5 6 0 0,-1-4 5 0 0,0 0 3 0 0,-6-17 36 0 0,4 12-41 0 0,1 0 0 0 0,-1 0 0 0 0,1 0 0 0 0,-1-9 1 0 0,3 16-3 0 0,1 2 0 0 0,-1-1 0 0 0,0 0 0 0 0,0 0 0 0 0,0 0 0 0 0,0 0 0 0 0,0 0 0 0 0,0 0 0 0 0,0 0 0 0 0,0 0 0 0 0,0 0 0 0 0,0 0 0 0 0,0 1 0 0 0,0-1 0 0 0,0 0 0 0 0,0 0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0,0-1 0 0 0,0 1 0 0 0,0 0 0 0 0,0 0 0 0 0,0 0 0 0 0,0 0 0 0 0,0 0 0 0 0,0 0 0 0 0,0 0 0 0 0,0 0 0 0 0,1 0 0 0 0,0 7 0 0 0,0 1 0 0 0,-1 0 0 0 0,1 0 0 0 0,-1 0 0 0 0,-1 0 0 0 0,0 0 0 0 0,-2 12 0 0 0,2-19 0 0 0,-2 4 0 0 0,3-5 0 0 0,0 0 0 0 0,0 0 0 0 0,0 0 0 0 0,0 0 0 0 0,0 0 0 0 0,0 0 0 0 0,0 1 0 0 0,-1-1 0 0 0,1 0 0 0 0,0 0 0 0 0,0 0 0 0 0,0 0 0 0 0,0 0 0 0 0,0 0 0 0 0,0 0 0 0 0,0 0 0 0 0,0 0 0 0 0,-1 0 0 0 0,1 0 0 0 0,0 0 0 0 0,0 0 0 0 0,0 0 0 0 0,0 0 0 0 0,0 0 0 0 0,0 0 0 0 0,0-1 0 0 0,-1 1 0 0 0,1 0 0 0 0,0 0 0 0 0,0 0 0 0 0,0 0 0 0 0,0 0 0 0 0,0 0 0 0 0,0 0 0 0 0,0 0 0 0 0,0 0 0 0 0,0 0 0 0 0,0 0 0 0 0,-1 0 0 0 0,1-1 0 0 0,0 1 0 0 0,0 0 0 0 0,0 0 0 0 0,0 0 0 0 0,0 0 0 0 0,0 0 0 0 0,0 0 0 0 0,0 0 0 0 0,0-1 0 0 0,0 1 0 0 0,0 0 0 0 0,0 0 0 0 0,0 0 0 0 0,0 0 0 0 0,0 0 0 0 0,0 0 0 0 0,0 0 0 0 0,0 0 0 0 0,0-1 0 0 0,0 1 0 0 0,0 0 0 0 0,0 0 0 0 0,-9-44 44 0 0,-9-33 48 0 0,18 77-93 0 0,0 0 1 0 0,0 0 0 0 0,0 0 0 0 0,0 0 0 0 0,0 0-1 0 0,0 0 1 0 0,0 0 0 0 0,0 1 0 0 0,0-1-1 0 0,0 0 1 0 0,0 0 0 0 0,0 0 0 0 0,0 0 0 0 0,0 0-1 0 0,0 0 1 0 0,0 0 0 0 0,0 0 0 0 0,0 0-1 0 0,0 0 1 0 0,0 0 0 0 0,-1 0 0 0 0,1 0 0 0 0,0 0-1 0 0,0 0 1 0 0,0 0 0 0 0,0 0 0 0 0,0 0-1 0 0,0 0 1 0 0,0 0 0 0 0,0 0 0 0 0,0 0 0 0 0,0 0-1 0 0,0 0 1 0 0,0 0 0 0 0,0 0 0 0 0,0 0-1 0 0,0 0 1 0 0,0 0 0 0 0,0 0 0 0 0,0 0 0 0 0,-1 0-1 0 0,1 0 1 0 0,0 0 0 0 0,0-1 0 0 0,0 1-1 0 0,0 0 1 0 0,0 0 0 0 0,0 0 0 0 0,0 0 0 0 0,0 0-1 0 0,0 0 1 0 0,0 0 0 0 0,0 0 0 0 0,0 0-1 0 0,0 0 1 0 0,0 0 0 0 0,0 0 0 0 0,0 0 0 0 0,0 0-1 0 0,0 0 1 0 0,0 0 0 0 0,-2 7-32 0 0,0 11-29 0 0,2-10 49 0 0,0-5 8 0 0,1 1 0 0 0,-1 0 1 0 0,0-1-1 0 0,0 1 0 0 0,-1 0 0 0 0,1 0 1 0 0,-1-1-1 0 0,0 1 0 0 0,0-1 0 0 0,-2 6 1 0 0,-1-7-4132 0 0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24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905 18 4545 0 0,'0'0'124'0'0,"-25"-1"4185"0"0,20 1-3907 0 0,0 0 0 0 0,0-1 0 0 0,-1 0 0 0 0,1 0 1 0 0,0-1-1 0 0,-9-3 0 0 0,5 3-273 0 0,-1 0-1 0 0,1 1 1 0 0,-1 0-1 0 0,1 0 1 0 0,-1 1-1 0 0,-18 2 1 0 0,-4 0 61 0 0,-20 0-25 0 0,0 3-1 0 0,1 2 1 0 0,-1 2 0 0 0,-52 16 0 0 0,64-14 45 0 0,11-2-107 0 0,0-1 0 0 0,-1-2-1 0 0,-42 4 1 0 0,58-8 141 0 0,0 1-1 0 0,0 0 0 0 0,0 0 0 0 0,-24 11 0 0 0,7-3-8 0 0,11-4-151 0 0,13-3-72 0 0,0-2 0 0 0,-1 1 0 0 0,1-1 0 0 0,-1 0 0 0 0,-14 1 0 0 0,19-4-792 0 0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2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4465 0 0,'12'253'1721'0'0,"-6"-199"-1402"0"0,3 0 1 0 0,25 85-1 0 0,28 13 179 0 0,-50-124-418 0 0,-4-15 12 0 0,-1 0 0 0 0,2 0 0 0 0,0-1 0 0 0,0 0 0 0 0,16 14 0 0 0,-14-14 200 0 0,0 0 1 0 0,-1 1 0 0 0,0 0 0 0 0,10 20 0 0 0,-15-24-257 0 0,0-1 0 0 0,1 1-1 0 0,0-1 1 0 0,1 0 0 0 0,-1-1-1 0 0,1 0 1 0 0,1 0 0 0 0,0 0 0 0 0,-1-1-1 0 0,2 0 1 0 0,-1 0 0 0 0,1-1-1 0 0,15 7 1 0 0,10 1 175 0 0,0-1-1 0 0,54 12 1 0 0,-38-12-151 0 0,89 21-60 0 0,254 25 0 0 0,-287-51 0 0 0,-36-3 0 0 0,74 15 0 0 0,262 31 41 0 0,-121-20-18 0 0,-249-25-22 0 0,521 54 124 0 0,-376-52-115 0 0,159 4 74 0 0,81 19 200 0 0,-358-25-188 0 0,118-6-1 0 0,62-23 163 0 0,-191 18-240 0 0,-20 2 80 0 0,1 2-1 0 0,0 2 0 0 0,0 1 1 0 0,0 1-1 0 0,0 2 0 0 0,43 10 1 0 0,-69-12-89 0 0,-1 0 0 0 0,1 0 0 0 0,0 1 0 0 0,-1-1 0 0 0,1 2 0 0 0,-1-1 0 0 0,0 1 0 0 0,0 0 1 0 0,0 0-1 0 0,-1 0 0 0 0,1 1 0 0 0,-1 0 0 0 0,0 0 0 0 0,0 0 0 0 0,-1 1 0 0 0,0 0 0 0 0,0 0 0 0 0,0 0 0 0 0,-1 0 1 0 0,0 0-1 0 0,3 8 0 0 0,6 12 36 0 0,23 39 0 0 0,-25-48-23 0 0,0 0-1 0 0,-2 1 1 0 0,0 0 0 0 0,0 0-1 0 0,7 30 1 0 0,4 94 675 0 0,-5-29-235 0 0,0 52-422 0 0,-9-76 41 0 0,-4 6 136 0 0,-1-95 1 0 0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27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1314 1 5497 0 0,'-25'29'1140'0'0,"-2"-1"0"0"0,0-1 0 0 0,-55 41 0 0 0,69-59-798 0 0,0-1-1 0 0,0 0 1 0 0,-1-1 0 0 0,0-1-1 0 0,0 0 1 0 0,0-1 0 0 0,-1-1 0 0 0,0 0-1 0 0,-24 3 1 0 0,-11-1 659 0 0,-79-1-1 0 0,-454-6 1681 0 0,398 5-3892 0 0,143-2-4844 0 0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18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2857 24575,'-1'1'0,"1"0"0,0 0 0,-1 0 0,1 0 0,-1 0 0,1-1 0,-1 1 0,0 0 0,1 0 0,-1-1 0,0 1 0,1 0 0,-1-1 0,0 1 0,0-1 0,0 1 0,1-1 0,-1 1 0,0-1 0,0 1 0,0-1 0,0 0 0,0 0 0,0 1 0,-1-1 0,-25 4 0,25-4 0,1-1 0,-1 1 0,0-1 0,1 1 0,-1-1 0,1 0 0,-1 0 0,1 0 0,-1 0 0,1 0 0,0 0 0,-1 0 0,1 0 0,0 0 0,-2-3 0,1 1 0,-1 0 0,1 0 0,0 0 0,0-1 0,0 1 0,-2-5 0,1-9 0,1 0 0,0 0 0,1 0 0,1 0 0,0 0 0,4-24 0,0-14 0,57-838 0,-25 614 0,4-44 0,20-145 0,2 149 0,-50 259 0,-9 47 0,-3 12 0,0 0 0,0 0 0,0-1 0,0 1 0,0 0 0,0 0 0,0 0 0,1 0 0,-1 0 0,1 0 0,-1 0 0,0 0 0,1 0 0,-1 0 0,1 1 0,0-1 0,-1 0 0,1 0 0,0 0 0,0 1 0,-1-1 0,1 0 0,0 1 0,0-1 0,0 1 0,0-1 0,0 1 0,0-1 0,0 1 0,0-1 0,0 1 0,0 0 0,0 0 0,0 0 0,0-1 0,0 1 0,0 0 0,2 1 0,7-3 0,-1 2 0,1 0 0,0 0 0,0 0 0,10 3 0,22 1 0,83-9 0,129-20 0,-215 20 0,496-61 0,-346 41 0,190-14 0,38 18 0,-1 1 0,-94 10 0,181-4 0,-132 0 0,60-1 0,-16 33 0,-166-4 0,352-4 0,109 5 0,483 48 0,-839-46-213,190 14-196,-229-5 409,326 32 0,-81-14 0,3-24 0,-78-3 0,1778 39 0,-1215-35 0,18 0 0,-762-27 0,182 6 0,118 17 622,-318-14-622,81-1 0,-160-5 0,-205 24 0,8 131 0,-12 215 0,0-298 0,-39 402 0,34-413 0,-27 447 0,25 1 0,9-499 0,5 216 0,1-26 0,17 753 0,22-558 0,-8-111 0,18 283 0,-10-158 0,-44-398 0,32 253 0,-30-246 0,0-1 0,2 0 0,0 0 0,11 23 0,-18-35 0,-1 0 0,0-1 0,0 1 0,0-1 0,0 0 0,-6 1 0,-27 5 0,-1-3 0,0 0 0,-48-3 0,3 0 0,-412 31 0,198-38 0,-1-25 0,204 21 0,-384-12 0,351 20 0,-600 20 0,588-13 0,-54 6 0,179-8 0,1 0 0,0 0 0,0 1 0,-13 7 0,-12 4 0,34-17 0,0 0 0,0 0 0,0 0 0,0 0 0,1-1 0,-5-3 0,16 6 0,-6 1 0,1-1 0,-1 0 0,1-1 0,-1 1 0,1 0 0,5-3 0,-8 3 0,0 0 0,0-1 0,0 1 0,0-1 0,-1 0 0,1 1 0,0-1 0,0 0 0,0 1 0,-1-1 0,1 0 0,0 0 0,-1 0 0,1 0 0,-1 1 0,1-1 0,-1 0 0,1 0 0,-1 0 0,0 0 0,1 0 0,-1 0 0,0 0 0,0 0 0,0 0 0,0 0 0,0-2 0,-1-13-1365,-1 1-5461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20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2267 1133 24571,'-1'44'0,"-2"1"0,-1-1 0,-2 0 0,-2 0 0,-2-1 0,-1 1 0,-2-2 0,-1 0 0,-3 0 0,0-2 0,-3 0 0,-1 0 0,-1-2 0,-2-1 0,-2 0 0,-1-2 0,-1 0 0,-1-2 0,-2-1 0,-1-1 0,-2-1 0,0-2 0,-1-1 0,-2-2 0,0-1 0,-2-1 0,0-2 0,-1-2 0,-1-1 0,0-2 0,-1-1 0,-1-3 0,0 0 0,0-3 0,-1-1 0,0-2 0,0-1 0,-1-3 0,1-1 0,-1-2 0,1-1 0,-1-3 0,1-1 0,1-2 0,-1-1 0,1-3 0,1 0 0,0-3 0,0-1 0,1-2 0,1-1 0,1-2 0,1-2 0,0-1 0,2-1 0,0-2 0,2-1 0,1-2 0,1-1 0,1-1 0,1-1 0,2-2 0,1 0 0,2-2 0,1 0 0,1-1 0,2-2 0,2 0 0,1 0 0,2-2 0,1 0 0,2 0 0,2-2 0,1 1 0,3-1 0,1 0 0,1 0 0,3-1 0,1 1 0,2 0 0,1-1 0,3 1 0,1 0 0,1 0 0,3 1 0,1-1 0,2 2 0,2 0 0,1 0 0,2 2 0,1 0 0,2 0 0,2 2 0,1 1 0,1 0 0,2 2 0,1 0 0,2 2 0,1 1 0,1 1 0,1 1 0,1 2 0,2 1 0,0 2 0,2 1 0,0 1 0,1 2 0,1 2 0,1 1 0,1 2 0,0 1 0,0 3 0,1 0 0,1 3 0,-1 1 0,1 2 0,1 1 0,-1 3 0,1 1 0,-1 2 0,1 1 0,-1 3 0,0 1 0,0 2 0,-1 1 0,0 3 0,0 0 0,-1 3 0,-1 1 0,0 2 0,-1 1 0,-1 2 0,0 2 0,-2 1 0,0 1 0,-2 2 0,-1 1 0,0 2 0,-2 1 0,-1 1 0,-2 1 0,-1 2 0,-1 0 0,-1 2 0,-2 0 0,-2 1 0,-1 2 0,-1 0 0,-3 0 0,0 2 0,-3 0 0,-1 0 0,-2 2 0,-1-1 0,-2 1 0,-2 0 0,-2 0 0,-1 1 0,-2-1 0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23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1609 2007 24575,'6'25'0,"-5"-23"0,0 0 0,0 0 0,0 0 0,1 0 0,-1 0 0,1-1 0,0 1 0,-1-1 0,1 1 0,0-1 0,0 1 0,0-1 0,0 0 0,0 0 0,0 0 0,0 0 0,1 0 0,-1 0 0,0-1 0,0 1 0,1-1 0,-1 0 0,0 1 0,1-1 0,-1 0 0,0 0 0,1-1 0,-1 1 0,0 0 0,1-1 0,-1 0 0,4-1 0,6-2 0,0-1 0,-1 0 0,0 0 0,18-13 0,-5 1 0,-1-2 0,-1 0 0,0-1 0,-2-1 0,0-1 0,-2-1 0,0-1 0,24-43 0,-2-8 0,51-137 0,-8-22 0,-70 187 0,-1 0 0,-3-1 0,3-57 0,-8 40 0,-3-1 0,-3 0 0,-12-80 0,9 123 0,-2 0 0,0 0 0,-1 0 0,-1 1 0,-1 0 0,-16-24 0,-88-115 0,94 136 0,-2 1 0,-1 1 0,-1 1 0,-1 1 0,-49-32 0,26 25 0,0 2 0,-81-31 0,99 46 0,0 1 0,0 1 0,-1 2 0,0 0 0,0 3 0,0 0 0,-1 2 0,1 2 0,-1 1 0,1 1 0,-57 11 0,37 1 0,1 2 0,0 3 0,2 1 0,-70 41 0,46-21 0,-125 74 0,153-85 0,0 2 0,-48 46 0,54-41 0,1 1 0,3 2 0,1 2 0,-49 78 0,41-48 0,-58 141 0,86-177 0,1 1 0,2 1 0,2 0 0,1 0 0,2 1 0,0 51 0,5-34 0,3 0 0,2 0 0,2-1 0,3 0 0,2 0 0,3-1 0,2-1 0,2 0 0,26 50 0,-24-61 0,4 9 0,40 62 0,-55-99 0,0 1 0,0-1 0,2-1 0,-1 0 0,2 0 0,-1-2 0,1 1 0,28 16 0,-8-11 0,0-2 0,1-1 0,1-1 0,0-2 0,0-2 0,1-1 0,43 3 0,141 0 0,-189-11 0,0-2 0,0-1 0,0-1 0,0-2 0,30-11 0,11-10 0,-1-4 0,-2-3 0,-1-2 0,-1-4 0,73-59 0,-122 87 0,0 1 0,1 1 0,39-18 0,65-13 0,-111 38 0,52-17-1365,-52 17-5461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53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609 1540 24575,'6'-2'0,"-1"1"0,0 0 0,0-1 0,0 0 0,0-1 0,0 1 0,-1-1 0,1 1 0,-1-2 0,6-3 0,-4 3 0,20-17 0,0 0 0,-2-1 0,38-45 0,-24 19 0,37-61 0,-57 80 0,-3-1 0,0-1 0,-2 0 0,-1-1 0,11-51 0,-12 30 0,-2 0 0,2-98 0,-10 78 0,-14-99 0,7 128 0,-2 0 0,-1 1 0,-25-65 0,29 94 0,-1 0 0,0 0 0,-1 1 0,-1 0 0,0 1 0,-1-1 0,0 1 0,-1 1 0,0 0 0,-1 0 0,0 1 0,0 1 0,-1 0 0,0 0 0,-1 1 0,0 0 0,-15-5 0,12 6 0,0 1 0,0 0 0,-1 1 0,0 1 0,0 1 0,-1 0 0,1 1 0,-32 1 0,34 2 0,1 0 0,-1 2 0,1 0 0,-1 0 0,1 2 0,0-1 0,0 2 0,1 0 0,0 1 0,-22 14 0,6 1 0,1 1 0,1 1 0,1 2 0,1 0 0,2 2 0,0 1 0,2 0 0,1 2 0,-17 36 0,5-2 0,4 2 0,2 2 0,-27 110 0,41-126 0,-10 93 0,20-117 0,1-1 0,2 1 0,1-1 0,1 0 0,7 32 0,-4-41 0,0-1 0,1 0 0,1 0 0,1-1 0,0 0 0,2 0 0,0-1 0,0-1 0,1 0 0,24 23 0,-8-12 0,1-2 0,1-1 0,1-1 0,53 28 0,-34-26 0,0-3 0,1-1 0,1-3 0,1-2 0,67 10 0,-22-11 0,0-5 0,103-3 0,-141-8-227,0-2-1,0-3 1,-1-2-1,0-3 1,74-25-1,-77 17-6598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54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610 1715 24575,'38'-15'0,"-28"12"0,1-1 0,17-10 0,-13 4 0,0-2 0,-1 1 0,0-2 0,-1 0 0,-1 0 0,0-1 0,0-1 0,-1 0 0,-1-1 0,10-21 0,1-5 0,-3-1 0,25-84 0,-31 78 0,-3 0 0,-1 0 0,-3-1 0,-3 0 0,-1 0 0,-7-60 0,-57-292 0,15 200 0,37 166 0,-2 2 0,-1-1 0,-29-50 0,39 79 0,0-1 0,0 0 0,-1 1 0,1 0 0,-1 0 0,-1 1 0,1-1 0,-1 1 0,0 0 0,0 1 0,-1-1 0,1 1 0,-1 1 0,0-1 0,0 1 0,0 0 0,0 0 0,-1 1 0,1 0 0,-1 1 0,1 0 0,-1 0 0,0 0 0,0 1 0,1 0 0,-11 2 0,2 1 0,-1 1 0,1 1 0,0 0 0,1 1 0,-1 1 0,1 0 0,0 1 0,1 1 0,-17 13 0,1 2 0,0 2 0,-49 55 0,52-47 0,1 1 0,2 1 0,1 1 0,2 1 0,2 1 0,1 1 0,3 1 0,-20 72 0,14-14 0,4 1 0,-7 164 0,21-199 0,2-1 0,9 77 0,-6-122 0,1 0 0,1 0 0,1-1 0,0 1 0,2-1 0,0 0 0,0 0 0,2-1 0,0 0 0,1-1 0,1 0 0,13 15 0,-11-19 0,0 0 0,1 0 0,0-2 0,1 1 0,0-2 0,0 0 0,25 10 0,-20-11 0,0-1 0,1 0 0,0-2 0,-1 0 0,2-2 0,21 2 0,-17-5-13,0 0-1,0-2 1,0-1 0,-1-1-1,43-13 1,-30 4 63,0-1 0,-2-2 0,38-22 0,13-16-793,152-127 1,-197 147-6084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31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24575,'0'0'0,"0"0"0,0 0 0,0 0 0,0 0 0,0 0 0,-8 33 0,8-32 0,0 0 0,0 0 0,0 0 0,0 0 0,1 0 0,-1 0 0,0 0 0,0 0 0,1 0 0,-1 0 0,1 0 0,-1 0 0,1 0 0,-1-1 0,1 1 0,0 0 0,-1 0 0,1 0 0,0-1 0,-1 1 0,1 0 0,0-1 0,0 1 0,0-1 0,0 1 0,0-1 0,0 1 0,0-1 0,0 1 0,0-1 0,0 0 0,0 0 0,1 1 0,3 0 0,1 1 0,0-1 0,0 0 0,10 0 0,360 16 0,-275-10 0,-25-2 0,107 9 0,219 24 0,-325-31 0,61 1 0,1-7 0,196-21 0,7 2 0,-292 17 0,227-3 0,-272 4 0,0 0 0,0-1 0,0 1 0,0-1 0,7-3 0,-10 4 0,-1-1 0,0 1 0,1-1 0,-1 1 0,0-1 0,0 0 0,1 1 0,-1-1 0,0 0 0,0 0 0,0 0 0,0 0 0,0 0 0,0 0 0,-1 0 0,1 0 0,0 0 0,0 0 0,-1-1 0,1 1 0,-1 0 0,1 0 0,-1-1 0,1 1 0,-1-2 0,5 16 0,-4-12 0,0 0 0,-1 0 0,1 0 0,-1 0 0,1 0 0,-1 0 0,0-1 0,1 1 0,-1 1 0,0-1 0,1 0 0,-1 0 0,0 0 0,0 2 0,-3 38 0,3 1 0,1-1 0,2 1 0,9 49 0,6 75 0,-12 3 0,1 119 0,-1-221 0,-3-50 0,-1-1 0,-1 18 0,-1-28 0,0 0 0,-1 0 0,0 0 0,0 0 0,-1 0 0,0 0 0,0 0 0,0 0 0,-4 6 0,5-11 0,-1 0 0,0 0 0,1-1 0,-1 1 0,0 0 0,0-1 0,1 1 0,-1-1 0,0 1 0,0-1 0,0 0 0,0 0 0,-2 0 0,-1 0 0,5 0 0,0 0 0,0 0 0,0 0 0,0 0 0,0 0 0,3-1-5,1 0 0,-1 0 0,1-1 0,-1 1 0,1-1 0,-1 0 0,0 0 0,4-3-1,3-2-1313,-4 4-5507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33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3256 809 24575,'0'0'0,"0"0"0,0 0 0,0 0 0,0 0 0,0 0 0,-23 4 0,19-3 0,0-1 0,0 0 0,-1 0 0,1 0 0,0-1 0,0 0 0,0 1 0,0-1 0,-1-1 0,1 1 0,0-1 0,1 1 0,-1-1 0,0 0 0,0-1 0,1 1 0,-4-3 0,-7-7 0,1 0 0,-21-26 0,9 11 0,-28-29 0,-47-63 0,44 51 0,-3 2 0,-89-75 0,49 47 0,78 73 0,-1 1 0,-1 1 0,0 1 0,-49-28 0,56 39 0,-1 1 0,1 1 0,-1 1 0,0 0 0,-1 1 0,1 1 0,-1 0 0,1 2 0,-1 0 0,1 0 0,-29 6 0,34-3 0,0 1 0,0 0 0,1 0 0,-1 1 0,1 1 0,0 0 0,1 0 0,0 1 0,0 0 0,0 1 0,1 0 0,0 1 0,-15 18 0,4-1 0,1 1 0,1 1 0,-27 59 0,44-85 0,-22 47 0,-2 0 0,-36 53 0,51-88 0,0-1 0,-1 0 0,-1 0 0,0-1 0,0-1 0,-1 0 0,-1-1 0,0 0 0,0-1 0,0-1 0,-23 10 0,12-9 0,-1-2 0,0 0 0,-1-1 0,-31 2 0,-110 1 0,98-7 0,-367-11 0,221-16 0,20 1 0,56 19 0,-35-4 0,169 9-46,0 0-1,0 0 1,0 1-1,-10 2 0,6-2-1085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58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41 925 24575,'14'-19'0,"-2"-1"0,1 0 0,-2 0 0,-1-1 0,0-1 0,-2 0 0,0 0 0,-2-1 0,0 1 0,-2-1 0,3-35 0,-6 16 0,-1 0 0,-2 1 0,-2-1 0,-2 1 0,-17-65 0,-1 24-682,-42-96-1,41 120-6143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5:59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1639 1726 24575,'15'-8'0,"1"-1"0,-1 0 0,-1-1 0,0-1 0,0 0 0,-1-1 0,0 0 0,-1-1 0,-1 0 0,0-1 0,0 0 0,10-20 0,3-10 0,-2 0 0,-2-2 0,15-50 0,-16 36 0,-2 0 0,-3-2 0,-3 0 0,-2 0 0,-4-1 0,-2-85 0,-6 79 0,-3 1 0,-21-99 0,18 131 0,-1 0 0,-2 1 0,-1 0 0,-2 1 0,-1 1 0,-25-39 0,30 57 0,0 1 0,-2 0 0,1 1 0,-2 0 0,1 1 0,-2 0 0,0 1 0,0 1 0,-1 0 0,0 1 0,0 1 0,-24-8 0,-6 1 0,1 2 0,-2 2 0,-72-7 0,67 12 0,-1 3 0,0 2 0,0 3 0,0 1 0,0 4 0,-69 16 0,80-12 0,1 1 0,1 3 0,0 1 0,1 2 0,1 1 0,0 2 0,2 2 0,-39 32 0,9 1 0,2 2 0,-64 79 0,92-93 0,2 1 0,1 2 0,3 2 0,-30 65 0,45-78 0,2 1 0,-17 75 0,-2 79 0,26-133 0,1 0 0,3 0 0,3 0 0,2 0 0,3 0 0,2-1 0,3 0 0,27 86 0,-23-103 0,2-2 0,2 1 0,1-2 0,2-1 0,31 39 0,-18-31 0,2-2 0,2-1 0,62 50 0,-62-61 0,1-2 0,1-1 0,76 36 0,-83-48 0,1-1 0,0-2 0,1-1 0,0-2 0,56 7 0,-68-15 0,0-1 0,0 0 0,-1-2 0,1-1 0,0-1 0,-1-1 0,0 0 0,0-2 0,38-17 0,-29 9 0,-1-2 0,0-1 0,-1-2 0,-1 0 0,48-45 0,-57 46 0,-1-2 0,-2 0 0,0-1 0,-1-1 0,-1 0 0,-1-1 0,-1-1 0,-1 0 0,-1-1 0,-2 0 0,9-34 0,-10 21 0,-2 0 0,-1 0 0,-2 0 0,-2-1 0,-2 1 0,-1-1 0,-10-51 0,-5 2-273,-4 0 0,-3 2 0,-5 1 0,-74-156 0,87 212-6553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3:59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106 990 4609 0 0,'-1'-4'138'0'0,"-1"1"0"0"0,0-1 0 0 0,1 0 0 0 0,0 1 1 0 0,0-1-1 0 0,0 0 0 0 0,1 0 0 0 0,-1 0 0 0 0,1 0 0 0 0,0 0 0 0 0,1-7 0 0 0,-2-6 461 0 0,-9-186 2347 0 0,5 100-2592 0 0,3 69-267 0 0,-1 0 0 0 0,-12-50 0 0 0,-11-54-23 0 0,18 96-24 0 0,6 28-11 0 0,0 1 0 0 0,-1 0-1 0 0,-8-22 1 0 0,9 31 125 0 0,1-1 1 0 0,0 1-1 0 0,0 0 1 0 0,0-1-1 0 0,0 1 1 0 0,0-1-1 0 0,1 1 1 0 0,0-1-1 0 0,0 0 1 0 0,0 1-1 0 0,2-7 1 0 0,6-36-155 0 0,-9 20 2 0 0,0 23-7 0 0,0 1 0 0 0,1 0 0 0 0,-1 0 0 0 0,1-1 0 0 0,0 1 0 0 0,0 0 0 0 0,0 0 0 0 0,1-1-1 0 0,-1 1 1 0 0,2-5 0 0 0,3-14-52 0 0,-5 13-2528 0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39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1079 1580 7658 0 0,'8'4'115'0'0,"-1"0"0"0"0,0-1-1 0 0,1 0 1 0 0,0 0 0 0 0,0-1 0 0 0,0 0 0 0 0,0 0 0 0 0,0-1 0 0 0,0 0 0 0 0,1 0 0 0 0,-1-1 0 0 0,0 0 0 0 0,0-1 0 0 0,0 1 0 0 0,10-3 0 0 0,3-2 324 0 0,0 0 1 0 0,1-1-1 0 0,-2-2 1 0 0,31-13-1 0 0,-40 15-204 0 0,-1 0 0 0 0,1 0 0 0 0,-1-1-1 0 0,-1-1 1 0 0,1 1 0 0 0,8-10-1 0 0,1-5 315 0 0,25-33 0 0 0,-2-3 165 0 0,-7 14-85 0 0,-3-2 1 0 0,-2 0-1 0 0,42-87 0 0 0,-43 65-236 0 0,-4 11 244 0 0,18-64 0 0 0,-37 101-499 0 0,-1 0 0 0 0,-1-1 0 0 0,-1 1-1 0 0,-1-1 1 0 0,-1 1 0 0 0,-1-1 0 0 0,-2-25 0 0 0,-4 13-47 0 0,0 1 0 0 0,-2 0 0 0 0,-2 1 0 0 0,0 0 0 0 0,-2 0 0 0 0,-2 1 0 0 0,0 1 0 0 0,-2 0 0 0 0,-1 1 0 0 0,-31-37 0 0 0,28 41-66 0 0,-2 1 1 0 0,-1 1 0 0 0,0 1 0 0 0,-2 1 0 0 0,0 1 0 0 0,-1 1 0 0 0,-1 1-1 0 0,-1 2 1 0 0,0 0 0 0 0,-1 2 0 0 0,0 2 0 0 0,-48-13 0 0 0,12 8-54 0 0,-1 4 1 0 0,-95-6-1 0 0,120 17-5 0 0,0 1-1 0 0,0 2 0 0 0,0 2 1 0 0,0 2-1 0 0,-46 12 1 0 0,49-7-12 0 0,1 1 1 0 0,0 1-1 0 0,1 2 1 0 0,0 2 0 0 0,1 1-1 0 0,2 2 1 0 0,0 1-1 0 0,1 2 1 0 0,-53 48-1 0 0,57-45 15 0 0,2 2-1 0 0,0 1 0 0 0,2 0 0 0 0,1 2 0 0 0,1 1 0 0 0,2 1 0 0 0,2 1 0 0 0,1 0 1 0 0,1 1-1 0 0,2 1 0 0 0,1 0 0 0 0,-13 69 0 0 0,18-56-10 0 0,3 1 0 0 0,2 0 0 0 0,2 0 1 0 0,8 71-1 0 0,3-41-8 0 0,4-1-1 0 0,24 78 1 0 0,-28-125 3 0 0,1 0 1 0 0,2-1-1 0 0,1 0 1 0 0,1-1-1 0 0,36 52 1 0 0,-39-65 21 0 0,0-1 0 0 0,1-1 0 0 0,1 0 0 0 0,1 0 0 0 0,0-2 0 0 0,1 0 0 0 0,0 0 0 0 0,1-2 0 0 0,0 0 0 0 0,37 16 0 0 0,-39-22 12 0 0,0-1 0 0 0,1 0 0 0 0,-1-1 0 0 0,1-1 0 0 0,0-1 0 0 0,-1 0 0 0 0,1-1 0 0 0,0 0 0 0 0,23-5 0 0 0,12-4 13 0 0,76-24 0 0 0,-112 29-153 0 0,24-7 311 0 0,47-22 1 0 0,-75 29-414 0 0,-1-1 0 0 0,-1 0 0 0 0,1-1 1 0 0,-1 0-1 0 0,0-1 0 0 0,0 0 0 0 0,-1 0 1 0 0,1-1-1 0 0,10-14 0 0 0,-7 3-6009 0 0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0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1265 1798 10682 0 0,'24'-10'313'0'0,"-1"-2"0"0"0,0 0-1 0 0,25-18 1 0 0,58-51-205 0 0,-61 43 567 0 0,-1-3 1 0 0,-2-1-1 0 0,71-94 0 0 0,-93 106-81 0 0,-1 0 1 0 0,-2-2-1 0 0,25-60 1 0 0,-21 33 550 0 0,18-81 1 0 0,-30 94-981 0 0,-1 1 1 0 0,-3-1 0 0 0,-2 0 0 0 0,-1-1-1 0 0,-3 1 1 0 0,-1 0 0 0 0,-3 0-1 0 0,-2 0 1 0 0,-1 1 0 0 0,-3 0-1 0 0,-1 0 1 0 0,-25-56 0 0 0,21 69-145 0 0,-2 0 0 0 0,0 1 1 0 0,-3 1-1 0 0,0 1 0 0 0,-2 1 1 0 0,-1 0-1 0 0,-1 2 0 0 0,-30-24 1 0 0,44 41-7 0 0,0 1 0 0 0,-1 0 0 0 0,0 1 0 0 0,0 0 0 0 0,-1 1 0 0 0,1 0 0 0 0,-1 1 0 0 0,-1 0 0 0 0,-21-4 0 0 0,17 6-55 0 0,-1 1 0 0 0,0 1 1 0 0,0 0-1 0 0,0 1 0 0 0,0 1 0 0 0,-26 5 0 0 0,4 4-51 0 0,1 1 1 0 0,1 1-1 0 0,0 3 1 0 0,0 1-1 0 0,-65 38 1 0 0,-27 29-179 0 0,-222 183 1 0 0,302-222 214 0 0,2 3 0 0 0,-71 88 0 0 0,-61 123-56 0 0,163-229 167 0 0,1 1-1 0 0,2 0 1 0 0,1 1-1 0 0,2 1 1 0 0,0 0-1 0 0,3 1 1 0 0,0 0-1 0 0,-6 56 0 0 0,14-71-25 0 0,0 1 0 0 0,0-1 0 0 0,2 1 0 0 0,0-1 0 0 0,2 0 0 0 0,0 1 0 0 0,0-1 0 0 0,2 0 0 0 0,0 0-1 0 0,2-1 1 0 0,-1 0 0 0 0,2 0 0 0 0,0 0 0 0 0,2-1 0 0 0,-1 0 0 0 0,2-1 0 0 0,16 19 0 0 0,-5-12-8 0 0,0-1 0 0 0,1-1 0 0 0,1-2 0 0 0,1 0 0 0 0,1-1 0 0 0,0-2 0 0 0,1-1 0 0 0,1-1 0 0 0,0-1 0 0 0,1-1 0 0 0,0-2 0 0 0,60 12 0 0 0,-30-13 10 0 0,1-2 0 0 0,-1-2-1 0 0,1-3 1 0 0,0-3 0 0 0,100-16 0 0 0,-69 5 132 0 0,-1-4 0 0 0,98-33-1 0 0,-175 46-76 0 0,-1-1-1 0 0,1-1 0 0 0,21-13 0 0 0,-31 18-192 0 0,0-1 1 0 0,-1 0-1 0 0,0 1 1 0 0,1-1-1 0 0,-1 0 1 0 0,0 0-1 0 0,0 0 0 0 0,0 0 1 0 0,0-1-1 0 0,0 1 1 0 0,-1-1-1 0 0,1 1 1 0 0,-1-1-1 0 0,0 1 0 0 0,1-1 1 0 0,-1 0-1 0 0,0 1 1 0 0,0-1-1 0 0,-1 0 1 0 0,1 0-1 0 0,-1 0 0 0 0,1 0 1 0 0,-1 0-1 0 0,0-5 1 0 0,-4-5-7135 0 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2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4 6881 0 0,'-1'0'96'0'0,"-1"-1"1"0"0,1 1-1 0 0,0-1 0 0 0,0 1 0 0 0,0-1 0 0 0,-1 1 0 0 0,1 0 0 0 0,0 0 0 0 0,-1-1 0 0 0,1 1 0 0 0,0 0 0 0 0,0 0 0 0 0,-1 0 0 0 0,1 0 0 0 0,0 1 0 0 0,-1-1 0 0 0,1 0 0 0 0,0 0 0 0 0,0 1 0 0 0,-1-1 0 0 0,1 1 0 0 0,0-1 0 0 0,-2 2 0 0 0,1 0 72 0 0,0 0 1 0 0,0 0-1 0 0,0 0 1 0 0,0 0-1 0 0,0 0 0 0 0,0 1 1 0 0,1-1-1 0 0,-1 1 1 0 0,1-1-1 0 0,-2 4 0 0 0,-2 7 387 0 0,1 0 0 0 0,0 1-1 0 0,-3 19 1 0 0,7-33-538 0 0,-4 37 494 0 0,2 1 0 0 0,1-1 0 0 0,8 73 1 0 0,-1-19-68 0 0,26 534 1697 0 0,-24-546-1752 0 0,22 93 1 0 0,-16-98 6 0 0,-11-59-181 0 0,-1 0 0 0 0,0 31 0 0 0,-2-41-157 0 0,0 0 1 0 0,-1 0 0 0 0,0 0 0 0 0,1 0 0 0 0,-2 0 0 0 0,1 0-1 0 0,0 0 1 0 0,-1 0 0 0 0,0 0 0 0 0,0-1 0 0 0,-1 1 0 0 0,-4 6-1 0 0,5-9-154 0 0,0-1-1 0 0,1 1 1 0 0,-2 0-1 0 0,1-1 1 0 0,0 0-1 0 0,0 0 0 0 0,0 0 1 0 0,-1 0-1 0 0,1 0 1 0 0,0 0-1 0 0,-1 0 1 0 0,1-1-1 0 0,-1 1 0 0 0,1-1 1 0 0,-1 0-1 0 0,1 1 1 0 0,-1-1-1 0 0,1 0 1 0 0,-1-1-1 0 0,1 1 1 0 0,-5-1-1 0 0,-9 0-2425 0 0,7 4-530 0 0,9-2 2983 0 0,0-1 0 0 0,-1 0-1 0 0,0 1 1 0 0,1-1 0 0 0,-1 0 0 0 0,1 1-1 0 0,-1-1 1 0 0,1 0 0 0 0,-1 0 0 0 0,0 1-1 0 0,1-1 1 0 0,-1 0 0 0 0,1 0-1 0 0,-1 0 1 0 0,0 0 0 0 0,1 0 0 0 0,-1 0-1 0 0,1 0 1 0 0,-1 0 0 0 0,0 0-1 0 0,1 0 1 0 0,-1-1 0 0 0,0 1 0 0 0,0 0-1 0 0,-17-4 462 0 0,11 3 4487 0 0,43 12-4200 0 0,0-2 0 0 0,73 10 1 0 0,-4-10-362 0 0,109 25 1 0 0,-160-24-233 0 0,105 6 0 0 0,58-15 114 0 0,-80-1-172 0 0,117 0-32 0 0,82 1 88 0 0,117-7 783 0 0,-317 1-606 0 0,-35 2 3 0 0,192-1 110 0 0,13-5-94 0 0,-291 9-163 0 0,-11 0 167 0 0,-15-2 30 0 0,0-1-262 0 0,0 0 1 0 0,0-1 0 0 0,0-1-1 0 0,1 0 1 0 0,0 0 0 0 0,0-1-1 0 0,-18-14 1 0 0,23 16-89 0 0,1 0-1 0 0,-1 0 0 0 0,1 0 1 0 0,0-1-1 0 0,0 1 1 0 0,0-1-1 0 0,1 0 1 0 0,0 0-1 0 0,0 0 0 0 0,0-1 1 0 0,1 1-1 0 0,-1-1 1 0 0,1 0-1 0 0,1 0 1 0 0,-1 1-1 0 0,0-11 1 0 0,-1-7-101 0 0,2-1 1 0 0,0 1 0 0 0,4-24 0 0 0,-1-6 77 0 0,-22-424-15 0 0,15 410 72 0 0,3-6-10 0 0,9-105 0 0 0,23-70-24 0 0,-16 147 32 0 0,-14 64 15 0 0,0 36-8 0 0,0 0 1 0 0,0 0 0 0 0,0 0-1 0 0,0 0 1 0 0,0 0-1 0 0,0 0 1 0 0,-1 0-1 0 0,1 0 1 0 0,0 0-1 0 0,-1 0 1 0 0,1 0-1 0 0,-1 0 1 0 0,1 0-1 0 0,-1 0 1 0 0,1 1-1 0 0,-1-1 1 0 0,0 0 0 0 0,1 0-1 0 0,-1 1 1 0 0,0-1-1 0 0,0 0 1 0 0,0 1-1 0 0,1-1 1 0 0,-1 1-1 0 0,0-1 1 0 0,0 1-1 0 0,0-1 1 0 0,0 1-1 0 0,0 0 1 0 0,0-1-1 0 0,0 1 1 0 0,-1 0 0 0 0,-10 5-1966 0 0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3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4 13307 0 0,'-1'0'56'0'0,"1"-1"1"0"0,-1 1 0 0 0,0 0-1 0 0,1-1 1 0 0,-1 1-1 0 0,0 0 1 0 0,1-1-1 0 0,-1 1 1 0 0,0 0-1 0 0,0 0 1 0 0,1 0 0 0 0,-1 0-1 0 0,0 0 1 0 0,0 0-1 0 0,1 0 1 0 0,-1 0-1 0 0,0 0 1 0 0,0 0 0 0 0,1 0-1 0 0,-1 0 1 0 0,0 0-1 0 0,0 1 1 0 0,1-1-1 0 0,-1 0 1 0 0,0 1-1 0 0,0-1 1 0 0,-1 2-1 0 0,1-1 1 0 0,0 0-1 0 0,0 1 0 0 0,-1-1 1 0 0,1 1-1 0 0,0-1 0 0 0,0 1 1 0 0,0-1-1 0 0,0 1 0 0 0,-1 3 1 0 0,-1 7 62 0 0,0-1-1 0 0,-3 23 1 0 0,4-24 106 0 0,-26 233 1441 0 0,27-202-1405 0 0,1 0 1 0 0,2 0 0 0 0,15 79 0 0 0,-9-92-285 0 0,1 0 0 0 0,1-1 0 0 0,18 36 0 0 0,-28-63 5 0 0,0 0 0 0 0,0 0 0 0 0,0 0-1 0 0,0-1 1 0 0,0 1 0 0 0,0 0 0 0 0,0 0 0 0 0,0 0 0 0 0,0 0-1 0 0,0 0 1 0 0,0 0 0 0 0,0 0 0 0 0,0 0 0 0 0,0 0 0 0 0,1 0 0 0 0,-1 0-1 0 0,0 0 1 0 0,0 0 0 0 0,0-1 0 0 0,0 1 0 0 0,0 0 0 0 0,0 0-1 0 0,0 0 1 0 0,0 0 0 0 0,0 0 0 0 0,0 0 0 0 0,0 0 0 0 0,0 0 0 0 0,1 0-1 0 0,-1 0 1 0 0,0 0 0 0 0,0 0 0 0 0,0 0 0 0 0,0 0 0 0 0,0 0 0 0 0,0 0-1 0 0,0 0 1 0 0,0 0 0 0 0,0 0 0 0 0,0 0 0 0 0,1 0 0 0 0,-1 0-1 0 0,0 0 1 0 0,0 0 0 0 0,0 0 0 0 0,0 0 0 0 0,0 1 0 0 0,0-1 0 0 0,0 0-1 0 0,0 0 1 0 0,0 0 0 0 0,0 0 0 0 0,0 0 0 0 0,0 0 0 0 0,1 0-1 0 0,-1 0 1 0 0,0 0 0 0 0,0 0 0 0 0,0 0 0 0 0,0 0 0 0 0,1-10-923 0 0,0 8 766 0 0,0-9-559 0 0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4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5 12643 0 0,'-1'-1'-20'0'0,"-11"-2"1792"0"0,11 3-1729 0 0,1 0-1 0 0,0 0 0 0 0,0 0 1 0 0,-1 0-1 0 0,1 0 0 0 0,0 0 1 0 0,0 0-1 0 0,0 0 0 0 0,-1 0 1 0 0,1 0-1 0 0,0 1 0 0 0,0-1 1 0 0,0 0-1 0 0,0 0 1 0 0,-1 0-1 0 0,1 0 0 0 0,0 1 1 0 0,0-1-1 0 0,0 0 0 0 0,0 0 1 0 0,0 0-1 0 0,-1 0 0 0 0,1 1 1 0 0,0-1-1 0 0,0 0 1 0 0,0 0-1 0 0,0 1 0 0 0,0-1 1 0 0,0 0-1 0 0,0 0 0 0 0,0 0 1 0 0,0 1-1 0 0,0-1 0 0 0,0 0 1 0 0,0 0-1 0 0,0 1 0 0 0,0-1 1 0 0,0 0-1 0 0,0 0 1 0 0,0 0-1 0 0,0 1 0 0 0,0-1 1 0 0,0 0-1 0 0,1 0 0 0 0,-1 0 1 0 0,0 1-1 0 0,0-1 0 0 0,0 0 1 0 0,0 0-1 0 0,1 1 1 0 0,-1-1 267 0 0,3 3-12 0 0,4 1-94 0 0,0 0 1 0 0,0 0 0 0 0,1 0 0 0 0,0-1-1 0 0,-1 0 1 0 0,1-1 0 0 0,15 4 0 0 0,64 3 846 0 0,-65-8-662 0 0,1 1 0 0 0,43 10 0 0 0,-64-12-365 0 0,-1 1-1 0 0,1-1 0 0 0,-1 1 0 0 0,1-1 0 0 0,-1 1 0 0 0,1 0 0 0 0,-1 0 0 0 0,1 0 1 0 0,-1 0-1 0 0,0 0 0 0 0,0 0 0 0 0,1 0 0 0 0,-1 0 0 0 0,0 0 0 0 0,0 0 0 0 0,0 1 0 0 0,0-1 1 0 0,0 0-1 0 0,0 1 0 0 0,-1-1 0 0 0,1 1 0 0 0,0-1 0 0 0,-1 1 0 0 0,1-1 0 0 0,-1 1 0 0 0,0-1 1 0 0,1 1-1 0 0,-1 0 0 0 0,0-1 0 0 0,0 1 0 0 0,0 0 0 0 0,0-1 0 0 0,0 1 0 0 0,0-1 0 0 0,-1 1 1 0 0,1 0-1 0 0,0-1 0 0 0,-2 3 0 0 0,-1 7 65 0 0,-1-1 0 0 0,-1 1 0 0 0,0-1 0 0 0,-9 15 0 0 0,6-11-5 0 0,-68 101 215 0 0,50-79-335 0 0,-34 63 1 0 0,59-97-38 0 0,0 0 1 0 0,0 1-1 0 0,0-1 0 0 0,1 0 0 0 0,-1 1 1 0 0,1-1-1 0 0,-1 1 0 0 0,1 3 0 0 0,0-6 1 0 0,0 1-1 0 0,0-1 1 0 0,0 0-1 0 0,0 1 1 0 0,0-1-1 0 0,0 1 1 0 0,1-1-1 0 0,-1 1 0 0 0,0-1 1 0 0,0 1-1 0 0,0-1 1 0 0,1 0-1 0 0,-1 1 1 0 0,0-1-1 0 0,0 1 1 0 0,1-1-1 0 0,-1 0 0 0 0,0 1 1 0 0,1-1-1 0 0,-1 0 1 0 0,1 1-1 0 0,-1-1 1 0 0,0 0-1 0 0,1 0 0 0 0,-1 1 1 0 0,1-1-1 0 0,-1 0 1 0 0,1 0-1 0 0,-1 0 1 0 0,0 0-1 0 0,1 0 1 0 0,-1 0-1 0 0,1 1 0 0 0,-1-1 1 0 0,1 0-1 0 0,-1 0 1 0 0,1 0-1 0 0,-1-1 1 0 0,1 1-1 0 0,-1 0 1 0 0,1 0-1 0 0,-1 0 0 0 0,1 0 1 0 0,-1 0-1 0 0,0 0 1 0 0,1-1-1 0 0,-1 1 1 0 0,1 0-1 0 0,-1 0 1 0 0,0-1-1 0 0,1 1 0 0 0,0-1 1 0 0,10-5-1776 0 0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5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14027 0 0,'-1'1'69'0'0,"0"-1"0"0"0,0 1-1 0 0,0 0 1 0 0,0-1 0 0 0,0 1 0 0 0,0 0 0 0 0,0 0 0 0 0,0 0-1 0 0,1 0 1 0 0,-1 0 0 0 0,0-1 0 0 0,1 1 0 0 0,-1 0-1 0 0,1 0 1 0 0,-1 1 0 0 0,1-1 0 0 0,-1 0 0 0 0,1 0 0 0 0,-1 0-1 0 0,1 0 1 0 0,0 0 0 0 0,0 0 0 0 0,0 1 0 0 0,0 0-1 0 0,0 37-143 0 0,1-22 230 0 0,-14 550 2329 0 0,9-521-1368 0 0,3 0 1 0 0,8 75 0 0 0,-2-191 52 0 0,-3 4-1098 0 0,-3 26-71 0 0,2 0 0 0 0,2 0 0 0 0,2 0 0 0 0,13-51 0 0 0,-17 88-5 0 0,-1 1 1 0 0,1-1 0 0 0,0 0-1 0 0,1 0 1 0 0,-1 1-1 0 0,0-1 1 0 0,1 0-1 0 0,-1 1 1 0 0,1-1-1 0 0,0 1 1 0 0,0 0 0 0 0,0 0-1 0 0,0 0 1 0 0,0 0-1 0 0,0 0 1 0 0,1 0-1 0 0,4-3 1 0 0,-5 5 0 0 0,1-1 0 0 0,-1 0 0 0 0,1 1 1 0 0,-1-1-1 0 0,1 1 0 0 0,-1 0 0 0 0,1 0 0 0 0,-1 0 1 0 0,1 0-1 0 0,0 1 0 0 0,-1-1 0 0 0,1 1 0 0 0,-1-1 1 0 0,1 1-1 0 0,-1 0 0 0 0,1 0 0 0 0,-1 0 0 0 0,0 0 0 0 0,0 0 1 0 0,4 3-1 0 0,2 1 3 0 0,-1 1-1 0 0,-1-1 1 0 0,1 1 0 0 0,-1 1-1 0 0,0-1 1 0 0,0 1 0 0 0,-1 0-1 0 0,0 0 1 0 0,6 13 0 0 0,-2-4 1 0 0,-1 1 1 0 0,-1 1 0 0 0,7 25-1 0 0,-10-23-56 0 0,-2 0 1 0 0,1 0-1 0 0,-2 1 0 0 0,-1-1 1 0 0,-1 0-1 0 0,0 1 0 0 0,-1-1 0 0 0,-9 34 1 0 0,10-31-1785 0 0,1-23 1797 0 0,0 0 0 0 0,0 0 0 0 0,0 0 0 0 0,0 0 0 0 0,0 0 0 0 0,0 0 0 0 0,0 0 0 0 0,0 0 0 0 0,0 0 0 0 0,0 0 0 0 0,0 1 0 0 0,0-1 0 0 0,1 0 0 0 0,-1 0 0 0 0,0 0 1 0 0,0 0-1 0 0,0 0 0 0 0,0 0 0 0 0,0 0 0 0 0,0 0 0 0 0,0 0 0 0 0,0 0 0 0 0,0 0 0 0 0,0 0 0 0 0,1 0 0 0 0,-1 0 0 0 0,0 0 0 0 0,0 0 0 0 0,0 0 0 0 0,0 0 0 0 0,0 0 0 0 0,0 0 0 0 0,0 0 0 0 0,0 0 0 0 0,1 0 0 0 0,-1 0 1 0 0,0 0-1 0 0,0 0 0 0 0,0 0 0 0 0,0 0 0 0 0,0 0 0 0 0,0 0 0 0 0,0 0 0 0 0,0 0 0 0 0,0 0 0 0 0,0 0 0 0 0,1 0 0 0 0,-1 0 0 0 0,0 0 0 0 0,0 0 0 0 0,0-1 0 0 0,8-10-1785 0 0,4-19-42 0 0,0 0-1 0 0,-2-1 1 0 0,8-41-1 0 0,-6 23 698 0 0,-9 36 1800 0 0,1 1-1 0 0,9-20 0 0 0,-4 63 3650 0 0,-6-3-3261 0 0,0-4 73 0 0,9 40 1 0 0,-11-58-945 0 0,1 0 0 0 0,0-1 0 0 0,0 1 1 0 0,0-1-1 0 0,1 0 0 0 0,0 0 0 0 0,0 0 0 0 0,0 0 1 0 0,1 0-1 0 0,-1-1 0 0 0,1 1 0 0 0,7 5 0 0 0,-10-9-72 0 0,0 0 0 0 0,0 0 0 0 0,0-1 0 0 0,0 1 0 0 0,1 0 0 0 0,-1-1 0 0 0,0 1-1 0 0,0-1 1 0 0,1 1 0 0 0,-1-1 0 0 0,0 0 0 0 0,1 1 0 0 0,-1-1 0 0 0,0 0 0 0 0,1 0-1 0 0,-1 0 1 0 0,0 0 0 0 0,1 0 0 0 0,-1-1 0 0 0,1 1 0 0 0,1-1 0 0 0,0 0 8 0 0,0 0 0 0 0,0-1 0 0 0,-1 0 0 0 0,1 1 0 0 0,0-1 0 0 0,-1 0 0 0 0,0 0 0 0 0,1 0 0 0 0,2-4 0 0 0,2-3 23 0 0,1-1 0 0 0,-1-1 0 0 0,9-19 0 0 0,-8 15-76 0 0,-2 0-1 0 0,0-1 0 0 0,0 1 1 0 0,-2-1-1 0 0,0 0 0 0 0,-1 0 0 0 0,0-1 1 0 0,-1 1-1 0 0,-1-1 0 0 0,-1-17 1 0 0,0 34-22 0 0,0-1 0 0 0,0 1 0 0 0,0 0 0 0 0,0 0 0 0 0,0 0 0 0 0,0 0 1 0 0,0-1-1 0 0,0 1 0 0 0,0 0 0 0 0,0 0 0 0 0,0 0 0 0 0,0 0 0 0 0,0-1 0 0 0,0 1 0 0 0,0 0 1 0 0,0 0-1 0 0,0 0 0 0 0,0 0 0 0 0,0-1 0 0 0,0 1 0 0 0,0 0 0 0 0,0 0 0 0 0,0 0 1 0 0,0 0-1 0 0,0-1 0 0 0,0 1 0 0 0,-1 0 0 0 0,1 0 0 0 0,0 0 0 0 0,0 0 0 0 0,0 0 1 0 0,0 0-1 0 0,0-1 0 0 0,0 1 0 0 0,-1 0 0 0 0,1 0 0 0 0,0 0 0 0 0,0 0 0 0 0,0 0 0 0 0,0 0 1 0 0,-1 0-1 0 0,1 0 0 0 0,0 0 0 0 0,0 0 0 0 0,0 0 0 0 0,-1 0 0 0 0,-4 9 179 0 0,-2 16 60 0 0,-3 214-7 0 0,8-120-223 0 0,1-57 26 0 0,-10 126 373 0 0,8-168-184 0 0,-1 1 1 0 0,-1-1 0 0 0,0 0-1 0 0,-2 0 1 0 0,0-1-1 0 0,-20 37 1 0 0,26-54-238 0 0,0 1 1 0 0,0-1-1 0 0,-1 0 1 0 0,1 0-1 0 0,-1 0 1 0 0,0 0-1 0 0,1 0 0 0 0,-1-1 1 0 0,0 1-1 0 0,0-1 1 0 0,-4 3-1 0 0,6-4-12 0 0,-1 1 0 0 0,1-1 0 0 0,0 0 1 0 0,-1 0-1 0 0,1 0 0 0 0,-1 0 0 0 0,1 0 0 0 0,0 0 0 0 0,-1 0 0 0 0,1 0 0 0 0,-1 0 0 0 0,1 0 0 0 0,0 0 0 0 0,-1 0 1 0 0,1 0-1 0 0,-1-1 0 0 0,1 1 0 0 0,0 0 0 0 0,-1 0 0 0 0,1 0 0 0 0,0-1 0 0 0,-1 1 0 0 0,1 0 0 0 0,0 0 1 0 0,-1-1-1 0 0,1 1 0 0 0,-8-20-892 0 0,5-5-273 0 0,2-1 1 0 0,1 1 0 0 0,1-1 0 0 0,1 0-1 0 0,7-35 1 0 0,-1 11-4908 0 0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5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82 11666 0 0,'3'2'100'0'0,"-1"0"-1"0"0,0-1 1 0 0,0 1-1 0 0,0 0 1 0 0,-1 0-1 0 0,1 0 0 0 0,0 0 1 0 0,-1 1-1 0 0,1-1 1 0 0,-1 0-1 0 0,0 1 0 0 0,0-1 1 0 0,0 0-1 0 0,0 1 1 0 0,0 0-1 0 0,0 2 1 0 0,9 49 806 0 0,-8-41-558 0 0,6 63 550 0 0,-3 0 1 0 0,-3 1-1 0 0,-8 83 0 0 0,5-156-841 0 0,0 1 0 0 0,0-1 1 0 0,0 0-1 0 0,0 1 0 0 0,-1-1 0 0 0,-2 6 1 0 0,3-10-65 0 0,1 1 1 0 0,0-1-1 0 0,0 0 0 0 0,-1 1 1 0 0,1-1-1 0 0,0 1 1 0 0,-1-1-1 0 0,1 1 0 0 0,0-1 1 0 0,-1 0-1 0 0,1 1 1 0 0,0-1-1 0 0,-1 0 1 0 0,1 1-1 0 0,-1-1 0 0 0,1 0 1 0 0,-1 0-1 0 0,1 1 1 0 0,-1-1-1 0 0,1 0 0 0 0,-1 0 1 0 0,1 0-1 0 0,-2 1 1 0 0,2-2-30 0 0,-1 1 0 0 0,0-1 0 0 0,0 1 0 0 0,1-1 0 0 0,-1 1 0 0 0,0-1 0 0 0,1 0 0 0 0,-1 1 0 0 0,0-1 0 0 0,1 0 0 0 0,-1 1 0 0 0,1-1 0 0 0,-1 0 0 0 0,1 0 0 0 0,0 0 1 0 0,-1 1-1 0 0,1-1 0 0 0,0 0 0 0 0,0 0 0 0 0,-1-1 0 0 0,-4-17-781 0 0,2 0 1 0 0,-1 0 0 0 0,2 0-1 0 0,1 0 1 0 0,1-36 0 0 0,0-10-688 0 0,-11-84-163 0 0,-2-92 2993 0 0,29 287 2047 0 0,-11-26-3375 0 0,2 10-326 0 0,1 0 0 0 0,1-1-1 0 0,2 0 1 0 0,20 38 0 0 0,-21-51-566 0 0,2-5-9 0 0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85 6913 0 0,'6'-9'434'0'0,"14"-26"3586"0"0,-19 33-3830 0 0,0 0 0 0 0,0 0 0 0 0,0 0 0 0 0,0 0 0 0 0,-1 0 0 0 0,1 0 0 0 0,-1-1 0 0 0,1 1 0 0 0,-1 0 0 0 0,0 0 0 0 0,0-1 0 0 0,0 1 0 0 0,0-3 0 0 0,0 5-145 0 0,-1-1 1 0 0,1 1-1 0 0,0-1 0 0 0,0 1 1 0 0,-1-1-1 0 0,1 1 0 0 0,0 0 1 0 0,-1-1-1 0 0,1 1 0 0 0,-1-1 1 0 0,1 1-1 0 0,0 0 0 0 0,-1 0 0 0 0,1-1 1 0 0,-1 1-1 0 0,1 0 0 0 0,-1 0 1 0 0,1-1-1 0 0,-1 1 0 0 0,1 0 1 0 0,-1 0-1 0 0,1 0 0 0 0,-1 0 1 0 0,1 0-1 0 0,-1 0 0 0 0,1 0 1 0 0,-1 0-1 0 0,1 0 0 0 0,-1 0 1 0 0,1 0-1 0 0,-1 0 0 0 0,1 0 1 0 0,-1 0-1 0 0,1 0 0 0 0,-1 1 1 0 0,1-1-1 0 0,-1 0 0 0 0,1 0 1 0 0,-1 1-1 0 0,1-1 0 0 0,-1 0 0 0 0,1 0 1 0 0,0 1-1 0 0,-1 0 0 0 0,-21 14 935 0 0,21-14-948 0 0,-12 11 340 0 0,0 0-1 0 0,1 1 1 0 0,1 1-1 0 0,0 0 1 0 0,-12 19-1 0 0,16-22-238 0 0,2 0-1 0 0,-1 0 1 0 0,1 0 0 0 0,1 0-1 0 0,0 1 1 0 0,1 0-1 0 0,0 0 1 0 0,-2 19-1 0 0,4-27-81 0 0,1 1 0 0 0,0-1 0 0 0,1 1 0 0 0,-1-1 0 0 0,1 1 0 0 0,0-1 1 0 0,0 0-1 0 0,0 1 0 0 0,1-1 0 0 0,-1 0 0 0 0,1 0 0 0 0,0 0 0 0 0,3 5 0 0 0,0-3-8 0 0,-1-1 0 0 0,1 1 1 0 0,0-1-1 0 0,0 0 0 0 0,0 0 1 0 0,1 0-1 0 0,9 5 1 0 0,6 2 124 0 0,1-1 0 0 0,0-1 0 0 0,40 12 1 0 0,-58-21-126 0 0,-3-1-8 0 0,0 1 0 0 0,0-1 0 0 0,-1 0 1 0 0,1 0-1 0 0,0 1 0 0 0,0-1 0 0 0,0 0 0 0 0,0 1 0 0 0,-1-1 0 0 0,1 1 0 0 0,0-1 1 0 0,0 1-1 0 0,-1-1 0 0 0,1 1 0 0 0,-1 0 0 0 0,1-1 0 0 0,0 1 0 0 0,0 1 0 0 0,-1-2-3 0 0,0 0 0 0 0,-1 1-1 0 0,1-1 1 0 0,0 1 0 0 0,0-1-1 0 0,0 0 1 0 0,0 1-1 0 0,-1-1 1 0 0,1 0 0 0 0,0 1-1 0 0,0-1 1 0 0,-1 0-1 0 0,1 1 1 0 0,0-1 0 0 0,-1 0-1 0 0,1 0 1 0 0,0 1-1 0 0,-1-1 1 0 0,1 0 0 0 0,0 0-1 0 0,-1 0 1 0 0,1 0 0 0 0,0 1-1 0 0,-1-1 1 0 0,1 0-1 0 0,-1 0 1 0 0,-34 8 766 0 0,-28-1-878 0 0,-65-1 0 0 0,152-23-11085 0 0,-12 9 5399 0 0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6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232 489 7834 0 0,'1'-1'116'0'0,"0"0"1"0"0,0-1-1 0 0,-1 1 1 0 0,1-1-1 0 0,-1 1 1 0 0,1-1-1 0 0,-1 1 0 0 0,0-1 1 0 0,0 1-1 0 0,1-1 1 0 0,-1 1-1 0 0,0-1 1 0 0,0 1-1 0 0,-1-3 1 0 0,1 3 16 0 0,0 1 1 0 0,-1 0 0 0 0,1-1 0 0 0,0 1-1 0 0,-1 0 1 0 0,1-1 0 0 0,0 1-1 0 0,-1 0 1 0 0,1 0 0 0 0,0-1 0 0 0,-1 1-1 0 0,1 0 1 0 0,0 0 0 0 0,-1 0-1 0 0,1 0 1 0 0,-1-1 0 0 0,1 1 0 0 0,0 0-1 0 0,-1 0 1 0 0,1 0 0 0 0,-1 0-1 0 0,1 0 1 0 0,-1 0 0 0 0,1 0 0 0 0,0 0-1 0 0,-1 0 1 0 0,1 0 0 0 0,-1 0-1 0 0,1 1 1 0 0,0-1 0 0 0,-2 0 0 0 0,-23 12 3836 0 0,10 0-4590 0 0,-5 7 1107 0 0,2 2 0 0 0,0 0 0 0 0,1 2-1 0 0,-25 42 1 0 0,42-65-486 0 0,-45 80 880 0 0,41-72-728 0 0,0 1-1 0 0,1-1 1 0 0,0 1 0 0 0,0 0 0 0 0,1 0 0 0 0,0 0 0 0 0,-1 17 0 0 0,3-24-117 0 0,0-1 1 0 0,0 0-1 0 0,0 1 0 0 0,0-1 1 0 0,0 0-1 0 0,0 1 1 0 0,1-1-1 0 0,-1 0 1 0 0,0 0-1 0 0,1 1 0 0 0,-1-1 1 0 0,1 0-1 0 0,-1 0 1 0 0,1 0-1 0 0,-1 0 1 0 0,1 1-1 0 0,0-1 0 0 0,0 0 1 0 0,-1 0-1 0 0,1 0 1 0 0,2 1-1 0 0,-2-1-14 0 0,0-1-1 0 0,0 0 1 0 0,1 1 0 0 0,-1-1-1 0 0,0 0 1 0 0,0 0 0 0 0,1 1-1 0 0,-1-1 1 0 0,0 0-1 0 0,1 0 1 0 0,-1 0 0 0 0,0-1-1 0 0,0 1 1 0 0,1 0 0 0 0,-1 0-1 0 0,0-1 1 0 0,2 0 0 0 0,4-2-7 0 0,-1 0 0 0 0,1 0 1 0 0,-1-1-1 0 0,0 0 1 0 0,-1 0-1 0 0,10-8 1 0 0,9-15-52 0 0,-2-1 1 0 0,0 0 0 0 0,-2-2 0 0 0,-1 0 0 0 0,21-46 0 0 0,-38 72 33 0 0,0-1 0 0 0,1 1 0 0 0,0 0 1 0 0,-1 0-1 0 0,6-6 0 0 0,-7 10 2 0 0,-1 0 0 0 0,0-1 0 0 0,1 1 0 0 0,-1 0-1 0 0,0 0 1 0 0,1-1 0 0 0,-1 1 0 0 0,0 0 0 0 0,1 0 0 0 0,-1-1 0 0 0,1 1 0 0 0,-1 0 0 0 0,0 0 0 0 0,1 0 0 0 0,-1 0-1 0 0,1 0 1 0 0,-1 0 0 0 0,1 0 0 0 0,-1 0 0 0 0,1 0 0 0 0,-1 0 0 0 0,0 0 0 0 0,1 0 0 0 0,-1 0 0 0 0,1 0-1 0 0,0 0 1 0 0,0 1 1 0 0,-1 0 0 0 0,1 0-1 0 0,0-1 1 0 0,0 1-1 0 0,-1 0 1 0 0,1 0 0 0 0,0 0-1 0 0,-1 0 1 0 0,1 0-1 0 0,-1 0 1 0 0,1 0 0 0 0,-1 0-1 0 0,0 0 1 0 0,1 0-1 0 0,-1 2 1 0 0,5 21 45 0 0,-1-1 1 0 0,1 31-1 0 0,-4-31-310 0 0,2 0 1 0 0,8 38-1 0 0,-11-60 215 0 0,0 0 0 0 0,0 0 1 0 0,1-1-1 0 0,-1 1 0 0 0,0 0 0 0 0,0 0 1 0 0,1-1-1 0 0,-1 1 0 0 0,0 0 0 0 0,1 0 1 0 0,-1-1-1 0 0,1 1 0 0 0,-1 0 1 0 0,1-1-1 0 0,-1 1 0 0 0,1-1 0 0 0,-1 1 1 0 0,1 0-1 0 0,0-1 0 0 0,-1 1 0 0 0,1-1 1 0 0,0 0-1 0 0,0 1 0 0 0,-1-1 1 0 0,1 0-1 0 0,0 1 0 0 0,1-1 0 0 0,-1 0-38 0 0,1 0-1 0 0,-1 0 0 0 0,0-1 0 0 0,0 1 0 0 0,1-1 0 0 0,-1 1 0 0 0,0-1 1 0 0,1 1-1 0 0,-1-1 0 0 0,0 0 0 0 0,0 1 0 0 0,0-1 0 0 0,0 0 1 0 0,2-2-1 0 0,3-3-327 0 0,0 0 0 0 0,-1 0 1 0 0,0-1-1 0 0,5-8 0 0 0,25-43-4069 0 0,36-84-1 0 0,-59 113 3839 0 0,-2 0-1 0 0,0 0 1 0 0,-2-1-1 0 0,-2 0 0 0 0,5-42 1 0 0,-6-62 1181 0 0,6-48 6293 0 0,-20 277-124 0 0,2 57-5303 0 0,1-13-826 0 0,1-75-136 0 0,3 0-1 0 0,3 0 0 0 0,16 120 0 0 0,2-55-1117 0 0,-19-123-516 0 0,-2-4-364 0 0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7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99 6913 0 0,'-12'-19'3959'0'0,"5"5"-2244"0"0,2 8-1302 0 0,0 1 0 0 0,0 0-1 0 0,0 0 1 0 0,0 0 0 0 0,-1 0 0 0 0,0 1 0 0 0,0 0 0 0 0,0 0 0 0 0,-1 0 0 0 0,1 1 0 0 0,-1 0 0 0 0,0 0 0 0 0,0 1 0 0 0,0 0 0 0 0,-13-2-1 0 0,14 3-325 0 0,-1 1-1 0 0,1-1 0 0 0,0 1 0 0 0,-1 1 1 0 0,1-1-1 0 0,-1 1 0 0 0,1 0 0 0 0,0 1 1 0 0,-1-1-1 0 0,1 1 0 0 0,0 0 1 0 0,0 1-1 0 0,-6 3 0 0 0,8-4-36 0 0,0 1-1 0 0,0-1 1 0 0,1 1 0 0 0,0-1-1 0 0,-1 1 1 0 0,1 0 0 0 0,0 0 0 0 0,0 1-1 0 0,1-1 1 0 0,-1 1 0 0 0,1-1-1 0 0,0 1 1 0 0,-1 0 0 0 0,2 0-1 0 0,-1 0 1 0 0,0 0 0 0 0,1 0 0 0 0,0 0-1 0 0,0 0 1 0 0,-1 6 0 0 0,2-6-53 0 0,1-1 0 0 0,-1 0 1 0 0,1 0-1 0 0,0 1 0 0 0,0-1 1 0 0,0 0-1 0 0,0 0 0 0 0,0 0 1 0 0,1 0-1 0 0,-1 0 0 0 0,1 0 1 0 0,0 0-1 0 0,0-1 0 0 0,4 5 1 0 0,3 3-12 0 0,0-1 1 0 0,13 12 0 0 0,29 18-17 0 0,-29-23 6 0 0,-1 0-1 0 0,-1 1 0 0 0,27 30 1 0 0,-46-46 33 0 0,0 0 0 0 0,0 0 0 0 0,0 0 0 0 0,0 1 0 0 0,0-1 0 0 0,0 0 0 0 0,-1 1 0 0 0,1-1 0 0 0,0 1 0 0 0,-1-1 0 0 0,1 1 0 0 0,-1-1 0 0 0,1 1 0 0 0,-1-1 0 0 0,0 1 0 0 0,1 0 0 0 0,-1-1 0 0 0,0 1 0 0 0,0-1 0 0 0,0 1 0 0 0,-1 0 0 0 0,1-1 1 0 0,0 1-1 0 0,-1-1 0 0 0,1 1 0 0 0,0 0 0 0 0,-1-1 0 0 0,0 1 0 0 0,1-1 0 0 0,-1 0 0 0 0,0 1 0 0 0,0-1 0 0 0,0 0 0 0 0,0 1 0 0 0,0-1 0 0 0,0 0 0 0 0,0 0 0 0 0,0 0 0 0 0,-1 0 0 0 0,1 0 0 0 0,0 0 0 0 0,-1 0 0 0 0,1 0 0 0 0,-3 0 0 0 0,-8 6 105 0 0,0-2-1 0 0,0 1 0 0 0,-1-2 1 0 0,-18 5-1 0 0,17-5-62 0 0,-1 1-55 0 0,1-2 1 0 0,-1 1-1 0 0,0-2 1 0 0,1 0 0 0 0,-1-1-1 0 0,-18 0 1 0 0,32-1-57 0 0,1 0 1 0 0,-1 0 0 0 0,1 0-1 0 0,-1 0 1 0 0,1 0 0 0 0,-1 0-1 0 0,0 0 1 0 0,1 0 0 0 0,-1 0-1 0 0,1-1 1 0 0,-1 1-1 0 0,1 0 1 0 0,-1 0 0 0 0,1 0-1 0 0,-1-1 1 0 0,1 1 0 0 0,-1 0-1 0 0,1-1 1 0 0,-1 1 0 0 0,1 0-1 0 0,0-1 1 0 0,-1 1 0 0 0,1-1-1 0 0,-1 1 1 0 0,1-1-1 0 0,0 1 1 0 0,0-1 0 0 0,-1 1-1 0 0,1-1 1 0 0,0 1 0 0 0,0-1-1 0 0,-1 1 1 0 0,1-1 0 0 0,0 1-1 0 0,0-1 1 0 0,0 1 0 0 0,0-1-1 0 0,0 0 1 0 0,0 1-1 0 0,0-1 1 0 0,0 1 0 0 0,0-1-1 0 0,0 1 1 0 0,0-1 0 0 0,0 1-1 0 0,1-2 1 0 0,11-22-7499 0 0,-12 24 7401 0 0,7-10-4926 0 0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8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 7370 0 0,'-1'0'295'0'0,"1"0"0"0"0,-1 0 0 0 0,0-1 0 0 0,1 1 0 0 0,-1 0 1 0 0,1 0-1 0 0,-1 0 0 0 0,1 0 0 0 0,-1 0 0 0 0,0 0 0 0 0,1 0 1 0 0,-1 0-1 0 0,0 0 0 0 0,1 0 0 0 0,-1 0 0 0 0,1 0 1 0 0,-1 0-1 0 0,1 0 0 0 0,-1 1 0 0 0,0-1 0 0 0,1 0 0 0 0,-1 0 1 0 0,1 1-1 0 0,-1-1 0 0 0,1 0 0 0 0,-1 1 0 0 0,1-1 0 0 0,-1 0 1 0 0,1 1-1 0 0,0-1 0 0 0,-1 1 0 0 0,1-1 0 0 0,-1 1 1 0 0,1 0-1 0 0,-16 19 1879 0 0,12-10-1843 0 0,0 0-1 0 0,1 0 1 0 0,0 0 0 0 0,0 1 0 0 0,1-1-1 0 0,1 0 1 0 0,-1 18 0 0 0,-1-4-175 0 0,1 0 92 0 0,0 0 0 0 0,4 46 1 0 0,-1-59-203 0 0,0-1 0 0 0,1 0 1 0 0,0 0-1 0 0,1 0 0 0 0,0 0 1 0 0,1 0-1 0 0,0-1 0 0 0,0 1 1 0 0,9 11-1 0 0,-12-19-42 0 0,0 0-1 0 0,0-1 1 0 0,0 1 0 0 0,0-1-1 0 0,1 1 1 0 0,-1-1-1 0 0,0 1 1 0 0,1-1 0 0 0,0 0-1 0 0,-1 0 1 0 0,1 0-1 0 0,0 0 1 0 0,-1 0 0 0 0,1 0-1 0 0,0 0 1 0 0,3 0-1 0 0,-3-1 3 0 0,-1 0 0 0 0,1 0-1 0 0,-1 0 1 0 0,1 0-1 0 0,-1 0 1 0 0,1 0 0 0 0,-1-1-1 0 0,1 1 1 0 0,-1-1 0 0 0,1 1-1 0 0,-1-1 1 0 0,0 1-1 0 0,1-1 1 0 0,-1 0 0 0 0,0 0-1 0 0,3-2 1 0 0,3-3 17 0 0,-1-1 0 0 0,0 0 0 0 0,0 0 0 0 0,-1-1 0 0 0,8-12 0 0 0,-11 16-22 0 0,16-30 26 0 0,-1-1 0 0 0,-2-1 1 0 0,-2 0-1 0 0,15-63 0 0 0,-23 81-20 0 0,-5 17-4 0 0,1-1 3 0 0,0 0 0 0 0,0 0 0 0 0,-1-1-1 0 0,1 1 1 0 0,-1 0 0 0 0,0-1 0 0 0,1 1-1 0 0,-1 0 1 0 0,0-1 0 0 0,-1 1 0 0 0,1 0-1 0 0,0-1 1 0 0,-2-4 0 0 0,-8 32 111 0 0,5-4-121 0 0,1 0 0 0 0,1 1 0 0 0,-1 32 0 0 0,4-48 4 0 0,0-1 0 0 0,0 0 0 0 0,0 0 0 0 0,1 1 0 0 0,0-1 1 0 0,0 0-1 0 0,0 0 0 0 0,1 0 0 0 0,-1 0 0 0 0,1 0 0 0 0,1 0 0 0 0,-1-1 1 0 0,0 1-1 0 0,1-1 0 0 0,0 1 0 0 0,0-1 0 0 0,1 0 0 0 0,-1 0 1 0 0,1 0-1 0 0,5 4 0 0 0,-7-7 0 0 0,0 1 1 0 0,-1-1-1 0 0,1 0 1 0 0,0-1-1 0 0,0 1 0 0 0,0 0 1 0 0,0 0-1 0 0,0-1 1 0 0,0 1-1 0 0,0-1 0 0 0,0 0 1 0 0,0 0-1 0 0,0 0 1 0 0,0 0-1 0 0,0 0 1 0 0,0 0-1 0 0,0 0 0 0 0,1 0 1 0 0,2-2-1 0 0,-1 0 1 0 0,0 1 1 0 0,-1-1-1 0 0,0 0 0 0 0,1 0 0 0 0,-1 0 0 0 0,0-1 0 0 0,0 1 0 0 0,0-1 1 0 0,-1 0-1 0 0,4-3 0 0 0,0-2 20 0 0,0-1 0 0 0,0 0 0 0 0,-1 0 0 0 0,0 0 0 0 0,-1 0 0 0 0,1-1 0 0 0,2-13 0 0 0,-2 7-11 0 0,-2 0 0 0 0,0 0 0 0 0,-1 0 0 0 0,0 0 0 0 0,-1 0 0 0 0,-1-1 0 0 0,-3-28 0 0 0,-6 22 230 0 0,2 15-75 0 0,6 8-162 0 0,1 0-1 0 0,0 0 0 0 0,0 0 0 0 0,-1 0 0 0 0,1 0 1 0 0,0 0-1 0 0,0 0 0 0 0,-1 0 0 0 0,1 1 0 0 0,0-1 1 0 0,-1 0-1 0 0,1 0 0 0 0,0 0 0 0 0,0 0 0 0 0,0 0 1 0 0,-1 1-1 0 0,1-1 0 0 0,0 0 0 0 0,0 0 1 0 0,-1 0-1 0 0,1 1 0 0 0,0-1 0 0 0,0 0 0 0 0,0 0 1 0 0,0 1-1 0 0,0-1 0 0 0,-1 0 0 0 0,1 0 0 0 0,0 1 1 0 0,0-1-1 0 0,0 0 0 0 0,0 0 0 0 0,0 1 0 0 0,-2 3-121 0 0,1 1 0 0 0,-1-1 0 0 0,1 0 0 0 0,0 0-1 0 0,0 1 1 0 0,1-1 0 0 0,-1 1 0 0 0,1-1 0 0 0,0 1-1 0 0,0-1 1 0 0,0 1 0 0 0,1-1 0 0 0,0 0-1 0 0,0 1 1 0 0,0-1 0 0 0,0 0 0 0 0,1 1 0 0 0,-1-1-1 0 0,5 7 1 0 0,-4-9 15 0 0,0 1 0 0 0,0 0 0 0 0,0-1 0 0 0,1 1 0 0 0,-1-1 0 0 0,1 0 0 0 0,0 0 0 0 0,-1 0-1 0 0,1 0 1 0 0,0-1 0 0 0,0 1 0 0 0,0-1 0 0 0,1 1 0 0 0,-1-1 0 0 0,0 0 0 0 0,0 0 0 0 0,1-1 0 0 0,-1 1 0 0 0,0-1 0 0 0,1 1-1 0 0,-1-1 1 0 0,1 0 0 0 0,-1 0 0 0 0,0-1 0 0 0,1 1 0 0 0,3-2 0 0 0,5-1-891 0 0,1-1 0 0 0,-1 0-1 0 0,0-1 1 0 0,0-1 0 0 0,0 0 0 0 0,-1 0-1 0 0,20-16 1 0 0,-20 13-204 0 0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8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42 6913 0 0,'27'-36'529'0'0,"-27"35"-422"0"0,0 1 0 0 0,0 0 1 0 0,0 0-1 0 0,0-1 1 0 0,0 1-1 0 0,0 0 0 0 0,0 0 1 0 0,1-1-1 0 0,-1 1 1 0 0,0 0-1 0 0,0 0 0 0 0,0 0 1 0 0,0-1-1 0 0,1 1 1 0 0,-1 0-1 0 0,0 0 0 0 0,0 0 1 0 0,1 0-1 0 0,-1-1 1 0 0,0 1-1 0 0,0 0 0 0 0,0 0 1 0 0,1 0-1 0 0,-1 0 1 0 0,0 0-1 0 0,1 0 0 0 0,-1 0 1 0 0,0 0-1 0 0,0 0 1 0 0,1 0-1 0 0,-1 0 1 0 0,0 0-1 0 0,0 0 0 0 0,1 0 1 0 0,-1 0-1 0 0,0 0 1 0 0,1 0-1 0 0,2 11 1506 0 0,-4 15-383 0 0,-15 68 881 0 0,10-69-1702 0 0,1 0-1 0 0,2 0 1 0 0,0 0 0 0 0,2 1 0 0 0,2 35-1 0 0,-1-53-457 0 0,-3-17-887 0 0,-3-18-2237 0 0,4 10 1285 0 0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8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6737 0 0,'1'1'297'0'0,"-1"0"63"0"0,2 2-288 0 0,-2 0-72 0 0,1 0 0 0 0,-1 1 0 0 0,2 1 0 0 0,0 3 0 0 0,4 10 0 0 0,-1-1 0 0 0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4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79 5529 0 0,'0'0'26'0'0,"0"0"-1"0"0,-1 0 1 0 0,1 0 0 0 0,0 0-1 0 0,-1 0 1 0 0,1 0-1 0 0,0 0 1 0 0,0 0-1 0 0,-1 1 1 0 0,1-1 0 0 0,0 0-1 0 0,0 0 1 0 0,-1 0-1 0 0,1 0 1 0 0,0 1 0 0 0,0-1-1 0 0,-1 0 1 0 0,1 0-1 0 0,0 0 1 0 0,0 1 0 0 0,0-1-1 0 0,0 0 1 0 0,-1 0-1 0 0,1 1 1 0 0,0-1 0 0 0,0 0-1 0 0,0 1 1 0 0,0-1-1 0 0,0 0 1 0 0,0 0-1 0 0,0 1 1 0 0,0-1 0 0 0,0 0-1 0 0,0 1 1 0 0,0-1-1 0 0,0 0 1 0 0,0 1 0 0 0,0-1-1 0 0,-4 19 2021 0 0,3-16-1358 0 0,-6 34 1611 0 0,-3 47 1 0 0,6 99-722 0 0,2-22 2117 0 0,1-158-3568 0 0,1 1-1 0 0,0 0 0 0 0,-1 0 0 0 0,1-1 0 0 0,-1 1 0 0 0,0 0 0 0 0,-2 4 0 0 0,2-8-105 0 0,1 1 0 0 0,0-1 0 0 0,0 1 1 0 0,-1-1-1 0 0,1 0 0 0 0,0 1 0 0 0,0-1 0 0 0,-1 0 0 0 0,1 1 1 0 0,0-1-1 0 0,-1 0 0 0 0,1 0 0 0 0,-1 1 0 0 0,1-1 0 0 0,0 0 1 0 0,-1 0-1 0 0,1 0 0 0 0,-1 1 0 0 0,1-1 0 0 0,0 0 0 0 0,-1 0 1 0 0,1 0-1 0 0,-1 0 0 0 0,1 0 0 0 0,-1 0 0 0 0,0 0-4 0 0,-1-1 1 0 0,1 1-1 0 0,0 0 0 0 0,0-1 0 0 0,0 0 0 0 0,-1 1 0 0 0,1-1 1 0 0,0 0-1 0 0,0 1 0 0 0,0-1 0 0 0,0 0 0 0 0,0 0 0 0 0,-1-1 0 0 0,-5-7-30 0 0,-1 0 0 0 0,1 0 0 0 0,1-1 0 0 0,0 0 0 0 0,0 0 0 0 0,1 0 0 0 0,0-1 0 0 0,-5-15-1 0 0,-20-95-138 0 0,22 80 148 0 0,6 34 24 0 0,1 3-2 0 0,0 1-1 0 0,0-1 1 0 0,0 1-1 0 0,0-1 1 0 0,1 0 0 0 0,-1 1-1 0 0,1-1 1 0 0,0 0-1 0 0,0 1 1 0 0,0-1 0 0 0,1 0-1 0 0,0 1 1 0 0,1-6-1 0 0,-2 8-14 0 0,1 1 0 0 0,0-1 0 0 0,-1 1 0 0 0,1 0 0 0 0,0-1 0 0 0,-1 1-1 0 0,1 0 1 0 0,0 0 0 0 0,-1 0 0 0 0,1-1 0 0 0,0 1 0 0 0,-1 0-1 0 0,1 0 1 0 0,0 0 0 0 0,0 0 0 0 0,-1 0 0 0 0,1 0 0 0 0,0 0 0 0 0,0 1-1 0 0,-1-1 1 0 0,1 0 0 0 0,0 0 0 0 0,-1 1 0 0 0,1-1 0 0 0,0 0 0 0 0,0 1-1 0 0,21 11-136 0 0,-18-10 159 0 0,24 15-268 0 0,2 1-180 0 0,60 27-1 0 0,-79-41 395 0 0,0-1-1 0 0,0 1 1 0 0,0-2 0 0 0,1 1-1 0 0,-1-2 1 0 0,1 0-1 0 0,-1 0 1 0 0,1-1 0 0 0,20-2-1 0 0,-24 1 36 0 0,0 0 0 0 0,0-1 0 0 0,0 0 1 0 0,0 0-1 0 0,8-5 0 0 0,-12 6 71 0 0,-1-1 0 0 0,0 0 0 0 0,0 0-1 0 0,0 0 1 0 0,0-1 0 0 0,0 1 0 0 0,0-1 0 0 0,-1 1 0 0 0,1-1 0 0 0,-1 0 0 0 0,0 0 0 0 0,0 0 0 0 0,3-5 0 0 0,-5 7-57 0 0,0 1 1 0 0,1 0-1 0 0,-1 0 1 0 0,0-1-1 0 0,0 1 1 0 0,0 0-1 0 0,0 0 0 0 0,0-1 1 0 0,0 1-1 0 0,1 0 1 0 0,-1 0-1 0 0,0-1 1 0 0,0 1-1 0 0,0 0 1 0 0,0-1-1 0 0,0 1 1 0 0,0 0-1 0 0,0 0 1 0 0,0-1-1 0 0,0 1 0 0 0,0 0 1 0 0,0-1-1 0 0,0 1 1 0 0,-1 0-1 0 0,1 0 1 0 0,0-1-1 0 0,0 1 1 0 0,0 0-1 0 0,0 0 1 0 0,0-1-1 0 0,0 1 1 0 0,-1 0-1 0 0,1 0 0 0 0,0-1 1 0 0,0 1-1 0 0,0 0 1 0 0,-1 0-1 0 0,1 0 1 0 0,0-1-1 0 0,0 1 1 0 0,-1 0-1 0 0,1 0 1 0 0,0 0-1 0 0,0 0 1 0 0,-1 0-1 0 0,1 0 0 0 0,0 0 1 0 0,-1-1-1 0 0,1 1 1 0 0,0 0-1 0 0,0 0 1 0 0,-1 0-1 0 0,1 0 1 0 0,0 0-1 0 0,-1 0 1 0 0,1 0-1 0 0,0 1 1 0 0,0-1-1 0 0,-1 0 0 0 0,1 0 1 0 0,0 0-1 0 0,-1 0 1 0 0,1 0-1 0 0,0 0 1 0 0,0 0-1 0 0,-1 1 1 0 0,1-1-1 0 0,-21 9 779 0 0,14-2-671 0 0,0 1 1 0 0,0 1 0 0 0,1-1 0 0 0,0 1 0 0 0,0 0 0 0 0,1 1 0 0 0,-7 18 0 0 0,2-3-53 0 0,-11 51-1 0 0,18-64-78 0 0,1-1 0 0 0,1 1 0 0 0,0 0 0 0 0,0 0-1 0 0,2-1 1 0 0,0 15 0 0 0,0-22 0 0 0,-1 0 0 0 0,1 0 0 0 0,0 1 0 0 0,1-1 0 0 0,-1 0 0 0 0,0 0 0 0 0,1 0 0 0 0,0 0 1 0 0,0 0-1 0 0,0-1 0 0 0,1 1 0 0 0,-1 0 0 0 0,1-1 0 0 0,0 0 0 0 0,0 0 0 0 0,0 0 0 0 0,0 0 0 0 0,1 0 0 0 0,6 4 0 0 0,-9-6 0 0 0,1-1 1 0 0,-1 1-1 0 0,0-1 0 0 0,0 1 1 0 0,1-1-1 0 0,-1 0 0 0 0,0 0 0 0 0,1 1 1 0 0,-1-1-1 0 0,0 0 0 0 0,0 0 0 0 0,1 0 1 0 0,-1 0-1 0 0,0-1 0 0 0,1 1 1 0 0,-1 0-1 0 0,0-1 0 0 0,1 1 0 0 0,-1 0 1 0 0,1-2-1 0 0,2 1-2 0 0,-1-1 0 0 0,0 0-1 0 0,0 0 1 0 0,0-1 0 0 0,0 1 0 0 0,-1-1-1 0 0,4-3 1 0 0,3-5-12 0 0,-1 0 0 0 0,13-23-1 0 0,-7 5-32 0 0,0-1 0 0 0,-2 0 0 0 0,-1-1 0 0 0,8-40 0 0 0,16-130-350 0 0,-8 39 245 0 0,-25 151 153 0 0,-2 6 5 0 0,1 0 0 0 0,0 1 0 0 0,0-1 0 0 0,0 0 0 0 0,0 1 0 0 0,1-1 0 0 0,0 1 0 0 0,5-8 0 0 0,-8 42 584 0 0,2-14-559 0 0,-27 266 285 0 0,2-43-16 0 0,24-237-287 0 0,-1 6 46 0 0,0 1-1 0 0,1-1 0 0 0,0 0 1 0 0,0 1-1 0 0,1-1 0 0 0,0 0 1 0 0,1 0-1 0 0,0 0 0 0 0,3 11 1 0 0,-4-19-53 0 0,-1 0 0 0 0,0 1 0 0 0,0-1 0 0 0,0 0 0 0 0,0 0 0 0 0,0 0 0 0 0,0 0 0 0 0,0 0 0 0 0,1 0 0 0 0,-1 0 0 0 0,0 0 0 0 0,0 0 0 0 0,0 0 0 0 0,0 0 0 0 0,0 0 0 0 0,1 0 0 0 0,-1 0 1 0 0,0 0-1 0 0,0 0 0 0 0,0 0 0 0 0,0 0 0 0 0,0 0 0 0 0,1 0 0 0 0,-1 0 0 0 0,0 0 0 0 0,0 0 0 0 0,0 0 0 0 0,0 0 0 0 0,0 0 0 0 0,0 0 0 0 0,1 0 0 0 0,-1 0 0 0 0,0-1 0 0 0,0 1 0 0 0,0 0 0 0 0,0 0 0 0 0,0 0 0 0 0,0 0 1 0 0,0 0-1 0 0,0 0 0 0 0,1 0 0 0 0,-1 0 0 0 0,0-1 0 0 0,0 1 0 0 0,0 0 0 0 0,0 0 0 0 0,8-12 31 0 0,3-13-41 0 0,16-53-91 0 0,2-9-107 0 0,-25 77 189 0 0,1 1 0 0 0,0 0 0 0 0,0 0-1 0 0,1 1 1 0 0,0-1 0 0 0,12-12 0 0 0,-17 20 21 0 0,0 0-1 0 0,0 0 0 0 0,0 0 1 0 0,0 0-1 0 0,0 0 1 0 0,1 0-1 0 0,-1 1 0 0 0,0-1 1 0 0,1 0-1 0 0,-1 1 1 0 0,0-1-1 0 0,1 1 0 0 0,-1 0 1 0 0,1-1-1 0 0,-1 1 1 0 0,0 0-1 0 0,1 0 0 0 0,-1 0 1 0 0,1 0-1 0 0,-1 0 1 0 0,3 0-1 0 0,-1 1 16 0 0,0 0-1 0 0,-1 0 1 0 0,1 0-1 0 0,0 0 1 0 0,-1 1-1 0 0,1-1 1 0 0,-1 1 0 0 0,1-1-1 0 0,-1 1 1 0 0,3 3-1 0 0,2 1 29 0 0,-1 1 0 0 0,0-1 0 0 0,-1 2 0 0 0,1-1 0 0 0,-1 1 0 0 0,4 8 0 0 0,13 36 90 0 0,20 71 0 0 0,-36-104-15 0 0,-1 1 0 0 0,0 0 0 0 0,-2 1 0 0 0,2 35 0 0 0,-5-55-138 0 0,0-1 0 0 0,0 0 0 0 0,0 1 1 0 0,0-1-1 0 0,0 0 0 0 0,0 1 0 0 0,0-1 0 0 0,0 0 0 0 0,0 1 0 0 0,0-1 0 0 0,0 0 0 0 0,0 1 0 0 0,0-1 0 0 0,0 0 0 0 0,0 1 0 0 0,0-1 1 0 0,0 0-1 0 0,0 1 0 0 0,0-1 0 0 0,-1 0 0 0 0,1 1 0 0 0,0-1 0 0 0,0 0 0 0 0,0 1 0 0 0,-1-1 0 0 0,1 0 0 0 0,0 0 0 0 0,0 1 0 0 0,-1-1 1 0 0,1 0-1 0 0,0 0 0 0 0,0 1 0 0 0,-1-1 0 0 0,1 0 0 0 0,0 0 0 0 0,-1 0 0 0 0,1 0 0 0 0,0 1 0 0 0,-1-1 0 0 0,1 0 0 0 0,0 0 0 0 0,-1 0 1 0 0,1 0-1 0 0,0 0 0 0 0,-1 0 0 0 0,1 0 0 0 0,0 0 0 0 0,-1 0 0 0 0,1 0 0 0 0,-1 0 0 0 0,1 0 0 0 0,0 0 0 0 0,-1 0 0 0 0,1-1 0 0 0,0 1 1 0 0,-1 0-1 0 0,1 0 0 0 0,0 0 0 0 0,0 0 0 0 0,-1-1 0 0 0,0 1 0 0 0,-17-17-5225 0 0,11 6 3121 0 0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1 844 8290 0 0,'4'-10'2813'0'0,"1"-3"2448"0"0,1 4-4925 0 0,28-26 1909 0 0,2 0 1 0 0,77-56 0 0 0,-10 9-1327 0 0,45-54-200 0 0,50-43-285 0 0,-91 96-214 0 0,72-61 449 0 0,-177 142-648 0 0,0 0 0 0 0,0 1 0 0 0,0-1 0 0 0,0 0 0 0 0,-1 0 0 0 0,1 0 0 0 0,-1 0 0 0 0,3-5 0 0 0,-4 7-31 0 0,0 0 1 0 0,0 0-1 0 0,0 0 0 0 0,0-1 1 0 0,0 1-1 0 0,0 0 0 0 0,0 0 0 0 0,0 0 1 0 0,0 0-1 0 0,0 0 0 0 0,0-1 1 0 0,0 1-1 0 0,0 0 0 0 0,0 0 0 0 0,0 0 1 0 0,0 0-1 0 0,0 0 0 0 0,0-1 1 0 0,0 1-1 0 0,0 0 0 0 0,-1 0 0 0 0,1 0 1 0 0,0 0-1 0 0,0 0 0 0 0,0 0 1 0 0,0 0-1 0 0,0 0 0 0 0,0-1 0 0 0,-1 1 1 0 0,1 0-1 0 0,0 0 0 0 0,0 0 1 0 0,0 0-1 0 0,0 0 0 0 0,0 0 1 0 0,-1 0-1 0 0,1 0 0 0 0,0 0 0 0 0,0 0 1 0 0,0 0-1 0 0,-15 1-1346 0 0,7 1-680 0 0,1 1-3323 0 0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2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19 270 18004 0 0,'-6'-6'786'0'0,"-4"0"392"0"0,10 6-1166 0 0,0 0 0 0 0,0 0 0 0 0,-1 1 0 0 0,1-1-1 0 0,0 0 1 0 0,0 1 0 0 0,0-1 0 0 0,-1 0 0 0 0,1 0 0 0 0,0 1 0 0 0,0-1 0 0 0,0 0 0 0 0,0 1 0 0 0,0-1-1 0 0,0 0 1 0 0,0 1 0 0 0,0-1 0 0 0,0 0 0 0 0,0 1 0 0 0,0-1 0 0 0,0 0 0 0 0,0 1 0 0 0,0-1-1 0 0,0 0 1 0 0,0 1 0 0 0,0-1 0 0 0,0 0 0 0 0,0 1 0 0 0,0-1 0 0 0,0 0 0 0 0,0 1 0 0 0,1-1-1 0 0,-1 1 1 0 0,7 26 210 0 0,1 1 0 0 0,21 47 0 0 0,-15-41 106 0 0,9 35-1 0 0,20 79 681 0 0,-43-156-885 0 0,0-1 0 0 0,0 1 0 0 0,1-1 0 0 0,3-12 0 0 0,0-11-70 0 0,14-115-41 0 0,-12 118-9 0 0,0 0-1 0 0,2 0 1 0 0,12-27 0 0 0,-18 50 3 0 0,0 1 1 0 0,1-1-1 0 0,0 1 1 0 0,0 0 0 0 0,0 0-1 0 0,1 0 1 0 0,-1 1-1 0 0,1-1 1 0 0,1 1-1 0 0,5-5 1 0 0,-9 8-2 0 0,1 0 1 0 0,0 0-1 0 0,0 0 1 0 0,0 0-1 0 0,0 0 1 0 0,0 0-1 0 0,0 0 1 0 0,0 1-1 0 0,0-1 1 0 0,0 1-1 0 0,0 0 1 0 0,0 0-1 0 0,0-1 1 0 0,0 1-1 0 0,0 0 1 0 0,0 1-1 0 0,0-1 1 0 0,0 0-1 0 0,1 1 1 0 0,-1-1-1 0 0,0 1 1 0 0,0 0-1 0 0,0-1 1 0 0,-1 1-1 0 0,1 0 1 0 0,0 0-1 0 0,0 0 1 0 0,0 1-1 0 0,-1-1 1 0 0,1 0-1 0 0,2 3 1 0 0,4 4 1 0 0,0 0 1 0 0,-1 0 0 0 0,0 0 0 0 0,-1 1-1 0 0,0 0 1 0 0,0 1 0 0 0,-1-1 0 0 0,0 1-1 0 0,0 0 1 0 0,3 13 0 0 0,-5-16 7 0 0,-1 1 0 0 0,-1-1-1 0 0,1 1 1 0 0,-1-1 0 0 0,0 1 0 0 0,-1 0 0 0 0,0-1 0 0 0,0 1 0 0 0,0-1-1 0 0,-1 1 1 0 0,0 0 0 0 0,-1-1 0 0 0,0 1 0 0 0,0-1 0 0 0,-4 10-1 0 0,27-67-52 0 0,-1-1 0 0 0,15-63-1 0 0,-13 37 13 0 0,-20 70 26 0 0,9-23 0 0 0,-10 28 0 0 0,-1 1 0 0 0,1 0 0 0 0,0-1 0 0 0,-1 1 0 0 0,1 0 0 0 0,0 0 0 0 0,0 0 0 0 0,0-1 0 0 0,0 1 0 0 0,0 0 0 0 0,0 0 0 0 0,0 0 0 0 0,1 1 0 0 0,-1-1 0 0 0,0 0 0 0 0,3-1 0 0 0,-3 2 0 0 0,0 0 0 0 0,-1 0 0 0 0,1 1 0 0 0,0-1 0 0 0,0 0 0 0 0,-1 0 0 0 0,1 1 0 0 0,0-1 0 0 0,0 0 0 0 0,-1 1 0 0 0,1-1 0 0 0,0 1 0 0 0,-1-1 0 0 0,1 1 0 0 0,0-1 0 0 0,-1 1 0 0 0,1-1 0 0 0,-1 1 0 0 0,1 0 0 0 0,-1-1 0 0 0,1 1 0 0 0,-1 0 0 0 0,0-1 0 0 0,1 1 0 0 0,0 1 0 0 0,10 23 0 0 0,-10-22 0 0 0,4 7-8 0 0,0-1 0 0 0,1 1 0 0 0,0-1 0 0 0,0-1-1 0 0,1 1 1 0 0,12 12 0 0 0,8 9-7 0 0,-23-23 2 0 0,1 0-1 0 0,-2 0 0 0 0,1 0 1 0 0,-1 1-1 0 0,0-1 1 0 0,0 1-1 0 0,-1 0 1 0 0,0-1-1 0 0,1 14 0 0 0,-2-14 3 0 0,0 0-1 0 0,0 0 0 0 0,1 0 1 0 0,0 0-1 0 0,0 0 0 0 0,0 0 0 0 0,1-1 1 0 0,0 1-1 0 0,0-1 0 0 0,1 0 0 0 0,0 0 1 0 0,5 6-1 0 0,-8-11 7 0 0,1 0-1 0 0,-1 0 1 0 0,0 1 0 0 0,1-1 0 0 0,0 0-1 0 0,-1 0 1 0 0,1 0 0 0 0,0 0 0 0 0,0-1-1 0 0,-1 1 1 0 0,1 0 0 0 0,0-1-1 0 0,0 1 1 0 0,0-1 0 0 0,0 0 0 0 0,0 1-1 0 0,0-1 1 0 0,3 0 0 0 0,-2-1 2 0 0,1 0 0 0 0,-1 1 0 0 0,0-1 1 0 0,0 0-1 0 0,1-1 0 0 0,-1 1 0 0 0,0-1 0 0 0,0 1 0 0 0,-1-1 1 0 0,5-2-1 0 0,-2-1 4 0 0,1 1 1 0 0,-1-1-1 0 0,0-1 0 0 0,0 1 1 0 0,0-1-1 0 0,-1 1 1 0 0,0-1-1 0 0,0-1 0 0 0,4-9 1 0 0,-4 5 22 0 0,0 0 1 0 0,-1 0 0 0 0,-1 0 0 0 0,0-1-1 0 0,0 1 1 0 0,-1-1 0 0 0,0 0-1 0 0,-1 1 1 0 0,-2-17 0 0 0,-1 9 68 0 0,-1 0 1 0 0,0 0-1 0 0,-2 0 1 0 0,-13-32-1 0 0,16 46-69 0 0,1 0-1 0 0,-1 0 0 0 0,0 1 0 0 0,0-1 0 0 0,0 1 1 0 0,0 0-1 0 0,-1 0 0 0 0,0 0 0 0 0,0 1 0 0 0,0-1 1 0 0,0 1-1 0 0,-7-4 0 0 0,9 6-15 0 0,1 0 0 0 0,-1 0 0 0 0,0 0 0 0 0,0 1 0 0 0,0-1-1 0 0,0 0 1 0 0,0 1 0 0 0,0 0 0 0 0,0-1 0 0 0,0 1 0 0 0,0 0 0 0 0,0 0 0 0 0,0 0 0 0 0,0 0 0 0 0,0 0 0 0 0,1 1 0 0 0,-1-1 0 0 0,0 1-1 0 0,0-1 1 0 0,0 1 0 0 0,0 0 0 0 0,0-1 0 0 0,0 1 0 0 0,1 0 0 0 0,-1 0 0 0 0,0 0 0 0 0,1 1 0 0 0,-1-1 0 0 0,1 0 0 0 0,-1 1 0 0 0,1-1 0 0 0,0 1-1 0 0,-1-1 1 0 0,1 1 0 0 0,-2 3 0 0 0,1-2-64 0 0,0 0 0 0 0,1 1 0 0 0,-1-1 0 0 0,1 1 0 0 0,-1 0-1 0 0,1-1 1 0 0,0 1 0 0 0,0 0 0 0 0,1 0 0 0 0,-1 0 0 0 0,1 0 0 0 0,0 0-1 0 0,0 0 1 0 0,0 0 0 0 0,1-1 0 0 0,-1 1 0 0 0,3 6 0 0 0,-3-8 26 0 0,1 0 1 0 0,0 0 0 0 0,0 0-1 0 0,0 0 1 0 0,0-1 0 0 0,0 1 0 0 0,0 0-1 0 0,0-1 1 0 0,0 1 0 0 0,1-1-1 0 0,-1 0 1 0 0,0 1 0 0 0,1-1-1 0 0,0 0 1 0 0,-1 0 0 0 0,1 0-1 0 0,0 0 1 0 0,-1 0 0 0 0,1 0-1 0 0,0 0 1 0 0,0 0 0 0 0,0-1 0 0 0,0 1-1 0 0,0-1 1 0 0,0 0 0 0 0,0 1-1 0 0,0-1 1 0 0,0 0 0 0 0,0 0-1 0 0,-1 0 1 0 0,1 0 0 0 0,0-1-1 0 0,0 1 1 0 0,0 0 0 0 0,0-1-1 0 0,3-1 1 0 0,5-1-146 0 0,1 0 0 0 0,-1-1-1 0 0,0-1 1 0 0,0 0 0 0 0,11-8-1 0 0,-17 11 122 0 0,0-1 0 0 0,0 0-1 0 0,0 0 1 0 0,0 0-1 0 0,-1 0 1 0 0,0-1-1 0 0,1 0 1 0 0,-1 1-1 0 0,-1-1 1 0 0,1 0 0 0 0,-1-1-1 0 0,1 1 1 0 0,-1 0-1 0 0,2-7 1 0 0,-1 1 6 0 0,5-30-263 0 0,-8 38 316 0 0,0 0 0 0 0,0 0 0 0 0,0 1 0 0 0,0-1 0 0 0,-1 0 0 0 0,1 0 0 0 0,0 0 0 0 0,-1 0 0 0 0,1 0 0 0 0,-1 0 0 0 0,0 0 0 0 0,0 1 0 0 0,1-1 0 0 0,-1 0 0 0 0,0 1-1 0 0,-1-1 1 0 0,-1-2 0 0 0,0 4-86 0 0,-3 7 22 0 0,-7 11 48 0 0,1 0-1 0 0,1 0 0 0 0,-9 22 0 0 0,15-31 9 0 0,2 1 0 0 0,-1 0 0 0 0,2 0-1 0 0,-1 0 1 0 0,1 0 0 0 0,1 1 0 0 0,0-1 0 0 0,0 20-1 0 0,1-7-214 0 0,-1-20 123 0 0,1 1 1 0 0,-1 0 0 0 0,1 0 0 0 0,0-1 0 0 0,1 1 0 0 0,-1 0 0 0 0,0 0 0 0 0,1-1 0 0 0,0 1 0 0 0,0 0 0 0 0,0-1 0 0 0,1 1 0 0 0,2 4 0 0 0,-3-7-130 0 0,0-1 0 0 0,0 1 0 0 0,0-1 0 0 0,0 1-1 0 0,0-1 1 0 0,1 1 0 0 0,-1-1 0 0 0,0 0 0 0 0,1 1 0 0 0,-1-1-1 0 0,0 0 1 0 0,0 0 0 0 0,1 0 0 0 0,-1 0 0 0 0,0 0 0 0 0,1-1-1 0 0,-1 1 1 0 0,0 0 0 0 0,0 0 0 0 0,2-1 0 0 0,7-2-1023 0 0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60 5065 0 0,'13'-19'1639'0'0,"-10"11"1352"0"0,-6 13-197 0 0,3-5-2328 0 0,-2 4-15 0 0,-7 10 11 0 0,2 1 1 0 0,0 0 0 0 0,1 0 0 0 0,0 1 0 0 0,1 0-1 0 0,1 0 1 0 0,1 0 0 0 0,-2 20 0 0 0,2-2 63 0 0,1-1 0 0 0,2 0 0 0 0,5 41 0 0 0,-4-66-455 0 0,0-1 0 0 0,0 0 0 0 0,1 1 0 0 0,0-1-1 0 0,0 0 1 0 0,1 0 0 0 0,5 10 0 0 0,-7-15-52 0 0,0-1-1 0 0,0 1 1 0 0,0-1-1 0 0,0 0 1 0 0,0 1-1 0 0,0-1 1 0 0,0 0-1 0 0,1 0 1 0 0,-1 0-1 0 0,0 0 1 0 0,1 0-1 0 0,-1 0 1 0 0,1 0-1 0 0,-1 0 1 0 0,1 0-1 0 0,0-1 1 0 0,-1 1-1 0 0,1-1 1 0 0,0 1-1 0 0,-1-1 1 0 0,1 1-1 0 0,0-1 1 0 0,0 0 0 0 0,-1 0-1 0 0,1 0 1 0 0,0 0-1 0 0,0 0 1 0 0,-1-1-1 0 0,1 1 1 0 0,0 0-1 0 0,0-1 1 0 0,-1 1-1 0 0,1-1 1 0 0,-1 0-1 0 0,1 1 1 0 0,2-3-1 0 0,6-3 20 0 0,-1 0-1 0 0,0 0 1 0 0,0-1-1 0 0,-1-1 1 0 0,0 1-1 0 0,0-1 1 0 0,-1-1-1 0 0,0 1 1 0 0,0-1-1 0 0,-1 0 1 0 0,0-1-1 0 0,-1 1 1 0 0,6-15-1 0 0,2-7 55 0 0,-1-1 0 0 0,-2-1 0 0 0,7-33-1 0 0,-12 44 1 0 0,-2 11 45 0 0,0 0 0 0 0,-1 0-1 0 0,0 0 1 0 0,-1-1 0 0 0,0 1-1 0 0,0 0 1 0 0,-3-20 0 0 0,2 29-100 0 0,0 1 0 0 0,-1 0 0 0 0,1-1 0 0 0,0 1 0 0 0,-1-1 1 0 0,1 1-1 0 0,-1 0 0 0 0,0 0 0 0 0,1-1 0 0 0,-1 1 0 0 0,0 0 0 0 0,0 0 0 0 0,0 0 0 0 0,0 0 1 0 0,0 0-1 0 0,-2-2 0 0 0,-2-2 15 0 0,2 3-39 0 0,-1 1-1 0 0,1 0 1 0 0,0-1 0 0 0,-1 1 0 0 0,1 0 0 0 0,-1 0 0 0 0,1 1 0 0 0,-1-1-1 0 0,1 1 1 0 0,-1 0 0 0 0,1 0 0 0 0,-1 0 0 0 0,-6 1 0 0 0,-2 0 4 0 0,7-1-441 0 0,0 0-1 0 0,0 0 1 0 0,-1 1-1 0 0,-8 2 1 0 0,13-3 371 0 0,1 0 0 0 0,0 0 0 0 0,-1 0 0 0 0,1 0-1 0 0,0 0 1 0 0,-1 1 0 0 0,1-1 0 0 0,0 0 0 0 0,-1 0 0 0 0,1 0 0 0 0,0 1 0 0 0,-1-1 0 0 0,1 0-1 0 0,0 0 1 0 0,0 1 0 0 0,-1-1 0 0 0,1 0 0 0 0,0 0 0 0 0,0 1 0 0 0,0-1 0 0 0,-1 0-1 0 0,1 1 1 0 0,0-1 0 0 0,0 0 0 0 0,0 1 0 0 0,0-1 0 0 0,0 0 0 0 0,0 1 0 0 0,0 0 0 0 0,0 0-10 0 0,0 0 0 0 0,1 0 0 0 0,-1 0 0 0 0,1 0 0 0 0,0 0 0 0 0,-1-1 0 0 0,1 1 0 0 0,0 0 0 0 0,0 0 0 0 0,-1 0 0 0 0,1-1 0 0 0,0 1 1 0 0,0 0-1 0 0,0-1 0 0 0,2 2 0 0 0,5 2-6015 0 0,-1-3 427 0 0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4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9218 0 0,'0'30'6993'0'0,"1"2"-3793"0"0,-1 97-2343 0 0,-2-80-609 0 0,6 80 0 0 0,-4-128-236 0 0,0 1-1 0 0,0-1 0 0 0,0 0 0 0 0,0 1 0 0 0,1-1 0 0 0,-1 1 0 0 0,0-1 0 0 0,1 0 0 0 0,-1 1 0 0 0,0-1 0 0 0,1 0 0 0 0,0 1 0 0 0,-1-1 0 0 0,1 0 1 0 0,0 1-1 0 0,1 0 0 0 0,-1-2 27 0 0,0 0-1 0 0,-1 0 1 0 0,1 0 0 0 0,0 0 0 0 0,0-1 0 0 0,0 1 0 0 0,0 0-1 0 0,0 0 1 0 0,0-1 0 0 0,0 1 0 0 0,0 0 0 0 0,0-1 0 0 0,0 1-1 0 0,-1-1 1 0 0,1 1 0 0 0,0-1 0 0 0,0 0 0 0 0,0 1 0 0 0,-1-1-1 0 0,1 0 1 0 0,0 0 0 0 0,-1 1 0 0 0,2-3 0 0 0,0 1 3 0 0,1 1 0 0 0,-1-1 1 0 0,1 0-1 0 0,0 1 1 0 0,-1-1-1 0 0,1 1 0 0 0,0 0 1 0 0,0 0-1 0 0,0 0 0 0 0,6-1 1 0 0,15-5 76 0 0,-23 7-71 0 0,1 0 0 0 0,-1 0 0 0 0,0 0 0 0 0,1 1 0 0 0,-1-1 0 0 0,1 0 0 0 0,-1 1 0 0 0,0 0 0 0 0,1-1 0 0 0,-1 1 0 0 0,0 0-1 0 0,0-1 1 0 0,1 1 0 0 0,-1 0 0 0 0,0 0 0 0 0,0 0 0 0 0,0 0 0 0 0,0 0 0 0 0,1 2 0 0 0,6 6-38 0 0,0 0 0 0 0,-1 1 0 0 0,0 0 1 0 0,0 0-1 0 0,-1 1 0 0 0,7 16 0 0 0,-12-25-5 0 0,-1 0-1 0 0,1-1 1 0 0,-1 1 0 0 0,0 0 0 0 0,0-1-1 0 0,1 1 1 0 0,-1 0 0 0 0,0-1 0 0 0,0 1-1 0 0,0 0 1 0 0,-1-1 0 0 0,1 1 0 0 0,0 0-1 0 0,-1-1 1 0 0,1 1 0 0 0,-1 0 0 0 0,0-1-1 0 0,1 1 1 0 0,-2 1 0 0 0,0 0 14 0 0,-1 0 1 0 0,1 0-1 0 0,-1 0 1 0 0,1 0-1 0 0,-1 0 1 0 0,0-1-1 0 0,0 0 1 0 0,-5 4-1 0 0,-1-1 25 0 0,0 0 0 0 0,-1-1 1 0 0,1 0-1 0 0,-1 0 0 0 0,-16 3 0 0 0,15-4-15 0 0,-1-1-1 0 0,1-1 1 0 0,-13 1 0 0 0,21-2-29 0 0,0 0-1 0 0,0 0 1 0 0,0 0 0 0 0,1-1 0 0 0,-1 1 0 0 0,0-1 0 0 0,0 0 0 0 0,0 1 0 0 0,0-1 0 0 0,1 0 0 0 0,-1-1 0 0 0,0 1 0 0 0,1 0 0 0 0,-1-1 0 0 0,1 0 0 0 0,0 1 0 0 0,-5-5 0 0 0,7 5-39 0 0,0 1-1 0 0,-1-1 1 0 0,1 0 0 0 0,-1 0-1 0 0,1 0 1 0 0,0 0-1 0 0,-1 0 1 0 0,1 0 0 0 0,0 0-1 0 0,0 0 1 0 0,0 1-1 0 0,0-1 1 0 0,0 0 0 0 0,0 0-1 0 0,0 0 1 0 0,0 0 0 0 0,0 0-1 0 0,0 0 1 0 0,1 0-1 0 0,-1 0 1 0 0,0 0 0 0 0,1 0-1 0 0,-1 1 1 0 0,1-1-1 0 0,-1 0 1 0 0,0 0 0 0 0,1 0-1 0 0,0 1 1 0 0,-1-1-1 0 0,1 0 1 0 0,0 0 0 0 0,-1 1-1 0 0,1-1 1 0 0,0 1-1 0 0,-1-1 1 0 0,3 0 0 0 0,32-22-1245 0 0,-31 21 1096 0 0,80-39-1858 0 0,-53 28 1686 0 0,54-34 0 0 0,-43 19 673 0 0,74-66 1 0 0,-103 82-26 0 0,-1-1 0 0 0,0 0 0 0 0,-1-1 0 0 0,0 0 1 0 0,-1-1-1 0 0,0 0 0 0 0,-1-1 0 0 0,-1 0 0 0 0,6-18 1 0 0,-13 32-231 0 0,0 0 0 0 0,0 0 0 0 0,-1 0 1 0 0,1 0-1 0 0,-1 0 0 0 0,1 0 0 0 0,-1 0 1 0 0,0 0-1 0 0,0 0 0 0 0,0 0 0 0 0,0 0 1 0 0,0 0-1 0 0,0 0 0 0 0,-1 0 0 0 0,1 0 1 0 0,-1 0-1 0 0,1 0 0 0 0,-1 0 0 0 0,0 0 1 0 0,0 0-1 0 0,1 0 0 0 0,-1 0 0 0 0,-3-2 0 0 0,2 2-12 0 0,0 1-1 0 0,0-1 0 0 0,0 1 0 0 0,0 0 0 0 0,-1 0 0 0 0,1 0 0 0 0,0 0 1 0 0,-1 0-1 0 0,1 1 0 0 0,-1-1 0 0 0,1 1 0 0 0,-1 0 0 0 0,1-1 0 0 0,-1 1 0 0 0,1 0 1 0 0,-1 0-1 0 0,1 1 0 0 0,-1-1 0 0 0,-2 1 0 0 0,-2 1-23 0 0,0 0 1 0 0,0 0-1 0 0,0 1 1 0 0,0 0-1 0 0,0 0 0 0 0,1 0 1 0 0,0 1-1 0 0,0 0 0 0 0,0 0 1 0 0,0 1-1 0 0,0-1 1 0 0,-9 12-1 0 0,6-5 11 0 0,-1 0 0 0 0,2 1 0 0 0,-1 0 0 0 0,2 0 0 0 0,-10 21 0 0 0,10-18-21 0 0,2 0 0 0 0,-1 0 1 0 0,2 0-1 0 0,0 0 0 0 0,1 1 1 0 0,1 0-1 0 0,0-1 0 0 0,1 1 1 0 0,2 23-1 0 0,-1-33-8 0 0,1 0 1 0 0,0 0-1 0 0,0 0 0 0 0,0-1 1 0 0,1 1-1 0 0,0 0 0 0 0,0-1 1 0 0,0 0-1 0 0,1 1 1 0 0,0-1-1 0 0,0 0 0 0 0,0 0 1 0 0,0-1-1 0 0,1 1 0 0 0,0-1 1 0 0,0 1-1 0 0,0-1 0 0 0,1 0 1 0 0,-1-1-1 0 0,1 1 0 0 0,0-1 1 0 0,0 0-1 0 0,0 0 1 0 0,0-1-1 0 0,1 1 0 0 0,-1-1 1 0 0,1 0-1 0 0,8 2 0 0 0,-1-2 20 0 0,0 0 0 0 0,0 0 0 0 0,0-2 0 0 0,0 1 0 0 0,0-2 0 0 0,0 0 0 0 0,0 0 0 0 0,0-1 0 0 0,0-1-1 0 0,23-7 1 0 0,-20 4 9 0 0,-1 0-1 0 0,0-2 1 0 0,0 1 0 0 0,-1-2-1 0 0,0 0 1 0 0,-1 0-1 0 0,0-1 1 0 0,15-16-1 0 0,-25 24-91 0 0,-1-1-1 0 0,0 1 1 0 0,0-1-1 0 0,0 0 1 0 0,0 0-1 0 0,0 0 1 0 0,0 0-1 0 0,-1 0 0 0 0,1 0 1 0 0,-1 0-1 0 0,0-1 1 0 0,0 1-1 0 0,0 0 1 0 0,-1-1-1 0 0,1 1 1 0 0,-1 0-1 0 0,1-1 1 0 0,-1 1-1 0 0,0-1 0 0 0,-1 1 1 0 0,1-1-1 0 0,-1 1 1 0 0,1-1-1 0 0,-1 1 1 0 0,0 0-1 0 0,0-1 1 0 0,-1 1-1 0 0,1 0 1 0 0,0 0-1 0 0,-1 0 0 0 0,0 0 1 0 0,0 0-1 0 0,0 0 1 0 0,0 1-1 0 0,0-1 1 0 0,-1 1-1 0 0,1-1 1 0 0,-1 1-1 0 0,-3-2 1 0 0,-5-5-1792 0 0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21 13363 0 0,'0'-1'146'0'0,"0"0"1"0"0,-1 0 0 0 0,1 0-1 0 0,0 0 1 0 0,0 0-1 0 0,-1 0 1 0 0,1 0-1 0 0,-1 0 1 0 0,1 0-1 0 0,-1 0 1 0 0,1 0 0 0 0,-1 0-1 0 0,0 0 1 0 0,1 0-1 0 0,-1 0 1 0 0,0 1-1 0 0,0-1 1 0 0,0 0-1 0 0,1 1 1 0 0,-1-1 0 0 0,0 0-1 0 0,-2 0 1 0 0,2 1-103 0 0,0 0 0 0 0,0 0 0 0 0,0 0 0 0 0,0 1 0 0 0,0-1-1 0 0,0 0 1 0 0,0 0 0 0 0,0 1 0 0 0,0-1 0 0 0,0 1 0 0 0,0-1 0 0 0,0 1 0 0 0,1-1 0 0 0,-1 1 0 0 0,0-1 0 0 0,0 1 0 0 0,0 0 0 0 0,1-1 0 0 0,-2 2 0 0 0,-4 6-106 0 0,0-1 1 0 0,0 1-1 0 0,-7 15 1 0 0,11-20 191 0 0,-31 60 168 0 0,-29 80 0 0 0,-15 73 268 0 0,42-114-245 0 0,-61 165 250 0 0,-37 107-195 0 0,120-334-481 0 0,1 0 1 0 0,2 1-1 0 0,2 0 1 0 0,-3 50-1 0 0,11-89 5 0 0,1 17-269 0 0,-1-19 331 0 0,0 1 0 0 0,0-1 0 0 0,0 0 1 0 0,0 0-1 0 0,0 0 0 0 0,0 1 0 0 0,0-1 0 0 0,0 0 0 0 0,0 0 0 0 0,0 1 0 0 0,0-1 0 0 0,1 0 0 0 0,-1 0 0 0 0,0 0 0 0 0,0 0 0 0 0,0 1 0 0 0,0-1 0 0 0,0 0 0 0 0,1 0 0 0 0,-1 0 0 0 0,0 0 0 0 0,0 1 0 0 0,0-1 0 0 0,1 0 0 0 0,-1 0 0 0 0,0 0 0 0 0,0 0 0 0 0,0 0 0 0 0,1 0 0 0 0,-1 0 0 0 0,0 0 0 0 0,0 0 0 0 0,1 0 0 0 0,-1 0 0 0 0,0 0 0 0 0,0 0 0 0 0,0 0 0 0 0,1 0 0 0 0,-1 0 0 0 0,0 0 0 0 0,0 0 0 0 0,1 0 0 0 0,-1 0 0 0 0,0 0 0 0 0,0 0 0 0 0,0 0 0 0 0,1 0 0 0 0,-1 0 0 0 0,0-1 0 0 0,0 1 0 0 0,0 0 1 0 0,1 0-1 0 0,-1 0 0 0 0,0 0 0 0 0,0-1 0 0 0,0 1 0 0 0,0 0 0 0 0,0 0 0 0 0,1 0 0 0 0,-1-1 0 0 0,0 1 0 0 0,0 0 0 0 0,0 0 0 0 0,0 0 0 0 0,0-1 0 0 0,7-5-1628 0 0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11779 0 0,'-1'1'72'0'0,"1"-1"1"0"0,-1 1-1 0 0,0-1 1 0 0,1 1-1 0 0,-1 0 1 0 0,0-1-1 0 0,1 1 1 0 0,-1 0-1 0 0,1-1 1 0 0,-1 1-1 0 0,1 0 1 0 0,0 0-1 0 0,-1-1 1 0 0,1 1-1 0 0,0 0 1 0 0,-1 0-1 0 0,1 0 1 0 0,0-1-1 0 0,0 1 1 0 0,0 0-1 0 0,0 0 1 0 0,0 1-1 0 0,-4 29 332 0 0,3-22-195 0 0,-70 336 4666 0 0,31-177-2991 0 0,-46 133-25 0 0,78-276-1890 0 0,0-7-66 0 0,7-15-434 0 0,-1 1 0 0 0,0-1 0 0 0,1 0 0 0 0,0 1 0 0 0,0-1 0 0 0,0 1 0 0 0,-1 5 0 0 0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6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 9074 0 0,'0'0'57'0'0,"0"0"0"0"0,0 0 0 0 0,1 0 0 0 0,-1 0 0 0 0,0 1 0 0 0,0-1 0 0 0,0 0 0 0 0,0 0 1 0 0,1 0-1 0 0,-1 0 0 0 0,0 1 0 0 0,0-1 0 0 0,0 0 0 0 0,0 0 0 0 0,0 0 0 0 0,0 1 0 0 0,1-1 0 0 0,-1 0 0 0 0,0 0 0 0 0,0 0 0 0 0,0 1 0 0 0,0-1 0 0 0,0 0 1 0 0,0 0-1 0 0,0 1 0 0 0,0-1 0 0 0,0 0 0 0 0,0 0 0 0 0,0 0 0 0 0,0 1 0 0 0,0-1 0 0 0,0 0 0 0 0,0 0 0 0 0,0 1 0 0 0,-1-1 0 0 0,1 0 0 0 0,-8 11 1285 0 0,-17 12-121 0 0,19-19-1009 0 0,-16 13 922 0 0,-43 25 0 0 0,43-30-119 0 0,0 2 0 0 0,-26 22 0 0 0,44-32-805 0 0,0 0 0 0 0,0 0 0 0 0,0 0 0 0 0,0 0 0 0 0,1 1 0 0 0,-5 8 0 0 0,7-12-175 0 0,0 0 1 0 0,1 0-1 0 0,-1 0 1 0 0,1 0-1 0 0,0 1 1 0 0,-1-1 0 0 0,1 0-1 0 0,0 0 1 0 0,0 0-1 0 0,0 1 1 0 0,0-1-1 0 0,0 0 1 0 0,0 0-1 0 0,0 0 1 0 0,0 0-1 0 0,0 1 1 0 0,0-1-1 0 0,1 0 1 0 0,-1 0-1 0 0,1 0 1 0 0,-1 0-1 0 0,0 0 1 0 0,1 1-1 0 0,0-1 1 0 0,-1 0-1 0 0,1 0 1 0 0,0-1-1 0 0,-1 1 1 0 0,1 0 0 0 0,0 0-1 0 0,0 0 1 0 0,0 0-1 0 0,0-1 1 0 0,0 1-1 0 0,0 0 1 0 0,0-1-1 0 0,2 2 1 0 0,27 11 213 0 0,1 0 1 0 0,0-2 0 0 0,44 9 0 0 0,-54-15-269 0 0,4 0-97 0 0,0-1 0 0 0,1-2 0 0 0,-1 0 0 0 0,1-2 0 0 0,-1-1 0 0 0,1-1 0 0 0,-1-1 0 0 0,42-11 0 0 0,-57 12 145 0 0,0-1 1 0 0,0 0-1 0 0,0-1 0 0 0,0 0 1 0 0,0 0-1 0 0,-1-1 1 0 0,0-1-1 0 0,0 1 0 0 0,10-9 1 0 0,-14 9-8 0 0,-1 1-1 0 0,0-1 1 0 0,1 0 0 0 0,-2 0 0 0 0,1 0-1 0 0,0-1 1 0 0,-1 0 0 0 0,0 1 0 0 0,-1-1-1 0 0,1 0 1 0 0,-1 0 0 0 0,0 0 0 0 0,0-1 0 0 0,-1 1-1 0 0,0 0 1 0 0,0-8 0 0 0,0 9 52 0 0,-1 1 0 0 0,0-1 1 0 0,0 0-1 0 0,-1 1 0 0 0,1-1 0 0 0,-1 1 0 0 0,0-1 1 0 0,0 1-1 0 0,-1-1 0 0 0,0 1 0 0 0,1 0 1 0 0,-1-1-1 0 0,0 1 0 0 0,-1 0 0 0 0,1 0 0 0 0,-1 1 1 0 0,0-1-1 0 0,-6-6 0 0 0,6 8-40 0 0,1 0-1 0 0,-1 0 1 0 0,0 0-1 0 0,0 1 1 0 0,0-1-1 0 0,1 1 1 0 0,-1 0-1 0 0,-1 0 1 0 0,1 0-1 0 0,0 0 1 0 0,0 0-1 0 0,0 1 1 0 0,0-1-1 0 0,-1 1 1 0 0,1 0-1 0 0,0 0 1 0 0,0 0-1 0 0,-1 0 1 0 0,1 1-1 0 0,0-1 1 0 0,0 1-1 0 0,0 0 1 0 0,0 0-1 0 0,0 0 1 0 0,0 0-1 0 0,0 1 1 0 0,-5 2-1 0 0,-3 4-24 0 0,0-1 0 0 0,1 1 0 0 0,-1 1-1 0 0,2 0 1 0 0,0 1 0 0 0,0 0 0 0 0,0 0-1 0 0,1 0 1 0 0,1 1 0 0 0,0 1 0 0 0,0-1 0 0 0,-7 20-1 0 0,10-21-22 0 0,0 0 0 0 0,0 0 0 0 0,1 0 0 0 0,1 1 0 0 0,-1-1 0 0 0,2 1-1 0 0,0 0 1 0 0,0 0 0 0 0,1 0 0 0 0,0-1 0 0 0,0 1 0 0 0,2 0 0 0 0,-1 0 0 0 0,1-1-1 0 0,6 19 1 0 0,-7-26 0 0 0,0 0 0 0 0,1-1 0 0 0,-1 1 0 0 0,1 0 0 0 0,0 0 0 0 0,-1-1-1 0 0,1 1 1 0 0,0-1 0 0 0,0 0 0 0 0,1 1 0 0 0,-1-1 0 0 0,0 0 0 0 0,1 0-1 0 0,0 0 1 0 0,-1-1 0 0 0,1 1 0 0 0,0-1 0 0 0,0 1 0 0 0,3 0 0 0 0,-2-1-7 0 0,1 0 0 0 0,0 0 1 0 0,0-1-1 0 0,-1 0 0 0 0,1 0 1 0 0,0 0-1 0 0,0 0 0 0 0,-1-1 1 0 0,1 0-1 0 0,0 0 0 0 0,6-2 1 0 0,3-2-86 0 0,0-1 0 0 0,0 0 0 0 0,-1-1 1 0 0,0-1-1 0 0,-1 0 0 0 0,1-1 1 0 0,10-10-1 0 0,-6 3-49 0 0,-1 0 1 0 0,28-36-1 0 0,-37 42 164 0 0,-1 0 0 0 0,0 0 1 0 0,0-1-1 0 0,-1 1 0 0 0,0-1 0 0 0,-1-1 0 0 0,5-16 0 0 0,-11 48 284 0 0,1 36 0 0 0,0-17-220 0 0,1-21-48 0 0,0 0 0 0 0,1-1 0 0 0,1 1 0 0 0,0-1 0 0 0,5 18 0 0 0,-5-30-26 0 0,0 1 0 0 0,0-1 0 0 0,0 0 0 0 0,1 1 0 0 0,0-1-1 0 0,0 0 1 0 0,0 0 0 0 0,5 5 0 0 0,-5-7 1 0 0,-1-1 0 0 0,1 1 1 0 0,0-1-1 0 0,0 0 0 0 0,-1 0 0 0 0,1 0 1 0 0,0-1-1 0 0,1 1 0 0 0,-1-1 1 0 0,0 1-1 0 0,0-1 0 0 0,1 0 0 0 0,-1 0 1 0 0,1-1-1 0 0,3 1 0 0 0,-2-1 4 0 0,0 0 0 0 0,0-1 0 0 0,0 0 0 0 0,0 0 0 0 0,0 0 0 0 0,0 0 0 0 0,0-1 0 0 0,0 0 0 0 0,0 0 0 0 0,-1 0 0 0 0,1-1 0 0 0,-1 1 0 0 0,0-1 0 0 0,0 0 0 0 0,0-1 0 0 0,5-4 0 0 0,0 0 19 0 0,0-1-1 0 0,0-1 1 0 0,-1 0 0 0 0,0 0-1 0 0,9-17 1 0 0,-10 13 38 0 0,-1 0-1 0 0,-1-1 0 0 0,0 0 1 0 0,0 0-1 0 0,-2 0 0 0 0,0 0 1 0 0,2-31-1 0 0,-8-110 525 0 0,1 142-269 0 0,0 19 144 0 0,-2 23-83 0 0,4-28-377 0 0,-14 245 191 0 0,7-177-199 0 0,-26 107 1 0 0,19-119 20 0 0,-34 86 1 0 0,41-126 1 0 0,0 0 1 0 0,-1 0-1 0 0,-1-1 1 0 0,-1 0-1 0 0,0-1 0 0 0,-1 0 1 0 0,0 0-1 0 0,-1-1 1 0 0,-23 20-1 0 0,30-30-32 0 0,0 1 0 0 0,0-1 1 0 0,-1 0-1 0 0,0 0 0 0 0,1-1 0 0 0,-1 1 1 0 0,0-1-1 0 0,0-1 0 0 0,0 1 0 0 0,0-1 0 0 0,0 0 1 0 0,-1 0-1 0 0,1-1 0 0 0,0 0 0 0 0,0 0 0 0 0,0 0 1 0 0,-1-1-1 0 0,1 0 0 0 0,0 0 0 0 0,-7-2 0 0 0,9 1-144 0 0,-1 0 0 0 0,1 0 0 0 0,-1 0-1 0 0,1 0 1 0 0,0-1 0 0 0,0 1 0 0 0,0-1-1 0 0,0 0 1 0 0,1-1 0 0 0,-1 1 0 0 0,1 0-1 0 0,0-1 1 0 0,0 0 0 0 0,0 0 0 0 0,0 0-1 0 0,1 0 1 0 0,0 0 0 0 0,-1-1 0 0 0,2 1-1 0 0,-1-1 1 0 0,0 1 0 0 0,1-1 0 0 0,0 1-1 0 0,0-1 1 0 0,0 0 0 0 0,0-8 0 0 0,1-3-2239 0 0,1 1 0 0 0,4-26 1 0 0,4-6-4025 0 0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7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9674 0 0,'1'0'35'0'0,"-1"0"-1"0"0,0 0 1 0 0,0 0 0 0 0,0 0 0 0 0,0 0-1 0 0,1 0 1 0 0,-1 0 0 0 0,0 0-1 0 0,0 0 1 0 0,0 0 0 0 0,0 0-1 0 0,1 0 1 0 0,-1 0 0 0 0,0 0 0 0 0,0 0-1 0 0,0 0 1 0 0,0 0 0 0 0,1 0-1 0 0,-1 0 1 0 0,0 0 0 0 0,0 0-1 0 0,0 0 1 0 0,0 0 0 0 0,1 0 0 0 0,-1 0-1 0 0,0 0 1 0 0,0 0 0 0 0,0 0-1 0 0,0 0 1 0 0,1 0 0 0 0,-1 1-1 0 0,0-1 1 0 0,0 0 0 0 0,0 0 0 0 0,0 0-1 0 0,0 0 1 0 0,0 0 0 0 0,0 1-1 0 0,1-1 1 0 0,-1 0 0 0 0,0 0-1 0 0,0 0 1 0 0,6 13 1959 0 0,2 12 364 0 0,-4-2-1669 0 0,-1 0 0 0 0,-1 1 1 0 0,-1-1-1 0 0,-4 42 0 0 0,-21 96 1237 0 0,15-109-1445 0 0,-20 94 569 0 0,-5 36-290 0 0,32-173-696 0 0,1 1 0 0 0,1 0 0 0 0,-1 0 0 0 0,3 17 0 0 0,4-38 21 0 0,-1 0 1 0 0,6-21-1 0 0,-10 27-63 0 0,9-39 153 0 0,2-1 0 0 0,2 2 1 0 0,28-63-1 0 0,-39 101-173 0 0,0-1-1 0 0,1 0 1 0 0,-1 1 0 0 0,1 0-1 0 0,1 0 1 0 0,-1 0 0 0 0,1 1-1 0 0,-1-1 1 0 0,10-5 0 0 0,-13 9-3 0 0,1 0 1 0 0,0 0 0 0 0,-1 0 0 0 0,1 0 0 0 0,0 1 0 0 0,0-1 0 0 0,0 0 0 0 0,0 1 0 0 0,-1-1 0 0 0,1 1 0 0 0,0 0 0 0 0,0 0-1 0 0,0 0 1 0 0,0 0 0 0 0,0 0 0 0 0,0 0 0 0 0,0 0 0 0 0,0 1 0 0 0,0-1 0 0 0,-1 1 0 0 0,1-1 0 0 0,0 1 0 0 0,0 0-1 0 0,0 0 1 0 0,-1 0 0 0 0,1 0 0 0 0,0 0 0 0 0,-1 0 0 0 0,1 0 0 0 0,-1 0 0 0 0,0 1 0 0 0,1-1 0 0 0,-1 0 0 0 0,0 1-1 0 0,0-1 1 0 0,2 3 0 0 0,4 7-1 0 0,1 1-1 0 0,-1 0 0 0 0,-1 0 0 0 0,0 1 1 0 0,-1 0-1 0 0,0 0 0 0 0,-1 0 1 0 0,-1 1-1 0 0,0-1 0 0 0,1 17 1 0 0,-4-27 14 0 0,0 0 0 0 0,0-1 0 0 0,0 1 0 0 0,-1 0 1 0 0,0-1-1 0 0,1 1 0 0 0,-1-1 0 0 0,0 1 1 0 0,0 0-1 0 0,0-1 0 0 0,-1 0 0 0 0,1 1 1 0 0,-1-1-1 0 0,1 0 0 0 0,-1 0 0 0 0,0 0 0 0 0,0 0 1 0 0,0 0-1 0 0,0 0 0 0 0,0 0 0 0 0,0-1 1 0 0,0 1-1 0 0,-1-1 0 0 0,-3 3 0 0 0,-8 3 39 0 0,0-1-1 0 0,-1 0 0 0 0,-17 4 0 0 0,11-3-48 0 0,15-5-29 0 0,-30 13 63 0 0,34-15-77 0 0,1 1 1 0 0,-1 0 0 0 0,1 0-1 0 0,-1 0 1 0 0,1 0 0 0 0,-1 0-1 0 0,1 0 1 0 0,0 0 0 0 0,-1 1-1 0 0,1-1 1 0 0,0 0 0 0 0,0 1-1 0 0,0-1 1 0 0,0 1 0 0 0,0-1 0 0 0,0 1-1 0 0,-1 2 1 0 0,2-4 3 0 0,0 1 0 0 0,0-1-1 0 0,0 0 1 0 0,0 1 0 0 0,0-1 0 0 0,0 0 0 0 0,0 1 0 0 0,1-1 0 0 0,-1 0 0 0 0,0 1-1 0 0,0-1 1 0 0,0 0 0 0 0,0 1 0 0 0,0-1 0 0 0,0 0 0 0 0,1 1 0 0 0,-1-1-1 0 0,0 0 1 0 0,0 1 0 0 0,1-1 0 0 0,-1 0 0 0 0,0 0 0 0 0,0 1 0 0 0,1-1-1 0 0,-1 0 1 0 0,0 0 0 0 0,0 0 0 0 0,1 1 0 0 0,-1-1 0 0 0,0 0 0 0 0,1 0 0 0 0,-1 0-1 0 0,0 0 1 0 0,1 0 0 0 0,-1 0 0 0 0,1 0 0 0 0,-1 0 0 0 0,0 0 0 0 0,1 0-1 0 0,-1 0 1 0 0,0 0 0 0 0,1 0 0 0 0,-1 0 0 0 0,0 0 0 0 0,1 0 0 0 0,-1 0-1 0 0,0 0 1 0 0,1 0 0 0 0,-1 0 0 0 0,0 0 0 0 0,1-1 0 0 0,-1 1 0 0 0,0 0 0 0 0,1 0-1 0 0,-1-1 1 0 0,21-7-1331 0 0,-21 8 1333 0 0,141-84-5680 0 0,-16 9 2722 0 0,-123 73 2986 0 0,1 1-1 0 0,-1 0 1 0 0,0 0-1 0 0,0 0 1 0 0,1 0 0 0 0,-1 1-1 0 0,0-1 1 0 0,1 0-1 0 0,-1 1 1 0 0,1 0-1 0 0,-1 0 1 0 0,1-1-1 0 0,-1 1 1 0 0,1 1-1 0 0,-1-1 1 0 0,0 0-1 0 0,1 1 1 0 0,3 0 0 0 0,-5 0 61 0 0,1 0 0 0 0,-1 0 0 0 0,1 0 0 0 0,-1 1 0 0 0,0-1 0 0 0,1 0 1 0 0,-1 1-1 0 0,0-1 0 0 0,0 0 0 0 0,0 1 0 0 0,0-1 0 0 0,0 1 0 0 0,0 0 1 0 0,0-1-1 0 0,-1 1 0 0 0,1 0 0 0 0,-1 0 0 0 0,1-1 0 0 0,-1 1 0 0 0,0 0 1 0 0,1 0-1 0 0,-1 0 0 0 0,0-1 0 0 0,0 1 0 0 0,-1 2 0 0 0,-4 31 750 0 0,4-31-681 0 0,0 0 0 0 0,0 1 0 0 0,0-1 0 0 0,0 1 1 0 0,1-1-1 0 0,0 1 0 0 0,0-1 0 0 0,0 1 1 0 0,0 0-1 0 0,1-1 0 0 0,-1 1 0 0 0,4 8 0 0 0,-3-12-41 0 0,0 0-1 0 0,0 0 1 0 0,0 0-1 0 0,1 0 1 0 0,-1 0-1 0 0,0 0 0 0 0,1 0 1 0 0,-1 0-1 0 0,1 0 1 0 0,-1-1-1 0 0,1 1 0 0 0,-1 0 1 0 0,1-1-1 0 0,0 0 1 0 0,-1 1-1 0 0,1-1 1 0 0,0 0-1 0 0,-1 0 0 0 0,1 0 1 0 0,0 0-1 0 0,-1 0 1 0 0,1 0-1 0 0,-1 0 0 0 0,1 0 1 0 0,0-1-1 0 0,-1 1 1 0 0,3-1-1 0 0,5-2 283 0 0,0 0 1 0 0,0 0-1 0 0,11-6 0 0 0,-15 6-270 0 0,-1 0-1 0 0,0 0 0 0 0,1 0 1 0 0,-1 0-1 0 0,-1-1 1 0 0,1 1-1 0 0,0-1 0 0 0,-1 0 1 0 0,0-1-1 0 0,0 1 0 0 0,0 0 1 0 0,0-1-1 0 0,-1 0 1 0 0,0 1-1 0 0,0-1 0 0 0,0 0 1 0 0,0 0-1 0 0,-1 0 1 0 0,0 0-1 0 0,0-1 0 0 0,0 1 1 0 0,-1 0-1 0 0,1 0 1 0 0,-1 0-1 0 0,-1-1 0 0 0,1 1 1 0 0,-1 0-1 0 0,0 0 0 0 0,0-1 1 0 0,0 1-1 0 0,-1 0 1 0 0,0 0-1 0 0,0 1 0 0 0,0-1 1 0 0,0 0-1 0 0,-1 1 1 0 0,0-1-1 0 0,0 1 0 0 0,0 0 1 0 0,0 0-1 0 0,-1 0 0 0 0,0 0 1 0 0,0 1-1 0 0,0-1 1 0 0,0 1-1 0 0,0 0 0 0 0,0 0 1 0 0,-9-4-1 0 0,10 6-87 0 0,0 1 1 0 0,0-1-1 0 0,0 1 0 0 0,0-1 0 0 0,0 1 0 0 0,0 0 0 0 0,0 0 1 0 0,0 1-1 0 0,-1-1 0 0 0,1 0 0 0 0,1 1 0 0 0,-1 0 0 0 0,0 0 1 0 0,0 0-1 0 0,0 0 0 0 0,0 0 0 0 0,0 0 0 0 0,1 1 0 0 0,-1 0 1 0 0,1-1-1 0 0,-1 1 0 0 0,1 0 0 0 0,0 0 0 0 0,-1 0 0 0 0,-1 4 1 0 0,0-3-57 0 0,1 1 0 0 0,-1 0 0 0 0,1 0 0 0 0,1 0 0 0 0,-1 1 0 0 0,0-1 0 0 0,1 1 1 0 0,0-1-1 0 0,0 1 0 0 0,0 0 0 0 0,1 0 0 0 0,-1-1 0 0 0,1 1 0 0 0,0 8 0 0 0,1-11-68 0 0,0 1-1 0 0,0 0 0 0 0,0 0 1 0 0,1 0-1 0 0,-1 0 1 0 0,1 0-1 0 0,0-1 0 0 0,0 1 1 0 0,0 0-1 0 0,0-1 0 0 0,1 1 1 0 0,-1-1-1 0 0,0 1 0 0 0,1-1 1 0 0,0 1-1 0 0,0-1 0 0 0,0 0 1 0 0,0 0-1 0 0,0 0 0 0 0,0 0 1 0 0,5 3-1 0 0,-4-3-272 0 0,1 0-1 0 0,0 0 1 0 0,0 0-1 0 0,0 0 1 0 0,8 1-1 0 0,23 1-5512 0 0,-21-4 321 0 0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4:5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211 417 9362 0 0,'1'-1'77'0'0,"-1"1"0"0"0,0-1 0 0 0,0 1 0 0 0,0-1 0 0 0,0 1 0 0 0,0-1 0 0 0,0 0 0 0 0,0 1 0 0 0,0-1 0 0 0,0 1 0 0 0,0-1 0 0 0,0 1 0 0 0,0-1 0 0 0,0 1 0 0 0,0-1 1 0 0,0 1-1 0 0,-1-1 0 0 0,1 1 0 0 0,0-1 0 0 0,0 1 0 0 0,-1-1 0 0 0,1 1 0 0 0,0 0 0 0 0,-1-1 0 0 0,1 1 0 0 0,0-1 0 0 0,-1 1 0 0 0,1 0 0 0 0,0-1 0 0 0,-2 1 0 0 0,-18-7 1978 0 0,13 6-1505 0 0,1 1 0 0 0,-1 0 0 0 0,0 0 0 0 0,-10 2 1 0 0,10 1-380 0 0,-1-1 0 0 0,1 2 0 0 0,0-1 0 0 0,0 1 0 0 0,0 0 0 0 0,0 0 0 0 0,1 1 0 0 0,0 0 0 0 0,0 0 0 0 0,0 0 0 0 0,0 1 0 0 0,1 0 0 0 0,0 0 0 0 0,0 0 0 0 0,-6 12 0 0 0,6-10 8 0 0,0 0-1 0 0,1 0 1 0 0,0 1-1 0 0,1 0 1 0 0,-1 0-1 0 0,2 0 1 0 0,-1 0-1 0 0,1 0 1 0 0,1 1-1 0 0,-1-1 1 0 0,2 0-1 0 0,0 19 1 0 0,0-26-179 0 0,0-1 0 0 0,0 0 0 0 0,0 1 0 0 0,0-1 0 0 0,1 1 0 0 0,-1-1 1 0 0,0 1-1 0 0,1-1 0 0 0,-1 0 0 0 0,1 1 0 0 0,-1-1 0 0 0,1 0 1 0 0,0 0-1 0 0,0 1 0 0 0,-1-1 0 0 0,1 0 0 0 0,0 0 0 0 0,0 0 0 0 0,0 0 1 0 0,0 0-1 0 0,1 0 0 0 0,-1 0 0 0 0,2 1 0 0 0,-1-2 0 0 0,-1 0 1 0 0,1 1-1 0 0,0-1 0 0 0,0 0 0 0 0,-1 0 0 0 0,1 0 1 0 0,0-1-1 0 0,-1 1 0 0 0,1 0 0 0 0,0-1 0 0 0,-1 1 1 0 0,1-1-1 0 0,-1 1 0 0 0,1-1 0 0 0,0 0 0 0 0,2-1 1 0 0,4-4-7 0 0,1 0 0 0 0,-1-1 0 0 0,0 1 0 0 0,0-2 0 0 0,7-9 1 0 0,10-16-101 0 0,11-11-8 0 0,-36 43 114 0 0,0 1 1 0 0,0 0 0 0 0,0 0 0 0 0,0-1 0 0 0,1 1 0 0 0,-1 0-1 0 0,0 0 1 0 0,0 0 0 0 0,0-1 0 0 0,0 1 0 0 0,1 0 0 0 0,-1 0-1 0 0,0 0 1 0 0,0-1 0 0 0,1 1 0 0 0,-1 0 0 0 0,0 0 0 0 0,0 0-1 0 0,1 0 1 0 0,-1 0 0 0 0,0 0 0 0 0,0 0 0 0 0,1 0 0 0 0,-1 0-1 0 0,0 0 1 0 0,0 0 0 0 0,1 0 0 0 0,-1 0 0 0 0,0 0 0 0 0,1 0-1 0 0,-1 0 1 0 0,0 0 0 0 0,0 0 0 0 0,1 0 0 0 0,-1 0 0 0 0,0 0-1 0 0,0 0 1 0 0,1 0 0 0 0,-1 0 0 0 0,0 1 0 0 0,0-1 0 0 0,1 0-1 0 0,-1 0 1 0 0,0 0 0 0 0,3 16 82 0 0,-5 20 37 0 0,0-30-140 0 0,-3 31-235 0 0,5-36 248 0 0,0 0 0 0 0,0 0 1 0 0,-1 0-1 0 0,1 0 0 0 0,0 0 1 0 0,0 0-1 0 0,1 0 0 0 0,-1 0 0 0 0,0 0 1 0 0,0 0-1 0 0,0 0 0 0 0,1 0 1 0 0,-1 0-1 0 0,0 0 0 0 0,1 0 0 0 0,-1 0 1 0 0,1-1-1 0 0,-1 1 0 0 0,1 0 1 0 0,-1 0-1 0 0,1 0 0 0 0,-1-1 1 0 0,1 1-1 0 0,0 0 0 0 0,0-1 0 0 0,-1 1 1 0 0,1-1-1 0 0,0 1 0 0 0,0-1 1 0 0,1 1-1 0 0,-1-1-1 0 0,0 0 0 0 0,0 0 0 0 0,0 0 1 0 0,0 0-1 0 0,0 0 0 0 0,0 0 0 0 0,0-1 0 0 0,0 1 1 0 0,0 0-1 0 0,0-1 0 0 0,0 1 0 0 0,0-1 0 0 0,0 1 0 0 0,0-1 1 0 0,0 0-1 0 0,0 1 0 0 0,0-1 0 0 0,-1 0 0 0 0,2-1 1 0 0,17-20-82 0 0,-10 11-14 0 0,3-4-20 0 0,20-32 0 0 0,-26 36 76 0 0,1 1-1 0 0,0 0 1 0 0,0 0-1 0 0,1 0 1 0 0,1 1-1 0 0,-1 0 1 0 0,14-10-1 0 0,-22 19 49 0 0,0 0 0 0 0,1-1-1 0 0,-1 1 1 0 0,0 0 0 0 0,0 0-1 0 0,1 0 1 0 0,-1 0 0 0 0,0 0-1 0 0,1-1 1 0 0,-1 1 0 0 0,0 0 0 0 0,0 0-1 0 0,1 0 1 0 0,-1 0 0 0 0,0 0-1 0 0,1 0 1 0 0,-1 0 0 0 0,0 0-1 0 0,0 0 1 0 0,1 0 0 0 0,-1 0-1 0 0,0 0 1 0 0,1 0 0 0 0,-1 0-1 0 0,0 1 1 0 0,1-1 0 0 0,-1 0-1 0 0,0 0 1 0 0,0 0 0 0 0,1 0 0 0 0,-1 0-1 0 0,0 1 1 0 0,0-1 0 0 0,1 0-1 0 0,-1 0 1 0 0,0 0 0 0 0,0 1-1 0 0,6 13 60 0 0,-4 19 53 0 0,-2-33-112 0 0,-1 38 122 0 0,0-16-63 0 0,1 0 1 0 0,6 43-1 0 0,3-39-89 0 0,-9-25 53 0 0,0 0-1 0 0,1 0 1 0 0,-1 0-1 0 0,1 0 1 0 0,-1 0-1 0 0,1 0 1 0 0,0 0-1 0 0,-1 0 1 0 0,1 0-1 0 0,0 0 1 0 0,0 0-1 0 0,-1 0 1 0 0,1 0-1 0 0,0 0 1 0 0,0-1-1 0 0,0 1 1 0 0,0 0-1 0 0,2 0 1 0 0,-2-2 34 0 0,0 0 1 0 0,-1 0 0 0 0,1 0-1 0 0,-1 0 1 0 0,0 0 0 0 0,1 0-1 0 0,-1-1 1 0 0,0 1 0 0 0,0 0-1 0 0,0 0 1 0 0,0 0 0 0 0,0-1-1 0 0,0 1 1 0 0,0 0 0 0 0,0 0-1 0 0,0 0 1 0 0,-1-2 0 0 0,0-4 126 0 0,2-2 69 0 0,-2 0-1 0 0,1 0 0 0 0,-4-15 0 0 0,3 17-155 0 0,0-1-1 0 0,0 1 1 0 0,1-1-1 0 0,-1 0 1 0 0,3-12-1 0 0,-2 18-114 0 0,1 1-1 0 0,-1-1 1 0 0,1 1 0 0 0,-1-1 0 0 0,1 1-1 0 0,0 0 1 0 0,-1-1 0 0 0,1 1-1 0 0,0 0 1 0 0,0 0 0 0 0,0 0-1 0 0,0-1 1 0 0,0 1 0 0 0,1 0-1 0 0,-1 0 1 0 0,0 1 0 0 0,0-1 0 0 0,1 0-1 0 0,-1 0 1 0 0,0 1 0 0 0,1-1-1 0 0,-1 0 1 0 0,1 1 0 0 0,-1 0-1 0 0,1-1 1 0 0,-1 1 0 0 0,1 0-1 0 0,2-1 1 0 0,7 1-311 0 0,-1 0 1 0 0,1 0-1 0 0,14 2 0 0 0,0 0-363 0 0,2-1-66 0 0,34-2-1040 0 0,-55 1 1650 0 0,-1-1 1 0 0,1 0-1 0 0,0 0 1 0 0,-1 0-1 0 0,0-1 0 0 0,1 0 1 0 0,-1 0-1 0 0,6-3 1 0 0,-10 4 123 0 0,1 1 0 0 0,-1-1 0 0 0,0 0 0 0 0,0 1 0 0 0,0-1 0 0 0,0 0 0 0 0,0 0 0 0 0,-1 0 0 0 0,1 0 0 0 0,0 0 0 0 0,0 0 0 0 0,0 0 0 0 0,-1 0 0 0 0,1 0 0 0 0,0-2 0 0 0,-1 2 34 0 0,0 0-1 0 0,0 1 0 0 0,1-1 1 0 0,-1 0-1 0 0,0 1 1 0 0,-1-1-1 0 0,1 0 1 0 0,0 1-1 0 0,0-1 0 0 0,0 0 1 0 0,0 1-1 0 0,0-1 1 0 0,-1 0-1 0 0,1 1 0 0 0,0-1 1 0 0,0 1-1 0 0,-1-1 1 0 0,1 0-1 0 0,-1 1 1 0 0,1-1-1 0 0,-1 0 0 0 0,-1 0 74 0 0,1-1-1 0 0,-1 1 1 0 0,0 0-1 0 0,0 0 1 0 0,1 0-1 0 0,-1 0 1 0 0,0 0-1 0 0,0 1 1 0 0,0-1 0 0 0,0 0-1 0 0,0 1 1 0 0,0-1-1 0 0,0 1 1 0 0,0 0-1 0 0,0 0 1 0 0,0 0-1 0 0,0 0 1 0 0,-2 0-1 0 0,-1 1 41 0 0,0 1 0 0 0,0 0-1 0 0,0 0 1 0 0,1 0 0 0 0,-1 0 0 0 0,1 0-1 0 0,-1 1 1 0 0,1 0 0 0 0,0 0 0 0 0,0 0-1 0 0,0 0 1 0 0,1 1 0 0 0,-1 0 0 0 0,1 0 0 0 0,-5 7-1 0 0,-2 3 12 0 0,1 0 0 0 0,1 1 0 0 0,-10 22-1 0 0,16-31-114 0 0,0-1 0 0 0,0 1 0 0 0,0 0-1 0 0,1 0 1 0 0,0-1 0 0 0,0 1 0 0 0,1 0-1 0 0,0 0 1 0 0,0 0 0 0 0,1 10 0 0 0,-1-14-20 0 0,1 0 1 0 0,-1 0 0 0 0,1-1-1 0 0,-1 1 1 0 0,1 0 0 0 0,0 0-1 0 0,-1 0 1 0 0,1-1 0 0 0,0 1-1 0 0,0 0 1 0 0,1-1 0 0 0,-1 1-1 0 0,0-1 1 0 0,0 1 0 0 0,1-1-1 0 0,-1 0 1 0 0,1 1 0 0 0,-1-1-1 0 0,1 0 1 0 0,-1 0 0 0 0,1 0-1 0 0,0 0 1 0 0,0 0 0 0 0,-1-1-1 0 0,1 1 1 0 0,0 0 0 0 0,0-1-1 0 0,0 1 1 0 0,0-1 0 0 0,0 0-1 0 0,0 0 1 0 0,0 0 0 0 0,0 0-1 0 0,-1 0 1 0 0,5 0 0 0 0,-1-1 1 0 0,-1 0 1 0 0,1 0-1 0 0,0 0 1 0 0,0 0-1 0 0,-1-1 1 0 0,1 0-1 0 0,-1 0 1 0 0,1 0-1 0 0,-1 0 1 0 0,0-1-1 0 0,6-4 1 0 0,-2 1 8 0 0,-1-1 0 0 0,0 1 0 0 0,-1-2 0 0 0,0 1 0 0 0,8-12 0 0 0,1-7 21 0 0,-1 0 0 0 0,18-50 0 0 0,-15 26-18 0 0,-3-1 0 0 0,12-83 0 0 0,6-21 8 0 0,-25 121 98 0 0,-6 24-35 0 0,1 0 1 0 0,1 0-1 0 0,-1 1 0 0 0,2-1 1 0 0,6-14-1 0 0,-13 57 959 0 0,-20 91-721 0 0,-36 233-66 0 0,23-115-942 0 0,35-240 612 0 0,-8 32-519 0 0,9-32 473 0 0,-1 0 0 0 0,0-1 0 0 0,1 1 0 0 0,-1 0 0 0 0,0-1 0 0 0,0 1 0 0 0,0-1 0 0 0,0 1 0 0 0,0-1 0 0 0,0 0 0 0 0,0 1 0 0 0,0-1 0 0 0,0 0 0 0 0,-1 0 0 0 0,1 0 0 0 0,-3 2 0 0 0,0-3-1141 0 0,-2-1-284 0 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8:44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24575,'0'0'0,"0"0"0,3 14 0,5 114 0,-5-48 0,1-16 0,2-1 0,3 0 0,3 0 0,37 115 0,-36-144 0,0 0 0,3 0 0,0-2 0,3 0 0,36 50 0,-51-78 0,0 1 0,1-1 0,-1 0 0,1 0 0,0-1 0,0 1 0,0-1 0,0 0 0,0-1 0,1 1 0,-1-1 0,1 0 0,0 0 0,0-1 0,0 0 0,0 0 0,0 0 0,0-1 0,0 1 0,0-2 0,0 1 0,0-1 0,0 1 0,10-4 0,9-4 0,0-1 0,0 0 0,0-2 0,29-18 0,-43 23 0,286-178 9,-86 49-111,136-71-1635,-260 154-4624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5:31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61 5961 0 0,'-9'-9'892'0'0,"0"0"0"0"0,0 1-1 0 0,-1 1 1 0 0,0-1-1 0 0,-1 2 1 0 0,-10-6 0 0 0,20 11-854 0 0,1 1 1 0 0,0 0 0 0 0,0 0 0 0 0,0 0 0 0 0,0 0 0 0 0,0 0 0 0 0,0 0 0 0 0,0 0-1 0 0,-1 0 1 0 0,1 0 0 0 0,0-1 0 0 0,0 1 0 0 0,0 0 0 0 0,0 0 0 0 0,0 0-1 0 0,0 0 1 0 0,-1 0 0 0 0,1 0 0 0 0,0 0 0 0 0,0 0 0 0 0,0 0 0 0 0,0 0 0 0 0,-1 0-1 0 0,1 0 1 0 0,0 0 0 0 0,0 0 0 0 0,0 0 0 0 0,0 0 0 0 0,0 0 0 0 0,-1 0-1 0 0,1 0 1 0 0,0 1 0 0 0,0-1 0 0 0,0 0 0 0 0,0 0 0 0 0,0 0 0 0 0,0 0 0 0 0,0 0-1 0 0,-1 0 1 0 0,1 0 0 0 0,0 0 0 0 0,0 0 0 0 0,0 1 0 0 0,0-1 0 0 0,0 0-1 0 0,0 0 1 0 0,0 0 0 0 0,0 0 0 0 0,0 0 0 0 0,0 0 0 0 0,-1 1 0 0 0,3 11 1063 0 0,11 22-237 0 0,-9-24-539 0 0,78 269 816 0 0,-65-209-829 0 0,-12-50-114 0 0,-2-6-109 0 0,0-1 0 0 0,0 1 1 0 0,2-1-1 0 0,0 0 0 0 0,0 0 0 0 0,1 0 0 0 0,14 20 0 0 0,-18-31-63 0 0,-1-1 0 0 0,1 1 1 0 0,0 0-1 0 0,0-1 0 0 0,0 0 0 0 0,1 1 0 0 0,-1-1 1 0 0,0 0-1 0 0,0 0 0 0 0,1 0 0 0 0,-1-1 0 0 0,0 1 0 0 0,1 0 1 0 0,-1-1-1 0 0,1 0 0 0 0,-1 1 0 0 0,1-1 0 0 0,-1 0 1 0 0,1 0-1 0 0,-1-1 0 0 0,1 1 0 0 0,-1 0 0 0 0,1-1 0 0 0,-1 1 1 0 0,0-1-1 0 0,1 0 0 0 0,-1 0 0 0 0,0 0 0 0 0,4-2 1 0 0,7-4 159 0 0,0 0 0 0 0,-1-1 0 0 0,19-16 0 0 0,-30 24-169 0 0,41-39 191 0 0,-1-1 0 0 0,-2-2 0 0 0,40-56 0 0 0,-60 74-208 0 0,-13 17 9 0 0,0-1 0 0 0,1 1 1 0 0,-1 0-1 0 0,2 0 0 0 0,-1 1 0 0 0,13-8 0 0 0,-18 13-8 0 0,0 0-1 0 0,0-1 1 0 0,0 2 0 0 0,0-1-1 0 0,0 0 1 0 0,0 0 0 0 0,0 1-1 0 0,1-1 1 0 0,-1 1-1 0 0,0-1 1 0 0,0 1 0 0 0,1 0-1 0 0,-1 0 1 0 0,0 0 0 0 0,0 0-1 0 0,1 1 1 0 0,-1-1 0 0 0,0 0-1 0 0,0 1 1 0 0,0 0 0 0 0,0-1-1 0 0,1 1 1 0 0,-1 0 0 0 0,0 0-1 0 0,0 0 1 0 0,-1 1 0 0 0,1-1-1 0 0,0 0 1 0 0,0 1 0 0 0,0-1-1 0 0,-1 1 1 0 0,3 3 0 0 0,38 50 169 0 0,-32-40-12 0 0,1 0 1 0 0,23 25 0 0 0,-29-36-137 0 0,0 1 0 0 0,1-1 0 0 0,-1 0 0 0 0,1-1 1 0 0,0 1-1 0 0,0-1 0 0 0,0 0 0 0 0,0-1 0 0 0,0 1 0 0 0,1-1 1 0 0,10 2-1 0 0,-5-2-16 0 0,-1-1 0 0 0,1-1 1 0 0,-1 0-1 0 0,1 0 0 0 0,-1-1 0 0 0,0-1 1 0 0,1 0-1 0 0,-1 0 0 0 0,0-1 1 0 0,0 0-1 0 0,0-1 0 0 0,16-8 0 0 0,7-7 31 0 0,-1-1-1 0 0,42-33 1 0 0,-17 11 27 0 0,-52 38-61 0 0,0 1 0 0 0,0 0 0 0 0,1 0-1 0 0,-1 0 1 0 0,1 1 0 0 0,0 0 0 0 0,0 0 0 0 0,0 1 0 0 0,-1 0 0 0 0,1 0 0 0 0,0 1 0 0 0,1-1 0 0 0,-1 2 0 0 0,0-1-1 0 0,8 2 1 0 0,11 3-28 0 0,0 1 0 0 0,44 17 0 0 0,-19-5 26 0 0,-24-10-2 0 0,0-1 0 0 0,1-1 0 0 0,29 2 0 0 0,-44-7 0 0 0,1-1 0 0 0,0 0 0 0 0,-1-1 0 0 0,1 0 0 0 0,-1-1 0 0 0,1-1 0 0 0,-1 0 0 0 0,18-7 0 0 0,26-16 45 0 0,-1-2 1 0 0,90-62-1 0 0,-136 84-40 0 0,0 0 1 0 0,1 1-1 0 0,-1 0 0 0 0,1 0 1 0 0,16-3-1 0 0,-21 6-2 0 0,1 0 0 0 0,-1 1 0 0 0,1 0 0 0 0,0 1-1 0 0,0-1 1 0 0,-1 1 0 0 0,1 1 0 0 0,0-1 0 0 0,0 1 0 0 0,10 3 0 0 0,1 3-8 0 0,0 1 0 0 0,-1 0 0 0 0,0 1-1 0 0,-1 1 1 0 0,25 19 0 0 0,-24-16 3 0 0,1-1-1 0 0,0-1 1 0 0,0 0 0 0 0,30 11-1 0 0,-30-16 10 0 0,0-2 1 0 0,0 0-1 0 0,0-1 0 0 0,1-1 0 0 0,-1 0 1 0 0,1-2-1 0 0,0 0 0 0 0,-1-1 0 0 0,23-4 1 0 0,-9-1-8 0 0,-1-1 0 0 0,1-1 1 0 0,-2-2-1 0 0,45-21 1 0 0,-66 27 2 0 0,1 0 0 0 0,0 1 0 0 0,0 0 1 0 0,0 0-1 0 0,0 1 0 0 0,0 1 0 0 0,0-1 0 0 0,1 2 1 0 0,19 0-1 0 0,-17 2 1 0 0,1 0 1 0 0,-1 0 0 0 0,1 2-1 0 0,-1 0 1 0 0,0 0-1 0 0,24 13 1 0 0,-19-9-16 0 0,-1-1 0 0 0,2-1 1 0 0,-1 0-1 0 0,1-1 0 0 0,0-1 0 0 0,0-1 1 0 0,0-1-1 0 0,0 0 0 0 0,0-1 1 0 0,1-1-1 0 0,-1-1 0 0 0,0-1 0 0 0,0-1 1 0 0,0 0-1 0 0,0-2 0 0 0,0 0 0 0 0,-1-1 1 0 0,25-12-1 0 0,-15 7-13 0 0,0 0-1 0 0,0 2 1 0 0,1 1 0 0 0,30-4-1 0 0,-44 10 17 0 0,1 0 0 0 0,-1 1-1 0 0,0 1 1 0 0,1 1 0 0 0,-1 0 0 0 0,0 1 0 0 0,0 1-1 0 0,0 0 1 0 0,24 9 0 0 0,-36-12 8 0 0,87 30-33 0 0,-79-27 29 0 0,0-1-1 0 0,0-1 1 0 0,0 0-1 0 0,0 0 1 0 0,0-1-1 0 0,16-2 1 0 0,10-5 4 0 0,0-2 0 0 0,-1-1 0 0 0,62-27 1 0 0,-19 6-13 0 0,-28 12-62 0 0,43-14 154 0 0,-81 29-123 0 0,0 1 0 0 0,0 0 0 0 0,0 1 0 0 0,0 1 0 0 0,18 0 0 0 0,-26 2 27 0 0,0-1 0 0 0,0 1 0 0 0,0 0 0 0 0,0 0 0 0 0,0 1 0 0 0,-1-1 1 0 0,1 1-1 0 0,0 0 0 0 0,-1 0 0 0 0,0 1 0 0 0,1 0 0 0 0,-1-1 0 0 0,5 6 0 0 0,3 3-1 0 0,0 1 0 0 0,17 24 0 0 0,-17-21 45 0 0,24 24 1 0 0,-32-35-19 0 0,1 0 0 0 0,-1-1 1 0 0,1 1-1 0 0,0-1 0 0 0,0 0 1 0 0,0-1-1 0 0,0 1 0 0 0,0-1 0 0 0,1 0 1 0 0,6 1-1 0 0,3 0 9 0 0,0-1-1 0 0,0-1 1 0 0,0 0-1 0 0,0-1 1 0 0,0-1-1 0 0,0 0 1 0 0,0-1-1 0 0,19-5 1 0 0,8-5-122 0 0,64-27-1 0 0,-82 31-461 0 0,-8 4-5313 0 0,-8 2-835 0 0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8:52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24575,'2'5'0,"1"0"0,-1 0 0,1 0 0,-2 0 0,1 1 0,0-1 0,-1 1 0,0-1 0,0 11 0,1-5 0,8 42 0,2-1 0,2 0 0,35 83 0,-19-70 0,2-1 0,50 74 0,-74-126 0,1 0 0,0-1 0,1 0 0,0-1 0,13 12 0,-18-19 0,0 1 0,0 0 0,0-1 0,1 0 0,-1 0 0,1-1 0,-1 0 0,1 0 0,0 0 0,0 0 0,0-1 0,0 0 0,0 0 0,0-1 0,8 0 0,1-2 0,-1 0 0,1-2 0,-1 1 0,0-2 0,0 0 0,0-1 0,0 0 0,-1-1 0,21-15 0,7-8 0,56-54 0,-66 55 0,529-431-205,-353 308-1984,-131 97-3608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8:58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0,26 9 0,-22-1 0,0 0 0,1 0 0,0 0 0,0-1 0,0 0 0,1 0 0,0 0 0,1 0 0,-1-1 0,1 0 0,0-1 0,1 1 0,-1-2 0,14 7 0,24 6 0,1-1 0,93 16 0,-89-22 0,54 8 0,111 5 0,-171-19 0,165 29 0,10 1 0,393-13 0,-129-8 0,118-20 0,-401-8 0,-102 5 0,168 6 0,32 36 0,70 3 0,-243-28 0,181 34 0,-71-4 0,-310-33-1365,53-5-5461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8:59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0 24575,'-2'10'0,"-1"-1"0,-1 1 0,0-1 0,0 0 0,0 0 0,-7 9 0,11-17 0,-1 0 0,1-1 0,0 1 0,1 0 0,-1 0 0,0-1 0,0 1 0,0 0 0,0-1 0,0 1 0,1 0 0,-1-1 0,0 1 0,1 0 0,-1-1 0,1 1 0,-1-1 0,0 1 0,1-1 0,-1 1 0,1 0 0,-1-1 0,2 1 0,14 13 0,-10-10 0,1-1 0,0 0 0,0 0 0,0-1 0,0 0 0,0 0 0,0-1 0,1 0 0,-1 0 0,9 0 0,14-1 0,35-5 0,-49 4 0,94-10 0,213 8 0,-69 28 0,214 8 0,3-24 0,-303 4 0,449 23 0,-444-34 0,493 18 0,-560-12 0,12 3 0,221-10 0,125-47-1365,-440 44-5461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23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52 24575,'0'0'0,"0"0"0,0 0 0,0 0 0,0 0 0,0 0 0,0 0 0,0 0 0,0 0 0,0 0 0,-25 6 0,18-5 0,0-1 0,0 0 0,0-1 0,0 1 0,0-2 0,0 1 0,0-1 0,1 0 0,-1 0 0,1 0 0,-1-1 0,1 0 0,0-1 0,0 1 0,0-1 0,1 0 0,-6-6 0,13 9 0,0-1 0,0 1 0,0-1 0,0 1 0,0 0 0,1 0 0,-1 0 0,1 0 0,4-1 0,25 0 0,61 2 0,-42 1 0,14 0 0,652 12 0,-512 0 0,299 58 0,-462-62 0,1-2 0,0-2 0,70 0 0,-141-1-1365,20-3-5461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33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24575,'0'0'0,"0"0"0,0 0 0,0 0 0,0 0 0,0 0 0,0 0 0,23-8 0,-16 5 0,0 0 0,0-1 0,-1 1 0,11-9 0,-9 7 0,-4 4 0,0 1 0,-1 0 0,1 0 0,0 0 0,0 0 0,-1 0 0,1 1 0,5 1 0,-2-1 0,77 7 0,0-3 0,119-10 0,-76-3 0,64-2 0,-89 10 0,273 11 0,-344-8 0,124 16 0,-126-14 0,0 2 0,-1 1 0,37 15 0,-73-26 0,-1 2 0,1-1 0,-1 1 0,1 0 0,-1 1 0,1 0 0,-10 1 0,-3 0 0,-159 5 0,-16 0 0,-110 0 0,375-3-682,103 17-1,-133-14-6143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52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24527,'1498'50'0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41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183 487 24575,'38'7'0,"-11"-9"0,0 0 0,0-2 0,0-1 0,50-15 0,99-51 0,-161 64 0,-1 0 0,0-2 0,0 1 0,-1-2 0,0 0 0,-1 0 0,22-24 0,-29 27 0,1 1 0,-1-2 0,0 1 0,-1 0 0,0-1 0,0 0 0,0 0 0,-1 0 0,-1 0 0,1-1 0,-1 1 0,-1-1 0,1 0 0,-1 1 0,-1-1 0,0-12 0,-1 16 0,0 0 0,0 0 0,0-1 0,0 1 0,-1 0 0,0 1 0,0-1 0,0 0 0,-1 0 0,1 1 0,-1 0 0,0-1 0,-5-4 0,2 3 0,0 1 0,0-1 0,-1 1 0,0 1 0,0-1 0,0 1 0,-13-6 0,2 4 0,1 0 0,-1 1 0,0 1 0,-1 1 0,1 0 0,-32 0 0,17 4 0,0 1 0,0 1 0,0 2 0,0 2 0,-38 12 0,45-10 0,1 0 0,0 2 0,1 1 0,0 1 0,1 1 0,-38 30 0,56-39 0,-1 1 0,1-1 0,0 1 0,0 0 0,0 1 0,1-1 0,0 1 0,1 0 0,-1 0 0,1 0 0,1 0 0,-1 1 0,1-1 0,1 1 0,-1 0 0,1-1 0,0 1 0,1 0 0,0 0 0,0-1 0,1 1 0,2 12 0,-1-10 0,0 0 0,1-1 0,0 1 0,1-1 0,0 0 0,0 0 0,1 0 0,0 0 0,1-1 0,0 0 0,0 0 0,1 0 0,0-1 0,0 0 0,0-1 0,1 1 0,9 5 0,11 3 0,0-1 0,49 16 0,62 12 0,-131-40 17,0 0 0,0 0 1,0-1-1,0 0 0,0-1 0,12 0 0,-17 0-95,0-1 0,0 1 0,0-1-1,0 0 1,0 0 0,0 0 0,0 0 0,0 0 0,-1-1-1,1 1 1,0-1 0,-1 0 0,1 0 0,-1 0 0,0 0-1,1 0 1,-1 0 0,3-6 0,-1 2-6748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41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356 611 24575,'27'-3'0,"7"-2"0,0-1 0,-1-3 0,0 0 0,-1-2 0,0-1 0,-1-2 0,0-1 0,31-21 0,-48 27 0,0-1 0,-1 0 0,-1 0 0,0-1 0,15-17 0,-21 21 0,-1 0 0,0-1 0,0 1 0,-1-1 0,0 0 0,0 0 0,-1 0 0,0-1 0,0 1 0,-1-1 0,2-12 0,-2 11 0,-1-1 0,-1 1 0,0 0 0,0-1 0,-1 1 0,0 0 0,-1-1 0,0 1 0,-1 0 0,0 0 0,-1 1 0,1-1 0,-2 1 0,0 0 0,0 0 0,0 0 0,-1 0 0,0 1 0,-1 0 0,0 1 0,0-1 0,-1 1 0,0 1 0,0-1 0,0 1 0,-1 1 0,-18-10 0,3 5 0,0 2 0,-1 0 0,0 1 0,0 2 0,-50-5 0,35 8 0,1 1 0,-1 2 0,-45 8 0,68-6 0,0 1 0,0 0 0,0 2 0,1 0 0,0 1 0,0 0 0,0 1 0,1 1 0,-19 15 0,23-16 0,0 1 0,0 1 0,1 0 0,0 1 0,1 0 0,0 0 0,1 1 0,0 0 0,1 0 0,0 1 0,-8 22 0,13-29 0,0 0 0,1 0 0,-1 0 0,1 1 0,1-1 0,0 0 0,-1 0 0,2 1 0,-1-1 0,1 0 0,0 1 0,0-1 0,1 0 0,2 7 0,0-4 0,0-1 0,1 1 0,0-1 0,0 0 0,1 0 0,0-1 0,1 0 0,10 10 0,7 2 0,1 0 0,1-2 0,1-1 0,46 21 0,-33-18 0,1-3 0,1-1 0,80 17 0,-88-26 0,-1-2 0,1-1 0,0-2 0,0-1 0,57-7 0,-84 6-151,-1-1-1,1 1 0,-1-1 0,0 0 1,1-1-1,-1 0 0,0 0 1,8-5-1,-2-1-6674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42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305 524 24575,'0'0'0,"0"0"0,0 0 0,0 0 0,5 19 0,-3-17 0,0 1 0,0-1 0,0 0 0,0 0 0,0 0 0,1 0 0,-1 0 0,1-1 0,-1 1 0,1 0 0,-1-1 0,1 0 0,0 0 0,0 0 0,0 0 0,0 0 0,4 0 0,5 1 0,0 0 0,0-1 0,12 0 0,-6-2 0,0 0 0,-1-2 0,0 0 0,0-1 0,0 0 0,31-13 0,-13 0 0,0 0 0,33-24 0,-62 37 0,0-1 0,0 1 0,-1-1 0,1 0 0,-1 0 0,-1-1 0,1 1 0,-1-1 0,0 0 0,0 0 0,0 0 0,-1-1 0,4-10 0,-4 8 0,-1 0 0,0-1 0,0 1 0,-1-1 0,-1 1 0,1-1 0,-1 1 0,-1-1 0,-2-15 0,0 13 0,1 1 0,-2-1 0,0 1 0,0-1 0,-1 1 0,0 0 0,-1 1 0,0-1 0,-1 1 0,0 1 0,0-1 0,-1 1 0,0 0 0,-1 1 0,0 0 0,-1 0 0,-10-6 0,-5 0 0,0 2 0,-1 1 0,-1 0 0,0 2 0,-1 1 0,1 2 0,-1 0 0,-51-2 0,58 6 0,0 2 0,0 1 0,-1 0 0,1 2 0,0 0 0,1 1 0,-1 2 0,1 0 0,0 1 0,0 1 0,1 0 0,-29 18 0,42-22 0,0 0 0,1 1 0,-1-1 0,1 1 0,-1 0 0,2 0 0,-1 1 0,0 0 0,1 0 0,0 0 0,-6 13 0,8-14 0,1 1 0,-1 0 0,1 0 0,0-1 0,1 1 0,-1 0 0,1 0 0,0 0 0,1 0 0,-1 0 0,1-1 0,0 1 0,1 0 0,0 0 0,2 6 0,3 2 0,0 0 0,1 0 0,0-1 0,1 0 0,0 0 0,1-1 0,1 0 0,0-1 0,0 0 0,1-1 0,15 10 0,6 2 0,1-1 0,1-1 0,43 17 0,-45-23-151,0 0-1,2-2 0,-1-2 0,1-1 1,1-2-1,-1-1 0,1-2 1,40-1-1,-41-5-6674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43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1 608 24575,'6'-1'0,"1"0"0,-1-1 0,1 1 0,-1-1 0,12-6 0,2 0 0,33-9 0,375-141 0,-388 142 0,-14 7 0,0-2 0,-1-1 0,0-1 0,-1 0 0,38-31 0,-58 40 0,0 0 0,0-1 0,-1 1 0,0-1 0,0 0 0,0 0 0,-1 0 0,1-1 0,-1 1 0,-1 0 0,1-1 0,-1 1 0,0-1 0,0 0 0,0 1 0,-1-1 0,0 0 0,0 1 0,0-1 0,-1 0 0,0 1 0,0-1 0,0 0 0,-1 1 0,0 0 0,0-1 0,0 1 0,-1 0 0,0 0 0,0 0 0,0 0 0,0 1 0,-1-1 0,-4-3 0,-2-2 0,0 0 0,-1 1 0,-1 1 0,1 0 0,-2 0 0,1 1 0,-1 1 0,-21-8 0,14 7 0,0 2 0,-1 0 0,1 1 0,-1 1 0,-26 0 0,5 4 0,0 2 0,0 1 0,1 2 0,0 2 0,-53 18 0,81-22 0,0 0 0,1 1 0,0 0 0,0 1 0,1 0 0,-15 11 0,23-15 0,0 0 0,0 1 0,0 0 0,1-1 0,-1 1 0,1 0 0,0 0 0,0 0 0,0 1 0,0-1 0,0 0 0,1 1 0,-1 0 0,1-1 0,0 1 0,0-1 0,1 1 0,-1 0 0,1 0 0,0-1 0,-1 1 0,2 0 0,-1 0 0,0 0 0,1-1 0,1 5 0,2 4 0,0 0 0,1-1 0,0 1 0,1-1 0,1 0 0,0-1 0,0 1 0,1-1 0,0-1 0,11 11 0,11 8 0,62 43 0,-59-46-273,2-2 0,1-1 0,1-2 0,50 20 0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44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1 147 24575,'0'0'0,"0"0"0,0 0 0,21-14 0,-5 4 0,0 0 0,0 2 0,1 0 0,0 1 0,34-9 0,-19 8 0,0 1 0,47-3 0,-15 8 0,-1 3 0,1 2 0,71 13 0,188 50 0,-276-56 0,-12-3 0,0 2 0,47 17 0,-43-4 0,-47-20 0,-9-3 0,-322-68 0,86 17 0,43 17 0,-83-17 0,374 52 0,-30 3 0,288 18 0,-229-9 0,117 28 0,-157-22 0,-129-17 0,-563-20-1365,555 17-5461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50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24575,'8'9'0,"-8"-9"0,1 1 0,-1 0 0,1 0 0,0 0 0,-1 0 0,1 0 0,0-1 0,0 1 0,-1 0 0,1 0 0,0-1 0,0 1 0,0-1 0,2 2 0,80 6 0,130-3 0,-39-3 0,-28 3 0,126 9 0,-255-12 0,1 2 0,-1 0 0,35 12 0,-80-9 0,-13-8 0,0 0 0,-74-15 0,54 7 0,-493-75 0,508 78 0,36 6 0,33 4 0,284 47 0,240 47 0,-528-93 0,31 12 0,9 3 0,-239-50 0,119 21 0,-88-8-455,-1 5 0,-172 10 0,251 5-6371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53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 24575,'6'-1'0,"1"0"0,-1 0 0,1 0 0,-1-1 0,12-5 0,2 0 0,45-10 0,1 2 0,0 4 0,91-5 0,201 16 0,554 61 0,-776-39 0,-74-10 0,0-3 0,1-3 0,85-2 0,-85-6 0,-28 2 0,53-8 0,-87 8 0,0-1 0,0 1 0,0-1 0,0 1 0,-1-1 0,1 0 0,0 0 0,0 0 0,0 1 0,0-1 0,-1 0 0,1 0 0,-1 0 0,2-2 0,-1 2 0,-2 4 0,-2 4 0,2-5-35,0 0 0,0 0 0,-1 0-1,1 0 1,-1 0 0,1 0 0,-1 0-1,0 0 1,0 0 0,0-1 0,0 1-1,0-1 1,0 0 0,0 1 0,0-1-1,-1 0 1,1 0 0,0-1 0,-1 1-1,1 0 1,-1-1 0,1 1 0,-5-1-1,2 1-483,-15 4-6307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54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0,16 7 0,0-3 0,0 0 0,-1-1 0,1-1 0,22 0 0,69-5 0,-56 1 0,6 0 0,514 0 0,-356 9 0,247 16 0,-427-13 0,-30-8 0,-1 0 0,0-1 0,1 0 0,-1 0 0,7 1 0,-23-9-1365,5 3-5461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55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26 100 24575,'0'0'0,"-1"0"0,1-1 0,0 1 0,-1 0 0,1-1 0,-1 1 0,1 0 0,-1 0 0,1-1 0,-1 1 0,1 0 0,-1 0 0,1 0 0,-1 0 0,1-1 0,-1 1 0,1 0 0,-1 0 0,0 0 0,1 0 0,-1 0 0,1 0 0,-1 1 0,1-1 0,-2 0 0,-9-1 0,11 1 0,0 0 0,0 0 0,0 0 0,0-1 0,0 1 0,0 0 0,0 0 0,0 0 0,-1-1 0,1 1 0,0 0 0,0 0 0,0 0 0,0-1 0,0 1 0,0 0 0,0 0 0,0-1 0,0 1 0,0 0 0,1 0 0,-1 0 0,0-1 0,0 1 0,0 0 0,0 0 0,0 0 0,0-1 0,0 1 0,0 0 0,1 0 0,-1 0 0,0 0 0,0 0 0,0-1 0,0 1 0,0 0 0,1 0 0,-1 0 0,0 0 0,0 0 0,0 0 0,1 0 0,-1-1 0,0 1 0,7-5 0,0 0 0,0 0 0,1 0 0,-1 1 0,1 0 0,0 0 0,0 1 0,0 0 0,0 1 0,15-3 0,5 0 0,57-1 0,208 9 0,-82 1 0,499-23 0,-597 14 0,272-1 0,-218 4 0,-11-4-1365,-147 6-5461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57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0 0,0 0 0,0 0 0,0 0 0,0 0 0,0 0 0,0 0 0,0 0 0,0 0 0,0 0 0,0 0 0,0 0 0,0 0 0,0 0 0,20 18 0,-9-17 0,1 0 0,-1 0 0,1-1 0,19-3 0,-3 1 0,533-8 0,-258 11 0,-108-3 0,-147 6 0,14-1 0,-64-3 0,2 0 0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1:59:58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0 143 24575,'21'12'0,"-4"-8"0,0 0 0,0 0 0,0-2 0,0 0 0,1-1 0,-1-1 0,18-2 0,8 1 0,17 1 0,97 0 0,205-25 0,395-78 0,-253 68 114,2 30-1403,-480 5 1099,-19 0-6636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01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24575,'0'0'0,"0"0"0,4 22 0,-3-7 0,0 0 0,-1-1 0,-1 1 0,-3 22 0,-15 57 0,18-91 0,2-2 0,-1 0 0,0 0 0,1 0 0,-1 0 0,0 0 0,1 0 0,-1 0 0,1-1 0,0 1 0,-1 0 0,1 0 0,0 0 0,-1-1 0,1 1 0,0 0 0,0-1 0,0 1 0,-1-1 0,1 1 0,0-1 0,0 1 0,0-1 0,0 0 0,2 1 0,27 9 0,-6-6 0,1-2 0,0-1 0,-1-1 0,44-5 0,-33 2 0,-19 2 0,305-18 0,1 29 0,-67 5 0,-188-12 0,38 7 0,-107-11 0,0-1 0,-1 1 0,1-1 0,0 0 0,0 0 0,0 0 0,0 0 0,-2-3 0,-1-2 0,-3 0-1365,2 1-5461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01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24575,'24'18'0,"-21"-17"0,0 0 0,0 0 0,0-1 0,0 0 0,0 1 0,0-1 0,5-1 0,5 1 0,308 6 0,-171-7 0,573-10-456,209 3 131,-278 20 455,-568-6-844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12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80 24575,'0'0'0,"-16"14"0,15-15 0,-1 0 0,0 0 0,1 0 0,-1 0 0,0 0 0,1-1 0,0 1 0,-1 0 0,1-1 0,0 1 0,0-1 0,-1 1 0,1-1 0,0 0 0,1 1 0,-1-1 0,-1-2 0,26 5 0,38-4 0,97-17 0,-120 14 0,250-14 0,-91 9 0,-17 8 0,-109 4 0,-57-3 0,-2-1 0,-13 3 0,0 0 0,0 0 0,0 0 0,0 0 0,0 0 0,1 0 0,-1 0 0,0 0 0,0 0 0,0 0 0,0 0 0,0 0 0,1 0 0,-1 0 0,0 0 0,0 0 0,0 0 0,0 0 0,0 0 0,0 0 0,1 0 0,-1 0 0,0 0 0,0 0 0,0 0 0,0 0 0,0 0 0,0 1 0,0-1 0,1 0 0,-1 0 0,0 0 0,0 0 0,0 0 0,0 0 0,0 0 0,0 0 0,0 1 0,0-1 0,0 0 0,0 0 0,0 0 0,0 0 0,0 0 0,0 0 0,0 1 0,0-1 0,0 0 0,0 0 0,-2 11-1365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13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 24575,'7'26'0,"-8"-19"0,0-5 0,0-1 0,1 1 0,0 0 0,-1-1 0,1 1 0,0 0 0,0 0 0,0-1 0,0 1 0,0 0 0,1 2 0,-1-4 0,1 1 0,0-1 0,-1 1 0,1-1 0,0 1 0,0-1 0,0 1 0,-1-1 0,1 0 0,0 1 0,0-1 0,0 0 0,0 0 0,0 0 0,0 0 0,-1 0 0,1 0 0,0 0 0,0 0 0,0 0 0,0 0 0,0 0 0,0 0 0,-1-1 0,3 1 0,46-7 0,-21 4 0,0-2 0,40-11 0,-11 1 0,1 2 0,69-6 0,-45 8 0,-57 9-11,45 1-1,-34 2-1330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16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215 482 24575,'2'3'0,"0"0"0,0-1 0,1 0 0,-1 1 0,0-1 0,1 0 0,0 0 0,-1 0 0,5 1 0,-4-1 0,0 0 0,0 0 0,0-1 0,0 1 0,0-1 0,1 0 0,-1 0 0,0 0 0,1 0 0,-1-1 0,0 1 0,1-1 0,-1 0 0,1 0 0,-1 0 0,1-1 0,-1 1 0,1-1 0,-1 0 0,0 1 0,1-2 0,-1 1 0,0 0 0,0-1 0,0 1 0,6-5 0,11-6 0,1-1 0,-1 0 0,20-20 0,-35 29 0,0-2 0,0 1 0,0 0 0,-1-1 0,0 0 0,0 0 0,0-1 0,-1 1 0,0-1 0,0 1 0,0-1 0,-1 0 0,0 0 0,-1 0 0,2-9 0,-3 0 0,0 0 0,0 1 0,-2-1 0,0 1 0,0-1 0,-2 1 0,0 0 0,0 0 0,-2 0 0,0 1 0,0 0 0,-16-25 0,17 31 0,-1 0 0,0 1 0,0-1 0,0 1 0,-1 1 0,0-1 0,-1 1 0,1 0 0,-1 1 0,0 0 0,0 0 0,-1 1 0,1 0 0,-1 0 0,0 1 0,0 0 0,-1 1 0,1-1 0,0 2 0,-1 0 0,1 0 0,-14 1 0,15 0 0,0 1 0,-1 0 0,1 1 0,0-1 0,0 2 0,0-1 0,0 1 0,1 0 0,-1 1 0,1 0 0,0 0 0,0 1 0,-10 7 0,9-4 0,0 1 0,0-1 0,0 2 0,1-1 0,1 1 0,0 0 0,0 0 0,-7 18 0,2 5 0,1 0 0,1 1 0,2 0 0,2 1 0,-2 47 0,5-44 0,2 38 0,1-62 0,1 1 0,0-1 0,1 0 0,1 0 0,9 25 0,-11-34 0,0 0 0,1 0 0,0 0 0,0-1 0,1 1 0,-1-1 0,1 0 0,0 0 0,0 0 0,1 0 0,-1 0 0,1-1 0,8 5 0,-5-4 0,1-1 0,0 1 0,-1-1 0,1-1 0,0 0 0,0 0 0,18 0 0,-10-1 0,0-2 0,0 0 0,0-1 0,0 0 0,0-2 0,-1 0 0,0 0 0,28-13 0,-39 14-123,-1 1 0,1-1 0,-1 0 0,1-1 0,5-5 0,-7 6-504,3-2-6199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17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606 648 24575,'0'0'0,"0"0"0,24-8 0,-16 4 0,-1 0 0,1-1 0,-1 0 0,-1 0 0,1-1 0,-1 0 0,0 0 0,0 0 0,-1-1 0,1 0 0,5-10 0,-4 5 0,-1 0 0,-1 0 0,0 0 0,0-1 0,-1 0 0,4-20 0,-7 18 0,0 0 0,0-1 0,-1 1 0,-1-1 0,-1 1 0,0 0 0,-1 0 0,-8-25 0,0 9 0,-1 1 0,-1 1 0,-20-31 0,27 49 0,0 1 0,-1 0 0,-1 1 0,0-1 0,0 2 0,0-1 0,-1 1 0,-1 0 0,1 1 0,-1 0 0,0 1 0,-1 0 0,0 0 0,0 1 0,0 0 0,0 1 0,-1 1 0,1 0 0,-1 0 0,0 1 0,0 1 0,0 0 0,-24 1 0,21 1 0,0 1 0,0 0 0,0 1 0,0 1 0,1 0 0,-1 1 0,1 1 0,0 0 0,1 1 0,-20 12 0,17-7 0,0 0 0,1 1 0,0 1 0,1 1 0,1 0 0,0 0 0,-15 25 0,14-16 0,1 1 0,0 0 0,2 1 0,1 0 0,1 0 0,1 1 0,2 1 0,1-1 0,1 1 0,1 0 0,1 46 0,2-61 0,1 0 0,1-1 0,0 1 0,1-1 0,0 0 0,1 1 0,1-1 0,5 12 0,-5-16 0,0 0 0,0 0 0,1-1 0,0 1 0,0-1 0,1-1 0,-1 1 0,2-1 0,-1 0 0,1-1 0,12 8 0,0-4 0,1 0 0,0-1 0,0-1 0,0-1 0,1-1 0,0-1 0,0 0 0,1-2 0,-1-1 0,0-1 0,1 0 0,-1-2 0,0-1 0,0 0 0,0-2 0,0 0 0,38-17 0,-33 9-1365,-6 1-5461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21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0 24575,'0'0'0,"-23"10"0,20-8 0,0-1 0,1 1 0,0 0 0,-1-1 0,1 1 0,0 1 0,0-1 0,0 0 0,0 0 0,0 1 0,0-1 0,1 1 0,-1-1 0,1 1 0,0 0 0,0 0 0,0-1 0,0 1 0,0 0 0,1 0 0,-1 4 0,0-3 0,1-1 0,0 0 0,-1 1 0,1-1 0,1 1 0,-1-1 0,0 0 0,1 1 0,0-1 0,0 0 0,0 0 0,0 1 0,0-1 0,1 0 0,-1 0 0,1 0 0,0-1 0,4 6 0,-2-8 0,0-1 0,0 1 0,1-1 0,-1 0 0,0 0 0,5-3 0,-5-1 0,1-1 0,-1 1 0,-1-1 0,1 0 0,3-10 0,0-2 0,-10 18 0,-5 10 0,7-10 0,1 0 0,0 1 0,0-1 0,0 0 0,0 1 0,0-1 0,0 0 0,-1 1 0,1-1 0,0 0 0,0 0 0,-1 1 0,1-1 0,0 0 0,0 1 0,-1-1 0,1 0 0,0 0 0,0 0 0,-1 1 0,1-1 0,0 0 0,-1 0 0,1 0 0,-1 0 0,1 0 0,0 0 0,-1 0 0,1 1 0,0-1 0,-1 0 0,1 0 0,0 0 0,-1-1 0,1 1 0,-1 0 0,1 0 0,0 0 0,-1 0 0,1 0 0,0 0 0,-1 0 0,1-1 0,0 1 0,-1 0 0,1 0 0,0 0 0,0-1 0,-1 1 0,1 0 0,0 0 0,0-1 0,-1 1 0,1 0 0,0-1 0,0 1 0,0 0 0,0-1 0,-1 1 0,1 0 0,0-1 0,0 1 0,0-1 0,-6-6 0,-16-10 0,22 17 0,0-1 0,-1 1 0,1 0 0,-1-1 0,1 1 0,-1 0 0,1 0 0,-1-1 0,1 1 0,-1 0 0,0 0 0,1 0 0,-1 0 0,1 0 0,-1 0 0,1 0 0,-1 0 0,1 0 0,-1 0 0,0 0 0,1 0 0,-1 0 0,1 0 0,-1 0 0,1 1 0,-1-1 0,1 0 0,-1 0 0,1 1 0,-1-1 0,1 0 0,-1 1 0,1-1 0,0 0 0,-1 1 0,1-1 0,0 1 0,-1-1 0,1 1 0,0-1 0,-1 1 0,1-1 0,0 1 0,0-1 0,-1 1 0,1-1 0,0 1 0,0-1 0,0 1 0,-3 40-1365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23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5 24575,'0'0'0,"0"0"0,0 0 0,0 0 0,0 0 0,0 0 0,0 0 0,0 0 0,0 0 0,20 18 0,-12-27 0,-3 1 0,-19 3 0,13 5 0,-1 0 0,1-1 0,0 2 0,-1-1 0,1 0 0,-1 0 0,1 0 0,0 0 0,-1 1 0,1-1 0,0 1 0,-1-1 0,1 1 0,0 0 0,0-1 0,0 1 0,0 0 0,-1 0 0,1 0 0,0-1 0,0 1 0,0 0 0,1 1 0,-1-1 0,0 0 0,-1 1 0,-2 14 0,4-16 0,-1 1 0,1 0 0,0 0 0,0 0 0,0-1 0,-1 1 0,1 0 0,0 0 0,-1-1 0,1 1 0,-1 0 0,1 0 0,-1-1 0,1 1 0,-1-1 0,1 1 0,-1-1 0,0 1 0,1 0 0,-1-1 0,0 0 0,1 1 0,-1-1 0,0 1 0,0-1 0,-1 0 0,2 1 0,0-1 0,-1 0 0,1 0 0,0 1 0,0-1 0,0 0 0,0 0 0,-1 0 0,1 0 0,0 0 0,0 1 0,0-1 0,-1 0 0,1 0 0,0 0 0,0 0 0,-1 0 0,1 0 0,0 0 0,0 0 0,-1 0 0,1 0 0,0 0 0,-1 0 0,1 0 0,0 0 0,0 0 0,-1 0 0,1 0 0,0 0 0,0 0 0,-1 0 0,1 0 0,0 0 0,0 0 0,0-1 0,-1 1 0,1 0 0,0 0 0,0 0 0,0 0 0,-1-1 0,1 1 0,0 0 0,3-12 0,0 3 0,-30 41 0,25-29-114,1 0 1,-1 0-1,1 0 0,0 0 0,0 1 1,0-1-1,0 1 0,1-1 0,-1 0 1,1 1-1,0 4 0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23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56 24575,'0'0'0,"0"0"0,0 0 0,0 0 0,0 0 0,-8-25 0,3 15 0,-3-4 0,8 14 0,-1 0 0,1 0 0,0 0 0,0 0 0,0-1 0,0 1 0,0 0 0,0 0 0,0 0 0,-1 0 0,1 0 0,0 0 0,0 0 0,0 0 0,0 0 0,0-1 0,0 1 0,0 0 0,0 0 0,0 0 0,0 0 0,0 0 0,0 0 0,0-1 0,0 1 0,0 0 0,0 0 0,0 0 0,0 0 0,0 0 0,0-1 0,0 1 0,0 0 0,0 0 0,0 0 0,0 0 0,0 0 0,0 0 0,0-1 0,0 1 0,0 0 0,0 0 0,0 0 0,0 0 0,0 0 0,1 0 0,-1 0 0,0 0 0,0-1 0,0 1 0,0 0 0,0 0 0,0 0 0,0 0 0,1 0 0,-1 0 0,0 0 0,0 0 0,83 18-1365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24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24575,'0'0'0,"0"0"0,0 0 0,0 0 0,0 0 0,0 0 0,0 0 0,0 0 0,0 0 0,-11 27 0,11-24 0,-1-1 0,1 1 0,-1-1 0,1 0 0,0 1 0,0-1 0,1 1 0,-1-1 0,0 1 0,1-1 0,-1 1 0,1-1 0,0 0 0,0 1 0,0-1 0,0 0 0,0 0 0,2 3 0,-3-5 0,-2-6 0,2 5 0,-1-1 0,1 1 0,-1 0 0,1 0 0,-1 0 0,1 0 0,-1-1 0,0 1 0,1 0 0,-1 0 0,0 0 0,-1-1 0,1 2 0,0 0 0,0 0 0,0 0 0,0 0 0,0 0 0,0 0 0,0 0 0,0 0 0,0 0 0,0 0 0,0 1 0,0-1 0,0 0 0,1 1 0,-1-1 0,0 1 0,0-1 0,-1 2 0,-27 16 0,27-17 0,1 0 0,0 1 0,0-1 0,0 0 0,0 0 0,-1 1 0,2-1 0,-1 0 0,0 1 0,0-1 0,0 1 0,1-1 0,-1 1 0,1 0 0,-1-1 0,1 1 0,0 0 0,-1 2 0,1-3 0,0-1 0,0 1 0,0 0 0,0-1 0,0 1 0,0-1 0,0 1 0,0 0 0,0-1 0,0 1 0,0-1 0,1 1 0,-1-1 0,0 1 0,0 0 0,1-1 0,-1 1 0,0-1 0,0 1 0,1-1 0,-1 1 0,1-1 0,-1 0 0,0 1 0,1-1 0,-1 1 0,1-1 0,-1 0 0,1 1 0,-1-1 0,1 0 0,0 0 0,-1 1 0,1-1 0,-1 0 0,1 0 0,-1 0 0,1 0 0,0 0 0,-1 0 0,1 0 0,-1 0 0,1 0 0,0 0 0,-1 0 0,1 0 0,-1 0 0,1 0 0,-1-1 0,1 1 0,0 0 0,-1 0 0,1-1 0,-1 1 0,1 0 0,-1-1 0,1 1 0,-1 0 0,0-1 0,1 1 0,-1-1 0,1 1 0,0-2 0,5-19 0,-6 20 0,0 1 0,0-1 0,1 1 0,-1 0 0,0-1 0,0 1 0,0-1 0,0 1 0,0-1 0,0 1 0,0-1 0,0 1 0,0-1 0,0 1 0,0 0 0,0-1 0,0 1 0,0-1 0,0 1 0,-1-1 0,1 1 0,0 0 0,0-1 0,0 1 0,-1-1 0,1 1 0,0 0 0,0-1 0,-1 1 0,1 0 0,-1-1 0,-19 6-1365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21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0 24575,'-3'4'0,"0"-1"0,1 0 0,-1 1 0,1 0 0,-3 5 0,3-7 0,1 1 0,-1 0 0,1 0 0,0 0 0,0 1 0,0-1 0,0 0 0,0 0 0,1 1 0,-1-1 0,1 0 0,0 1 0,0-1 0,1 6 0,-1-7 0,0-1 0,1 1 0,-1-1 0,1 1 0,-1-1 0,1 1 0,0-1 0,0 1 0,-1-1 0,1 0 0,0 1 0,0-1 0,0 0 0,0 0 0,0 0 0,1 0 0,-1 0 0,0 0 0,1 0 0,-1 0 0,0 0 0,1-1 0,-1 1 0,1 0 0,-1-1 0,1 0 0,-1 1 0,1-1 0,-1 0 0,1 1 0,3-1 0,-3-1 0,0 1 0,0 0 0,0-1 0,-1 1 0,1-1 0,0 0 0,0 0 0,0 0 0,0 0 0,-1 0 0,1 0 0,0 0 0,-1 0 0,1-1 0,-1 1 0,1-1 0,-1 1 0,0-1 0,0 1 0,1-1 0,-1 0 0,0 0 0,-1 0 0,1 1 0,0-1 0,0 0 0,-1 0 0,1 0 0,-1 0 0,0-2 0,1 3 0,-1 0 0,0 0 0,0 0 0,0 0 0,0 0 0,0 0 0,0 0 0,-1 0 0,1 0 0,0 0 0,0 0 0,-1 0 0,1 1 0,-1-1 0,1 0 0,0 0 0,-1 0 0,0 1 0,1-1 0,-1 0 0,1 0 0,-2 0 0,1 0 0,1 1 0,-1 0 0,1 0 0,0-1 0,-1 1 0,1 0 0,-1 0 0,1 0 0,-1 0 0,1-1 0,-1 1 0,1 0 0,-1 0 0,1 0 0,-1 0 0,1 0 0,-1 0 0,1 0 0,-1 0 0,1 1 0,-1-1 0,1 0 0,0 0 0,-1 0 0,1 0 0,-1 1 0,1-1 0,-1 0 0,1 1 0,0-1 0,-1 0 0,1 0 0,0 1 0,-1-1 0,1 1 0,0-1 0,-1 0 0,1 1 0,0-1 0,0 1 0,-1-1 0,1 1 0,0-1 0,0 1 0,0-1 0,0 0 0,0 2 0,-7 23 0,7-24 0,0 0 0,0-1 0,0 1 0,0-1 0,1 1 0,-1 0 0,0-1 0,0 1 0,0-1 0,0 1 0,1-1 0,-1 1 0,0-1 0,1 1 0,-1-1 0,0 1 0,1-1 0,-1 1 0,0-1 0,1 0 0,-1 1 0,1-1 0,-1 0 0,1 1 0,-1-1 0,1 0 0,-1 0 0,1 1 0,-1-1 0,1 0 0,-1 0 0,1 0 0,0 0 0,-1 1 0,1-1 0,-1 0 0,1 0 0,-1 0 0,1-1 0,0 1 0,-1 0 0,1 0 0,-1 0 0,1 0 0,-1 0 0,2-1 0,-7 17-1365,2-6-5461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0:24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6 24575,'-10'-5'-1365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6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6211 1461 11058 0 0,'-1'0'86'0'0,"1"-1"0"0"0,0 0 0 0 0,0 1 0 0 0,-1-1 0 0 0,1 0 0 0 0,0 1 0 0 0,0-1 0 0 0,0 1 0 0 0,0-1 0 0 0,0 0 0 0 0,0 1 0 0 0,0-1 0 0 0,0 0 0 0 0,0 1 0 0 0,0-1-1 0 0,0 0 1 0 0,1 1 0 0 0,-1-1 0 0 0,0 0 0 0 0,0 1 0 0 0,1-1 0 0 0,-1 0 0 0 0,12-21 1421 0 0,-5 9-1306 0 0,-2 0-19 0 0,1 0 0 0 0,-2-1 0 0 0,0 0 0 0 0,-1 0 0 0 0,0 0 0 0 0,-1 0 0 0 0,-1 0 0 0 0,0 0 0 0 0,-1 0 0 0 0,0-1 0 0 0,-1 1 0 0 0,-1 0 0 0 0,0 0 0 0 0,-1 0-1 0 0,-7-23 1 0 0,-2 10 206 0 0,0 0 0 0 0,-2 0 1 0 0,-1 2-1 0 0,-1 0 0 0 0,-37-45 0 0 0,-114-100 481 0 0,102 112-730 0 0,-4 3 0 0 0,-1 4-1 0 0,-124-69 1 0 0,59 50 183 0 0,-176-64 0 0 0,121 68-282 0 0,-2 8 0 0 0,-3 9 0 0 0,-333-40 0 0 0,187 58 17 0 0,-458 18 0 0 0,519 27-89 0 0,-314 54 0 0 0,20 39 390 0 0,384-63-145 0 0,-183 70 0 0 0,294-85-75 0 0,1 3 0 0 0,3 4 0 0 0,-126 79 0 0 0,136-72-87 0 0,-109 79 169 0 0,148-101-169 0 0,1 0 1 0 0,0 3-1 0 0,2 0 1 0 0,-25 34-1 0 0,44-53-45 0 0,0 1 1 0 0,0 0-1 0 0,1-1 1 0 0,0 2-1 0 0,0-1 0 0 0,1 0 1 0 0,-1 0-1 0 0,1 1 0 0 0,1 0 1 0 0,-1-1-1 0 0,0 13 0 0 0,2-9-44 0 0,1 0-1 0 0,0 1 0 0 0,0-1 0 0 0,1 0 0 0 0,1 0 0 0 0,-1-1 0 0 0,5 11 0 0 0,-6-19-1 0 0,-1 0-1 0 0,0 0 0 0 0,1 0 0 0 0,-1 0 1 0 0,1 0-1 0 0,-1 0 0 0 0,1 0 0 0 0,-1 0 1 0 0,1 0-1 0 0,-1 0 0 0 0,1-1 0 0 0,0 1 1 0 0,0 0-1 0 0,-1 0 0 0 0,1-1 0 0 0,0 1 1 0 0,0-1-1 0 0,0 1 0 0 0,1 0 0 0 0,-1-1-74 0 0,-1 0 0 0 0,1 0 0 0 0,0 0 0 0 0,0-1 0 0 0,-1 1 0 0 0,1 0-1 0 0,0 0 1 0 0,-1-1 0 0 0,1 1 0 0 0,0 0 0 0 0,-1-1 0 0 0,1 1 0 0 0,0-1 0 0 0,-1 1-1 0 0,1-1 1 0 0,-1 1 0 0 0,1-1 0 0 0,-1 1 0 0 0,1-1 0 0 0,-1 1 0 0 0,1-1 0 0 0,-1 0-1 0 0,0 1 1 0 0,1-1 0 0 0,-1 0 0 0 0,0 1 0 0 0,1-1 0 0 0,-1 0 0 0 0,0-1 0 0 0,5-10-2015 0 0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7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 11522 0 0,'-4'0'209'0'0,"-1"1"0"0"0,0 0-1 0 0,0 0 1 0 0,1 0-1 0 0,-1 1 1 0 0,0 0-1 0 0,1 0 1 0 0,0 0-1 0 0,-1 0 1 0 0,1 1-1 0 0,0-1 1 0 0,0 1-1 0 0,0 0 1 0 0,1 1-1 0 0,-1-1 1 0 0,1 0 0 0 0,0 1-1 0 0,-5 6 1 0 0,-16 29 227 0 0,1 1 0 0 0,2 1-1 0 0,1 1 1 0 0,-13 45 0 0 0,-2 0 176 0 0,10-29 30 0 0,2 2 0 0 0,3 1-1 0 0,-20 99 1 0 0,39-154-548 0 0,0 0 1 0 0,0 1-1 0 0,1-1 0 0 0,0 1 1 0 0,0-1-1 0 0,1 1 0 0 0,0-1 1 0 0,1 7-1 0 0,-1-11-65 0 0,0 0-1 0 0,0 0 1 0 0,-1 1 0 0 0,1-1 0 0 0,1 0 0 0 0,-1 0-1 0 0,0-1 1 0 0,0 1 0 0 0,1 0 0 0 0,-1 0 0 0 0,1-1 0 0 0,0 1-1 0 0,-1-1 1 0 0,1 1 0 0 0,0-1 0 0 0,0 0 0 0 0,0 0-1 0 0,0 1 1 0 0,0-1 0 0 0,0-1 0 0 0,0 1 0 0 0,0 0-1 0 0,0 0 1 0 0,0-1 0 0 0,5 1 0 0 0,2 0 5 0 0,0-1 1 0 0,0 0-1 0 0,0 0 0 0 0,1-1 1 0 0,-1 0-1 0 0,0 0 1 0 0,0-1-1 0 0,0-1 0 0 0,0 1 1 0 0,12-7-1 0 0,11-6 135 0 0,43-27 0 0 0,-24 12-68 0 0,136-84 70 0 0,-180 107-1135 0 0,-6 7 910 0 0,-1 0 0 0 0,0 0 0 0 0,0 0 0 0 0,0 0-1 0 0,0 0 1 0 0,0 0 0 0 0,0 0 0 0 0,1 0 0 0 0,-1 0 0 0 0,0-1 0 0 0,0 1-1 0 0,0 0 1 0 0,0 0 0 0 0,0 0 0 0 0,0 0 0 0 0,0 0 0 0 0,0 0 0 0 0,0 0 0 0 0,1 0-1 0 0,-1 0 1 0 0,0-1 0 0 0,0 1 0 0 0,0 0 0 0 0,0 0 0 0 0,0 0 0 0 0,0 0-1 0 0,0 0 1 0 0,0 0 0 0 0,0-1 0 0 0,0 1 0 0 0,0 0 0 0 0,0 0 0 0 0,0 0-1 0 0,0 0 1 0 0,0 0 0 0 0,0 0 0 0 0,0-1 0 0 0,0 1 0 0 0,0 0 0 0 0,0 0 0 0 0,0 0-1 0 0,0 0 1 0 0,0 0 0 0 0,0 0 0 0 0,0-1 0 0 0,-1 1 0 0 0,1 0 0 0 0,0 0-1 0 0,0 0 1 0 0,0 0 0 0 0,0 0 0 0 0,0 0 0 0 0,0 0 0 0 0,0 0 0 0 0,0 0-1 0 0,-1 0 1 0 0,1-1 0 0 0,0 1 0 0 0,0 0 0 0 0,0 0 0 0 0,-6 0-7010 0 0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16 15059 0 0,'-5'-3'204'0'0,"-22"-9"887"0"0,26 12-1080 0 0,1 0 1 0 0,-1 0-1 0 0,0 0 0 0 0,1 0 0 0 0,-1-1 0 0 0,0 1 0 0 0,1 0 0 0 0,-1 0 0 0 0,0 0 0 0 0,1 0 0 0 0,-1 0 0 0 0,0 0 0 0 0,1 1 0 0 0,-1-1 0 0 0,0 0 0 0 0,1 0 0 0 0,-1 0 0 0 0,1 1 0 0 0,-1-1 0 0 0,0 0 0 0 0,1 1 0 0 0,-1-1 0 0 0,1 0 0 0 0,-1 1 0 0 0,1-1 0 0 0,-1 1 0 0 0,1-1 0 0 0,-1 1 0 0 0,1-1 0 0 0,-1 1 0 0 0,1-1 0 0 0,0 1 0 0 0,-1-1 1 0 0,1 1-1 0 0,-1 1 0 0 0,-11 39 87 0 0,1 1-1 0 0,-5 47 1 0 0,-2 88 157 0 0,5-49-33 0 0,-1-16 104 0 0,-16 174 479 0 0,26-219-657 0 0,3 0 0 0 0,10 85 0 0 0,-8-146-230 0 0,0 1-140 0 0,-1-1-1 0 0,2 1 1 0 0,-1 0-1 0 0,1-1 0 0 0,-1 0 1 0 0,4 7-1 0 0,-1-10-1193 0 0,-1-5-2482 0 0,1-4-1340 0 0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8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 11979 0 0,'-4'-14'996'0'0,"4"14"-985"0"0,0 1 1 0 0,0-1-1 0 0,0 0 0 0 0,0 0 0 0 0,0 0 1 0 0,0 0-1 0 0,0 0 0 0 0,0 0 0 0 0,0 0 1 0 0,0 0-1 0 0,0 0 0 0 0,1 0 1 0 0,-1 0-1 0 0,0 0 0 0 0,0 0 0 0 0,0 0 1 0 0,0 0-1 0 0,0 0 0 0 0,0 0 1 0 0,0 0-1 0 0,0 0 0 0 0,0 0 0 0 0,0 0 1 0 0,0 0-1 0 0,0 0 0 0 0,0 0 0 0 0,0 0 1 0 0,0 0-1 0 0,0 0 0 0 0,0 0 1 0 0,1 0-1 0 0,-1 0 0 0 0,0 0 0 0 0,0 0 1 0 0,0 0-1 0 0,0 0 0 0 0,0 0 1 0 0,0 0-1 0 0,0 0 0 0 0,0 0 0 0 0,0 0 1 0 0,0 0-1 0 0,0 0 0 0 0,0 0 1 0 0,0 0-1 0 0,0 0 0 0 0,0-1 0 0 0,0 1 1 0 0,0 0-1 0 0,0 0 0 0 0,0 0 0 0 0,0 0 1 0 0,0 0-1 0 0,0 0 0 0 0,0 0 1 0 0,0 0-1 0 0,0 0 0 0 0,0 0 0 0 0,0 0 1 0 0,0 0-1 0 0,0 0 0 0 0,0 0 1 0 0,15 18 689 0 0,-4-3-658 0 0,416 568 3195 0 0,-343-443-2077 0 0,-15-21-714 0 0,-62-108-507 0 0,0 0 1 0 0,-1 1-1 0 0,-1 0 0 0 0,1 0 0 0 0,-2 0 1 0 0,0 1-1 0 0,0-1 0 0 0,-1 1 0 0 0,1 18 0 0 0,-3-24-160 0 0,-1-1-1 0 0,-1 0 1 0 0,1 1 0 0 0,-1-1-1 0 0,0 1 1 0 0,0-1-1 0 0,-1 0 1 0 0,0 1-1 0 0,0-1 1 0 0,0 0-1 0 0,-1 0 1 0 0,0-1-1 0 0,0 1 1 0 0,-1-1-1 0 0,1 1 1 0 0,-1-1-1 0 0,0 0 1 0 0,-1 0-1 0 0,1-1 1 0 0,-11 9-1 0 0,11-10-57 0 0,-1 0 0 0 0,0 0 0 0 0,0-1-1 0 0,0 1 1 0 0,0-1 0 0 0,0 0 0 0 0,0 0-1 0 0,0-1 1 0 0,-1 0 0 0 0,1 0 0 0 0,-1 0 0 0 0,1 0-1 0 0,-1-1 1 0 0,1 0 0 0 0,-1 0 0 0 0,0-1-1 0 0,1 1 1 0 0,-1-1 0 0 0,1 0 0 0 0,0-1-1 0 0,-7-2 1 0 0,-10-4 244 0 0,1-1 0 0 0,1-1 0 0 0,-35-22 0 0 0,18 8 2022 0 0,-40-33 1 0 0,63 46-1054 0 0,1-1 0 0 0,0 0 0 0 0,2-1 0 0 0,-1-1 0 0 0,1 1 0 0 0,-8-17 0 0 0,18 29-843 0 0,0 0-1 0 0,1 0 0 0 0,-1 0 1 0 0,1-1-1 0 0,-1 1 1 0 0,1 0-1 0 0,0-1 0 0 0,-1 1 1 0 0,1 0-1 0 0,0-1 0 0 0,0 1 1 0 0,0 0-1 0 0,0-1 1 0 0,0 1-1 0 0,0 0 0 0 0,0 0 1 0 0,1-1-1 0 0,-1 1 0 0 0,0 0 1 0 0,1-1-1 0 0,-1 1 1 0 0,1 0-1 0 0,0 0 0 0 0,-1 0 1 0 0,1-1-1 0 0,0 1 0 0 0,-1 0 1 0 0,1 0-1 0 0,0 0 1 0 0,0 0-1 0 0,0 0 0 0 0,0 0 1 0 0,0 1-1 0 0,2-3 0 0 0,5-1 55 0 0,-1-1 0 0 0,1 1-1 0 0,0 0 1 0 0,11-3-1 0 0,-4 0-63 0 0,125-47 173 0 0,-1 0-1606 0 0,-106 38 42 0 0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6429 13363 0 0,'-9'-3'286'0'0,"0"-1"0"0"0,0 0 0 0 0,0 0 0 0 0,1-1 0 0 0,0 0 0 0 0,0 0 0 0 0,0-1 0 0 0,0 0 0 0 0,-6-7 0 0 0,-1-2-353 0 0,1 0 0 0 0,0-1 0 0 0,-13-19 0 0 0,14 13 130 0 0,1 0-1 0 0,1-1 1 0 0,1 0-1 0 0,1 0 0 0 0,1-1 1 0 0,1-1-1 0 0,1 1 0 0 0,-3-33 1 0 0,0-26 175 0 0,3-93 1 0 0,6 168-237 0 0,38-590 576 0 0,54 5 179 0 0,59-54-461 0 0,51 12-156 0 0,43 46 149 0 0,47 18 331 0 0,-196 402-457 0 0,192-257 0 0 0,-179 284-2 0 0,194-192 0 0 0,-299 330-157 0 0,251-233 98 0 0,-178 171-140 0 0,123-79 0 0 0,113-54 78 0 0,-238 154-35 0 0,122-54 1 0 0,89-16-7 0 0,-170 76 35 0 0,137-25 0 0 0,-185 48-30 0 0,139-25 163 0 0,-172 37-121 0 0,1 1-1 0 0,-1 2 1 0 0,68 5 0 0 0,-102-4-37 0 0,0 0 0 0 0,-1 0 0 0 0,1 0 0 0 0,0 0 0 0 0,0 0 0 0 0,0 0 0 0 0,0 0 0 0 0,0 1 0 0 0,0-1 0 0 0,0 0 0 0 0,-1 0 0 0 0,1 1 0 0 0,0-1 0 0 0,0 1 0 0 0,0-1 0 0 0,-1 1 1 0 0,1-1-1 0 0,0 1 0 0 0,0-1 0 0 0,0 2 0 0 0,-1-1-2 0 0,0-1 0 0 0,-1 1-1 0 0,1 0 1 0 0,0-1 0 0 0,-1 1 0 0 0,1-1 0 0 0,-1 1 0 0 0,1-1 0 0 0,-1 1 0 0 0,1-1 0 0 0,-1 1 0 0 0,1-1 0 0 0,-1 0 0 0 0,0 1 0 0 0,1-1 0 0 0,-1 0-1 0 0,0 0 1 0 0,1 1 0 0 0,-2-1 0 0 0,-41 13-1459 0 0,-9-4-1497 0 0,18-1 1423 0 0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17972 0 0,'-1'0'22'0'0,"1"0"1"0"0,0 0-1 0 0,0-1 1 0 0,0 1-1 0 0,0 0 1 0 0,0 0-1 0 0,0 0 1 0 0,0-1-1 0 0,0 1 1 0 0,0 0-1 0 0,0 0 1 0 0,0-1-1 0 0,0 1 1 0 0,0 0-1 0 0,0 0 1 0 0,0 0-1 0 0,0-1 1 0 0,0 1-1 0 0,0 0 1 0 0,0 0-1 0 0,0 0 1 0 0,0-1-1 0 0,0 1 1 0 0,0 0-1 0 0,1 0 1 0 0,-1 0-1 0 0,0 0 1 0 0,0-1-1 0 0,0 1 1 0 0,0 0-1 0 0,0 0 1 0 0,1 0-1 0 0,-1 0 1 0 0,0-1-1 0 0,0 1 1 0 0,0 0-1 0 0,1 0 1 0 0,-1 0-1 0 0,0 0 1 0 0,0 0-1 0 0,0 0 1 0 0,1 0-1 0 0,-1 0 1 0 0,0 0-1 0 0,0 0 1 0 0,0 0-1 0 0,1 0 1 0 0,-1 0-1 0 0,0 0 1 0 0,1 0-1 0 0,19 0-734 0 0,22 9-530 0 0,273 107 1958 0 0,-175-59-713 0 0,-104-43 179 0 0,60 32 1 0 0,-87-40-84 0 0,1-1 0 0 0,-1 2 0 0 0,0-1 0 0 0,-1 1 0 0 0,1 1 0 0 0,-1-1 0 0 0,-1 1-1 0 0,1 1 1 0 0,-2-1 0 0 0,1 1 0 0 0,5 10 0 0 0,-11-14-24 0 0,0-1 0 0 0,1 0 0 0 0,-2 1 0 0 0,1-1 0 0 0,0 0-1 0 0,-1 1 1 0 0,0-1 0 0 0,0 1 0 0 0,-1-1 0 0 0,1 1 0 0 0,-1-1 0 0 0,0 0 0 0 0,0 1-1 0 0,0-1 1 0 0,0 0 0 0 0,-1 0 0 0 0,0 0 0 0 0,0 0 0 0 0,-4 7 0 0 0,-4 5 166 0 0,0 0 1 0 0,-1-1 0 0 0,-16 17 0 0 0,-22 18 356 0 0,-104 81 0 0 0,78-70-295 0 0,30-17-149 0 0,41-40-398 0 0,1 0 1 0 0,-1 0 0 0 0,1 0-1 0 0,0 1 1 0 0,1 0 0 0 0,-1 0-1 0 0,1-1 1 0 0,0 1 0 0 0,-2 7 0 0 0,3-3-962 0 0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1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16131 0 0,'10'24'273'0'0,"-2"1"0"0"0,0 0-1 0 0,-2 1 1 0 0,0-1 0 0 0,-2 1-1 0 0,1 41 1 0 0,-2 179-80 0 0,-3-243-173 0 0,-3 83 77 0 0,0 7 89 0 0,3 0 0 0 0,14 93 0 0 0,-6-103-2772 0 0,-8-81 1085 0 0,0-5-61 0 0,0-4-7 0 0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2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20 112 12899 0 0,'-20'-69'1400'0'0,"21"67"-1236"0"0,0-1 1 0 0,0 1-1 0 0,1 0 0 0 0,-1-1 0 0 0,0 1 1 0 0,1 0-1 0 0,0 0 0 0 0,-1 0 1 0 0,1 0-1 0 0,0 0 0 0 0,0 1 0 0 0,0-1 1 0 0,0 0-1 0 0,0 1 0 0 0,5-3 1 0 0,-2 2-100 0 0,0 1 0 0 0,0-1 0 0 0,0 1 0 0 0,0 0 1 0 0,0 1-1 0 0,1-1 0 0 0,-1 1 0 0 0,10 0 0 0 0,48 8 340 0 0,-37-4-240 0 0,345 37 1457 0 0,-343-38-1401 0 0,-4-1 64 0 0,0 1 0 0 0,25 6 0 0 0,-43-7-228 0 0,-1-1 1 0 0,0 1-1 0 0,1 0 0 0 0,-1 0 1 0 0,0 0-1 0 0,0 1 0 0 0,0 0 1 0 0,-1 0-1 0 0,1 0 0 0 0,-1 0 1 0 0,1 1-1 0 0,-1 0 0 0 0,0 0 1 0 0,5 6-1 0 0,-7-6-33 0 0,-1 0-1 0 0,1-1 1 0 0,-1 1-1 0 0,0 0 1 0 0,0 0 0 0 0,0 0-1 0 0,-1 0 1 0 0,1 0-1 0 0,-1 0 1 0 0,0 0 0 0 0,0 0-1 0 0,0 0 1 0 0,-1 0-1 0 0,1 0 1 0 0,-1 0 0 0 0,0 0-1 0 0,0 0 1 0 0,0 0-1 0 0,-4 6 1 0 0,-2 5 19 0 0,0 0-1 0 0,-1 0 1 0 0,-13 17 0 0 0,1-5 9 0 0,0-2 0 0 0,-2-1 0 0 0,-45 39 0 0 0,-83 54 177 0 0,117-93-218 0 0,-88 57 252 0 0,101-69-206 0 0,-1-1 0 0 0,-1-1-1 0 0,1-1 1 0 0,-25 6 0 0 0,163 14 257 0 0,-24-1-327 0 0,-1 4 0 0 0,-1 4-1 0 0,169 96 1 0 0,-248-126 94 0 0,-1 1-1 0 0,0 1 1 0 0,0 0-1 0 0,0 1 1 0 0,-1 0-1 0 0,-1 0 1 0 0,11 13-1 0 0,-17-18-46 0 0,0-1 0 0 0,-1 1 0 0 0,0 0 0 0 0,0 0 0 0 0,0 0 0 0 0,0 0 0 0 0,0 0 0 0 0,-1 0 0 0 0,0 1 0 0 0,0-1 0 0 0,0 0 0 0 0,0 1 0 0 0,-1-1 0 0 0,0 1 0 0 0,0-1 0 0 0,0 1 0 0 0,0-1 0 0 0,-1 0 0 0 0,0 1 0 0 0,0-1 0 0 0,0 0 0 0 0,0 1 0 0 0,0-1 0 0 0,-1 0 0 0 0,-3 5 0 0 0,-1 2 103 0 0,0-1 0 0 0,-1 0 0 0 0,-1-1 0 0 0,0 0 0 0 0,0 0 0 0 0,-1 0 0 0 0,0-1 0 0 0,-10 7 0 0 0,-87 53 479 0 0,71-48-335 0 0,-169 87 505 0 0,164-90-709 0 0,-1-2 0 0 0,0-1 1 0 0,-57 10-1 0 0,74-21-160 0 0,0-1-1 0 0,-1-1 0 0 0,-33-3 1 0 0,-4 0-3072 0 0,40 2 1459 0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25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332 452 7138 0 0,'0'0'56'0'0,"0"-1"0"0"0,-1 1 0 0 0,1 0 1 0 0,0 0-1 0 0,0-1 0 0 0,-1 1 1 0 0,1 0-1 0 0,0 0 0 0 0,-1 0 1 0 0,1 0-1 0 0,0 0 0 0 0,-1-1 1 0 0,1 1-1 0 0,0 0 0 0 0,-1 0 1 0 0,1 0-1 0 0,0 0 0 0 0,0 0 1 0 0,-1 0-1 0 0,1 0 0 0 0,0 0 0 0 0,-1 0 1 0 0,1 0-1 0 0,0 0 0 0 0,-1 0 1 0 0,1 0-1 0 0,0 0 0 0 0,-1 1 1 0 0,1-1-1 0 0,0 0 0 0 0,-1 0 1 0 0,1 0-1 0 0,-5 3 958 0 0,5-3-487 0 0,-3 3-250 0 0,1-2-250 0 0,-22 15 863 0 0,24-16-851 0 0,-1 0 1 0 0,0 1-1 0 0,1-1 0 0 0,-1 0 0 0 0,0 1 0 0 0,1-1 1 0 0,-1 0-1 0 0,0 0 0 0 0,0 0 0 0 0,1 0 1 0 0,-1 0-1 0 0,0 0 0 0 0,0 0 0 0 0,1 0 1 0 0,-1 0-1 0 0,0 0 0 0 0,0 0 0 0 0,1 0 1 0 0,-1 0-1 0 0,0-1 0 0 0,0 1 0 0 0,1 0 0 0 0,-1-1 1 0 0,0 1-1 0 0,1 0 0 0 0,-1-1 0 0 0,1 1 1 0 0,-1-1-1 0 0,0 1 0 0 0,1-1 0 0 0,-1 1 1 0 0,1-1-1 0 0,-1 1 0 0 0,1-1 0 0 0,-1 0 1 0 0,0 0-1 0 0,2-1-24 0 0,0 1 1 0 0,0 0 0 0 0,1 0-1 0 0,-1 0 1 0 0,0-1 0 0 0,0 1-1 0 0,1 1 1 0 0,-1-1 0 0 0,0 0-1 0 0,1 0 1 0 0,2-1 0 0 0,-4 2-16 0 0,16-9-238 0 0,0-1 1 0 0,-1 0 0 0 0,-1-1-1 0 0,0-1 1 0 0,18-19 0 0 0,-16 7 761 0 0,-15 23-500 0 0,0 0 1 0 0,-1 0-1 0 0,1 0 1 0 0,-1 0-1 0 0,1 0 1 0 0,-1 0-1 0 0,0 0 1 0 0,1 0-1 0 0,-1 0 1 0 0,0 0-1 0 0,0 0 1 0 0,0 0-1 0 0,1 0 1 0 0,-1 0-1 0 0,0 0 1 0 0,0-1-1 0 0,-1 1 1 0 0,1 0-1 0 0,0 0 1 0 0,0 0-1 0 0,0 0 1 0 0,-1 0-1 0 0,0-1 1 0 0,1 2 5 0 0,0 0 1 0 0,0 0-1 0 0,1 0 1 0 0,-1 0-1 0 0,0 0 1 0 0,0-1-1 0 0,0 1 1 0 0,0 0-1 0 0,0 0 1 0 0,0 0-1 0 0,0 0 1 0 0,-1 0-1 0 0,1 0 1 0 0,0 0-1 0 0,0 0 1 0 0,0 0-1 0 0,0-1 1 0 0,0 1-1 0 0,0 0 1 0 0,0 0-1 0 0,0 0 1 0 0,0 0-1 0 0,0 0 1 0 0,0 0-1 0 0,0 0 0 0 0,0 0 1 0 0,0 0-1 0 0,0 0 1 0 0,0 0-1 0 0,0 0 1 0 0,-1 0-1 0 0,1 0 1 0 0,0 0-1 0 0,0-1 1 0 0,0 1-1 0 0,0 0 1 0 0,0 0-1 0 0,0 0 1 0 0,0 0-1 0 0,0 0 1 0 0,0 0-1 0 0,0 0 1 0 0,-1 0-1 0 0,1 0 1 0 0,0 0-1 0 0,0 0 1 0 0,0 0-1 0 0,0 0 1 0 0,0 0-1 0 0,0 0 1 0 0,0 0-1 0 0,0 0 1 0 0,0 1-1 0 0,0-1 1 0 0,-1 0-1 0 0,1 0 1 0 0,0 0-1 0 0,0 0 1 0 0,0 0-1 0 0,0 0 1 0 0,0 0-1 0 0,0 0 1 0 0,0 0-1 0 0,0 0 1 0 0,-17 22-34 0 0,22-20 2433 0 0,-4-1-2437 0 0,-1 0 1 0 0,1-1-1 0 0,0 1 1 0 0,-1-1-1 0 0,1 0 1 0 0,0 1-1 0 0,0-1 1 0 0,-1 1-1 0 0,1-1 1 0 0,0 0-1 0 0,0 0 1 0 0,-1 1 0 0 0,1-1-1 0 0,0 0 1 0 0,0 0-1 0 0,0 0 1 0 0,-1 0-1 0 0,1 0 1 0 0,0 0-1 0 0,1 0 1 0 0,16-17 130 0 0,-17 16-120 0 0,0 1 0 0 0,-1-1 0 0 0,1 1 0 0 0,-1-1 0 0 0,1 1 1 0 0,-1-1-1 0 0,1 1 0 0 0,-1-1 0 0 0,1 0 0 0 0,-1 1 0 0 0,0-1 0 0 0,1 0 0 0 0,-1 1 1 0 0,0-1-1 0 0,0 0 0 0 0,0 1 0 0 0,1-1 0 0 0,-1 0 0 0 0,0 0 0 0 0,0 1 1 0 0,0-1-1 0 0,0 0 0 0 0,0 0 0 0 0,0 1 0 0 0,0-1 0 0 0,0 0 0 0 0,-1 0 1 0 0,1 1-1 0 0,0-2 0 0 0,-2 2-4 0 0,0-15 9 0 0,1 2 11 0 0,-15-30 89 0 0,15 39-100 0 0,-1 1-1 0 0,0-1 1 0 0,0 1-1 0 0,0 0 1 0 0,0 0-1 0 0,0 0 1 0 0,-1 0-1 0 0,1 0 1 0 0,-1 0-1 0 0,-4-3 1 0 0,6 5-9 0 0,0 0 0 0 0,-1 0 0 0 0,0 0 0 0 0,1 1 0 0 0,-1-1 0 0 0,1 0 0 0 0,-1 1 0 0 0,0-1 0 0 0,1 1 0 0 0,-1-1 0 0 0,0 1 0 0 0,0 0 0 0 0,0 0 0 0 0,1 0 0 0 0,-1 0 0 0 0,0 0 0 0 0,0 0 0 0 0,1 0 0 0 0,-1 0 0 0 0,0 1 0 0 0,0-1 0 0 0,-1 2 0 0 0,1-1 0 0 0,0 0 0 0 0,0 1 0 0 0,0-1 0 0 0,0 1 0 0 0,1 0 0 0 0,-1 0 0 0 0,1-1 0 0 0,-1 1 0 0 0,1 0 0 0 0,0 0 0 0 0,-1 1 0 0 0,1-1 0 0 0,0 0 0 0 0,0 3 0 0 0,-3 8 0 0 0,0 1 0 0 0,1 0 0 0 0,1 0 0 0 0,-1 18 0 0 0,3-31 0 0 0,-3 38 5 0 0,4 57 1 0 0,0-82-7 0 0,1 0 0 0 0,0 0 0 0 0,1-1 0 0 0,0 1 0 0 0,1 0 0 0 0,1-1 0 0 0,9 20-1 0 0,-11-27 14 0 0,1-1-1 0 0,0 1 0 0 0,0-1 1 0 0,0 0-1 0 0,0 0 0 0 0,1 0 1 0 0,-1-1-1 0 0,1 1 0 0 0,1-1 1 0 0,-1 0-1 0 0,1-1 0 0 0,-1 1 1 0 0,1-1-1 0 0,0 0 0 0 0,0 0 1 0 0,0-1-1 0 0,1 0 0 0 0,-1 0 0 0 0,0-1 1 0 0,1 1-1 0 0,-1-1 0 0 0,1-1 1 0 0,0 1-1 0 0,-1-1 0 0 0,1 0 1 0 0,-1-1-1 0 0,13-2 0 0 0,-5 0 185 0 0,0 0 1 0 0,0-1-1 0 0,-1-1 0 0 0,1 0 0 0 0,-1-1 0 0 0,0 0 0 0 0,0-1 0 0 0,-1 0 0 0 0,0-1 0 0 0,0-1 0 0 0,19-18 0 0 0,-15 11 118 0 0,0-1-1 0 0,-1-1 0 0 0,-1 0 0 0 0,-1-1 0 0 0,0 0 0 0 0,17-38 1 0 0,-26 49-242 0 0,-1 1 1 0 0,-1-1 0 0 0,1 0 0 0 0,-1 0-1 0 0,0-1 1 0 0,-1 1 0 0 0,0 0 0 0 0,-1-1-1 0 0,1 1 1 0 0,-1 0 0 0 0,-1-1 0 0 0,0 1-1 0 0,0 0 1 0 0,-1-1 0 0 0,0 1 0 0 0,0 0-1 0 0,-1 0 1 0 0,1 0 0 0 0,-2 1 0 0 0,1-1-1 0 0,-10-12 1 0 0,1 3 16 0 0,-2 0 1 0 0,0 2-1 0 0,-1 0 0 0 0,-1 0 0 0 0,0 2 0 0 0,0 0 0 0 0,-2 0 1 0 0,1 2-1 0 0,-2 0 0 0 0,1 1 0 0 0,-2 1 0 0 0,-31-11 1 0 0,28 13-88 0 0,-1 0 1 0 0,0 2 0 0 0,-1 0 0 0 0,1 2 0 0 0,-1 0 0 0 0,0 2 0 0 0,1 1 0 0 0,-1 1-1 0 0,0 1 1 0 0,-37 8 0 0 0,48-7-25 0 0,1 1-1 0 0,0 1 1 0 0,-1 0-1 0 0,1 0 1 0 0,1 1-1 0 0,-1 1 1 0 0,1 1-1 0 0,1-1 1 0 0,-1 2-1 0 0,-16 15 1 0 0,21-17 7 0 0,0 1 0 0 0,0 1 1 0 0,0-1-1 0 0,1 1 0 0 0,0 0 0 0 0,1 1 1 0 0,0-1-1 0 0,1 1 0 0 0,0 0 1 0 0,0 0-1 0 0,1 1 0 0 0,0-1 0 0 0,1 1 1 0 0,-1 15-1 0 0,2-5-846 0 0,1-1 0 0 0,2 1 0 0 0,0-1 0 0 0,9 41 0 0 0,2-11-6759 0 0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2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585 849 10138 0 0,'0'-1'168'0'0,"0"0"1"0"0,-1 0-1 0 0,1 0 0 0 0,0 0 0 0 0,-1 0 1 0 0,1 0-1 0 0,0 0 0 0 0,0 0 0 0 0,0 0 1 0 0,0 0-1 0 0,0 0 0 0 0,0-1 0 0 0,0 1 1 0 0,1 0-1 0 0,-1 0 0 0 0,0 0 0 0 0,0 0 1 0 0,1 0-1 0 0,-1 0 0 0 0,1 0 0 0 0,-1 0 1 0 0,1 1-1 0 0,-1-1 0 0 0,1 0 0 0 0,0 0 1 0 0,1-1-1 0 0,24-25 278 0 0,-16 17-428 0 0,49-49 621 0 0,69-77 1531 0 0,-106 109-1498 0 0,-1 0-1 0 0,-1-1 1 0 0,22-42-1 0 0,-37 60-532 0 0,-1 0 0 0 0,0 0 0 0 0,0 0 0 0 0,-1-1 0 0 0,0 1 0 0 0,-1-1 0 0 0,0 0 0 0 0,-1 0-1 0 0,0 0 1 0 0,-1 0 0 0 0,0 0 0 0 0,-1 0 0 0 0,0 1 0 0 0,0-1 0 0 0,-6-17 0 0 0,2 13-71 0 0,0 0 1 0 0,-1 1 0 0 0,-1 0 0 0 0,-1 0 0 0 0,0 0 0 0 0,-1 1-1 0 0,0 0 1 0 0,-1 0 0 0 0,0 1 0 0 0,-15-12 0 0 0,16 15-69 0 0,0 0 1 0 0,-1 1-1 0 0,0 1 0 0 0,0-1 1 0 0,-1 2-1 0 0,0-1 1 0 0,0 2-1 0 0,0-1 1 0 0,-1 2-1 0 0,0-1 1 0 0,0 2-1 0 0,0-1 1 0 0,0 2-1 0 0,-1 0 0 0 0,1 0 1 0 0,-1 1-1 0 0,1 1 1 0 0,-1 0-1 0 0,1 0 1 0 0,-1 1-1 0 0,1 1 1 0 0,-1 0-1 0 0,-16 6 0 0 0,-9 6-28 0 0,1 2 0 0 0,2 2 0 0 0,-1 1 0 0 0,2 2 0 0 0,1 1 0 0 0,0 1 0 0 0,2 2 0 0 0,-44 44 0 0 0,54-45 33 0 0,0 0-1 0 0,1 2 1 0 0,2 0-1 0 0,0 0 1 0 0,2 2-1 0 0,-15 36 1 0 0,22-44 47 0 0,2-1 0 0 0,0 2 0 0 0,1-1 0 0 0,1 0 0 0 0,1 1-1 0 0,1 0 1 0 0,1 0 0 0 0,1 0 0 0 0,0 0 0 0 0,4 30 0 0 0,-2-44-37 0 0,0 0-1 0 0,1-1 1 0 0,0 1-1 0 0,0 0 1 0 0,1 0-1 0 0,-1-1 1 0 0,1 1 0 0 0,1-1-1 0 0,-1 0 1 0 0,1 0-1 0 0,0 0 1 0 0,1-1-1 0 0,-1 1 1 0 0,1-1 0 0 0,0 0-1 0 0,0 0 1 0 0,12 7-1 0 0,-6-5 7 0 0,1-1 0 0 0,0 0-1 0 0,0-1 1 0 0,0 0 0 0 0,0-1-1 0 0,1-1 1 0 0,0 0 0 0 0,24 3-1 0 0,9-3-105 0 0,0-1 0 0 0,-1-3 0 0 0,1-1 0 0 0,-1-3 0 0 0,64-14 0 0 0,-17-3-403 0 0,141-56-1 0 0,-199 64-1781 0 0,-4 0-5303 0 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4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270 122 6913 0 0,'-19'-17'2389'0'0,"-4"-5"3067"0"0,10 5-5496 0 0,3 1 648 0 0,7 10-244 0 0,-1 0 0 0 0,0 0 1 0 0,0 1-1 0 0,-9-10 0 0 0,11 14-297 0 0,1 0-1 0 0,0 0 1 0 0,-1 0 0 0 0,1 0-1 0 0,-1 0 1 0 0,1 0 0 0 0,-1 0-1 0 0,1 1 1 0 0,-1-1 0 0 0,0 1-1 0 0,1-1 1 0 0,-1 1-1 0 0,0-1 1 0 0,0 1 0 0 0,1 0-1 0 0,-1 0 1 0 0,0 0 0 0 0,0 0-1 0 0,1 0 1 0 0,-1 0 0 0 0,0 1-1 0 0,0-1 1 0 0,-2 1 0 0 0,-3 2-2 0 0,0 0 1 0 0,0 0-1 0 0,1 0 1 0 0,-1 1-1 0 0,1 0 1 0 0,0 0-1 0 0,0 0 1 0 0,0 1-1 0 0,1 0 1 0 0,0 0-1 0 0,-9 11 1 0 0,7-7-65 0 0,2 0 1 0 0,-1 0 0 0 0,1 1-1 0 0,1 0 1 0 0,0 0-1 0 0,0 0 1 0 0,-3 16 0 0 0,3-7-28 0 0,1 1 1 0 0,1-1-1 0 0,1 0 1 0 0,1 1-1 0 0,0-1 1 0 0,1 0-1 0 0,2 1 1 0 0,7 33-1 0 0,-6-40 52 0 0,0 0-1 0 0,0 0 1 0 0,1 0 0 0 0,11 19-1 0 0,-13-26-16 0 0,1-2 0 0 0,-1 1 1 0 0,1 0-1 0 0,0-1 0 0 0,0 0 0 0 0,0 0 0 0 0,1 0 0 0 0,0 0 0 0 0,-1-1 1 0 0,1 1-1 0 0,1-1 0 0 0,-1-1 0 0 0,6 3 0 0 0,-8-3-110 0 0,0-1 0 0 0,0 0 0 0 0,0 0 0 0 0,0 0 0 0 0,0 0 0 0 0,0-1 0 0 0,0 1 0 0 0,1-1 0 0 0,-1 0 0 0 0,0 0 0 0 0,0 0 0 0 0,0 0 0 0 0,0 0-1 0 0,0-1 1 0 0,0 0 0 0 0,0 1 0 0 0,0-1 0 0 0,0 0 0 0 0,0 0 0 0 0,0-1 0 0 0,4-1 0 0 0,3-4-1133 0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4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72 10594 0 0,'-10'-7'588'0'0,"1"-1"-1"0"0,-1 0 0 0 0,2 0 1 0 0,-14-16-1 0 0,22 23-584 0 0,-1 0 102 0 0,0 0 1 0 0,0-1-1 0 0,-1 1 1 0 0,1 0-1 0 0,0 0 1 0 0,0 0-1 0 0,0 0 1 0 0,-1 0-1 0 0,1 0 1 0 0,-1 1-1 0 0,1-1 1 0 0,0 0-1 0 0,-1 1 1 0 0,1-1-1 0 0,-1 1 1 0 0,0-1-1 0 0,1 1 1 0 0,-1 0-1 0 0,1 0 1 0 0,-1 0-1 0 0,0 0 1 0 0,1 0 0 0 0,-3 0-1 0 0,1 1 4 0 0,1 0 0 0 0,-1 0 0 0 0,1 0 0 0 0,-1 0 0 0 0,1 1 0 0 0,-1-1 0 0 0,1 1 0 0 0,0-1 0 0 0,0 1 0 0 0,-1 0 0 0 0,1 0 0 0 0,-2 3 0 0 0,-4 5 56 0 0,1 0 1 0 0,0 0-1 0 0,1 1 0 0 0,0 0 0 0 0,-4 11 1 0 0,2-3-35 0 0,2 0 0 0 0,0 0 0 0 0,-4 32 0 0 0,8-40-62 0 0,1 0 0 0 0,0 0 0 0 0,1 1 0 0 0,0-1 0 0 0,0 0 0 0 0,2 0 0 0 0,-1 0 0 0 0,4 11 0 0 0,-4-19-51 0 0,-1-1 0 0 0,1 0 0 0 0,0 1 0 0 0,0-1 0 0 0,0 0 0 0 0,0 0-1 0 0,0 0 1 0 0,1 0 0 0 0,-1 0 0 0 0,1 0 0 0 0,-1 0 0 0 0,1 0 0 0 0,0-1 0 0 0,-1 1-1 0 0,1-1 1 0 0,0 1 0 0 0,0-1 0 0 0,0 0 0 0 0,0 1 0 0 0,0-1 0 0 0,1 0 0 0 0,-1 0 0 0 0,0-1-1 0 0,0 1 1 0 0,1 0 0 0 0,-1-1 0 0 0,0 0 0 0 0,1 1 0 0 0,-1-1 0 0 0,1 0 0 0 0,-1 0-1 0 0,5-1 1 0 0,-2 0-5 0 0,-1 0 0 0 0,1 0-1 0 0,-1 0 1 0 0,0-1 0 0 0,1 0-1 0 0,-1 0 1 0 0,0 0 0 0 0,0 0-1 0 0,0-1 1 0 0,0 0 0 0 0,-1 0-1 0 0,1 0 1 0 0,-1 0 0 0 0,0 0-1 0 0,0-1 1 0 0,4-4 0 0 0,9-19-11 0 0,-1-1 1 0 0,-2-1 0 0 0,20-59 0 0 0,-32 88-4 0 0,-1-1 5 0 0,6-16-25 0 0,-3 11 66 0 0,-1 8 183 0 0,-2 34-23 0 0,2 1-1 0 0,11 64 1 0 0,-12-97-318 0 0,0 0 1 0 0,0 0 0 0 0,1 0-1 0 0,0 1 1 0 0,0-1-1 0 0,0-1 1 0 0,0 1-1 0 0,0 0 1 0 0,5 4-1 0 0,-7-7 30 0 0,1-1 0 0 0,-1 1 0 0 0,1 0 0 0 0,-1-1 0 0 0,1 0 0 0 0,0 1 0 0 0,-1-1-1 0 0,1 1 1 0 0,0-1 0 0 0,-1 0 0 0 0,1 1 0 0 0,0-1 0 0 0,0 0 0 0 0,-1 0 0 0 0,1 1 0 0 0,0-1 0 0 0,0 0 0 0 0,-1 0-1 0 0,1 0 1 0 0,0 0 0 0 0,0 0 0 0 0,1 0 0 0 0,-1-1-52 0 0,0 0-1 0 0,1 0 0 0 0,-1 1 1 0 0,0-1-1 0 0,0 0 1 0 0,0 0-1 0 0,0 0 1 0 0,1 0-1 0 0,-1 0 1 0 0,-1 0-1 0 0,1 0 1 0 0,0-1-1 0 0,0 1 1 0 0,0 0-1 0 0,-1 0 1 0 0,2-3-1 0 0,20-52-3339 0 0,-13 31 2258 0 0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5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8930 0 0,'14'75'4039'0'0,"-3"-17"-2954"0"0,8 64 2074 0 0,-17-111-572 0 0,-5-24-617 0 0,3 12-1647 0 0,-1-4-3 0 0,-6-28 337 0 0,-4-42-1 0 0,10 59-631 0 0,0 0-1 0 0,1 0 0 0 0,1 0 0 0 0,0 0 1 0 0,5-19-1 0 0,-6 33-100 0 0,0 1 0 0 0,1 0 0 0 0,-1 0 1 0 0,1 0-1 0 0,-1-1 0 0 0,1 1 0 0 0,-1 0 0 0 0,1 0 1 0 0,0 0-1 0 0,0 0 0 0 0,0 0 0 0 0,-1 0 1 0 0,1 0-1 0 0,0 1 0 0 0,0-1 0 0 0,0 0 0 0 0,0 0 1 0 0,0 1-1 0 0,1-1 0 0 0,-1 1 0 0 0,0-1 0 0 0,0 1 1 0 0,0-1-1 0 0,1 1 0 0 0,1-1 0 0 0,4 0-683 0 0,-1 1 0 0 0,1 0-1 0 0,-1 0 1 0 0,9 1-1 0 0,16 0-1606 0 0,-19-3 1575 0 0,-5 2 168 0 0,0 0 0 0 0,-1-1 0 0 0,1-1-1 0 0,0 1 1 0 0,0-1 0 0 0,-1 0 0 0 0,11-5 0 0 0,-16 7 637 0 0,-1 0 0 0 0,0 0 1 0 0,0-1-1 0 0,1 1 0 0 0,-1 0 0 0 0,0 0 0 0 0,0 0 0 0 0,0-1 1 0 0,0 1-1 0 0,0 0 0 0 0,1 0 0 0 0,-1-1 0 0 0,0 1 0 0 0,0 0 1 0 0,0 0-1 0 0,0-1 0 0 0,0 1 0 0 0,0 0 0 0 0,0-1 0 0 0,0 1 0 0 0,0 0 1 0 0,0 0-1 0 0,0-1 0 0 0,0 1 0 0 0,0 0 0 0 0,0-1 0 0 0,0 1 1 0 0,0 0-1 0 0,0 0 0 0 0,0-1 0 0 0,0 1 0 0 0,-1 0 0 0 0,1 0 1 0 0,0-1-1 0 0,0 1 0 0 0,0 0 0 0 0,-1-1 0 0 0,1 1 200 0 0,0 0-1 0 0,-1 0 0 0 0,1 0 1 0 0,-1-1-1 0 0,1 1 1 0 0,-1 0-1 0 0,1 0 0 0 0,0 0 1 0 0,-1 0-1 0 0,1 0 1 0 0,-1 0-1 0 0,1 0 0 0 0,-1 0 1 0 0,1 0-1 0 0,0 0 1 0 0,-1 0-1 0 0,1 0 1 0 0,-1 0-1 0 0,1 0 0 0 0,-1 1 1 0 0,1-1-1 0 0,0 0 1 0 0,-1 0-1 0 0,0 1 0 0 0,-1-1-86 0 0,0 1 1 0 0,1 0-1 0 0,-1 0 0 0 0,0 0 0 0 0,0 1 0 0 0,0-1 0 0 0,1 0 0 0 0,-1 1 0 0 0,1-1 0 0 0,-1 1 1 0 0,1-1-1 0 0,-1 1 0 0 0,1 0 0 0 0,0-1 0 0 0,0 1 0 0 0,0 0 0 0 0,0 0 0 0 0,0 0 0 0 0,0 0 0 0 0,1 0 1 0 0,-1 0-1 0 0,0 0 0 0 0,1 0 0 0 0,0 0 0 0 0,-1 4 0 0 0,-2 32 399 0 0,1 1-1 0 0,3 42 0 0 0,-1-78-480 0 0,3 23 26 0 0,-3-24-58 0 0,0-1 0 0 0,0 0 0 0 0,1 0 1 0 0,-1 0-1 0 0,0 1 0 0 0,1-1 0 0 0,-1 0 0 0 0,1 0 0 0 0,-1 0 0 0 0,1 0 0 0 0,-1 0 1 0 0,1 1-1 0 0,0-1 0 0 0,-1-1 0 0 0,1 1 0 0 0,1 1 0 0 0,-1-2 4 0 0,-1 0 0 0 0,1 0 0 0 0,-1 0 0 0 0,1 0 0 0 0,-1-1 0 0 0,1 1 1 0 0,-1 0-1 0 0,0 0 0 0 0,1-1 0 0 0,-1 1 0 0 0,1 0 0 0 0,-1-1 0 0 0,0 1 0 0 0,1 0 0 0 0,-1-1 0 0 0,0 1 0 0 0,0 0 0 0 0,1-1 0 0 0,-1 1 0 0 0,0-1 0 0 0,0 1 0 0 0,1-1 0 0 0,-1 1 0 0 0,0-1 0 0 0,0 1 1 0 0,0-1-1 0 0,0 1 0 0 0,0-1 0 0 0,0 1 0 0 0,0-1 0 0 0,0 0 0 0 0,5-20 117 0 0,-5 19-136 0 0,3-41 34 0 0,-3 31-5 0 0,1 0-1 0 0,0 1 0 0 0,5-22 0 0 0,-5 30-23 0 0,0 0 0 0 0,0 1 0 0 0,0-1 0 0 0,0 1-1 0 0,0-1 1 0 0,0 1 0 0 0,1 0 0 0 0,-1-1 0 0 0,1 1 0 0 0,0 0-1 0 0,0 0 1 0 0,0 0 0 0 0,0 0 0 0 0,0 0 0 0 0,0 1 0 0 0,0-1 0 0 0,0 1-1 0 0,1-1 1 0 0,-1 1 0 0 0,1 0 0 0 0,2-2 0 0 0,2 2-22 0 0,0-1 0 0 0,1 1 0 0 0,-1 0 1 0 0,0 0-1 0 0,0 1 0 0 0,13 0 0 0 0,-16 0 9 0 0,0 1-1 0 0,0-1 0 0 0,-1 1 0 0 0,1 0 0 0 0,0 0 0 0 0,0 0 1 0 0,0 0-1 0 0,0 1 0 0 0,-1-1 0 0 0,1 1 0 0 0,-1 0 1 0 0,1 0-1 0 0,4 4 0 0 0,9 27-664 0 0,-11-66-232 0 0,-5 16 729 0 0,-1 12 169 0 0,1 0 1 0 0,-1-1-1 0 0,0 1 0 0 0,-1 0 0 0 0,0-1 0 0 0,-1-7 0 0 0,2 13 12 0 0,0 0-1 0 0,0 0 1 0 0,0 0-1 0 0,0 0 1 0 0,0 0-1 0 0,0 0 1 0 0,0 0-1 0 0,0 0 1 0 0,0 0-1 0 0,0 0 1 0 0,0 0-1 0 0,0 0 1 0 0,0-1-1 0 0,0 1 1 0 0,0 0-1 0 0,0 0 1 0 0,0 0-1 0 0,0 0 0 0 0,0 0 1 0 0,-1 0-1 0 0,1 0 1 0 0,0 0-1 0 0,0 0 1 0 0,0 0-1 0 0,0 0 1 0 0,0 0-1 0 0,0 0 1 0 0,0 0-1 0 0,0 0 1 0 0,0 0-1 0 0,0 0 1 0 0,0 0-1 0 0,0 0 1 0 0,0 0-1 0 0,-1-1 1 0 0,1 1-1 0 0,0 0 1 0 0,0 0-1 0 0,0 0 1 0 0,0 0-1 0 0,0 0 1 0 0,0 0-1 0 0,0 0 1 0 0,0 1-1 0 0,0-1 1 0 0,0 0-1 0 0,0 0 1 0 0,0 0-1 0 0,-1 0 1 0 0,1 0-1 0 0,0 0 1 0 0,0 0-1 0 0,0 0 1 0 0,0 0-1 0 0,0 0 0 0 0,0 0 1 0 0,0 0-1 0 0,0 0 1 0 0,0 0-1 0 0,0 0 1 0 0,0 0-1 0 0,0 0 1 0 0,0 0-1 0 0,0 0 1 0 0,0 0-1 0 0,0 1 1 0 0,0-1-1 0 0,0 0 1 0 0,0 0-1 0 0,-5 9 140 0 0,0 12-36 0 0,3-6-47 0 0,-1 16-13 0 0,0 53 0 0 0,3-76-41 0 0,0 0 0 0 0,1 0 0 0 0,0 0 0 0 0,1 0 0 0 0,0 0 0 0 0,0 0 0 0 0,1-1 0 0 0,0 1 0 0 0,0-1-1 0 0,0 0 1 0 0,10 14 0 0 0,-12-20 4 0 0,-1 0-1 0 0,1 0 0 0 0,0 0 1 0 0,0 1-1 0 0,0-1 0 0 0,1 0 1 0 0,-1 0-1 0 0,0 0 0 0 0,0-1 1 0 0,0 1-1 0 0,1 0 0 0 0,-1 0 1 0 0,0-1-1 0 0,1 1 0 0 0,-1-1 1 0 0,1 1-1 0 0,-1-1 0 0 0,0 1 1 0 0,1-1-1 0 0,-1 0 0 0 0,1 0 0 0 0,1 0 1 0 0,-1 0 4 0 0,0-1 0 0 0,0 1 0 0 0,0-1-1 0 0,0 0 1 0 0,0 0 0 0 0,0 0 0 0 0,0 0 0 0 0,0 0 0 0 0,-1 0 0 0 0,1 0 0 0 0,0-1 0 0 0,-1 1 0 0 0,1 0 0 0 0,0-3-1 0 0,6-6 3 0 0,0 0-1 0 0,-1 0 1 0 0,-1-1-1 0 0,6-14 0 0 0,-9 20-52 0 0,6-17 56 0 0,0 0 0 0 0,-2-1 0 0 0,-1 1 0 0 0,-1-1 0 0 0,0-1 0 0 0,1-35-1 0 0,-5 56 635 0 0,2 8-250 0 0,4 21-125 0 0,7 37-229 0 0,3 18-30 0 0,4 16 8 0 0,10 124 0 0 0,-30-194 126 0 0,-1 1 1 0 0,-2 0 0 0 0,-1-1-1 0 0,-1 0 1 0 0,-1 0 0 0 0,-1 0-1 0 0,-2 0 1 0 0,-1-1 0 0 0,0 0-1 0 0,-21 37 1 0 0,24-53-96 0 0,-1 0 0 0 0,1 0 0 0 0,-2 0 1 0 0,0-1-1 0 0,0 0 0 0 0,0 0 0 0 0,-1-1 0 0 0,0 0 1 0 0,-1 0-1 0 0,0-1 0 0 0,0-1 0 0 0,-11 6 0 0 0,13-8-13 0 0,1-1-1 0 0,-1 0 1 0 0,0 0-1 0 0,0-1 1 0 0,0 0-1 0 0,0-1 1 0 0,-1 0-1 0 0,1 0 1 0 0,0 0-1 0 0,-1-1 1 0 0,1-1-1 0 0,0 1 1 0 0,0-1-1 0 0,-1-1 1 0 0,1 1-1 0 0,0-1 1 0 0,0-1-1 0 0,-10-4 0 0 0,3 0-24 0 0,1 0-1 0 0,-1-2 1 0 0,1 0-1 0 0,0 0 1 0 0,1-1-1 0 0,0-1 0 0 0,1 0 1 0 0,-18-21-1 0 0,22 22-336 0 0,1 0 1 0 0,0 0-1 0 0,0-1 0 0 0,1 0 0 0 0,1 0 1 0 0,0 0-1 0 0,1-1 0 0 0,0 1 1 0 0,0-1-1 0 0,1 0 0 0 0,1-1 0 0 0,-2-14 1 0 0,3-2-1816 0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 15059 0 0,'-7'0'177'0'0,"0"0"0"0"0,0 0-1 0 0,0 1 1 0 0,0 0 0 0 0,1 0 0 0 0,-1 1-1 0 0,0 0 1 0 0,0 0 0 0 0,1 1-1 0 0,-1-1 1 0 0,1 2 0 0 0,0-1 0 0 0,-10 7-1 0 0,6-3-50 0 0,0 1 0 0 0,0 1 0 0 0,1 0 0 0 0,0 0 0 0 0,1 0 0 0 0,-13 19 0 0 0,20-26-117 0 0,0-1 0 0 0,0 1-1 0 0,0 0 1 0 0,0 0 0 0 0,0-1 0 0 0,1 1 0 0 0,-1 0 0 0 0,1 0 0 0 0,-1 0 0 0 0,1 0 0 0 0,0 0 0 0 0,-1 0 0 0 0,1 0 0 0 0,0 0 0 0 0,0 0 0 0 0,1 0 0 0 0,-1 0 0 0 0,0 0 0 0 0,1 0 0 0 0,-1 0 0 0 0,1 0 0 0 0,-1 0 0 0 0,1 0 0 0 0,0 0 0 0 0,0-1 0 0 0,0 1 0 0 0,0 0 0 0 0,0 0 0 0 0,0-1 0 0 0,1 1 0 0 0,-1-1 0 0 0,1 1-1 0 0,-1-1 1 0 0,1 0 0 0 0,-1 1 0 0 0,1-1 0 0 0,2 1 0 0 0,8 6 47 0 0,0-1 0 0 0,0-1 0 0 0,0 0 1 0 0,18 6-1 0 0,-26-10-45 0 0,21 7 27 0 0,0 0-4 0 0,39 20 1 0 0,-58-26-30 0 0,-1 0 1 0 0,1 1-1 0 0,0 0 0 0 0,-1 0 0 0 0,0 0 1 0 0,0 1-1 0 0,0 0 0 0 0,-1 0 1 0 0,1 0-1 0 0,-1 1 0 0 0,5 9 0 0 0,-8-13 10 0 0,0 0 0 0 0,0 0 0 0 0,0 0-1 0 0,-1 0 1 0 0,1 0 0 0 0,-1 0-1 0 0,1 0 1 0 0,-1 0 0 0 0,0 1 0 0 0,0-1-1 0 0,0 0 1 0 0,0 0 0 0 0,0 0 0 0 0,-1 1-1 0 0,1-1 1 0 0,-1 0 0 0 0,0 3-1 0 0,-1-1 57 0 0,0 0-1 0 0,0 0 0 0 0,0-1 0 0 0,-1 1 1 0 0,1 0-1 0 0,-1-1 0 0 0,0 1 1 0 0,-4 2-1 0 0,-5 5 280 0 0,-2 0 1 0 0,1-1-1 0 0,-22 11 0 0 0,30-18-272 0 0,-9 5-1 0 0,0-1-1 0 0,0 0 1 0 0,-1 0-1 0 0,1-2 1 0 0,-2 0 0 0 0,1-1-1 0 0,0 0 1 0 0,-32 3-1 0 0,61-31-5910 0 0,-4 9 3369 0 0,2-3-21 0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6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6913 0 0,'-2'3'402'0'0,"1"-1"-1"0"0,-1 1 0 0 0,0 0 0 0 0,1-1 0 0 0,0 1 0 0 0,-1 0 0 0 0,1 0 0 0 0,0 0 0 0 0,1 0 0 0 0,-2 5 1 0 0,-3 35 2121 0 0,4-33-2448 0 0,-3 22 380 0 0,-3 72 634 0 0,6-90-832 0 0,2 1 0 0 0,0-1 1 0 0,1 1-1 0 0,0-1 0 0 0,5 15 1 0 0,-7-26-180 0 0,1-1 0 0 0,0 1 1 0 0,0-1-1 0 0,0 0 0 0 0,0 1 1 0 0,0-1-1 0 0,0 0 0 0 0,0 0 1 0 0,1 0-1 0 0,-1 0 0 0 0,1 0 1 0 0,0 0-1 0 0,-1 0 0 0 0,1 0 1 0 0,0-1-1 0 0,0 1 0 0 0,0-1 0 0 0,4 3 1 0 0,-4-4-6 0 0,0 1 0 0 0,1-1 0 0 0,-1 1 0 0 0,0-1 1 0 0,0 0-1 0 0,1 0 0 0 0,-1 0 0 0 0,0 0 0 0 0,0 0 0 0 0,1 0 1 0 0,-1-1-1 0 0,0 1 0 0 0,0-1 0 0 0,1 0 0 0 0,-1 1 1 0 0,3-3-1 0 0,3-1 56 0 0,-1 0 0 0 0,0-1 0 0 0,0 0 0 0 0,0-1 0 0 0,-1 1 1 0 0,0-1-1 0 0,0 0 0 0 0,0-1 0 0 0,7-11 0 0 0,-7 10-27 0 0,0-2 1 0 0,-1 1-1 0 0,0 0 0 0 0,0-1 1 0 0,-1 0-1 0 0,0 0 0 0 0,-1-1 1 0 0,0 1-1 0 0,-1-1 0 0 0,0 1 0 0 0,-1-1 1 0 0,0 0-1 0 0,0 1 0 0 0,-1-1 1 0 0,-1 0-1 0 0,-2-16 0 0 0,3 26-74 0 0,0 0 0 0 0,0 0-1 0 0,0 1 1 0 0,-1-1 0 0 0,1 0 0 0 0,0 0-1 0 0,0 0 1 0 0,-1 0 0 0 0,1 0-1 0 0,0 1 1 0 0,-1-1 0 0 0,1 0 0 0 0,-1 0-1 0 0,1 1 1 0 0,-1-1 0 0 0,0 0-1 0 0,1 0 1 0 0,-1 1 0 0 0,0-1 0 0 0,0 0-1 0 0,0 1 5 0 0,0 0-1 0 0,1 0 1 0 0,-1 0-1 0 0,1 0 1 0 0,-1 0-1 0 0,1 0 0 0 0,-1 0 1 0 0,1 1-1 0 0,-1-1 1 0 0,1 0-1 0 0,-1 0 1 0 0,1 1-1 0 0,-1-1 1 0 0,1 0-1 0 0,-1 0 0 0 0,1 1 1 0 0,-1-1-1 0 0,1 1 1 0 0,0-1-1 0 0,-1 0 1 0 0,1 1-1 0 0,0-1 1 0 0,-1 2-1 0 0,-2 1 47 0 0,1 1-1 0 0,-1 0 0 0 0,1 0 1 0 0,0 1-1 0 0,1-1 1 0 0,-3 7-1 0 0,-2 16-41 0 0,1 0-1 0 0,-2 32 1 0 0,7-51-173 0 0,0 0 0 0 0,0 0 0 0 0,0-1 0 0 0,1 1 1 0 0,0 0-1 0 0,0 0 0 0 0,1-1 0 0 0,0 1 0 0 0,1-1 0 0 0,-1 1 1 0 0,2-1-1 0 0,5 11 0 0 0,-8-16-151 0 0,1 0 1 0 0,0 0-1 0 0,0 1 1 0 0,0-1-1 0 0,0 0 1 0 0,1-1-1 0 0,-1 1 1 0 0,5 3-1 0 0,-6-5-46 0 0,0 1-1 0 0,0-1 1 0 0,0 0-1 0 0,0 1 1 0 0,0-1-1 0 0,0 0 1 0 0,0 0-1 0 0,0 1 1 0 0,0-1-1 0 0,0 0 1 0 0,1 0-1 0 0,-1 0 1 0 0,0 0-1 0 0,0-1 1 0 0,0 1-1 0 0,0 0 1 0 0,2-1-1 0 0,3-2-5155 0 0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7:4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5529 0 0,'1'0'220'0'0,"-1"-1"-1"0"0,0 1 0 0 0,0 0 1 0 0,0-1-1 0 0,0 1 0 0 0,0 0 1 0 0,0 0-1 0 0,0-1 0 0 0,1 1 1 0 0,-1 0-1 0 0,0-1 0 0 0,0 1 1 0 0,0 0-1 0 0,1 0 0 0 0,-1-1 1 0 0,0 1-1 0 0,0 0 0 0 0,1 0 1 0 0,-1 0-1 0 0,0 0 0 0 0,0-1 1 0 0,1 1-1 0 0,-1 0 0 0 0,0 0 1 0 0,1 0-1 0 0,-1 0 0 0 0,0 0 1 0 0,1 0-1 0 0,-1 0 1 0 0,0 0-1 0 0,1 0 0 0 0,5 8 1841 0 0,1 20-2227 0 0,-7-26 656 0 0,5 31 220 0 0,0 66 0 0 0,1 9 1271 0 0,-6-93-1302 0 0,0-13-464 0 0,0 0-1 0 0,0 0 1 0 0,0 1-1 0 0,0-1 1 0 0,0 0-1 0 0,0 0 1 0 0,0 1-1 0 0,1-1 1 0 0,-1 0-1 0 0,1 0 1 0 0,0 0-1 0 0,1 4 1 0 0,-1-6-179 0 0,-1 0 0 0 0,1 0-1 0 0,-1 0 1 0 0,1 0 0 0 0,-1 0 0 0 0,1 0-1 0 0,-1 0 1 0 0,1-1 0 0 0,-1 1 0 0 0,1 0 0 0 0,-1 0-1 0 0,1 0 1 0 0,-1 0 0 0 0,1-1 0 0 0,-1 1 0 0 0,1 0-1 0 0,-1 0 1 0 0,1-1 0 0 0,-1 1 0 0 0,0 0-1 0 0,1-1 1 0 0,-1 1 0 0 0,0-1 0 0 0,1 1 0 0 0,-1 0-1 0 0,0-1 1 0 0,1 1 0 0 0,-1-1 0 0 0,0 0 0 0 0,12-16 122 0 0,-11 16-111 0 0,9-18 63 0 0,-1-1-1 0 0,0 0 1 0 0,-2 0 0 0 0,10-39-1 0 0,-12 39-64 0 0,1-1-1 0 0,0 1 0 0 0,2 1 1 0 0,18-35-1 0 0,-26 53-16 0 0,0 0 0 0 0,1 0-1 0 0,-1 0 1 0 0,1 0 0 0 0,-1 0 0 0 0,1 1-1 0 0,0-1 1 0 0,-1 0 0 0 0,1 0 0 0 0,0 0-1 0 0,-1 1 1 0 0,1-1 0 0 0,0 0 0 0 0,0 1 0 0 0,0-1-1 0 0,0 1 1 0 0,-1-1 0 0 0,1 1 0 0 0,0-1-1 0 0,0 1 1 0 0,0 0 0 0 0,0-1 0 0 0,0 1-1 0 0,0 0 1 0 0,0 0 0 0 0,2 0 0 0 0,-2 0-6 0 0,0 1 0 0 0,0 0 1 0 0,1-1-1 0 0,-1 1 1 0 0,0 0-1 0 0,0 0 0 0 0,0 0 1 0 0,-1 0-1 0 0,1 0 1 0 0,0 0-1 0 0,0 0 0 0 0,0 0 1 0 0,-1 0-1 0 0,1 0 1 0 0,0 0-1 0 0,-1 0 0 0 0,1 2 1 0 0,3 7 59 0 0,-1 1 0 0 0,0-1 0 0 0,2 20 0 0 0,-3 1-11 0 0,-1 0 0 0 0,-3 34 0 0 0,0-31-27 0 0,3 47 0 0 0,-2-81-43 0 0,1 1 0 0 0,0-1 0 0 0,0 1 0 0 0,0 0 0 0 0,0-1-1 0 0,0 1 1 0 0,0-1 0 0 0,1 1 0 0 0,-1-1 0 0 0,0 1-1 0 0,0-1 1 0 0,0 1 0 0 0,0-1 0 0 0,1 1 0 0 0,-1 0 0 0 0,0-1-1 0 0,0 0 1 0 0,1 1 0 0 0,-1-1 0 0 0,0 1 0 0 0,1-1-1 0 0,-1 1 1 0 0,1-1 0 0 0,-1 0 0 0 0,0 1 0 0 0,1-1-1 0 0,-1 0 1 0 0,1 1 0 0 0,0-1-4 0 0,0 0 0 0 0,0-1 0 0 0,-1 1 0 0 0,1 0 0 0 0,0 0 0 0 0,-1-1-1 0 0,1 1 1 0 0,0-1 0 0 0,-1 1 0 0 0,1 0 0 0 0,0-1 0 0 0,-1 1 0 0 0,1-1 0 0 0,-1 1 0 0 0,1-1 0 0 0,-1 0 0 0 0,1 0-1 0 0,18-30-110 0 0,64-180 24 0 0,-79 202 127 0 0,0 1 0 0 0,0-1-1 0 0,1 1 1 0 0,0 0 0 0 0,0 1 0 0 0,1-1 0 0 0,0 1-1 0 0,8-7 1 0 0,-11 11-10 0 0,-1 1 0 0 0,1 1 0 0 0,0-1 0 0 0,0 0 0 0 0,0 1 0 0 0,0-1-1 0 0,0 1 1 0 0,0 0 0 0 0,0 0 0 0 0,0 0 0 0 0,1 0 0 0 0,-1 1 0 0 0,0-1 0 0 0,1 1 0 0 0,-1 0 0 0 0,0 0 0 0 0,1 0-1 0 0,-1 1 1 0 0,0-1 0 0 0,0 1 0 0 0,1-1 0 0 0,-1 1 0 0 0,0 0 0 0 0,0 0 0 0 0,0 1 0 0 0,4 1 0 0 0,1 1 32 0 0,0 1 1 0 0,-1 1 0 0 0,1-1 0 0 0,-1 1 0 0 0,0 0-1 0 0,-1 1 1 0 0,1 0 0 0 0,-1 0 0 0 0,0 0 0 0 0,-1 1-1 0 0,8 14 1 0 0,-4-6 10 0 0,-2 0 0 0 0,0 1 0 0 0,0 0 1 0 0,-2 0-1 0 0,5 22 0 0 0,-8-26-8 0 0,-1 0 1 0 0,0 0-1 0 0,0 1 0 0 0,-2-1 1 0 0,-1 18-1 0 0,-18 64 275 0 0,20-94-532 0 0,0 0 1 0 0,0 0-1 0 0,-1 0 1 0 0,1 0-1 0 0,0 0 0 0 0,-1 0 1 0 0,1 0-1 0 0,-1 0 1 0 0,1 0-1 0 0,-1-1 0 0 0,1 1 1 0 0,-1 0-1 0 0,0 0 1 0 0,1 0-1 0 0,-1-1 0 0 0,0 1 1 0 0,0 0-1 0 0,1-1 1 0 0,-1 1-1 0 0,0-1 0 0 0,0 1 1 0 0,0-1-1 0 0,-1 1 1 0 0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0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23 24575,'0'0'0,"0"0"0,0 0 0,0 0 0,0 0 0,0 0 0,-3-6 0,-1-2 0,0 0 0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445 153 24575,'1'0'0,"-1"0"0,1 0 0,-1-1 0,0 1 0,1 0 0,-1 0 0,0-1 0,1 1 0,-1 0 0,0-1 0,0 1 0,1 0 0,-1-1 0,0 1 0,0 0 0,1-1 0,-1 1 0,0-1 0,0 1 0,0 0 0,0-1 0,0 1 0,0-1 0,0 1 0,0 0 0,0-1 0,0 1 0,0-1 0,0 1 0,0-1 0,0 1 0,0 0 0,0-1 0,0 1 0,0-1 0,-1 0 0,-4-14 0,0 6 0,-1 0 0,1 0 0,-2 1 0,1 0 0,-1 1 0,0 0 0,-1 0 0,0 0 0,0 1 0,0 0 0,-1 0 0,1 1 0,-1 0 0,-1 1 0,1 0 0,-1 0 0,1 1 0,-1 0 0,0 1 0,0 0 0,-1 1 0,1 0 0,0 0 0,-18 2 0,18 2 0,1-1 0,0 1 0,0 1 0,1 0 0,-1 0 0,1 0 0,0 1 0,0 1 0,0-1 0,1 1 0,0 1 0,0-1 0,0 1 0,1 0 0,0 1 0,-5 8 0,0 0 0,0 1 0,2 0 0,0 1 0,1 0 0,1 1 0,-9 32 0,13-37 0,1 0 0,0 0 0,1 1 0,0-1 0,1 1 0,1-1 0,0 0 0,7 26 0,-7-32 0,1-1 0,1-1 0,-1 1 0,1 0 0,0-1 0,1 1 0,-1-1 0,1 0 0,1 0 0,-1 0 0,1-1 0,0 1 0,0-1 0,0 0 0,1-1 0,0 0 0,0 1 0,0-2 0,8 5 0,-7-5-6,1-1-1,-1 1 0,0-1 0,1-1 1,-1 1-1,1-1 0,-1-1 1,1 1-1,0-1 0,-1-1 1,13-1-1,-9-1 32,0 1 0,-1-2 0,1 0 0,-1 0 0,0 0 0,0-2 0,11-7 0,1-3-273,0-2 1,-1-1-1,-1 0 1,-1-2-1,23-30 1,-10 8-6579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4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24575,'-6'16'0,"-38"68"0,25-51 0,-17 43 0,31-65 0,2 0 0,-1 0 0,1 1 0,1-1 0,0 1 0,1 0 0,0 0 0,1 13 0,0-20 0,0 0 0,1-1 0,0 1 0,0-1 0,0 1 0,0-1 0,1 0 0,0 0 0,-1 1 0,2-1 0,-1 0 0,0-1 0,1 1 0,0 0 0,0-1 0,0 1 0,0-1 0,0 0 0,1 0 0,-1 0 0,1 0 0,0-1 0,0 0 0,0 0 0,5 2 0,-2-1 0,0-1 0,1 0 0,-1-1 0,1 0 0,0 0 0,-1 0 0,1-1 0,0 0 0,-1-1 0,1 1 0,0-2 0,-1 1 0,1-1 0,8-3 0,-7 2 0,0 0 0,0-1 0,-1 0 0,0-1 0,0 0 0,0 0 0,0-1 0,-1 1 0,0-2 0,0 1 0,0-1 0,-1 0 0,0 0 0,-1-1 0,1 0 0,-1 0 0,-1 0 0,0-1 0,0 1 0,0-1 0,-1 0 0,-1 0 0,1 0 0,-2 0 0,1-1 0,-1 1 0,-1 0 0,1-1 0,-1 1 0,-1-1 0,0 1 0,0 0 0,-1-1 0,-5-15 0,3 15 0,-1-1 0,1 1 0,-2 0 0,1 0 0,-2 0 0,1 1 0,-1 0 0,-13-13 0,17 19 0,0 0 0,-1 0 0,1 0 0,0 1 0,-1 0 0,0-1 0,0 1 0,1 1 0,-1-1 0,0 0 0,0 1 0,-1 0 0,1 0 0,0 0 0,0 1 0,0-1 0,-1 1 0,1 0 0,0 0 0,0 1 0,-1-1 0,1 1 0,0 0 0,0 0 0,-6 3 0,1-1-195,1 1 0,-1 1 0,1 0 0,0 0 0,1 1 0,-12 10 0,7-4-6631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5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24575,'13'10'0,"-1"1"0,0 1 0,-1-1 0,0 2 0,-1 0 0,-1 0 0,0 1 0,10 20 0,-15-25 0,0-1 0,-1 1 0,0 0 0,-1 0 0,0 0 0,0 0 0,-1 0 0,0 1 0,-1-1 0,0 0 0,-1 0 0,1 1 0,-2-1 0,1 0 0,-1 0 0,-4 11 0,-2-2 0,4-14 0,1-12 0,3-6 0,0-1 0,2 1 0,-1-1 0,2 1 0,0 0 0,0 0 0,2 0 0,0 0 0,0 1 0,11-18 0,-9 17 0,1 1 0,1 0 0,0 0 0,1 1 0,0 0 0,1 1 0,1 0 0,-1 0 0,22-13 0,-28 21 0,1 0 0,-1 0 0,1 1 0,0-1 0,0 1 0,0 0 0,0 1 0,0 0 0,1 0 0,-1 0 0,0 1 0,1 0 0,-1 0 0,0 0 0,1 1 0,-1 0 0,0 0 0,0 0 0,0 1 0,9 4 0,-10-4 0,-1 0 0,1 1 0,0 0 0,-1 0 0,1 1 0,-1-1 0,0 1 0,0 0 0,-1 0 0,1 0 0,-1 0 0,0 1 0,0-1 0,0 1 0,0 0 0,-1 0 0,0 0 0,0 0 0,0 0 0,-1 0 0,0 1 0,0-1 0,1 11 0,-1-3 0,-1-1 0,0 1 0,-1-1 0,0 1 0,-1-1 0,0 0 0,-1 1 0,-7 20 0,10-33 0,0 0 0,0 1 0,0-1 0,0 0 0,0 1 0,-1-1 0,1 0 0,0 0 0,0 1 0,0-1 0,0 0 0,0 0 0,-1 1 0,1-1 0,0 0 0,0 0 0,0 1 0,-1-1 0,1 0 0,0 0 0,0 0 0,-1 0 0,1 1 0,0-1 0,0 0 0,-1 0 0,1 0 0,0 0 0,0 0 0,-1 0 0,1 0 0,0 0 0,-1 0 0,1 0 0,0 0 0,-1 0 0,1 0 0,-5-11 0,2-20 0,6 17 0,1 1 0,1-1 0,-1 1 0,2 0 0,0 1 0,1-1 0,14-20 0,-9 17 0,1 0 0,0 1 0,1 0 0,29-23 0,-35 32 0,-1 1 0,1 0 0,0 1 0,0 0 0,0 0 0,0 0 0,1 1 0,0 1 0,16-4 0,-21 6 0,0-1 0,0 1 0,0 0 0,0 0 0,0 0 0,1 1 0,-1 0 0,0-1 0,0 2 0,0-1 0,0 0 0,-1 1 0,1-1 0,0 1 0,0 0 0,-1 0 0,1 1 0,-1-1 0,0 1 0,0 0 0,0 0 0,0 0 0,0 0 0,2 4 0,1 2 0,0 1 0,-1 0 0,0 0 0,-1 0 0,0 0 0,0 1 0,-1-1 0,-1 1 0,0 0 0,0 0 0,-1 0 0,0 13 0,-2 0 0,-1 1 0,-1-1 0,-2 0 0,-9 35 0,12-52 0,0 1 0,1-1 0,0 1 0,1-1 0,0 10 0,0-15 0,0-1 0,0 1 0,0-1 0,0 1 0,1-1 0,-1 1 0,1-1 0,-1 1 0,1-1 0,0 1 0,0-1 0,-1 0 0,3 3 0,-2-4 0,0 1 0,-1 0 0,1-1 0,0 0 0,0 1 0,0-1 0,0 1 0,0-1 0,0 0 0,0 0 0,0 0 0,-1 1 0,1-1 0,0 0 0,0 0 0,0 0 0,0 0 0,0-1 0,0 1 0,0 0 0,0 0 0,0-1 0,0 1 0,0 0 0,1-1 0,2-1-47,0-1-1,0 1 0,-1-1 0,1 0 0,-1 0 1,1 0-1,-1 0 0,0-1 0,0 1 1,0-1-1,0 0 0,2-5 0,-1 2-696,11-15-6082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7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 24575,'0'0'0,"-3"16"0,-5 168 0,2-27 0,-28 129 0,-7 96 0,41-352 0,0-17 0,0-1 0,-1 1 0,-3 14 0,4-26 2,0-1-1,0 0 0,0 0 0,0 1 1,0-1-1,0 0 0,0 0 0,0 1 1,-1-1-1,1 0 0,0 0 0,0 0 1,0 1-1,0-1 0,0 0 0,0 0 1,-1 0-1,1 1 0,0-1 0,0 0 1,0 0-1,-1 0 0,1 0 0,0 0 1,0 1-1,0-1 0,-1 0 0,1 0 1,0 0-1,0 0 0,-1 0 0,1 0 1,0 0-1,0 0 0,-1 0 0,1 0 1,0 0-1,0 0 0,-1 0 0,1 0 1,0 0-1,0 0 0,0 0 0,-1 0 1,1 0-1,0-1 0,0 1 0,-1 0 1,1 0-1,0 0 0,0 0 0,0 0 1,0-1-1,-1 1 0,1 0 0,-12-12-1032,11 11 627,-8-11-6422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7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61 24575,'12'-19'0,"-7"15"0,-1 1 0,1-1 0,0 1 0,-1 0 0,1 1 0,1-1 0,-1 1 0,0 0 0,1 0 0,-1 1 0,12-3 0,6 1 0,34 0 0,-52 2 0,25 0 0,0 1 0,0 1 0,-1 1 0,56 12 0,-77-10 0,0-1 0,0 1 0,0 0 0,-1 0 0,1 1 0,-1 0 0,0 1 0,0 0 0,-1 0 0,0 0 0,0 0 0,0 1 0,5 9 0,-1-1 0,-1-1 0,-1 1 0,0 1 0,-1-1 0,9 32 0,-14-41 0,-1 0 0,0 0 0,-1 0 0,1 0 0,-1 0 0,0 0 0,-1 0 0,1 0 0,-1 0 0,0 0 0,-4 10 0,1-7 0,0 0 0,0 0 0,-1 0 0,0-1 0,0 1 0,-11 11 0,-2-1 0,-1-1 0,0-1 0,-2-1 0,-36 22 0,-36 19 0,-165 71 0,251-125 0,-1 0 0,1-1 0,-1 1 0,0-2 0,-14 3 0,21-4 0,0 0 0,0 0 0,0 0 0,0 0 0,0 0 0,0 0 0,0 0 0,0-1 0,0 1 0,0 0 0,0-1 0,0 1 0,1 0 0,-1-1 0,0 1 0,0-1 0,0 0 0,0 1 0,1-1 0,-1 0 0,-1-1 0,1 1 0,1-1 0,-1 0 0,1 1 0,0-1 0,0 0 0,-1 1 0,1-1 0,0 0 0,0 1 0,1-1 0,-1 0 0,0 0 0,1 1 0,-1-1 0,0 1 0,1-1 0,0 0 0,0-1 0,6-12-682,18-28-1,-8 17-6143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8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36 329 24575,'0'0'0,"23"7"0,-22-6 0,1-1 0,-1 1 0,1 0 0,-1-1 0,1 1 0,-1 0 0,1 0 0,-1 0 0,1 0 0,-1 0 0,0 1 0,0-1 0,0 0 0,0 0 0,0 1 0,0-1 0,0 1 0,0-1 0,0 1 0,-1-1 0,1 1 0,0 0 0,-1-1 0,0 1 0,1-1 0,-1 1 0,0 0 0,0 0 0,0-1 0,0 1 0,0 0 0,-1 2 0,0 6 0,-2 0 0,1 0 0,-2-1 0,-6 15 0,2-4 0,-7 21 0,2 1 0,-9 46 0,19-73 0,1 1 0,0 0 0,1 0 0,1 0 0,1-1 0,0 1 0,1 0 0,0 0 0,7 18 0,-9-31 0,1 0 0,0 0 0,1 0 0,-1-1 0,1 1 0,-1 0 0,1-1 0,0 1 0,0 0 0,0-1 0,0 0 0,0 0 0,0 0 0,1 0 0,-1 0 0,1 0 0,0 0 0,-1-1 0,1 1 0,0-1 0,0 0 0,0 0 0,0 0 0,0 0 0,0 0 0,0-1 0,0 0 0,1 1 0,-1-1 0,4-1 0,1 1 0,1-1 0,-1-1 0,0 0 0,0 0 0,-1 0 0,1-1 0,0 0 0,-1-1 0,0 0 0,9-6 0,3-3 0,-1-2 0,-1 0 0,-1-1 0,0 0 0,-1-2 0,-1 0 0,21-33 0,-1-11 0,31-76 0,-44 91 0,-19 43 0,7-15 0,-6 17 0,-3 12 0,-24 110 0,0-5 0,22-100 0,-2 12 0,-1 39 0,5-60 0,0 1 0,1 0 0,0 0 0,0-1 0,0 1 0,1 0 0,0-1 0,0 1 0,0-1 0,1 0 0,4 7 0,-6-12 0,-1 0 0,1 1 0,0-1 0,0 0 0,0 0 0,0 0 0,0 0 0,0 0 0,0 0 0,0-1 0,1 1 0,-1 0 0,0-1 0,1 1 0,-1-1 0,0 1 0,1-1 0,-1 1 0,0-1 0,1 0 0,1 0 0,-1 0 0,1 0 0,0 0 0,-1-1 0,1 1 0,-1-1 0,1 0 0,-1 0 0,1 0 0,-1 0 0,5-3 0,4-4 0,-1 0 0,1-1 0,14-16 0,-19 19 0,28-32 0,-2-1 0,-1-1 0,42-76 0,59-144 0,-61 114 0,-61 126 0,-2 2 0,1 0 0,1 1 0,1 1 0,15-20 0,-24 34 0,0 0 0,0 0 0,0 0 0,1 0 0,-1 1 0,1-1 0,-1 1 0,1-1 0,-1 1 0,1 0 0,0 0 0,4-1 0,-6 2 0,0 0 0,-1 0 0,1 0 0,0 0 0,-1 0 0,1 0 0,0 0 0,-1 0 0,1 0 0,0 0 0,-1 1 0,1-1 0,-1 0 0,1 0 0,0 1 0,-1-1 0,1 0 0,-1 1 0,1-1 0,-1 1 0,1-1 0,0 1 0,0 1 0,-1-1 0,1 0 0,-1 0 0,1 1 0,-1-1 0,0 0 0,1 1 0,-1-1 0,0 1 0,0-1 0,0 0 0,0 1 0,0-1 0,0 0 0,-1 3 0,-9 40 0,-2 0 0,-2-1 0,-29 62 0,25-63 0,-55 156 0,62-157 0,1 1 0,-8 81 0,17-108 0,-2 54 0,-24-267-293,20 153-779,1 11-5754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9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105 250 24575,'-6'29'0,"6"-27"0,0 0 0,-1 1 0,1-1 0,0 0 0,0 0 0,0 0 0,0 1 0,1-1 0,-1 0 0,1 0 0,-1 0 0,1 0 0,0 0 0,-1 0 0,1 0 0,0 0 0,1 0 0,-1 0 0,0 0 0,0-1 0,1 1 0,-1 0 0,1-1 0,-1 1 0,1-1 0,0 0 0,0 1 0,0-1 0,-1 0 0,1 0 0,0 0 0,0 0 0,5 0 0,0 2 0,1-2 0,0 1 0,0-1 0,-1 0 0,1 0 0,0-1 0,0 0 0,10-2 0,5-2 0,-1-1 0,0-1 0,0-1 0,-1 0 0,0-2 0,29-16 0,-35 16 0,0 0 0,-1 0 0,0-2 0,-1 1 0,0-2 0,-1 0 0,0 0 0,-1-1 0,13-19 0,-22 28 0,1 0 0,-1 0 0,0-1 0,0 1 0,-1 0 0,1-1 0,-1 1 0,0-1 0,0 0 0,-1 1 0,1-1 0,-1-7 0,-1 10 0,1-1 0,-1 1 0,1-1 0,-1 1 0,0-1 0,0 1 0,0 0 0,0-1 0,0 1 0,-1 0 0,1 0 0,-1 0 0,1 0 0,-1 0 0,0 0 0,1 1 0,-1-1 0,0 1 0,0-1 0,-1 1 0,1-1 0,0 1 0,0 0 0,-5-1 0,-8-3 0,-1 0 0,0 2 0,0 0 0,-1 0 0,1 2 0,0 0 0,-1 1 0,1 0 0,-1 2 0,1 0 0,0 0 0,0 2 0,0 0 0,0 1 0,1 0 0,0 1 0,0 1 0,0 0 0,1 1 0,-19 15 0,15-8 0,1 0 0,1 2 0,1 0 0,1 0 0,-18 29 0,23-32 0,1 0 0,1 1 0,1 0 0,0 0 0,0 0 0,2 1 0,0 0 0,-2 21 0,5-33 0,1 0 0,1 0 0,-1 0 0,1 1 0,0-1 0,-1 0 0,2 0 0,-1 0 0,0 0 0,1 0 0,0 0 0,0-1 0,0 1 0,0 0 0,1-1 0,0 0 0,-1 1 0,1-1 0,0 0 0,0-1 0,1 1 0,-1 0 0,5 2 0,10 6 0,-1-2 0,1 0 0,30 11 0,-46-19 0,22 8 0,0-1 0,1-1 0,0-1 0,0-1 0,0-2 0,39 2 0,-51-5 0,0-1 0,0 0 0,0-1 0,0 0 0,0-1 0,0 0 0,-1-1 0,1-1 0,-1 0 0,0-1 0,-1 0 0,1 0 0,-1-1 0,15-13 0,-16 10 0,0 0 0,0-1 0,-1 0 0,0 0 0,-1-1 0,-1 0 0,1 0 0,-2-1 0,8-21 0,0-7 0,13-78 0,-19 78 0,2 0 0,16-42 0,-26 81 0,1 0 0,0-1 0,0 1 0,0 0 0,0 0 0,0 0 0,1 0 0,-1 0 0,1 1 0,-1-1 0,4-2 0,-5 4 0,0-1 0,0 1 0,1 0 0,-1 0 0,0 0 0,0 0 0,1 0 0,-1 0 0,0 0 0,0 0 0,1 0 0,-1 0 0,0 0 0,1 0 0,-1 0 0,0 0 0,0 0 0,1 0 0,-1 0 0,0 1 0,0-1 0,1 0 0,-1 0 0,0 0 0,0 0 0,0 0 0,1 1 0,-1-1 0,0 0 0,0 0 0,0 0 0,1 1 0,6 17 0,9 74 0,8 181 0,-17-153 0,-6-102 0,-1-9 0,1-1 0,0 1 0,0 0 0,4 15 0,-5-23 0,-1 1 0,0-1 0,0 0 0,1 0 0,-1 1 0,0-1 0,0 0 0,-1 0 0,1 0 0,0 0 0,0 0 0,0 0 0,-1-1 0,1 1 0,0 0 0,-1-1 0,1 1 0,-1 0 0,1-1 0,0 0 0,-1 1 0,-1-1 0,-2-1 0,0 0 0,0-1 0,-1 1 0,2-1 0,-1-1 0,0 1 0,0 0 0,1-1 0,-1 0 0,1 0 0,0-1 0,0 1 0,0-1 0,1 0 0,-1 0 0,1 0 0,0 0 0,0 0 0,0-1 0,0 0 0,-3-9 0,2 5 0,1-1 0,-1 0 0,2 1 0,-1-1 0,1 0 0,1-1 0,0 1 0,0 0 0,1 0 0,2-16 0,0 13 0,1 1 0,1 0 0,0 0 0,1 1 0,0-1 0,0 1 0,1 0 0,1 0 0,0 1 0,0 0 0,1 0 0,0 1 0,16-15 0,-9 12 0,0 0 0,1 1 0,0 0 0,1 1 0,0 1 0,0 1 0,1 0 0,22-6 0,-23 9 0,33-16 0,-101 15 0,21 5-1365,2-1-5461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24575,'406'28'0,"-243"-20"0,-157-5 0,-12 2 0,-12 5 0,-8 0-1365,0-1-5461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23 24575,'0'0'0,"-17"0"0,9 0 0,0-1 0,0 1 0,0-1 0,0-1 0,0 0 0,0 0 0,1 0 0,-1-1 0,-12-7 0,68 15 0,-1 0 0,43 7 0,-80-10 0,1 0 0,-1 1 0,0 0 0,0 1 0,0 1 0,10 5 0,-18-9 0,1 1 0,-1 0 0,0 0 0,0 0 0,0 0 0,0 0 0,0 0 0,0 1 0,0-1 0,-1 0 0,1 1 0,-1 0 0,0-1 0,0 1 0,2 3 0,-2 0 0,0 0 0,0-1 0,-1 1 0,1 0 0,-1-1 0,0 1 0,-2 8 0,-1 2 0,-1-1 0,0 1 0,-1-1 0,-13 28 0,-15 17 0,-3-2 0,-56 69 0,27-39 0,64-86 0,0-1 0,0 1 0,0 0 0,0-1 0,0 1 0,0 0 0,0 0 0,0-1 0,1 1 0,-1 0 0,1 0 0,-1 0 0,1 0 0,0 0 0,0 0 0,0 0 0,0 2 0,0-3 0,1 1 0,0-1 0,0 0 0,0 0 0,-1 0 0,1 0 0,0 0 0,0 0 0,1 0 0,-1 0 0,0 0 0,0-1 0,0 1 0,1 0 0,-1-1 0,0 1 0,1-1 0,-1 1 0,0-1 0,1 1 0,-1-1 0,0 0 0,1 0 0,-1 0 0,1 0 0,1 0 0,30 0 0,0-1 0,0-2 0,0-1 0,42-10 0,-26 4 0,343-53 0,-359 58-1365,-22 3-5461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2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0 24575,'-16'17'0,"7"-5"0,1 1 0,1 1 0,0 0 0,1 0 0,0 0 0,1 0 0,-6 30 0,-12 113 0,19-125 0,-24 498 0,26-423 0,-2-87 0,4-20 0,-1 1 0,1-1 0,0 1 0,0-1 0,-1 0 0,1 1 0,0-1 0,0 0 0,-1 1 0,1-1 0,0 0 0,-1 0 0,1 1 0,-1-1 0,1 0 0,0 0 0,-1 0 0,1 0 0,0 1 0,-1-1 0,1 0 0,-1 0 0,1 0 0,-1 0 0,-2-1 0,1 1 0,0-1 0,0 0 0,0 0 0,0 0 0,0 0 0,0 0 0,0-1 0,0 1 0,0 0 0,0-1 0,-2-2 0,-4-5 0,1 1 0,0-1 0,0-1 0,1 1 0,0-1 0,0 0 0,1 0 0,1-1 0,0 0 0,0 0 0,1 0 0,0 0 0,1 0 0,-1-17 0,3 20 0,-1 1 0,2 0 0,-1-1 0,1 1 0,0 0 0,1-1 0,0 1 0,0 0 0,0 0 0,5-8 0,-4 10 0,0 0 0,0 0 0,0 1 0,1-1 0,0 1 0,0 0 0,0 0 0,0 0 0,1 1 0,-1-1 0,1 1 0,0 0 0,0 1 0,8-4 0,-1 2 0,0 1 0,0 0 0,0 0 0,0 2 0,1 0 0,-1 0 0,0 1 0,1 0 0,-1 1 0,0 0 0,1 1 0,-1 1 0,0 0 0,21 9 0,-19-7 0,0 1 0,-1 1 0,0 0 0,0 1 0,0 0 0,-1 1 0,0 1 0,-1 0 0,0 0 0,-1 1 0,16 21 0,-22-27 0,-1 1 0,0 0 0,0 0 0,0 0 0,-1 0 0,1 0 0,-2 0 0,1 1 0,-1-1 0,0 1 0,0 0 0,0-1 0,-1 1 0,-1 6 0,0-4 0,-1-1 0,0 1 0,0-1 0,-1 1 0,0-1 0,0 0 0,-1 0 0,0-1 0,-8 12 0,-1-2 0,0-1 0,-2-1 0,0 0 0,0-1 0,-1 0 0,-1-2 0,-36 22 0,32-22 0,-1 0 0,0-2 0,0-1 0,-1 0 0,0-2 0,-1 0 0,-46 5 0,68-11 3,1-1 0,0 0 0,-1 0 1,1 0-1,-1 0 0,1 0 0,0 0 0,-1 0 0,1 0 0,0 0 0,-1-1 0,1 1 0,0-1 0,-1 1 0,1-1 0,0 1 0,-1-1 1,1 0-1,0 0 0,0 0 0,0 1 0,0-1 0,0 0 0,0 0 0,0 0 0,0-1 0,0 1 0,1 0 0,-1 0 0,0 0 0,1-1 0,-1 1 1,1 0-1,-1-1 0,1 1 0,0 0 0,-1-1 0,1-1 0,0-3-168,0 1 0,0-1 0,1 1 0,0-1 0,0 0 0,0 1 0,1 0 0,2-6 0,4-10-6661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2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57 311 24575,'0'0'0,"0"0"0,0 0 0,1 11 0,-2 36 0,-1 0 0,-11 54 0,3-23 0,10-58 0,0 2 0,-2-18 0,0-10 0,-6-24 0,1-1 0,2 0 0,1 0 0,1-36 0,7-131 0,-1 152 0,-3 30 0,8-81 0,-6 87 0,0 0 0,0-1 0,1 1 0,1 0 0,-1 0 0,11-17 0,-14 28 0,1-1 0,-1 0 0,1 1 0,-1-1 0,1 1 0,-1-1 0,1 1 0,-1-1 0,1 1 0,-1-1 0,0 1 0,1-1 0,-1 1 0,0 0 0,1-1 0,-1 1 0,0 0 0,0-1 0,0 1 0,1 0 0,-1-1 0,0 1 0,0 0 0,0-1 0,0 2 0,5 23 0,10 127 100,3 22-1565,-17-166-5361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43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1 24575,'0'0'0,"0"0"0,0 0 0,0 2 0,-1 16 0,-1 1 0,0-1 0,-2 1 0,0-1 0,-1 0 0,-1 0 0,-12 24 0,-68 119 0,58-113 0,-5 8 0,-45 85 0,68-121 0,1 2 0,0-1 0,2 1 0,-8 41 0,15-59 0,-1 0 0,1 0 0,-1 0 0,1 0 0,1 0 0,-1 0 0,0 0 0,1 0 0,0 0 0,0 0 0,0 0 0,1 0 0,-1 0 0,1-1 0,0 1 0,0-1 0,0 1 0,0-1 0,1 0 0,3 4 0,-2-3 0,0-1 0,1 1 0,0-1 0,-1 0 0,1-1 0,0 1 0,1-1 0,-1 0 0,0 0 0,1 0 0,-1-1 0,1 0 0,-1 0 0,8 0 0,8 0 0,1 0 0,-1-2 0,1 0 0,-1-2 0,1 0 0,-1-2 0,0 0 0,-1-1 0,1-1 0,-1-1 0,-1-1 0,1-1 0,-1 0 0,-1-2 0,19-14 0,-34 24 0,0-1 0,0 1 0,-1-1 0,1 0 0,-1 1 0,0-1 0,1 0 0,-2 0 0,1-1 0,0 1 0,0 0 0,-1-1 0,0 1 0,0 0 0,0-1 0,0 0 0,0 1 0,-1-1 0,0 1 0,1-1 0,-1 0 0,-1 1 0,1-1 0,0 0 0,-1 1 0,0-1 0,0 1 0,0-1 0,0 1 0,-1-1 0,1 1 0,-1 0 0,0 0 0,-4-6 0,-3-4 0,-1 1 0,0 1 0,-1 0 0,0 0 0,-1 1 0,-25-16 0,-3 0 0,-80-38 0,99 55 0,0 1 0,-1 0 0,-1 1 0,1 2 0,-46-6 0,49 11 0,0 1 0,0 0 0,-19 5 0,34-7 0,13-4 0,14-4 0,20-1 22,0 2 1,74-5-1,90 11-469,-128 2-538,-72 0-5841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1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26 24575,'-16'-2'0,"0"0"0,0-1 0,1 0 0,-23-9 0,27 9 0,34 38 0,-10-21 0,1-2 0,1 0 0,-1 0 0,2-2 0,0 0 0,0 0 0,34 13 0,-6-2 0,-43-20 0,0 0 0,0-1 0,0 1 0,0-1 0,0 1 0,0-1 0,1 0 0,-1 1 0,0-1 0,0 0 0,0 0 0,0 0 0,0 0 0,2 0 0,-3 0 0,0 0 0,1 0 0,-1-1 0,0 1 0,0 0 0,0 0 0,1 0 0,-1-1 0,0 1 0,0 0 0,0 0 0,0-1 0,0 1 0,0 0 0,0 0 0,0-1 0,1 1 0,-1 0 0,0 0 0,0-1 0,0 1 0,0 0 0,0 0 0,0-1 0,0 1 0,-1 0 0,1-1 0,0 1 0,0 0 0,0 0 0,0-1 0,0 1 0,0 0 0,0 0 0,-1-1 0,0-1 0,0-1 0,-1 1 0,1 0 0,-1 0 0,0-1 0,1 1 0,-1 0 0,0 0 0,0 1 0,0-1 0,-3-2 0,-6-2 0,8 4 0,0 0 0,0 0 0,0 0 0,-1 0 0,1 1 0,-6-2 0,8 3 0,0-1 0,1 1 0,-1 1 0,0-1 0,0 0 0,1 0 0,-1 0 0,0 0 0,0 0 0,1 1 0,-1-1 0,0 0 0,1 0 0,-1 1 0,0-1 0,1 1 0,-1-1 0,1 1 0,-1-1 0,1 1 0,-1-1 0,1 1 0,-1-1 0,1 1 0,-1 0 0,1-1 0,0 1 0,-1-1 0,1 1 0,0 0 0,0 0 0,-1-1 0,1 1 0,0 0 0,0-1 0,0 1 0,0 0 0,0 0 0,-5 39-1365,5-24-5461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03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24575,'-3'1'0,"0"1"0,1-1 0,0 0 0,-1 1 0,1 0 0,0-1 0,0 1 0,-3 3 0,-1 1 0,-1 0 0,0 1 0,1 1 0,-1-1 0,2 1 0,-1 0 0,1 0 0,0 1 0,1-1 0,0 1 0,1 0 0,0 0 0,0 1 0,0-1 0,2 0 0,-1 1 0,0 14 0,0 12 0,2 0 0,2 0 0,6 38 0,-6-61 0,0 0 0,1 0 0,0 0 0,1-1 0,6 15 0,-6-19 0,0-1 0,1 1 0,-1-1 0,1 0 0,1-1 0,0 1 0,0-1 0,0 0 0,8 5 0,-8-5 0,1-1 0,1 0 0,-1-1 0,1 0 0,-1 0 0,1 0 0,0-1 0,1 0 0,-1-1 0,1 0 0,10 2 0,-11-4 0,-1 0 0,0 0 0,0-1 0,0 0 0,-1 0 0,1-1 0,0 0 0,0 0 0,-1 0 0,1-1 0,-1 0 0,1 0 0,-1-1 0,7-5 0,-3 1 0,-1 0 0,-1 0 0,1-1 0,-1 0 0,-1-1 0,1 1 0,-2-2 0,0 1 0,0-1 0,0 0 0,4-14 0,-2 1 0,0-1 0,-2 1 0,-1-1 0,4-35 0,-9 54 0,1-1 0,-1 1 0,0-1 0,-1 1 0,0-1 0,0 1 0,0 0 0,-1-1 0,1 1 0,-2 0 0,1 0 0,-6-10 0,5 12 0,0 0 0,0 0 0,0 1 0,0-1 0,0 1 0,-1 0 0,0 0 0,1 0 0,-1 1 0,0-1 0,-1 1 0,1 0 0,0 0 0,-1 0 0,1 1 0,-1-1 0,1 1 0,-6 0 0,-24-3 0,-52 1 0,81 3 0,4 0 0,0 1 0,0-1 0,1 0 0,-1 0 0,0 0 0,1 0 0,-1 1 0,0-1 0,1 0 0,-1 1 0,0-1 0,1 0 0,-1 1 0,1-1 0,-1 1 0,1-1 0,-1 1 0,1-1 0,-2 2 0,2-2 0,0 1 0,0-1 0,0 0 0,0 0 0,0 0 0,0 1 0,-1-1 0,1 0 0,0 0 0,0 0 0,0 0 0,0 1 0,-1-1 0,1 0 0,0 0 0,0 0 0,-1 0 0,1 0 0,0 0 0,0 1 0,0-1 0,-1 0 0,1 0 0,0 0 0,0 0 0,-1 0 0,1 0 0,0 0 0,0 0 0,-1 0 0,1 0 0,0 0 0,0 0 0,-1-1 0,1 1 0,0 0 0,0 0 0,-1 0 0,1 0 0,0 0 0,0 0 0,0 0 0,-1-1 0,1 1 0,0 0 0,0 0 0,0 0 0,0 0 0,-1-1 0,1 1 0,0 0 0,0 0 0,0-1 0,0 1 0,0 0 0,0 0 0,0 0 0,0-1 0,-1 1 0,1 0 0,0 0 0,0-1 0,0 1 0,0 0 0,0-1 0,-10-17-1365,5 10-5461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04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144 532 24575,'2'4'0,"0"-1"0,1 1 0,-1-1 0,1 0 0,0 0 0,0 0 0,0-1 0,0 1 0,1-1 0,-1 1 0,0-1 0,1 0 0,0 0 0,7 2 0,-4-2 0,0 0 0,0-1 0,0 0 0,0 0 0,1-1 0,-1 0 0,0 0 0,7-1 0,4-3 0,0 1 0,0-2 0,0 0 0,-1-2 0,32-15 0,-43 18 0,0 0 0,-1 0 0,0 0 0,0 0 0,0-1 0,0 0 0,-1 0 0,1-1 0,-1 1 0,-1-1 0,1 0 0,-1 0 0,0 0 0,0 0 0,-1 0 0,0-1 0,0 1 0,0-1 0,-1 0 0,1-7 0,-1-2 0,0 0 0,0 0 0,-2 0 0,0-1 0,-1 1 0,0 0 0,-8-21 0,3 16 0,-1 1 0,-1 0 0,-1 0 0,0 1 0,-2 1 0,0 0 0,-1 0 0,-1 1 0,-27-26 0,35 38 0,-1 0 0,1 0 0,-1 1 0,0 0 0,0 0 0,0 0 0,-1 1 0,1 0 0,-1 1 0,0 0 0,0 0 0,0 0 0,0 1 0,0 0 0,0 1 0,0 0 0,0 0 0,0 1 0,0-1 0,0 2 0,0-1 0,0 1 0,0 1 0,1-1 0,-1 1 0,1 1 0,0-1 0,0 1 0,0 1 0,0-1 0,1 1 0,-1 0 0,1 1 0,0-1 0,1 1 0,0 0 0,0 1 0,-8 12 0,5-3 0,0 0 0,2 0 0,0 0 0,1 0 0,0 1 0,2 0 0,0 0 0,1 0 0,0 1 0,2 25 0,1-21 0,0 0 0,2 0 0,1 0 0,0-1 0,2 1 0,0-1 0,17 36 0,-20-51 0,-1-1 0,1 0 0,1 0 0,-1 0 0,1 0 0,0 0 0,0-1 0,0 1 0,0-1 0,1 0 0,0 0 0,6 3 0,-6-5 0,-1 0 0,0 0 0,1-1 0,-1 0 0,1 0 0,0 0 0,-1 0 0,1-1 0,0 0 0,-1 0 0,1 0 0,0 0 0,-1-1 0,1 0 0,-1 0 0,7-2 0,3-1 0,-1 0 0,0-1 0,0 0 0,-1-1 0,0-1 0,0 0 0,0 0 0,-1-1 0,0-1 0,-1 0 0,18-18 0,-27 24-15,1-1 0,-1 1 1,0 0-1,0-1 0,0 1 0,-1-1 0,1 1 0,-1-1 0,0 0 0,0 1 0,0-1 0,-1-4 0,1-5-1156,0 2-5655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08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6988 123 24575,'-9'-4'0,"1"1"0,0-2 0,-1 1 0,1-1 0,1 0 0,-1-1 0,1 1 0,-10-11 0,-29-21 0,37 33 0,0-1 0,0 1 0,0 0 0,0 1 0,-1 0 0,1 0 0,-1 1 0,0 0 0,0 1 0,0 0 0,0 1 0,1 0 0,-19 2 0,20-1 0,0 1 0,0 0 0,0 0 0,0 0 0,1 1 0,-1 1 0,1-1 0,0 1 0,-1 0 0,2 1 0,-1 0 0,1 0 0,-1 0 0,1 1 0,1 0 0,-10 11 0,-8 19 0,2 0 0,1 1 0,-15 40 0,-31 122 0,58-164 0,-4 57 0,8-58 0,-14 63 0,17-92 0,-1-1 0,1 1 0,-1-1 0,0 0 0,0 0 0,0 0 0,-1 0 0,1 0 0,-1 0 0,0 0 0,0-1 0,-1 0 0,1 1 0,-1-1 0,-6 4 0,4-4 0,0 0 0,0 0 0,0-1 0,-1 0 0,1-1 0,0 1 0,-1-1 0,1-1 0,-1 1 0,-13-1 0,-54-6 0,-115-23 0,119 16 0,-143-9 0,-124 13 0,-34 1 0,271 7 0,-640-55 0,723 54 0,-16-2 0,0-1 0,0-2 0,0-1 0,-43-18 0,70 24 0,0-1 0,-1 1 0,1 1 0,0-1 0,-1 1 0,1 0 0,-1 0 0,1 0 0,-1 1 0,1 0 0,-9 2 0,12-2 0,-1 1 0,1 0 0,-1 0 0,1 1 0,0-1 0,0 1 0,-1-1 0,1 1 0,0 0 0,0 0 0,1 1 0,-1-1 0,0 0 0,1 1 0,0 0 0,-1 0 0,1-1 0,0 1 0,0 0 0,1 1 0,-4 5 0,-6 23 0,2-1 0,-8 44 0,-7 26 0,7-37 0,14-46 0,-1-1 0,0 0 0,-2-1 0,0 1 0,-1-1 0,0-1 0,-18 29 0,21-40 0,1-1 0,0 0 0,-1 1 0,0-2 0,0 1 0,0 0 0,0-1 0,0 0 0,0 0 0,-1 0 0,-5 2 0,-54 10 0,46-10 0,16-4 0,0 0 0,0 0 0,1 1 0,-1-1 0,0-1 0,0 1 0,0 0 0,0 0 0,0-1 0,0 1 0,0-1 0,1 1 0,-1-1 0,0 0 0,-3-1 0,-11-5 0,13 7 0,1-1 0,-1 1 0,1-1 0,-1 0 0,1 0 0,0 1 0,-1-2 0,1 1 0,0 0 0,0 0 0,0-1 0,0 1 0,-4-5 0,4 3 0,0 0 0,0-1 0,0 0 0,1 0 0,-1 1 0,1-1 0,0 0 0,-1-6 0,-44-178 0,34 131 0,8 36 0,0 1 0,-2-1 0,-13-33 0,9 38 0,1-1 0,9 17 0,-1 0 0,1 0 0,0-1 0,0 1 0,0 0 0,0 0 0,0 0 0,-1 0 0,1-1 0,0 1 0,0 0 0,0 0 0,0 0 0,0 0 0,0-1 0,0 1 0,0 0 0,0 0 0,0 0 0,0-1 0,0 1 0,0 0 0,0 0 0,0-1 0,0 1 0,0 0 0,0 0 0,0 0 0,0-1 0,0 1 0,0 0 0,0 0 0,0 0 0,0-1 0,0 1 0,0 0 0,0 0 0,1 0 0,-1 0 0,0-1 0,21 0 0,-20 0 0,-13 0 0,-12 0 0,-38 3 0,4 0 0,-282-20 0,294 15 0,-288-18 0,72 16 0,82 4 0,-111 12 0,169-3 0,22 1 0,-101 24 0,-35 4 0,174-31 0,2 3 0,-1 2 0,1 3 0,1 3 0,-58 24 0,78-27 0,-1-2 0,-1-2 0,-82 10 0,116-20 0,-1 1 0,1-2 0,-1 1 0,1-1 0,-1 0 0,1-1 0,-1 0 0,1 0 0,0 0 0,-7-4 0,2 0 0,0 0 0,1 0 0,0-1 0,-19-15 0,12 5 0,0-1 0,1-1 0,1-1 0,1 0 0,1 0 0,0-2 0,-20-45 0,18 29 0,2-1 0,2-1 0,1 0 0,-5-47 0,14 76 0,1-1 0,1 0 0,0 0 0,1 0 0,0 0 0,1 0 0,0 0 0,6-17 0,-6 23 0,0 1 0,0-1 0,0 1 0,1-1 0,0 1 0,0 0 0,0 0 0,1 0 0,-1 1 0,1-1 0,0 1 0,1 0 0,-1 0 0,1 0 0,0 0 0,0 1 0,0 0 0,0 0 0,7-2 0,3 0 0,-14 5 0,0 0 0,0 0 0,0-1 0,0 1 0,0 0 0,0-1 0,0 1 0,0-1 0,0 1 0,0-1 0,0 0 0,-1 1 0,1-1 0,0 0 0,0 0 0,-1 1 0,1-1 0,0 0 0,-1 0 0,1 0 0,-1 0 0,1 0 0,-1 0 0,0 0 0,1 0 0,-1 0 0,0-2 0,8-8-1365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09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0 24575,'-14'18'0,"1"1"0,1 0 0,0 1 0,2 1 0,0-1 0,-7 24 0,-1 11 0,-12 69 0,20-76 0,2 0 0,2 1 0,2 0 0,4 68 0,1-107 0,0-1 0,1 1 0,0-1 0,1 0 0,0 1 0,0-1 0,1 0 0,0-1 0,0 1 0,1-1 0,0 0 0,1 0 0,0 0 0,9 9 0,-11-14 0,0 1 0,0 0 0,1-1 0,-1 0 0,1 0 0,0 0 0,0-1 0,0 0 0,0 0 0,0 0 0,1 0 0,-1-1 0,0 0 0,1 0 0,-1 0 0,1-1 0,0 0 0,-1 0 0,1 0 0,-1-1 0,1 0 0,-1 0 0,0 0 0,1-1 0,9-3 0,-11 3 0,-1 0 0,0-1 0,0 1 0,0-1 0,0 1 0,0-1 0,0 0 0,0 0 0,-1 0 0,0 0 0,0-1 0,0 1 0,0-1 0,0 1 0,1-5 0,0 0 0,0 1 0,-1-1 0,0 0 0,0 0 0,-1 0 0,1-11 0,-3 10 0,0 0 0,0 0 0,-1 1 0,0-1 0,0 0 0,-1 1 0,0 0 0,-1-1 0,0 1 0,0 1 0,-9-13 0,10 15 0,0 0 0,-1 1 0,1 0 0,-1-1 0,0 1 0,0 0 0,-1 1 0,1-1 0,-1 1 0,0 0 0,0 0 0,0 0 0,0 1 0,-1 0 0,1 0 0,0 0 0,-1 1 0,-10-2 0,11 3 0,0 1 0,0-1 0,0 1 0,0 1 0,-5 1 0,8-3 0,1 0 0,-1 1 0,1-1 0,0 1 0,-1 0 0,1-1 0,0 1 0,-1 0 0,1 0 0,0-1 0,0 1 0,0 0 0,0 0 0,0 0 0,0 1 0,0-1 0,0 0 0,0 0 0,0 0 0,0 1 0,1-1 0,-1 2 0,1-3 0,0 1 0,0-1 0,0 0 0,0 1 0,0-1 0,0 1 0,0-1 0,1 0 0,-1 1 0,0-1 0,0 0 0,0 1 0,1-1 0,-1 0 0,0 1 0,0-1 0,1 0 0,-1 0 0,0 1 0,1-1 0,-1 0 0,0 0 0,1 0 0,-1 1 0,0-1 0,1 0 0,-1 0 0,0 0 0,1 0 0,-1 0 0,1 0 0,-1 0 0,0 0 0,1 0 0,-1 0 0,0 0 0,1 0 0,-1 0 0,1 0 0,-1 0 0,1 0 0,18-5 0,-10 0 0,-1-1 0,0 1 0,0-1 0,-1-1 0,14-13 0,32-45 0,-28 33 0,47-52 0,58-77 0,-129 163 0,-1 1 0,1 0 0,0-1 0,0 1 0,0 0 0,0-1 0,0 1 0,1-1 0,-1 0 0,1 1 0,0-1 0,-1 0 0,3 2 0,-2-3 0,0 0 0,0 1 0,0-1 0,0 0 0,0 0 0,0-1 0,0 1 0,0 0 0,0-1 0,0 1 0,1-1 0,-1 0 0,3 1 0,33-2 0,-11-1 0,-17 3 0,0-1 0,0 1 0,0 1 0,0 0 0,0 0 0,14 7 0,-22-9 0,1 1 0,-1 0 0,0 0 0,0 1 0,-1-1 0,1 0 0,0 1 0,0-1 0,-1 1 0,1-1 0,-1 1 0,1 0 0,-1-1 0,0 1 0,1 0 0,-1 0 0,0 0 0,0 0 0,0 0 0,-1 1 0,1-1 0,0 0 0,-1 0 0,0 0 0,1 1 0,-1-1 0,0 0 0,0 0 0,0 1 0,-1-1 0,1 0 0,0 0 0,-1 1 0,1-1 0,-2 3 0,-3 7 0,-1-1 0,1 0 0,-2 0 0,1-1 0,-2 1 0,1-1 0,-11 10 0,7-8 0,0 1 0,2 1 0,-15 23 0,24-36 0,-1 0 0,0 0 0,1 0 0,-1 0 0,1 0 0,-1 0 0,1 1 0,0-1 0,0 0 0,-1 0 0,1 0 0,0 0 0,0 1 0,0-1 0,0 0 0,0 0 0,0 0 0,1 1 0,-1-1 0,0 0 0,1 0 0,-1 0 0,0 0 0,2 2 0,-1-2 0,0 0 0,0 0 0,1 0 0,-1 0 0,1 0 0,-1 0 0,0-1 0,1 1 0,-1 0 0,1-1 0,0 0 0,-1 1 0,1-1 0,-1 0 0,4 1 0,7-1 0,1 0 0,0-1 0,20-4 0,-27 4 0,163-21-1365,-156 21-5461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10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24575,'1'12'0,"1"87"0,-5 0 0,-23 159 0,16-118 0,1-7 0,9-132 0,0 0 0,0-1 0,0 1 0,0 0 0,0-1 0,0 1 0,0 0 0,0-1 0,0 1 0,-1 0 0,1-1 0,0 1 0,0-1 0,-1 1 0,1-1 0,0 1 0,-1 0 0,1-1 0,-1 1 0,1-1 0,-1 1 0,1-1 0,-1 0 0,1 1 0,-1 0 0,0-2 0,0 1 0,1 0 0,-1 0 0,0 0 0,1 0 0,-1-1 0,0 1 0,1 0 0,-1 0 0,1-1 0,-1 1 0,0-1 0,1 1 0,-1 0 0,1-1 0,-1 1 0,1-1 0,0 1 0,-1-2 0,-3-2 0,1 0 0,1 0 0,-1-1 0,1 0 0,-4-8 0,3 0 0,1 1 0,0-1 0,0 0 0,2 0 0,-1 0 0,2 0 0,0 0 0,0 1 0,1-1 0,1 0 0,0 1 0,1-1 0,0 1 0,1 0 0,0 0 0,11-17 0,-14 26 0,0 0 0,1 0 0,-1 0 0,1 1 0,0-1 0,-1 1 0,1 0 0,0-1 0,1 1 0,-1 1 0,0-1 0,0 0 0,1 1 0,-1 0 0,1 0 0,-1 0 0,1 0 0,0 0 0,-1 1 0,1-1 0,0 1 0,0 0 0,-1 0 0,1 1 0,0-1 0,-1 1 0,5 1 0,2 1 0,1 0 0,-1 1 0,1 0 0,-1 0 0,0 1 0,-1 1 0,16 11 0,-19-12 0,1 0 0,-1 1 0,0 0 0,0 1 0,-1-1 0,0 1 0,0 0 0,-1 0 0,0 1 0,5 11 0,-7-15 0,-1 0 0,0-1 0,0 1 0,0 0 0,0-1 0,-1 1 0,1 0 0,-1 0 0,0 0 0,0 0 0,-1-1 0,1 1 0,-1 0 0,0 0 0,0 0 0,0-1 0,0 1 0,-1-1 0,1 1 0,-1-1 0,0 1 0,0-1 0,0 0 0,-1 0 0,-2 4 0,-9 4 0,0-1 0,0 0 0,0-1 0,-1-1 0,-1 0 0,1-1 0,-1 0 0,-1-2 0,-21 6 0,36-10 0,0-1 0,0 1 0,0-1 0,0 1 0,0-1 0,1 0 0,-1 1 0,0-1 0,0 0 0,0 0 0,0-1 0,0 1 0,0 0 0,0-1 0,0 1 0,0-1 0,0 1 0,1-1 0,-1 0 0,0 0 0,0 0 0,-2-2 0,3 1 0,0 0 0,0 1 0,0-1 0,0 0 0,0 0 0,1 0 0,-1 0 0,1 0 0,-1 0 0,1 0 0,0-1 0,0 1 0,0 0 0,0 0 0,0 0 0,0 0 0,1 0 0,-1 0 0,1 0 0,1-4 0,3-12-1365,1 2-5461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10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24575,'0'0'0,"0"0"0,0 0 0,0 0 0,0 0 0,4 20 0,-2 0 0,-1 1 0,-1 0 0,-4 24 0,1 12 0,0-153-1365,2 73-5461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1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0 0,7 23 0,-4-12 0,-1-1 0,0 1 0,-1 0 0,0 0 0,-1 1 0,-1 12 0,1 25 0,1-34-120,-1-3 205,1-1-1,4 22 0,-5-31-149,0 0 0,1 0 0,0 0 0,-1 0 0,1-1-1,0 1 1,0 0 0,0 0 0,0 0 0,0-1 0,0 1 0,0 0-1,1-1 1,-1 1 0,1-1 0,-1 0 0,1 0 0,-1 1 0,1-1-1,0 0 1,0 0 0,2 1 0,5 0-6761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11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24575,'0'0'0,"0"0"0,10 25 0,-8-8 0,-1 0 0,-1 1 0,0-1 0,-1 0 0,-4 19 0,2-6 0,-20 97 0,15-89 0,1-1 0,-4 73 0,11-100 0,1-1 0,0 1 0,0-1 0,1 0 0,0 1 0,0-1 0,1 0 0,1 0 0,8 16 0,-9-20 0,0 1 0,1-1 0,0 0 0,0 0 0,1-1 0,-1 1 0,1-1 0,0 0 0,0 0 0,0-1 0,1 0 0,-1 0 0,1 0 0,0 0 0,10 3 0,-7-4 0,-1 0 0,1 0 0,-1-1 0,1 0 0,0 0 0,-1-1 0,1 0 0,14-2 0,-19 1 0,-1 0 0,1 0 0,-1 0 0,1 0 0,-1 0 0,1-1 0,-1 0 0,0 0 0,0 0 0,0 0 0,0 0 0,0 0 0,-1-1 0,1 0 0,-1 1 0,1-1 0,-1 0 0,0 0 0,0 0 0,0 0 0,-1-1 0,1 1 0,1-6 0,-1-3-136,0 1-1,0-1 1,-1 0-1,-1 1 1,0-1-1,-1 0 1,0 0-1,-1 0 0,-6-22 1,4 17-6690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11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24575,'6'-1'0,"1"0"0,-1 0 0,1-1 0,-1 1 0,11-6 0,11-2 0,46-9 0,0 4 0,104-7 0,-163 21-1365,-2-1-5461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17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182 329 24575,'0'28'0,"0"-2"0,-1-1 0,-1 1 0,-2 0 0,-1 0 0,0-1 0,-18 47 0,-3-4 0,-34 80 0,47-120 0,2-6 0,-21 35 0,32-55 0,0 1 0,0-1 0,1 1 0,-1-1 0,1 0 0,0 1 0,-1-1 0,1 0 0,0 0 0,0 1 0,0-1 0,1 0 0,1 3 0,1-2 0,0-1 0,0 0 0,0 0 0,0 0 0,0 0 0,0 0 0,0-1 0,1 0 0,-1 0 0,6 1 0,52 2 0,-37-3 0,371 11 0,-78-25 0,230-9 0,-348 19 0,241-19 0,-373 18 0,510-11 0,-58 3 0,227-22 0,14-11 0,-161 25 0,-106 6 0,218 0 0,-307 10 0,-56-5 0,521 1 0,-647 22 0,119 0 0,6-25 0,-336 11 0,-10 0 0,0 0 0,0 1 0,0-2 0,-1 1 0,1 0 0,0 0 0,0-1 0,0 1 0,-1 0 0,4-2 0,-4 1 0,0 0 0,-1 0 0,1 0 0,0 0 0,-1 1 0,1-1 0,-1 0 0,1 0 0,-1 0 0,0 0 0,1-1 0,-1 1 0,0 0 0,0 0 0,1 0 0,-1 0 0,0 0 0,0 0 0,0 0 0,0 0 0,-1-1 0,1 0 0,-4-32 0,-17-61 0,3 14 0,10 30-195,2-1 0,3 0 0,2 0 0,2 0 0,2 0 0,21-100 0,-12 97-6631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7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0 24575,'-10'20'0,"-112"340"0,64-118 0,50-193 0,3 1 0,2 0 0,4 51 0,-1-89 0,1 8 0,0-1 0,1 1 0,1-1 0,9 29 0,-11-44 0,1 1 0,-1-1 0,1 0 0,1 1 0,-1-1 0,0 0 0,1-1 0,0 1 0,0 0 0,0-1 0,1 0 0,-1 1 0,1-1 0,-1-1 0,1 1 0,0 0 0,0-1 0,0 0 0,1 0 0,-1 0 0,0-1 0,1 1 0,-1-1 0,6 1 0,-1-1 0,0 0 0,0 0 0,-1-1 0,1 0 0,0-1 0,0 0 0,-1 0 0,1-1 0,-1 0 0,1-1 0,-1 0 0,0 0 0,0 0 0,0-1 0,0 0 0,-1-1 0,0 0 0,0 0 0,0-1 0,0 1 0,-1-2 0,8-8 0,-5 4 0,-1 0 0,0-1 0,-1 0 0,-1-1 0,1 0 0,-2 0 0,0 0 0,0 0 0,-2-1 0,1 0 0,-2 1 0,0-1 0,1-17 0,-3 14 0,0-1 0,-1 1 0,0 0 0,-2 0 0,0 0 0,-6-18 0,8 31 0,-1 0 0,0 0 0,0 0 0,0 0 0,0 0 0,0 0 0,-1 1 0,0-1 0,0 1 0,0 0 0,0 0 0,-6-5 0,6 6 0,-1 1 0,1-1 0,0 1 0,-1 0 0,1 0 0,-1 0 0,1 0 0,-1 1 0,1-1 0,-1 1 0,0 0 0,1 0 0,-1 0 0,1 1 0,-1-1 0,1 1 0,-8 2 0,5-1 7,0 1 0,-1 0 0,1 0 0,0 1 0,1 0 1,-1 0-1,0 0 0,1 1 0,0 0 0,0 0 0,1 0 0,0 0 0,-1 1 0,2 0 0,-1 0 0,-5 11 0,2 0-255,0-1 1,0 1-1,2 0 1,0 1-1,-3 23 1,6-26-6579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24575,'0'0'0,"0"0"0,0 0 0,-4 26 0,-1 6 0,-3-1 0,0 1 0,-16 33 0,-44 85 0,14-36 0,52-109 0,0 0 0,0 0 0,0 0 0,0 0 0,1 1 0,0-1 0,0 1 0,1-1 0,-1 10 0,2-12 0,-1 0 0,1-1 0,0 0 0,0 1 0,-1-1 0,2 1 0,-1-1 0,0 0 0,0 0 0,1 0 0,-1 0 0,1 0 0,0 0 0,-1 0 0,1 0 0,0 0 0,0-1 0,0 1 0,0-1 0,1 0 0,-1 1 0,0-1 0,3 1 0,4 1 0,0 0 0,1 0 0,-1-1 0,1 0 0,-1-1 0,1 0 0,0 0 0,-1-1 0,1 0 0,0-1 0,13-2 0,10-4 0,61-21 0,-2-6 0,102-31 0,-187 63-341,0 0 0,0-1-1,13-6 1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24575,'3'22'0,"1"196"0,-5-95 0,1-72 0,-1-16 0,2 0 0,1 0 0,2 0 0,14 62 0,-17-94-47,0 0 0,1 0 0,-1 0 0,1 0 0,0 0 0,-1 0 0,1-1 0,0 1 0,1-1-1,-1 1 1,0-1 0,1 0 0,-1 0 0,1 0 0,0 0 0,-1-1 0,1 1 0,0-1 0,0 1 0,0-1 0,0 0 0,1 0-1,-1-1 1,0 1 0,0 0 0,0-1 0,1 0 0,4 0 0,9-2-6779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8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24575,'0'0'0,"0"0"0,15 21 0,-10-9 0,0-1 0,0 1 0,-1 0 0,-1 0 0,4 23 0,3 66 0,-8-76 0,0 116 0,-24 229 0,-2 32 0,23-397 0,0-6 0,-4-12 0,-4-23 0,8 17 0,0 0 0,1 0 0,1 0 0,1 0 0,1 0 0,0 1 0,2-1 0,6-17 0,-8 26 0,0 1 0,1 0 0,0 0 0,1 0 0,0 1 0,0-1 0,1 1 0,0 1 0,0-1 0,1 1 0,0 0 0,0 0 0,1 1 0,0 0 0,0 1 0,0-1 0,10-3 0,-9 5 0,0 2 0,0-1 0,0 1 0,1 0 0,-1 1 0,1 0 0,-1 1 0,1 0 0,-1 0 0,0 1 0,1 0 0,-1 1 0,0 0 0,15 5 0,-20-5 0,1-1 0,0 1 0,-1 1 0,0-1 0,1 1 0,-1-1 0,0 1 0,0 1 0,0-1 0,-1 0 0,1 1 0,-1 0 0,0 0 0,0 0 0,0 0 0,-1 0 0,1 0 0,-1 1 0,0-1 0,0 1 0,-1 0 0,1 0 0,-1-1 0,0 1 0,-1 0 0,1 0 0,-1 0 0,0 0 0,0 7 0,-1-5 0,-1-1 0,1 0 0,-1 1 0,0-1 0,-1 0 0,0 0 0,0 0 0,0-1 0,0 1 0,-1-1 0,0 0 0,0 1 0,0-2 0,-7 6 0,-2 2 0,-1 0 0,0-1 0,-30 17 0,36-24-124,1 0 0,-1-1 0,-1 0 0,1-1 0,0 1 0,-1-2-1,1 1 1,-1-1 0,1 0 0,-10-1 0,9 0-6702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8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24575,'0'0'0,"0"0"0,6 13 0,-2 9 0,0-1 0,-1 0 0,-2 1 0,0 0 0,-1-1 0,-1 1 0,-5 26 0,1 9 0,5-56-27,0 16 178,1-16-367,3-10-1057,-2-1-5553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8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24575,'8'31'0,"-1"-3"-107,26 88-1151,-27-99-5568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9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 24575,'2'24'0,"-3"-4"0,-1 1 0,-1-1 0,-11 36 0,-25 61 0,31-93 0,-12 32 0,-48 149 0,58-167 0,1 0 0,3 1 0,-4 58 0,10-90 0,0 1 0,0-1 0,1 1 0,0-1 0,0 0 0,1 1 0,0-1 0,0 0 0,5 10 0,-4-13 0,-1 1 0,1-1 0,0 0 0,0 0 0,1 0 0,-1 0 0,1-1 0,0 0 0,0 1 0,0-1 0,0 0 0,0-1 0,1 1 0,7 2 0,-4-1 0,1-2 0,-1 1 0,1-2 0,0 1 0,-1-1 0,1 0 0,0-1 0,0 0 0,0 0 0,0-1 0,-1 0 0,1 0 0,0-1 0,-1 0 0,1-1 0,-1 0 0,14-7 0,-12 5 0,-1 0 0,0-1 0,0 0 0,-1-1 0,0 0 0,0 0 0,0-1 0,-1 0 0,0 0 0,0 0 0,-1-1 0,0 0 0,-1-1 0,5-10 0,5-22-1365,-5 5-5461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1:59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24575,'29'-5'0,"45"-7"0,2 0 0,97-5 0,-151 17-341,1 1 0,0 1-1,31 8 1,-36-6-6485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19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1 246 24575,'0'-3'0,"0"-1"0,0 0 0,0 0 0,0 0 0,0 0 0,1 0 0,-1 0 0,1 0 0,0 1 0,1-1 0,-1 0 0,0 0 0,1 1 0,0-1 0,0 1 0,0 0 0,0 0 0,1-1 0,-1 1 0,1 1 0,0-1 0,5-4 0,3-2 0,0 1 0,0 0 0,1 1 0,0 0 0,17-7 0,-8 7 0,0 0 0,0 0 0,1 2 0,0 1 0,0 1 0,0 1 0,1 0 0,-1 2 0,23 2 0,27 7 0,103 25 0,32 5 0,-106-33 0,161-12 0,-80 0 0,49 9 0,126-4 0,-317-3 0,0-1 0,67-19 0,75-34 0,-67 19 0,-103 35-105,0 0 0,1 1 0,-1 0 0,1 0 0,0 2 0,0 0 0,0 0 0,0 1 0,0 0 0,-1 2 0,1-1 0,24 7 0,-10 2-6721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29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4 293 12699 0 0,'0'0'22'0'0,"0"0"-1"0"0,-1 0 1 0 0,1 0 0 0 0,0 0 0 0 0,0 0-1 0 0,0-1 1 0 0,0 1 0 0 0,-1 0 0 0 0,1 0 0 0 0,0 0-1 0 0,0 0 1 0 0,0 0 0 0 0,0 0 0 0 0,0 0 0 0 0,-1-1-1 0 0,1 1 1 0 0,0 0 0 0 0,0 0 0 0 0,0 0 0 0 0,0 0-1 0 0,0 0 1 0 0,0-1 0 0 0,0 1 0 0 0,0 0 0 0 0,0 0-1 0 0,0 0 1 0 0,0-1 0 0 0,0 1 0 0 0,0 0-1 0 0,0 0 1 0 0,0 0 0 0 0,0 0 0 0 0,0-1 0 0 0,0 1-1 0 0,0 0 1 0 0,0 0 0 0 0,0 0 0 0 0,0 0 0 0 0,0-1-1 0 0,0 1 1 0 0,0 0 0 0 0,0 0 0 0 0,0 0 0 0 0,0 0-1 0 0,0-1 1 0 0,0 1 0 0 0,0 0 0 0 0,1 0 0 0 0,-1 0-1 0 0,13-9 62 0 0,29-8-663 0 0,-29 12 923 0 0,-2 1-226 0 0,215-84 1619 0 0,7 20-107 0 0,191-13 107 0 0,-403 77-1648 0 0,30-6 136 0 0,-71 16-1795 0 0,19-5 870 0 0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0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31 8122 0 0,'-1'-4'457'0'0,"0"2"-231"0"0,0-1-1 0 0,0 0 0 0 0,0 1 1 0 0,0-1-1 0 0,0 1 1 0 0,0 0-1 0 0,-1-1 0 0 0,-3-3 1 0 0,4 8-113 0 0,1 0 0 0 0,-1-1 0 0 0,0 1 0 0 0,1 0 1 0 0,-1 0-1 0 0,1 0 0 0 0,0 0 0 0 0,-1 0 0 0 0,1 0 1 0 0,0 0-1 0 0,0 0 0 0 0,1 3 0 0 0,-1-3-3 0 0,-3 158 740 0 0,0-52-524 0 0,15 161 0 0 0,-10-244 10 0 0,-2-18 523 0 0,0-22-278 0 0,-4-56-27 0 0,2 53-471 0 0,1 0-1 0 0,0 0 1 0 0,1 1 0 0 0,1-1 0 0 0,1 0 0 0 0,5-25 0 0 0,-7 41-66 0 0,1 0 0 0 0,0 0 1 0 0,0 0-1 0 0,0 0 0 0 0,0 0 0 0 0,0 0 1 0 0,0 0-1 0 0,0 0 0 0 0,0 1 0 0 0,1-1 0 0 0,-1 0 1 0 0,1 1-1 0 0,-1-1 0 0 0,1 1 0 0 0,0 0 1 0 0,0-1-1 0 0,-1 1 0 0 0,3-1 0 0 0,0 1-5 0 0,-1-1-1 0 0,1 1 0 0 0,-1 1 0 0 0,1-1 0 0 0,0 0 1 0 0,-1 1-1 0 0,1 0 0 0 0,0-1 0 0 0,6 2 1 0 0,6 2-22 0 0,0 0 1 0 0,-1 1 0 0 0,30 11 0 0 0,-38-12 9 0 0,13 5-1 0 0,32 19 1 0 0,-14-6 17 0 0,-36-21-6 0 0,-1 1 1 0 0,0-1 0 0 0,-1 1 0 0 0,1-1 0 0 0,0 1-1 0 0,0-1 1 0 0,0 1 0 0 0,0 0 0 0 0,0-1-1 0 0,0 1 1 0 0,-1 0 0 0 0,1 0 0 0 0,0 0 0 0 0,-1-1-1 0 0,1 1 1 0 0,0 0 0 0 0,-1 0 0 0 0,1 0-1 0 0,-1 0 1 0 0,0 0 0 0 0,1 0 0 0 0,-1 0 0 0 0,0 0-1 0 0,1 0 1 0 0,-1 0 0 0 0,0 2 0 0 0,0-1 20 0 0,-1 0 1 0 0,1 0-1 0 0,-1-1 0 0 0,0 1 1 0 0,0 0-1 0 0,1 0 1 0 0,-1 0-1 0 0,0-1 0 0 0,0 1 1 0 0,-1-1-1 0 0,1 1 1 0 0,0-1-1 0 0,-2 3 0 0 0,-5 3 142 0 0,0 0 0 0 0,-1-1 0 0 0,1 0-1 0 0,-12 6 1 0 0,1-3-172 0 0,1-1 0 0 0,-2 0 0 0 0,1-2 0 0 0,-1 0 0 0 0,0-1 0 0 0,0-1 0 0 0,-21 2 0 0 0,41-6-117 0 0,-1 0 0 0 0,1 0 0 0 0,-1 0 0 0 0,1 1 0 0 0,0-1 0 0 0,-1 0 0 0 0,1 0 0 0 0,-1 0 0 0 0,1 0 0 0 0,-1 0 0 0 0,1 0 0 0 0,-1 0 0 0 0,1 0 0 0 0,0 0 0 0 0,-1 0-1 0 0,1 0 1 0 0,-1-1 0 0 0,1 1 0 0 0,-1 0 0 0 0,1 0 0 0 0,0 0 0 0 0,-1-1 0 0 0,1 1 0 0 0,0 0 0 0 0,-1 0 0 0 0,1-1 0 0 0,-1 1 0 0 0,1 0 0 0 0,0-1 0 0 0,0 1 0 0 0,-1 0 0 0 0,1-1 0 0 0,0 1 0 0 0,0 0 0 0 0,-1-1 0 0 0,1 1 0 0 0,0-1 0 0 0,0 1 0 0 0,0 0 0 0 0,0-1 0 0 0,-1 1 0 0 0,1-1 0 0 0,3-5-1580 0 0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71 7370 0 0,'-4'-1'540'0'0,"-4"-2"324"0"0,0 0 0 0 0,0 0 0 0 0,-11-7 0 0 0,16 9-727 0 0,0-1 0 0 0,1 0 0 0 0,-1 0 0 0 0,1-1 0 0 0,0 1 0 0 0,0 0 0 0 0,0-1 0 0 0,0 0 0 0 0,0 1 0 0 0,0-1 0 0 0,1 0 0 0 0,-3-5 0 0 0,4 7-95 0 0,0 0 1 0 0,-1 0-1 0 0,1 1 0 0 0,0-1 1 0 0,0 0-1 0 0,0 1 0 0 0,-1-1 1 0 0,1 0-1 0 0,0 1 0 0 0,-1-1 1 0 0,1 1-1 0 0,-1-1 0 0 0,1 1 1 0 0,-1-1-1 0 0,1 1 0 0 0,-1-1 1 0 0,1 1-1 0 0,-1-1 0 0 0,1 1 1 0 0,-1-1-1 0 0,1 1 0 0 0,-1 0 1 0 0,0-1-1 0 0,1 1 0 0 0,-1 0 1 0 0,0 0-1 0 0,1 0 0 0 0,-1-1 1 0 0,0 1-1 0 0,1 0 1 0 0,-1 0-1 0 0,0 0 0 0 0,0 0 1 0 0,1 0-1 0 0,-1 0 0 0 0,0 0 1 0 0,1 0-1 0 0,-1 1 0 0 0,0-1 1 0 0,1 0-1 0 0,-1 0 0 0 0,0 0 1 0 0,1 1-1 0 0,-1-1 0 0 0,0 0 1 0 0,1 1-1 0 0,-1-1 0 0 0,1 1 1 0 0,-1-1-1 0 0,1 1 0 0 0,-1-1 1 0 0,1 1-1 0 0,-1-1 0 0 0,1 1 1 0 0,-1-1-1 0 0,0 2 1 0 0,-4 4 160 0 0,0 1 0 0 0,0 0 0 0 0,-7 12 0 0 0,10-16-222 0 0,-11 20 105 0 0,1 1 0 0 0,-14 38-1 0 0,23-54-74 0 0,0-1 0 0 0,1 0 0 0 0,0 1 0 0 0,1 0 0 0 0,0-1 0 0 0,0 1-1 0 0,1 0 1 0 0,-1 0 0 0 0,2 0 0 0 0,-1-1 0 0 0,1 1 0 0 0,0 0 0 0 0,4 10 0 0 0,-5-16-12 0 0,1-1 1 0 0,-1 1 0 0 0,1-1 0 0 0,0 1 0 0 0,0-1-1 0 0,-1 1 1 0 0,1-1 0 0 0,0 1 0 0 0,0-1-1 0 0,1 0 1 0 0,-1 0 0 0 0,0 1 0 0 0,0-1 0 0 0,0 0-1 0 0,1 0 1 0 0,-1 0 0 0 0,1 0 0 0 0,-1-1 0 0 0,1 1-1 0 0,-1 0 1 0 0,1-1 0 0 0,-1 1 0 0 0,1 0-1 0 0,-1-1 1 0 0,1 0 0 0 0,0 1 0 0 0,-1-1 0 0 0,1 0-1 0 0,0 0 1 0 0,-1 0 0 0 0,1 0 0 0 0,0 0 0 0 0,-1-1-1 0 0,1 1 1 0 0,0 0 0 0 0,-1-1 0 0 0,1 1-1 0 0,-1-1 1 0 0,1 0 0 0 0,-1 1 0 0 0,1-1 0 0 0,-1 0-1 0 0,2-1 1 0 0,4-2 15 0 0,0 0-1 0 0,0-1 1 0 0,0 0-1 0 0,-1 0 1 0 0,0-1-1 0 0,0 0 1 0 0,7-9-1 0 0,27-47 202 0 0,-33 48-214 0 0,2 1 1 0 0,-1 0 0 0 0,2 0 0 0 0,21-23 0 0 0,-31 35 4 0 0,0 1 0 0 0,0 0 0 0 0,0 0 0 0 0,1-1 1 0 0,-1 1-1 0 0,0 0 0 0 0,1 0 0 0 0,-1 0 0 0 0,0-1 1 0 0,0 1-1 0 0,1 0 0 0 0,-1 0 0 0 0,0 0 0 0 0,1 0 1 0 0,-1 0-1 0 0,0-1 0 0 0,1 1 0 0 0,-1 0 0 0 0,0 0 1 0 0,1 0-1 0 0,-1 0 0 0 0,0 0 0 0 0,1 0 0 0 0,-1 0 1 0 0,0 0-1 0 0,1 0 0 0 0,-1 0 0 0 0,0 0 0 0 0,1 1 1 0 0,-1-1-1 0 0,0 0 0 0 0,1 0 0 0 0,-1 0 0 0 0,6 13 289 0 0,-4 27 215 0 0,-2-30-418 0 0,2 44 238 0 0,-2-25-306 0 0,5 32 0 0 0,-4-52-32 0 0,0-1 0 0 0,1 1-1 0 0,1-1 1 0 0,-1 0-1 0 0,1 0 1 0 0,1 0-1 0 0,0 0 1 0 0,5 8 0 0 0,-9-15-22 0 0,1 0 0 0 0,-1 0 0 0 0,1 0 0 0 0,0 0 0 0 0,-1 0 0 0 0,1 0 1 0 0,0 0-1 0 0,0 0 0 0 0,0 0 0 0 0,0 0 0 0 0,0-1 0 0 0,-1 1 0 0 0,2 0 0 0 0,-1-1 1 0 0,0 1-1 0 0,0 0 0 0 0,0-1 0 0 0,0 0 0 0 0,0 1 0 0 0,0-1 0 0 0,0 0 1 0 0,1 1-1 0 0,-1-1 0 0 0,0 0 0 0 0,0 0 0 0 0,0 0 0 0 0,1 0 0 0 0,-1 0 0 0 0,0 0 1 0 0,0 0-1 0 0,0-1 0 0 0,0 1 0 0 0,1 0 0 0 0,-1-1 0 0 0,0 1 0 0 0,0-1 1 0 0,0 1-1 0 0,1-1 0 0 0,1-2-226 0 0,0 1 0 0 0,0-1 0 0 0,0 1 0 0 0,0-1-1 0 0,0 0 1 0 0,-1 0 0 0 0,0-1 0 0 0,1 1 0 0 0,-1 0 0 0 0,2-6 0 0 0,3-8-1289 0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1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8 2304 0 0,'7'-8'5313'0'0,"-11"26"-785"0"0,-4 38-3306 0 0,2 1-1 0 0,2 0 0 0 0,3-1 1 0 0,10 87-1 0 0,-6-70-1269 0 0,-3-73-47 0 0,0 0 1 0 0,0 1-1 0 0,0-1 0 0 0,0 1 0 0 0,0-1 1 0 0,0 0-1 0 0,0 1 0 0 0,0-1 1 0 0,-1 0-1 0 0,1 1 0 0 0,0-1 1 0 0,0 0-1 0 0,0 1 0 0 0,-1-1 1 0 0,1 0-1 0 0,0 1 0 0 0,0-1 1 0 0,-1 0-1 0 0,1 0 0 0 0,0 1 0 0 0,-1-1 1 0 0,1 0-1 0 0,0 0 0 0 0,-1 0 1 0 0,1 0-1 0 0,0 1 0 0 0,-1-1 1 0 0,1 0-1 0 0,0 0 0 0 0,-1 0 1 0 0,1 0-1 0 0,-1 0 0 0 0,1 0 1 0 0,-1 0-1 0 0,-4-1-5385 0 0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1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57 3225 0 0,'-6'-15'1486'0'0,"-4"-16"7916"0"0,11 21-8429 0 0,1 11-778 0 0,1 0-1 0 0,-1 0 1 0 0,1 0-1 0 0,-1 0 1 0 0,0 0 0 0 0,0 0-1 0 0,0 1 1 0 0,0 0 0 0 0,0-1-1 0 0,3 3 1 0 0,8 6 274 0 0,-7-7-365 0 0,1-1 0 0 0,0 0 1 0 0,0 0-1 0 0,0 0 0 0 0,0-1 1 0 0,0 0-1 0 0,14 1 0 0 0,54-6 51 0 0,-29 0-140 0 0,67 6-4400 0 0,-97-3 2529 0 0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2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221 346 5065 0 0,'0'0'232'0'0,"-19"-7"4306"0"0,12 6-4249 0 0,1 0 0 0 0,-1 1 0 0 0,0-1 0 0 0,1 2-1 0 0,-1-1 1 0 0,0 0 0 0 0,1 1 0 0 0,-1 1 0 0 0,0-1 0 0 0,1 1-1 0 0,0 0 1 0 0,-1 0 0 0 0,1 1 0 0 0,0 0 0 0 0,0 0-1 0 0,0 0 1 0 0,1 1 0 0 0,-1 0 0 0 0,1 0 0 0 0,0 0-1 0 0,0 1 1 0 0,0 0 0 0 0,-4 6 0 0 0,3-3-177 0 0,0 1 0 0 0,0 0 0 0 0,1 0 0 0 0,0 1 0 0 0,1-1 0 0 0,0 1 0 0 0,0 0 0 0 0,1 0 0 0 0,1 1 0 0 0,0-1 0 0 0,0 1 0 0 0,1-1 0 0 0,0 1 0 0 0,1 10 0 0 0,0-9-81 0 0,1 0 0 0 0,1 0 0 0 0,-1 0 1 0 0,2-1-1 0 0,0 1 0 0 0,0-1 1 0 0,1 1-1 0 0,1-1 0 0 0,7 14 0 0 0,-10-22-23 0 0,0 1 0 0 0,0-1 0 0 0,0 0 0 0 0,1 0 0 0 0,-1 0 0 0 0,1-1 0 0 0,0 1 0 0 0,-1 0-1 0 0,1-1 1 0 0,1 0 0 0 0,-1 0 0 0 0,0 0 0 0 0,0 0 0 0 0,1 0 0 0 0,-1-1 0 0 0,1 1 0 0 0,0-1 0 0 0,-1 0-1 0 0,1 0 1 0 0,0 0 0 0 0,0-1 0 0 0,-1 1 0 0 0,1-1 0 0 0,0 0 0 0 0,0 0 0 0 0,0-1 0 0 0,0 1 0 0 0,-1-1-1 0 0,1 1 1 0 0,0-1 0 0 0,0 0 0 0 0,6-3 0 0 0,1-1-63 0 0,-1-1 0 0 0,1 0 0 0 0,-1 0 0 0 0,0-1 0 0 0,0 0 0 0 0,-1 0 0 0 0,0-1 0 0 0,-1-1 1 0 0,1 1-1 0 0,-2-1 0 0 0,1-1 0 0 0,-1 1 0 0 0,0-1 0 0 0,-1-1 0 0 0,8-17 0 0 0,-1-3-132 0 0,-1 0 1 0 0,-1-1-1 0 0,-2 0 0 0 0,7-45 1 0 0,39-284 86 0 0,-55 348 294 0 0,-3 21 194 0 0,-3 20-67 0 0,-24 410-285 0 0,31-395 31 0 0,6 46 1 0 0,-3-55 218 0 0,2-7 72 0 0,-6-27-351 0 0,0 0-1 0 0,0 1 1 0 0,0-1 0 0 0,0 0 0 0 0,0 0-1 0 0,0 0 1 0 0,0 0 0 0 0,1 0 0 0 0,-1 0-1 0 0,0 0 1 0 0,0 1 0 0 0,0-1 0 0 0,0 0 0 0 0,0 0-1 0 0,0 0 1 0 0,1 0 0 0 0,-1 0 0 0 0,0 0-1 0 0,0 0 1 0 0,0 0 0 0 0,0 0 0 0 0,1 0-1 0 0,-1 0 1 0 0,0 0 0 0 0,0 0 0 0 0,0 0-1 0 0,0 0 1 0 0,1 0 0 0 0,-1 0 0 0 0,0 0 0 0 0,0 0-1 0 0,0 0 1 0 0,0 0 0 0 0,1 0 0 0 0,-1 0-1 0 0,0 0 1 0 0,0 0 0 0 0,0-1 0 0 0,0 1-1 0 0,0 0 1 0 0,1 0 0 0 0,8-13 258 0 0,1-9-213 0 0,-1-1 1 0 0,-1 0-1 0 0,-2 0 1 0 0,9-48-1 0 0,8-32 381 0 0,-23 102-394 0 0,1 0 0 0 0,-1 0 0 0 0,0 0 0 0 0,1 0 0 0 0,-1-1 0 0 0,0 1 0 0 0,1 1 0 0 0,0-1 0 0 0,-1 0-1 0 0,1 0 1 0 0,-1 0 0 0 0,1 0 0 0 0,0 0 0 0 0,0 0 0 0 0,0 1 0 0 0,1-2 0 0 0,-2 2-14 0 0,0 0-1 0 0,1 0 1 0 0,-1 0 0 0 0,1 0-1 0 0,-1 0 1 0 0,1 0-1 0 0,-1 0 1 0 0,1 0-1 0 0,-1 0 1 0 0,1 0-1 0 0,-1 0 1 0 0,0 0-1 0 0,1 0 1 0 0,-1 1-1 0 0,1-1 1 0 0,-1 0-1 0 0,0 0 1 0 0,1 1 0 0 0,-1-1-1 0 0,1 0 1 0 0,-1 0-1 0 0,0 1 1 0 0,1-1-1 0 0,-1 0 1 0 0,0 1-1 0 0,1 0 1 0 0,3 4 125 0 0,-1 0 0 0 0,0 1 1 0 0,0-1-1 0 0,3 9 0 0 0,-3-8-173 0 0,76 194 357 0 0,-51-121-338 0 0,-25-73-243 0 0,-1 0 0 0 0,1 0 1 0 0,-2 0-1 0 0,1 1 0 0 0,-1-1 0 0 0,0 1 1 0 0,0-1-1 0 0,0 1 0 0 0,-1-1 1 0 0,-1 12-1 0 0,-3-5-6889 0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2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13363 0 0,'3'0'236'0'0,"1"1"0"0"0,-1 0-1 0 0,0-1 1 0 0,0 0 0 0 0,1 0 0 0 0,-1 0 0 0 0,6 0 0 0 0,-4-1-43 0 0,65 5 396 0 0,104 17-1 0 0,-43-2 509 0 0,-111-17-1070 0 0,429 60 741 0 0,-429-59-2582 0 0,-10-4 871 0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16 11522 0 0,'-3'-3'290'0'0,"-13"-9"534"0"0,11 15-306 0 0,2 11 582 0 0,0 26-606 0 0,3 0 0 0 0,6 59 1 0 0,-1-36-285 0 0,32 358 406 0 0,-24-283-487 0 0,-11-125 25 0 0,-1-1 1 0 0,0 1 0 0 0,-1 0-1 0 0,-1 0 1 0 0,-4 24 0 0 0,5-37-120 0 0,0 1 1 0 0,0-1 0 0 0,0 0-1 0 0,0 1 1 0 0,0-1 0 0 0,0 0-1 0 0,0 1 1 0 0,0-1-1 0 0,0 0 1 0 0,0 1 0 0 0,0-1-1 0 0,0 0 1 0 0,0 1 0 0 0,0-1-1 0 0,0 0 1 0 0,-1 1-1 0 0,1-1 1 0 0,0 0 0 0 0,0 0-1 0 0,0 1 1 0 0,0-1 0 0 0,-1 0-1 0 0,1 0 1 0 0,0 1 0 0 0,0-1-1 0 0,-1 0 1 0 0,1 0-1 0 0,0 0 1 0 0,0 1 0 0 0,-1-1-1 0 0,1 0 1 0 0,0 0 0 0 0,-1 0-1 0 0,1 0 1 0 0,0 0-1 0 0,0 1 1 0 0,-1-1 0 0 0,1 0-1 0 0,0 0 1 0 0,-1 0 0 0 0,1 0-1 0 0,0 0 1 0 0,-1 0-1 0 0,-7-15 661 0 0,-2-26-193 0 0,7 6-341 0 0,1-1 0 0 0,2 1 0 0 0,1-1 0 0 0,10-64 1 0 0,-10 97-163 0 0,-1 1 1 0 0,1-1-1 0 0,0 1 1 0 0,0-1 0 0 0,0 1-1 0 0,0-1 1 0 0,0 1 0 0 0,1 0-1 0 0,-1 0 1 0 0,1-1-1 0 0,-1 1 1 0 0,1 0 0 0 0,0 0-1 0 0,0 1 1 0 0,0-1 0 0 0,0 0-1 0 0,0 1 1 0 0,4-3-1 0 0,-2 2-2 0 0,-1 1-1 0 0,1 0 1 0 0,0-1-1 0 0,0 2 0 0 0,0-1 1 0 0,0 0-1 0 0,0 1 1 0 0,1-1-1 0 0,-1 1 0 0 0,8 1 1 0 0,6 2-26 0 0,-1 1-1 0 0,1 0 1 0 0,-1 2 0 0 0,22 8-1 0 0,-37-13 25 0 0,16 6-29 0 0,44 20 10 0 0,-57-24 23 0 0,0 0 0 0 0,0 0 0 0 0,0 0 1 0 0,-1 1-1 0 0,1-1 0 0 0,-1 1 1 0 0,0 0-1 0 0,0 0 0 0 0,4 7 0 0 0,-7-9 10 0 0,0-1-1 0 0,0 1 0 0 0,0 0 0 0 0,0 0 0 0 0,-1-1 0 0 0,1 1 0 0 0,-1 0 0 0 0,1 0 0 0 0,-1 0 0 0 0,0-1 0 0 0,0 1 0 0 0,0 0 0 0 0,0 0 0 0 0,0 0 0 0 0,0 0 1 0 0,0 0-1 0 0,-1-1 0 0 0,1 1 0 0 0,-1 0 0 0 0,1 0 0 0 0,-1 0 0 0 0,0-1 0 0 0,1 1 0 0 0,-1 0 0 0 0,0-1 0 0 0,0 1 0 0 0,0-1 0 0 0,0 1 0 0 0,-1-1 0 0 0,1 1 0 0 0,-2 1 1 0 0,-5 4 106 0 0,-1 0 1 0 0,1 0-1 0 0,-1-1 1 0 0,-12 6-1 0 0,9-4-28 0 0,-20 11-71 0 0,0 0 0 0 0,-2-3 1 0 0,-51 20-1 0 0,126-53-9019 0 0,-26 9 6604 0 0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150 104 9674 0 0,'-16'-28'3949'0'0,"13"21"-3752"0"0,-1 0-1 0 0,1 1 1 0 0,-2-1 0 0 0,1 1 0 0 0,-1 0-1 0 0,0 0 1 0 0,0 0 0 0 0,0 0 0 0 0,-1 1 0 0 0,-7-5-1 0 0,12 9-141 0 0,0 1-1 0 0,-1-1 0 0 0,1 1 0 0 0,0-1 1 0 0,0 1-1 0 0,-1 0 0 0 0,1-1 0 0 0,0 1 1 0 0,-1 0-1 0 0,1 0 0 0 0,0 0 0 0 0,0 0 0 0 0,-1 0 1 0 0,1 1-1 0 0,0-1 0 0 0,0 0 0 0 0,-1 0 1 0 0,1 1-1 0 0,0-1 0 0 0,0 1 0 0 0,0-1 1 0 0,-1 1-1 0 0,1 0 0 0 0,0-1 0 0 0,0 1 1 0 0,0 0-1 0 0,0 0 0 0 0,0 0 0 0 0,0 0 1 0 0,0-1-1 0 0,1 1 0 0 0,-1 1 0 0 0,0-1 1 0 0,0 0-1 0 0,1 0 0 0 0,-1 0 0 0 0,0 2 0 0 0,-3 4 71 0 0,1 0-1 0 0,0 0 0 0 0,1 0 0 0 0,-1 0 0 0 0,0 8 0 0 0,-3 12-76 0 0,2 0 0 0 0,-1 28 0 0 0,5-45-40 0 0,0 0 0 0 0,0 0 1 0 0,1 0-1 0 0,0 0 0 0 0,1 0 1 0 0,0-1-1 0 0,1 1 0 0 0,0-1 1 0 0,4 11-1 0 0,-6-18-7 0 0,0 0 0 0 0,0 0 0 0 0,0 0-1 0 0,0-1 1 0 0,0 1 0 0 0,0 0 0 0 0,0 0 0 0 0,1-1 0 0 0,-1 1 0 0 0,1-1-1 0 0,-1 1 1 0 0,1-1 0 0 0,0 0 0 0 0,0 1 0 0 0,-1-1 0 0 0,1 0-1 0 0,0 0 1 0 0,0 0 0 0 0,0-1 0 0 0,0 1 0 0 0,4 1 0 0 0,-4-2 1 0 0,1 0 1 0 0,-1-1 0 0 0,1 1-1 0 0,-1 0 1 0 0,1-1 0 0 0,-1 0-1 0 0,1 1 1 0 0,-1-1 0 0 0,1 0-1 0 0,-1 0 1 0 0,0-1 0 0 0,0 1-1 0 0,1 0 1 0 0,-1-1 0 0 0,3-2-1 0 0,2-2 7 0 0,0-1 0 0 0,-1 0-1 0 0,0 0 1 0 0,0-1-1 0 0,0 0 1 0 0,-1 0 0 0 0,0 0-1 0 0,6-15 1 0 0,-10 21 8 0 0,2-6 73 0 0,0 1 0 0 0,-1-1 0 0 0,0 0 0 0 0,0 0 0 0 0,2-16 0 0 0,-15 79 852 0 0,10-47-993 0 0,1-1 1 0 0,0 1-1 0 0,1-1 1 0 0,1 10-1 0 0,-1-15-111 0 0,-1-1 0 0 0,0 0-1 0 0,0 0 1 0 0,0 1 0 0 0,1-1-1 0 0,-1 0 1 0 0,1 0 0 0 0,-1 0-1 0 0,1 1 1 0 0,-1-1 0 0 0,1 0-1 0 0,0 0 1 0 0,0 0 0 0 0,-1 0-1 0 0,1 0 1 0 0,0 0 0 0 0,0 0-1 0 0,0 0 1 0 0,0 0 0 0 0,0-1-1 0 0,0 1 1 0 0,0 0 0 0 0,0-1-1 0 0,1 1 1 0 0,-1-1 0 0 0,0 1-1 0 0,0-1 1 0 0,0 1 0 0 0,1-1-1 0 0,-1 0 1 0 0,0 0 0 0 0,1 1-1 0 0,1-1 1 0 0,5-2-1689 0 0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3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16 11490 0 0,'-1'-2'136'0'0,"-1"1"-1"0"0,1 0 0 0 0,0 0 0 0 0,0 0 0 0 0,-1 0 1 0 0,1 0-1 0 0,-1 0 0 0 0,1 0 0 0 0,-1 0 0 0 0,1 0 0 0 0,-1 0 1 0 0,1 1-1 0 0,-1-1 0 0 0,0 1 0 0 0,1-1 0 0 0,-1 1 1 0 0,-2-1-1 0 0,-1 1 100 0 0,1 0 0 0 0,0 0 0 0 0,0 1 0 0 0,-1-1 1 0 0,1 1-1 0 0,-8 2 0 0 0,1 1 171 0 0,0 1 0 0 0,0 0 0 0 0,0 0 0 0 0,-13 9 0 0 0,17-8-283 0 0,1-1-1 0 0,-1 1 1 0 0,1 0 0 0 0,0 1 0 0 0,0-1 0 0 0,1 1-1 0 0,0 0 1 0 0,0 1 0 0 0,1-1 0 0 0,0 1-1 0 0,0 0 1 0 0,0 0 0 0 0,1 0 0 0 0,1 1 0 0 0,-1-1-1 0 0,-1 14 1 0 0,3-17-64 0 0,1-1 0 0 0,-1 1-1 0 0,1 0 1 0 0,0 0 0 0 0,0-1-1 0 0,1 1 1 0 0,-1 0 0 0 0,1 0-1 0 0,0-1 1 0 0,0 1 0 0 0,1 0-1 0 0,-1-1 1 0 0,1 1 0 0 0,0-1-1 0 0,0 0 1 0 0,1 0 0 0 0,-1 0-1 0 0,1 0 1 0 0,0 0 0 0 0,0 0-1 0 0,0-1 1 0 0,1 1 0 0 0,-1-1-1 0 0,1 0 1 0 0,0 0 0 0 0,-1 0-1 0 0,1 0 1 0 0,1-1 0 0 0,-1 0-1 0 0,0 0 1 0 0,7 2 0 0 0,-5-2-481 0 0,0 0 0 0 0,-1-1 1 0 0,1 0-1 0 0,0 0 0 0 0,0-1 1 0 0,0 1-1 0 0,0-1 0 0 0,0-1 1 0 0,0 1-1 0 0,0-1 0 0 0,0 0 0 0 0,0 0 1 0 0,0-1-1 0 0,0 0 0 0 0,0 0 1 0 0,-1 0-1 0 0,1-1 0 0 0,-1 0 1 0 0,0 0-1 0 0,6-4 0 0 0,-1 0-5069 0 0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4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6 10138 0 0,'0'0'55'0'0,"0"-1"-1"0"0,0 1 0 0 0,0 0 1 0 0,0 0-1 0 0,0-1 1 0 0,0 1-1 0 0,-1 0 0 0 0,1 0 1 0 0,0-1-1 0 0,0 1 0 0 0,0 0 1 0 0,0 0-1 0 0,-1-1 1 0 0,1 1-1 0 0,0 0 0 0 0,0 0 1 0 0,-1 0-1 0 0,1 0 1 0 0,0-1-1 0 0,-1 1 0 0 0,1 0 1 0 0,0 0-1 0 0,0 0 1 0 0,-1 0-1 0 0,1 0 0 0 0,0 0 1 0 0,-1 0-1 0 0,1 0 1 0 0,0 0-1 0 0,0 0 0 0 0,-1 0 1 0 0,1 0-1 0 0,0 0 0 0 0,-1 0 1 0 0,1 0-1 0 0,0 0 1 0 0,-1 0-1 0 0,1 0 0 0 0,0 0 1 0 0,0 1-1 0 0,-1-1 1 0 0,1 0-1 0 0,0 0 0 0 0,0 0 1 0 0,-1 0-1 0 0,1 1 1 0 0,0-1-1 0 0,0 0 0 0 0,0 0 1 0 0,-1 0-1 0 0,1 1 1 0 0,-15 9 1021 0 0,8-1-847 0 0,0 1 1 0 0,0-1-1 0 0,1 1 0 0 0,1 0 1 0 0,-1 1-1 0 0,-4 15 0 0 0,-19 69 345 0 0,25-81-475 0 0,1-2 2 0 0,-30 125 1023 0 0,28-112-719 0 0,2 0 0 0 0,0 0 0 0 0,2 39-1 0 0,2-56-337 0 0,0-1 0 0 0,0 0 0 0 0,1 0-1 0 0,0 0 1 0 0,0 0 0 0 0,0-1 0 0 0,1 1 0 0 0,0 0-1 0 0,1-1 1 0 0,4 7 0 0 0,-6-10-65 0 0,0 0 0 0 0,0 0 0 0 0,0-1 0 0 0,0 1 0 0 0,1-1 0 0 0,-1 1 0 0 0,1-1 0 0 0,0 0 0 0 0,-1 0 0 0 0,1 0 0 0 0,0 0 0 0 0,0-1 0 0 0,0 1 0 0 0,1-1 1 0 0,-1 0-1 0 0,0 0 0 0 0,1 0 0 0 0,-1 0 0 0 0,0 0 0 0 0,1-1 0 0 0,-1 0 0 0 0,7 1 0 0 0,-8-2-32 0 0,0 1 0 0 0,-1 0 0 0 0,1 0 0 0 0,-1-1 0 0 0,1 1 0 0 0,-1-1 0 0 0,1 1 0 0 0,-1-1 0 0 0,1 0 0 0 0,-1 0 0 0 0,0 1 0 0 0,1-1 0 0 0,-1 0 0 0 0,0 0 0 0 0,0 0 0 0 0,0 0 0 0 0,0-1 0 0 0,0 1 0 0 0,2-2 0 0 0,-2 0-47 0 0,1 0 1 0 0,-1 1-1 0 0,0-1 0 0 0,0 0 0 0 0,0 0 1 0 0,0 0-1 0 0,-1 0 0 0 0,1 0 0 0 0,-1-5 1 0 0,0 0-213 0 0,0-1 1 0 0,-1 1-1 0 0,0 0 1 0 0,0 0 0 0 0,-1 0-1 0 0,-5-14 1 0 0,-4-2-1177 0 0,-1 0 1 0 0,-29-44-1 0 0,-40-39-3358 0 0,74 97 4400 0 0,-5-5-179 0 0,-16-21 1118 0 0,-4 6 3419 0 0,41 43 703 0 0,11 10-3939 0 0,-11-17-485 0 0,-1 0 0 0 0,1 0 0 0 0,0-1 0 0 0,0 0-1 0 0,1 0 1 0 0,-1-1 0 0 0,1-1 0 0 0,0 1-1 0 0,0-2 1 0 0,0 1 0 0 0,0-1 0 0 0,1-1 0 0 0,17 1-1 0 0,-1-3-296 0 0,0 0 0 0 0,0-2 0 0 0,-1-1 0 0 0,29-8 0 0 0,-26 5-2831 0 0,-15 2 1194 0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3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10 8754 0 0,'-1'0'169'0'0,"1"-1"0"0"0,0 0 1 0 0,0 1-1 0 0,-1-1 0 0 0,1 1 1 0 0,0-1-1 0 0,-1 1 0 0 0,1-1 1 0 0,0 1-1 0 0,-1 0 0 0 0,1-1 0 0 0,-1 1 1 0 0,1-1-1 0 0,-1 1 0 0 0,1 0 1 0 0,-1-1-1 0 0,1 1 0 0 0,-1 0 1 0 0,1 0-1 0 0,-1-1 0 0 0,1 1 0 0 0,-1 0 1 0 0,0 0-1 0 0,1 0 0 0 0,-1 0 1 0 0,1 0-1 0 0,-1 0 0 0 0,0 0 1 0 0,1 0-1 0 0,-2 0 0 0 0,1 1-21 0 0,0-1 1 0 0,0 1-1 0 0,0 0 0 0 0,1 0 1 0 0,-1-1-1 0 0,0 1 0 0 0,0 0 0 0 0,0 0 1 0 0,1 0-1 0 0,-1 0 0 0 0,1 0 0 0 0,-1 0 1 0 0,1 0-1 0 0,-1 2 0 0 0,-2 6 100 0 0,0 0 0 0 0,1 0-1 0 0,-2 10 1 0 0,-11 82 760 0 0,-16 131 1159 0 0,24-164-1425 0 0,5 96 1 0 0,2-152-654 0 0,0-8-30 0 0,0 1 0 0 0,0-1-1 0 0,0 1 1 0 0,1-1 0 0 0,-1 1 0 0 0,1-1 0 0 0,0 1 0 0 0,3 5-1 0 0,-4-9-46 0 0,0-1 0 0 0,0 0-1 0 0,0 0 1 0 0,0 0-1 0 0,1 0 1 0 0,-1 0 0 0 0,0 0-1 0 0,0 0 1 0 0,0 1-1 0 0,0-1 1 0 0,0 0-1 0 0,0 0 1 0 0,1 0 0 0 0,-1 0-1 0 0,0 0 1 0 0,0 0-1 0 0,0 0 1 0 0,0 0-1 0 0,1 0 1 0 0,-1 0 0 0 0,0 0-1 0 0,0 0 1 0 0,0 0-1 0 0,0 0 1 0 0,0 0 0 0 0,1 0-1 0 0,-1 0 1 0 0,0 0-1 0 0,0 0 1 0 0,0 0-1 0 0,0 0 1 0 0,1 0 0 0 0,-1 0-1 0 0,0 0 1 0 0,0 0-1 0 0,0-1 1 0 0,0 1 0 0 0,0 0-1 0 0,0 0 1 0 0,1 0-1 0 0,-1 0 1 0 0,0 0-1 0 0,0 0 1 0 0,0-1 0 0 0,8-9 126 0 0,3-14-71 0 0,-11 23-41 0 0,34-84 64 0 0,46-99 73 0 0,-79 182-153 0 0,0 0-1 0 0,-1 0 1 0 0,1 1-1 0 0,1-1 1 0 0,-1 0 0 0 0,0 1-1 0 0,0-1 1 0 0,1 0-1 0 0,-1 1 1 0 0,1-1 0 0 0,-1 1-1 0 0,1 0 1 0 0,0 0-1 0 0,-1-1 1 0 0,1 1-1 0 0,3-1 1 0 0,-4 2-2 0 0,1 0 0 0 0,-1 0-1 0 0,0 1 1 0 0,1-1 0 0 0,-1 0 0 0 0,0 1-1 0 0,0-1 1 0 0,1 1 0 0 0,-1-1-1 0 0,0 1 1 0 0,0 0 0 0 0,0-1 0 0 0,0 1-1 0 0,0 0 1 0 0,0 0 0 0 0,0 0 0 0 0,0 0-1 0 0,0 0 1 0 0,0 0 0 0 0,0 0 0 0 0,-1 0-1 0 0,1 0 1 0 0,0 0 0 0 0,-1 0 0 0 0,1 1-1 0 0,0 0 1 0 0,11 24 137 0 0,0 0 1 0 0,14 48-1 0 0,6 13 71 0 0,-24-69-186 0 0,-1-4 68 0 0,-1 1 0 0 0,0-1-1 0 0,-1 1 1 0 0,-1 0 0 0 0,4 27-1 0 0,-7-39-254 0 0,0 17 822 0 0,-1-20-759 0 0,1 0 0 0 0,-1 1 0 0 0,0-1 0 0 0,0 0 0 0 0,0 1 1 0 0,0-1-1 0 0,0 0 0 0 0,0 0 0 0 0,0 1 0 0 0,0-1 0 0 0,1 0 0 0 0,-1 1 1 0 0,0-1-1 0 0,0 0 0 0 0,0 1 0 0 0,0-1 0 0 0,-1 0 0 0 0,1 0 0 0 0,0 1 1 0 0,0-1-1 0 0,0 0 0 0 0,0 1 0 0 0,0-1 0 0 0,0 0 0 0 0,0 0 0 0 0,0 1 0 0 0,-1-1 1 0 0,1 0-1 0 0,0 0 0 0 0,0 1 0 0 0,0-1 0 0 0,-1 0 0 0 0,1 0 0 0 0,0 1 1 0 0,0-1-1 0 0,-1 0 0 0 0,1 0 0 0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4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35 5985 0 0,'-20'-17'1138'0'0,"-1"0"4248"0"0,20 17-5299 0 0,1 0 0 0 0,-1 1-1 0 0,1-1 1 0 0,-1 1 0 0 0,1-1-1 0 0,0 1 1 0 0,-1-1 0 0 0,1 1-1 0 0,-1-1 1 0 0,1 1 0 0 0,0-1-1 0 0,0 1 1 0 0,-1-1-1 0 0,1 1 1 0 0,0-1 0 0 0,0 1-1 0 0,0 0 1 0 0,0-1 0 0 0,0 1-1 0 0,0-1 1 0 0,0 1 0 0 0,0 0-1 0 0,0 0 1 0 0,-2 19 490 0 0,-6 173 1554 0 0,4-99-1538 0 0,-2-30-343 0 0,-20 93-1 0 0,10-74-594 0 0,15-77 139 0 0,1 0-1 0 0,-1 0 1 0 0,2 1 0 0 0,0 9 0 0 0,-1-15 113 0 0,0 0 0 0 0,0 0 0 0 0,0 0 0 0 0,1-1 0 0 0,-1 1 0 0 0,0 0 0 0 0,0 0 0 0 0,1-1 0 0 0,-1 1 0 0 0,1 0 0 0 0,-1-1 0 0 0,0 1 0 0 0,1 0 0 0 0,-1-1 0 0 0,1 1 0 0 0,-1 0 0 0 0,1-1 0 0 0,1 2 0 0 0,-1-2-28 0 0,-1 0 0 0 0,1 0 0 0 0,0 0 0 0 0,0 0 0 0 0,-1-1 0 0 0,1 1 0 0 0,0 0 0 0 0,0 0 0 0 0,-1 0 0 0 0,1-1 0 0 0,0 1 0 0 0,-1 0 0 0 0,1-1 0 0 0,0 1 0 0 0,-1 0 0 0 0,1-1 0 0 0,-1 1 0 0 0,1-1 0 0 0,0 1 0 0 0,-1-1 0 0 0,1 1 0 0 0,-1-1 0 0 0,1 0 0 0 0,-1 1 0 0 0,1-2 0 0 0,12-22-3229 0 0,-8 14 33 0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45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24 269 1840 0 0,'3'-2'292'0'0,"-5"4"385"0"0,0-1-1 0 0,0 1 1 0 0,0-1-1 0 0,1 1 0 0 0,-1 0 1 0 0,0-1-1 0 0,1 1 0 0 0,-1 0 1 0 0,1 0-1 0 0,0 0 1 0 0,0 0-1 0 0,-1 0 0 0 0,0 4 1 0 0,2-6-615 0 0,-1 1 0 0 0,1 0 0 0 0,-1-1 1 0 0,1 1-1 0 0,0 0 0 0 0,-1 0 0 0 0,1-1 0 0 0,0 1 1 0 0,0 0-1 0 0,0 0 0 0 0,0 0 0 0 0,-1-1 1 0 0,1 1-1 0 0,0 0 0 0 0,0 0 0 0 0,1 0 1 0 0,-1 0-1 0 0,0-1 0 0 0,0 1 0 0 0,0 0 0 0 0,0 0 1 0 0,1 0-1 0 0,-1-1 0 0 0,0 1 0 0 0,1 0 1 0 0,-1-1-1 0 0,0 1 0 0 0,1 0 0 0 0,-1-1 0 0 0,1 1 1 0 0,0 0-1 0 0,-1-1 0 0 0,1 1 0 0 0,-1-1 1 0 0,1 1-1 0 0,0-1 0 0 0,-1 1 0 0 0,1-1 0 0 0,0 1 1 0 0,-1-1-1 0 0,1 0 0 0 0,0 1 0 0 0,0-1 1 0 0,1 0-1 0 0,12 2 226 0 0,1-1 0 0 0,0-1 0 0 0,0 0 0 0 0,-1-1 0 0 0,29-5 0 0 0,-23 2-66 0 0,0 2 0 0 0,30 0 0 0 0,294 33 142 0 0,-217-17-296 0 0,-35-9 35 0 0,122-8 1 0 0,-51-2-23 0 0,131 15-8 0 0,-102-1-18 0 0,183-17-59 0 0,0-21 43 0 0,-323 24-21 0 0,436-28 46 0 0,-1 0 11 0 0,-197 22-15 0 0,-83 6-3 0 0,173-9-46 0 0,-170 8-11 0 0,76 2 0 0 0,93-4 0 0 0,-196-2 2 0 0,248-17 60 0 0,117-13 213 0 0,-444 33-217 0 0,165-12 118 0 0,-13 3-97 0 0,21-3 45 0 0,-14 4-82 0 0,4-1 33 0 0,68-11 136 0 0,-91 9-91 0 0,-170 15-15 0 0,115 10-1 0 0,-65 0-22 0 0,-111-7-47 0 0,-9 0-30 0 0,0 0 1 0 0,1 0-1 0 0,-1 0 1 0 0,0 1-1 0 0,1-1 0 0 0,-1 1 1 0 0,0 0-1 0 0,0 0 1 0 0,0 0-1 0 0,5 3 1 0 0,-9-4-120 0 0,0 0 0 0 0,0 0 1 0 0,0 0-1 0 0,0 0 1 0 0,0 1-1 0 0,0-1 1 0 0,0 0-1 0 0,0 0 1 0 0,0 0-1 0 0,0 0 1 0 0,0 0-1 0 0,0 0 1 0 0,0 1-1 0 0,0-1 1 0 0,0 0-1 0 0,0 0 1 0 0,0 0-1 0 0,0 0 1 0 0,0 0-1 0 0,0 0 1 0 0,-1 1-1 0 0,1-1 1 0 0,0 0-1 0 0,0 0 0 0 0,0 0 1 0 0,0 0-1 0 0,0 0 1 0 0,0 0-1 0 0,0 0 1 0 0,0 0-1 0 0,-1 1 1 0 0,1-1-1 0 0,0 0 1 0 0,0 0-1 0 0,0 0 1 0 0,0 0-1 0 0,0 0 1 0 0,0 0-1 0 0,-1 0 1 0 0,1 0-1 0 0,0 0 1 0 0,0 0-1 0 0,0 0 1 0 0,0 0-1 0 0,0 0 1 0 0,0 0-1 0 0,-1 0 0 0 0,1 0 1 0 0,-5 1-5904 0 0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47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35 331 10594 0 0,'-3'-1'177'0'0,"-23"-4"1244"0"0,21 2-384 0 0,13 2 241 0 0,-7 1-1151 0 0,4 0 5 0 0,30-2 289 0 0,1 1 0 0 0,0 2 0 0 0,40 7 0 0 0,111 25 539 0 0,39 5-766 0 0,149-14-192 0 0,20 2 180 0 0,-236-14-106 0 0,201-11 1 0 0,159-44 234 0 0,-4-6-210 0 0,-44 6 6 0 0,-72 7-20 0 0,-155 15-46 0 0,145-2 5 0 0,-177 13-28 0 0,-78 3-18 0 0,185-13 0 0 0,522-28 100 0 0,-708 43-72 0 0,76-11-28 0 0,-54 2 0 0 0,63-4 27 0 0,116-5 143 0 0,-38 0-137 0 0,-13 0 148 0 0,-159 18-116 0 0,231-6 115 0 0,209 29-41 0 0,-548-17-101 0 0,-1 1 1 0 0,1 1-1 0 0,-1 0 0 0 0,22 9 1 0 0,-24-5 76 0 0,-13-7-111 0 0,0 0-1 0 0,1 0 0 0 0,-1 0 1 0 0,0 1-1 0 0,0-1 0 0 0,1 0 1 0 0,-1 0-1 0 0,0 0 0 0 0,0 0 1 0 0,1 1-1 0 0,-1-1 0 0 0,0 0 1 0 0,0 0-1 0 0,0 1 0 0 0,1-1 1 0 0,-1 0-1 0 0,0 0 0 0 0,0 1 1 0 0,0-1-1 0 0,0 0 0 0 0,0 1 1 0 0,0-1-1 0 0,0 0 0 0 0,0 0 1 0 0,1 1-1 0 0,-1-1 0 0 0,0 0 1 0 0,0 1-1 0 0,0-1 0 0 0,0 0 1 0 0,-1 1-1 0 0,1-1 0 0 0,0 0 1 0 0,0 0-1 0 0,0 1 0 0 0,0-1 1 0 0,0 0-1 0 0,0 1 0 0 0,-1-1-17 0 0,1 0-61 0 0,-1-4-292 0 0,1-1 245 0 0,1-1 0 0 0,-1 1 0 0 0,1 0 0 0 0,0 0 0 0 0,3-8 0 0 0,-3 11 87 0 0,-1 0 1 0 0,1-1-1 0 0,0 1 0 0 0,0 0 0 0 0,0 0 1 0 0,0 0-1 0 0,0 0 0 0 0,0 0 0 0 0,1 1 1 0 0,-1-1-1 0 0,1 0 0 0 0,-1 0 0 0 0,1 1 1 0 0,0-1-1 0 0,0 1 0 0 0,-1 0 0 0 0,1-1 1 0 0,3 0-1 0 0,-5 2 47 0 0,1 0 215 0 0,1 5-6 0 0,0 13-89 0 0,-1 1 1 0 0,-1 0-1 0 0,-2 20 1 0 0,-1 15-22 0 0,18 144 131 0 0,-2-65-153 0 0,-12-108-57 0 0,0-1 0 0 0,-2 1 0 0 0,0 0 0 0 0,-2-1 0 0 0,-1 0 0 0 0,-1 0 0 0 0,-9 30 0 0 0,12-48-59 0 0,2-5-3 0 0,0 0 0 0 0,0 0 0 0 0,0 0 0 0 0,-1 0-1 0 0,1 0 1 0 0,0 0 0 0 0,0 0 0 0 0,-1 0 0 0 0,1 0 0 0 0,0 0 0 0 0,-1 0 0 0 0,1 0 0 0 0,-1 0 0 0 0,0-1 0 0 0,1 1 0 0 0,-1 0-1 0 0,1 0 1 0 0,-1-1 0 0 0,0 1 0 0 0,0 0 0 0 0,1-1 0 0 0,-1 1 0 0 0,0-1 0 0 0,0 1 0 0 0,0-1 0 0 0,0 1 0 0 0,0-1-1 0 0,0 1 1 0 0,1-1 0 0 0,-1 0 0 0 0,0 0 0 0 0,-2 1 0 0 0,-3-2-1166 0 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48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19 5529 0 0,'-4'-8'-757'0'0,"-6"-2"7415"0"0,11 21-5263 0 0,9 73 457 0 0,-1 154 0 0 0,-10-163-549 0 0,14 133 1 0 0,-12-182-3250 0 0,-1-30 479 0 0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49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7370 0 0,'-4'9'5190'0'0,"-4"19"-3555"0"0,4-13-1104 0 0,-14 38 1259 0 0,-15 56 722 0 0,24-65-1593 0 0,-3 77-1 0 0,8-74-723 0 0,3-25-62 0 0,1 1-1 0 0,5 28 1 0 0,-1 18-32 0 0,-4-68-91 0 0,0-1-1 0 0,0 0 1 0 0,0 0 0 0 0,0 1-1 0 0,-1-1 1 0 0,1 0 0 0 0,0 1-1 0 0,0-1 1 0 0,0 0-1 0 0,0 0 1 0 0,-1 0 0 0 0,1 1-1 0 0,0-1 1 0 0,0 0 0 0 0,-1 0-1 0 0,1 0 1 0 0,0 1-1 0 0,-1-1 1 0 0,1 0 0 0 0,0 0-1 0 0,0 0 1 0 0,-1 0-1 0 0,1 0 1 0 0,0 0 0 0 0,-1 0-1 0 0,1 1 1 0 0,0-1 0 0 0,-1 0-1 0 0,1 0 1 0 0,0 0-1 0 0,-1 0 1 0 0,1-1 0 0 0,0 1-1 0 0,-1 0 1 0 0,1 0-1 0 0,0 0 1 0 0,0 0 0 0 0,-1 0-1 0 0,1 0 1 0 0,0 0 0 0 0,-1 0-1 0 0,1-1 1 0 0,0 1-1 0 0,0 0 1 0 0,-1 0 0 0 0,1 0-1 0 0,0-1 1 0 0,0 1-1 0 0,-1 0 1 0 0,1 0 0 0 0,0-1-1 0 0,-1 1 115 0 0,1-5-885 0 0,2-6 6 0 0,0 0 0 0 0,1 0 0 0 0,0 1 0 0 0,1-1 0 0 0,0 1 0 0 0,9-18 0 0 0,-2 9-595 0 0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49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9 2761 0 0,'6'-3'-1222'0'0,"1"-2"8725"0"0,-14 8-4991 0 0,6-2-1657 0 0,-3 1-39 0 0,-134 80 3937 0 0,115-67-4292 0 0,1 2 0 0 0,1 1 1 0 0,1 0-1 0 0,-19 22 0 0 0,38-39-427 0 0,0 0 0 0 0,0 0-1 0 0,0 0 1 0 0,0 0 0 0 0,1 0 0 0 0,-1 0-1 0 0,0 0 1 0 0,0 0 0 0 0,1 0 0 0 0,-1 0-1 0 0,0 1 1 0 0,1-1 0 0 0,-1 0-1 0 0,1 0 1 0 0,0 1 0 0 0,-1-1 0 0 0,1 0-1 0 0,0 1 1 0 0,0-1 0 0 0,0 0-1 0 0,0 1 1 0 0,0-1 0 0 0,0 1 0 0 0,0-1-1 0 0,0 0 1 0 0,1 1 0 0 0,-1-1-1 0 0,0 0 1 0 0,1 0 0 0 0,-1 1 0 0 0,1-1-1 0 0,0 0 1 0 0,0 2 0 0 0,2-1-4 0 0,0 0 0 0 0,-1 0 0 0 0,1 0 0 0 0,0 0 0 0 0,0-1 0 0 0,0 1 0 0 0,0-1 0 0 0,0 1 0 0 0,0-1 0 0 0,1 0 0 0 0,-1-1 0 0 0,6 2 0 0 0,38 3 73 0 0,-1-1 1 0 0,50-3-1 0 0,-7-1-13 0 0,-68 1-35 0 0,2 0 198 0 0,0 0 0 0 0,0-2 0 0 0,0 0 0 0 0,30-7 0 0 0,-76 4 595 0 0,-7-2-3639 0 0,21 5-5020 0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50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2761 0 0,'-1'0'394'0'0,"0"1"1"0"0,0 0 0 0 0,-1 0 0 0 0,1-1 0 0 0,0 1 0 0 0,0 0 0 0 0,0 0 0 0 0,0 0-1 0 0,0 0 1 0 0,0 0 0 0 0,0 0 0 0 0,0 0 0 0 0,1 1 0 0 0,-1-1 0 0 0,0 0 0 0 0,1 0-1 0 0,-1 1 1 0 0,1-1 0 0 0,-1 2 0 0 0,-12 33 700 0 0,11-31-755 0 0,-13 43 513 0 0,1 0 0 0 0,3 0-1 0 0,1 1 1 0 0,-3 60 0 0 0,13-104-771 0 0,0-1-1 0 0,0 1 1 0 0,1 0 0 0 0,-1 0 0 0 0,1 0-1 0 0,0 0 1 0 0,0-1 0 0 0,1 1 0 0 0,-1 0-1 0 0,1-1 1 0 0,0 0 0 0 0,0 1 0 0 0,1-1-1 0 0,-1 0 1 0 0,1 0 0 0 0,4 5 0 0 0,-2-4-74 0 0,0-1 1 0 0,0 0-1 0 0,0 0 1 0 0,0-1-1 0 0,1 1 1 0 0,-1-1-1 0 0,1 0 1 0 0,0-1-1 0 0,0 0 1 0 0,0 1-1 0 0,0-2 1 0 0,8 2-1 0 0,49 6 225 0 0,12 3 102 0 0,-74-12-310 0 0,0 0-1 0 0,0 1 1 0 0,1-1-1 0 0,-1 0 1 0 0,0 1 0 0 0,0-1-1 0 0,0 1 1 0 0,0-1-1 0 0,0 1 1 0 0,0-1-1 0 0,0 1 1 0 0,0 0-1 0 0,0 0 1 0 0,0-1 0 0 0,0 1-1 0 0,0 0 1 0 0,0 0-1 0 0,0 0 1 0 0,-1 0-1 0 0,1 0 1 0 0,0 0-1 0 0,-1 0 1 0 0,2 2 0 0 0,-2-1 36 0 0,0-1-1 0 0,0 1 1 0 0,0 0 0 0 0,0-1 0 0 0,0 1 0 0 0,-1 0 0 0 0,1-1 0 0 0,-1 1 0 0 0,1-1 0 0 0,-1 1 0 0 0,1-1 0 0 0,-1 1 0 0 0,0-1 0 0 0,1 1 0 0 0,-3 1 0 0 0,-2 4 133 0 0,-1 0 1 0 0,0 0-1 0 0,0 0 1 0 0,0-1-1 0 0,-10 7 1 0 0,-79 52 344 0 0,82-57-576 0 0,-1-1 1 0 0,0 0-1 0 0,0-1 1 0 0,0-1-1 0 0,-22 5 1 0 0,34-9-173 0 0,1-1 1 0 0,-1 1 0 0 0,1-1 0 0 0,-1 0 0 0 0,0 0 0 0 0,1 0-1 0 0,-1 0 1 0 0,0 0 0 0 0,1 0 0 0 0,-1 0 0 0 0,1-1 0 0 0,-1 1 0 0 0,0-1-1 0 0,1 1 1 0 0,-1-1 0 0 0,1 1 0 0 0,-1-1 0 0 0,1 0 0 0 0,-1 0-1 0 0,1 0 1 0 0,0 0 0 0 0,-3-1 0 0 0,-2-8-6015 0 0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2:59:5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12411 0 0,'0'1'56'0'0,"0"-1"0"0"0,0 1 0 0 0,0-1 0 0 0,0 1 1 0 0,0-1-1 0 0,0 1 0 0 0,1-1 0 0 0,-1 1 0 0 0,0-1 1 0 0,0 0-1 0 0,1 1 0 0 0,-1-1 0 0 0,0 1 0 0 0,1-1 0 0 0,-1 1 1 0 0,0-1-1 0 0,1 0 0 0 0,-1 1 0 0 0,0-1 0 0 0,1 0 1 0 0,-1 0-1 0 0,1 1 0 0 0,-1-1 0 0 0,1 0 0 0 0,-1 0 1 0 0,0 1-1 0 0,1-1 0 0 0,0 0 0 0 0,20 9 534 0 0,-16-7-193 0 0,8 4 92 0 0,0 0 0 0 0,1-2 0 0 0,-1 0 0 0 0,1 0 0 0 0,23 2-1 0 0,-27-5-83 0 0,-1-1 0 0 0,1 0 0 0 0,0-1 0 0 0,-1 0 0 0 0,1 0-1 0 0,-1-1 1 0 0,0 0 0 0 0,0-1 0 0 0,14-5 0 0 0,-5 0 309 0 0,-1-1 1 0 0,-1 0-1 0 0,21-16 1 0 0,-37 23-589 0 0,-5 1-208 0 0,-8 3-864 0 0,7 2 54 0 0,-1 1-40 0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10 11434 0 0,'-4'-2'122'0'0,"0"1"0"0"0,0-1 0 0 0,0 1 0 0 0,0 0 0 0 0,0 0 0 0 0,0 1 0 0 0,-1-1 0 0 0,1 1 0 0 0,0 0 0 0 0,0 0 0 0 0,0 0 0 0 0,-1 1 0 0 0,-6 1 0 0 0,-10 3 58 0 0,-30 11 0 0 0,28-8-88 0 0,-12 4-25 0 0,-40 18 0 0 0,66-25 11 0 0,0 0 1 0 0,0 0 0 0 0,0 0 0 0 0,0 1-1 0 0,1 1 1 0 0,0-1 0 0 0,0 1 0 0 0,0 1-1 0 0,-7 9 1 0 0,14-16-41 0 0,0 0 0 0 0,1 0 0 0 0,-1 1 0 0 0,0-1 0 0 0,1 0 1 0 0,-1 0-1 0 0,0 1 0 0 0,1-1 0 0 0,-1 0 0 0 0,1 1 0 0 0,0-1 0 0 0,0 0 0 0 0,-1 1 0 0 0,1-1 0 0 0,0 1 0 0 0,0-1 0 0 0,0 0 0 0 0,0 1 0 0 0,1-1 1 0 0,-1 1-1 0 0,0-1 0 0 0,1 2 0 0 0,0-1-13 0 0,0 0 1 0 0,1 0 0 0 0,-1 0 0 0 0,1 0 0 0 0,-1 0-1 0 0,1 0 1 0 0,-1-1 0 0 0,1 1 0 0 0,0 0-1 0 0,0-1 1 0 0,0 0 0 0 0,2 2 0 0 0,7 2-28 0 0,0 0 1 0 0,0 0 0 0 0,0-1 0 0 0,13 3-1 0 0,19 3-4 0 0,49 4 0 0 0,3 1 6 0 0,-81-13 45 0 0,-4 0-24 0 0,0 0 1 0 0,-1 0-1 0 0,1 1 1 0 0,-1 0-1 0 0,15 7 1 0 0,-22-10-8 0 0,-1 1 0 0 0,0 0 0 0 0,1 0-1 0 0,-1 0 1 0 0,0 0 0 0 0,0 0 0 0 0,0 0 0 0 0,0 0 0 0 0,0 1 0 0 0,0-1 0 0 0,0 0-1 0 0,0 1 1 0 0,0-1 0 0 0,0 0 0 0 0,-1 1 0 0 0,1-1 0 0 0,0 3 0 0 0,-1-2 18 0 0,0 0 1 0 0,0 0-1 0 0,0 0 1 0 0,0 0-1 0 0,-1 0 1 0 0,1 0-1 0 0,0 0 1 0 0,-1 0-1 0 0,0 0 1 0 0,1 0-1 0 0,-1 0 1 0 0,0 0-1 0 0,0 0 1 0 0,0 0 0 0 0,0 0-1 0 0,-2 2 1 0 0,-11 12 243 0 0,0 0 1 0 0,-1 0 0 0 0,-1-1 0 0 0,0-1 0 0 0,-1-1-1 0 0,-19 12 1 0 0,20-16-364 0 0,-15 12-2141 0 0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69 7370 0 0,'1'-12'-78'0'0,"6"-25"2184"0"0,-6 36-1986 0 0,-1 0 0 0 0,0 0 1 0 0,1 0-1 0 0,-1 0 0 0 0,1 0 1 0 0,-1 0-1 0 0,1 0 0 0 0,-1 0 1 0 0,1 0-1 0 0,0 1 0 0 0,0-1 1 0 0,-1 0-1 0 0,1 0 0 0 0,0 1 1 0 0,0-1-1 0 0,0 0 0 0 0,0 1 0 0 0,0-1 1 0 0,0 0-1 0 0,0 1 0 0 0,0 0 1 0 0,0-1-1 0 0,0 1 0 0 0,0-1 1 0 0,0 1-1 0 0,0 0 0 0 0,2 0 1 0 0,-2 0-90 0 0,0 0 1 0 0,1 1 0 0 0,-1-1 0 0 0,0 1-1 0 0,1-1 1 0 0,-1 1 0 0 0,0 0 0 0 0,0 0-1 0 0,0-1 1 0 0,1 1 0 0 0,-1 0 0 0 0,0 0-1 0 0,0 0 1 0 0,0 0 0 0 0,-1 0 0 0 0,1 0-1 0 0,0 1 1 0 0,0-1 0 0 0,0 0-1 0 0,-1 0 1 0 0,1 1 0 0 0,-1-1 0 0 0,1 0-1 0 0,-1 2 1 0 0,13 39 417 0 0,-11-31-315 0 0,11 49 333 0 0,-3 1 0 0 0,-3 1 0 0 0,-1 66 0 0 0,-1-15-151 0 0,-2-83-280 0 0,-1-6 15 0 0,0 0 0 0 0,-1 0 1 0 0,-2 1-1 0 0,-6 47 1 0 0,7-71-78 0 0,0-1 0 0 0,0 1 1 0 0,0-1-1 0 0,-1 1 0 0 0,1 0 1 0 0,0-1-1 0 0,0 1 0 0 0,0-1 1 0 0,0 1-1 0 0,-1 0 0 0 0,1-1 1 0 0,0 1-1 0 0,0-1 0 0 0,-1 1 1 0 0,1-1-1 0 0,-1 1 1 0 0,1-1-1 0 0,0 1 0 0 0,-1-1 1 0 0,1 1-1 0 0,-1-1 0 0 0,1 0 1 0 0,-1 1-1 0 0,1-1 0 0 0,-1 0 1 0 0,1 1-1 0 0,-1-1 0 0 0,1 0 1 0 0,-1 1-1 0 0,0-1 0 0 0,0 0-87 0 0,0-1 0 0 0,0 1 0 0 0,0-1 0 0 0,0 1 0 0 0,0-1 0 0 0,0 0 0 0 0,0 1 0 0 0,0-1 0 0 0,1 0 0 0 0,-1 1 0 0 0,0-1 0 0 0,0 0 0 0 0,1 0 0 0 0,-1 0 0 0 0,0-1 0 0 0,-19-39-3087 0 0,-24-82-3192 0 0,-5-14 4647 0 0,-1 0 6094 0 0,38 111-3170 0 0,9 21-826 0 0,0 0-1 0 0,1 0 0 0 0,-1 0 0 0 0,1 0 1 0 0,1-1-1 0 0,-1 1 0 0 0,1-1 1 0 0,-1 1-1 0 0,2-1 0 0 0,-1 1 0 0 0,0-8 1 0 0,2 13-291 0 0,-1-1 1 0 0,0 1-1 0 0,1-1 1 0 0,-1 1-1 0 0,0 0 1 0 0,1-1 0 0 0,-1 1-1 0 0,1-1 1 0 0,-1 1-1 0 0,1 0 1 0 0,-1-1-1 0 0,1 1 1 0 0,-1 0-1 0 0,1 0 1 0 0,-1-1 0 0 0,1 1-1 0 0,-1 0 1 0 0,1 0-1 0 0,-1 0 1 0 0,1-1-1 0 0,0 1 1 0 0,-1 0-1 0 0,1 0 1 0 0,-1 0 0 0 0,1 0-1 0 0,-1 0 1 0 0,1 0-1 0 0,0 1 1 0 0,-1-1-1 0 0,1 0 1 0 0,-1 0-1 0 0,1 0 1 0 0,-1 0 0 0 0,1 1-1 0 0,0-1 1 0 0,29 10 523 0 0,-22-7-280 0 0,6 1-192 0 0,1 0 0 0 0,-1-2 0 0 0,1 0 0 0 0,0 0 0 0 0,15-1-1 0 0,74-9 244 0 0,2 0-228 0 0,-61 12-1778 0 0,-15 5-4585 0 0,-24-7 2386 0 0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3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2761 0 0,'-1'0'864'0'0,"-1"0"1"0"0,1 0 0 0 0,-1 0 0 0 0,1 0 0 0 0,-1 0 0 0 0,1 1 0 0 0,-1-1-1 0 0,1 0 1 0 0,0 1 0 0 0,-1-1 0 0 0,-1 2 0 0 0,-1 2-686 0 0,0 0 0 0 0,1 0-1 0 0,0 0 1 0 0,0 0 0 0 0,0 0 0 0 0,0 1 0 0 0,1 0 0 0 0,-1-1 0 0 0,1 1 0 0 0,1 0 0 0 0,-1 0 0 0 0,1 0-1 0 0,-2 8 1 0 0,-3 25 451 0 0,-3 53 0 0 0,8-78-491 0 0,1 1-1 0 0,1-1 1 0 0,0 1-1 0 0,1-1 0 0 0,1 1 1 0 0,0-1-1 0 0,7 20 1 0 0,-9-30-113 0 0,0 0 0 0 0,0-1 0 0 0,0 1 1 0 0,1-1-1 0 0,-1 0 0 0 0,1 1 0 0 0,-1-1 0 0 0,1 0 1 0 0,0 0-1 0 0,0 0 0 0 0,0 0 0 0 0,0 0 1 0 0,0-1-1 0 0,0 1 0 0 0,0 0 0 0 0,1-1 1 0 0,3 2-1 0 0,-3-2 6 0 0,-1-1 1 0 0,0 1-1 0 0,1-1 0 0 0,-1 0 1 0 0,1 1-1 0 0,-1-1 0 0 0,1-1 1 0 0,-1 1-1 0 0,1 0 0 0 0,-1 0 0 0 0,1-1 1 0 0,-1 0-1 0 0,1 1 0 0 0,-1-1 1 0 0,4-2-1 0 0,1-1 58 0 0,0 0 0 0 0,0 0-1 0 0,-1-1 1 0 0,0 0 0 0 0,0 0 0 0 0,0-1 0 0 0,-1 1-1 0 0,0-1 1 0 0,0-1 0 0 0,0 1 0 0 0,3-8 0 0 0,-4 7 59 0 0,0-1 0 0 0,-1 0 0 0 0,-1 0 0 0 0,1 0 0 0 0,-2 0 0 0 0,1-1 0 0 0,-1 1 0 0 0,0 0 0 0 0,0-1 0 0 0,-1 1 0 0 0,0-1 0 0 0,-1 1 0 0 0,0-1 0 0 0,0 1 0 0 0,-1 0 0 0 0,-5-16 1 0 0,5 18-88 0 0,0 0 0 0 0,-1 0 1 0 0,1 0-1 0 0,-1 1 0 0 0,-1-1 1 0 0,1 1-1 0 0,-1 0 0 0 0,0 0 1 0 0,0 0-1 0 0,0 0 0 0 0,-1 0 1 0 0,0 1-1 0 0,0 0 0 0 0,0 0 0 0 0,0 1 1 0 0,0-1-1 0 0,-1 1 0 0 0,0 0 1 0 0,1 1-1 0 0,-1-1 0 0 0,0 1 1 0 0,-12-3-1 0 0,15 5-125 0 0,1 0 0 0 0,0 0 0 0 0,-1 0 0 0 0,1 0 0 0 0,0 0 0 0 0,-1 0 0 0 0,1 1 1 0 0,0-1-1 0 0,-1 1 0 0 0,1 0 0 0 0,0 0 0 0 0,0 0 0 0 0,0 0 0 0 0,0 0 0 0 0,0 0 0 0 0,0 0 0 0 0,-4 3 0 0 0,-6 11-6670 0 0,7-4-228 0 0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4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 8122 0 0,'-3'-11'1293'0'0,"4"19"290"0"0,3 16-148 0 0,46 143 3203 0 0,-23-84-3297 0 0,-22-68-1111 0 0,-1-6-96 0 0,-1 1 1 0 0,0 0-1 0 0,-1 0 1 0 0,0 0-1 0 0,0 0 1 0 0,-1 0-1 0 0,0 18 1 0 0,-1-27-120 0 0,0-1 1 0 0,0 0-1 0 0,0 1 1 0 0,0-1-1 0 0,-1 0 1 0 0,1 1-1 0 0,0-1 1 0 0,0 0-1 0 0,0 1 1 0 0,0-1 0 0 0,0 0-1 0 0,0 0 1 0 0,0 1-1 0 0,-1-1 1 0 0,1 0-1 0 0,0 1 1 0 0,0-1-1 0 0,0 0 1 0 0,-1 0 0 0 0,1 0-1 0 0,0 1 1 0 0,0-1-1 0 0,-1 0 1 0 0,1 0-1 0 0,0 0 1 0 0,0 1-1 0 0,-1-1 1 0 0,1 0-1 0 0,0 0 1 0 0,-1 0 0 0 0,1 0-1 0 0,0 0 1 0 0,-1 0-1 0 0,1 0 1 0 0,0 0-1 0 0,0 0 1 0 0,-1 0-1 0 0,1 0 1 0 0,0 0-1 0 0,-1 0 1 0 0,1 0 0 0 0,0 0-1 0 0,-1 0 1 0 0,1 0-1 0 0,0 0 1 0 0,-1 0-1 0 0,1 0 1 0 0,0-1-1 0 0,0 1 1 0 0,-1 0 0 0 0,1 0-1 0 0,0 0 1 0 0,-1 0-1 0 0,1-1 1 0 0,0 1-1 0 0,0 0 1 0 0,0 0-1 0 0,-1-1 1 0 0,1 1-1 0 0,0 0 1 0 0,0 0 0 0 0,0-1-1 0 0,0 1 1 0 0,-1-1-1 0 0,-12-16 966 0 0,8 2-803 0 0,0 1 0 0 0,1-1 0 0 0,0 0 0 0 0,1 0 0 0 0,1 0 0 0 0,0 0 0 0 0,1 0 0 0 0,1-1 0 0 0,1 1 0 0 0,0 0 0 0 0,0 0 0 0 0,2 0 0 0 0,0 0 0 0 0,1 0 0 0 0,6-16 0 0 0,-9 28-312 0 0,1-1 0 0 0,0 1 0 0 0,0 0 0 0 0,0-1 0 0 0,0 1 0 0 0,0 0 0 0 0,1 1 0 0 0,0-1 0 0 0,-1 0 0 0 0,1 1 0 0 0,0-1-1 0 0,0 1 1 0 0,0 0 0 0 0,1 0 0 0 0,-1 0 0 0 0,0 1 0 0 0,1-1 0 0 0,-1 1 0 0 0,1-1 0 0 0,7 0 0 0 0,5-1-1132 0 0,0 1 0 0 0,1 1-1 0 0,27 0 1 0 0,4 1-673 0 0,-30-2-1874 0 0,1 0-919 0 0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4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68 6913 0 0,'1'-1'148'0'0,"0"0"-1"0"0,-1 1 0 0 0,1-1 0 0 0,0 0 0 0 0,-1 0 0 0 0,1 1 0 0 0,-1-1 0 0 0,1 0 0 0 0,-1 0 0 0 0,1 0 0 0 0,-1 0 0 0 0,0 0 0 0 0,0 1 0 0 0,1-1 1 0 0,-1 0-1 0 0,0 0 0 0 0,0 0 0 0 0,0 0 0 0 0,0 0 0 0 0,0 0 0 0 0,0 0 0 0 0,0 0 0 0 0,0 0 0 0 0,0 0 0 0 0,0 0 0 0 0,-1-1 0 0 0,0 0 109 0 0,0 0-1 0 0,0 0 0 0 0,0 0 0 0 0,-1 1 1 0 0,1-1-1 0 0,-1 0 0 0 0,1 1 0 0 0,-1-1 0 0 0,1 1 1 0 0,-1-1-1 0 0,-2-1 0 0 0,0 1 78 0 0,0-1-1 0 0,0 1 0 0 0,-1-1 1 0 0,1 1-1 0 0,-1 1 1 0 0,1-1-1 0 0,-1 0 1 0 0,1 1-1 0 0,-1 0 0 0 0,-9-1 1 0 0,9 3-220 0 0,0 0 0 0 0,0 1 0 0 0,0-1 0 0 0,0 1 0 0 0,0 0 1 0 0,0 0-1 0 0,1 0 0 0 0,-1 1 0 0 0,1 0 0 0 0,0 0 0 0 0,-1 0 0 0 0,1 0 0 0 0,0 1 1 0 0,1-1-1 0 0,-1 1 0 0 0,1 0 0 0 0,0 0 0 0 0,0 1 0 0 0,0-1 0 0 0,-4 8 1 0 0,-2 5-41 0 0,1 0 1 0 0,1 0 0 0 0,0 1 0 0 0,-5 25-1 0 0,8-28-61 0 0,1 1 0 0 0,1-1 0 0 0,0 0 0 0 0,2 30 0 0 0,0-40-10 0 0,0 1-1 0 0,1-1 0 0 0,0 1 0 0 0,0-1 0 0 0,0 0 0 0 0,0 1 1 0 0,1-1-1 0 0,0 0 0 0 0,0 0 0 0 0,1 0 0 0 0,0 0 0 0 0,-1 0 1 0 0,1 0-1 0 0,1-1 0 0 0,-1 0 0 0 0,7 7 0 0 0,-8-10 1 0 0,-1 0-1 0 0,0 0 0 0 0,0 0 0 0 0,0-1 0 0 0,1 1 1 0 0,-1 0-1 0 0,0-1 0 0 0,1 1 0 0 0,-1-1 0 0 0,1 0 0 0 0,-1 1 1 0 0,1-1-1 0 0,-1 0 0 0 0,0 0 0 0 0,1 0 0 0 0,-1 0 1 0 0,1 0-1 0 0,-1 0 0 0 0,1 0 0 0 0,1-1 0 0 0,0 0 5 0 0,0 0 1 0 0,1 0-1 0 0,-1-1 0 0 0,0 0 0 0 0,0 1 0 0 0,0-1 0 0 0,0 0 0 0 0,3-3 0 0 0,1-2 10 0 0,1 0 0 0 0,-1-1 0 0 0,-1 0 0 0 0,11-16 0 0 0,-9 12-8 0 0,-1-1 0 0 0,-1 1 0 0 0,0-1 0 0 0,-1-1 0 0 0,0 1 0 0 0,-1-1 0 0 0,0 0 0 0 0,-1 0 0 0 0,1-22 0 0 0,-3 35 3 0 0,-1 1-1 0 0,0-1 1 0 0,0 1-1 0 0,0-1 1 0 0,0 1-1 0 0,0-1 1 0 0,0 0-1 0 0,0 1 0 0 0,0-1 1 0 0,0 1-1 0 0,0-1 1 0 0,0 1-1 0 0,0-1 1 0 0,0 1-1 0 0,0-1 1 0 0,-1 1-1 0 0,1-1 0 0 0,0 1 1 0 0,0-1-1 0 0,-1 1 1 0 0,1-1-1 0 0,0 1 1 0 0,-1-1-1 0 0,1 1 1 0 0,0 0-1 0 0,-1-1 1 0 0,1 1-1 0 0,0 0 0 0 0,-1-1 1 0 0,1 1-1 0 0,-1-1 1 0 0,0 2 2 0 0,0-1 1 0 0,0 1 0 0 0,1-1 0 0 0,-1 1-1 0 0,0-1 1 0 0,1 1 0 0 0,-1-1-1 0 0,1 1 1 0 0,-1 0 0 0 0,1-1-1 0 0,-1 1 1 0 0,1 0 0 0 0,-1 0-1 0 0,1-1 1 0 0,0 1 0 0 0,-1 0-1 0 0,1 0 1 0 0,0-1 0 0 0,-1 2 0 0 0,-1 6-108 0 0,-1-1 1 0 0,1 1 0 0 0,1 0 0 0 0,0 0 0 0 0,0 0 0 0 0,0 0 0 0 0,1 0 0 0 0,0 0 0 0 0,2 15 0 0 0,-1-21-24 0 0,-1 0 1 0 0,1 0-1 0 0,-1 1 1 0 0,1-1-1 0 0,0 0 1 0 0,0 0-1 0 0,0 0 1 0 0,0 0 0 0 0,0 0-1 0 0,0 0 1 0 0,1 0-1 0 0,-1 0 1 0 0,1-1-1 0 0,-1 1 1 0 0,1 0-1 0 0,0-1 1 0 0,-1 1-1 0 0,1-1 1 0 0,0 0-1 0 0,0 1 1 0 0,0-1-1 0 0,0 0 1 0 0,0 0-1 0 0,0 0 1 0 0,0-1-1 0 0,1 1 1 0 0,-1 0 0 0 0,0-1-1 0 0,0 0 1 0 0,1 1-1 0 0,-1-1 1 0 0,0 0-1 0 0,1 0 1 0 0,-1 0-1 0 0,0-1 1 0 0,0 1-1 0 0,1 0 1 0 0,2-2-1 0 0,5 0-140 0 0,0-1 0 0 0,0 0 0 0 0,0-1 0 0 0,0 0 0 0 0,0-1 0 0 0,12-7 0 0 0,52-41-521 0 0,-68 49 692 0 0,8-7 9 0 0,-1-1 0 0 0,0 0 0 0 0,16-19 0 0 0,-24 25 141 0 0,-1 1 0 0 0,0-1 0 0 0,0 0 0 0 0,-1 0 1 0 0,1-1-1 0 0,-1 1 0 0 0,0-1 0 0 0,-1 1 0 0 0,0-1 0 0 0,0 0 0 0 0,1-9 1 0 0,-3 15-13 0 0,1 1 1 0 0,-1-1-1 0 0,0 0 0 0 0,0 1 1 0 0,0-1-1 0 0,0 1 1 0 0,0-1-1 0 0,0 0 1 0 0,0 1-1 0 0,-1-1 1 0 0,1 0-1 0 0,0 1 1 0 0,0-1-1 0 0,0 1 1 0 0,-1-1-1 0 0,1 0 1 0 0,0 1-1 0 0,-1-1 1 0 0,1 1-1 0 0,0-1 1 0 0,-1 1-1 0 0,1-1 1 0 0,-1 1-1 0 0,1-1 0 0 0,-1 1 1 0 0,1 0-1 0 0,-1-1 1 0 0,0 0-1 0 0,0 1 58 0 0,-1 0 0 0 0,1-1-1 0 0,0 1 1 0 0,-1 0-1 0 0,1 0 1 0 0,0 0-1 0 0,-1 0 1 0 0,1 0 0 0 0,0 0-1 0 0,-1 0 1 0 0,1 1-1 0 0,-3 0 1 0 0,-2 1 235 0 0,-1 0-1 0 0,0 1 1 0 0,1 0 0 0 0,-7 5 0 0 0,-1 2-179 0 0,0 2 0 0 0,1-1 0 0 0,0 2 0 0 0,1 0 0 0 0,1 0 0 0 0,0 1 0 0 0,1 1 0 0 0,0 0 0 0 0,1 0 0 0 0,-13 31 0 0 0,20-40-162 0 0,0 0 1 0 0,0 1 0 0 0,1-1 0 0 0,0 0-1 0 0,0 0 1 0 0,1 1 0 0 0,0-1 0 0 0,0 0-1 0 0,0 1 1 0 0,1-1 0 0 0,0 0 0 0 0,2 9-1 0 0,-2-13-16 0 0,-1 0 1 0 0,1 0-1 0 0,0 0 0 0 0,-1 0 0 0 0,1 0 0 0 0,0 0 0 0 0,0 0 0 0 0,1 0 0 0 0,-1 0 1 0 0,0 0-1 0 0,1-1 0 0 0,-1 1 0 0 0,1 0 0 0 0,-1-1 0 0 0,1 1 0 0 0,0-1 0 0 0,-1 0 1 0 0,1 1-1 0 0,0-1 0 0 0,0 0 0 0 0,0 0 0 0 0,0 0 0 0 0,0-1 0 0 0,0 1 1 0 0,1 0-1 0 0,-1-1 0 0 0,0 1 0 0 0,0-1 0 0 0,0 0 0 0 0,1 0 0 0 0,-1 0 0 0 0,0 0 1 0 0,0 0-1 0 0,1 0 0 0 0,-1 0 0 0 0,0-1 0 0 0,4-1 0 0 0,1 0-6 0 0,0-1 0 0 0,1 0 0 0 0,-1-1 0 0 0,0 0 0 0 0,0 0 0 0 0,-1 0 0 0 0,0-1 0 0 0,1 0 0 0 0,-1 0 0 0 0,-1 0 0 0 0,7-9 0 0 0,-3 4 44 0 0,-1-1 0 0 0,0 0-1 0 0,0-1 1 0 0,-1 0 0 0 0,8-20 0 0 0,-10 20 101 0 0,-1-1 0 0 0,0 1-1 0 0,-1-1 1 0 0,0 0 0 0 0,-1 0 0 0 0,-1 0 0 0 0,0 0-1 0 0,-1 0 1 0 0,-1-17 0 0 0,-1 26 264 0 0,-1 9-50 0 0,0 10 57 0 0,3 19-263 0 0,1 1 1 0 0,2-1 0 0 0,9 44-1 0 0,1 10 11 0 0,-11-69-145 0 0,11 173 73 0 0,-13-171-59 0 0,-1 0 0 0 0,-1 0-1 0 0,-1 0 1 0 0,-1 0 0 0 0,-1 0 0 0 0,-13 38 0 0 0,17-56 9 0 0,-1 0 0 0 0,1-1 0 0 0,-1 1 1 0 0,1 0-1 0 0,-1 0 0 0 0,0-1 0 0 0,0 1 1 0 0,0-1-1 0 0,0 0 0 0 0,-1 0 0 0 0,1 0 1 0 0,-1 0-1 0 0,1 0 0 0 0,-1 0 0 0 0,0 0 0 0 0,0-1 1 0 0,-5 3-1 0 0,4-3-1 0 0,-1 0 1 0 0,0 0-1 0 0,0 0 0 0 0,0-1 1 0 0,0 1-1 0 0,1-1 0 0 0,-1-1 0 0 0,0 1 1 0 0,0 0-1 0 0,-9-3 0 0 0,6 1-48 0 0,-1-1 0 0 0,1 0 0 0 0,0 0 0 0 0,0-1 0 0 0,0 0 1 0 0,1 0-1 0 0,-1-1 0 0 0,1 0 0 0 0,0 0 0 0 0,0 0 0 0 0,1-1 0 0 0,-12-13 0 0 0,14 13-144 0 0,-1-1 0 0 0,1 0 0 0 0,0 0 0 0 0,1 0 0 0 0,0 0 0 0 0,0-1 1 0 0,0 1-1 0 0,1-1 0 0 0,0 0 0 0 0,1 0 0 0 0,0 0 0 0 0,0 0 0 0 0,0 0 1 0 0,2-13-1 0 0,0 11-449 0 0,1 0 0 0 0,0 0 1 0 0,1 0-1 0 0,0 0 0 0 0,0 0 1 0 0,1 1-1 0 0,0 0 0 0 0,1-1 1 0 0,0 1-1 0 0,12-16 0 0 0,5-1-1507 0 0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5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42 258 10594 0 0,'64'-36'1648'0'0,"-39"24"-1055"0"0,-1-1 1 0 0,-1-2 0 0 0,0 0-1 0 0,24-22 1 0 0,-44 33-474 0 0,1 1 0 0 0,-1-1 1 0 0,0 0-1 0 0,0 0 0 0 0,-1 0 0 0 0,1-1 0 0 0,-1 1 1 0 0,0 0-1 0 0,0-1 0 0 0,0 0 0 0 0,-1 1 0 0 0,0-1 1 0 0,0 0-1 0 0,0 0 0 0 0,0-6 0 0 0,-1 9-36 0 0,0 0 0 0 0,0-1-1 0 0,0 1 1 0 0,0 0-1 0 0,-1 0 1 0 0,1 0 0 0 0,-1 0-1 0 0,1 0 1 0 0,-1 0 0 0 0,0 0-1 0 0,0 0 1 0 0,0 0 0 0 0,0 0-1 0 0,0 0 1 0 0,0 0 0 0 0,-1 1-1 0 0,1-1 1 0 0,0 0-1 0 0,-1 1 1 0 0,0-1 0 0 0,1 1-1 0 0,-1 0 1 0 0,0-1 0 0 0,0 1-1 0 0,1 0 1 0 0,-1 0 0 0 0,0 0-1 0 0,0 0 1 0 0,0 1-1 0 0,0-1 1 0 0,0 1 0 0 0,-1-1-1 0 0,1 1 1 0 0,0-1 0 0 0,-4 1-1 0 0,-2 0-47 0 0,0 0-1 0 0,0 1 1 0 0,0-1-1 0 0,0 2 1 0 0,0-1-1 0 0,0 1 1 0 0,0 0-1 0 0,1 1 1 0 0,-1-1-1 0 0,1 2 1 0 0,0-1-1 0 0,-1 1 1 0 0,2 0-1 0 0,-1 1 1 0 0,0-1-1 0 0,1 1 1 0 0,0 0-1 0 0,0 1 1 0 0,1 0-1 0 0,-7 8 0 0 0,3-3 20 0 0,0 0-1 0 0,2 1 0 0 0,-1 0 0 0 0,2 0 0 0 0,-1 0 0 0 0,2 1 0 0 0,-1 0 0 0 0,2 0 0 0 0,0 1 0 0 0,-4 25 1 0 0,7-29-38 0 0,0 1 0 0 0,0-1 0 0 0,1 1 1 0 0,1-1-1 0 0,0 1 0 0 0,0-1 0 0 0,1 1 0 0 0,1-1 1 0 0,-1 0-1 0 0,2 0 0 0 0,-1 0 0 0 0,9 14 1 0 0,-9-17-7 0 0,1-1 1 0 0,1 0 0 0 0,-1 0 0 0 0,1-1 0 0 0,0 1-1 0 0,0-1 1 0 0,1 0 0 0 0,0-1 0 0 0,0 1 0 0 0,0-1-1 0 0,0 0 1 0 0,0-1 0 0 0,1 1 0 0 0,0-1 0 0 0,-1-1-1 0 0,1 1 1 0 0,0-1 0 0 0,12 2 0 0 0,-6-2 23 0 0,0-1 1 0 0,0-1 0 0 0,-1 0-1 0 0,1-1 1 0 0,0 0 0 0 0,0-1-1 0 0,-1 0 1 0 0,1-1 0 0 0,-1 0-1 0 0,0-1 1 0 0,24-11 0 0 0,-21 8 18 0 0,-1-1 1 0 0,0-1 0 0 0,0 0-1 0 0,-1-1 1 0 0,0 0 0 0 0,0-1 0 0 0,-1 0-1 0 0,20-26 1 0 0,-31 35-18 0 0,1 1 1 0 0,-1-1-1 0 0,0 0 1 0 0,0 0-1 0 0,-1 0 1 0 0,1 0-1 0 0,0 0 1 0 0,-1 0-1 0 0,1 0 1 0 0,-1 0-1 0 0,1 0 1 0 0,-1 0-1 0 0,0 0 0 0 0,0 0 1 0 0,0 0-1 0 0,0 0 1 0 0,0 0-1 0 0,-1 0 1 0 0,1 0-1 0 0,-1 0 1 0 0,1 0-1 0 0,-1 0 1 0 0,-1-2-1 0 0,-12-18-1127 0 0,-7 6-5445 0 0,14 12-406 0 0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6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164 451 12179 0 0,'-4'-3'183'0'0,"0"1"1"0"0,0 0-1 0 0,-1 0 1 0 0,1 1-1 0 0,-1-1 1 0 0,0 1-1 0 0,1 0 0 0 0,-6 0 1 0 0,7 1-163 0 0,1 0-1 0 0,0 1 1 0 0,-1-1 0 0 0,1 1-1 0 0,-1-1 1 0 0,1 1 0 0 0,0 0-1 0 0,0 0 1 0 0,-1 0 0 0 0,1 0 0 0 0,0 0-1 0 0,0 1 1 0 0,0-1 0 0 0,0 1-1 0 0,1-1 1 0 0,-1 1 0 0 0,0-1-1 0 0,-2 4 1 0 0,-3 5-5 0 0,-1 0 1 0 0,2 0-1 0 0,-1 1 1 0 0,2 0-1 0 0,-1 0 1 0 0,2 0-1 0 0,-1 1 0 0 0,-3 15 1 0 0,2-2 119 0 0,1 1 0 0 0,-3 49 0 0 0,8-65-89 0 0,0 1 0 0 0,0-1 0 0 0,1 1 0 0 0,0-1-1 0 0,1 1 1 0 0,0-1 0 0 0,1 0 0 0 0,0 0 0 0 0,0 0 0 0 0,8 14 0 0 0,-8-19-34 0 0,-1-1 0 0 0,1 0 1 0 0,0 0-1 0 0,0 0 1 0 0,1 0-1 0 0,-1 0 0 0 0,1-1 1 0 0,0 1-1 0 0,0-1 1 0 0,0 0-1 0 0,0 0 1 0 0,1-1-1 0 0,-1 1 0 0 0,1-1 1 0 0,-1 0-1 0 0,1 0 1 0 0,0-1-1 0 0,0 1 1 0 0,0-1-1 0 0,0 0 0 0 0,0 0 1 0 0,0-1-1 0 0,8 0 1 0 0,-9 0-5 0 0,0-1 1 0 0,-1 1 0 0 0,1-1 0 0 0,0 0-1 0 0,-1 0 1 0 0,1-1 0 0 0,-1 1 0 0 0,1-1 0 0 0,-1 0-1 0 0,0 0 1 0 0,0 0 0 0 0,1 0 0 0 0,-2 0-1 0 0,1-1 1 0 0,0 1 0 0 0,0-1 0 0 0,4-5-1 0 0,3-6-30 0 0,0-1 0 0 0,13-23 0 0 0,-19 30-1 0 0,8-16-28 0 0,-1 0 0 0 0,-1-2 0 0 0,-1 1 0 0 0,-1-1 0 0 0,-1 0 0 0 0,-2 0 0 0 0,-1-1 0 0 0,-1 1 0 0 0,-1-1 0 0 0,-2-42 0 0 0,-7-18 119 0 0,-33-160-1 0 0,36 232-24 0 0,1-15 1040 0 0,-1-41 0 0 0,18 117-941 0 0,-3 0-1 0 0,9 79 0 0 0,-3 96-165 0 0,-16-137 161 0 0,4 49-123 0 0,-3-118-53 0 0,0 0 0 0 0,1 0 0 0 0,1 0-1 0 0,0-1 1 0 0,1 1 0 0 0,9 18 0 0 0,9 2-1745 0 0,-13-21-4012 0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9674 0 0,'-1'6'135'0'0,"0"-1"1"0"0,-1 1-1 0 0,2 0 0 0 0,-1 0 0 0 0,1 0 1 0 0,0 0-1 0 0,0-1 0 0 0,0 1 1 0 0,1 0-1 0 0,0 0 0 0 0,2 8 0 0 0,2 11 109 0 0,19 148-611 0 0,-24-168-149 0 0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7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 5729 0 0,'-5'-10'256'0'0,"1"3"48"0"0,1 2-240 0 0,0 2-64 0 0,2 2 568 0 0,-1 1 105 0 0,0 0 15 0 0,0 2 8 0 0,1 5-408 0 0,0 2-72 0 0,-1 0-24 0 0,4 5 0 0 0,0 4-192 0 0,1 0-160 0 0,0 1 24 0 0,1 0-3705 0 0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7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9418 0 0,'-12'9'3951'0'0,"8"-6"-3656"0"0,0 0 1 0 0,-1 1-1 0 0,1-1 0 0 0,0 1 0 0 0,1 0 0 0 0,-6 6 0 0 0,0 4-1 0 0,1 0-1 0 0,0 0 0 0 0,1 1 0 0 0,1 0 0 0 0,0 0 1 0 0,1 1-1 0 0,-6 29 0 0 0,11-40-278 0 0,0-1-1 0 0,0 0 1 0 0,0 1-1 0 0,1-1 1 0 0,0 1-1 0 0,0-1 1 0 0,0 0-1 0 0,0 0 0 0 0,1 1 1 0 0,0-1-1 0 0,-1 0 1 0 0,2 0-1 0 0,-1-1 1 0 0,0 1-1 0 0,1 0 1 0 0,-1-1-1 0 0,1 1 1 0 0,0-1-1 0 0,0 0 1 0 0,1 0-1 0 0,-1 0 1 0 0,1-1-1 0 0,4 4 1 0 0,3 1 71 0 0,1 0 0 0 0,0-1 0 0 0,0-1 0 0 0,0 1 1 0 0,1-2-1 0 0,17 4 0 0 0,-15-4 37 0 0,19 4 355 0 0,44 16 1 0 0,-78-24-454 0 0,1 1-1 0 0,-1-1 1 0 0,1 0-1 0 0,-1 0 1 0 0,1 0-1 0 0,-1 0 1 0 0,1 0-1 0 0,-1 0 1 0 0,1 1-1 0 0,-1-1 1 0 0,1 0-1 0 0,-1 0 1 0 0,1 1-1 0 0,-1-1 1 0 0,1 0-1 0 0,-1 1 1 0 0,0-1-1 0 0,1 0 1 0 0,-1 1 0 0 0,1-1-1 0 0,-1 1 1 0 0,0-1-1 0 0,0 1 1 0 0,1-1-1 0 0,-1 1 1 0 0,0-1-1 0 0,0 1 1 0 0,0-1-1 0 0,1 1 1 0 0,-1-1-1 0 0,0 1 1 0 0,0-1-1 0 0,0 1 1 0 0,0-1-1 0 0,0 1 1 0 0,0-1-1 0 0,0 1 1 0 0,0-1-1 0 0,0 1 1 0 0,0-1-1 0 0,0 1 1 0 0,-1-1-1 0 0,1 1 1 0 0,0-1-1 0 0,0 1 1 0 0,0-1-1 0 0,-1 1 1 0 0,1-1-1 0 0,0 1 1 0 0,-1-1-1 0 0,1 1 1 0 0,0-1 0 0 0,-1 0-1 0 0,1 1 1 0 0,0-1-1 0 0,-1 0 1 0 0,1 1-1 0 0,-1-1 1 0 0,1 0-1 0 0,-1 1 1 0 0,1-1-1 0 0,-1 0 1 0 0,0 1-1 0 0,-37 19 1286 0 0,31-18-1097 0 0,-92 52 483 0 0,33-17-395 0 0,57-32-844 0 0,-8 4-1773 0 0,12-7 1053 0 0,5-3 280 0 0,5-4-1001 0 0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7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12443 0 0,'0'0'121'0'0,"-1"1"-1"0"0,0-1 1 0 0,1 1 0 0 0,-1-1 0 0 0,1 1 0 0 0,-1-1 0 0 0,0 1-1 0 0,1-1 1 0 0,-1 1 0 0 0,1 0 0 0 0,-1-1 0 0 0,1 1 0 0 0,0 0 0 0 0,-1-1-1 0 0,1 1 1 0 0,0 0 0 0 0,-1 0 0 0 0,1-1 0 0 0,0 1 0 0 0,0 0 0 0 0,0 0-1 0 0,0 0 1 0 0,0-1 0 0 0,0 1 0 0 0,0 0 0 0 0,0 0 0 0 0,0 0-1 0 0,-3 33 887 0 0,3-33-999 0 0,7 499 2295 0 0,-7-489-2299 0 0,4 52 60 0 0,12 68-1 0 0,-10-103-420 0 0,0 0 0 0 0,2 0 0 0 0,1-1 0 0 0,22 46 0 0 0,-3-31-3517 0 0,-26-41 2573 0 0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8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28 157 5065 0 0,'-8'-22'-531'0'0,"-9"-35"3843"0"0,16 53-2903 0 0,0 0 0 0 0,1 0 0 0 0,-1 0 0 0 0,1-1 0 0 0,0 1 0 0 0,0 0 0 0 0,1 0 0 0 0,-1 0 0 0 0,1 0 0 0 0,0 0-1 0 0,2-6 1 0 0,-2 8-344 0 0,0 1 0 0 0,0-1 0 0 0,0 1 0 0 0,1-1 0 0 0,-1 1 0 0 0,0-1 0 0 0,1 1 0 0 0,-1 0 0 0 0,1 0 0 0 0,-1 0 0 0 0,1 0 0 0 0,-1 0 0 0 0,1 0 0 0 0,0 0 0 0 0,0 0 0 0 0,-1 1 0 0 0,1-1 0 0 0,0 1 0 0 0,0-1 0 0 0,0 1 0 0 0,0 0 0 0 0,0 0 0 0 0,0 0 0 0 0,2 0 0 0 0,7 0 119 0 0,0 1 0 0 0,21 3 0 0 0,-26-3-104 0 0,216 24 1942 0 0,-217-25-1928 0 0,0 0 204 0 0,1 1 0 0 0,0-1-1 0 0,-1 1 1 0 0,1 1 0 0 0,9 3-1 0 0,-14-5-248 0 0,0 0 0 0 0,0 1-1 0 0,0-1 1 0 0,0 1 0 0 0,0 0-1 0 0,0-1 1 0 0,-1 1-1 0 0,1 0 1 0 0,0-1 0 0 0,-1 1-1 0 0,1 0 1 0 0,0 0 0 0 0,-1 0-1 0 0,1 0 1 0 0,-1-1 0 0 0,1 1-1 0 0,-1 0 1 0 0,1 0-1 0 0,-1 0 1 0 0,0 0 0 0 0,1 0-1 0 0,-1 0 1 0 0,0 0 0 0 0,0 0-1 0 0,0 0 1 0 0,0 0 0 0 0,0 1-1 0 0,0-1 1 0 0,0 0-1 0 0,0 0 1 0 0,0 0 0 0 0,-1 0-1 0 0,1 0 1 0 0,0 0 0 0 0,0 0-1 0 0,-1 0 1 0 0,1 0 0 0 0,-1-1-1 0 0,0 2 1 0 0,-15 27 220 0 0,0-1-1 0 0,-2-1 1 0 0,-1 0 0 0 0,-1-2-1 0 0,-32 32 1 0 0,-30 39-332 0 0,70-80-49 0 0,0 1 1 0 0,2 0-1 0 0,0 1 0 0 0,-9 22 1 0 0,15-31-795 0 0,2-1 1 0 0,-1 1-1 0 0,1-1 1 0 0,-2 12-1 0 0,3-10-5541 0 0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8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11 13043 0 0,'-6'-11'1735'0'0,"10"27"-732"0"0,0-1-519 0 0,37 308 1265 0 0,-7-32-431 0 0,-12-157-2343 0 0,-18-111 474 0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39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162 227 11002 0 0,'0'-6'198'0'0,"-2"-12"983"0"0,-6-31 0 0 0,7 44-959 0 0,0 1 0 0 0,-1 0 0 0 0,1-1 0 0 0,-1 1 0 0 0,0 0 1 0 0,0 0-1 0 0,-1 0 0 0 0,1 0 0 0 0,-1 0 0 0 0,1 0 0 0 0,-1 1 0 0 0,-6-6 0 0 0,8 9-159 0 0,0-1 0 0 0,0 0 0 0 0,-1 0 1 0 0,1 1-1 0 0,0-1 0 0 0,-1 1 0 0 0,1-1 0 0 0,0 1 0 0 0,-1 0 1 0 0,1-1-1 0 0,-1 1 0 0 0,1 0 0 0 0,-1 0 0 0 0,1 0 0 0 0,0 0 1 0 0,-1 0-1 0 0,1 0 0 0 0,-1 0 0 0 0,1 1 0 0 0,-1-1 0 0 0,1 1 1 0 0,0-1-1 0 0,-1 1 0 0 0,1-1 0 0 0,0 1 0 0 0,-1 0 0 0 0,1-1 1 0 0,0 1-1 0 0,0 0 0 0 0,0 0 0 0 0,-2 1 0 0 0,-1 2 51 0 0,1-1 0 0 0,-1 1 0 0 0,1 0 1 0 0,0 0-1 0 0,0 0 0 0 0,0 0 0 0 0,-4 8 0 0 0,-2 9 33 0 0,1 0-1 0 0,1 0 1 0 0,-7 41 0 0 0,11-48-90 0 0,2 0 0 0 0,-1-1 1 0 0,2 1-1 0 0,0 0 0 0 0,0 0 1 0 0,2 0-1 0 0,3 19 0 0 0,-4-30-73 0 0,-1 0-1 0 0,1 0 0 0 0,0 0 1 0 0,0 0-1 0 0,1 0 0 0 0,-1 0 1 0 0,1 0-1 0 0,-1-1 0 0 0,1 1 0 0 0,0-1 1 0 0,0 1-1 0 0,0-1 0 0 0,0 1 1 0 0,1-1-1 0 0,-1 0 0 0 0,1 0 1 0 0,-1 0-1 0 0,3 1 0 0 0,-2-2-2 0 0,-1 0 0 0 0,1-1 0 0 0,-1 1 0 0 0,1-1 0 0 0,-1 1 0 0 0,1-1 0 0 0,-1 0 0 0 0,1 0-1 0 0,-1 0 1 0 0,1 0 0 0 0,-1 0 0 0 0,1-1 0 0 0,-1 1 0 0 0,1-1 0 0 0,-1 0 0 0 0,0 0 0 0 0,1 1 0 0 0,-1-1 0 0 0,0-1-1 0 0,1 1 1 0 0,-1 0 0 0 0,3-3 0 0 0,6-4-109 0 0,0-1-1 0 0,0 0 0 0 0,-1 0 1 0 0,0-1-1 0 0,-1-1 0 0 0,0 0 1 0 0,-1 0-1 0 0,8-13 1 0 0,-5 4 57 0 0,0-1 0 0 0,-2 0 1 0 0,0 0-1 0 0,6-26 0 0 0,-11 35 133 0 0,-3 10-13 0 0,0 0 1 0 0,0 0-1 0 0,0 0 0 0 0,-1 0 0 0 0,1 0 0 0 0,0-1 1 0 0,-1 1-1 0 0,0 0 0 0 0,1 0 0 0 0,-1-1 0 0 0,0 1 1 0 0,0 0-1 0 0,-1-4 0 0 0,-4 28 1354 0 0,-2 8-1044 0 0,-7 46-97 0 0,13-68-298 0 0,1 0 0 0 0,0 1 0 0 0,0-1 0 0 0,0 0 0 0 0,1 0 0 0 0,0 0 0 0 0,3 9 0 0 0,-4-16 11 0 0,0 0 0 0 0,0 0 0 0 0,0 0 0 0 0,0-1 0 0 0,0 1-1 0 0,1 0 1 0 0,-1 0 0 0 0,0 0 0 0 0,1-1 0 0 0,-1 1 0 0 0,0 0-1 0 0,1-1 1 0 0,-1 1 0 0 0,1 0 0 0 0,-1-1 0 0 0,1 1-1 0 0,-1 0 1 0 0,1-1 0 0 0,-1 1 0 0 0,1-1 0 0 0,0 1 0 0 0,-1-1-1 0 0,1 1 1 0 0,0-1 0 0 0,-1 0 0 0 0,1 1 0 0 0,0-1 0 0 0,0 0-1 0 0,-1 1 1 0 0,1-1 0 0 0,0 0 0 0 0,0 0 0 0 0,-1 0 0 0 0,1 0-1 0 0,0 0 1 0 0,0 0 0 0 0,0 0 0 0 0,-1 0 0 0 0,1 0-1 0 0,0 0 1 0 0,0 0 0 0 0,0 0 0 0 0,-1-1 0 0 0,1 1 0 0 0,0 0-1 0 0,0-1 1 0 0,-1 1 0 0 0,1 0 0 0 0,0-1 0 0 0,-1 1 0 0 0,1-1-1 0 0,0 1 1 0 0,-1-1 0 0 0,1 1 0 0 0,-1-1 0 0 0,2-1 0 0 0,3-3-169 0 0,-1 0 0 0 0,1 0 1 0 0,-1 0-1 0 0,0-1 0 0 0,4-8 1 0 0,11-20-84 0 0,-2-1 1 0 0,-2 0-1 0 0,-1-2 0 0 0,14-56 1 0 0,-28 93 300 0 0,-1 0-1 0 0,1 0 1 0 0,0 0-1 0 0,0 0 1 0 0,0 0 0 0 0,0 0-1 0 0,0 0 1 0 0,0 0-1 0 0,0 0 1 0 0,0 0 0 0 0,0 0-1 0 0,0 0 1 0 0,0 0-1 0 0,0 0 1 0 0,0 0 0 0 0,0 0-1 0 0,0 0 1 0 0,0 0 0 0 0,0 0-1 0 0,0 0 1 0 0,0 0-1 0 0,0 0 1 0 0,0 0 0 0 0,0 0-1 0 0,0 0 1 0 0,0 0-1 0 0,0 0 1 0 0,0 0 0 0 0,0 0-1 0 0,0 0 1 0 0,0 0 0 0 0,0 0-1 0 0,-1-1 1 0 0,-3 10 475 0 0,-4 11 86 0 0,4-6-465 0 0,2 1 0 0 0,0-1 1 0 0,0 1-1 0 0,1 0 0 0 0,1 0 0 0 0,2 15 0 0 0,-2-24-127 0 0,1 0-1 0 0,0 1 0 0 0,0-1 0 0 0,1 0 0 0 0,-1 0 0 0 0,1 0 0 0 0,1 0 0 0 0,-1 0 0 0 0,1 0 0 0 0,0-1 0 0 0,0 1 0 0 0,1-1 0 0 0,-1 0 1 0 0,1 0-1 0 0,1 0 0 0 0,6 6 0 0 0,-8-9-11 0 0,0 0 1 0 0,0 0-1 0 0,0 0 1 0 0,0-1 0 0 0,0 1-1 0 0,1-1 1 0 0,-1 0-1 0 0,0 0 1 0 0,1 0-1 0 0,-1 0 1 0 0,1-1-1 0 0,-1 1 1 0 0,1-1 0 0 0,-1 0-1 0 0,1 0 1 0 0,-1 0-1 0 0,1 0 1 0 0,0-1-1 0 0,-1 0 1 0 0,0 1-1 0 0,1-1 1 0 0,-1-1-1 0 0,1 1 1 0 0,-1 0 0 0 0,0-1-1 0 0,0 1 1 0 0,0-1-1 0 0,0 0 1 0 0,3-3-1 0 0,2-1-40 0 0,0-1-1 0 0,0 0 0 0 0,-1 0 0 0 0,0-1 1 0 0,-1 0-1 0 0,0 0 0 0 0,0-1 1 0 0,9-17-1 0 0,-9 11 224 0 0,0-1 0 0 0,0 1 0 0 0,-2-1 0 0 0,0 0 1 0 0,4-30-1 0 0,-4-82 948 0 0,-4 123-1105 0 0,23 39 1098 0 0,-1 18-1001 0 0,-2 2 0 0 0,-2 0 0 0 0,-3 1 0 0 0,15 97 0 0 0,-24-107-58 0 0,-3 0 1 0 0,-1 0-1 0 0,-2 0 0 0 0,-2 0 1 0 0,-2 0-1 0 0,-2 0 1 0 0,-2-1-1 0 0,-2 0 0 0 0,-18 51 1 0 0,23-82-23 0 0,0 0 0 0 0,-1-1 0 0 0,0 0 1 0 0,-1 0-1 0 0,-11 14 0 0 0,16-23-2 0 0,-1 1 0 0 0,1-1 0 0 0,-1 0-1 0 0,0 0 1 0 0,0 0 0 0 0,0-1 0 0 0,-1 1 0 0 0,1-1-1 0 0,-1 1 1 0 0,1-1 0 0 0,-1 0 0 0 0,0-1 0 0 0,1 1 0 0 0,-1-1-1 0 0,0 1 1 0 0,0-1 0 0 0,0 0 0 0 0,0 0 0 0 0,-1-1 0 0 0,1 0-1 0 0,-6 1 1 0 0,7-2 6 0 0,-1 0 1 0 0,1 0-1 0 0,0 0 0 0 0,0 0 0 0 0,0-1 0 0 0,0 1 1 0 0,0-1-1 0 0,0 0 0 0 0,0 0 0 0 0,1 0 0 0 0,-1 0 0 0 0,1 0 1 0 0,-1-1-1 0 0,1 1 0 0 0,0-1 0 0 0,0 1 0 0 0,0-1 1 0 0,0 0-1 0 0,0 0 0 0 0,1 0 0 0 0,-2-4 0 0 0,-3-6 127 0 0,1 0 0 0 0,1 0 0 0 0,-5-25 0 0 0,6 24-129 0 0,2 0-1 0 0,0 0 0 0 0,0-1 0 0 0,1 1 1 0 0,1 0-1 0 0,0-1 0 0 0,1 1 0 0 0,1 0 0 0 0,0 0 1 0 0,1 0-1 0 0,0 1 0 0 0,1-1 0 0 0,1 1 0 0 0,0 0 1 0 0,1 0-1 0 0,9-13 0 0 0,-2 7 12 0 0,1 0-1 0 0,1 0 1 0 0,0 1 0 0 0,1 2-1 0 0,1-1 1 0 0,1 2 0 0 0,0 0 0 0 0,38-20-1 0 0,1 1-65 0 0,-18 9-37 0 0,2 2 0 0 0,1 2-1 0 0,0 1 1 0 0,47-13 0 0 0,4 3-3442 0 0,-87 28 1559 0 0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46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304 480 3225 0 0,'-2'-8'1049'0'0,"0"0"0"0"0,1 0 0 0 0,-1 0 0 0 0,1-10 0 0 0,0 11-597 0 0,1 0 1 0 0,-1 0-1 0 0,0 1 0 0 0,-1-1 1 0 0,0 0-1 0 0,-4-11 1 0 0,5 16-359 0 0,0 0 0 0 0,-1 0 1 0 0,1 0-1 0 0,-1 1 0 0 0,1-1 1 0 0,-1 0-1 0 0,0 1 0 0 0,1-1 1 0 0,-1 1-1 0 0,0-1 0 0 0,0 1 1 0 0,0 0-1 0 0,0 0 0 0 0,-1 0 1 0 0,1 0-1 0 0,0 0 0 0 0,0 1 1 0 0,0-1-1 0 0,-1 0 0 0 0,1 1 1 0 0,0 0-1 0 0,-1 0 0 0 0,1-1 1 0 0,-5 2-1 0 0,1-1-56 0 0,-1 1-1 0 0,1-1 1 0 0,0 1-1 0 0,0 1 1 0 0,0-1 0 0 0,0 1-1 0 0,0 0 1 0 0,0 1-1 0 0,1-1 1 0 0,-1 1 0 0 0,1 0-1 0 0,-1 0 1 0 0,1 1-1 0 0,0 0 1 0 0,1 0 0 0 0,-1 0-1 0 0,-5 6 1 0 0,1 1-37 0 0,0 1 0 0 0,0 0 1 0 0,2 0-1 0 0,-1 0 0 0 0,2 1 0 0 0,-8 18 0 0 0,2-1 31 0 0,1 0 0 0 0,2 0-1 0 0,0 1 1 0 0,2 0 0 0 0,2 1 0 0 0,1-1-1 0 0,0 37 1 0 0,4-64-29 0 0,0 0 0 0 0,0 1 0 0 0,1-1 0 0 0,-1 0 0 0 0,1 0 1 0 0,0 1-1 0 0,1-1 0 0 0,-1 0 0 0 0,1 0 0 0 0,0 0 0 0 0,0 0 0 0 0,0-1 0 0 0,0 1 0 0 0,1 0 1 0 0,-1-1-1 0 0,1 0 0 0 0,0 0 0 0 0,4 4 0 0 0,-4-4 7 0 0,1-1 0 0 0,-1-1 0 0 0,1 1 1 0 0,-1 0-1 0 0,1-1 0 0 0,0 0 0 0 0,-1 1 0 0 0,1-1 0 0 0,0-1 0 0 0,0 1 1 0 0,0-1-1 0 0,0 1 0 0 0,0-1 0 0 0,0 0 0 0 0,0-1 0 0 0,0 1 0 0 0,-1-1 1 0 0,1 1-1 0 0,0-1 0 0 0,5-2 0 0 0,1-1 60 0 0,0 0-1 0 0,0-1 1 0 0,-1 0 0 0 0,1 0-1 0 0,-1-1 1 0 0,-1 0-1 0 0,11-10 1 0 0,-1 0 19 0 0,-1-2 0 0 0,18-21 0 0 0,-26 25-64 0 0,1 0-1 0 0,-2-1 1 0 0,0 0 0 0 0,0-1-1 0 0,-2 1 1 0 0,0-2 0 0 0,-1 1 0 0 0,0 0-1 0 0,4-32 1 0 0,-3-9-79 0 0,-1-90 1 0 0,-5 79-110 0 0,-3 1 1 0 0,-22-126-1 0 0,18 172 329 0 0,2 17 13 0 0,3 15 37 0 0,-4 511-126 0 0,9-408-39 0 0,-2-82 13 0 0,1 0 0 0 0,1 0 1 0 0,11 46-1 0 0,-14-76-58 0 0,1 0 0 0 0,0 1 1 0 0,0-1-1 0 0,0 0 0 0 0,0 0 0 0 0,0 1 1 0 0,0-1-1 0 0,1 0 0 0 0,-1 0 0 0 0,2 2 0 0 0,8 0-5042 0 0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46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89 5905 0 0,'0'-4'258'0'0,"-1"0"0"0"0,0 0-1 0 0,1 0 1 0 0,-2 0 0 0 0,1 0-1 0 0,0 1 1 0 0,-1-1 0 0 0,0 0 0 0 0,0 1-1 0 0,0-1 1 0 0,0 1 0 0 0,0-1-1 0 0,-1 1 1 0 0,1 0 0 0 0,-5-4-1 0 0,5 5-91 0 0,-1-1 1 0 0,0 1-1 0 0,1 0 0 0 0,-1-1 0 0 0,0 1 0 0 0,0 1 0 0 0,0-1 0 0 0,-1 0 1 0 0,1 1-1 0 0,0-1 0 0 0,-1 1 0 0 0,1 0 0 0 0,-1 0 0 0 0,1 1 0 0 0,-1-1 1 0 0,1 1-1 0 0,-6-1 0 0 0,6 2-90 0 0,0 0-1 0 0,0 0 1 0 0,0 0 0 0 0,0 0 0 0 0,0 1 0 0 0,0-1 0 0 0,0 1 0 0 0,1 0-1 0 0,-1 0 1 0 0,1 0 0 0 0,-1 0 0 0 0,1 0 0 0 0,0 1 0 0 0,-3 2-1 0 0,-2 4 66 0 0,0 0 0 0 0,-9 17 0 0 0,-5 14 352 0 0,-30 76-1 0 0,45-98-405 0 0,0-1 0 0 0,2 1 0 0 0,0 0 0 0 0,1 0 0 0 0,1 0 0 0 0,0 0 0 0 0,2 26-1 0 0,0-40-78 0 0,1 0-1 0 0,-1 0 0 0 0,1 1 0 0 0,0-1 0 0 0,0 0 0 0 0,0 0 1 0 0,1 0-1 0 0,0-1 0 0 0,-1 1 0 0 0,1 0 0 0 0,1-1 0 0 0,1 5 0 0 0,-2-7 4 0 0,-1 0 0 0 0,0 0 0 0 0,0 0-1 0 0,1 0 1 0 0,-1 0 0 0 0,1 0-1 0 0,-1 0 1 0 0,1 0 0 0 0,-1 0-1 0 0,1-1 1 0 0,0 1 0 0 0,-1-1-1 0 0,1 1 1 0 0,0-1 0 0 0,-1 0-1 0 0,1 1 1 0 0,0-1 0 0 0,0 0-1 0 0,-1 0 1 0 0,1 0 0 0 0,0 0-1 0 0,0-1 1 0 0,-1 1 0 0 0,1 0-1 0 0,0-1 1 0 0,-1 1 0 0 0,1-1 0 0 0,-1 0-1 0 0,1 1 1 0 0,2-3 0 0 0,7-3 21 0 0,0-1 0 0 0,-1 0 0 0 0,1-1 0 0 0,-2 0 0 0 0,18-18 0 0 0,36-52 128 0 0,-55 67-162 0 0,-1-1 1 0 0,0 0 0 0 0,-1 0-1 0 0,0 0 1 0 0,-1-1 0 0 0,0 0-1 0 0,-1 0 1 0 0,3-15 0 0 0,-7 25 172 0 0,-1 8-16 0 0,-2 10 43 0 0,3 3-172 0 0,1-1 0 0 0,0 1 0 0 0,1-1 0 0 0,6 22 0 0 0,-7-34-210 0 0,1-1 1 0 0,-1 1-1 0 0,0-1 1 0 0,1 0-1 0 0,0 0 1 0 0,0 1-1 0 0,1-1 1 0 0,-1-1 0 0 0,1 1-1 0 0,-1 0 1 0 0,1-1-1 0 0,1 1 1 0 0,-1-1-1 0 0,0 0 1 0 0,1 0-1 0 0,-1 0 1 0 0,1 0-1 0 0,0-1 1 0 0,0 1-1 0 0,0-1 1 0 0,7 2 0 0 0,2-4-4321 0 0,-7-2 543 0 0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47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11546 0 0,'-1'0'50'0'0,"1"0"-1"0"0,0 0 0 0 0,-1 0 0 0 0,1 0 0 0 0,-1 0 0 0 0,1 1 0 0 0,0-1 1 0 0,-1 0-1 0 0,1 0 0 0 0,-1 1 0 0 0,1-1 0 0 0,0 0 0 0 0,-1 1 0 0 0,1-1 1 0 0,0 0-1 0 0,0 1 0 0 0,-1-1 0 0 0,1 0 0 0 0,0 1 0 0 0,0-1 0 0 0,-1 0 1 0 0,1 1-1 0 0,0-1 0 0 0,0 1 0 0 0,0-1 0 0 0,0 1 0 0 0,0 0 0 0 0,-4 17-140 0 0,3-9 255 0 0,-50 306 1598 0 0,46-265-1513 0 0,3 0 0 0 0,2 1 1 0 0,2-1-1 0 0,12 69 0 0 0,-12-110-309 0 0,4 29 208 0 0,-6-36-185 0 0,0 0 0 0 0,0-1 0 0 0,1 1 0 0 0,-2 0 0 0 0,1 0 0 0 0,0 0 0 0 0,0 0 0 0 0,0-1 0 0 0,-1 1 0 0 0,1 0 0 0 0,-1 0 0 0 0,0 0 0 0 0,1-1 0 0 0,-1 1 0 0 0,-2 2 0 0 0,-1-1-1412 0 0,0-3 82 0 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47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5985 0 0,'0'0'78'0'0,"0"1"-1"0"0,0-1 0 0 0,0 0 1 0 0,0 0-1 0 0,1 0 0 0 0,-1 0 1 0 0,0 0-1 0 0,0 0 0 0 0,0 0 1 0 0,0 0-1 0 0,1 0 0 0 0,-1 0 1 0 0,0 0-1 0 0,0 1 0 0 0,0-1 1 0 0,0 0-1 0 0,1 0 0 0 0,-1 0 1 0 0,0 0-1 0 0,0 0 0 0 0,0 0 1 0 0,0-1-1 0 0,1 1 0 0 0,-1 0 1 0 0,0 0-1 0 0,0 0 0 0 0,0 0 1 0 0,0 0-1 0 0,1 0 0 0 0,-1 0 1 0 0,0 0-1 0 0,0 0 0 0 0,0 0 1 0 0,0 0-1 0 0,0 0 0 0 0,0-1 1 0 0,1 1-1 0 0,-1 0 0 0 0,0 0 1 0 0,0 0-1 0 0,0 0 0 0 0,0 0 0 0 0,0-1 1 0 0,0 1-1 0 0,0 0 0 0 0,0 0 1 0 0,0 0-1 0 0,0 0 0 0 0,1 0 1 0 0,-1-1-1 0 0,0 1 0 0 0,0 0 1 0 0,0 0-1 0 0,0 0 0 0 0,0-1 1 0 0,0 1-1 0 0,0 0 0 0 0,0 0 1 0 0,0 0-1 0 0,-1-1 0 0 0,19 14 1436 0 0,-12-8-1349 0 0,18 8-435 0 0,0 0 1 0 0,1-1 0 0 0,0-2-1 0 0,0 0 1 0 0,1-2 0 0 0,33 6-1 0 0,-36-9-493 0 0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47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87 4609 0 0,'1'-1'169'0'0,"1"0"-1"0"0,-1 0 1 0 0,1 0-1 0 0,-1-1 1 0 0,0 1-1 0 0,1 0 1 0 0,-1-1-1 0 0,0 1 1 0 0,0-1 0 0 0,0 1-1 0 0,0-1 1 0 0,0 0-1 0 0,0 1 1 0 0,-1-1-1 0 0,1 0 1 0 0,0 1-1 0 0,-1-1 1 0 0,0 0 0 0 0,1 0-1 0 0,-1 0 1 0 0,0 1-1 0 0,0-1 1 0 0,0 0-1 0 0,0 0 1 0 0,0 0-1 0 0,0 0 1 0 0,0 1 0 0 0,-1-1-1 0 0,1 0 1 0 0,-1 0-1 0 0,0 0 1 0 0,1 1-1 0 0,-1-1 1 0 0,0 0 0 0 0,0 1-1 0 0,0-1 1 0 0,0 1-1 0 0,0-1 1 0 0,0 1-1 0 0,0-1 1 0 0,-1 1-1 0 0,1 0 1 0 0,0 0 0 0 0,-1 0-1 0 0,-1-2 1 0 0,1 2-48 0 0,0-1 0 0 0,0 1 1 0 0,0 0-1 0 0,0-1 0 0 0,0 1 1 0 0,0 0-1 0 0,-1 0 0 0 0,1 0 1 0 0,0 1-1 0 0,0-1 1 0 0,-1 0-1 0 0,1 1 0 0 0,-1 0 1 0 0,1-1-1 0 0,0 1 0 0 0,-1 0 1 0 0,1 0-1 0 0,-5 1 0 0 0,3 0-5 0 0,0 0 0 0 0,-1 1 0 0 0,1-1-1 0 0,0 1 1 0 0,0 0 0 0 0,0 0-1 0 0,0 1 1 0 0,1-1 0 0 0,-6 5 0 0 0,-2 3 41 0 0,0 0 1 0 0,1 1 0 0 0,1 0-1 0 0,0 1 1 0 0,-9 14 0 0 0,4-3-46 0 0,1 2 1 0 0,0 0 0 0 0,2 0-1 0 0,1 1 1 0 0,1 0 0 0 0,1 1-1 0 0,1 0 1 0 0,2 0 0 0 0,-4 44-1 0 0,9-67-93 0 0,0 1-1 0 0,1-1 1 0 0,-1 0-1 0 0,1 1 0 0 0,-1-1 1 0 0,1 0-1 0 0,0 0 0 0 0,1 0 1 0 0,-1 0-1 0 0,1 0 0 0 0,0 0 1 0 0,0 0-1 0 0,0 0 0 0 0,0-1 1 0 0,5 6-1 0 0,-5-7-11 0 0,0 0 1 0 0,0-1-1 0 0,0 1 0 0 0,0 0 1 0 0,0-1-1 0 0,1 0 0 0 0,-1 1 1 0 0,0-1-1 0 0,1 0 1 0 0,-1 0-1 0 0,1 0 0 0 0,-1-1 1 0 0,1 1-1 0 0,-1-1 0 0 0,1 1 1 0 0,0-1-1 0 0,-1 0 0 0 0,1 0 1 0 0,0 0-1 0 0,-1 0 0 0 0,1 0 1 0 0,-1-1-1 0 0,1 1 1 0 0,0-1-1 0 0,-1 0 0 0 0,5-1 1 0 0,3-3 23 0 0,-1 0 0 0 0,1 0 0 0 0,-1-1 0 0 0,0 0 0 0 0,0-1 0 0 0,-1 0 0 0 0,0 0 0 0 0,0 0 0 0 0,12-17 0 0 0,-4 3-10 0 0,-1-1 0 0 0,22-45 0 0 0,-31 56 10 0 0,0-1 0 0 0,-1-1 1 0 0,-1 1-1 0 0,0-1 0 0 0,-1 0 0 0 0,0 0 0 0 0,-1 0 1 0 0,0 0-1 0 0,-1-20 0 0 0,-2 28 488 0 0,0 5-126 0 0,-4 12 100 0 0,-1 18-130 0 0,3-2-337 0 0,0 0 0 0 0,3 45 0 0 0,2-56-918 0 0,0 0-1 0 0,1 0 0 0 0,6 18 1 0 0,-5-22-5442 0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48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20 8290 0 0,'-4'-19'4835'0'0,"4"19"-4784"0"0,0 0 0 0 0,0 0 0 0 0,0 0 0 0 0,0 0 0 0 0,0 0 0 0 0,0 0 0 0 0,0 0 1 0 0,0 0-1 0 0,0 1 0 0 0,-1-1 0 0 0,1 0 0 0 0,0 0 0 0 0,0 0 0 0 0,0 0 1 0 0,0 0-1 0 0,0 0 0 0 0,0 0 0 0 0,0 0 0 0 0,0 0 0 0 0,0 0 0 0 0,0 0 1 0 0,0 0-1 0 0,0 0 0 0 0,0 0 0 0 0,0 0 0 0 0,0 0 0 0 0,0 0 0 0 0,0 0 0 0 0,0 0 1 0 0,0 1-1 0 0,-1-1 0 0 0,1 0 0 0 0,0 0 0 0 0,0 0 0 0 0,0 0 0 0 0,0 0 1 0 0,0 0-1 0 0,0 0 0 0 0,0 0 0 0 0,0 0 0 0 0,0 0 0 0 0,0 0 0 0 0,0 0 0 0 0,0 0 1 0 0,0 0-1 0 0,-1 0 0 0 0,1-1 0 0 0,0 1 0 0 0,0 0 0 0 0,0 0 0 0 0,0 0 1 0 0,-1 35 1322 0 0,1-11-1280 0 0,-19 177 803 0 0,6-89-403 0 0,4 202 0 0 0,10-294-486 0 0,1-8 21 0 0,-2-1-1 0 0,1 1 0 0 0,-2 0 1 0 0,-1 12-1 0 0,2-24-21 0 0,0 0-1 0 0,0 0 1 0 0,0 0 0 0 0,0 0 0 0 0,0 0 0 0 0,0 0 0 0 0,0 0-1 0 0,0 0 1 0 0,0 1 0 0 0,0-1 0 0 0,0 0 0 0 0,0 0-1 0 0,0 0 1 0 0,0 0 0 0 0,0 0 0 0 0,0 0 0 0 0,0 0 0 0 0,0 0-1 0 0,0 0 1 0 0,0 0 0 0 0,0 0 0 0 0,0 0 0 0 0,0 0 0 0 0,0 0-1 0 0,0 1 1 0 0,0-1 0 0 0,0 0 0 0 0,0 0 0 0 0,0 0-1 0 0,0 0 1 0 0,0 0 0 0 0,0 0 0 0 0,0 0 0 0 0,0 0 0 0 0,-1 0-1 0 0,1 0 1 0 0,0 0 0 0 0,0 0 0 0 0,0 0 0 0 0,0 0-1 0 0,0 0 1 0 0,0 0 0 0 0,0 0 0 0 0,0 0 0 0 0,0 0 0 0 0,0 0-1 0 0,0 0 1 0 0,0 0 0 0 0,0 0 0 0 0,0 0 0 0 0,-1 0 0 0 0,1 0-1 0 0,0 0 1 0 0,0 0 0 0 0,0 0 0 0 0,0 0 0 0 0,0 0-1 0 0,0 0 1 0 0,0 0 0 0 0,0 0 0 0 0,0 0 0 0 0,0 0 0 0 0,0 0-1 0 0,0 0 1 0 0,0 0 0 0 0,0 0 0 0 0,0 0 0 0 0,0 0 0 0 0,-1-1-1 0 0,-2-6 455 0 0,-2-9 156 0 0,2-12-506 0 0,1 1 0 0 0,2-1 0 0 0,0 0 0 0 0,2 1 0 0 0,10-49 1 0 0,-11 67-87 0 0,2 1 1 0 0,-1-1-1 0 0,1 1 1 0 0,1 0-1 0 0,-1 0 1 0 0,1 0-1 0 0,10-15 1 0 0,-12 21-20 0 0,0 1 1 0 0,0-1-1 0 0,0 0 1 0 0,0 0 0 0 0,0 1-1 0 0,0-1 1 0 0,0 1-1 0 0,0 0 1 0 0,1-1-1 0 0,-1 1 1 0 0,1 0 0 0 0,-1 0-1 0 0,1 1 1 0 0,-1-1-1 0 0,1 0 1 0 0,-1 1 0 0 0,1 0-1 0 0,0-1 1 0 0,-1 1-1 0 0,1 0 1 0 0,-1 1-1 0 0,1-1 1 0 0,0 0 0 0 0,-1 1-1 0 0,1-1 1 0 0,-1 1-1 0 0,1 0 1 0 0,-1 0 0 0 0,1 0-1 0 0,3 2 1 0 0,8 5-39 0 0,0 0 0 0 0,-1 1 0 0 0,0 1 0 0 0,-1-1 0 0 0,0 2 0 0 0,-1 0 0 0 0,0 1 0 0 0,0 0 0 0 0,-1 0 0 0 0,-1 1 0 0 0,0 0 0 0 0,-1 1 0 0 0,13 28 0 0 0,-20-39 47 0 0,0-1 0 0 0,0 1 0 0 0,-1-1 0 0 0,1 1 1 0 0,-1-1-1 0 0,1 1 0 0 0,-1-1 0 0 0,0 1 1 0 0,0-1-1 0 0,0 1 0 0 0,0 0 0 0 0,-1-1 0 0 0,1 1 1 0 0,-1-1-1 0 0,1 1 0 0 0,-1-1 0 0 0,0 1 1 0 0,0-1-1 0 0,0 0 0 0 0,0 1 0 0 0,0-1 0 0 0,-1 0 1 0 0,1 0-1 0 0,-1 0 0 0 0,1 0 0 0 0,-1 0 0 0 0,0 0 1 0 0,0 0-1 0 0,0-1 0 0 0,0 1 0 0 0,-3 1 1 0 0,-7 6 104 0 0,-1-2 0 0 0,-1 0 0 0 0,1 0 0 0 0,-21 6 1 0 0,4-1-209 0 0,-34 17-520 0 0,99-40-4455 0 0,-11 0 3735 0 0,-1-1-1 0 0,-1-1 1 0 0,0-1 0 0 0,0-2-1 0 0,-2 0 1 0 0,0 0-1 0 0,19-22 1 0 0,11-24 199 0 0,-36 42 2367 0 0,14-26 0 0 0,-21 32-78 0 0,-3 5-60 0 0,0 0 0 0 0,1 1 1 0 0,0-1-1 0 0,9-8 0 0 0,-15 48 2118 0 0,-18 81-2055 0 0,11-76-1034 0 0,-5 63-1 0 0,13-93-114 0 0,0 1 0 0 0,1-1-1 0 0,-1 0 1 0 0,1 0-1 0 0,4 10 1 0 0,-5-15-5 0 0,0 0 0 0 0,0 0 1 0 0,0 0-1 0 0,0 0 0 0 0,1-1 0 0 0,-1 1 1 0 0,0 0-1 0 0,1 0 0 0 0,-1-1 0 0 0,0 1 1 0 0,1 0-1 0 0,-1-1 0 0 0,1 1 0 0 0,-1 0 0 0 0,1-1 1 0 0,0 1-1 0 0,-1-1 0 0 0,1 1 0 0 0,-1-1 1 0 0,1 1-1 0 0,0-1 0 0 0,0 1 0 0 0,-1-1 1 0 0,1 1-1 0 0,0-1 0 0 0,0 0 0 0 0,-1 0 0 0 0,1 1 1 0 0,0-1-1 0 0,0 0 0 0 0,0 0 0 0 0,0 0 1 0 0,-1 0-1 0 0,1 0 0 0 0,0 0 0 0 0,0 0 0 0 0,0 0 1 0 0,-1 0-1 0 0,1-1 0 0 0,0 1 0 0 0,0 0 1 0 0,0 0-1 0 0,-1-1 0 0 0,1 1 0 0 0,0 0 1 0 0,0-1-1 0 0,-1 1 0 0 0,1-1 0 0 0,0 1 0 0 0,-1-1 1 0 0,1 1-1 0 0,0-2 0 0 0,12-10 28 0 0,-1-1 1 0 0,-1 0-1 0 0,0 0 1 0 0,-1-2-1 0 0,0 1 0 0 0,-1-1 1 0 0,-1 0-1 0 0,12-30 0 0 0,-2-13 313 0 0,-16 52-299 0 0,-1 1-1 0 0,0-1 0 0 0,0 0 0 0 0,-1 0 1 0 0,0 0-1 0 0,0 0 0 0 0,-2-12 0 0 0,1 20 19 0 0,0 0 1 0 0,-1 0-1 0 0,1 0 0 0 0,0 0 0 0 0,0 0 0 0 0,0 0 0 0 0,0 0 0 0 0,1 0 0 0 0,-2 3 0 0 0,-11 56 128 0 0,8-46-433 0 0,1 1 0 0 0,1 0 0 0 0,1 0 0 0 0,0 0 0 0 0,1 0 0 0 0,0 0 0 0 0,3 25 0 0 0,-1-39 47 0 0,-1-1 1 0 0,0 0-1 0 0,0 1 0 0 0,1-1 0 0 0,-1 0 0 0 0,0 1 0 0 0,1-1 1 0 0,0 0-1 0 0,-1 1 0 0 0,1-1 0 0 0,0 0 0 0 0,-1 0 0 0 0,1 0 1 0 0,0 0-1 0 0,0 0 0 0 0,0 0 0 0 0,0 0 0 0 0,0 0 0 0 0,0 0 1 0 0,0 0-1 0 0,1 0 0 0 0,-1-1 0 0 0,0 1 0 0 0,0 0 0 0 0,1-1 1 0 0,1 1-1 0 0,5 0-1090 0 0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0:49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82 9418 0 0,'2'-5'290'0'0,"1"0"0"0"0,-1 0 0 0 0,0 0 0 0 0,0 0 0 0 0,0 0 0 0 0,-1-1 0 0 0,2-10 0 0 0,-3 15-182 0 0,0 0-1 0 0,0 0 1 0 0,0 0-1 0 0,0-1 1 0 0,0 1-1 0 0,0 0 0 0 0,0 0 1 0 0,-1 0-1 0 0,1 0 1 0 0,0 0-1 0 0,-1 0 1 0 0,1 0-1 0 0,0 0 1 0 0,-1 0-1 0 0,1 0 1 0 0,-1 0-1 0 0,0 0 1 0 0,1 0-1 0 0,-1 1 0 0 0,0-1 1 0 0,1 0-1 0 0,-1 0 1 0 0,0 1-1 0 0,0-1 1 0 0,0 0-1 0 0,0 1 1 0 0,1-1-1 0 0,-1 1 1 0 0,0-1-1 0 0,0 1 0 0 0,0-1 1 0 0,0 1-1 0 0,0 0 1 0 0,-1-1-1 0 0,1 1 1 0 0,0 0-1 0 0,0 0 1 0 0,0 0-1 0 0,0 0 1 0 0,0 0-1 0 0,0 0 0 0 0,0 0 1 0 0,0 0-1 0 0,0 0 1 0 0,0 1-1 0 0,0-1 1 0 0,0 0-1 0 0,-1 1 1 0 0,-4 1 44 0 0,1 0 0 0 0,0 0 1 0 0,0 0-1 0 0,0 0 0 0 0,1 1 0 0 0,-1 0 1 0 0,1 0-1 0 0,-1 0 0 0 0,1 1 1 0 0,0 0-1 0 0,0-1 0 0 0,1 1 1 0 0,-1 1-1 0 0,1-1 0 0 0,-3 5 1 0 0,-2 2-107 0 0,1 0 0 0 0,1 1 1 0 0,0 0-1 0 0,0 0 1 0 0,-3 13-1 0 0,8-20-37 0 0,-1-1 0 0 0,1 1 0 0 0,1 0-1 0 0,-1 0 1 0 0,1-1 0 0 0,-1 1 0 0 0,1 0 0 0 0,1 0 0 0 0,-1 0 0 0 0,1 0 0 0 0,0-1 0 0 0,0 1-1 0 0,0 0 1 0 0,1-1 0 0 0,3 10 0 0 0,0-6 34 0 0,0 1 1 0 0,1-1-1 0 0,0 0 0 0 0,0-1 1 0 0,1 1-1 0 0,13 11 0 0 0,44 32 284 0 0,22 22 174 0 0,-84-71-443 0 0,0-1 0 0 0,0 1 0 0 0,-1 0 0 0 0,1 0-1 0 0,-1 1 1 0 0,1-1 0 0 0,-1 0 0 0 0,0 0-1 0 0,0 1 1 0 0,0-1 0 0 0,0 1 0 0 0,0-1-1 0 0,0 4 1 0 0,-1-5 4 0 0,0 0 0 0 0,0 0 1 0 0,0 0-1 0 0,0 0 0 0 0,-1 0 0 0 0,1 0 0 0 0,0 0 0 0 0,-1 0 1 0 0,1 0-1 0 0,0 0 0 0 0,-1 0 0 0 0,0 0 0 0 0,1 0 0 0 0,-1 0 1 0 0,1-1-1 0 0,-1 1 0 0 0,0 0 0 0 0,1 0 0 0 0,-1-1 0 0 0,0 1 1 0 0,0-1-1 0 0,0 1 0 0 0,0 0 0 0 0,1-1 0 0 0,-1 0 0 0 0,0 1 1 0 0,0-1-1 0 0,0 1 0 0 0,0-1 0 0 0,0 0 0 0 0,0 0 0 0 0,0 0 0 0 0,0 0 1 0 0,0 1-1 0 0,0-1 0 0 0,-2-1 0 0 0,-8 3 300 0 0,-85 11 722 0 0,-100 0-1 0 0,167-16-2548 0 0,16 2-1854 0 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4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40 24575,'0'1'0,"0"0"0,0 0 0,0 1 0,0-1 0,0 0 0,0 0 0,-1 0 0,1 0 0,0 0 0,0 0 0,-1 0 0,1 0 0,-1 0 0,1 0 0,-1 0 0,1 0 0,-2 1 0,2-2 0,-1 0 0,1 0 0,-1 1 0,0-1 0,1 0 0,-1 0 0,0 0 0,1 0 0,-1 0 0,0 0 0,1 0 0,-1 0 0,0 0 0,1 0 0,-1 0 0,0 0 0,1-1 0,-1 1 0,0 0 0,1 0 0,-1-1 0,1 1 0,-2-1 0,-11-6 0,1 0 0,-1 0 0,-17-16 0,60 14 0,-23 8 0,0 0 0,0 0 0,0 0 0,1 1 0,-1 0 0,0 0 0,0 1 0,8 1 0,61 18 0,-42-11 0,-3 0 0,-23-6 0,1 0 0,0-1 0,-1 0 0,1 0 0,0-1 0,0 0 0,0-1 0,10-1 0,24-5 0,-28 3 0,0 1 0,0 0 0,17 1 0,-27 2 0,0-1 0,0 1 0,0 0 0,0 0 0,0 0 0,0 1 0,0 0 0,0 0 0,-1 0 0,1 0 0,-1 1 0,0 0 0,6 4 0,11 12 0,-15-13 0,1 0 0,-1 0 0,1-1 0,0 0 0,9 4 0,-13-8 0,0 1 0,0-1 0,1 0 0,-1-1 0,0 1 0,0-1 0,1 1 0,-1-1 0,0 0 0,1 0 0,-1-1 0,0 1 0,1-1 0,-1 1 0,0-1 0,0 0 0,4-2 0,6-2 0,1-2 0,12-8 0,-20 10 0,2 1 0,-1 0 0,0 0 0,1 1 0,0-1 0,0 2 0,0-1 0,0 1 0,11-1 0,-14 3 0,0 1 0,0 0 0,-1 0 0,1 0 0,0 1 0,-1-1 0,9 5 0,17 5 0,-10-8 0,0 0 0,0-2 0,33-2 0,-35 0 0,0 1 0,-1 0 0,1 1 0,34 7 0,-48-26 0,-3 13 0,-3 16 0,-2 4-1365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5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0 251 24575,'7'-57'0,"22"60"0,107 7 0,0-7 0,182-18 0,-64-10 0,222-18 0,82-22 0,-481 57 0,-57 7 0,0-1 0,0 0 0,0-2 0,0 0 0,32-13 0,-33 10 0,-12 5 0,-1 0 0,1-1 0,11-6 0,-17 8-86,-3 4 267,-6 4-1155,8-6 488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2:5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65 461 24575,'0'0'0,"0"0"0,-25-10 0,6 2 0,17 8 0,0-1 0,1 1 0,-1-1 0,1 0 0,-1 0 0,1 0 0,-1 0 0,1 0 0,-1 0 0,-1-2 0,2-3 0,11 3 0,116 12 0,-24 0 0,-14-9 0,1-4 0,-1-4 0,0-3 0,158-43 0,499-97 0,-691 143 0,730-128 0,-689 111 0,75-15 0,-104 37-1365,-57 3-5461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00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24575,'2'1'0,"1"0"0,-1-1 0,0 1 0,1 1 0,-1-1 0,0 0 0,0 0 0,0 1 0,0-1 0,0 1 0,0 0 0,0-1 0,-1 1 0,1 0 0,2 4 0,20 35 0,-21-36 0,0 1 0,0 0 0,0 0 0,1 0 0,0-1 0,0 0 0,1 1 0,-1-2 0,1 1 0,0 0 0,0-1 0,1 0 0,-1 0 0,10 4 0,-9-6 0,0 1 0,0-2 0,0 1 0,0-1 0,1 0 0,-1 0 0,0-1 0,0 0 0,1 0 0,-1 0 0,0-1 0,0 0 0,1 0 0,8-3 0,56-21 0,-47 15 0,0 2 0,29-7 0,-45 14 0,1-1 0,-1 1 0,1 1 0,-1 0 0,1 0 0,-1 1 0,1 0 0,-1 0 0,1 1 0,11 3 0,-12-2 0,1-1 0,0 0 0,-1-1 0,1 0 0,0 0 0,0-1 0,13 0 0,63-14 0,-61 9 0,0 1 0,29-1 0,-38 6 0,1 0 0,-1 2 0,1-1 0,24 9 0,-20-5 0,34 5 0,-11-10 75,-34-1-435,1 0 0,-1 0 0,17 4 0,-13-1-6466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0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24575,'28'12'0,"-17"-8"0,-1 1 0,0 0 0,0 0 0,0 1 0,-1 0 0,0 1 0,0 0 0,0 1 0,-1 0 0,0 0 0,-1 1 0,0-1 0,0 2 0,-1-1 0,0 1 0,-1 0 0,6 14 0,-8-16 0,1-1 0,0 1 0,0-1 0,0 0 0,1-1 0,0 1 0,0-1 0,0 0 0,1 0 0,0 0 0,0-1 0,12 8 0,-13-10 0,1 0 0,-1-1 0,0 0 0,1 0 0,-1 0 0,1-1 0,0 0 0,0 0 0,-1 0 0,1-1 0,0 1 0,0-1 0,0-1 0,-1 1 0,1-1 0,0 0 0,0-1 0,7-2 0,4-3 0,-1-1 0,0-1 0,-1 0 0,0-1 0,0-1 0,-1 0 0,14-14 0,-16 13 0,0 1 0,1 0 0,1 1 0,0 0 0,0 1 0,1 1 0,0 0 0,25-8 0,-34 14 0,-1 0 0,1 1 0,0 0 0,0 0 0,0 1 0,0-1 0,0 1 0,0 0 0,0 1 0,0 0 0,0 0 0,0 0 0,-1 0 0,1 1 0,0 0 0,-1 0 0,1 1 0,-1 0 0,0 0 0,0 0 0,0 0 0,0 1 0,0-1 0,-1 1 0,0 1 0,0-1 0,4 6 0,-4-6 0,0 0 0,-1 0 0,1 0 0,1 0 0,-1-1 0,0 0 0,1 0 0,0 0 0,0 0 0,-1-1 0,1 0 0,1 0 0,-1 0 0,0 0 0,0-1 0,1 0 0,-1 0 0,1-1 0,-1 0 0,1 1 0,-1-2 0,1 1 0,-1-1 0,1 0 0,-1 0 0,9-3 0,154-44 0,-168 48 2,0 0-1,0 0 1,1 0-1,-1 0 0,0 0 1,1 0-1,-1 0 1,0 1-1,0-1 1,0 0-1,1 0 0,-1 0 1,0 0-1,0 1 1,0-1-1,1 0 1,-1 0-1,0 0 0,0 1 1,0-1-1,0 0 1,0 0-1,1 1 1,-1-1-1,0 0 0,0 0 1,0 1-1,0-1 1,0 0-1,0 1 1,0-1-1,0 0 0,0 0 1,0 1-1,0-1 1,1 14-785,-1-12 149,-1 11-6192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24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24575,'3'0'0,"0"0"0,0 0 0,1 0 0,-1 0 0,0 0 0,1 1 0,-1-1 0,0 1 0,0 0 0,1 0 0,-1 0 0,0 0 0,4 3 0,-1 0 0,1-1 0,-1 0 0,1 0 0,0 0 0,0-1 0,0 0 0,0 0 0,0-1 0,0 0 0,1 0 0,-1-1 0,10 0 0,14-1 0,-8 1 0,0-1 0,0-1 0,0-1 0,0-1 0,-1 0 0,38-15 0,14-7 0,-74 26 0,0 0 0,1 0 0,-1 0 0,1 0 0,-1 0 0,1 0 0,-1 0 0,1 0 0,-1 0 0,0 0 0,1 0 0,-1 0 0,1 1 0,-1-1 0,0 0 0,1 0 0,-1 1 0,1-1 0,-1 0 0,0 0 0,1 1 0,-1-1 0,0 0 0,0 1 0,1-1 0,-1 0 0,0 1 0,0-1 0,1 1 0,-1-1 0,0 1 0,0-1 0,0 1 0,5 14 0,-8 10 0,1 1 0,2-1 0,3 38 0,1 12 0,13 525 0,-15-503 0,-16 152 0,0-54 0,8 3 0,-12 250 0,15-313 0,23 225 0,-19-320 0,-2-31 0,1 1 0,0 0 0,1-1 0,0 0 0,1 1 0,3 11 0,-5-19 0,-1-1 0,1 0 0,-1 1 0,0-1 0,0 0 0,1 0 0,-1 0 0,0 0 0,0 1 0,0-1 0,0 0 0,0-1 0,-1 1 0,1 0 0,0 0 0,0 0 0,-1-1 0,-1 2 0,0-2 0,0 0 0,0 1 0,0-1 0,0-1 0,0 1 0,0 0 0,0-1 0,0 1 0,0-1 0,-5-2 0,-32-16 0,13 5 0,1 5 0,0 1 0,-1 1 0,0 2 0,0 0 0,0 2 0,0 0 0,-30 3 0,54-2 0,1 0 0,0-1 0,-1 1 0,1 0 0,0-1 0,0 1 0,0-1 0,0 0 0,1 0 0,-1 1 0,1-1 0,0 0 0,-2-4 0,-9-146 0,8 71 0,-10-426 0,8 166 0,15-99 0,0 200 0,-7 91 0,20-334 0,-20 457-10,-1-1 92,0 24-510,1 11-581,0-1-5817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27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214 176 24575,'12'-36'0,"-11"28"0,0 0 0,-1 0 0,0 1 0,-1-1 0,-2-12 0,2 17 0,0-1 0,0 1 0,0 0 0,-1-1 0,1 1 0,-1 0 0,0 0 0,0 0 0,0 0 0,0 1 0,-1-1 0,1 1 0,-1-1 0,-4-3 0,-44-27 0,50 33 0,0 0 0,0 0 0,0 0 0,0 0 0,0 0 0,0 0 0,0 1 0,0-1 0,-1 0 0,1 1 0,0-1 0,0 0 0,1 1 0,-1-1 0,0 1 0,0-1 0,0 1 0,0 0 0,0-1 0,0 1 0,1 0 0,-1 0 0,0 0 0,1-1 0,-1 1 0,0 0 0,1 0 0,-1 1 0,-16 29 0,11-10 0,1-1 0,2 1 0,0 0 0,1 0 0,1 0 0,2 34 0,-1 18 0,-27 306 0,-3 117 0,9 10 0,23-103 0,17-200 0,-19-201 0,0-1 0,0 1 0,0 0 0,0-1 0,1 1 0,-1 0 0,1-1 0,-1 1 0,1-1 0,0 1 0,-1-1 0,1 1 0,0-1 0,0 0 0,0 1 0,0-1 0,0 0 0,0 0 0,1 0 0,-1 1 0,0-1 0,1-1 0,-1 1 0,0 0 0,4 1 0,3 1 0,1 0 0,0-1 0,0 0 0,0-1 0,0 0 0,0 0 0,15-2 0,-12 1 0,257 9 0,83-18 0,-205 9 0,-147 0 0,1 0 0,-1-1 0,1 1 0,-1-1 0,1 1 0,-1-1 0,1 1 0,-1-1 0,0 0 0,1 1 0,-1-1 0,0 1 0,0-1 0,1 0 0,-1 1 0,0-1 0,0 0 0,0 1 0,0-1 0,0 0 0,0 1 0,0-1 0,0 0 0,0 1 0,0-2 0,-1-22 0,1 22 0,-13-122 0,-3-44 0,18-103 0,-1-4 0,-4 114 0,-17-302 0,11 359 0,9-183 0,-1 72 0,1 141 0,-1 71 0,-1 0 0,1 0 0,-1 1 0,1-1 0,-1 0 0,0 0 0,0 1 0,-3-4 0,-2-3 0,5 7 0,1 1 0,-1-1 0,0 0 0,0 1 0,1 0 0,-1-1 0,0 1 0,-1 0 0,1 0 0,0 0 0,0 0 0,0 0 0,-1 1 0,1-1 0,0 1 0,0-1 0,-5 1 0,-50 0 0,32 2 0,-462 9 0,368-10-1365,105-1-5461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59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2050 1853 24575,'13'-17'0,"-9"13"0,27-39 0,-1-1 0,-3-1 0,-2-1 0,-1-1 0,-3-1 0,-2-1 0,-2-1 0,20-98 0,-32 119 0,-2-1 0,0 0 0,-3 0 0,0 0 0,-2 1 0,-6-33 0,1 24 0,-2 0 0,-2 1 0,-2 0 0,-19-40 0,0 15 0,-3 2 0,-2 1 0,-3 2 0,-90-98 0,84 106 0,-3 1 0,-2 3 0,-99-68 0,108 87 0,-1 2 0,0 1 0,-2 2 0,-1 3 0,-93-25 0,68 28 0,-145-9 0,-75 21 0,240 6 0,1 3 0,-1 1 0,-69 21 0,-142 57 0,195-62 0,-29 14-1365,72-27-5461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01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0 405 24575,'13'26'0,"-7"4"0,-1 1 0,2 57 0,-9 65 0,1-121 0,1 350 0,0-361 0,-2 181 0,-1-82 0,19 185 0,-12-275 0,45 252 0,-41-250 0,1 0 0,2-1 0,2-1 0,0 0 0,2-1 0,31 47 0,-37-65 0,0-1 0,1 0 0,0-1 0,0 1 0,1-2 0,1 0 0,-1 0 0,17 8 0,16 5 0,47 15 0,-64-26 0,12 3 0,0-2 0,0-2 0,1-1 0,0-2 0,1-2 0,65-2 0,393-16 0,-241 5 0,149-18 0,-188 10 0,309 1 0,-49 4 0,333-7 0,-5 0 0,-435-13 0,129-6 0,397 58 0,324 31 0,-221-12 0,104-19 0,-454-16 0,-307 7 0,150 2 0,-199-9 0,183-3 0,-427-4 0,60-12 0,-91 11 0,1 0 0,-2-2 0,1-1 0,0 0 0,33-19 0,-43 20 0,0-1 0,0 0 0,-1-1 0,0 0 0,0 0 0,-1-1 0,0 0 0,-1-1 0,0 1 0,0-2 0,6-12 0,-5 5 0,0 0 0,-2-1 0,0 0 0,-1 0 0,-1-1 0,2-21 0,32-387 0,-25 269 0,-1-3 0,29-255 0,-14 166 0,-7 35 0,-7 126 0,-5-1 0,-5-148 0,-3 232 0,-1 0 0,0 0 0,0 0 0,-1 0 0,0 0 0,0 1 0,-1-1 0,-4-9 0,5 12 0,-1 1 0,1-1 0,-1 1 0,0 0 0,0-1 0,-1 1 0,1 0 0,0 1 0,-1-1 0,0 1 0,1-1 0,-1 1 0,0 0 0,0 1 0,-5-3 0,-16-2 0,0 0 0,-1 1 0,1 1 0,-1 2 0,-28 0 0,-129 12 0,179-10 0,-760 108 0,234-42 0,100-16 0,244-21-88,-399 50-426,-152-12 514,-321 14 0,830-67 0,-1284-18 0,720-21 0,493 19 0,-196-30 0,56 2 0,-93 22 0,104 5 0,-652-4 0,458-2 0,294-27 267,-52-2 68,332 43-335,0 2 0,0 2 0,0 3 0,1 1 0,0 2 0,0 3 0,2 1 0,-85 41 0,112-46 15,0 0 0,1 1 0,0 1 0,0 1 0,2 0 0,-1 2 0,-13 15 0,6-1-510,2 0 0,-37 65 0,43-65-6331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26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842 78 24575,'0'0'0,"0"0"0,0 0 0,0 0 0,0 0 0,0 0 0,0 0 0,0 0 0,-2 18 0,-8 83 0,5-34 0,-25 120 0,6-65 0,11-48 0,12-70 0,0 1 0,0 0 0,0-1 0,-1 0 0,0 1 0,1-1 0,-1 0 0,-4 6 0,4-8 0,1-1 0,-1 1 0,1-1 0,-1 0 0,0 1 0,1-1 0,-1 0 0,0 0 0,0 0 0,0-1 0,0 1 0,0 0 0,0-1 0,0 1 0,0-1 0,0 1 0,0-1 0,-1 0 0,1 0 0,0 0 0,0 0 0,-2-1 0,-27-4 0,1 0 0,0-3 0,0 0 0,-28-13 0,27 9 0,0 2 0,-1 1 0,-51-8 0,-178 9 0,246 8 0,-3 2 0,17-2 0,0 1 0,0-1 0,0 0 0,-1 0 0,1 0 0,0 0 0,0 0 0,0 0 0,0 0 0,0 0 0,0 0 0,0 0 0,0 0 0,-1-1 0,1 1 0,0 0 0,0-1 0,0 1 0,0-1 0,0 0 0,0 1 0,1-1 0,-3-1 0,1 1 0,1 0 0,-1 0 0,1-1 0,0 1 0,-1-1 0,1 1 0,0-1 0,0 1 0,0-1 0,0 0 0,0 1 0,0-1 0,-1-3 0,2-26 0,1 27 0,23-336 0,-20 308 0,-2 19 0,0-1 0,-1 0 0,0 0 0,-1 0 0,-1 1 0,-2-18 0,30 37 0,22 4 0,-14-2 0,0-1 0,0-2 0,0-1 0,67-3 0,-25-10 0,0-4 0,-1-3 0,109-38 0,-183 53 0,0 0 0,0 0 0,0 1 0,0-1 0,1 1 0,-1-1 0,0 1 0,0 0 0,0 0 0,0 0 0,0 0 0,1 0 0,-1 0 0,0 1 0,0-1 0,0 1 0,0-1 0,0 1 0,0 0 0,0 0 0,0 0 0,0 0 0,0 0 0,0 0 0,-1 0 0,1 1 0,0-1 0,-1 1 0,1-1 0,-1 1 0,0 0 0,1-1 0,-1 1 0,2 3 0,-1 0 0,0 1 0,-1-1 0,1 1 0,-1-1 0,0 1 0,0-1 0,-1 1 0,1 0 0,-1-1 0,0 1 0,-1 0 0,-1 6 0,-33 123 0,20-85 0,-10 61 0,20-76-1365,1-6-5461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28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0 24575,'-14'7'0,"10"-5"0,-1 0 0,0 0 0,0 1 0,1 0 0,-1 0 0,1 0 0,0 0 0,0 1 0,0-1 0,0 1 0,1 0 0,-5 7 0,-2 6 0,0 0 0,2 1 0,0 0 0,-9 30 0,-14 82 0,22-84 0,-4 47 0,11-68 0,-1 0 0,-1 0 0,-14 44 0,11-51 0,3-7 0,0 0 0,0 1 0,-2 12 0,6-22 0,-1 0 0,1-1 0,0 1 0,-1-1 0,1 1 0,-1 0 0,0-1 0,1 1 0,-1-1 0,0 0 0,0 1 0,0-1 0,0 0 0,0 1 0,0-1 0,0 0 0,-1 0 0,1 0 0,0 0 0,-1 0 0,1 0 0,-1 0 0,1-1 0,-1 1 0,1 0 0,-1-1 0,1 1 0,-1-1 0,1 0 0,-1 1 0,0-1 0,1 0 0,-1 0 0,0 0 0,-2-1 0,16-25 0,-9 18-1365,0 2-5461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36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27 210 24575,'-1'1'0,"1"-1"0,-1 1 0,1-1 0,0 1 0,-1-1 0,1 1 0,0 0 0,0-1 0,-1 1 0,1-1 0,0 1 0,0 0 0,0-1 0,0 1 0,0-1 0,0 1 0,0 0 0,0-1 0,0 1 0,0-1 0,0 1 0,0 1 0,0 7 0,0-9 0,0 0 0,0 0 0,0 0 0,-1 0 0,1 0 0,0 0 0,0 0 0,0 0 0,0 0 0,0 0 0,-1 0 0,1 0 0,0 0 0,0 0 0,0 0 0,0 0 0,0 0 0,-1 0 0,1 0 0,0 0 0,0 0 0,0 0 0,0 0 0,0 0 0,-1 0 0,1 0 0,0 0 0,0 0 0,0-1 0,0 1 0,0 0 0,0 0 0,-1 0 0,1 0 0,0 0 0,0 0 0,0 0 0,0-1 0,0 1 0,0 0 0,0 0 0,0 0 0,0 0 0,0 0 0,0-1 0,0 1 0,0 0 0,0 0 0,0 0 0,-4-6 0,-7-5 0,9 14 0,2 9 0,2-4 0,-1 0 0,1-1 0,1 1 0,-1-1 0,1 1 0,0-1 0,1 0 0,0 0 0,0-1 0,0 1 0,11 10 0,-13-14 0,0-1 0,1 1 0,0-1 0,-1 0 0,1 0 0,0 0 0,0 0 0,0-1 0,1 1 0,-1-1 0,0 0 0,0 0 0,1 0 0,-1 0 0,1 0 0,-1-1 0,1 1 0,-1-1 0,1 0 0,-1 0 0,1-1 0,-1 1 0,1-1 0,-1 0 0,0 0 0,1 0 0,-1 0 0,6-3 0,-3 0 0,1 0 0,-1 0 0,0-1 0,0 0 0,0 0 0,0-1 0,-1 0 0,0 0 0,0 0 0,-1 0 0,8-14 0,2-9 0,17-49 0,-14 32 0,22-45-1365,-30 69-5461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3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0 24575,'-6'4'0,"1"0"0,0 1 0,0-1 0,0 1 0,0 0 0,1 1 0,-4 6 0,-2 0 0,-73 103 0,73-98 0,1 0 0,0 0 0,1 1 0,1 1 0,-6 23 0,-69 362 0,68-324 0,14-79 0,-1 0 0,1 1 0,-1-1 0,0 0 0,0 1 0,1-1 0,-1 0 0,0 0 0,0 0 0,0 0 0,0 0 0,0 0 0,0 0 0,-1 0 0,0 1 0,-4 5 0,22 1 0,3-3 0,0-1 0,0-1 0,38 1 0,-8-1 0,132 4 0,11 2 0,-13-2 0,-177-7 0,0 0 0,0-1 0,0 1 0,0 0 0,0-1 0,0 1 0,0-1 0,-1 0 0,1 0 0,0 1 0,0-1 0,-1 0 0,1 0 0,-1-1 0,1 1 0,-1 0 0,1-1 0,-1 1 0,0 0 0,1-1 0,-1 0 0,0 1 0,0-1 0,0 0 0,-1 1 0,1-1 0,0 0 0,0 0 0,0-3 0,1-6 0,0-1 0,0 1 0,-1 0 0,-1-12 0,1 7 0,43-370 0,-44 380 0,1 0 0,-1 0 0,0 0 0,0 0 0,-1 0 0,0 0 0,-2-8 0,0 1 0,0 12 0,-1 0 0,0 1 0,1-1 0,-1 1 0,1 0 0,-1-1 0,-4 2 0,3-1 0,-69-4 0,1-4 0,-83-18 0,115 16 0,-1 3 0,0 2 0,-54-1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3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24575,'0'0'0,"0"0"0,0 0 0,0 0 0,0 0 0,0 0 0,-15 7 0,12-5 0,0 1 0,-1-1 0,1 1 0,0 0 0,0 0 0,1 0 0,-1 0 0,0 1 0,1-1 0,0 1 0,0-1 0,0 1 0,0 0 0,1 0 0,0 0 0,-2 7 0,-2 9 0,2 0 0,-2 22 0,4-33 0,-2 63 0,6 84 0,0-75 0,0-34 0,0 27 0,-10-40 0,8-34 0,-1 1 0,0-1 0,1 1 0,-1 0 0,1-1 0,-1 1 0,1-1 0,-1 0 0,1 1 0,-1-1 0,1 1 0,0-1 0,-1 0 0,1 0 0,-1 1 0,1-1 0,0 0 0,-1 0 0,1 0 0,0 1 0,-1-1 0,2 0 0,15 3 0,10-2 0,1-1 0,-1-1 0,0-1 0,47-11 0,15-1 0,34 6 0,-75 7 0,0-3 0,67-13 0,-74 11 0,-34 6 0,1-1 0,0 0 0,-1 0 0,1-1 0,11-4 0,-16 5 0,-1 0 0,0-1 0,0 1 0,0 0 0,0-1 0,0 0 0,0 1 0,0-1 0,-1 0 0,1 0 0,-1 0 0,1 0 0,-1 0 0,0-1 0,0 1 0,0 0 0,0 0 0,0-1 0,0 1 0,-1-1 0,2-4 0,0-15 0,0 0 0,-2-25 0,2-24 0,17-108 0,-18 176 0,-1-1 0,1 0 0,-1-1 0,0 1 0,0-1 0,0 1 0,-1-7 0,0 9 0,0 0 0,0 0 0,0 0 0,0 0 0,0 0 0,0 0 0,-1 0 0,1 1 0,0-1 0,-1 0 0,1 1 0,-1-1 0,0 1 0,0 0 0,1 0 0,-5-2 0,-7-4 0,-1 1 0,1 0 0,-2 1 0,1 1 0,-16-4 0,-76-6 0,-192 10 0,251 5 0,-153 5-1365,192-6-5461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38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24575,'0'0'0,"0"0"0,0 0 0,0 0 0,0 0 0,0 0 0,0 0 0,2 19 0,20 493 0,-21-493 0,0-1 0,6 26 0,-7-42 0,1-1 0,0 0 0,-1 1 0,1-1 0,0 0 0,-1 0 0,1 0 0,0 0 0,0 0 0,0 0 0,0 0 0,0 0 0,0 0 0,1 0 0,-1 0 0,0-1 0,0 1 0,1 0 0,-1-1 0,0 1 0,1-1 0,-1 0 0,0 1 0,1-1 0,-1 0 0,0 0 0,1 0 0,2 0 0,6 0 0,0 0 0,20-3 0,-19 2 0,260-46 0,-102 13 0,-150 31 0,0 0 0,0 0 0,0 2 0,0 1 0,0 0 0,1 1 0,22 5 0,-45-37 0,-3-50 0,4 0 0,3 0 0,19-137 0,-8 170 0,-12 47 0,-1 0 0,1 1 0,0-1 0,0 1 0,0-1 0,-1 0 0,1 1 0,0-1 0,-1 0 0,1 1 0,-1-1 0,1 1 0,0-1 0,-1 1 0,1-1 0,-1 1 0,1-1 0,-1 1 0,0 0 0,1-1 0,-1 1 0,1 0 0,-1-1 0,0 1 0,1 0 0,-1 0 0,0 0 0,1-1 0,-1 1 0,0 0 0,-2-1 0,1 1 0,0-1 0,0 1 0,-1-1 0,1 1 0,0 0 0,0 0 0,-4 0 0,-20 5 0,0 0 0,0-3 0,0 0 0,-49-3 0,-2 1 0,-352 5-903,400-5 441,23 0-6364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47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24 24575,'-3'-1'0,"-1"0"0,1 0 0,0-1 0,0 1 0,0-1 0,-5-2 0,0 0 0,2 2 0,1 0 0,-1 1 0,0 0 0,0 0 0,0 0 0,0 1 0,0 0 0,0 0 0,0 1 0,1 0 0,-1 0 0,0 0 0,0 0 0,0 1 0,1 0 0,-1 0 0,1 1 0,0-1 0,-1 1 0,-8 7 0,1 0 0,0 0 0,0 1 0,1 1 0,1 0 0,0 0 0,-14 20 0,8-4 0,2 0 0,0 1 0,2 0 0,1 1 0,2 0 0,0 1 0,3 0 0,-8 61 0,5 18 0,7 135 0,3-209 0,44 663 0,-7-297 0,-33-294 0,-17 187 0,-4-186 0,13-94 0,0 0 0,-1 0 0,0 0 0,-1-1 0,-8 14 0,10-23 0,1 1 0,-1-1 0,0 0 0,-1 0 0,1 0 0,-1-1 0,0 0 0,0 1 0,0-2 0,-1 1 0,1-1 0,-1 0 0,0 0 0,0 0 0,0-1 0,0 0 0,-1 0 0,1 0 0,0-1 0,-1 0 0,1-1 0,-1 1 0,1-1 0,-1 0 0,1-1 0,-1 1 0,1-1 0,-1-1 0,1 1 0,0-1 0,-8-3 0,12 4 0,0 0 0,0 0 0,0 0 0,0 0 0,0 0 0,0-1 0,0 1 0,0 0 0,1-1 0,-1 0 0,0 1 0,1-1 0,-1 0 0,1 0 0,0 0 0,0 0 0,0 0 0,0 0 0,0 0 0,-1-3 0,1 1 0,1 0 0,0 1 0,0-1 0,0 1 0,0-1 0,0 0 0,1 1 0,0-1 0,-1 1 0,2-1 0,1-5 0,4-5 0,0 1 0,0 0 0,1 1 0,1 0 0,10-11 0,-10 12 0,0 1 0,0 0 0,1 1 0,1 0 0,0 1 0,14-9 0,-20 14 0,-1 1 0,1 0 0,0 0 0,0 0 0,-1 1 0,1-1 0,0 1 0,0 0 0,1 1 0,-1-1 0,0 1 0,0 0 0,0 1 0,0-1 0,0 1 0,0 0 0,0 0 0,0 0 0,8 4 0,-2 0 0,0 1 0,-1 1 0,0-1 0,0 2 0,0-1 0,-1 1 0,0 1 0,-1 0 0,0 0 0,0 0 0,-1 1 0,0 0 0,0 1 0,-1 0 0,-1 0 0,0 0 0,6 19 0,-1 9 0,0 0 0,-3 0 0,-1 0 0,0 46 0,6 220 0,-40 447 0,21-684 0,-19 339 0,27-374 0,1 1 0,1-1 0,2 1 0,13 46 0,-12-60 0,1-1 0,0 1 0,2-1 0,0-1 0,1 1 0,1-2 0,0 1 0,18 19 0,-18-25 0,1-1 0,0 0 0,1 0 0,1-1 0,-1-1 0,1 0 0,1-1 0,0 0 0,0-1 0,27 8 0,-18-9 0,1-1 0,0 0 0,-1-2 0,1-1 0,0-1 0,34-4 0,-14 0-273,-1-3 0,1-2 0,-1-2 0,71-26 0,-108 34-6553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1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0 24575,'-2'6'0,"0"-1"0,-1 0 0,1 0 0,-1 0 0,0-1 0,0 1 0,-1-1 0,1 1 0,-1-1 0,0 0 0,0-1 0,0 1 0,-6 3 0,-10 6 0,-38 20 0,34-21 0,-359 231 0,60-34 0,275-188-1365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1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0,15 22 0,-9-10 0,0 1 0,0 0 0,-1 0 0,-1 0 0,0 1 0,-1-1 0,0 1 0,-1 0 0,0 0 0,-1 15 0,-3 18 0,-12 78 0,2-22 0,9-67 0,1 0 0,2 0 0,2 0 0,7 46 0,-9-82 0,0 0 0,0 0 0,0 1 0,0-1 0,0 0 0,0 0 0,0 0 0,0 1 0,0-1 0,0 0 0,0 0 0,0 1 0,1-1 0,-1 0 0,0 0 0,0 0 0,0 0 0,0 1 0,0-1 0,0 0 0,1 0 0,-1 0 0,0 0 0,0 1 0,0-1 0,0 0 0,1 0 0,-1 0 0,0 0 0,0 0 0,0 0 0,1 0 0,-1 0 0,0 1 0,1-1 0,6-6 0,4-14 0,11-50 0,18-102 0,-11 44 0,-21 92 0,-4 16 0,11-33 0,-15 51 0,1 1 0,-1 0 0,0 0 0,1 0 0,-1 0 0,1 0 0,-1 0 0,1 0 0,0 0 0,-1 0 0,1 0 0,0 1 0,0-1 0,0 0 0,-1 0 0,1 1 0,0-1 0,0 0 0,0 1 0,0-1 0,0 1 0,0-1 0,2 0 0,-2 1 0,1 1 0,-1-1 0,0 0 0,0 0 0,0 1 0,1-1 0,-1 1 0,0-1 0,0 1 0,0-1 0,0 1 0,0 0 0,0-1 0,0 1 0,0 0 0,0 0 0,1 1 0,5 6 0,-1 0 0,0 0 0,8 18 0,-13-24 0,14 29 0,-1 0 0,9 35 0,-16-42 0,1 0 0,2-1 0,0 0 0,1 0 0,17 23 0,-22-38 0,0 2 0,1-1 0,13 14 0,-18-22 0,-1 1 0,1 0 0,0-1 0,0 1 0,0-1 0,0 0 0,0 1 0,0-1 0,0 0 0,0 0 0,0-1 0,1 1 0,-1 0 0,0-1 0,0 1 0,1-1 0,-1 0 0,1 0 0,2 0 0,-3-1 0,0 0 0,1 0 0,-1 0 0,0 0 0,0-1 0,0 1 0,0-1 0,0 1 0,0-1 0,0 0 0,-1 0 0,1 0 0,-1 0 0,1 0 0,-1 0 0,0 0 0,0 0 0,0 0 0,0-1 0,0 1 0,0-1 0,0-3 0,3-7 0,-1-1 0,2-20 0,-1-26 12,-4-70 1,-1 49-1403,1 73-5436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0,2 10 0,16 121 0,-16-103 0,0-1 0,2 0 0,2 0 0,0-1 0,1 1 0,12 26 0,7 7-1365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2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0 353 24575,'0'0'0,"0"0"0,0 0 0,0 0 0,0 0 0,0 0 0,29-3 0,415-22 0,-359 21 0,-54 4 0,0-2 0,0-1 0,-1-1 0,1-1 0,52-17 0,-69 17 0,-6 2 0,0 0 0,0 0 0,0-1 0,10-6 0,-18 9 0,1 1 0,-1-1 0,0 1 0,0-1 0,1 0 0,-1 1 0,0-1 0,0 0 0,0 1 0,0-1 0,0 0 0,0 1 0,0-1 0,0 0 0,0 1 0,0-1 0,0 0 0,0 1 0,0-1 0,-1 1 0,1-1 0,0 0 0,-1 0 0,-7-18 0,7 19 0,-8-17 20,-1 1 0,-1 0 0,-1 0 0,0 1 0,-28-26 0,18 21-391,-2 1-1,0 1 1,-30-16 0,38 25-6455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4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24575,'19'12'0,"70"78"0,-62-60 0,40 34 0,205 124 0,-222-156 0,277 165 0,-305-185 0,-17-9 0,1 1 0,-1 0 0,0 0 0,0 0 0,-1 0 0,1 1 0,-1-1 0,0 1 0,5 9 0,-17-21 0,6 6 0,1 1 0,0-1 0,0 0 0,0 1 0,0-1 0,0 0 0,0 0 0,0 0 0,0 1 0,0-1 0,1 0 0,-1 0 0,0-1 0,0 1 0,1 0 0,-1 0 0,0-2 0,1 0-61,0 0-1,0 1 0,0-1 1,0 0-1,1 0 0,-1 0 1,1 1-1,0-1 0,-1 0 1,1 1-1,2-4 1,-1 3-565,3-10-6200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4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24575,'7'32'0,"-1"-10"0,0 23 0,-1-1 0,-2 62 0,-3-95 0,0 0 0,2 0 0,-1 0 0,1 0 0,1 0 0,0-1 0,0 1 0,1-1 0,7 13 0,-11-23 0,0 1 0,0 0 0,1-1 0,-1 1 0,0 0 0,1-1 0,-1 1 0,1-1 0,-1 1 0,1-1 0,-1 1 0,1-1 0,-1 1 0,1-1 0,0 1 0,-1-1 0,1 0 0,-1 1 0,1-1 0,0 0 0,-1 0 0,1 1 0,0-1 0,0 0 0,-1 0 0,1 0 0,0 0 0,-1 0 0,1 0 0,0 0 0,0 0 0,-1 0 0,1 0 0,0-1 0,-1 1 0,1 0 0,0 0 0,-1-1 0,1 1 0,0 0 0,-1-1 0,1 1 0,0-1 0,-1 1 0,1 0 0,-1-1 0,1-1 0,2 0 0,0-1 0,-1 0 0,0 0 0,0 0 0,0 0 0,0 0 0,0 0 0,1-4 0,6-27 0,-1 0 0,-2-1 0,-1 0 0,0-50 0,2-4 0,-5 63 0,-1 9 0,1 0 0,0-1 0,1 2 0,1-1 0,1 0 0,7-16 0,-12 32 0,0 0 0,0 1 0,0-1 0,0 0 0,1 1 0,-1-1 0,0 1 0,1-1 0,-1 1 0,0-1 0,1 1 0,-1-1 0,1 1 0,-1-1 0,1 1 0,-1-1 0,1 1 0,-1 0 0,1-1 0,-1 1 0,1 0 0,0-1 0,-1 1 0,1 0 0,0 0 0,-1 0 0,1 0 0,-1-1 0,1 1 0,1 0 0,-1 1 0,0-1 0,0 1 0,0 0 0,0 0 0,0-1 0,0 1 0,0 0 0,-1 0 0,1 0 0,0 0 0,0 0 0,-1 0 0,1 0 0,0 2 0,17 42 0,-18-44 0,55 258 0,-51-230 0,-2-22 0,0 0 0,1 0 0,-1 0 0,1-1 0,0 1 0,1-1 0,-1 0 0,1 0 0,6 7 0,-7-18 0,0 0 0,0 1 0,0-1 0,3-10 0,4-15-341,-2-1 0,-1 0-1,5-60 1,-10 76-6485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5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24575,'0'0'0,"0"0"0,0 0 0,0 0 0,0 0 0,25 2 0,-23-2 0,14 1 0,1 1 0,0 1 0,-1 0 0,31 11 0,-44-13 0,0 0 0,0 0 0,0 1 0,0-1 0,0 1 0,0 0 0,-1 0 0,1 0 0,-1 0 0,1 0 0,-1 0 0,0 1 0,0-1 0,0 1 0,0 0 0,0 0 0,-1 0 0,1-1 0,-1 1 0,0 1 0,0-1 0,0 0 0,0 0 0,0 0 0,-1 0 0,0 1 0,1-1 0,-1 0 0,0 1 0,-1-1 0,1 0 0,-1 5 0,-2 1 0,1 0 0,-1 0 0,-1 0 0,0 0 0,0-1 0,0 1 0,-1-1 0,-1 0 0,-6 8 0,2-4 0,0-1 0,-1 0 0,0-1 0,-25 17 0,27-21 0,-1-1 0,-19 8 0,3-2 0,39-16 0,1 0 0,26-3 0,24-8 0,-55 13-97,0-1-1,0 0 1,0-1-1,0 0 1,-1 0-1,0-1 1,0 0-1,0 0 1,-1 0-1,0-1 1,0-1-1,-1 1 0,11-16 1,-6 4-6729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5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24575,'4'1'0,"1"0"0,-1 0 0,1 0 0,-1-1 0,0 1 0,1-1 0,7-1 0,2 1 0,144-1 0,-51-3 0,6 4 0,176-23 0,-281 21 0,0 1 0,1-1 0,-1-1 0,0 1 0,0-2 0,0 1 0,7-5 0,-14 8 0,-1 0 0,0 0 0,0-1 0,1 1 0,-1 0 0,0 0 0,0 0 0,1 0 0,-1-1 0,0 1 0,0 0 0,1 0 0,-1-1 0,0 1 0,0 0 0,0 0 0,0-1 0,1 1 0,-1 0 0,0-1 0,0 1 0,0 0 0,0-1 0,0 1 0,0 0 0,0 0 0,0-1 0,0 1 0,0 0 0,0-1 0,0 1 0,0 0 0,0-1 0,0 1 0,0 0 0,0-1 0,-1 1 0,1 0 0,0 0 0,0-1 0,0 1 0,0 0 0,-1 0 0,1-1 0,0 1 0,0 0 0,0 0 0,-1-1 0,1 1 0,0 0 0,0 0 0,-1 0 0,1 0 0,0 0 0,-1-1 0,1 1 0,-22-8 0,20 7 0,-149-37 119,56 16-1603,53 11-5342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0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6457 5585 24575,'12'-26'0,"3"-10"0,-2-2 0,-1 1 0,-2-1 0,7-52 0,5-158 0,0 0 0,-15 207 0,-2-1 0,-2 0 0,-2-57 0,-2 86 0,-1-1 0,0 1 0,-1 0 0,0 0 0,-1 0 0,0 1 0,-1-1 0,0 1 0,-1 0 0,0 1 0,-1-1 0,-1 1 0,0 0 0,0 1 0,-11-10 0,0 4 0,-1 0 0,0 1 0,-1 1 0,-1 1 0,0 1 0,-1 1 0,-1 1 0,-27-8 0,-14-1 0,-123-18 0,88 22 0,-271-38 0,283 47 0,-164 10 0,89 3 0,-9 1 0,1 7 0,1 8 0,-237 64 0,-41 20 0,-55 15 0,444-107 0,-377 115 0,350-99 0,0-4 0,-2-4 0,-1-3 0,0-5 0,-100 5 0,156-19 0,-1-1 0,1-2 0,0-1 0,0-2 0,0-1 0,-38-13 0,46 11 0,1-2 0,1-1 0,0 0 0,0-2 0,1 0 0,1-2 0,0 0 0,-30-30 0,20 13 0,3-1 0,0-1 0,-26-44 0,-57-119 0,-37-126 0,21-8 0,69 177 0,-163-541 0,59-125 0,138 663 0,-51-375 0,30-5 0,35 342 0,-2-205 0,8 347 0,4 50 0,0 0 0,-1 0 0,0 0 0,0 0 0,1 0 0,-2 0 0,1 0 0,0 0 0,0 1 0,-1-1 0,0 0 0,1 1 0,-1-1 0,-3-2 0,3 4 0,0 0 0,0 1 0,0-1 0,0 1 0,0-1 0,1 1 0,-1 0 0,0-1 0,0 1 0,0 0 0,0 0 0,0 1 0,0-1 0,0 0 0,0 1 0,0-1 0,0 1 0,0-1 0,0 1 0,1 0 0,-1 0 0,0 0 0,1 0 0,-3 1 0,-4 3 0,1 1 0,-1-1 0,-11 13 0,2 0 0,0 2 0,2 0 0,-24 40 0,-29 72 0,58-110 0,-31 72 0,4 2 0,-30 124 0,77-228 0,4-8 0,0-1 0,-1 0 0,-1 0 0,11-23 0,35-84 0,0 1 0,-45 100 0,1 0 0,0 0 0,2 2 0,0 0 0,1 0 0,22-18 0,-31 32 0,-1 1 0,1 0 0,1 0 0,-1 1 0,1 0 0,0 1 0,0 0 0,0 0 0,0 1 0,1 0 0,0 0 0,-1 1 0,1 0 0,0 1 0,0 1 0,0-1 0,0 1 0,0 1 0,13 2 0,-10 0 9,-1 0 1,1 1-1,-1 0 0,-1 1 0,1 1 1,-1 0-1,0 0 0,0 1 0,0 1 0,-1 0 1,0 0-1,10 12 0,3 6-380,0 1-1,-2 1 1,19 34 0,-8-7-6455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09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24575,'0'0'0,"0"0"0,0 0 0,2 9 0,10 59 0,-2 1 0,0 133 0,-9-150 0,8 432 0,-24-520 0,3-8 0,2 0 0,2-1 0,2 0 0,2 0 0,2-48 0,3 91 0,-1-1 0,0 0 0,1 1 0,-1-1 0,1 1 0,0-1 0,0 1 0,0 0 0,0-1 0,0 1 0,0 0 0,1 0 0,-1-1 0,1 1 0,0 0 0,-1 1 0,1-1 0,0 0 0,0 0 0,0 1 0,0-1 0,1 1 0,2-2 0,7-2 0,0-1 0,0 1 0,19-4 0,-4 0 0,108-43 0,138-44 0,-193 77-1365,-69 16-5461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10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24575,'0'2'0,"0"0"0,0 0 0,0 0 0,0 0 0,0 0 0,0 0 0,0 0 0,1 0 0,0 3 0,0-2 0,33 130 0,1 1 0,-9 132 86,-23 3-787,-3-202-49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1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24575,'0'0'0,"13"13"0,-9-2 0,0 0 0,-1 0 0,0 0 0,0 0 0,-1 1 0,-1-1 0,0 19 0,3 9 0,26 168 0,11 110 0,-20 16 0,-21-327-1365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10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24575,'5'-2'0,"0"-1"0,0 1 0,0 0 0,0 0 0,0 0 0,0 0 0,0 1 0,0 0 0,9-1 0,2 0 0,9-4 0,0 2 0,0 0 0,1 2 0,-1 1 0,1 1 0,-1 2 0,1 0 0,-1 1 0,0 2 0,32 9 0,-46-10 0,-1 1 0,1 0 0,-1 0 0,0 1 0,-1 1 0,1-1 0,11 12 0,-16-13 0,0 0 0,-1 0 0,1 1 0,-1 0 0,0-1 0,0 1 0,-1 1 0,0-1 0,0 0 0,0 1 0,-1-1 0,0 1 0,1 8 0,-1-1 0,-2-1 0,0 0 0,0 0 0,-1 0 0,0 0 0,-2 0 0,1 0 0,-1 0 0,-1 0 0,-1-1 0,1 1 0,-2-1 0,0-1 0,0 1 0,-1-1 0,-1 0 0,0 0 0,0-1 0,-1 0 0,-13 12 0,6-8 0,-1 0 0,0-1 0,-1-1 0,0-1 0,-1 0 0,-1-2 0,1 0 0,-1-1 0,-1-1 0,1 0 0,-39 5 0,54-11 0,-26 2 0,30-3 0,1 0 0,-1 0 0,1 0 0,-1 0 0,1 0 0,-1 0 0,0 0 0,1-1 0,-1 1 0,1 0 0,-1 0 0,1 0 0,-1 0 0,1-1 0,0 1 0,-1 0 0,1 0 0,-1-1 0,1 1 0,-1 0 0,1-1 0,0 1 0,-1-1 0,1 1 0,0 0 0,-1-1 0,1 1 0,0-1 0,0 1 0,-1-1 0,1 1 0,0-1 0,0 1 0,0-1 0,0 1 0,-1-1 0,1 1 0,0-1 0,0 1 0,0-1 0,0 0 0,0 1 0,1-1 0,-1 1 0,0-1 0,0 1 0,0-1 0,0 1 0,1-1 0,4-10-70,1 0 0,0 1 0,1 0 0,0 1 1,13-14-1,-11 11-876,10-10-5880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11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24575,'5'4'0,"0"0"0,-1 0 0,1 1 0,-1 0 0,0 0 0,0 0 0,0 1 0,-1-1 0,0 1 0,0 0 0,-1 0 0,1 0 0,2 11 0,1 8 0,6 52 0,-11-69 0,7 108 0,-13 217 0,-2-67 0,1-216 0,6-50 0,0 0 0,1 0 0,-1 0 0,0 0 0,0 0 0,0 0 0,0 1 0,0-1 0,0 0 0,0 0 0,0 0 0,0 0 0,0 0 0,0 0 0,0 0 0,0 0 0,0 0 0,0 0 0,0 0 0,0 0 0,0 1 0,0-1 0,0 0 0,0 0 0,-1 0 0,1 0 0,0 0 0,0 0 0,0 0 0,0 0 0,0 0 0,0 0 0,0 0 0,0 0 0,0 0 0,0 0 0,0 0 0,0 0 0,0 0 0,0 0 0,0 0 0,0 0 0,-1 1 0,1-1 0,0 0 0,0 0 0,0 0 0,0 0 0,0 0 0,0 0 0,0 0 0,0 0 0,0 0 0,0 0 0,0-1 0,0 1 0,0 0 0,-1 0 0,1 0 0,0 0 0,0 0 0,0 0 0,0 0 0,0 0 0,0 0 0,0 0 0,-4-7 0,-3-15 0,-3-23 0,3-1 0,-3-89 0,17-95 0,-1 168 0,2 0 0,3 1 0,2 0 0,30-81 0,-34 118 0,41-110 0,-38 107 0,1 1 0,30-45 0,-39 65 0,0 0 0,1 1 0,0-1 0,0 1 0,0 1 0,1-1 0,-1 1 0,1-1 0,0 2 0,1-1 0,-1 1 0,0 0 0,1 0 0,0 1 0,10-3 0,-11 4 0,1 0 0,-1 0 0,1 1 0,-1 0 0,1 1 0,-1-1 0,1 1 0,-1 1 0,0-1 0,0 1 0,1 0 0,-1 0 0,0 1 0,-1-1 0,1 2 0,0-1 0,7 6 0,-6-2 0,1-1 0,-1 2 0,-1-1 0,1 1 0,-1 0 0,-1 0 0,1 1 0,-2-1 0,1 1 0,-1 0 0,0 1 0,-1-1 0,3 13 0,0 7 0,0 0 0,-2 0 0,0 37 0,-4-46 0,0 0 0,-1 0 0,-1 0 0,-1 0 0,-1 0 0,0-1 0,-2 0 0,0 1 0,-1-2 0,-1 1 0,-1-1 0,0 0 0,-2-1 0,0 0 0,0-1 0,-2 0 0,0-1 0,-1 0 0,0-1 0,-1-1 0,-1 0 0,-24 15 0,34-25 0,0 0 0,0-1 0,-1 1 0,1-1 0,-1-1 0,1 1 0,-1-1 0,0-1 0,1 1 0,-1-1 0,0 0 0,0-1 0,-11-1 0,17 2 0,-1-1 0,1 1 0,0 0 0,0 0 0,0-1 0,0 1 0,0-1 0,0 1 0,0-1 0,0 1 0,0-1 0,0 0 0,0 1 0,0-1 0,0 0 0,-1-1 0,2 2 0,0-1 0,0 1 0,0-1 0,0 1 0,1 0 0,-1-1 0,0 1 0,0-1 0,0 1 0,0 0 0,0-1 0,1 1 0,-1 0 0,0-1 0,0 1 0,1 0 0,-1 0 0,0-1 0,0 1 0,1 0 0,-1 0 0,0-1 0,1 1 0,-1 0 0,0 0 0,1 0 0,-1 0 0,1-1 0,-1 1 0,1 0 0,3-1 0,0-1 0,0 1 0,0 0 0,0 0 0,0 1 0,0-1 0,8 1 0,6 2 0,0 2 0,-1 0 0,0 1 0,31 12 0,61 38 0,-65-28 0,-1 1 0,47 41 0,67 77 0,-156-146 0,-1 0 0,0 0 0,0 1 0,0-1 0,0 0 0,0 1 0,0-1 0,0 0 0,0 0 0,0 1 0,0-1 0,0 0 0,-1 0 0,1 1 0,0-1 0,0 0 0,0 1 0,0-1 0,0 0 0,0 0 0,-1 0 0,1 1 0,0-1 0,0 0 0,0 0 0,-1 0 0,1 1 0,0-1 0,0 0 0,-1 0 0,1 0 0,0 0 0,0 0 0,-1 1 0,1-1 0,0 0 0,0 0 0,-1 0 0,1 0 0,0 0 0,-1 0 0,1 0 0,-1 0 0,0 0 0,1 1 0,-1-1 0,0 0 0,1 0 0,-1 0 0,0 0 0,0 0 0,1 0 0,-1 0 0,0 0 0,1 0 0,-1 0 0,0 0 0,0 0 0,1 0 0,-1-1 0,0 1 0,1 0 0,-1-1 0,0 1 0,0-1 0,-3-5-72,-1 0-1,1 0 1,1-1-1,0 0 1,-1 1-1,2-1 1,-1-1 0,-2-12-1,3 12-640,-2-6-6113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12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470 209 24575,'2'-1'0,"-1"1"0,1-1 0,0 0 0,0 0 0,-1 0 0,1-1 0,-1 1 0,1 0 0,-1-1 0,0 1 0,1-1 0,-1 1 0,0-1 0,0 1 0,2-4 0,-1 1 0,-1-1 0,1 1 0,-1-1 0,0 0 0,0 1 0,0-1 0,0 0 0,-1 1 0,0-1 0,0 0 0,0 1 0,-1-1 0,0 0 0,1 1 0,-2-1 0,1 0 0,0 1 0,-1-1 0,0 1 0,0 0 0,0 0 0,-1 0 0,1 0 0,-1 0 0,0 0 0,0 1 0,-1-1 0,1 1 0,-1 0 0,1 0 0,-8-5 0,1 2 0,0 0 0,0 1 0,-1 0 0,1 0 0,-1 1 0,0 1 0,0 0 0,0 0 0,-1 1 0,1 1 0,0 0 0,-14 0 0,16 1 0,0 1 0,0 1 0,0-1 0,0 1 0,1 1 0,-1 0 0,1 0 0,0 0 0,0 1 0,0 0 0,-10 7 0,8-3 0,0 0 0,1 1 0,0 0 0,0 0 0,1 1 0,0 0 0,-7 13 0,0 4 0,1 1 0,2 0 0,1 1 0,1 1 0,-10 48 0,11-35 0,2 1 0,2-1 0,2 1 0,2 0 0,6 58 0,-2-74 0,1-1 0,1 0 0,2-1 0,1 1 0,1-1 0,1-1 0,1 0 0,1 0 0,26 38 0,-33-56 0,0 0 0,0 0 0,0-1 0,1 0 0,0 0 0,1 0 0,-1-1 0,1 0 0,0 0 0,0-1 0,1 1 0,-1-2 0,1 1 0,0-1 0,0 0 0,0-1 0,0 0 0,1 0 0,-1 0 0,0-1 0,1-1 0,-1 0 0,1 0 0,-1 0 0,1-1 0,-1 0 0,1-1 0,11-3 0,11-7 0,0 0 0,0-2 0,-1-2 0,-1-1 0,0-1 0,-2-1 0,30-26 0,-10 9-1365,-34 28-5461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09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4157 1 24575,'0'0'0,"0"0"0,0 0 0,0 0 0,0 0 0,-34-1 0,0 2 0,0 2 0,-1 1 0,-59 16 0,6 10 0,-98 49 0,-23 8 0,55-39 0,-253 43 0,34 1 0,8 27 0,-227 35 0,422-118 0,-294 51 0,307-63 0,-98 12 0,188-30 0,-121-4 0,162-6 0,-1 0 0,1-1 0,1-2 0,-28-11 0,42 14 0,11 3 0,-1 1 0,0 0 0,0-1 0,0 1 0,0 0 0,0-1 0,0 1 0,0 0 0,0 0 0,0 0 0,0 0 0,0 0 0,0 0 0,0 0 0,0 0 0,0 0 0,0 1 0,0-1 0,0 0 0,0 1 0,0-1 0,0 1 0,0-1 0,0 1 0,0-1 0,0 1 0,1-1 0,-2 2 0,-35 17-1365,19-11-5461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11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676 122 24575,'-2'-2'0,"1"0"0,0-1 0,0 1 0,0-1 0,0 0 0,1 1 0,-1-1 0,1 0 0,0 1 0,-1-1 0,2-5 0,-4-12 0,2 16 0,0 1 0,0 0 0,-1-1 0,1 1 0,-1 0 0,0 0 0,0 0 0,0 0 0,0 0 0,-1 0 0,1 1 0,-1-1 0,0 1 0,1 0 0,-1 0 0,-5-3 0,3 2 0,-1 1 0,0 0 0,1 0 0,-1 0 0,0 1 0,0 0 0,0 0 0,0 1 0,-7-1 0,-5 2 0,0 1 0,0 0 0,0 2 0,1 0 0,-28 9 0,11 0 0,0 1 0,1 2 0,1 1 0,-51 35 0,66-39 0,-1 1 0,2 0 0,0 2 0,1 0 0,0 0 0,2 2 0,0-1 0,1 2 0,-12 23 0,15-24 0,1 1 0,1-1 0,1 1 0,0 0 0,1 1 0,2-1 0,-3 31 0,6-38 0,0 1 0,1-1 0,0 0 0,1 1 0,1-1 0,0 0 0,0 0 0,1 0 0,1 0 0,0-1 0,0 0 0,1 0 0,8 11 0,-1-5 0,1 0 0,1-1 0,0 0 0,2-1 0,-1-1 0,2 0 0,34 20 0,-30-22 0,0-1 0,0-1 0,1-1 0,1 0 0,-1-2 0,42 7 0,-52-12 0,1-1 0,-1-1 0,0 0 0,1 0 0,-1-1 0,0-1 0,0 0 0,17-6 0,-25 7 0,0-1 0,0 0 0,0 0 0,-1 0 0,1-1 0,-1 1 0,1-1 0,-1 0 0,0-1 0,0 1 0,0-1 0,-1 0 0,1 0 0,-1 0 0,0 0 0,0 0 0,0-1 0,-1 1 0,1-1 0,-1 0 0,0 0 0,-1 0 0,2-6 0,-2 7 0,-1-1 0,0 1 0,-1 0 0,1 0 0,-1 0 0,0 0 0,0 0 0,0 0 0,0 0 0,-1 0 0,1 0 0,-1 0 0,0 0 0,0 1 0,-1-1 0,1 1 0,-1 0 0,1-1 0,-1 1 0,-4-2 0,-5-7 0,-2 0 0,1 2 0,-21-13 0,24 16 0,0 0 0,-1 1 0,-1 0 0,1 1 0,-1 0 0,1 1 0,-1 0 0,0 1 0,-1 0 0,-20-1 0,32 4 0,0 0 0,0 0 0,0 0 0,0 0 0,0 0 0,0 0 0,0 0 0,0 0 0,0 1 0,0-1 0,0 0 0,0 1 0,0-1 0,0 1 0,0-1 0,1 1 0,-1-1 0,0 1 0,0 0 0,0-1 0,1 1 0,-1 0 0,0 0 0,1-1 0,-1 1 0,1 0 0,-1 0 0,1 0 0,-1 0 0,1 0 0,-1 0 0,1 0 0,0 0 0,0 0 0,-1 0 0,1 0 0,0 0 0,0 0 0,0 0 0,0 0 0,0 0 0,1 0 0,-1 0 0,0 0 0,0 0 0,1 0 0,-1 0 0,0 0 0,1 0 0,-1 0 0,1 0 0,0 1 0,5 3 0,1-1 0,-1 1 0,1-1 0,-1 0 0,1 0 0,0-1 0,1 0 0,-1 0 0,1-1 0,-1 0 0,13 2 0,11 0 0,46 1 0,-70-5 0,67-2 0,-55 0 0,0 1 0,0 1 0,37 5 0,-54-5 0,1 0 0,0 1 0,0 0 0,0 0 0,-1 0 0,1 0 0,0 0 0,-1 1 0,1-1 0,-1 1 0,0-1 0,1 1 0,-1 0 0,0 0 0,0 0 0,0 0 0,0 0 0,3 5 0,-4-3 0,1-1 0,-1 1 0,0 0 0,0 0 0,0 0 0,0-1 0,-1 1 0,0 0 0,0 0 0,0 0 0,0 0 0,0 0 0,-2 6 0,-13 62 0,7-42 0,2 0 0,-3 51 0,9-77 0,0 0 0,0 1 0,0-1 0,1 0 0,0 0 0,0 1 0,0-1 0,0 0 0,1 0 0,0 0 0,-1 0 0,4 4 0,-4-7 0,-1-1 0,1 1 0,0 0 0,-1-1 0,1 1 0,0 0 0,-1-1 0,1 1 0,0-1 0,-1 1 0,1-1 0,0 0 0,0 1 0,0-1 0,0 0 0,-1 1 0,1-1 0,0 0 0,0 0 0,0 0 0,0 0 0,0 0 0,1 0 0,0-1 0,0 1 0,0-1 0,0 0 0,-1 0 0,1 0 0,0 0 0,-1-1 0,1 1 0,0 0 0,-1-1 0,1 1 0,-1-1 0,0 1 0,2-4 0,3-3 0,-1 0 0,-1-1 0,1 1 0,-2-1 0,1 0 0,2-10 0,11-61 0,-11 50 0,48-202 0,-38 177 0,3 0 0,28-58 0,-33 87 0,-8 18 0,-6 15 0,-31 104 0,4 1 0,-15 142 0,36-181 0,2 1 0,3 0 0,13 104 0,-12-191 0,-1 0 0,4-24 0,-1-2 0,-6-552 0,-1 147 0,5 443 0,0 0 0,-1 0 0,1 0 0,0 0 0,0 0 0,0 0 0,0 0 0,0 0 0,1 0 0,-1 0 0,0 0 0,0 0 0,0 1 0,1-1 0,-1 0 0,1 0 0,-1 0 0,1 0 0,-1 0 0,1 1 0,-1-1 0,1 0 0,-1 1 0,1-1 0,0 0 0,0 1 0,-1-1 0,1 1 0,0-1 0,0 1 0,0-1 0,0 1 0,-1-1 0,1 1 0,0 0 0,0 0 0,0-1 0,0 1 0,0 0 0,0 0 0,1 0 0,3 1 0,1 0 0,-1 0 0,0 1 0,0-1 0,0 1 0,6 3 0,3 1 0,53 19 0,133 52 0,-165-61 0,0 2 0,-1 1 0,45 34 0,-71-47 0,0 1 0,-1 0 0,0 0 0,0 0 0,11 16 0,-16-21 0,-1 0 0,0 1 0,1-1 0,-1 0 0,0 0 0,0 1 0,-1-1 0,1 1 0,0-1 0,-1 1 0,1-1 0,-1 1 0,0-1 0,0 1 0,0-1 0,0 1 0,-1-1 0,1 1 0,0-1 0,-1 1 0,0-1 0,0 0 0,0 1 0,0-1 0,0 0 0,0 1 0,0-1 0,-1 0 0,-1 2 0,-4 4 0,-1 0 0,-1-1 0,1 0 0,-1 0 0,0-1 0,-1 0 0,1-1 0,-17 7 0,-91 28 0,56-21 0,52-16-105,-1-1-35,0 2 0,0-1 0,0 1 0,0 1 0,1 0 0,0 0 0,0 1 0,-9 8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12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24575,'0'0'0,"0"0"0,-4 16 0,-37 118 0,6 0 0,-22 171 0,40-107 0,-17 106 0,34-303-4,0 1 1,0-1-1,-1 0 0,1 0 0,0 0 0,0 0 0,-1 0 0,1 0 0,-1 0 0,1 0 1,-1 0-1,1 0 0,-1 0 0,0 0 0,1 0 0,-1 0 0,0-1 0,0 1 1,0 0-1,1 0 0,-1-1 0,-1 2 0,1-2 13,0 0 0,0 0 1,0 0-1,0 0 0,0 0 0,0-1 0,0 1 0,0 0 1,0 0-1,0-1 0,0 1 0,0 0 0,0-1 1,1 1-1,-1-1 0,0 1 0,0-1 0,0 0 1,-1 0-1,-5-7-238,0 1 1,1-1 0,-11-15-1,13 18-317,-15-24-6280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12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 24575,'-47'59'0,"2"2"0,3 2 0,3 2 0,2 1 0,-27 73 0,57-118 0,0 1 0,1 0 0,-5 42 0,9-50 0,1-1 0,1 1 0,0-1 0,1 1 0,1-1 0,0 1 0,6 22 0,-6-33 0,0 1 0,0 0 0,1-1 0,-1 1 0,1-1 0,-1 0 0,1 0 0,0 0 0,0 0 0,5 2 0,34 23 0,-37-26 0,0 0 0,1 0 0,-1-1 0,0 1 0,1-1 0,-1-1 0,1 1 0,-1-1 0,1 1 0,0-2 0,-1 1 0,6-1 0,11-3 0,37-12 0,-13 3 0,-32 10 0,0 1 0,0 1 0,0 0 0,0 1 0,18 3 0,71 14 0,-47-7 0,-56-10-27,0 0 1,1 0-1,-1 0 0,1 0 0,-1 0 1,0 0-1,1 0 0,-1 0 0,1 0 1,-1 0-1,0 0 0,1 0 0,-1 0 0,0 0 1,1-1-1,-1 1 0,0 0 0,1 0 1,-1 0-1,0-1 0,1 1 0,-1 0 1,0 0-1,0-1 0,1 1 0,-1 0 0,0-1 1,0 1-1,1 0 0,-1-1 0,0 1 1,0 0-1,0-1 0,0 1 0,0 0 1,0-1-1,0 1 0,0-1 0,1 1 0,-1 0 1,0-1-1,0 1 0,-1-1 0,1 1 1,0 0-1,0-1 0,0 1 0,0 0 0,0-1 1,0 0-1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39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24575,'1'12'0,"2"22"0,38 269 0,-32-261 0,2 0 0,17 41 0,-26-80 0,0 1 0,0-1 0,0 0 0,1 0 0,-1 0 0,1-1 0,0 1 0,4 3 0,8-18 0,-10 4 0,-1-1 0,0 1 0,-1-1 0,0 0 0,0 0 0,-1 0 0,0 0 0,1-13 0,1 0 0,17-115 0,4-200 0,-24 320 0,1-1 0,4-20 0,-3 35 0,1 9 0,1 10 0,10 40 0,-4 1 0,8 100 0,-13-91 0,26 115 0,-31-177 0,1 8 0,2 1 0,0-1 0,1 0 0,11 22 0,-16-33 0,1-1 0,-1 1 0,0-1 0,1 1 0,-1-1 0,1 1 0,-1-1 0,1 1 0,-1-1 0,1 0 0,0 1 0,-1-1 0,1 0 0,-1 1 0,1-1 0,0 0 0,-1 0 0,1 1 0,0-1 0,-1 0 0,1 0 0,0 0 0,-1 0 0,1 0 0,0 0 0,-1 0 0,1 0 0,0 0 0,-1-1 0,1 1 0,0 0 0,-1 0 0,1 0 0,0-1 0,-1 1 0,1 0 0,-1-1 0,1 1 0,-1-1 0,1 1 0,-1-1 0,1 1 0,0-1 0,2-2 0,0 0 0,0-1 0,-1 1 0,1 0 0,-1-1 0,2-4 0,2-6 0,0 0 0,-1-1 0,-1 0 0,0 0 0,3-25 0,1-80 0,-7 95 0,0-13 0,2-24 0,-7-77 0,0 115-1365,3 18-5461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0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24575,'29'3'0,"-2"1"0,41 13 0,-59-14 0,0-1 0,0 2 0,-1-1 0,0 2 0,0-1 0,0 1 0,0 0 0,12 10 0,-18-12 0,0 0 0,0-1 0,0 1 0,0 0 0,0 0 0,0 0 0,-1 0 0,0 0 0,1 1 0,-1-1 0,0 0 0,-1 1 0,1-1 0,-1 1 0,1-1 0,-1 1 0,0-1 0,0 1 0,0-1 0,-1 0 0,1 1 0,-1-1 0,-2 6 0,1-3 0,0 0 0,-1 0 0,0 0 0,0-1 0,0 1 0,-1-1 0,0 1 0,0-1 0,-1 0 0,1-1 0,-8 7 0,-8 2 0,16-11 0,0 0 0,0 1 0,0-1 0,1 1 0,-5 4 0,8-6 0,0-1 0,-1 1 0,1-1 0,0 1 0,0-1 0,0 1 0,0-1 0,0 0 0,0 1 0,0-1 0,0 1 0,0-1 0,0 1 0,0-1 0,0 1 0,0-1 0,1 1 0,-1-1 0,0 1 0,0-1 0,0 0 0,1 1 0,-1-1 0,0 1 0,0-1 0,1 0 0,-1 1 0,0-1 0,1 0 0,-1 1 0,1-1 0,-1 0 0,0 1 0,1-1 0,-1 0 0,1 0 0,0 1 0,21 10 0,-18-9 0,12 5 0,-2 0 0,0-1 0,0 1 0,-1 1 0,0 1 0,15 11 0,-26-18 0,0 0 0,0 0 0,0 0 0,0 1 0,0-1 0,0 0 0,-1 1 0,1-1 0,-1 1 0,1 0 0,-1-1 0,0 1 0,0 0 0,0 0 0,-1 0 0,1 0 0,-1 0 0,1 0 0,-1 0 0,0 0 0,0 0 0,-1-1 0,1 1 0,0 0 0,-1 0 0,0 0 0,0 0 0,0 0 0,0 0 0,0-1 0,0 1 0,-1 0 0,1-1 0,-3 3 0,-2 3 0,0-1 0,0-1 0,-1 1 0,0-1 0,0 0 0,-1-1 0,1 0 0,-1 0 0,0 0 0,-1-1 0,1-1 0,-15 5 0,2-1 0,-1-1 0,-1-1 0,1-1 0,-23 1 0,34-5-151,0-1-1,0 0 0,0 0 0,0-1 1,0 0-1,1-1 0,-1 0 1,-17-9-1,-3-2-6674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0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 24575,'1'2'0,"1"0"0,0 0 0,0 0 0,0-1 0,0 1 0,0-1 0,0 1 0,1-1 0,-1 0 0,0 0 0,1 0 0,-1 0 0,1 0 0,-1 0 0,1-1 0,2 1 0,47 2 0,-35-3 0,369 17 0,-306-17 0,0-4 0,127-21 0,-201 24 0,0 0 0,0-1 0,0 0 0,0 0 0,0-1 0,0 1 0,-1-1 0,1-1 0,6-4 0,-12 8 0,0-1 0,0 1 0,1 0 0,-1-1 0,0 1 0,0-1 0,0 1 0,1-1 0,-1 1 0,0-1 0,0 1 0,0-1 0,0 1 0,0-1 0,0 1 0,0-1 0,0 1 0,0 0 0,0-1 0,-1 1 0,1-1 0,0 1 0,0-1 0,0 1 0,0-1 0,-1 1 0,1 0 0,0-1 0,-1 0 0,-10-10 0,9 9 0,-21-16 0,-1 1 0,-42-22 0,35 22 0,-31-23 0,4-8-1365,40 32-5461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24575,'38'2'0,"71"14"0,-97-14 0,0 1-124,1-1 0,0 2 0,-1 0 0,1 0 0,-1 1 0,0 1-1,-1 0 1,1 0 0,-1 1 0,17 15 0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2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24575,'0'0'0,"0"0"0,24 8 0,2-5 0,-1-1 0,1-1 0,0-1 0,49-6 0,-36 3 0,-32 2 0,1 0 0,0 0 0,-1 0 0,1-1 0,-1 0 0,1-1 0,-1 1 0,0-2 0,12-6 0,-15 7 0,-1 1 0,1-1 0,-1 0 0,0 0 0,0 0 0,0-1 0,-1 1 0,1-1 0,-1 1 0,0-1 0,0 0 0,0 0 0,0 0 0,-1 0 0,0 0 0,0 0 0,0-1 0,1-5 0,-1-26-1365,-2 4-5461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0,0 9 0,0 2 0,0 9 0,2 1 0,0 9 0,1-1 0,2 5 0,1-3 0,2 1 0,0-6 0,-1-7-8191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35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24575,'-3'23'0,"1"23"0,4 68 0,2-25 0,-5-37 0,0-25 0,0 0 0,2 0 0,2 0 0,0-1 0,7 29 0,-10-55 0,1 0 0,-1 1 0,0-1 0,0 1 0,0-1 0,0 0 0,0 1 0,0-1 0,1 0 0,-1 1 0,0-1 0,0 0 0,1 1 0,-1-1 0,0 0 0,0 0 0,1 1 0,-1-1 0,0 0 0,1 0 0,-1 1 0,0-1 0,1 0 0,-1 0 0,0 0 0,1 0 0,-1 0 0,1 1 0,-1-1 0,0 0 0,1 0 0,-1 0 0,1 0 0,-1 0 0,1 0 0,14-9 0,11-20 0,-14 7 0,0-1 0,-2 0 0,-1-1 0,-1 0 0,-1-1 0,5-33 0,-5 25 0,1 1 0,24-61 0,-32 92 0,0 1 0,0 0 0,0 0 0,0 0 0,0 0 0,0 0 0,0 0 0,0 0 0,1-1 0,-1 1 0,0 0 0,0 0 0,0 0 0,0 0 0,0 0 0,0 0 0,0 0 0,1 0 0,-1 0 0,0 0 0,0 0 0,0 0 0,0 0 0,0 0 0,1 0 0,-1 0 0,0 0 0,0 0 0,0 0 0,0 0 0,0 0 0,1 0 0,-1 0 0,0 0 0,0 0 0,0 0 0,0 0 0,0 0 0,0 0 0,1 0 0,-1 0 0,0 1 0,0-1 0,0 0 0,0 0 0,0 0 0,0 0 0,0 0 0,0 0 0,0 0 0,0 1 0,1-1 0,-1 0 0,0 0 0,8 13 0,4 17 0,-3 9 0,6 74 0,-13-83 0,2 1 0,1-1 0,1 0 0,19 54 0,-20-74 0,1 0 0,0-1 0,0 0 0,1 0 0,0 0 0,10 9 0,-8-9 0,-8-8 0,0 1 0,1-1 0,-1 0 0,0 0 0,1 0 0,-1 0 0,1 0 0,-1 0 0,1 0 0,-1 0 0,1-1 0,-1 1 0,1-1 0,0 1 0,0-1 0,-1 1 0,1-1 0,0 0 0,0 0 0,2 0 0,-1-1 0,-1 1 0,1-1 0,0 0 0,-1 0 0,1 0 0,-1 0 0,1 0 0,-1-1 0,0 1 0,0-1 0,4-3 0,2-3 0,-1 0 0,1-1 0,-2 0 0,1 0 0,4-11 0,1-5 0,-2 0 0,-1 0 0,-1-1 0,-2-1 0,0 1 0,2-34 0,-6 47 24,0 1 0,-2-1 0,1 0 0,-3-22 0,1 30-130,0 0 0,-1-1 0,1 1 0,-1 0 0,0 0 0,0 0-1,-1 0 1,0 0 0,0 0 0,0 1 0,0-1 0,0 1 0,-7-6 0,3 4-6720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3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24575,'0'0'0,"0"0"0,0 0 0,0 0 0,19 13 0,2-1 0,0-2 0,1-1 0,0 0 0,1-2 0,0 0 0,0-2 0,44 6 0,174-5 0,-93-5 0,28 3 0,-175-5 0,-1 1 0,0-1 0,1 1 0,-1 0 0,0-1 0,0 1 0,1-1 0,-1 1 0,0-1 0,0 1 0,0-1 0,0 1 0,0-1 0,0 1 0,1-1 0,-1 1 0,0-1 0,0 1 0,0-1 0,-1 1 0,1-1 0,0 1 0,0-1 0,0 1 0,0-1 0,0 1 0,-1-1 0,1 1 0,0-1 0,-1 0 0,-5-16 0,-6-6-19,-1 1 0,-1 1 0,-1 0 0,0 0 0,-35-32 0,8 7-1232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36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24575,'0'21'0,"0"-15"0,1 38 0,-3 1 0,-1-1 0,-13 67 0,13-98-273,0 0 0,1 0 0,0 0 0,1 16 0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24575,'0'0'0,"0"0"0,0 0 0,16-2 0,80-4 0,-61 5 0,1-1 0,51-10 0,-82 10-80,0 1 0,-1-1-1,1 1 1,0 1 0,0-1-1,-1 1 1,1 0 0,0 0-1,0 0 1,0 0 0,0 1 0,-1 0-1,1 0 1,0 0 0,-1 1-1,6 2 1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1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24575,'17'-1'0,"-1"0"0,20-5 0,11-2 0,1 3-682,52 1-1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3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24575,'0'0'0,"0"0"0,0 0 0,-5 17 0,-19 85-455,5 1 0,-10 149 0,26-217-6371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37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24575,'14'28'0,"-4"-5"0,-2 0 0,-1 1 0,0 0 0,4 39 0,3 102 0,-10-99 0,8 56 0,-11-196 0,15-114 0,-16 187 0,0-1 0,0 1 0,1-1 0,-1 0 0,0 1 0,1-1 0,-1 1 0,1-1 0,0 1 0,-1-1 0,1 1 0,0 0 0,0-1 0,0 1 0,0 0 0,0-1 0,2 0 0,-2 1 0,0 1 0,-1 0 0,1-1 0,0 1 0,0 0 0,0 0 0,0 0 0,-1 0 0,1 0 0,0 0 0,0 0 0,0 0 0,0 0 0,0 0 0,-1 1 0,1-1 0,0 0 0,0 0 0,0 1 0,-1-1 0,1 1 0,0-1 0,0 1 0,4 2 0,-1 1 0,0 0 0,0-1 0,0 1 0,-1 1 0,1-1 0,-1 0 0,3 7 0,13 27 0,-3 1 0,-1 1 0,15 63 0,-1-7 0,-28-91 0,1 0 0,0 0 0,1 0 0,-1-1 0,1 1 0,0-1 0,6 7 0,-8-10 0,0 0 0,-1 0 0,1 0 0,0-1 0,0 1 0,0 0 0,0-1 0,0 1 0,-1-1 0,1 1 0,0-1 0,0 1 0,0-1 0,1 1 0,-1-1 0,0 0 0,0 0 0,0 0 0,0 0 0,0 0 0,0 0 0,0 0 0,0 0 0,0 0 0,0 0 0,1 0 0,-1-1 0,0 1 0,0 0 0,0-1 0,0 1 0,0-1 0,0 1 0,-1-1 0,1 0 0,0 1 0,0-1 0,0 0 0,0 0 0,-1 1 0,1-1 0,0 0 0,-1 0 0,1 0 0,0-1 0,3-4 0,0 0 0,-1 0 0,0-1 0,0 1 0,-1-1 0,0 0 0,0 0 0,1-7 0,6-61 0,-8 53 0,0-160 116,-3 68-1597,2 107-5345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3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24575,'30'8'0,"-15"-6"0,-1 2 0,0 0 0,0 0 0,-1 1 0,14 8 0,-24-12 0,0 1 0,0 0 0,0 0 0,0 0 0,0 0 0,-1 1 0,1-1 0,-1 1 0,0 0 0,1 0 0,-1-1 0,0 1 0,-1 1 0,1-1 0,-1 0 0,1 0 0,-1 1 0,0-1 0,0 0 0,0 1 0,-1-1 0,1 1 0,-1-1 0,0 1 0,0 0 0,0 4 0,-1-3 0,-1 1 0,1 0 0,-1-1 0,0 0 0,0 1 0,-1-1 0,1 0 0,-1 0 0,0 0 0,-1-1 0,1 1 0,-1-1 0,-4 5 0,-18 23 0,44-26 0,-10-5-49,0 0 1,0-1-1,0 1 0,0-2 0,0 1 1,0-1-1,0 0 0,-1-1 0,1 0 1,0 0-1,-1 0 0,1-1 0,-1-1 1,0 1-1,0-1 0,0 0 0,0 0 1,-1-1-1,1 0 0,-1 0 0,-1-1 1,1 0-1,-1 0 0,0 0 0,0 0 0,-1-1 1,5-9-1,0-1-6777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3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1 260 24575,'0'0'0,"0"0"0,0 0 0,0 0 0,0 0 0,19 2 0,341 52 0,-312-50 0,0-1 0,0-2 0,0-3 0,58-9 0,-105 12 0,0-1 0,1 0 0,-1-1 0,0 1 0,0 0 0,0 0 0,0 0 0,0-1 0,0 1 0,0-1 0,1 1 0,-1 0 0,0-1 0,0 0 0,-1 1 0,1-1 0,0 0 0,0 1 0,0-1 0,0 0 0,0 0 0,-1 0 0,1 0 0,0 0 0,-1 0 0,1 0 0,-1 0 0,1 0 0,-1 0 0,0 0 0,1 0 0,-1 0 0,0 0 0,0 0 0,0-1 0,1 1 0,-1 0 0,0 0 0,-1 0 0,1 0 0,0 0 0,0 0 0,0-1 0,-1 0 0,-2-7 0,0 1 0,-1 0 0,0 0 0,-10-14 0,5 6 0,-11-19-341,2-2 0,2 0-1,-14-48 1,27 75-6485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1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24575,'0'0'0,"0"0"0,13 2 0,70 10-51,20 4 199,-90-13-392,0 1 1,0 0-1,0 0 0,-1 2 1,20 10-1,-23-10-6582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2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24575,'0'0'0,"0"0"0,0 0 0,0 0 0,11 5 0,4 0 0,0-2 0,1 0 0,-1-1 0,0 0 0,1-1 0,23-2 0,92-14 0,-123 14 0,42-8-1365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24575,'0'0'0,"0"0"0,0 0 0,0 0 0,-4 6 0,0 1 0,-2 9 0,-1 2 0,4 8 0,1 12 0,5 11 0,1-4 0,3 2 0,1-7 0,-1 1 0,-1-6 0,-1-10-8191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5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24575,'18'46'0,"-2"-1"0,-1 2 0,-3 0 0,-2 0 0,8 91 0,-14 33 0,-4-170 0,0 0 0,0-1 0,0 1 0,0 0 0,0 0 0,0-1 0,0 1 0,0 0 0,1 0 0,-1 0 0,0-1 0,0 1 0,1 0 0,-1-1 0,0 1 0,1 0 0,-1-1 0,0 1 0,1 0 0,-1-1 0,1 1 0,-1-1 0,2 2 0,-1-2 0,-1 0 0,1-1 0,0 1 0,0 0 0,-1-1 0,1 1 0,-1 0 0,1-1 0,0 1 0,-1-1 0,1 1 0,-1-1 0,1 1 0,-1-1 0,1 1 0,-1-1 0,0 1 0,1-1 0,0-1 0,19-39 0,1-27 0,22-138 0,-26 118 0,-10 44 0,-3 20 0,9-31 0,-13 54 0,0 0 0,0 1 0,0-1 0,0 0 0,0 0 0,0 1 0,0-1 0,1 0 0,-1 0 0,0 1 0,1-1 0,-1 0 0,0 1 0,1-1 0,-1 1 0,1-1 0,-1 0 0,1 1 0,-1-1 0,1 1 0,-1-1 0,1 1 0,0-1 0,-1 1 0,1 0 0,0-1 0,0 1 0,0 0 0,0 1 0,0 0 0,0-1 0,-1 1 0,1 0 0,0-1 0,-1 1 0,1 0 0,0 0 0,-1 0 0,1 0 0,-1 0 0,0-1 0,1 1 0,-1 0 0,1 2 0,10 46 0,-1 55 0,2 21 0,-9-110 0,0-1 0,1 1 0,1-1 0,0 0 0,1 0 0,8 15 0,-13-26 0,1 0 0,0-1 0,0 1 0,0 0 0,0-1 0,0 0 0,0 1 0,0-1 0,1 0 0,-1 0 0,1 0 0,0-1 0,0 1 0,-1-1 0,1 1 0,0-1 0,6 2 0,-7-3 0,1 0 0,-1 0 0,1 0 0,-1 0 0,1-1 0,-1 1 0,1 0 0,-1-1 0,1 0 0,-1 0 0,1 0 0,-1 0 0,0 0 0,0 0 0,0 0 0,1-1 0,-1 1 0,0-1 0,-1 1 0,1-1 0,0 0 0,2-3 0,4-5 0,-1-1 0,-1 1 0,0-1 0,0 0 0,-1-1 0,0 1 0,-1-1 0,4-19 0,12-102 0,-17 104 0,11-59-1365,-12 79-5461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24575,'3'18'0,"8"118"0,-7 176 0,-3-300-205,0 0 0,5 21 0,-5-26-545,1 0-6076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6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24575,'0'0'0,"0"0"0,0 0 0,0 0 0,28 0 0,155-16 0,-45 2 0,-71 11 0,-20 2 0,0-2 0,56-11 0,-99 13 0,-1 0 0,0 0 0,0 0 0,1 0 0,-1-1 0,5-2 0,-7 3 0,-1 1 0,1-1 0,-1 1 0,1 0 0,-1-1 0,1 1 0,-1-1 0,0 1 0,1-1 0,-1 1 0,0-1 0,1 1 0,-1-1 0,0 1 0,0-1 0,0 0 0,1 1 0,-1-1 0,0 1 0,0-1 0,0 0 0,0 1 0,0-1 0,0 1 0,0-1 0,0 0 0,0 1 0,-1-1 0,1 1 0,0-1 0,0 0 0,0 1 0,-1-1 0,1 1 0,0-1 0,-1 1 0,1-1 0,0 1 0,-1-1 0,1 1 0,-1 0 0,1-1 0,-1 1 0,1-1 0,-1 1 0,0-1 0,-4-3 0,0 1 0,0-1 0,0 1 0,-1-1 0,0 1 0,1 1 0,-1-1 0,0 1 0,-7-1 0,-59-11 0,57 12 0,-58-7-1365,10 3-5461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8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0 0,14 5 0,14 0-9,1-1-1,0-2 0,-1-1 0,39-3 1,-6 0-1308,-52 2-5509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49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39 24575,'26'-8'0,"9"1"0,1 2 0,59 0 0,-14 0 0,-48 2 0,-22 1 0,1 0 0,-1 1 0,1 0 0,0 1 0,-1 1 0,1 0 0,0 0 0,13 4 0,-24-3 0,-1 0 0,1 0 0,-1 0 0,1 0 0,-1 0 0,0 0 0,0 0 0,-1 4 0,0 12 0,-2 1 0,0-1 0,-1 0 0,-10 29 0,-33 66 0,-45 108 0,91-216 0,-1-1 0,0 1 0,0-1 0,0 0 0,-1 0 0,0 0 0,1 0 0,-1 0 0,-1-1 0,1 1 0,0-1 0,-5 4 0,7-7 0,1-1 0,-1 1 0,0 0 0,1 0 0,-1 0 0,0 0 0,1-1 0,-1 1 0,1 0 0,-1 0 0,0-1 0,1 1 0,-1-1 0,1 1 0,-1 0 0,1-1 0,-1 1 0,1-1 0,0 1 0,-1-1 0,1 1 0,0-1 0,-1 0 0,1 1 0,0-1 0,-1 1 0,1-2 0,-11-20 0,10 20 0,-56-153 0,6 14 0,47 133 14,0 0-1,-1 0 0,0 1 0,0 0 1,0 0-1,-1 0 0,0 0 1,-9-7-1,13 12-58,0 1 0,1-1 0,-1 0 0,-1 1 0,1 0 0,0-1 0,0 1 0,0 0 0,-1 0 0,1 0 0,0 0 0,-1 1 0,1-1 0,-1 1 0,1-1 0,-1 1 0,1 0 0,-1 0 0,1 0 0,-1 0 0,1 1 0,-1-1 0,1 1 0,-1-1 0,1 1 0,-1 0 0,1 0 0,0 0 0,0 0 0,-1 0 0,1 1 0,-3 2 0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50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24575,'0'0'0,"0"0"0,0 0 0,0 0 0,0 0 0,-9 2 0,5 0 0,1 0 0,-1 0 0,1 1 0,-1-1 0,1 1 0,0 0 0,0 0 0,0 0 0,0 0 0,1 0 0,-1 1 0,1-1 0,0 1 0,0 0 0,0 0 0,0 0 0,1 0 0,-1 0 0,1 0 0,0 0 0,1 0 0,-1 0 0,1 1 0,-1 4 0,1 14 0,1-1 0,1 0 0,6 33 0,-3-22 0,2 7 0,-3-19 0,2 41 0,-6-62 0,0 1 0,0 0 0,0 0 0,0-1 0,0 1 0,0 0 0,0 0 0,0 0 0,0-1 0,-1 1 0,1 0 0,0-1 0,0 1 0,-1 0 0,1 0 0,0-1 0,-1 1 0,1 0 0,-1 0 0,0-1 0,1 0 0,-1 0 0,1 0 0,-1 0 0,1 0 0,0 0 0,-1 0 0,1 0 0,-1 0 0,1 0 0,-1-1 0,1 1 0,0 0 0,-1 0 0,1 0 0,0-1 0,-1 1 0,1 0 0,0-1 0,-1 1 0,1 0 0,0-1 0,0 1 0,-1-1 0,-18-28 0,7 5-1365,1 2-5461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50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24575,'0'0'0,"0"0"0,0 0 0,19 8 0,11 2 0,0-1 0,1-1 0,45 4 0,98 2 0,12 2 0,-153-11 0,43 1 0,-64-6 0,0-1 0,0 0 0,-1-1 0,1 0 0,-1-1 0,1 0 0,11-5 0,-19 7 0,-1-1 0,1 1 0,-1-1 0,0 0 0,1 0 0,-1 0 0,0 0 0,0-1 0,0 1 0,2-4 0,-4 6 0,-1-1 0,0 1 0,1-1 0,-1 0 0,0 1 0,1-1 0,-1 0 0,0 0 0,0 1 0,0-1 0,0 0 0,0 0 0,1 1 0,-1-1 0,0 0 0,-1 0 0,1 1 0,0-1 0,0 0 0,0 1 0,-1-2 0,0 0 0,0 0 0,0 1 0,0-1 0,0 0 0,-1 1 0,1-1 0,0 1 0,-1-1 0,0 1 0,1 0 0,-4-2 0,-12-7 0,0 0 0,-1 2 0,-34-13 0,-62-11 0,77 25-455,-1 1 0,-39-2 0,39 7-6371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51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24575,'12'12'-341,"1"-1"0,0-1-1,24 15 1,-30-21-6485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51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24575,'1'15'0,"-1"-1"0,0 1 0,-1-1 0,0 0 0,-2 1 0,1-1 0,-2 0 0,-5 15 0,-5 27 0,6-14 0,-2-1 0,-1 0 0,-3-1 0,-33 72 0,46-110 0,-1 0 0,1 0 0,0 0 0,0 0 0,0 0 0,1 0 0,-1 0 0,0 0 0,1 0 0,-1 1 0,1-1 0,0 0 0,0 0 0,0 1 0,0-1 0,0 0 0,0 0 0,0 1 0,1-1 0,-1 0 0,1 0 0,0 0 0,0 0 0,0 1 0,0-1 0,0-1 0,0 1 0,0 0 0,1 0 0,-1 0 0,0 0 0,1-1 0,0 1 0,-1-1 0,1 1 0,0-1 0,0 0 0,0 0 0,0 0 0,0 0 0,0 0 0,4 1 0,4 2 0,1-1 0,0 0 0,0 0 0,0-1 0,1-1 0,-1 0 0,12 0 0,16-3 0,0-1 0,-1-1 0,1-2 0,-1-2 0,-1-2 0,53-20 0,-85 28-124,0-1 0,0 0 0,0 0 0,0 0 0,-1-1 0,1 1-1,-1-1 1,0 0 0,0 0 0,3-6 0,0 1-6702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52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88 24575,'0'0'0,"0"0"0,-14 18 0,6-4 0,1-1 0,0 2 0,1-1 0,0 1 0,-6 26 0,-9 82 0,14-79 0,-7 42 0,2-16 0,-6 108 0,19-129 0,0-47 0,2-6 0,2-8 0,7-43 0,-3 0 0,4-103 0,-9 88 0,0-13 0,-4 46 0,2 0 0,8-40 0,-7 64 0,0 1 0,1 0 0,1 1 0,0-1 0,0 1 0,1 0 0,13-18 0,-15 23 0,1 0 0,0 0 0,0 0 0,1 1 0,-1 0 0,1 0 0,0 1 0,1-1 0,-1 1 0,1 1 0,-1-1 0,1 1 0,13-4 0,-17 7 0,0-1 0,0 1 0,0 0 0,0-1 0,0 2 0,0-1 0,0 0 0,0 0 0,1 1 0,-1 0 0,0 0 0,0 0 0,5 2 0,-2 0 0,-1 0 0,1 1 0,-1 0 0,0 0 0,0 0 0,6 7 0,-2-1 0,0 1 0,-1 0 0,-1 0 0,1 1 0,9 23 0,-13-26 0,-1 0 0,0 1 0,-1-1 0,0 1 0,-1 0 0,1-1 0,-2 1 0,0 0 0,0 0 0,0 0 0,-1 0 0,-3 10 0,1-6 0,-2-1 0,1 0 0,-2 0 0,1 0 0,-2 0 0,0-1 0,-16 21 0,8-14 0,0-2 0,-2 1 0,0-2 0,-1-1 0,-1 0 0,0-1 0,-1-1 0,-1-1 0,-40 18 0,30-19 0,20-7 0,1 0 0,-1 0 0,1 1 0,-16 10 0,26-15 0,0 0 0,0 0 0,0 0 0,0 0 0,0 0 0,-1 0 0,1 0 0,0 1 0,0-1 0,0 0 0,0 0 0,0 0 0,0 0 0,0 0 0,0 0 0,0 1 0,0-1 0,0 0 0,0 0 0,0 0 0,-1 0 0,1 0 0,0 1 0,0-1 0,0 0 0,0 0 0,0 0 0,0 0 0,1 1 0,-1-1 0,0 0 0,0 0 0,0 0 0,0 0 0,0 0 0,0 1 0,0-1 0,0 0 0,0 0 0,0 0 0,0 0 0,0 0 0,1 0 0,-1 0 0,0 1 0,0-1 0,0 0 0,0 0 0,0 0 0,0 0 0,1 0 0,12 6 0,17 2 0,210 14 0,-72-11 0,-154-9-195,0 0 0,0 1 0,0 0 0,0 1 0,-1 0 0,21 10 0,-19-5-6631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3:53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24575,'11'-2'0,"0"1"0,1 1 0,-1 0 0,0 1 0,18 3 0,-7-2 0,273 38 0,-194-26 0,-1-5 0,2-5 0,153-12 0,300-76 0,-102 12 0,-350 64 0,0 5 0,150 13 0,-202-3 0,1 3 0,-2 1 0,1 3 0,82 34 0,179 106 0,-242-116 0,-29-17 0,0-2 0,2-2 0,0-1 0,1-2 0,0-3 0,1-1 0,86 7 0,252-19-114,1-33-129,269-6-39,-570 45 331,0 4-1,115 25 1,155 62 256,-296-79-274,0-2 0,0-2 1,1-4-1,0-1 1,117-4-1,-97-8-31,-1-4 0,98-24 0,149-56 0,-171 44 0,-33 11 0,171-45 0,-204 59 0,123-10 0,43-10 0,-172 25 0,-74 13-80,7-1-104,0 1 1,0 0-1,1 1 1,-1 0-1,0 1 1,17 2-1,-16 1-6642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3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9 24575,'0'-1'0,"0"1"0,0-1 0,0 1 0,-1-1 0,1 1 0,0-1 0,-1 1 0,1 0 0,0-1 0,-1 1 0,1-1 0,-1 1 0,1 0 0,0-1 0,-1 1 0,1 0 0,-1 0 0,1-1 0,-1 1 0,1 0 0,-1 0 0,1 0 0,-1 0 0,1 0 0,-1 0 0,0 0 0,0 0 0,-14 0 0,10 3 0,0 0 0,0 1 0,0 0 0,0 0 0,1 0 0,-1 1 0,1-1 0,0 1 0,1 0 0,-1 0 0,-2 6 0,-6 12 0,-12 32 0,21-45 0,-19 49 0,3 1 0,-15 81 0,-7 130 0,33-212 0,-6 72 0,6 1 0,6 0 0,6 0 0,29 197 0,3 28 0,-34-264 0,-18 171 0,11-223 0,-15 53 0,16-78 0,-2-1 0,1 1 0,-2-1 0,0-1 0,-1 1 0,-12 17 0,17-27 0,0-1 0,-1 0 0,1 1 0,-1-1 0,0 0 0,0-1 0,-1 1 0,1-1 0,-1 0 0,0 0 0,0 0 0,0-1 0,0 1 0,0-1 0,0 0 0,-1-1 0,1 0 0,-1 1 0,1-2 0,-1 1 0,1-1 0,-1 1 0,0-2 0,1 1 0,-1-1 0,-6-1 0,11 2 0,1-1 0,1 1 0,-1-1 0,0 1 0,0-1 0,0 1 0,0-1 0,0 1 0,0 0 0,0-1 0,1 1 0,-1-1 0,0 1 0,0-1 0,1 1 0,-1 0 0,0-1 0,0 1 0,1 0 0,-1-1 0,1 1 0,-1 0 0,0-1 0,1 1 0,-1 0 0,0 0 0,1 0 0,-1-1 0,2 1 0,12-11 0,2 4 0,-1 1 0,1 0 0,0 1 0,1 1 0,-1 1 0,21-3 0,-8 4 0,-1 1 0,52 4 0,-70-2 0,-1 1 0,1 0 0,-1 0 0,1 1 0,-1 0 0,0 1 0,0 0 0,0 1 0,0 0 0,-1 0 0,0 0 0,0 1 0,0 1 0,-1-1 0,0 1 0,0 0 0,10 15 0,-8-9 0,-1 2 0,0-1 0,0 1 0,-2 0 0,0 1 0,-1 0 0,0 0 0,-1 0 0,3 28 0,6 326 0,-10-158 0,0-25 0,9 155 0,30-105 0,-14-98 0,-17-77 0,34 109 0,-38-149 0,2 0 0,1-1 0,0 0 0,2-1 0,0 0 0,1-1 0,2-1 0,19 22 0,-9-15 30,1-2 0,1-1 0,37 23 0,-45-33-278,1-1 1,1-1-1,-1-1 1,2-1-1,41 11 1,-55-17-6579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3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330 133 24575,'0'0'0,"0"0"0,0 0 0,0 0 0,0 0 0,5-20 0,-4 16 0,0-1 0,0 0 0,0 0 0,-1 0 0,0 0 0,0 0 0,0 0 0,0 0 0,-1 1 0,0-1 0,0 0 0,0 0 0,-1 1 0,1-1 0,-3-4 0,2 6 0,0 1 0,1 0 0,-1 0 0,0-1 0,0 1 0,0 1 0,0-1 0,0 0 0,-1 0 0,1 1 0,-1-1 0,1 1 0,-1 0 0,1 0 0,-1 0 0,0 0 0,1 0 0,-1 1 0,0-1 0,0 1 0,1-1 0,-1 1 0,0 0 0,0 0 0,0 1 0,0-1 0,-3 1 0,-4 2 0,1-1 0,0 1 0,0 1 0,0-1 0,0 1 0,1 1 0,0 0 0,0 0 0,0 1 0,0 0 0,1 0 0,0 1 0,-9 10 0,-1 3 0,1 1 0,1 1 0,-21 37 0,29-44 0,-1 0 0,2 0 0,0 0 0,1 1 0,0 0 0,-2 20 0,6-31 0,0 0 0,1 1 0,0-1 0,0 0 0,0 0 0,1 1 0,-1-1 0,1 0 0,0 0 0,1 0 0,-1 0 0,1 0 0,0 0 0,0 0 0,1 0 0,0-1 0,-1 1 0,1-1 0,1 0 0,-1 0 0,1 0 0,-1 0 0,7 4 0,-5-5 0,1-1 0,-1 1 0,1-1 0,-1 0 0,1 0 0,0-1 0,0 0 0,0 0 0,-1 0 0,1-1 0,0 0 0,8-1 0,-11 1 0,0-1 0,0 0 0,0 0 0,0 0 0,0 0 0,0-1 0,-1 1 0,1-1 0,-1 1 0,1-1 0,-1 0 0,0 0 0,1 0 0,-1-1 0,0 1 0,2-4 0,4-4 0,0-1 0,7-14 0,-8 12 0,-1 0 0,-1 0 0,6-21 0,-11 33 0,0 0 0,0 0 0,0 0 0,-1 0 0,1 0 0,-1 0 0,1 1 0,0-1 0,-1 0 0,1 0 0,-1 1 0,0-1 0,1 0 0,-1 0 0,0 1 0,1-1 0,-1 1 0,0-1 0,0 1 0,1-1 0,-1 1 0,0-1 0,0 1 0,0 0 0,0-1 0,0 1 0,1 0 0,-3 0 0,-9-8 0,13 7 0,-1 1 0,0-1 0,1 1 0,-1-1 0,0 0 0,1 1 0,-1-1 0,1 1 0,-1-1 0,1 1 0,-1 0 0,1-1 0,-1 1 0,1-1 0,-1 1 0,1 0 0,0-1 0,-1 1 0,1 0 0,0 0 0,-1 0 0,1-1 0,0 1 0,-1 0 0,2 0 0,1-1 0,0 0 0,1 0 0,-1 0 0,0 0 0,0 1 0,1 0 0,-1-1 0,0 1 0,1 0 0,-1 0 0,1 1 0,-1-1 0,0 1 0,0 0 0,1 0 0,-1 0 0,0 0 0,0 0 0,0 1 0,0-1 0,0 1 0,0 0 0,-1 0 0,5 3 0,-2 1 0,0 0 0,0 1 0,0-1 0,0 1 0,-1 0 0,-1 0 0,1 1 0,4 14 0,-7-19 0,0 1 0,0-1 0,-1 1 0,0-1 0,0 1 0,0-1 0,0 1 0,0-1 0,-1 1 0,-1 6 0,-13 36 0,10-33 0,-54 137-1365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3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359 156 24575,'0'0'0,"15"-19"0,-14 17 0,0-1 0,0 1 0,0 0 0,-1-1 0,1 1 0,0-1 0,-1 1 0,0-1 0,0 1 0,0-1 0,0 1 0,0-1 0,0 1 0,0 0 0,-1-1 0,1 1 0,-1-1 0,0 1 0,0 0 0,-2-5 0,1 1 0,-1 0 0,0 0 0,-1 1 0,1-1 0,-1 1 0,0 0 0,-6-7 0,5 8 0,0 1 0,0 0 0,0 0 0,0 0 0,-1 0 0,1 1 0,-1 0 0,0 0 0,0 1 0,1-1 0,-1 1 0,0 1 0,0-1 0,0 1 0,0 0 0,0 0 0,0 0 0,0 1 0,0 0 0,0 1 0,0-1 0,-10 5 0,5-2 0,-1 1 0,1 0 0,0 1 0,0 0 0,1 1 0,0 0 0,0 1 0,0 0 0,-16 19 0,17-16 0,0 1 0,1 0 0,0 1 0,1 0 0,0 0 0,1 0 0,0 1 0,-4 19 0,8-26 0,1 0 0,0 0 0,0 1 0,0-1 0,1 0 0,0 1 0,0-1 0,1 0 0,0 1 0,1-1 0,-1 0 0,1 0 0,1 0 0,-1 0 0,1 0 0,0 0 0,1-1 0,6 9 0,-6-9 0,0-1 0,1 0 0,0 0 0,0 0 0,0-1 0,0 0 0,1 0 0,0 0 0,0-1 0,0 0 0,0 0 0,11 3 0,-12-4 0,0-1 0,0 0 0,-1 0 0,1-1 0,0 1 0,0-1 0,0 0 0,0-1 0,0 1 0,0-1 0,0 0 0,0 0 0,0 0 0,0-1 0,-1 0 0,1 0 0,0 0 0,4-4 0,-3 3 0,8-9 0,-14 11 0,1 0 0,-1 1 0,0-1 0,0 0 0,0 1 0,0-1 0,0 1 0,-1-1 0,1 0 0,0 1 0,0-1 0,0 1 0,0-1 0,-1 0 0,1 1 0,0-1 0,-1 1 0,1-1 0,0 1 0,-1-1 0,1 1 0,-1-1 0,1 1 0,-1-1 0,1 1 0,-1 0 0,0-1 0,-5-5 0,-5-6 0,11 11 0,0 1 0,1-1 0,-1 0 0,0 1 0,0-1 0,0 0 0,1 1 0,-1-1 0,0 0 0,1 1 0,-1-1 0,0 0 0,1 1 0,-1-1 0,1 1 0,-1-1 0,1 1 0,-1-1 0,1 1 0,-1-1 0,1 1 0,0 0 0,0-1 0,14-10 0,0 1 0,1 1 0,0 1 0,1 0 0,34-11 0,-50 19 0,-1 0 0,0 0 0,0 0 0,1 0 0,-1 0 0,0 0 0,0 0 0,1 0 0,-1 0 0,0 0 0,1 0 0,-1 0 0,0 0 0,0 0 0,1 0 0,-1 0 0,0 1 0,0-1 0,1 0 0,-1 0 0,0 0 0,0 0 0,0 1 0,1-1 0,-1 0 0,0 0 0,0 0 0,0 1 0,0-1 0,0 0 0,1 0 0,-1 1 0,0-1 0,4 15 0,-3 14 0,-4 2-112,3-20-14,-1-1 1,0 1 0,0 0 0,-1 0-1,-1-1 1,1 1 0,-2-1-1,0 0 1,-9 18 0,8-20-6701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38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413 177 24575,'0'0'0,"0"0"0,0 0 0,-3-16 0,1 7 0,-1 0 0,0 0 0,0 1 0,-1-1 0,0 1 0,-1 0 0,0 0 0,0 1 0,0-1 0,-1 1 0,0 0 0,-1 1 0,1-1 0,-1 1 0,-1 1 0,1-1 0,-1 1 0,-9-4 0,11 6 0,-1 0 0,0 0 0,1 1 0,-1 0 0,0 0 0,0 0 0,0 1 0,0 0 0,-1 1 0,1 0 0,0 0 0,0 0 0,0 1 0,0 0 0,0 1 0,0-1 0,0 1 0,0 0 0,0 1 0,1 0 0,-1 0 0,1 1 0,-11 6 0,7-1 0,-1 0 0,2 0 0,-1 1 0,1 1 0,0-1 0,1 1 0,1 1 0,0 0 0,0 0 0,1 0 0,1 0 0,0 1 0,0 0 0,1 0 0,1 1 0,1-1 0,-3 22 0,4-13 0,0 0 0,2-1 0,0 1 0,2 0 0,0 0 0,1-1 0,1 1 0,1-1 0,1-1 0,13 28 0,-16-42 0,0 1 0,0-1 0,1 0 0,-1-1 0,1 1 0,0-1 0,1 0 0,0 0 0,-1 0 0,2-1 0,-1 0 0,0 0 0,1-1 0,-1 0 0,1 0 0,0 0 0,11 2 0,-14-4 0,1 0 0,-1 0 0,0-1 0,0 1 0,1-1 0,-1 0 0,0 0 0,1 0 0,-1-1 0,0 0 0,1 0 0,-1 0 0,0 0 0,0 0 0,0-1 0,0 0 0,0 0 0,-1 0 0,1 0 0,0-1 0,-1 1 0,0-1 0,1 0 0,-1 0 0,0 0 0,-1 0 0,1-1 0,0 1 0,-1-1 0,0 0 0,2-4 0,-1 3 0,-2-1 0,1 1 0,0-1 0,-1 1 0,0-1 0,0 0 0,-1 1 0,1-1 0,-1 0 0,-1 1 0,1-1 0,-2-7 0,-1 1 0,0-1 0,-1 1 0,-1 0 0,-7-15 0,11 25 0,0 1 0,-1-1 0,1 0 0,-1 0 0,1 1 0,-1-1 0,0 1 0,1-1 0,-1 1 0,0 0 0,0 0 0,0 0 0,0 0 0,0 0 0,-1 0 0,1 0 0,0 1 0,0-1 0,-1 1 0,-2-1 0,-19 2 0,52 1 0,-21-3 0,1 1 0,-1 1 0,1 0 0,-1 0 0,14 4 0,-18-3 0,-1-1 0,0 1 0,0 0 0,1 0 0,-1 0 0,-1 0 0,1 1 0,0-1 0,0 0 0,-1 1 0,1-1 0,-1 1 0,0 0 0,0-1 0,0 1 0,0 0 0,-1 0 0,2 3 0,-1 2 0,1 0 0,-1 1 0,-1-1 0,1 0 0,-2 11 0,-13 62 0,8-55 0,1-1 0,-1 46 0,6-64-91,0-1 0,-1 1 0,1-1 0,-1 1 0,-1-1 0,1 1 0,-1-1 0,0 0 0,-1 0 0,1 0 0,-1 0 0,0 0 0,-1-1 0,-7 11 0,0-5-6735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3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 24575,'-8'30'0,"-1"0"0,-1-1 0,-20 41 0,24-57 0,-59 107 0,11-22 0,29-46 0,2 2 0,2 1 0,3 1 0,-17 84 0,34-131 0,0 0 0,0 0 0,1 1 0,0-1 0,0 0 0,1 0 0,3 15 0,-4-24 0,0-1 0,0 1 0,1 0 0,-1 0 0,0 0 0,0-1 0,0 1 0,0 0 0,0 0 0,0 0 0,1 0 0,-1-1 0,0 1 0,0 0 0,0 0 0,1 0 0,-1 0 0,0 0 0,0 0 0,0 0 0,1-1 0,-1 1 0,0 0 0,0 0 0,0 0 0,1 0 0,-1 0 0,0 0 0,0 0 0,1 0 0,-1 0 0,0 0 0,0 0 0,1 0 0,-1 1 0,0-1 0,0 0 0,0 0 0,1 0 0,-1 0 0,0 0 0,0 0 0,0 0 0,0 1 0,1-1 0,-1 0 0,0 0 0,0 0 0,0 0 0,0 1 0,1-1 0,-1 0 0,0 0 0,0 0 0,0 1 0,0-1 0,0 0 0,0 0 0,0 0 0,0 1 0,0-1 0,0 0 0,0 0 0,0 1 0,0-1 0,0 0 0,9-19 0,-9 18 0,17-52-1365,-12 32-5461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24575,'17'21'0,"-3"3"0,-2 1 0,-1-1 0,15 53 0,-7-18 0,111 264 0,-107-267 0,14 34 0,-32-81 0,0 0 0,0-1 0,1 1 0,0-1 0,1 0 0,-1-1 0,9 8 0,-13-13 0,0-1 0,0 1 0,-1-1 0,1 1 0,0-1 0,0 0 0,0 0 0,0 0 0,0 0 0,0 0 0,1-1 0,-1 1 0,0-1 0,0 1 0,0-1 0,1 0 0,-1 0 0,4 0 0,-4-1 0,0 1 0,0-1 0,0 0 0,0-1 0,1 1 0,-2 0 0,1-1 0,0 1 0,0-1 0,0 1 0,-1-1 0,1 0 0,-1 0 0,1 1 0,-1-1 0,0 0 0,1-1 0,0-2 0,5-10-109,-2 0 1,1 0-1,-2 0 0,6-32 0,-7 30-712,4-23-6005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4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24575,'0'0'0,"0"0"0,0 0 0,0 0 0,0 0 0,0 0 0,0 0 0,2 16 0,-5-3 0,0-2 0,-1 1 0,0 0 0,-1-1 0,0 0 0,-13 19 0,-9 21 0,-1 16 0,-22 79 0,60-155-1365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4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24575,'0'0'0,"0"0"0,0 0 0,0 0 0,-8 17 0,-49 89 0,-18 36 0,63-113-170,1 0-1,2 0 0,1 1 1,1 1-1,2-1 0,1 1 1,0 52-1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4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24575,'4'18'5,"0"-1"-1,-1 1 1,-1 0-1,-1 30 0,1 3-1391,0-38-5439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5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24575,'0'0'0,"0"0"0,0 0 0,-1 155 0,5 197 0,-2-323 0,9 42 0,-9-62 0,0-1 0,1 1 0,0-1 0,0 0 0,1 0 0,-1 0 0,2 0 0,-1-1 0,9 10 0,10-36 0,-14 9 0,0-1 0,-1 0 0,0 0 0,-1 0 0,0-1 0,-1 0 0,0 0 0,-1-1 0,7-25 0,-2-7 0,7-74 0,-7 41 0,-4 31 0,-5 31 0,1 1 0,0-1 0,1 0 0,1 1 0,9-24 0,-7 28-1365,-3 3-5461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5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24575,'1'1'0,"0"0"0,0 0 0,0 1 0,0-1 0,-1 0 0,1 1 0,0-1 0,-1 1 0,1-1 0,-1 1 0,0-1 0,1 4 0,-4 5 0,-1 0 0,1 0 0,-2 0 0,-10 18 0,-5 11 0,12-17 0,1 1 0,1-1 0,1 1 0,1 1 0,-2 46 0,6-22 0,11 90 0,-11-137-3,0-1 1,0 1-1,0-1 0,0 1 0,0-1 0,0 1 0,1-1 1,-1 1-1,0-1 0,0 1 0,0-1 0,0 1 0,1-1 1,-1 1-1,0-1 0,0 1 0,1-1 0,-1 1 0,0-1 1,1 1-1,-1-1 0,0 0 0,1 1 0,-1-1 1,1 0-1,0 1 0,9-9 193,4-22-1669,-9 11-5347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5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0,1 10 0,2 9-101,6 49-531,17 68 0,-20-116-6194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6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366 947 24575,'1'0'0,"1"0"0,0-1 0,-1 1 0,1-1 0,-1 0 0,1 1 0,-1-1 0,1 0 0,-1 0 0,0 0 0,1 0 0,-1 0 0,0 0 0,0 0 0,0-1 0,0 1 0,0 0 0,2-3 0,-1 0 0,1 1 0,-1-2 0,0 1 0,0 0 0,2-7 0,-3 4 0,0 0 0,0-1 0,0 1 0,-1-1 0,0 1 0,0-1 0,-1 1 0,0-1 0,-1 1 0,1 0 0,-1 0 0,-1-1 0,1 1 0,-5-7 0,2 4 0,0 1 0,-1 0 0,0 1 0,0-1 0,-1 1 0,0 0 0,-1 1 0,0 0 0,-15-11 0,17 13 0,-1 1 0,0 0 0,1 1 0,-1 0 0,-1 0 0,1 0 0,0 1 0,-1 0 0,1 0 0,-1 1 0,0 0 0,1 1 0,-11 0 0,12 0 0,0 1 0,0 0 0,0 1 0,0 0 0,0 0 0,1 0 0,-1 0 0,0 1 0,1 0 0,0 0 0,0 1 0,0-1 0,0 1 0,0 0 0,1 1 0,0-1 0,0 1 0,-5 7 0,-4 7 0,2 1 0,0 0 0,2 0 0,0 1 0,1 0 0,1 1 0,1 0 0,-5 35 0,5-14 0,2 0 0,2 0 0,7 71 0,-4-98 0,1 0 0,1 0 0,1 0 0,6 18 0,-8-28 0,1 0 0,-1-1 0,1 1 0,0-1 0,0 0 0,0 0 0,1 0 0,0 0 0,0 0 0,0-1 0,1 0 0,-1 0 0,1 0 0,7 4 0,-9-6 0,1-1 0,-1 1 0,1-1 0,0 0 0,-1 0 0,1 0 0,0 0 0,0-1 0,0 1 0,0-1 0,0 0 0,0-1 0,5 0 0,-2 0 0,0-1 0,-1 0 0,1 0 0,-1-1 0,1 0 0,-1 0 0,7-5 0,-1-1 0,1-1 0,-1 0 0,-1-1 0,0 0 0,0-1 0,9-14 0,-1-2 0,-3 0 0,0-2 0,-2 0 0,-1 0 0,14-48 0,30-168 0,-50 212 0,41-236 0,27-125 0,-73 384 0,-1 1 0,0-1 0,0 0 0,-1 0 0,-2-11 0,2 22 0,0 0 0,0 1 0,0-1 0,-1 0 0,1 0 0,0 1 0,0-1 0,0 0 0,-1 0 0,1 1 0,0-1 0,-1 0 0,1 0 0,0 0 0,-1 1 0,1-1 0,0 0 0,-1 0 0,1 0 0,0 0 0,-1 0 0,1 0 0,0 0 0,-1 0 0,1 0 0,0 0 0,-1 0 0,1 0 0,0 0 0,-1 0 0,1 0 0,0 0 0,-1 0 0,1 0 0,0 0 0,-1-1 0,1 1 0,0 0 0,-1 0 0,1 0 0,0-1 0,0 1 0,-1 0 0,1 0 0,0-1 0,0 1 0,-1 0 0,1 0 0,0-1 0,0 1 0,0 0 0,0-1 0,-1 1 0,1 0 0,0-1 0,0 1 0,0 0 0,0-1 0,0 1 0,0 0 0,0-1 0,0 1 0,0 0 0,0-1 0,0 1 0,0 0 0,0-1 0,0 1 0,1-1 0,-4 4 0,0 0 0,0 1 0,1-1 0,0 1 0,-4 6 0,-4 15 0,0 2 0,-10 49 0,-4 62 0,10-50 0,9-58 0,-53 362 0,50-314 0,-5 109 0,13-159 0,1-1 0,2 0 0,0 0 0,14 49 0,-17-76-38,0 1 0,0 0 0,0 0 1,1-1-1,-1 1 0,0 0 0,0-1 0,1 1 0,-1 0 0,1-1 0,-1 1 0,1 0 0,-1-1 0,1 1 0,-1-1 0,1 1 1,-1-1-1,1 1 0,0-1 0,-1 0 0,1 1 0,0-1 0,-1 0 0,1 1 0,0-1 0,0 0 0,-1 0 0,1 0 0,0 0 1,0 0-1,-1 1 0,1-1 0,0-1 0,0 1 0,1 0 0,6-1-6788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24575,'-2'26'0,"1"0"0,-7 79 0,11 167 0,6-228 0,-9-41 0,1-1 0,0 1 0,0 0 0,1-1 0,-1 0 0,0 1 0,1-1 0,0 0 0,-1 0 0,1 0 0,0 0 0,0 0 0,4 3 0,-6-5 3,1 0 0,-1 1 0,1-1 1,-1 0-1,1 0 0,-1 1 0,1-1 0,-1 0 0,1 0 0,-1 0 0,1 0 0,-1 0 0,1 0 0,0 0 0,-1 0 0,1 0 1,-1 0-1,1 0 0,-1 0 0,1 0 0,-1 0 0,1-1 0,-1 1 0,1 0 0,-1 0 0,1 0 0,-1-1 0,1 1 0,-1 0 0,1-1 1,10-14-1465,-5 2-5365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6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24575,'0'28'0,"-1"5"-118,0 186-1129,2-203-5579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4:1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372 164 24575,'-19'-21'0,"6"7"0,-5-7 0,-1 1 0,-35-29 0,48 44 0,0 1 0,0 0 0,0 1 0,0-1 0,-1 1 0,1 0 0,-1 0 0,0 1 0,0 0 0,0 0 0,0 1 0,0 0 0,0 0 0,0 1 0,-10 0 0,12 0 0,1 1 0,-1 0 0,1-1 0,-1 2 0,1-1 0,-1 0 0,1 1 0,0 0 0,0 0 0,0 0 0,0 1 0,0 0 0,-4 3 0,4-2 0,0 0 0,0 1 0,1 0 0,0-1 0,0 1 0,0 0 0,1 1 0,-1-1 0,1 0 0,-2 9 0,-6 26 0,2 0 0,1 1 0,3 0 0,-1 49 0,6-35 0,2 0 0,17 91 0,-17-131 0,1 1 0,0 0 0,1-1 0,1 1 0,0-1 0,10 14 0,-15-27 0,1 0 0,0 0 0,-1 0 0,1 0 0,0 0 0,0-1 0,0 1 0,1-1 0,-1 0 0,0 0 0,0 0 0,1 0 0,-1 0 0,1 0 0,-1 0 0,1-1 0,-1 1 0,1-1 0,-1 0 0,5 0 0,-1 0 0,0 0 0,-1-1 0,1 1 0,-1-1 0,0 0 0,1-1 0,-1 0 0,8-3 0,-4-1 0,0 1 0,-1-2 0,0 1 0,0-1 0,-1 0 0,0-1 0,0 0 0,0 0 0,-1-1 0,6-11 0,5-9 0,22-58 0,-8-2 0,29-136 0,-44 156 0,-4 34 0,-10 30 0,-10 19 0,4-7 0,-3 6 0,2 1 0,0 0 0,0 0 0,1 0 0,-2 18 0,-1 0 0,0 5 0,2 1 0,1-1 0,2 71 0,25 111 0,-8-161-1365,-11-47-5461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39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0 602 24575,'0'0'0,"0"0"0,0 0 0,0 0 0,0 0 0,0 0 0,13 3 0,20 2 0,0-2 0,1-1 0,53-5 0,103-19 0,-130 14 0,640-122 0,-231 36 0,276-78 0,-132 22 0,-539 136 60,83-6 0,-130 19-272,0 0 0,0 2 0,0 1-1,0 1 1,-1 1 0,43 13 0,-52-11-6614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5:5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1850 3207 24575,'0'0'0,"-1"0"0,1 1 0,0-1 0,0 1 0,0-1 0,-1 1 0,1-1 0,0 0 0,-1 1 0,1-1 0,0 0 0,-1 1 0,1-1 0,0 0 0,-1 1 0,1-1 0,0 0 0,-1 0 0,1 1 0,-1-1 0,1 0 0,-1 0 0,1 0 0,-1 0 0,1 0 0,-1 1 0,1-1 0,-1 0 0,1 0 0,0 0 0,-1 0 0,1 0 0,0 0 0,-1 0 0,1 0 0,0 0 0,-1 0 0,1 0 0,0 0 0,0 0 0,-1 1 0,1-1 0,0 0 0,0 0 0,-1 0 0,1 1 0,0-1 0,0 0 0,-1 0 0,1 1 0,0-1 0,0 0 0,0 0 0,-1 1 0,1-1 0,0 0 0,0 1 0,0-1 0,0 0 0,0 1 0,0-1 0,0 0 0,0 0 0,0 1 0,0-1 0,0 0 0,0 1 0,0-1 0,0 0 0,0 1 0,0-1 0,0 0 0,0 1 0,0-1 0,0 0 0,1 1 0,-1-1 0,0 0 0,0 0 0,0 1 0,0-1 0,1 0 0,-1 0 0,0 1 0,0-1 0,1 0 0,-1 0 0,0 0 0,0 1 0,1-1 0,-1 0 0,0 0 0,1 0 0,3 3 0,0 0 0,0 0 0,0-1 0,1 0 0,-1 0 0,0 0 0,1 0 0,-1-1 0,1 0 0,0 0 0,-1 0 0,1 0 0,0-1 0,6 1 0,13-2 0,36-4 0,-43 4 0,386-25 0,-294 21 0,96 8 0,-41 1 0,151-11 0,735 1 0,-538 20 0,-130-7 0,-326-7 0,0-2 0,0-3 0,58-12 0,-100 16 0,-13 1 0,0 0 0,-1 0 0,1 0 0,0 0 0,0 1 0,0-1 0,0 0 0,-1 0 0,1-1 0,0 1 0,0 0 0,0 0 0,0 0 0,-1-1 0,1 1 0,0 0 0,0 0 0,-1-1 0,1 1 0,0-1 0,0 1 0,-1-1 0,1 1 0,-1-1 0,1 1 0,0-1 0,-1 0 0,1 1 0,-1-1 0,1 0 0,-1 0 0,0 1 0,1-1 0,-1 0 0,0 0 0,1 1 0,-1-1 0,0 0 0,0 0 0,0 0 0,0 0 0,0 1 0,0-1 0,0 0 0,0 0 0,0 0 0,0 0 0,-1-1 0,36-3 0,-16 1 0,-1 0 0,1-1 0,-1-1 0,0-1 0,0 0 0,-1-2 0,0 0 0,0-1 0,-1 0 0,-1-1 0,20-18 0,-24 20 0,29-25 0,0-1 0,44-52 0,-3-10 0,154-142 0,-56 88 0,251-162 0,-395 290 0,-1-1 0,-2-2 0,0-2 0,39-44 0,-52 49 0,-1 0 0,-1-2 0,-1 0 0,-2-1 0,0 0 0,-2-1 0,10-30 0,-12 28 0,-2-1 0,-1 1 0,-2-2 0,-1 1 0,-1-1 0,-1 1 0,-2-1 0,-1 0 0,-2 1 0,-1-1 0,-8-31 0,2 23 0,-2-1 0,-1 1 0,-2 1 0,-2 1 0,-1 0 0,-2 1 0,-2 1 0,-1 1 0,-33-38 0,-22-14 0,-3 4 0,-5 3 0,-2 4 0,-119-77 0,139 109 0,-3 3 0,-1 4 0,-1 3 0,-143-44 0,-322-45 0,191 84 0,-2 29 0,16 1 0,-738-5 0,35 47 0,621 0 0,37-1 0,377-32 0,-395 22 0,276-10 0,-148 35 0,215-34 0,0 3 0,-68 32 0,-94 62 0,199-103 0,0 2 0,1 0 0,0 1 0,0 1 0,2 0 0,-1 1 0,2 0 0,-1 1 0,2 1 0,0-1 0,1 2 0,0 0 0,-9 22 0,7-8 0,2 1 0,0-1 0,3 2 0,0-1 0,2 1 0,-1 60 0,6-12 0,18 129 0,-6-137 0,3 0 0,28 82 0,62 136 0,-42-124 0,-20-62 0,102 176 0,-88-177 0,19 33 0,99 137 0,-140-226 0,2-1 0,2-2 0,1-2 0,3-2 0,1-2 0,59 40 0,-74-61 0,0-1 0,2-2 0,0-1 0,0-1 0,1-2 0,0-1 0,1-1 0,61 5 0,-21-8 0,0-3 0,143-15 0,53-29 0,109-8 0,-324 48-1365,-14 1-5461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0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13763 0 0,'-1'9'854'0'0,"0"-1"0"0"0,-1 1 1 0 0,0 0-1 0 0,-3 9 0 0 0,-2 5-55 0 0,-87 253 2151 0 0,85-253-3404 0 0,1-2-831 0 0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14771 0 0,'0'5'1312'0'0,"0"2"-1048"0"0,0 2-264 0 0,-1-3 0 0 0,1 0 569 0 0,-1-1 55 0 0,-2 1 16 0 0,-1 5 0 0 0,-3 7-160 0 0,-1 7-32 0 0,-2 3-8 0 0,-1 3 0 0 0,1-2-440 0 0,2 0-104 0 0,-4-2-16 0 0,-2-1-8057 0 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2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9218 0 0,'5'23'8946'0'0,"-5"11"-5668"0"0,-5 35-2379 0 0,-12 32-1301 0 0,9-63-5374 0 0,3-14-1161 0 0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3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10594 0 0,'-3'6'5649'0'0,"-9"9"-3503"0"0,2-3-1267 0 0,-89 141 493 0 0,37-48-5032 0 0,47-76 2315 0 0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5529 0 0,'-4'6'878'0'0,"-6"4"6033"0"0,1-1-2729 0 0,5-4-4725 0 0,3-3 624 0 0,-48 65 1077 0 0,-53 98 1 0 0,86-134-1462 0 0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7T03:02:14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 14283 0 0,'0'-1'632'0'0,"0"3"136"0"0,0 4-616 0 0,-1-2-152 0 0,1-3 0 0 0,-1 2 0 0 0,-1 1 649 0 0,-2 6 103 0 0,-1 4 16 0 0,-5 6 8 0 0,-2 9-240 0 0,-4 1-56 0 0,3 5 0 0 0,-5 1-8 0 0,-1 1-472 0 0,-5 0 0 0 0,-2 1-96 0 0,-3 4-8177 0 0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1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24575,'0'0'0,"0"0"0,0 0 0,0 0 0,-2 0 0,-1 0 0,1 0 0,-1 0 0,0 0 0,1 0 0,-1 0 0,-3 2 0,6-1 0,-1 1 0,1-1 0,-1 0 0,1 1 0,0-1 0,0 1 0,0-1 0,0 1 0,0-1 0,0 1 0,0-1 0,0 1 0,1-1 0,0 3 0,10 26 0,-6-16 0,13 40 0,-2 1 0,-3 1 0,10 85 0,-23-125-92,2 7 302,-1-23-251,-1 1 0,0-1-1,1 1 1,-1-1 0,1 1 0,-1-1 0,1 0-1,-1 1 1,1-1 0,-1 0 0,1 0 0,-1 1-1,1-1 1,0 0 0,-1 0 0,1 0 0,-1 0-1,1 0 1,-1 1 0,1-1 0,0 0 0,-1 0 0,1-1-1,-1 1 1,1 0 0,0 0 0,-1 0 0,1 0-1,-1 0 1,1-1 0,-1 1 0,1 0 0,0 0-1,-1-1 1,1 0 0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18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24575,'5'24'0,"-2"-17"0,0-1 0,1 1 0,0-1 0,1 1 0,0-1 0,-1-1 0,2 1 0,-1-1 0,1 1 0,0-2 0,9 7 0,3 1 0,0-1 0,0-1 0,20 7 0,6-2 0,-26-10 0,32 15 0,-46-18 0,0 1 0,1-1 0,-1 1 0,-1 0 0,1 0 0,0 0 0,-1 0 0,0 0 0,1 1 0,-1 0 0,-1-1 0,4 7 0,-4-6 0,-1 0 0,1 0 0,-1 0 0,-1 1 0,1-1 0,-1 0 0,1 0 0,-1 1 0,0-1 0,-1 0 0,1 1 0,-1-1 0,0 0 0,0 0 0,0 0 0,0 1 0,-4 6 0,0-1 0,0 0 0,-1 0 0,0-1 0,0 0 0,-14 15 0,5-9 0,-2-1 0,0-1 0,-1 0 0,-24 13 0,16-10 0,-29 23 0,50-35 0,-10 9 0,15-9 0,10-5 0,119-28 0,22-4 0,-121 28 0,0 1 0,0 2 0,33 2 0,-52 1-170,-1 0-1,1 0 0,-1 1 1,0 1-1,0 0 0,0 0 1,17 8-1,-7 0-6655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22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24575,'7'8'0,"0"-1"0,0 1 0,1-2 0,-1 1 0,18 10 0,7 6 0,-30-22 0,1 2 0,1 0 0,0 0 0,-1 0 0,1-1 0,0 1 0,8 2 0,-11-5 0,0 1 0,1-1 0,-1 0 0,0 0 0,0 0 0,0 0 0,1 0 0,-1 0 0,0 0 0,0-1 0,0 1 0,1 0 0,-1-1 0,0 1 0,0 0 0,0-1 0,0 0 0,0 1 0,0-1 0,0 0 0,0 1 0,0-1 0,0 0 0,0 0 0,0 0 0,-1 0 0,1 0 0,0 0 0,-1 0 0,1 0 0,0-2 0,0 2 0,1 0 0,-1-1 0,0 1 0,1 0 0,-1 0 0,1 0 0,-1 0 0,1 0 0,0 0 0,-1 0 0,1 1 0,0-1 0,0 1 0,0-1 0,-1 1 0,1 0 0,0-1 0,0 1 0,0 0 0,0 0 0,-1 0 0,1 1 0,0-1 0,0 0 0,0 1 0,-1-1 0,1 1 0,2 0 0,4 2 0,0 0 0,0 0 0,-1 1 0,14 7 0,-17-7 0,1-1 0,0-1 0,-1 1 0,1-1 0,0 0 0,0 0 0,0 0 0,0-1 0,1 1 0,8 0 0,-10-2 0,0 0 0,0-1 0,0 1 0,-1-1 0,1 0 0,0 0 0,0 0 0,-1 0 0,1-1 0,0 0 0,-1 1 0,0-1 0,1-1 0,-1 1 0,5-4 0,21-21 0,-19 17 0,1 0 0,16-12 0,-25 22 0,-1 0 0,0-1 0,1 1 0,-1 0 0,0 0 0,0 0 0,1 0 0,-1 0 0,0 0 0,1 0 0,-1 1 0,0-1 0,1 0 0,-1 1 0,0-1 0,0 1 0,0-1 0,1 1 0,-1-1 0,0 1 0,0 0 0,0 0 0,0 0 0,0-1 0,0 1 0,0 0 0,0 0 0,0 1 0,25 30 0,-25-31 0,2 1 0,1-1 0,0 1 0,0-1 0,-1 0 0,1 0 0,0 0 0,0 0 0,0-1 0,0 0 0,7 0 0,11-1 0,-19 0 0,-10-2 0,-2 1-1365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23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24575,'-3'3'0,"1"-1"0,0 0 0,-1 0 0,1 1 0,0-1 0,0 1 0,1 0 0,-3 3 0,2-2 0,-20 35-45,1 0-1,2 2 0,-14 44 1,11-29-1138,10-27-5643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24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69 24575,'8'2'0,"5"0"0,-13-3 0,0 0 0,0 1 0,0-1 0,0 1 0,0-1 0,0 1 0,0-1 0,0 1 0,-1-1 0,1 1 0,0-1 0,0 1 0,0-1 0,-1 1 0,1-1 0,0 1 0,-1-1 0,1 1 0,0-1 0,-1 1 0,1 0 0,-1-1 0,1 1 0,-1-1 0,-51-58-1365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26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24575,'0'0'0,"0"0"0,0 0 0,0 0 0,0 0 0,17 25 0,-18-25 0,-1 0 0,1 0 0,-1 0 0,1 1 0,0-1 0,-1 0 0,1 1 0,-1-1 0,1 1 0,0-1 0,-1 1 0,-1 1 0,3-1 0,0 0 0,0 0 0,0 0 0,0 0 0,0 0 0,0 0 0,0 0 0,0 0 0,0 0 0,0 0 0,1 0 0,-1 0 0,0 0 0,1-1 0,-1 1 0,0 0 0,2 1 0,35 86 0,-31-77 0,0-1 0,0 0 0,12 14 0,3-35 0,-10 2 0,1 0 0,-2-1 0,1 0 0,-2-1 0,1 0 0,12-19 0,19-22 0,-40 50 0,1 0 0,0 1 0,-1-1 0,1 1 0,0 0 0,0-1 0,0 1 0,-1 0 0,1 0 0,0 0 0,1 1 0,-1-1 0,0 0 0,0 1 0,0-1 0,0 1 0,1 0 0,-1-1 0,0 1 0,0 0 0,0 1 0,3-1 0,-3 1 0,-1-1 0,1 1 0,0 0 0,-1-1 0,1 1 0,-1 0 0,1 0 0,-1 0 0,1 0 0,-1 0 0,1 1 0,-1-1 0,0 0 0,0 1 0,0-1 0,0 1 0,0-1 0,0 1 0,0-1 0,0 1 0,0 0 0,-1-1 0,1 1 0,-1 0 0,1 0 0,-1-1 0,0 4 0,2 31 0,-2-22 0,1-1 0,3 21 0,-3-31 0,-1 0 0,1 1 0,0-1 0,0 0 0,1 0 0,-1-1 0,1 1 0,-1 0 0,1 0 0,0-1 0,0 1 0,0-1 0,0 1 0,0-1 0,5 4 0,-3-7 0,0 0 0,-1 0 0,1 0 0,0 0 0,-1 0 0,7-4 0,-6 3 0,8-4 0,-1 0 0,19-14 0,-22 14 0,-1 1 0,1 0 0,0 0 0,0 1 0,0 0 0,0 1 0,1-1 0,9-1 0,51-15 0,-55 15 0,1 0 0,1 0 0,-1 2 0,24-3 0,-37 6 0,0 0 0,1 0 0,-1 0 0,0 0 0,0 0 0,1 1 0,-1-1 0,0 1 0,0 0 0,0-1 0,0 1 0,1 0 0,-1 0 0,0 0 0,-1 1 0,1-1 0,0 0 0,0 1 0,0-1 0,-1 1 0,1 0 0,-1-1 0,3 4 0,-1 13 0,-3-17 0,0 0 0,0 1 0,0-1 0,0 0 0,0 0 0,0 0 0,1 1 0,-1-1 0,0 0 0,1 0 0,-1 0 0,1 0 0,-1 0 0,1 0 0,-1 0 0,1 0 0,0 0 0,0 0 0,-1 0 0,2 1 0,3 0 15,-1-1 0,0 0 0,1 0 0,-1 0 0,0 0 0,1-1 0,6 1 0,-3-1-216,-30-1-1083,7 1-5542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2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 24575,'-49'84'0,"-4"8"0,39-63 0,-3 7 0,0-2 0,-3 0 0,-41 54 0,6-35 0,55-53 0,0 0 0,-1 0 0,1 1 0,0-1 0,0 0 0,0 0 0,-1 0 0,1 0 0,0 1 0,0-1 0,0 0 0,0 0 0,0 0 0,-1 1 0,1-1 0,0 0 0,0 0 0,0 0 0,0 1 0,0-1 0,0 0 0,0 0 0,0 1 0,0-1 0,0 0 0,0 0 0,0 1 0,0-1 0,0 0 0,0 0 0,0 0 0,0 1 0,0-1 0,0 0 0,0 0 0,0 1 0,1-1 0,-1 0 0,0 0 0,0 0 0,0 1 0,0-1 0,1 0 0,12 4 0,17-4 0,1-9 0,58-23 0,-58 19 0,48-12 0,-74 24 0,-1 0 0,1-1 0,0 1 0,0-1 0,-1 0 0,1 0 0,-1-1 0,0 1 0,0-1 0,0 0 0,0 0 0,0 0 0,0-1 0,-1 0 0,0 1 0,1-1 0,-2 0 0,1 0 0,3-6 0,-3 3 0,-1-1 0,0 1 0,0 0 0,0-1 0,-1 1 0,0-1 0,-1 1 0,0-1 0,0 0 0,0 1 0,-4-15 0,0 5-81,-1 0-1,-1 1 1,0 0-1,-1 0 0,-1 0 1,0 1-1,-16-20 1,14 19-632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28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2 0,1 45 0,7 51 0,-5-76 0,1 0 0,1 0 0,1 0 0,14 31 0,-19-50 0,0 0 0,1 1 0,0-1 0,-1 0 0,1 0 0,0 0 0,1 0 0,-1 0 0,1-1 0,-1 1 0,1-1 0,0 1 0,0-1 0,0 0 0,0 0 0,0 0 0,0-1 0,1 1 0,-1-1 0,0 0 0,1 0 0,-1 0 0,1 0 0,0 0 0,-1-1 0,1 0 0,-1 0 0,1 0 0,0 0 0,6-1 0,-1-1 0,0-1 0,-1 0 0,1 0 0,-1-1 0,0 0 0,0 0 0,0-1 0,0 0 0,-1 0 0,0-1 0,10-9 0,7-10 0,-13 12 0,1 1 0,0 1 0,0 0 0,1 0 0,0 1 0,1 1 0,0 0 0,17-7 0,-24 14 0,0 1 0,0 1 0,-1-1 0,1 1 0,0 1 0,0-1 0,-1 1 0,1 0 0,0 0 0,-1 1 0,1 0 0,-1 0 0,1 1 0,-1 0 0,0 0 0,6 4 0,0 3 0,0 0 0,-1 1 0,14 16 0,-19-18 0,1-1 0,0 0 0,1 0 0,0-1 0,0 0 0,1-1 0,-1 1 0,1-2 0,13 7 0,-15-10 0,0 0 0,0-1 0,0 0 0,0 0 0,0-1 0,0 0 0,0 0 0,12-2 0,-2-1 0,0-1 0,23-7 0,-26 5 0,-1-1 0,-1 0 0,1 0 0,-1-1 0,-1-1 0,20-17 0,-15 11 0,0 2 0,20-12 0,-30 22 0,0-1 0,0 1 0,0 1 0,0-1 0,1 1 0,-1 0 0,1 1 0,0-1 0,0 1 0,10 0 0,-13 2-91,-1-1 0,1 1 0,0-1 0,0 1 0,0 0 0,-1 1 0,1-1 0,-1 1 0,1-1 0,-1 1 0,1 0 0,-1 1 0,0-1 0,5 5 0,3 3-6735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33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24575,'-4'5'0,"1"0"0,0 1 0,1-1 0,-1 1 0,1-1 0,0 1 0,1 0 0,-1 0 0,1 0 0,0 11 0,-1 8 0,4 32 0,-2-36 0,1 16 0,1 1 0,2-1 0,2 0 0,1 0 0,1 0 0,3-1 0,19 46 0,-30-80 0,1-1 0,0 0 0,-1 1 0,1-1 0,0 1 0,0-1 0,0 0 0,0 0 0,0 0 0,0 0 0,0 1 0,0-1 0,0 0 0,1-1 0,-1 1 0,0 0 0,1 0 0,-1-1 0,1 1 0,-1 0 0,1-1 0,1 1 0,-1-1 0,0 0 0,0 0 0,0-1 0,1 1 0,-1 0 0,0-1 0,0 1 0,0-1 0,0 0 0,0 0 0,0 0 0,0 0 0,-1 0 0,3-2 0,4-3 0,-1 0 0,0 0 0,0-1 0,-1 0 0,0-1 0,6-9 0,4-12 0,-1 0 0,-1-1 0,-2-1 0,14-55 0,9-23 0,-30 96 0,1 1 0,12-20 0,-18 32 0,1 0 0,-1 0 0,0 0 0,1 0 0,-1 0 0,0 0 0,1 1 0,-1-1 0,1 0 0,-1 0 0,0 0 0,1 0 0,-1 0 0,0 1 0,1-1 0,-1 0 0,0 0 0,0 1 0,1-1 0,-1 0 0,0 0 0,0 1 0,1-1 0,-1 0 0,0 1 0,0-1 0,0 0 0,1 1 0,-1-1 0,0 1 0,0-1 0,0 0 0,0 1 0,0-1 0,0 1 0,8 16 0,49 157 0,3 3 0,-54-161 0,1 3 0,13 25 0,-17-39 0,0 0 0,0 0 0,1 0 0,-1-1 0,1 0 0,0 1 0,0-1 0,1-1 0,6 6 0,-10-8 0,0-1 0,0 1 0,0-1 0,0 1 0,0-1 0,0 0 0,0 1 0,-1-1 0,1 0 0,0 0 0,0 0 0,0 0 0,0 0 0,0 0 0,0 0 0,0 0 0,0 0 0,0 0 0,0 0 0,0-1 0,0 1 0,0 0 0,0-1 0,1 0 0,0-1 0,1 1 0,-1-1 0,0 0 0,0 0 0,-1 0 0,1 0 0,0 0 0,2-5 0,2-3 0,-1-1 0,0 0 0,3-12 0,8-37 0,-2-1 0,7-85 0,-20 137 0,-1 1 0,0-1 0,-1 1 0,0 0 0,0-1 0,0 1 0,-1 0 0,-4-10 0,-27 8 0,-20 7 0,41-2-1365,2 1-5461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34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64 24575,'0'0'0,"-1"1"0,-1 0 0,0 0 0,0 0 0,1 0 0,-1 1 0,1-1 0,-1 0 0,0 3 0,96 22 0,1-4 0,1-4 0,1-4 0,100 1 0,-193-15 0,12 0 0,-1 0 0,0-1 0,0 0 0,16-5 0,-28 6 0,0-1 0,-1 0 0,1 0 0,0 0 0,0 0 0,-1-1 0,1 1 0,-1-1 0,1 0 0,-1 0 0,0 0 0,3-2 0,-4 2 0,0 1 0,0-1 0,0 1 0,-1-1 0,1 0 0,0 1 0,-1-1 0,1 0 0,-1 1 0,0-1 0,0 0 0,1 0 0,-1 0 0,0 1 0,0-1 0,-1 0 0,1 0 0,0 0 0,-1 1 0,1-1 0,-2-3 0,0 0 0,0 1 0,0 0 0,-1-1 0,0 1 0,0 0 0,0 0 0,0 0 0,0 1 0,-1-1 0,0 1 0,0 0 0,0 0 0,0 0 0,0 1 0,0-1 0,-9-2 0,-4-3 0,-1 2 0,-34-8 0,16 7-1365,9 2-5461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35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24575,'1'-1'0,"-1"0"0,1-1 0,0 1 0,0 0 0,-1 0 0,1-1 0,0 1 0,0 0 0,0 0 0,1 0 0,0-1 0,6-6 0,11 137 0,-15-87 0,14 59 0,-17-97 0,2 8 0,0 0 0,1 0 0,11 23 0,-14-33 0,0 0 0,1 0 0,-1 0 0,0 1 0,1-1 0,0 0 0,-1-1 0,1 1 0,0 0 0,0 0 0,0-1 0,0 1 0,0-1 0,1 0 0,-1 0 0,0 0 0,0 0 0,1 0 0,-1 0 0,1 0 0,-1-1 0,1 1 0,-1-1 0,1 0 0,4 0 0,-5 0 0,-1 0 0,1-1 0,-1 1 0,1-1 0,-1 1 0,1-1 0,-1 0 0,0 0 0,0 1 0,1-1 0,-1 0 0,0 0 0,0 0 0,0 0 0,0 0 0,0-1 0,1 0 0,14-26 0,-11 18 0,18-39 0,-3-2 0,-1 0 0,13-64 0,-23 81 0,-5 19 0,0 0 0,1 0 0,1 1 0,0 0 0,10-16 0,-15 29 0,-1 0 0,1 0 0,0 0 0,-1 1 0,1-1 0,0 0 0,0 1 0,0-1 0,0 0 0,0 1 0,0-1 0,0 1 0,0-1 0,0 1 0,0 0 0,0-1 0,0 1 0,0 0 0,0 0 0,0 0 0,0 0 0,0 0 0,0 0 0,0 0 0,0 0 0,0 0 0,0 0 0,0 1 0,0-1 0,1 0 0,-2 1 0,1-1 0,0 1 0,0-1 0,0 1 0,0-1 0,1 2 0,3 2 0,1 0 0,-2 0 0,1 0 0,7 9 0,-1 0 0,-1 1 0,0 1 0,-1-1 0,-1 1 0,0 1 0,-1 0 0,5 17 0,3 16 0,7 53 0,1 2 0,-22-99 0,0 0 0,1 0 0,0 0 0,0-1 0,0 1 0,1-1 0,-1 1 0,1-1 0,0 0 0,1 0 0,6 6 0,-10-10 0,1 0 0,-1 0 0,1 0 0,0 0 0,-1 0 0,1 0 0,0 0 0,-1 0 0,1 0 0,-1 0 0,1-1 0,0 1 0,-1 0 0,1 0 0,-1-1 0,1 1 0,-1-1 0,1 1 0,-1 0 0,1-1 0,-1 1 0,1-1 0,-1 1 0,1-1 0,-1 1 0,0-1 0,1 1 0,-1-1 0,0 1 0,1-2 0,10-18 0,-4 2 0,-1-1 0,-1 0 0,0-1 0,-2 1 0,2-38 0,6-30 0,-9 77 0,-1 5 0,1 1 0,-1-1 0,0 0 0,-1 0 0,1 0 0,-1 0 0,0 0 0,0 0 0,0 0 0,-1 0 0,0 0 0,0 0 0,0 0 0,-1 0 0,-2-6 0,3 10 0,0 0 0,0 1 0,0-1 0,0 0 0,0 0 0,0 0 0,0 1 0,0-1 0,-1 1 0,1-1 0,0 1 0,0-1 0,-1 1 0,1 0 0,0-1 0,-1 1 0,-1 0 0,-31-1 0,16 1 0,-33-6-1365,28 3-5461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35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36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4 315 24575,'-3'-22'0,"4"21"0,1 0 0,0 0 0,-1 0 0,1 0 0,0 0 0,0 1 0,0-1 0,0 0 0,0 1 0,0 0 0,0 0 0,4-1 0,27 2 0,-25-1 0,190 11 0,116 2 0,-312-13 0,57-4 0,-58 4 0,-1 0 0,1-1 0,-1 1 0,1-1 0,-1 1 0,1 0 0,-1-1 0,1 1 0,-1-1 0,1 1 0,-1-1 0,0 0 0,1 1 0,-1-1 0,0 1 0,0-1 0,1 1 0,-1-1 0,0 0 0,0 1 0,0-1 0,0 0 0,0 1 0,0-1 0,0 0 0,0 1 0,0-1 0,0 0 0,0 0 0,-5-24 0,0 12 11,0 0 0,-1 0 0,-1 1 0,0 0 0,-1 0 0,0 1-1,-1 0 1,0 0 0,-1 1 0,-19-17 0,3 7-382,0 1-1,-1 1 1,-44-21 0,26 18-6455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43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53 24575,'-24'-20'0,"18"16"0,-1 0 0,1 0 0,-1 1 0,0 0 0,0 0 0,0 0 0,-1 1 0,1 0 0,0 1 0,-1 0 0,0 0 0,1 0 0,-1 1 0,1 0 0,-9 1 0,10 0 0,1 0 0,0 0 0,0 0 0,-1 1 0,1 0 0,0 0 0,0 0 0,1 1 0,-1-1 0,0 1 0,1 0 0,0 0 0,0 1 0,0 0 0,0-1 0,0 1 0,1 0 0,-1 1 0,1-1 0,0 1 0,1-1 0,-4 7 0,2-2 0,1 1 0,0 1 0,0-1 0,1 0 0,0 1 0,1-1 0,0 1 0,1 0 0,2 16 0,-2-20 0,1-1 0,0 1 0,0-1 0,1 0 0,0 0 0,0 0 0,1 0 0,0 0 0,-1 0 0,2-1 0,-1 1 0,1-1 0,0 0 0,0 0 0,0 0 0,1 0 0,5 3 0,-8-7 0,-1 1 0,1-1 0,0 0 0,0 0 0,0-1 0,0 1 0,0 0 0,1-1 0,-1 1 0,0-1 0,0 0 0,0 1 0,0-1 0,1 0 0,-1-1 0,0 1 0,0 0 0,0 0 0,0-1 0,1 0 0,-1 1 0,0-1 0,0 0 0,0 0 0,0 0 0,0 0 0,-1 0 0,1 0 0,0-1 0,0 1 0,-1-1 0,1 1 0,-1-1 0,2-1 0,5-7 0,0 1 0,-1-1 0,0 0 0,8-19 0,9-24 0,8-13 0,-33 71 0,0 0 0,1 0 0,-1 0 0,1 0 0,0 1 0,1-1 0,-1 0 0,1 0 0,0 0 0,3 9 0,0 4 0,4 60 20,-7-57-297,1 0 0,1 1 0,1-1 0,8 26 0,-9-38-6549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44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24575,'8'19'0,"0"9"0,8 48 0,-14-57 0,1-1 0,1 0 0,0 0 0,2-1 0,0 1 0,1-1 0,17 31 0,-24-47 0,0-1 0,1 1 0,-1 0 0,0 0 0,1-1 0,-1 1 0,1 0 0,-1-1 0,1 1 0,-1 0 0,1-1 0,0 1 0,-1-1 0,1 1 0,0-1 0,-1 1 0,1-1 0,0 1 0,-1-1 0,1 0 0,0 1 0,0-1 0,0 0 0,-1 0 0,1 0 0,0 0 0,0 0 0,0 1 0,-1-1 0,1-1 0,0 1 0,0 0 0,0 0 0,0 0 0,-1 0 0,2-1 0,0-1 0,1 0 0,-1 0 0,0-1 0,0 1 0,0-1 0,0 1 0,0-1 0,2-5 0,12-24 0,13-36 0,-17 37 0,25-45 0,-36 75-72,0-1 1,0 1-1,0 0 0,1-1 0,-1 1 1,0 0-1,0 0 0,1 0 0,-1 0 1,2-1-1,-1 1-504,5-4-6250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46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1 293 24575,'0'0'0,"0"0"0,0 0 0,0 0 0,28 11 0,-21-10 0,1 0 0,-1 0 0,1-1 0,-1 0 0,1 0 0,-1-1 0,1 0 0,-1 0 0,1 0 0,-1-1 0,0-1 0,0 1 0,0-1 0,0 0 0,0 0 0,10-8 0,-7 4 0,-1 0 0,0 0 0,0-1 0,-1 0 0,0 0 0,-1-1 0,0 0 0,0-1 0,-1 1 0,7-14 0,-11 18 0,0-1 0,0 1 0,-1 0 0,1-1 0,-1 1 0,-1-1 0,1 1 0,-1-1 0,0 0 0,0 1 0,0-1 0,-3-9 0,3 13 0,-1 0 0,1 1 0,-1-1 0,1 0 0,-1 0 0,0 1 0,0-1 0,0 0 0,0 1 0,0-1 0,0 1 0,0-1 0,-1 1 0,1 0 0,0 0 0,-1-1 0,1 1 0,-1 0 0,0 0 0,1 0 0,-1 0 0,0 1 0,1-1 0,-1 0 0,0 1 0,0-1 0,0 1 0,1 0 0,-1-1 0,0 1 0,0 0 0,0 0 0,0 0 0,0 1 0,0-1 0,1 0 0,-1 1 0,0-1 0,0 1 0,-2 1 0,-5 1 0,1 1 0,0 0 0,1 0 0,-1 1 0,1-1 0,0 2 0,0-1 0,0 1 0,1 0 0,0 1 0,0-1 0,0 1 0,1 1 0,-6 10 0,7-12 0,1 0 0,0 0 0,0 0 0,0 1 0,1-1 0,0 0 0,0 1 0,1 0 0,0 0 0,0-1 0,0 1 0,1 0 0,0 0 0,0 0 0,1-1 0,0 1 0,0 0 0,1-1 0,3 10 0,-3-12 0,1 0 0,-1 0 0,1-1 0,0 1 0,0-1 0,0 0 0,1 0 0,-1 0 0,1 0 0,0 0 0,0-1 0,6 3 0,50 21 0,-54-24 0,0 0 0,1 0 0,-1-1 0,0 0 0,1 0 0,-1 0 0,0-1 0,1 0 0,-1 0 0,0-1 0,1 0 0,-1 0 0,0 0 0,0-1 0,1 0 0,-1 0 0,0 0 0,-1-1 0,10-5 0,-9 3 0,0 1 0,0-1 0,0-1 0,-1 1 0,0-1 0,0 0 0,-1 0 0,1 0 0,-1-1 0,-1 1 0,1-1 0,-1 0 0,0 0 0,-1 0 0,4-15 0,13-112 0,-6 31 0,-13 103 0,0 0 0,1 0 0,-1 1 0,1-1 0,-1 0 0,0 0 0,1 0 0,-1 0 0,0 1 0,1-1 0,-1 0 0,0 0 0,1 1 0,-1-1 0,0 0 0,1 1 0,-1-1 0,0 0 0,0 1 0,0-1 0,1 0 0,-1 1 0,0-1 0,0 0 0,0 1 0,0-1 0,0 1 0,1-1 0,-1 0 0,0 1 0,0 0 0,9 18 0,3 15 0,-1 1 0,-1 0 0,-2 1 0,4 49 0,6 28 0,-21-138 0,0 0 0,2 1 0,0-1 0,7-47 0,-6 69 0,1-1 0,0 1 0,0 0 0,0 0 0,0 0 0,0 0 0,1 0 0,0 0 0,-1 1 0,1-1 0,0 0 0,0 1 0,0 0 0,1-1 0,-1 1 0,1 0 0,-1 0 0,1 0 0,0 0 0,-1 1 0,1-1 0,0 1 0,0 0 0,0 0 0,6-2 0,3 0 0,0 1 0,0 0 0,1 1 0,-1 0 0,17 1 0,59 6 0,25 1 0,-110-7 0,0 0 0,-1-1 0,1 1 0,0-1 0,-1 1 0,1-1 0,0 0 0,-1 0 0,1 0 0,-1 0 0,1-1 0,-1 1 0,0-1 0,4-2 0,-6 3 0,1 0 0,0 1 0,-1-1 0,1 0 0,0 0 0,-1 0 0,1 0 0,-1 0 0,1 1 0,-1-1 0,0 0 0,1 0 0,-1 0 0,0 0 0,0 0 0,0 0 0,0 0 0,0 0 0,0-1 0,0 1 0,0 0 0,0 0 0,0 0 0,0 0 0,-1 0 0,1 0 0,0 0 0,-1 1 0,1-1 0,-1 0 0,1 0 0,-1 0 0,1 0 0,-1 0 0,0 1 0,1-1 0,-1 0 0,0 0 0,-1 0 0,0 0 0,0 0 0,0-1 0,0 1 0,0 1 0,0-1 0,0 0 0,0 0 0,0 1 0,0-1 0,0 1 0,-1 0 0,1 0 0,0 0 0,0 0 0,0 0 0,-1 0 0,1 0 0,0 1 0,-4 1 0,2-1 0,0 0 0,0 0 0,0 0 0,1 1 0,-1 0 0,0 0 0,1 0 0,0 0 0,-1 0 0,-2 4 0,1-1 0,1 0 0,1 0 0,-1 0 0,1 1 0,0-1 0,0 1 0,0 0 0,1 0 0,0 0 0,0 0 0,1 1 0,-1-1 0,2 0 0,-1 1 0,0-1 0,1 1 0,2 11 0,-1-10 0,0 0 0,1 0 0,0 0 0,1 0 0,0 0 0,0-1 0,1 1 0,0-1 0,0 0 0,1 0 0,-1 0 0,2-1 0,6 8 0,-10-12 0,-1-1 0,1 0 0,-1 1 0,1-1 0,-1 0 0,1 0 0,-1 0 0,1 0 0,0-1 0,0 1 0,-1 0 0,1-1 0,0 1 0,0-1 0,0 1 0,0-1 0,0 0 0,-1 0 0,1 0 0,3-1 0,-1 1 0,-1-1 0,0 0 0,1-1 0,-1 1 0,0-1 0,0 1 0,0-1 0,0 0 0,0 0 0,3-4 0,3-3 0,0 0 0,-1 0 0,0-1 0,-1 0 0,7-13 0,-11 14 0,1 0 0,-1 0 0,0-1 0,-1 0 0,0 1 0,-1-1 0,1-13 0,0 0 0,-3 15 0,-4 13 0,-5 14 0,9-12 0,1 0 0,0 1 0,0-1 0,1 1 0,0-1 0,0 0 0,0 1 0,1-1 0,0 0 0,1 0 0,-1 0 0,7 10 0,-6-11 0,0-1 0,0 0 0,0 0 0,1 0 0,-1 0 0,1-1 0,0 1 0,1-1 0,-1 0 0,1-1 0,0 1 0,0-1 0,0 0 0,0 0 0,11 5 0,-10-7 0,0-1 0,0 1 0,0-1 0,1 0 0,-1 0 0,0-1 0,0 0 0,0 0 0,0 0 0,0-1 0,-1 0 0,1 0 0,0-1 0,-1 1 0,1-1 0,6-5 0,5-3 0,-1-1 0,-1-1 0,25-24 0,-25 21 0,0-1 0,21-33 0,-30 41 0,-1-1 0,0 0 0,0 0 0,-1 0 0,0 0 0,-1-1 0,3-16 0,-6 26 0,1-1 0,-1 1 0,0 0 0,0 0 0,0 0 0,0 0 0,0 0 0,0 0 0,0 0 0,-1 0 0,1 0 0,0 0 0,-1 0 0,1 0 0,0 0 0,-1 0 0,1 0 0,-1 0 0,0 0 0,1 0 0,-1 0 0,0 1 0,1-1 0,-1 0 0,-2-1 0,1 1 0,0 0 0,0 0 0,0 1 0,0-1 0,0 0 0,-1 1 0,1 0 0,0-1 0,0 1 0,-1 0 0,-3 0 0,-3 1 0,0 1 0,-1-1 0,1 2 0,-15 4 0,17-3 0,0-1 0,1 1 0,-1 1 0,1 0 0,0-1 0,0 2 0,0-1 0,1 1 0,-1 0 0,2 0 0,-1 0 0,1 1 0,0 0 0,0 0 0,0 0 0,1 0 0,-4 13 0,4-11 0,0 0 0,1 0 0,0 0 0,1 1 0,0-1 0,0 0 0,1 0 0,0 1 0,1-1 0,0 0 0,0 0 0,1 1 0,0-1 0,6 15 0,-6-21 0,-1 0 0,1 0 0,0 0 0,0 0 0,0 0 0,0 0 0,0-1 0,1 1 0,-1-1 0,1 0 0,-1 1 0,1-1 0,0 0 0,0-1 0,0 1 0,0-1 0,0 1 0,0-1 0,1 0 0,-1 0 0,0 0 0,1 0 0,-1-1 0,1 1 0,-1-1 0,1 0 0,-1 0 0,0 0 0,1-1 0,4 0 0,0-1 0,0-1 0,0 1 0,0-1 0,0 0 0,0-1 0,-1 0 0,1 0 0,-1-1 0,0 0 0,0 0 0,7-9 0,0-1 0,-2-1 0,0 0 0,0-1 0,-2 0 0,0 0 0,-1-1 0,-1-1 0,0 0 0,-2 0 0,0 0 0,-1-1 0,2-22 0,-36 332 0,26 4 0,5-225 0,0-34 0,-2 1 0,-1-1 0,-9 55 0,9-85 0,0-1 0,-1 1 0,1 0 0,-1-1 0,0 1 0,-1-1 0,1 1 0,-1-1 0,0 0 0,0 0 0,0 0 0,0-1 0,-1 1 0,1-1 0,-1 0 0,0 0 0,0 0 0,0 0 0,-1-1 0,1 0 0,-1 1 0,1-2 0,-1 1 0,0 0 0,1-1 0,-1 0 0,-8 1 0,4-1 0,-1-1 0,1 0 0,-1 0 0,1-1 0,-1 0 0,1 0 0,0-1 0,0 0 0,0-1 0,0 0 0,0-1 0,0 1 0,-12-9 0,14 7 14,0 0-1,0-1 0,0 0 0,1 0 1,0 0-1,0-1 0,1 0 1,-9-14-1,7 7-384,0 0-1,1 0 1,-9-30 0,6 8-6455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46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20 268 24575,'34'0'0,"0"-2"0,34-6 0,-53 6 0,0-2 0,0 0 0,0 0 0,-1-2 0,0 0 0,24-13 0,-34 16 0,0 0 0,0 0 0,-1 0 0,1-1 0,-1 1 0,0-1 0,0 1 0,-1-1 0,1 0 0,-1 0 0,0 0 0,0-1 0,0 1 0,0 0 0,-1-1 0,1 1 0,-1-1 0,-1 0 0,1 1 0,0-1 0,-1-5 0,0 5 0,0 0 0,-1 0 0,1 0 0,-1 0 0,0 0 0,0 0 0,-1 0 0,0 0 0,0 0 0,0 0 0,0 1 0,-1-1 0,1 1 0,-1 0 0,0 0 0,0 0 0,-1 0 0,-6-5 0,7 6 0,-1 0 0,-1 0 0,1 0 0,0 1 0,-1 0 0,1 0 0,-1 0 0,1 1 0,-1-1 0,0 1 0,0 0 0,0 1 0,1-1 0,-1 1 0,0 0 0,-7 0 0,4 2 0,1-1 0,0 1 0,0 0 0,0 1 0,0 0 0,0 0 0,1 0 0,-1 1 0,1 0 0,-7 5 0,2 0 0,1 1 0,0 0 0,0 0 0,1 1 0,0 0 0,1 0 0,0 1 0,1 0 0,0 1 0,-10 26 0,13-26 0,1 0 0,0 0 0,0 0 0,2 1 0,-1-1 0,2 1 0,0 0 0,0-1 0,2 1 0,-1-1 0,8 27 0,-6-31 0,1 1 0,0-1 0,0-1 0,1 1 0,0-1 0,1 1 0,0-1 0,0-1 0,1 1 0,-1-1 0,2-1 0,-1 1 0,1-1 0,0 0 0,0-1 0,0 0 0,12 5 0,-10-5 11,0-1 0,0-1 0,1 1 0,-1-2 0,1 1 0,0-2-1,0 1 1,0-1 0,0-1 0,12-1 0,-9 0-197,1-2 1,-1 0-1,0 0 0,0-1 1,0-1-1,0 0 1,13-8-1,-16 7-6640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50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24575,'6'30'0,"-1"-2"0,2-1 0,1-1 0,1 1 0,1-2 0,2 1 0,14 24 0,-25-48 0,0 0 0,1-1 0,-1 1 0,1 0 0,-1-1 0,1 1 0,-1-1 0,1 0 0,0 1 0,0-1 0,0 0 0,-1 0 0,1 0 0,0 0 0,0 0 0,1-1 0,-1 1 0,0-1 0,3 1 0,-1-1 0,-1 0 0,1 0 0,0-1 0,-1 1 0,1-1 0,-1 0 0,1 0 0,-1-1 0,1 1 0,5-3 0,2-3 0,0-1 0,0 0 0,0 0 0,-1-1 0,12-14 0,16-23 3,-2-3-1,42-73 1,-21 30-1376,-51 83-5453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51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0,2 11 0,10 64 0,3 126 0,-4-22 0,-10-174 0,-1-1 0,1 1 0,0-1 0,0 1 0,1-1 0,-1 0 0,1 1 0,0-1 0,0 0 0,1 0 0,4 6 0,-6-8 0,1-1 0,-1 1 0,1-1 0,0 0 0,0 0 0,-1 1 0,1-1 0,0 0 0,0-1 0,0 1 0,0 0 0,0-1 0,0 1 0,0-1 0,0 1 0,0-1 0,0 0 0,0 0 0,0 0 0,0 0 0,1 0 0,-1 0 0,0-1 0,0 1 0,0-1 0,0 0 0,0 1 0,2-2 0,10-5 0,1 0 0,-1-1 0,0-1 0,0 0 0,18-16 0,58-63 0,-72 70 0,65-72-1365,-50 54-5461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6:51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89 24575,'-6'318'0,"6"-282"0,-2-22 0,2 0 0,0 0 0,0 0 0,1 0 0,1 0 0,7 24 0,-9-36 0,1-1 0,-1 1 0,1 0 0,0-1 0,-1 1 0,1-1 0,0 1 0,0-1 0,0 0 0,0 1 0,1-1 0,-1 0 0,0 0 0,1 0 0,-1 1 0,0-1 0,1-1 0,-1 1 0,1 0 0,-1 0 0,1-1 0,0 1 0,-1 0 0,1-1 0,0 0 0,-1 1 0,1-1 0,0 0 0,0 0 0,-1 0 0,1 0 0,0 0 0,0 0 0,-1-1 0,1 1 0,0-1 0,-1 1 0,1-1 0,-1 1 0,1-1 0,0 0 0,-1 0 0,3-1 0,5-4 0,-1 0 0,1 0 0,-1-1 0,0 0 0,-1 0 0,8-9 0,148-201 0,-70 88 0,11-8-1365,-67 89-5461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9:03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24575,'0'0'0,"0"0"0,0 0 0,460-16 0,-10 1 0,397 1 0,-202 7 0,-124 4 0,-477 2 0,55 0 0,150-23 0,-241 22-117,15-1 364,-23 3-283,1 0-1,-1 0 1,1 0-1,-1 0 1,0 0 0,1 0-1,-1 0 1,1 0-1,-1 0 1,1 0-1,-1 1 1,0-1-1,1 0 1,-1 0-1,1 0 1,-1 1-1,0-1 1,1 0-1,-1 0 1,0 1-1,1-1 1,-1 0-1,0 1 1,0-1 0,1 0-1,-1 1 1,0-1-1,0 1 1,0-1-1,1 0 1,-1 1-1,0-1 1,0 1-1,0-1 1,0 0-1,0 1 1,0-1-1,0 1 1,0-1-1,0 1 1,0 6-6790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9:50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24575,'10'-10'0,"-5"6"0,-1-1 0,1 1 0,-1-1 0,-1 1 0,1-1 0,-1 0 0,1 0 0,3-11 0,-6 15 0,-1-1 0,1 1 0,0-1 0,0 1 0,-1 0 0,1 0 0,0-1 0,0 1 0,0 0 0,0 0 0,0 0 0,3-2 0,-4 3 0,1-1 0,0 1 0,-1 0 0,1 0 0,-1-1 0,1 1 0,0 0 0,-1 0 0,1 0 0,0 0 0,-1 0 0,1 0 0,0 0 0,-1 0 0,1 0 0,0 0 0,-1 0 0,1 1 0,0-1 0,1 0 0,-1 1 0,0 0 0,1 1 0,-1-1 0,0 0 0,1 0 0,-1 1 0,0-1 0,0 0 0,0 1 0,0-1 0,0 1 0,-1-1 0,1 1 0,0 0 0,-1-1 0,1 1 0,-1 0 0,1-1 0,-1 1 0,0 3 0,1 42 0,-2-31 0,2 0 0,3 28 0,-3-40 0,0 0 0,-1-1 0,2 1 0,-1 0 0,0-1 0,1 1 0,0-1 0,0 0 0,0 1 0,0-1 0,0 0 0,0 0 0,1 0 0,0-1 0,0 1 0,-1-1 0,1 1 0,1-1 0,-1 0 0,0 0 0,0 0 0,5 1 0,-2-1 0,0-1 0,0 1 0,1-1 0,-1 0 0,1-1 0,-1 1 0,1-1 0,-1-1 0,1 1 0,-1-1 0,1 0 0,7-3 0,6-2 0,-1-1 0,0 0 0,-1-2 0,35-21 0,62-53 0,-49 32 0,-60 47 0,0 0 0,-1 0 0,2 0 0,-1 1 0,0 0 0,1 0 0,-1 0 0,1 1 0,0 0 0,0 0 0,-1 1 0,1 0 0,0 0 0,14 1 0,-19 1 0,0-1 0,1 1 0,-1 0 0,0 0 0,0 0 0,0 0 0,0 1 0,0-1 0,0 0 0,0 1 0,0 0 0,-1-1 0,1 1 0,-1 0 0,1 0 0,-1 0 0,0 0 0,1 0 0,-1 0 0,0 0 0,1 4 0,3 6 0,-1 0 0,4 21 0,-6-27 0,7 43 0,-6-30 0,0 0 0,1 0 0,1-1 0,14 32 0,-17-46 0,0 1 0,0-1 0,1 0 0,0 0 0,0-1 0,0 1 0,0 0 0,0-1 0,1 0 0,-1 0 0,1 0 0,0 0 0,0-1 0,0 1 0,1-1 0,-1 0 0,0 0 0,1-1 0,-1 1 0,1-1 0,0 0 0,-1 0 0,1-1 0,6 1 0,2-2 0,-1 0 0,1 0 0,-1-1 0,1-1 0,-1 0 0,0-1 0,0 0 0,-1-1 0,1 0 0,13-9 0,16-11 0,50-41 0,-48 34 0,-9 5 0,-20 15 0,1 0 0,1 1 0,0 1 0,29-14 0,-40 22 0,-1 0 0,0 1 0,0-1 0,1 1 0,-1 1 0,1-1 0,-1 0 0,1 1 0,-1 0 0,1 0 0,-1 1 0,1-1 0,-1 1 0,1 0 0,-1 0 0,0 0 0,1 1 0,-1-1 0,0 1 0,0 0 0,0 0 0,0 1 0,0-1 0,-1 1 0,4 3 0,-2-2 0,-1 1 0,1 0 0,-1 0 0,-1 0 0,1 0 0,-1 1 0,1-1 0,3 11 0,13 52 0,-16-51 0,1 0 0,11 28 0,-14-41 0,1 0 0,-1 0 0,1 0 0,0 0 0,0 0 0,0 0 0,0-1 0,1 1 0,-1-1 0,1 0 0,0 0 0,0 0 0,0-1 0,0 1 0,7 2 0,-3-3 0,-1 0 0,0 0 0,1 0 0,-1-1 0,1-1 0,0 1 0,-1-1 0,1 0 0,7-2 0,9-2 0,0-1 0,-1-2 0,0 0 0,0-1 0,25-13 0,113-71 0,-17 9 0,-139 80 0,1 0 0,0 1 0,0-1 0,1 1 0,-1 1 0,0-1 0,0 1 0,13-1 0,-15 2 0,0 1 0,-1-1 0,1 1 0,0 0 0,-1 0 0,1 0 0,-1 0 0,1 1 0,-1-1 0,0 1 0,1 0 0,-1 0 0,0 0 0,0 1 0,0-1 0,4 6 0,2 2 0,-1 1 0,0 1 0,0-1 0,-2 1 0,9 18 0,1 4 0,-13-30 0,0 1 0,0-1 0,0 0 0,0 0 0,1 0 0,0-1 0,0 1 0,0-1 0,0 0 0,0 0 0,0 0 0,1-1 0,0 0 0,-1 1 0,1-2 0,0 1 0,0 0 0,0-1 0,0 0 0,0 0 0,0-1 0,1 1 0,8-1 0,5-1 0,-1-1 0,1 0 0,-1-2 0,0 0 0,25-9 0,16-9 0,-1-2 0,-1-3 0,-2-2 0,70-49 0,-123 77 0,0-1 0,-1 1 0,1 0 0,0 0 0,0 0 0,1 0 0,-1 0 0,0 1 0,0-1 0,0 1 0,0-1 0,1 1 0,-1 0 0,0 0 0,1 0 0,-1 0 0,0 0 0,0 0 0,4 1 0,-4 0 0,1 1 0,0-1 0,0 0 0,-1 1 0,1 0 0,-1 0 0,0 0 0,1 0 0,-1 0 0,0 0 0,0 0 0,3 5 0,1 3 0,0 0 0,-1 0 0,0 1 0,-1 0 0,0 0 0,2 12 0,-5-19 0,0-1 0,0 0 0,0 1 0,0-1 0,0 0 0,1 0 0,-1 0 0,1 0 0,0 0 0,0 0 0,0 0 0,0-1 0,1 1 0,-1-1 0,1 0 0,-1 1 0,1-1 0,6 3 0,-5-3 0,0-1 0,1 0 0,-1 0 0,1 0 0,0 0 0,-1-1 0,1 1 0,0-1 0,-1-1 0,1 1 0,0-1 0,-1 1 0,9-4 0,18-5 0,-1-1 0,0-1 0,29-17 0,83-53 0,-16 8 0,-108 65-455,0 0 0,19-5 0,-29 11-6371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09:57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24575,'23'8'0,"6"-1"0,1-2 0,-1 0 0,53 0 0,-73-5 0,425-16 0,-349 9 0,243-23 0,235-12 0,-246 31-126,674-13-602,-878 25 820,320-8 670,-326-7-762,-102 12-59,-6 1 191,-10-1-1216,10 1 730,-11 0-6472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10:0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24575,'2'0'0,"0"1"0,0 0 0,0-1 0,0 1 0,0 0 0,-1 0 0,1 0 0,0 0 0,-1 1 0,3 0 0,11 9 0,13-3 0,1-2 0,-1 0 0,1-2 0,45 2 0,29 4 0,262 60 0,77 16 0,-314-65 0,33 5 0,287 8 0,89-8 0,-120-2 0,-209-13 0,53 2 0,-34-6 0,245-5 0,-256-17 0,365-21 0,-288 20 0,146-2 0,247-6 0,-360 8 0,89-9 0,116-4 0,458-13 0,-291 33 0,-468 11 0,82-4 0,244 5 0,96 18 0,-298 2 0,77 4 0,217 16 0,-208-11 0,-154-13 0,27-4 0,9 1 0,132 4 104,56 5-1573,-499-24-5357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10:1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1243 24575,'30'35'0,"-24"-27"0,0-1 0,0 0 0,0 0 0,1 0 0,13 9 0,-7-8 0,1-1 0,0 0 0,0-1 0,0-1 0,1 0 0,0-1 0,0 0 0,0-1 0,1-1 0,-1-1 0,25 0 0,-20-3 0,-1-1 0,1-1 0,37-12 0,55-29 0,-78 30 0,1 1 0,1 1 0,49-10 0,-61 20 0,0 1 0,-1 1 0,1 1 0,41 5 0,94 24 0,-16-1 0,91-13 0,-77-9 0,11 1 0,75 7 0,-182-6 0,334 24 0,-352-31 0,-1 2 0,1 1 0,73 18 0,-75-13 0,0-2 0,79 2 0,88-13 0,-140 1 0,0-3 0,1-3 0,70-19 0,-3 0 0,-3 12 0,208-1 0,-330 17 0,1 0 0,0 0 0,0 1 0,-1 1 0,1 0 0,-1 1 0,0 0 0,1 0 0,-1 1 0,-1 1 0,1 0 0,-1 0 0,0 1 0,16 12 0,-15-10 0,0 0 0,0-1 0,0-1 0,1 0 0,0 0 0,0-1 0,1-1 0,-1 0 0,1-1 0,0 0 0,23 2 0,-17-5 0,1 0 0,-1-2 0,0 0 0,0-1 0,0 0 0,0-2 0,25-9 0,8-7 0,74-43 0,-6 3 0,-113 58 0,0-1 0,0 1 0,1 1 0,-1-1 0,0 1 0,1 1 0,0-1 0,-1 1 0,1 1 0,0-1 0,0 1 0,-1 1 0,1 0 0,0 0 0,0 0 0,-1 1 0,1 0 0,-1 0 0,0 1 0,0 0 0,0 0 0,0 1 0,12 7 0,6 7 0,-14-10 0,0 0 0,1 0 0,1-1 0,-1 0 0,1-1 0,25 8 0,-31-12 0,-1-1 0,1 0 0,-1-1 0,1 1 0,0-1 0,-1-1 0,1 1 0,-1-1 0,1 0 0,8-3 0,1-1 0,0-2 0,24-13 0,0 0 0,-36 19 0,0-1 0,0 0 0,0 1 0,1 0 0,-1 0 0,1 0 0,-1 1 0,0 0 0,1-1 0,-1 1 0,1 1 0,-1-1 0,1 1 0,-1 0 0,1 0 0,4 1 0,4 4 0,0 0 0,0 1 0,20 13 0,-23-13 0,0 0 0,0-1 0,0-1 0,1 0 0,0 0 0,19 5 0,27-3 0,-43-6 0,-1 0 0,1 1 0,0 1 0,-1 0 0,0 1 0,20 8 0,33 25 0,-41-22 0,37 17 0,-51-28 0,-1 0 0,1-1 0,0 0 0,0-1 0,1 0 0,-1-1 0,12 0 0,0-2 0,0-1 0,0-2 0,41-11 0,-44 9 0,0 1 0,1 1 0,-1 1 0,1 1 0,27 0 0,88 17 0,-80-7 0,104 0 0,-6-26 0,-121 11 0,0 2 0,0 2 0,0 1 0,1 1 0,45 6 0,-59-2 0,145 17 0,-140-19 0,1-1 0,-1-2 0,0 0 0,41-9 0,10-8 0,-12 2 0,2 2 0,0 4 0,77-4 0,-39 13 0,163-5 0,-259 6 0,64-3 0,127-23 0,-69-1 0,172-14 0,-149 27 0,-66 4 0,167 3 0,-64 17 0,-46-4 0,150 24 0,-187-13 0,1-5 0,1-5 0,-1-4 0,111-13 0,-168 7 0,-1 2 0,1 2 0,-1 3 0,0 1 0,0 3 0,65 18 0,-80-15 0,1-2 0,0-1 0,0-2 0,0-1 0,1-2 0,-1-2 0,70-7 0,42-25 0,-79 16 0,83-9 0,-129 23 0,0 1 0,0 1 0,0 1 0,0 1 0,0 1 0,0 0 0,39 13 0,-56-13 0,133 40 0,-111-36 0,0-1 0,0-2 0,30 1 0,90-3 0,-72-3 0,1 4 0,94 15 0,-153-15 0,148 23 0,-131-22 0,0-2 0,63-5 0,-79 1 0,42-5 0,0 3 0,90 6 0,-89 11 0,-60-13 0,0-1 0,-1 1 0,1 0 0,0 0 0,0 0 0,0-1 0,-1 1 0,1-1 0,0 0 0,-1 1 0,1-1 0,0 0 0,-1 0 0,1 0 0,-1 0 0,1 0 0,-1-1 0,0 1 0,1 0 0,-1-1 0,0 1 0,0 0 0,0-1 0,0 1 0,1-4 0,4-4 0,-1-1 0,7-18 0,5-14 0,-3-1 0,-1 0 0,-2-1 0,-2 0 0,5-58 0,0-213 0,-14 296 0,0 0 0,-1 0 0,-1 0 0,-1 0 0,0 0 0,-2 0 0,-10-27 0,10 33 0,-1 1 0,-1 0 0,0 0 0,0 0 0,-1 1 0,-1 0 0,0 1 0,0 0 0,-1 0 0,0 1 0,-14-10 0,-18-9 0,-2 2 0,-51-23 0,-98-33 0,131 56 0,5 7 0,-1 1 0,-114-17 0,70 16 0,-9-1 0,-158-7 0,104 14 0,-116-3 0,-739-28 0,570 30 0,262 13 0,-116-2 0,-181-4 0,-422 8 0,841 3 0,1 2 0,0 4 0,-77 20 0,91-15 0,1 2 0,1 3 0,1 1 0,-69 42 0,91-47 0,1 2 0,0 1 0,2 1 0,0 1 0,1 1 0,1 1 0,2 0 0,-22 33 0,27-34 0,2 1 0,0 0 0,1 1 0,2 0 0,0 0 0,1 1 0,2 0 0,1 0 0,0 1 0,0 30 0,4-14 0,2 0 0,1 0 0,3 1 0,1-2 0,2 1 0,2-1 0,30 77 0,-27-87 0,2 0 0,1-1 0,2-1 0,0-1 0,2-1 0,1 0 0,1-2 0,1 0 0,2-1 0,36 27 0,-38-37 0,0 0 0,1-2 0,1-1 0,0-1 0,38 10 0,-7-1 0,209 60-1365,-243-74-5461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10:2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3681 130 24575,'-42'8'0,"-1"-3"0,-65 1 0,-280-25 0,97 1 0,-3 26 0,-296 73 0,539-72 0,-1-3 0,1-2 0,-54-3 0,76-3 0,-1-1 0,1-1 0,0-1 0,1-2 0,-1-1 0,-48-21 0,26 2 0,2-1 0,-56-43 0,96 66 0,0 0 0,0 1 0,-1-1 0,1 2 0,-1-1 0,0 2 0,0-1 0,0 1 0,-1 1 0,1-1 0,0 2 0,-1 0 0,1 0 0,-1 1 0,-11 2 0,-17 4 0,0 2 0,-57 21 0,89-27 0,-59 19 0,-140 44 0,163-55 0,0-1 0,-84 5 0,-113 10-19,150-14-1327,48-6-5480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10:27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0,19 12 0,-11-7 0,278 183 0,-257-167 0,1-1 0,2-1 0,61 26 0,-76-38 0,0-2 0,0 0 0,1-1 0,-1-1 0,1 0 0,0-1 0,0-1 0,0-1 0,34-4 0,12-9 0,0-3 0,114-45 0,4 0 0,-147 51 0,1 2 0,1 1 0,56-2 0,-66 9 0,0 1 0,0 1 0,0 1 0,-1 1 0,42 13 0,-36-7 0,45 14 0,156 27 0,-176-46 0,0-2 0,116-9 0,113-36 0,-124 21 0,0 6 0,263 11 0,-416 4 0,423 32 0,-384-24 0,-2 2 0,1 2 0,-1 2 0,-1 2 0,-1 2 0,0 1 0,42 27 0,55 53-1365,-90-59-5461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2:10:29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83 385 24575,'-20'-3'0,"13"2"0,-1 0 0,0 0 0,0-1 0,1 0 0,-1 0 0,-8-5 0,34 15 0,0 0 0,1-1 0,-1-1 0,31 5 0,-30-9 0,1-2 0,-1 0 0,0-1 0,1-1 0,-1 0 0,30-9 0,-2 1 0,192-36 0,62-11 0,8 26 0,213-11 0,-155 2 0,382-58 0,-658 74 0,-59 15 0,41-7 0,-92 2-74,14 10-1217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44B7-0F09-4F92-9A44-784D065DED1D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61845-5B11-45E1-A96F-59C52542A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5:notes"/>
          <p:cNvSpPr txBox="1">
            <a:spLocks noGrp="1"/>
          </p:cNvSpPr>
          <p:nvPr>
            <p:ph type="body" idx="1"/>
          </p:nvPr>
        </p:nvSpPr>
        <p:spPr>
          <a:xfrm>
            <a:off x="709613" y="4349750"/>
            <a:ext cx="5683250" cy="35575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0:notes"/>
          <p:cNvSpPr txBox="1">
            <a:spLocks noGrp="1"/>
          </p:cNvSpPr>
          <p:nvPr>
            <p:ph type="body" idx="1"/>
          </p:nvPr>
        </p:nvSpPr>
        <p:spPr>
          <a:xfrm>
            <a:off x="709613" y="4349750"/>
            <a:ext cx="5683250" cy="35575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B2C4-10CE-3CCD-E7C7-0ABE8D84D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E56B2-A526-0CF7-7A09-6F610FF73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D9C06-C4D3-5547-2F7D-9AD74D7A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D80DC-61B0-DFE1-06B0-0BD91CD9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2E2A5-B37A-020A-D03C-CC7C1385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8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5EFC-71B8-37E2-2B2F-1BC58A8F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5973-C70E-BA98-37BB-16984B2E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04C7-3FE9-4367-19AD-C0DF0CD8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BC87D-2060-B3BF-3CE9-F8626C4B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E7895-4DD0-EE60-A699-36F93867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1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6E7C-C0A2-1FBA-275C-64A4E605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B94B8-A3B3-A468-BDA9-59F45D60B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A03AD-F30F-3603-673F-D0E66E0D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12193-0C81-F02A-EF9A-E56DA75F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25053-44A4-37BD-8F5B-9181BCE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6E81-F6E0-4FF1-88CE-06B97517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36B22-1F3E-ABF2-D471-16D66ADC5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74A19-A624-FAF1-70AB-06D58762A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7A979-7AA4-3EE7-EF96-B89B8E2A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294F6-54D6-478F-B5C9-E191AAB7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4FA3C-3820-4DBE-57C6-6136EACE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5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5B90-6C26-9EA4-7156-A41577AD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1A390-2353-02E6-6A51-7FCF7C34C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9FBC9-234A-4846-A088-C8D9AD46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DAA8F-9EF4-5661-D9DA-26DEDAC0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33C06-B521-523C-6BF5-1B13B72B3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EFDAD-CE31-2F26-A27C-0A6F9CD8E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0E4C9-CAB8-86E7-3309-945035C8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3B59B-834F-9A95-E7A0-B0BC1FBC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4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5C54-030D-A929-F605-E7B32AA8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F9EE3-71F6-6D4E-55DE-BF192028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6A95-8596-2F03-C334-68C13E1F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8977B-BDDC-11E2-56B5-3AAB31FF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D7C3D-4D6B-51E7-C898-E238B0B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59189-776A-1222-E1F8-28C14CEC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11FD4-AF4C-83E8-0AB9-C52EAC4D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C820-7282-8E2C-9E8C-B9956EEE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E431-C3C8-B643-9CF7-1A3D7524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6FF46-E0FB-9B37-50B7-286DA4271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92902-3A6D-5B6E-6CFE-EC637A58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F2DDE-D8A3-5F1A-FFA7-850A8D59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D4B35-A3A4-CB4F-FFC6-F304A690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4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3CE1-5044-31CE-E81B-F95B25D3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6B3E8-0EB2-E3AA-87B4-1E3F1B56A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29832-51E5-1222-8B11-93F1DAD79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FC9DC-C681-47DD-8FD6-47849601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C0F5F-95A9-C0D3-2AB4-1C80D0BC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C12FB-F799-1EA2-1AE3-6FB867A8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0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EE86-5435-3E5C-38F1-AE228E6F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7F1DE-DB67-D5BE-733E-CB412970A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505A1-EA39-C94A-2758-5EC951B0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F675B-13CA-B5C3-CA9F-10D265CD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91B7-1E2D-FFB5-D3EC-A7439861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0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A8079-ACD4-EFDF-A0BD-62DAF64D9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B673D-0F22-3FC1-76B4-DD0A8FF40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161C-91B7-73E7-00DC-50982ED3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53B2-B029-2AB8-7F35-66C2E2C4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34C8-DF66-200E-08AE-F34BFF5A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0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CE6B3-EE2B-9D87-9930-C117E81B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A441D-EACF-12D7-0921-2B0ABB02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EB2C0-36C5-5E54-488E-680CDA2ED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5F902-242D-45E3-8B9C-71BAEF34B8D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5CC8C-CFBD-A8ED-3693-26C19CA12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080A-5043-2464-332E-9F272DC50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1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8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8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11" Type="http://schemas.openxmlformats.org/officeDocument/2006/relationships/image" Target="../media/image7.png"/><Relationship Id="rId24" Type="http://schemas.openxmlformats.org/officeDocument/2006/relationships/customXml" Target="../ink/ink14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6.xml"/><Relationship Id="rId10" Type="http://schemas.openxmlformats.org/officeDocument/2006/relationships/customXml" Target="../ink/ink7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4.xml"/><Relationship Id="rId9" Type="http://schemas.openxmlformats.org/officeDocument/2006/relationships/image" Target="../media/image6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5.png"/><Relationship Id="rId30" Type="http://schemas.openxmlformats.org/officeDocument/2006/relationships/customXml" Target="../ink/ink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2.png"/><Relationship Id="rId18" Type="http://schemas.openxmlformats.org/officeDocument/2006/relationships/customXml" Target="../ink/ink25.xml"/><Relationship Id="rId26" Type="http://schemas.openxmlformats.org/officeDocument/2006/relationships/customXml" Target="../ink/ink29.xml"/><Relationship Id="rId3" Type="http://schemas.openxmlformats.org/officeDocument/2006/relationships/hyperlink" Target="https://github.com/TAMIDSpiyalong/Advanced-Concepts-in-Machine-Learning-for-Energy" TargetMode="External"/><Relationship Id="rId21" Type="http://schemas.openxmlformats.org/officeDocument/2006/relationships/image" Target="../media/image26.png"/><Relationship Id="rId7" Type="http://schemas.openxmlformats.org/officeDocument/2006/relationships/image" Target="../media/image19.png"/><Relationship Id="rId12" Type="http://schemas.openxmlformats.org/officeDocument/2006/relationships/customXml" Target="../ink/ink22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2" Type="http://schemas.openxmlformats.org/officeDocument/2006/relationships/hyperlink" Target="https://www.kaggle.com/datasets/piyalong/dataset-for-icpe-639" TargetMode="Externa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1.png"/><Relationship Id="rId24" Type="http://schemas.openxmlformats.org/officeDocument/2006/relationships/customXml" Target="../ink/ink28.xml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customXml" Target="../ink/ink21.xml"/><Relationship Id="rId19" Type="http://schemas.openxmlformats.org/officeDocument/2006/relationships/image" Target="../media/image25.png"/><Relationship Id="rId4" Type="http://schemas.openxmlformats.org/officeDocument/2006/relationships/customXml" Target="../ink/ink18.xml"/><Relationship Id="rId9" Type="http://schemas.openxmlformats.org/officeDocument/2006/relationships/image" Target="../media/image20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1.png"/><Relationship Id="rId21" Type="http://schemas.openxmlformats.org/officeDocument/2006/relationships/customXml" Target="../ink/ink39.xml"/><Relationship Id="rId42" Type="http://schemas.openxmlformats.org/officeDocument/2006/relationships/image" Target="../media/image49.png"/><Relationship Id="rId47" Type="http://schemas.openxmlformats.org/officeDocument/2006/relationships/customXml" Target="../ink/ink52.xml"/><Relationship Id="rId63" Type="http://schemas.openxmlformats.org/officeDocument/2006/relationships/customXml" Target="../ink/ink60.xml"/><Relationship Id="rId68" Type="http://schemas.openxmlformats.org/officeDocument/2006/relationships/image" Target="../media/image62.png"/><Relationship Id="rId84" Type="http://schemas.openxmlformats.org/officeDocument/2006/relationships/image" Target="../media/image70.png"/><Relationship Id="rId89" Type="http://schemas.openxmlformats.org/officeDocument/2006/relationships/customXml" Target="../ink/ink73.xml"/><Relationship Id="rId16" Type="http://schemas.openxmlformats.org/officeDocument/2006/relationships/image" Target="../media/image36.png"/><Relationship Id="rId11" Type="http://schemas.openxmlformats.org/officeDocument/2006/relationships/customXml" Target="../ink/ink34.xml"/><Relationship Id="rId32" Type="http://schemas.openxmlformats.org/officeDocument/2006/relationships/image" Target="../media/image44.png"/><Relationship Id="rId37" Type="http://schemas.openxmlformats.org/officeDocument/2006/relationships/customXml" Target="../ink/ink47.xml"/><Relationship Id="rId53" Type="http://schemas.openxmlformats.org/officeDocument/2006/relationships/customXml" Target="../ink/ink55.xml"/><Relationship Id="rId58" Type="http://schemas.openxmlformats.org/officeDocument/2006/relationships/image" Target="../media/image57.png"/><Relationship Id="rId74" Type="http://schemas.openxmlformats.org/officeDocument/2006/relationships/image" Target="../media/image65.png"/><Relationship Id="rId79" Type="http://schemas.openxmlformats.org/officeDocument/2006/relationships/customXml" Target="../ink/ink68.xml"/><Relationship Id="rId5" Type="http://schemas.openxmlformats.org/officeDocument/2006/relationships/customXml" Target="../ink/ink31.xml"/><Relationship Id="rId90" Type="http://schemas.openxmlformats.org/officeDocument/2006/relationships/image" Target="../media/image73.png"/><Relationship Id="rId22" Type="http://schemas.openxmlformats.org/officeDocument/2006/relationships/image" Target="../media/image39.png"/><Relationship Id="rId27" Type="http://schemas.openxmlformats.org/officeDocument/2006/relationships/customXml" Target="../ink/ink42.xml"/><Relationship Id="rId43" Type="http://schemas.openxmlformats.org/officeDocument/2006/relationships/customXml" Target="../ink/ink50.xml"/><Relationship Id="rId48" Type="http://schemas.openxmlformats.org/officeDocument/2006/relationships/image" Target="../media/image52.png"/><Relationship Id="rId64" Type="http://schemas.openxmlformats.org/officeDocument/2006/relationships/image" Target="../media/image60.png"/><Relationship Id="rId69" Type="http://schemas.openxmlformats.org/officeDocument/2006/relationships/customXml" Target="../ink/ink63.xml"/><Relationship Id="rId8" Type="http://schemas.openxmlformats.org/officeDocument/2006/relationships/image" Target="../media/image32.png"/><Relationship Id="rId51" Type="http://schemas.openxmlformats.org/officeDocument/2006/relationships/customXml" Target="../ink/ink54.xml"/><Relationship Id="rId72" Type="http://schemas.openxmlformats.org/officeDocument/2006/relationships/image" Target="../media/image64.png"/><Relationship Id="rId80" Type="http://schemas.openxmlformats.org/officeDocument/2006/relationships/image" Target="../media/image68.png"/><Relationship Id="rId85" Type="http://schemas.openxmlformats.org/officeDocument/2006/relationships/customXml" Target="../ink/ink71.xml"/><Relationship Id="rId93" Type="http://schemas.openxmlformats.org/officeDocument/2006/relationships/customXml" Target="../ink/ink75.xml"/><Relationship Id="rId3" Type="http://schemas.openxmlformats.org/officeDocument/2006/relationships/customXml" Target="../ink/ink30.xml"/><Relationship Id="rId12" Type="http://schemas.openxmlformats.org/officeDocument/2006/relationships/image" Target="../media/image34.png"/><Relationship Id="rId17" Type="http://schemas.openxmlformats.org/officeDocument/2006/relationships/customXml" Target="../ink/ink37.xml"/><Relationship Id="rId25" Type="http://schemas.openxmlformats.org/officeDocument/2006/relationships/customXml" Target="../ink/ink41.xml"/><Relationship Id="rId33" Type="http://schemas.openxmlformats.org/officeDocument/2006/relationships/customXml" Target="../ink/ink45.xml"/><Relationship Id="rId38" Type="http://schemas.openxmlformats.org/officeDocument/2006/relationships/image" Target="../media/image47.png"/><Relationship Id="rId46" Type="http://schemas.openxmlformats.org/officeDocument/2006/relationships/image" Target="../media/image51.png"/><Relationship Id="rId59" Type="http://schemas.openxmlformats.org/officeDocument/2006/relationships/customXml" Target="../ink/ink58.xml"/><Relationship Id="rId67" Type="http://schemas.openxmlformats.org/officeDocument/2006/relationships/customXml" Target="../ink/ink62.xml"/><Relationship Id="rId20" Type="http://schemas.openxmlformats.org/officeDocument/2006/relationships/image" Target="../media/image38.png"/><Relationship Id="rId41" Type="http://schemas.openxmlformats.org/officeDocument/2006/relationships/customXml" Target="../ink/ink49.xml"/><Relationship Id="rId54" Type="http://schemas.openxmlformats.org/officeDocument/2006/relationships/image" Target="../media/image55.png"/><Relationship Id="rId62" Type="http://schemas.openxmlformats.org/officeDocument/2006/relationships/image" Target="../media/image59.png"/><Relationship Id="rId70" Type="http://schemas.openxmlformats.org/officeDocument/2006/relationships/image" Target="../media/image63.png"/><Relationship Id="rId75" Type="http://schemas.openxmlformats.org/officeDocument/2006/relationships/customXml" Target="../ink/ink66.xml"/><Relationship Id="rId83" Type="http://schemas.openxmlformats.org/officeDocument/2006/relationships/customXml" Target="../ink/ink70.xml"/><Relationship Id="rId88" Type="http://schemas.openxmlformats.org/officeDocument/2006/relationships/image" Target="../media/image72.png"/><Relationship Id="rId91" Type="http://schemas.openxmlformats.org/officeDocument/2006/relationships/customXml" Target="../ink/ink7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5" Type="http://schemas.openxmlformats.org/officeDocument/2006/relationships/customXml" Target="../ink/ink36.xml"/><Relationship Id="rId23" Type="http://schemas.openxmlformats.org/officeDocument/2006/relationships/customXml" Target="../ink/ink40.xml"/><Relationship Id="rId28" Type="http://schemas.openxmlformats.org/officeDocument/2006/relationships/image" Target="../media/image42.png"/><Relationship Id="rId36" Type="http://schemas.openxmlformats.org/officeDocument/2006/relationships/image" Target="../media/image46.png"/><Relationship Id="rId49" Type="http://schemas.openxmlformats.org/officeDocument/2006/relationships/customXml" Target="../ink/ink53.xml"/><Relationship Id="rId57" Type="http://schemas.openxmlformats.org/officeDocument/2006/relationships/customXml" Target="../ink/ink57.xml"/><Relationship Id="rId10" Type="http://schemas.openxmlformats.org/officeDocument/2006/relationships/image" Target="../media/image33.png"/><Relationship Id="rId31" Type="http://schemas.openxmlformats.org/officeDocument/2006/relationships/customXml" Target="../ink/ink44.xml"/><Relationship Id="rId44" Type="http://schemas.openxmlformats.org/officeDocument/2006/relationships/image" Target="../media/image50.png"/><Relationship Id="rId52" Type="http://schemas.openxmlformats.org/officeDocument/2006/relationships/image" Target="../media/image54.png"/><Relationship Id="rId60" Type="http://schemas.openxmlformats.org/officeDocument/2006/relationships/image" Target="../media/image58.png"/><Relationship Id="rId65" Type="http://schemas.openxmlformats.org/officeDocument/2006/relationships/customXml" Target="../ink/ink61.xml"/><Relationship Id="rId73" Type="http://schemas.openxmlformats.org/officeDocument/2006/relationships/customXml" Target="../ink/ink65.xml"/><Relationship Id="rId78" Type="http://schemas.openxmlformats.org/officeDocument/2006/relationships/image" Target="../media/image67.png"/><Relationship Id="rId81" Type="http://schemas.openxmlformats.org/officeDocument/2006/relationships/customXml" Target="../ink/ink69.xml"/><Relationship Id="rId86" Type="http://schemas.openxmlformats.org/officeDocument/2006/relationships/image" Target="../media/image71.png"/><Relationship Id="rId94" Type="http://schemas.openxmlformats.org/officeDocument/2006/relationships/image" Target="../media/image75.png"/><Relationship Id="rId4" Type="http://schemas.openxmlformats.org/officeDocument/2006/relationships/image" Target="../media/image30.png"/><Relationship Id="rId9" Type="http://schemas.openxmlformats.org/officeDocument/2006/relationships/customXml" Target="../ink/ink33.xml"/><Relationship Id="rId13" Type="http://schemas.openxmlformats.org/officeDocument/2006/relationships/customXml" Target="../ink/ink35.xml"/><Relationship Id="rId18" Type="http://schemas.openxmlformats.org/officeDocument/2006/relationships/image" Target="../media/image37.png"/><Relationship Id="rId39" Type="http://schemas.openxmlformats.org/officeDocument/2006/relationships/customXml" Target="../ink/ink48.xml"/><Relationship Id="rId34" Type="http://schemas.openxmlformats.org/officeDocument/2006/relationships/image" Target="../media/image45.png"/><Relationship Id="rId50" Type="http://schemas.openxmlformats.org/officeDocument/2006/relationships/image" Target="../media/image53.png"/><Relationship Id="rId55" Type="http://schemas.openxmlformats.org/officeDocument/2006/relationships/customXml" Target="../ink/ink56.xml"/><Relationship Id="rId76" Type="http://schemas.openxmlformats.org/officeDocument/2006/relationships/image" Target="../media/image66.png"/><Relationship Id="rId7" Type="http://schemas.openxmlformats.org/officeDocument/2006/relationships/customXml" Target="../ink/ink32.xml"/><Relationship Id="rId71" Type="http://schemas.openxmlformats.org/officeDocument/2006/relationships/customXml" Target="../ink/ink64.xml"/><Relationship Id="rId92" Type="http://schemas.openxmlformats.org/officeDocument/2006/relationships/image" Target="../media/image74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43.xml"/><Relationship Id="rId24" Type="http://schemas.openxmlformats.org/officeDocument/2006/relationships/image" Target="../media/image40.png"/><Relationship Id="rId40" Type="http://schemas.openxmlformats.org/officeDocument/2006/relationships/image" Target="../media/image48.png"/><Relationship Id="rId45" Type="http://schemas.openxmlformats.org/officeDocument/2006/relationships/customXml" Target="../ink/ink51.xml"/><Relationship Id="rId66" Type="http://schemas.openxmlformats.org/officeDocument/2006/relationships/image" Target="../media/image61.png"/><Relationship Id="rId87" Type="http://schemas.openxmlformats.org/officeDocument/2006/relationships/customXml" Target="../ink/ink72.xml"/><Relationship Id="rId61" Type="http://schemas.openxmlformats.org/officeDocument/2006/relationships/customXml" Target="../ink/ink59.xml"/><Relationship Id="rId82" Type="http://schemas.openxmlformats.org/officeDocument/2006/relationships/image" Target="../media/image69.png"/><Relationship Id="rId19" Type="http://schemas.openxmlformats.org/officeDocument/2006/relationships/customXml" Target="../ink/ink38.xml"/><Relationship Id="rId14" Type="http://schemas.openxmlformats.org/officeDocument/2006/relationships/image" Target="../media/image35.png"/><Relationship Id="rId30" Type="http://schemas.openxmlformats.org/officeDocument/2006/relationships/image" Target="../media/image43.png"/><Relationship Id="rId35" Type="http://schemas.openxmlformats.org/officeDocument/2006/relationships/customXml" Target="../ink/ink46.xml"/><Relationship Id="rId56" Type="http://schemas.openxmlformats.org/officeDocument/2006/relationships/image" Target="../media/image56.png"/><Relationship Id="rId77" Type="http://schemas.openxmlformats.org/officeDocument/2006/relationships/customXml" Target="../ink/ink6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13" Type="http://schemas.openxmlformats.org/officeDocument/2006/relationships/image" Target="../media/image81.png"/><Relationship Id="rId18" Type="http://schemas.openxmlformats.org/officeDocument/2006/relationships/customXml" Target="../ink/ink84.xml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12" Type="http://schemas.openxmlformats.org/officeDocument/2006/relationships/customXml" Target="../ink/ink81.xml"/><Relationship Id="rId17" Type="http://schemas.openxmlformats.org/officeDocument/2006/relationships/image" Target="../media/image83.png"/><Relationship Id="rId2" Type="http://schemas.openxmlformats.org/officeDocument/2006/relationships/customXml" Target="../ink/ink76.xml"/><Relationship Id="rId16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.xml"/><Relationship Id="rId11" Type="http://schemas.openxmlformats.org/officeDocument/2006/relationships/image" Target="../media/image80.png"/><Relationship Id="rId5" Type="http://schemas.openxmlformats.org/officeDocument/2006/relationships/image" Target="../media/image77.png"/><Relationship Id="rId15" Type="http://schemas.openxmlformats.org/officeDocument/2006/relationships/image" Target="../media/image82.png"/><Relationship Id="rId10" Type="http://schemas.openxmlformats.org/officeDocument/2006/relationships/customXml" Target="../ink/ink80.xml"/><Relationship Id="rId19" Type="http://schemas.openxmlformats.org/officeDocument/2006/relationships/image" Target="../media/image84.png"/><Relationship Id="rId4" Type="http://schemas.openxmlformats.org/officeDocument/2006/relationships/customXml" Target="../ink/ink77.xml"/><Relationship Id="rId9" Type="http://schemas.openxmlformats.org/officeDocument/2006/relationships/image" Target="../media/image79.png"/><Relationship Id="rId14" Type="http://schemas.openxmlformats.org/officeDocument/2006/relationships/customXml" Target="../ink/ink8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7.xml"/><Relationship Id="rId21" Type="http://schemas.openxmlformats.org/officeDocument/2006/relationships/image" Target="../media/image94.png"/><Relationship Id="rId42" Type="http://schemas.openxmlformats.org/officeDocument/2006/relationships/customXml" Target="../ink/ink105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118.xml"/><Relationship Id="rId84" Type="http://schemas.openxmlformats.org/officeDocument/2006/relationships/customXml" Target="../ink/ink126.xml"/><Relationship Id="rId89" Type="http://schemas.openxmlformats.org/officeDocument/2006/relationships/image" Target="../media/image128.png"/><Relationship Id="rId16" Type="http://schemas.openxmlformats.org/officeDocument/2006/relationships/customXml" Target="../ink/ink92.xml"/><Relationship Id="rId107" Type="http://schemas.openxmlformats.org/officeDocument/2006/relationships/image" Target="../media/image137.png"/><Relationship Id="rId11" Type="http://schemas.openxmlformats.org/officeDocument/2006/relationships/image" Target="../media/image89.png"/><Relationship Id="rId32" Type="http://schemas.openxmlformats.org/officeDocument/2006/relationships/customXml" Target="../ink/ink100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113.xml"/><Relationship Id="rId74" Type="http://schemas.openxmlformats.org/officeDocument/2006/relationships/customXml" Target="../ink/ink121.xml"/><Relationship Id="rId79" Type="http://schemas.openxmlformats.org/officeDocument/2006/relationships/image" Target="../media/image123.png"/><Relationship Id="rId102" Type="http://schemas.openxmlformats.org/officeDocument/2006/relationships/customXml" Target="../ink/ink135.xml"/><Relationship Id="rId5" Type="http://schemas.openxmlformats.org/officeDocument/2006/relationships/image" Target="../media/image86.png"/><Relationship Id="rId90" Type="http://schemas.openxmlformats.org/officeDocument/2006/relationships/customXml" Target="../ink/ink129.xml"/><Relationship Id="rId95" Type="http://schemas.openxmlformats.org/officeDocument/2006/relationships/image" Target="../media/image131.png"/><Relationship Id="rId22" Type="http://schemas.openxmlformats.org/officeDocument/2006/relationships/customXml" Target="../ink/ink95.xml"/><Relationship Id="rId27" Type="http://schemas.openxmlformats.org/officeDocument/2006/relationships/image" Target="../media/image97.png"/><Relationship Id="rId43" Type="http://schemas.openxmlformats.org/officeDocument/2006/relationships/image" Target="../media/image105.png"/><Relationship Id="rId48" Type="http://schemas.openxmlformats.org/officeDocument/2006/relationships/customXml" Target="../ink/ink108.xml"/><Relationship Id="rId64" Type="http://schemas.openxmlformats.org/officeDocument/2006/relationships/customXml" Target="../ink/ink116.xml"/><Relationship Id="rId69" Type="http://schemas.openxmlformats.org/officeDocument/2006/relationships/image" Target="../media/image118.png"/><Relationship Id="rId80" Type="http://schemas.openxmlformats.org/officeDocument/2006/relationships/customXml" Target="../ink/ink124.xml"/><Relationship Id="rId85" Type="http://schemas.openxmlformats.org/officeDocument/2006/relationships/image" Target="../media/image126.png"/><Relationship Id="rId12" Type="http://schemas.openxmlformats.org/officeDocument/2006/relationships/customXml" Target="../ink/ink90.xml"/><Relationship Id="rId17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customXml" Target="../ink/ink103.xml"/><Relationship Id="rId59" Type="http://schemas.openxmlformats.org/officeDocument/2006/relationships/image" Target="../media/image113.png"/><Relationship Id="rId103" Type="http://schemas.openxmlformats.org/officeDocument/2006/relationships/image" Target="../media/image135.png"/><Relationship Id="rId20" Type="http://schemas.openxmlformats.org/officeDocument/2006/relationships/customXml" Target="../ink/ink94.xml"/><Relationship Id="rId41" Type="http://schemas.openxmlformats.org/officeDocument/2006/relationships/image" Target="../media/image104.png"/><Relationship Id="rId54" Type="http://schemas.openxmlformats.org/officeDocument/2006/relationships/customXml" Target="../ink/ink111.xml"/><Relationship Id="rId62" Type="http://schemas.openxmlformats.org/officeDocument/2006/relationships/customXml" Target="../ink/ink115.xml"/><Relationship Id="rId70" Type="http://schemas.openxmlformats.org/officeDocument/2006/relationships/customXml" Target="../ink/ink119.xml"/><Relationship Id="rId75" Type="http://schemas.openxmlformats.org/officeDocument/2006/relationships/image" Target="../media/image121.png"/><Relationship Id="rId83" Type="http://schemas.openxmlformats.org/officeDocument/2006/relationships/image" Target="../media/image125.png"/><Relationship Id="rId88" Type="http://schemas.openxmlformats.org/officeDocument/2006/relationships/customXml" Target="../ink/ink128.xml"/><Relationship Id="rId91" Type="http://schemas.openxmlformats.org/officeDocument/2006/relationships/image" Target="../media/image129.png"/><Relationship Id="rId96" Type="http://schemas.openxmlformats.org/officeDocument/2006/relationships/customXml" Target="../ink/ink1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7.xml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98.xml"/><Relationship Id="rId36" Type="http://schemas.openxmlformats.org/officeDocument/2006/relationships/customXml" Target="../ink/ink102.xml"/><Relationship Id="rId49" Type="http://schemas.openxmlformats.org/officeDocument/2006/relationships/image" Target="../media/image108.png"/><Relationship Id="rId57" Type="http://schemas.openxmlformats.org/officeDocument/2006/relationships/image" Target="../media/image112.png"/><Relationship Id="rId106" Type="http://schemas.openxmlformats.org/officeDocument/2006/relationships/customXml" Target="../ink/ink137.xml"/><Relationship Id="rId10" Type="http://schemas.openxmlformats.org/officeDocument/2006/relationships/customXml" Target="../ink/ink89.xml"/><Relationship Id="rId31" Type="http://schemas.openxmlformats.org/officeDocument/2006/relationships/image" Target="../media/image99.png"/><Relationship Id="rId44" Type="http://schemas.openxmlformats.org/officeDocument/2006/relationships/customXml" Target="../ink/ink106.xml"/><Relationship Id="rId52" Type="http://schemas.openxmlformats.org/officeDocument/2006/relationships/customXml" Target="../ink/ink110.xml"/><Relationship Id="rId60" Type="http://schemas.openxmlformats.org/officeDocument/2006/relationships/customXml" Target="../ink/ink114.xml"/><Relationship Id="rId65" Type="http://schemas.openxmlformats.org/officeDocument/2006/relationships/image" Target="../media/image116.png"/><Relationship Id="rId73" Type="http://schemas.openxmlformats.org/officeDocument/2006/relationships/image" Target="../media/image120.png"/><Relationship Id="rId78" Type="http://schemas.openxmlformats.org/officeDocument/2006/relationships/customXml" Target="../ink/ink123.xml"/><Relationship Id="rId81" Type="http://schemas.openxmlformats.org/officeDocument/2006/relationships/image" Target="../media/image124.png"/><Relationship Id="rId86" Type="http://schemas.openxmlformats.org/officeDocument/2006/relationships/customXml" Target="../ink/ink127.xml"/><Relationship Id="rId94" Type="http://schemas.openxmlformats.org/officeDocument/2006/relationships/customXml" Target="../ink/ink131.xml"/><Relationship Id="rId99" Type="http://schemas.openxmlformats.org/officeDocument/2006/relationships/image" Target="../media/image133.png"/><Relationship Id="rId101" Type="http://schemas.openxmlformats.org/officeDocument/2006/relationships/image" Target="../media/image134.png"/><Relationship Id="rId4" Type="http://schemas.openxmlformats.org/officeDocument/2006/relationships/customXml" Target="../ink/ink86.xml"/><Relationship Id="rId9" Type="http://schemas.openxmlformats.org/officeDocument/2006/relationships/image" Target="../media/image88.png"/><Relationship Id="rId13" Type="http://schemas.openxmlformats.org/officeDocument/2006/relationships/image" Target="../media/image90.png"/><Relationship Id="rId18" Type="http://schemas.openxmlformats.org/officeDocument/2006/relationships/customXml" Target="../ink/ink93.xml"/><Relationship Id="rId39" Type="http://schemas.openxmlformats.org/officeDocument/2006/relationships/image" Target="../media/image103.png"/><Relationship Id="rId34" Type="http://schemas.openxmlformats.org/officeDocument/2006/relationships/customXml" Target="../ink/ink101.xml"/><Relationship Id="rId50" Type="http://schemas.openxmlformats.org/officeDocument/2006/relationships/customXml" Target="../ink/ink109.xml"/><Relationship Id="rId55" Type="http://schemas.openxmlformats.org/officeDocument/2006/relationships/image" Target="../media/image111.png"/><Relationship Id="rId76" Type="http://schemas.openxmlformats.org/officeDocument/2006/relationships/customXml" Target="../ink/ink122.xml"/><Relationship Id="rId97" Type="http://schemas.openxmlformats.org/officeDocument/2006/relationships/image" Target="../media/image132.png"/><Relationship Id="rId104" Type="http://schemas.openxmlformats.org/officeDocument/2006/relationships/customXml" Target="../ink/ink136.xml"/><Relationship Id="rId7" Type="http://schemas.openxmlformats.org/officeDocument/2006/relationships/image" Target="../media/image87.png"/><Relationship Id="rId71" Type="http://schemas.openxmlformats.org/officeDocument/2006/relationships/image" Target="../media/image119.png"/><Relationship Id="rId92" Type="http://schemas.openxmlformats.org/officeDocument/2006/relationships/customXml" Target="../ink/ink130.xml"/><Relationship Id="rId2" Type="http://schemas.openxmlformats.org/officeDocument/2006/relationships/customXml" Target="../ink/ink85.xml"/><Relationship Id="rId29" Type="http://schemas.openxmlformats.org/officeDocument/2006/relationships/image" Target="../media/image98.png"/><Relationship Id="rId24" Type="http://schemas.openxmlformats.org/officeDocument/2006/relationships/customXml" Target="../ink/ink96.xml"/><Relationship Id="rId40" Type="http://schemas.openxmlformats.org/officeDocument/2006/relationships/customXml" Target="../ink/ink104.xml"/><Relationship Id="rId45" Type="http://schemas.openxmlformats.org/officeDocument/2006/relationships/image" Target="../media/image106.png"/><Relationship Id="rId66" Type="http://schemas.openxmlformats.org/officeDocument/2006/relationships/customXml" Target="../ink/ink117.xml"/><Relationship Id="rId87" Type="http://schemas.openxmlformats.org/officeDocument/2006/relationships/image" Target="../media/image127.png"/><Relationship Id="rId61" Type="http://schemas.openxmlformats.org/officeDocument/2006/relationships/image" Target="../media/image114.png"/><Relationship Id="rId82" Type="http://schemas.openxmlformats.org/officeDocument/2006/relationships/customXml" Target="../ink/ink125.xml"/><Relationship Id="rId19" Type="http://schemas.openxmlformats.org/officeDocument/2006/relationships/image" Target="../media/image93.png"/><Relationship Id="rId14" Type="http://schemas.openxmlformats.org/officeDocument/2006/relationships/customXml" Target="../ink/ink91.xml"/><Relationship Id="rId30" Type="http://schemas.openxmlformats.org/officeDocument/2006/relationships/customXml" Target="../ink/ink99.xml"/><Relationship Id="rId35" Type="http://schemas.openxmlformats.org/officeDocument/2006/relationships/image" Target="../media/image101.png"/><Relationship Id="rId56" Type="http://schemas.openxmlformats.org/officeDocument/2006/relationships/customXml" Target="../ink/ink112.xml"/><Relationship Id="rId77" Type="http://schemas.openxmlformats.org/officeDocument/2006/relationships/image" Target="../media/image122.png"/><Relationship Id="rId100" Type="http://schemas.openxmlformats.org/officeDocument/2006/relationships/customXml" Target="../ink/ink134.xml"/><Relationship Id="rId105" Type="http://schemas.openxmlformats.org/officeDocument/2006/relationships/image" Target="../media/image136.png"/><Relationship Id="rId8" Type="http://schemas.openxmlformats.org/officeDocument/2006/relationships/customXml" Target="../ink/ink88.xml"/><Relationship Id="rId51" Type="http://schemas.openxmlformats.org/officeDocument/2006/relationships/image" Target="../media/image109.png"/><Relationship Id="rId72" Type="http://schemas.openxmlformats.org/officeDocument/2006/relationships/customXml" Target="../ink/ink120.xml"/><Relationship Id="rId93" Type="http://schemas.openxmlformats.org/officeDocument/2006/relationships/image" Target="../media/image130.png"/><Relationship Id="rId98" Type="http://schemas.openxmlformats.org/officeDocument/2006/relationships/customXml" Target="../ink/ink133.xml"/><Relationship Id="rId3" Type="http://schemas.openxmlformats.org/officeDocument/2006/relationships/image" Target="../media/image85.png"/><Relationship Id="rId25" Type="http://schemas.openxmlformats.org/officeDocument/2006/relationships/image" Target="../media/image96.png"/><Relationship Id="rId46" Type="http://schemas.openxmlformats.org/officeDocument/2006/relationships/customXml" Target="../ink/ink107.xml"/><Relationship Id="rId67" Type="http://schemas.openxmlformats.org/officeDocument/2006/relationships/image" Target="../media/image11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3.png"/><Relationship Id="rId21" Type="http://schemas.openxmlformats.org/officeDocument/2006/relationships/customXml" Target="../ink/ink147.xml"/><Relationship Id="rId42" Type="http://schemas.openxmlformats.org/officeDocument/2006/relationships/image" Target="../media/image157.png"/><Relationship Id="rId63" Type="http://schemas.openxmlformats.org/officeDocument/2006/relationships/image" Target="../media/image166.png"/><Relationship Id="rId84" Type="http://schemas.openxmlformats.org/officeDocument/2006/relationships/customXml" Target="../ink/ink179.xml"/><Relationship Id="rId138" Type="http://schemas.openxmlformats.org/officeDocument/2006/relationships/customXml" Target="../ink/ink206.xml"/><Relationship Id="rId159" Type="http://schemas.openxmlformats.org/officeDocument/2006/relationships/image" Target="../media/image214.png"/><Relationship Id="rId170" Type="http://schemas.openxmlformats.org/officeDocument/2006/relationships/customXml" Target="../ink/ink222.xml"/><Relationship Id="rId191" Type="http://schemas.openxmlformats.org/officeDocument/2006/relationships/image" Target="../media/image230.png"/><Relationship Id="rId107" Type="http://schemas.openxmlformats.org/officeDocument/2006/relationships/image" Target="../media/image188.png"/><Relationship Id="rId11" Type="http://schemas.openxmlformats.org/officeDocument/2006/relationships/customXml" Target="../ink/ink142.xml"/><Relationship Id="rId32" Type="http://schemas.openxmlformats.org/officeDocument/2006/relationships/image" Target="../media/image152.png"/><Relationship Id="rId53" Type="http://schemas.openxmlformats.org/officeDocument/2006/relationships/customXml" Target="../ink/ink163.xml"/><Relationship Id="rId74" Type="http://schemas.openxmlformats.org/officeDocument/2006/relationships/customXml" Target="../ink/ink174.xml"/><Relationship Id="rId128" Type="http://schemas.openxmlformats.org/officeDocument/2006/relationships/customXml" Target="../ink/ink201.xml"/><Relationship Id="rId149" Type="http://schemas.openxmlformats.org/officeDocument/2006/relationships/image" Target="../media/image209.png"/><Relationship Id="rId5" Type="http://schemas.openxmlformats.org/officeDocument/2006/relationships/customXml" Target="../ink/ink139.xml"/><Relationship Id="rId95" Type="http://schemas.openxmlformats.org/officeDocument/2006/relationships/image" Target="../media/image182.png"/><Relationship Id="rId160" Type="http://schemas.openxmlformats.org/officeDocument/2006/relationships/customXml" Target="../ink/ink217.xml"/><Relationship Id="rId181" Type="http://schemas.openxmlformats.org/officeDocument/2006/relationships/image" Target="../media/image225.png"/><Relationship Id="rId22" Type="http://schemas.openxmlformats.org/officeDocument/2006/relationships/image" Target="../media/image147.png"/><Relationship Id="rId43" Type="http://schemas.openxmlformats.org/officeDocument/2006/relationships/customXml" Target="../ink/ink158.xml"/><Relationship Id="rId64" Type="http://schemas.openxmlformats.org/officeDocument/2006/relationships/customXml" Target="../ink/ink169.xml"/><Relationship Id="rId118" Type="http://schemas.openxmlformats.org/officeDocument/2006/relationships/customXml" Target="../ink/ink196.xml"/><Relationship Id="rId139" Type="http://schemas.openxmlformats.org/officeDocument/2006/relationships/image" Target="../media/image204.png"/><Relationship Id="rId85" Type="http://schemas.openxmlformats.org/officeDocument/2006/relationships/image" Target="../media/image177.png"/><Relationship Id="rId150" Type="http://schemas.openxmlformats.org/officeDocument/2006/relationships/customXml" Target="../ink/ink212.xml"/><Relationship Id="rId171" Type="http://schemas.openxmlformats.org/officeDocument/2006/relationships/image" Target="../media/image220.png"/><Relationship Id="rId192" Type="http://schemas.openxmlformats.org/officeDocument/2006/relationships/customXml" Target="../ink/ink233.xml"/><Relationship Id="rId12" Type="http://schemas.openxmlformats.org/officeDocument/2006/relationships/image" Target="../media/image142.png"/><Relationship Id="rId33" Type="http://schemas.openxmlformats.org/officeDocument/2006/relationships/customXml" Target="../ink/ink153.xml"/><Relationship Id="rId108" Type="http://schemas.openxmlformats.org/officeDocument/2006/relationships/customXml" Target="../ink/ink191.xml"/><Relationship Id="rId129" Type="http://schemas.openxmlformats.org/officeDocument/2006/relationships/image" Target="../media/image199.png"/><Relationship Id="rId54" Type="http://schemas.openxmlformats.org/officeDocument/2006/relationships/customXml" Target="../ink/ink164.xml"/><Relationship Id="rId75" Type="http://schemas.openxmlformats.org/officeDocument/2006/relationships/image" Target="../media/image172.png"/><Relationship Id="rId96" Type="http://schemas.openxmlformats.org/officeDocument/2006/relationships/customXml" Target="../ink/ink185.xml"/><Relationship Id="rId140" Type="http://schemas.openxmlformats.org/officeDocument/2006/relationships/customXml" Target="../ink/ink207.xml"/><Relationship Id="rId161" Type="http://schemas.openxmlformats.org/officeDocument/2006/relationships/image" Target="../media/image215.png"/><Relationship Id="rId182" Type="http://schemas.openxmlformats.org/officeDocument/2006/relationships/customXml" Target="../ink/ink228.xml"/><Relationship Id="rId6" Type="http://schemas.openxmlformats.org/officeDocument/2006/relationships/image" Target="../media/image139.png"/><Relationship Id="rId23" Type="http://schemas.openxmlformats.org/officeDocument/2006/relationships/customXml" Target="../ink/ink148.xml"/><Relationship Id="rId119" Type="http://schemas.openxmlformats.org/officeDocument/2006/relationships/image" Target="../media/image194.png"/><Relationship Id="rId44" Type="http://schemas.openxmlformats.org/officeDocument/2006/relationships/image" Target="../media/image158.png"/><Relationship Id="rId65" Type="http://schemas.openxmlformats.org/officeDocument/2006/relationships/image" Target="../media/image167.png"/><Relationship Id="rId86" Type="http://schemas.openxmlformats.org/officeDocument/2006/relationships/customXml" Target="../ink/ink180.xml"/><Relationship Id="rId130" Type="http://schemas.openxmlformats.org/officeDocument/2006/relationships/customXml" Target="../ink/ink202.xml"/><Relationship Id="rId151" Type="http://schemas.openxmlformats.org/officeDocument/2006/relationships/image" Target="../media/image210.png"/><Relationship Id="rId172" Type="http://schemas.openxmlformats.org/officeDocument/2006/relationships/customXml" Target="../ink/ink223.xml"/><Relationship Id="rId193" Type="http://schemas.openxmlformats.org/officeDocument/2006/relationships/image" Target="../media/image231.png"/><Relationship Id="rId13" Type="http://schemas.openxmlformats.org/officeDocument/2006/relationships/customXml" Target="../ink/ink143.xml"/><Relationship Id="rId109" Type="http://schemas.openxmlformats.org/officeDocument/2006/relationships/image" Target="../media/image189.png"/><Relationship Id="rId34" Type="http://schemas.openxmlformats.org/officeDocument/2006/relationships/image" Target="../media/image153.png"/><Relationship Id="rId55" Type="http://schemas.openxmlformats.org/officeDocument/2006/relationships/image" Target="../media/image162.png"/><Relationship Id="rId76" Type="http://schemas.openxmlformats.org/officeDocument/2006/relationships/customXml" Target="../ink/ink175.xml"/><Relationship Id="rId97" Type="http://schemas.openxmlformats.org/officeDocument/2006/relationships/image" Target="../media/image183.png"/><Relationship Id="rId120" Type="http://schemas.openxmlformats.org/officeDocument/2006/relationships/customXml" Target="../ink/ink197.xml"/><Relationship Id="rId141" Type="http://schemas.openxmlformats.org/officeDocument/2006/relationships/image" Target="../media/image205.png"/><Relationship Id="rId7" Type="http://schemas.openxmlformats.org/officeDocument/2006/relationships/customXml" Target="../ink/ink140.xml"/><Relationship Id="rId162" Type="http://schemas.openxmlformats.org/officeDocument/2006/relationships/customXml" Target="../ink/ink218.xml"/><Relationship Id="rId183" Type="http://schemas.openxmlformats.org/officeDocument/2006/relationships/image" Target="../media/image226.png"/><Relationship Id="rId2" Type="http://schemas.openxmlformats.org/officeDocument/2006/relationships/image" Target="../media/image1230.png"/><Relationship Id="rId29" Type="http://schemas.openxmlformats.org/officeDocument/2006/relationships/customXml" Target="../ink/ink151.xml"/><Relationship Id="rId24" Type="http://schemas.openxmlformats.org/officeDocument/2006/relationships/image" Target="../media/image148.png"/><Relationship Id="rId40" Type="http://schemas.openxmlformats.org/officeDocument/2006/relationships/image" Target="../media/image156.png"/><Relationship Id="rId45" Type="http://schemas.openxmlformats.org/officeDocument/2006/relationships/customXml" Target="../ink/ink159.xml"/><Relationship Id="rId66" Type="http://schemas.openxmlformats.org/officeDocument/2006/relationships/customXml" Target="../ink/ink170.xml"/><Relationship Id="rId87" Type="http://schemas.openxmlformats.org/officeDocument/2006/relationships/image" Target="../media/image178.png"/><Relationship Id="rId110" Type="http://schemas.openxmlformats.org/officeDocument/2006/relationships/customXml" Target="../ink/ink192.xml"/><Relationship Id="rId115" Type="http://schemas.openxmlformats.org/officeDocument/2006/relationships/image" Target="../media/image192.png"/><Relationship Id="rId131" Type="http://schemas.openxmlformats.org/officeDocument/2006/relationships/image" Target="../media/image200.png"/><Relationship Id="rId136" Type="http://schemas.openxmlformats.org/officeDocument/2006/relationships/customXml" Target="../ink/ink205.xml"/><Relationship Id="rId157" Type="http://schemas.openxmlformats.org/officeDocument/2006/relationships/image" Target="../media/image213.png"/><Relationship Id="rId178" Type="http://schemas.openxmlformats.org/officeDocument/2006/relationships/customXml" Target="../ink/ink226.xml"/><Relationship Id="rId61" Type="http://schemas.openxmlformats.org/officeDocument/2006/relationships/image" Target="../media/image165.png"/><Relationship Id="rId82" Type="http://schemas.openxmlformats.org/officeDocument/2006/relationships/customXml" Target="../ink/ink178.xml"/><Relationship Id="rId152" Type="http://schemas.openxmlformats.org/officeDocument/2006/relationships/customXml" Target="../ink/ink213.xml"/><Relationship Id="rId173" Type="http://schemas.openxmlformats.org/officeDocument/2006/relationships/image" Target="../media/image221.png"/><Relationship Id="rId194" Type="http://schemas.openxmlformats.org/officeDocument/2006/relationships/customXml" Target="../ink/ink234.xml"/><Relationship Id="rId199" Type="http://schemas.openxmlformats.org/officeDocument/2006/relationships/image" Target="../media/image234.png"/><Relationship Id="rId203" Type="http://schemas.openxmlformats.org/officeDocument/2006/relationships/image" Target="../media/image236.png"/><Relationship Id="rId19" Type="http://schemas.openxmlformats.org/officeDocument/2006/relationships/customXml" Target="../ink/ink146.xml"/><Relationship Id="rId14" Type="http://schemas.openxmlformats.org/officeDocument/2006/relationships/image" Target="../media/image143.png"/><Relationship Id="rId30" Type="http://schemas.openxmlformats.org/officeDocument/2006/relationships/image" Target="../media/image151.png"/><Relationship Id="rId35" Type="http://schemas.openxmlformats.org/officeDocument/2006/relationships/customXml" Target="../ink/ink154.xml"/><Relationship Id="rId56" Type="http://schemas.openxmlformats.org/officeDocument/2006/relationships/customXml" Target="../ink/ink165.xml"/><Relationship Id="rId77" Type="http://schemas.openxmlformats.org/officeDocument/2006/relationships/image" Target="../media/image173.png"/><Relationship Id="rId100" Type="http://schemas.openxmlformats.org/officeDocument/2006/relationships/customXml" Target="../ink/ink187.xml"/><Relationship Id="rId105" Type="http://schemas.openxmlformats.org/officeDocument/2006/relationships/image" Target="../media/image187.png"/><Relationship Id="rId126" Type="http://schemas.openxmlformats.org/officeDocument/2006/relationships/customXml" Target="../ink/ink200.xml"/><Relationship Id="rId147" Type="http://schemas.openxmlformats.org/officeDocument/2006/relationships/image" Target="../media/image208.png"/><Relationship Id="rId168" Type="http://schemas.openxmlformats.org/officeDocument/2006/relationships/customXml" Target="../ink/ink221.xml"/><Relationship Id="rId8" Type="http://schemas.openxmlformats.org/officeDocument/2006/relationships/image" Target="../media/image140.png"/><Relationship Id="rId51" Type="http://schemas.openxmlformats.org/officeDocument/2006/relationships/customXml" Target="../ink/ink162.xml"/><Relationship Id="rId72" Type="http://schemas.openxmlformats.org/officeDocument/2006/relationships/customXml" Target="../ink/ink173.xml"/><Relationship Id="rId93" Type="http://schemas.openxmlformats.org/officeDocument/2006/relationships/image" Target="../media/image181.png"/><Relationship Id="rId98" Type="http://schemas.openxmlformats.org/officeDocument/2006/relationships/customXml" Target="../ink/ink186.xml"/><Relationship Id="rId121" Type="http://schemas.openxmlformats.org/officeDocument/2006/relationships/image" Target="../media/image195.png"/><Relationship Id="rId142" Type="http://schemas.openxmlformats.org/officeDocument/2006/relationships/customXml" Target="../ink/ink208.xml"/><Relationship Id="rId163" Type="http://schemas.openxmlformats.org/officeDocument/2006/relationships/image" Target="../media/image216.png"/><Relationship Id="rId184" Type="http://schemas.openxmlformats.org/officeDocument/2006/relationships/customXml" Target="../ink/ink229.xml"/><Relationship Id="rId189" Type="http://schemas.openxmlformats.org/officeDocument/2006/relationships/image" Target="../media/image229.png"/><Relationship Id="rId3" Type="http://schemas.openxmlformats.org/officeDocument/2006/relationships/customXml" Target="../ink/ink138.xml"/><Relationship Id="rId25" Type="http://schemas.openxmlformats.org/officeDocument/2006/relationships/customXml" Target="../ink/ink149.xml"/><Relationship Id="rId46" Type="http://schemas.openxmlformats.org/officeDocument/2006/relationships/image" Target="../media/image159.png"/><Relationship Id="rId67" Type="http://schemas.openxmlformats.org/officeDocument/2006/relationships/image" Target="../media/image168.png"/><Relationship Id="rId116" Type="http://schemas.openxmlformats.org/officeDocument/2006/relationships/customXml" Target="../ink/ink195.xml"/><Relationship Id="rId137" Type="http://schemas.openxmlformats.org/officeDocument/2006/relationships/image" Target="../media/image203.png"/><Relationship Id="rId158" Type="http://schemas.openxmlformats.org/officeDocument/2006/relationships/customXml" Target="../ink/ink216.xml"/><Relationship Id="rId20" Type="http://schemas.openxmlformats.org/officeDocument/2006/relationships/image" Target="../media/image146.png"/><Relationship Id="rId41" Type="http://schemas.openxmlformats.org/officeDocument/2006/relationships/customXml" Target="../ink/ink157.xml"/><Relationship Id="rId62" Type="http://schemas.openxmlformats.org/officeDocument/2006/relationships/customXml" Target="../ink/ink168.xml"/><Relationship Id="rId83" Type="http://schemas.openxmlformats.org/officeDocument/2006/relationships/image" Target="../media/image176.png"/><Relationship Id="rId88" Type="http://schemas.openxmlformats.org/officeDocument/2006/relationships/customXml" Target="../ink/ink181.xml"/><Relationship Id="rId111" Type="http://schemas.openxmlformats.org/officeDocument/2006/relationships/image" Target="../media/image190.png"/><Relationship Id="rId132" Type="http://schemas.openxmlformats.org/officeDocument/2006/relationships/customXml" Target="../ink/ink203.xml"/><Relationship Id="rId153" Type="http://schemas.openxmlformats.org/officeDocument/2006/relationships/image" Target="../media/image211.png"/><Relationship Id="rId174" Type="http://schemas.openxmlformats.org/officeDocument/2006/relationships/customXml" Target="../ink/ink224.xml"/><Relationship Id="rId179" Type="http://schemas.openxmlformats.org/officeDocument/2006/relationships/image" Target="../media/image224.png"/><Relationship Id="rId195" Type="http://schemas.openxmlformats.org/officeDocument/2006/relationships/image" Target="../media/image232.png"/><Relationship Id="rId190" Type="http://schemas.openxmlformats.org/officeDocument/2006/relationships/customXml" Target="../ink/ink232.xml"/><Relationship Id="rId15" Type="http://schemas.openxmlformats.org/officeDocument/2006/relationships/customXml" Target="../ink/ink144.xml"/><Relationship Id="rId36" Type="http://schemas.openxmlformats.org/officeDocument/2006/relationships/image" Target="../media/image154.png"/><Relationship Id="rId57" Type="http://schemas.openxmlformats.org/officeDocument/2006/relationships/image" Target="../media/image163.png"/><Relationship Id="rId106" Type="http://schemas.openxmlformats.org/officeDocument/2006/relationships/customXml" Target="../ink/ink190.xml"/><Relationship Id="rId127" Type="http://schemas.openxmlformats.org/officeDocument/2006/relationships/image" Target="../media/image198.png"/><Relationship Id="rId10" Type="http://schemas.openxmlformats.org/officeDocument/2006/relationships/image" Target="../media/image141.png"/><Relationship Id="rId31" Type="http://schemas.openxmlformats.org/officeDocument/2006/relationships/customXml" Target="../ink/ink152.xml"/><Relationship Id="rId52" Type="http://schemas.openxmlformats.org/officeDocument/2006/relationships/image" Target="../media/image161.png"/><Relationship Id="rId73" Type="http://schemas.openxmlformats.org/officeDocument/2006/relationships/image" Target="../media/image171.png"/><Relationship Id="rId78" Type="http://schemas.openxmlformats.org/officeDocument/2006/relationships/customXml" Target="../ink/ink176.xml"/><Relationship Id="rId94" Type="http://schemas.openxmlformats.org/officeDocument/2006/relationships/customXml" Target="../ink/ink184.xml"/><Relationship Id="rId99" Type="http://schemas.openxmlformats.org/officeDocument/2006/relationships/image" Target="../media/image184.png"/><Relationship Id="rId101" Type="http://schemas.openxmlformats.org/officeDocument/2006/relationships/image" Target="../media/image185.png"/><Relationship Id="rId122" Type="http://schemas.openxmlformats.org/officeDocument/2006/relationships/customXml" Target="../ink/ink198.xml"/><Relationship Id="rId143" Type="http://schemas.openxmlformats.org/officeDocument/2006/relationships/image" Target="../media/image206.png"/><Relationship Id="rId148" Type="http://schemas.openxmlformats.org/officeDocument/2006/relationships/customXml" Target="../ink/ink211.xml"/><Relationship Id="rId164" Type="http://schemas.openxmlformats.org/officeDocument/2006/relationships/customXml" Target="../ink/ink219.xml"/><Relationship Id="rId169" Type="http://schemas.openxmlformats.org/officeDocument/2006/relationships/image" Target="../media/image219.png"/><Relationship Id="rId185" Type="http://schemas.openxmlformats.org/officeDocument/2006/relationships/image" Target="../media/image227.png"/><Relationship Id="rId4" Type="http://schemas.openxmlformats.org/officeDocument/2006/relationships/image" Target="../media/image138.png"/><Relationship Id="rId9" Type="http://schemas.openxmlformats.org/officeDocument/2006/relationships/customXml" Target="../ink/ink141.xml"/><Relationship Id="rId180" Type="http://schemas.openxmlformats.org/officeDocument/2006/relationships/customXml" Target="../ink/ink227.xml"/><Relationship Id="rId26" Type="http://schemas.openxmlformats.org/officeDocument/2006/relationships/image" Target="../media/image149.png"/><Relationship Id="rId47" Type="http://schemas.openxmlformats.org/officeDocument/2006/relationships/customXml" Target="../ink/ink160.xml"/><Relationship Id="rId68" Type="http://schemas.openxmlformats.org/officeDocument/2006/relationships/customXml" Target="../ink/ink171.xml"/><Relationship Id="rId89" Type="http://schemas.openxmlformats.org/officeDocument/2006/relationships/image" Target="../media/image179.png"/><Relationship Id="rId112" Type="http://schemas.openxmlformats.org/officeDocument/2006/relationships/customXml" Target="../ink/ink193.xml"/><Relationship Id="rId133" Type="http://schemas.openxmlformats.org/officeDocument/2006/relationships/image" Target="../media/image201.png"/><Relationship Id="rId154" Type="http://schemas.openxmlformats.org/officeDocument/2006/relationships/customXml" Target="../ink/ink214.xml"/><Relationship Id="rId175" Type="http://schemas.openxmlformats.org/officeDocument/2006/relationships/image" Target="../media/image222.png"/><Relationship Id="rId196" Type="http://schemas.openxmlformats.org/officeDocument/2006/relationships/customXml" Target="../ink/ink235.xml"/><Relationship Id="rId200" Type="http://schemas.openxmlformats.org/officeDocument/2006/relationships/customXml" Target="../ink/ink237.xml"/><Relationship Id="rId16" Type="http://schemas.openxmlformats.org/officeDocument/2006/relationships/image" Target="../media/image144.png"/><Relationship Id="rId37" Type="http://schemas.openxmlformats.org/officeDocument/2006/relationships/customXml" Target="../ink/ink155.xml"/><Relationship Id="rId58" Type="http://schemas.openxmlformats.org/officeDocument/2006/relationships/customXml" Target="../ink/ink166.xml"/><Relationship Id="rId79" Type="http://schemas.openxmlformats.org/officeDocument/2006/relationships/image" Target="../media/image174.png"/><Relationship Id="rId102" Type="http://schemas.openxmlformats.org/officeDocument/2006/relationships/customXml" Target="../ink/ink188.xml"/><Relationship Id="rId123" Type="http://schemas.openxmlformats.org/officeDocument/2006/relationships/image" Target="../media/image196.png"/><Relationship Id="rId144" Type="http://schemas.openxmlformats.org/officeDocument/2006/relationships/customXml" Target="../ink/ink209.xml"/><Relationship Id="rId90" Type="http://schemas.openxmlformats.org/officeDocument/2006/relationships/customXml" Target="../ink/ink182.xml"/><Relationship Id="rId165" Type="http://schemas.openxmlformats.org/officeDocument/2006/relationships/image" Target="../media/image217.png"/><Relationship Id="rId186" Type="http://schemas.openxmlformats.org/officeDocument/2006/relationships/customXml" Target="../ink/ink230.xml"/><Relationship Id="rId27" Type="http://schemas.openxmlformats.org/officeDocument/2006/relationships/customXml" Target="../ink/ink150.xml"/><Relationship Id="rId48" Type="http://schemas.openxmlformats.org/officeDocument/2006/relationships/image" Target="../media/image74.png"/><Relationship Id="rId69" Type="http://schemas.openxmlformats.org/officeDocument/2006/relationships/image" Target="../media/image169.png"/><Relationship Id="rId113" Type="http://schemas.openxmlformats.org/officeDocument/2006/relationships/image" Target="../media/image191.png"/><Relationship Id="rId134" Type="http://schemas.openxmlformats.org/officeDocument/2006/relationships/customXml" Target="../ink/ink204.xml"/><Relationship Id="rId80" Type="http://schemas.openxmlformats.org/officeDocument/2006/relationships/customXml" Target="../ink/ink177.xml"/><Relationship Id="rId155" Type="http://schemas.openxmlformats.org/officeDocument/2006/relationships/image" Target="../media/image212.png"/><Relationship Id="rId176" Type="http://schemas.openxmlformats.org/officeDocument/2006/relationships/customXml" Target="../ink/ink225.xml"/><Relationship Id="rId197" Type="http://schemas.openxmlformats.org/officeDocument/2006/relationships/image" Target="../media/image233.png"/><Relationship Id="rId201" Type="http://schemas.openxmlformats.org/officeDocument/2006/relationships/image" Target="../media/image235.png"/><Relationship Id="rId17" Type="http://schemas.openxmlformats.org/officeDocument/2006/relationships/customXml" Target="../ink/ink145.xml"/><Relationship Id="rId38" Type="http://schemas.openxmlformats.org/officeDocument/2006/relationships/image" Target="../media/image155.png"/><Relationship Id="rId59" Type="http://schemas.openxmlformats.org/officeDocument/2006/relationships/image" Target="../media/image164.png"/><Relationship Id="rId103" Type="http://schemas.openxmlformats.org/officeDocument/2006/relationships/image" Target="../media/image186.png"/><Relationship Id="rId124" Type="http://schemas.openxmlformats.org/officeDocument/2006/relationships/customXml" Target="../ink/ink199.xml"/><Relationship Id="rId70" Type="http://schemas.openxmlformats.org/officeDocument/2006/relationships/customXml" Target="../ink/ink172.xml"/><Relationship Id="rId91" Type="http://schemas.openxmlformats.org/officeDocument/2006/relationships/image" Target="../media/image180.png"/><Relationship Id="rId145" Type="http://schemas.openxmlformats.org/officeDocument/2006/relationships/image" Target="../media/image207.png"/><Relationship Id="rId166" Type="http://schemas.openxmlformats.org/officeDocument/2006/relationships/customXml" Target="../ink/ink220.xml"/><Relationship Id="rId187" Type="http://schemas.openxmlformats.org/officeDocument/2006/relationships/image" Target="../media/image228.pn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150.png"/><Relationship Id="rId49" Type="http://schemas.openxmlformats.org/officeDocument/2006/relationships/customXml" Target="../ink/ink161.xml"/><Relationship Id="rId114" Type="http://schemas.openxmlformats.org/officeDocument/2006/relationships/customXml" Target="../ink/ink194.xml"/><Relationship Id="rId60" Type="http://schemas.openxmlformats.org/officeDocument/2006/relationships/customXml" Target="../ink/ink167.xml"/><Relationship Id="rId81" Type="http://schemas.openxmlformats.org/officeDocument/2006/relationships/image" Target="../media/image175.png"/><Relationship Id="rId135" Type="http://schemas.openxmlformats.org/officeDocument/2006/relationships/image" Target="../media/image202.png"/><Relationship Id="rId156" Type="http://schemas.openxmlformats.org/officeDocument/2006/relationships/customXml" Target="../ink/ink215.xml"/><Relationship Id="rId177" Type="http://schemas.openxmlformats.org/officeDocument/2006/relationships/image" Target="../media/image223.png"/><Relationship Id="rId198" Type="http://schemas.openxmlformats.org/officeDocument/2006/relationships/customXml" Target="../ink/ink236.xml"/><Relationship Id="rId202" Type="http://schemas.openxmlformats.org/officeDocument/2006/relationships/customXml" Target="../ink/ink238.xml"/><Relationship Id="rId18" Type="http://schemas.openxmlformats.org/officeDocument/2006/relationships/image" Target="../media/image145.png"/><Relationship Id="rId39" Type="http://schemas.openxmlformats.org/officeDocument/2006/relationships/customXml" Target="../ink/ink156.xml"/><Relationship Id="rId50" Type="http://schemas.openxmlformats.org/officeDocument/2006/relationships/image" Target="../media/image160.png"/><Relationship Id="rId104" Type="http://schemas.openxmlformats.org/officeDocument/2006/relationships/customXml" Target="../ink/ink189.xml"/><Relationship Id="rId125" Type="http://schemas.openxmlformats.org/officeDocument/2006/relationships/image" Target="../media/image197.png"/><Relationship Id="rId146" Type="http://schemas.openxmlformats.org/officeDocument/2006/relationships/customXml" Target="../ink/ink210.xml"/><Relationship Id="rId167" Type="http://schemas.openxmlformats.org/officeDocument/2006/relationships/image" Target="../media/image218.png"/><Relationship Id="rId188" Type="http://schemas.openxmlformats.org/officeDocument/2006/relationships/customXml" Target="../ink/ink231.xml"/><Relationship Id="rId71" Type="http://schemas.openxmlformats.org/officeDocument/2006/relationships/image" Target="../media/image170.png"/><Relationship Id="rId92" Type="http://schemas.openxmlformats.org/officeDocument/2006/relationships/customXml" Target="../ink/ink183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3.png"/><Relationship Id="rId21" Type="http://schemas.openxmlformats.org/officeDocument/2006/relationships/image" Target="../media/image245.png"/><Relationship Id="rId42" Type="http://schemas.openxmlformats.org/officeDocument/2006/relationships/customXml" Target="../ink/ink258.xml"/><Relationship Id="rId63" Type="http://schemas.openxmlformats.org/officeDocument/2006/relationships/image" Target="../media/image266.png"/><Relationship Id="rId84" Type="http://schemas.openxmlformats.org/officeDocument/2006/relationships/customXml" Target="../ink/ink279.xml"/><Relationship Id="rId138" Type="http://schemas.openxmlformats.org/officeDocument/2006/relationships/customXml" Target="../ink/ink306.xml"/><Relationship Id="rId159" Type="http://schemas.openxmlformats.org/officeDocument/2006/relationships/image" Target="../media/image314.png"/><Relationship Id="rId107" Type="http://schemas.openxmlformats.org/officeDocument/2006/relationships/image" Target="../media/image288.png"/><Relationship Id="rId11" Type="http://schemas.openxmlformats.org/officeDocument/2006/relationships/image" Target="../media/image240.png"/><Relationship Id="rId32" Type="http://schemas.openxmlformats.org/officeDocument/2006/relationships/customXml" Target="../ink/ink253.xml"/><Relationship Id="rId53" Type="http://schemas.openxmlformats.org/officeDocument/2006/relationships/image" Target="../media/image261.png"/><Relationship Id="rId74" Type="http://schemas.openxmlformats.org/officeDocument/2006/relationships/customXml" Target="../ink/ink274.xml"/><Relationship Id="rId128" Type="http://schemas.openxmlformats.org/officeDocument/2006/relationships/customXml" Target="../ink/ink301.xml"/><Relationship Id="rId149" Type="http://schemas.openxmlformats.org/officeDocument/2006/relationships/image" Target="../media/image309.png"/><Relationship Id="rId5" Type="http://schemas.openxmlformats.org/officeDocument/2006/relationships/image" Target="../media/image237.png"/><Relationship Id="rId95" Type="http://schemas.openxmlformats.org/officeDocument/2006/relationships/image" Target="../media/image282.png"/><Relationship Id="rId22" Type="http://schemas.openxmlformats.org/officeDocument/2006/relationships/customXml" Target="../ink/ink248.xml"/><Relationship Id="rId43" Type="http://schemas.openxmlformats.org/officeDocument/2006/relationships/image" Target="../media/image256.png"/><Relationship Id="rId64" Type="http://schemas.openxmlformats.org/officeDocument/2006/relationships/customXml" Target="../ink/ink269.xml"/><Relationship Id="rId118" Type="http://schemas.openxmlformats.org/officeDocument/2006/relationships/customXml" Target="../ink/ink296.xml"/><Relationship Id="rId139" Type="http://schemas.openxmlformats.org/officeDocument/2006/relationships/image" Target="../media/image304.png"/><Relationship Id="rId80" Type="http://schemas.openxmlformats.org/officeDocument/2006/relationships/customXml" Target="../ink/ink277.xml"/><Relationship Id="rId85" Type="http://schemas.openxmlformats.org/officeDocument/2006/relationships/image" Target="../media/image277.png"/><Relationship Id="rId150" Type="http://schemas.openxmlformats.org/officeDocument/2006/relationships/customXml" Target="../ink/ink312.xml"/><Relationship Id="rId155" Type="http://schemas.openxmlformats.org/officeDocument/2006/relationships/image" Target="../media/image312.png"/><Relationship Id="rId12" Type="http://schemas.openxmlformats.org/officeDocument/2006/relationships/customXml" Target="../ink/ink243.xml"/><Relationship Id="rId17" Type="http://schemas.openxmlformats.org/officeDocument/2006/relationships/image" Target="../media/image243.png"/><Relationship Id="rId33" Type="http://schemas.openxmlformats.org/officeDocument/2006/relationships/image" Target="../media/image251.png"/><Relationship Id="rId38" Type="http://schemas.openxmlformats.org/officeDocument/2006/relationships/customXml" Target="../ink/ink256.xml"/><Relationship Id="rId59" Type="http://schemas.openxmlformats.org/officeDocument/2006/relationships/image" Target="../media/image264.png"/><Relationship Id="rId103" Type="http://schemas.openxmlformats.org/officeDocument/2006/relationships/image" Target="../media/image286.png"/><Relationship Id="rId108" Type="http://schemas.openxmlformats.org/officeDocument/2006/relationships/customXml" Target="../ink/ink291.xml"/><Relationship Id="rId124" Type="http://schemas.openxmlformats.org/officeDocument/2006/relationships/customXml" Target="../ink/ink299.xml"/><Relationship Id="rId129" Type="http://schemas.openxmlformats.org/officeDocument/2006/relationships/image" Target="../media/image299.png"/><Relationship Id="rId54" Type="http://schemas.openxmlformats.org/officeDocument/2006/relationships/customXml" Target="../ink/ink264.xml"/><Relationship Id="rId70" Type="http://schemas.openxmlformats.org/officeDocument/2006/relationships/customXml" Target="../ink/ink272.xml"/><Relationship Id="rId75" Type="http://schemas.openxmlformats.org/officeDocument/2006/relationships/image" Target="../media/image272.png"/><Relationship Id="rId91" Type="http://schemas.openxmlformats.org/officeDocument/2006/relationships/image" Target="../media/image280.png"/><Relationship Id="rId96" Type="http://schemas.openxmlformats.org/officeDocument/2006/relationships/customXml" Target="../ink/ink285.xml"/><Relationship Id="rId140" Type="http://schemas.openxmlformats.org/officeDocument/2006/relationships/customXml" Target="../ink/ink307.xml"/><Relationship Id="rId145" Type="http://schemas.openxmlformats.org/officeDocument/2006/relationships/image" Target="../media/image30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0.xml"/><Relationship Id="rId23" Type="http://schemas.openxmlformats.org/officeDocument/2006/relationships/image" Target="../media/image246.png"/><Relationship Id="rId28" Type="http://schemas.openxmlformats.org/officeDocument/2006/relationships/customXml" Target="../ink/ink251.xml"/><Relationship Id="rId49" Type="http://schemas.openxmlformats.org/officeDocument/2006/relationships/image" Target="../media/image259.png"/><Relationship Id="rId114" Type="http://schemas.openxmlformats.org/officeDocument/2006/relationships/customXml" Target="../ink/ink294.xml"/><Relationship Id="rId119" Type="http://schemas.openxmlformats.org/officeDocument/2006/relationships/image" Target="../media/image294.png"/><Relationship Id="rId44" Type="http://schemas.openxmlformats.org/officeDocument/2006/relationships/customXml" Target="../ink/ink259.xml"/><Relationship Id="rId60" Type="http://schemas.openxmlformats.org/officeDocument/2006/relationships/customXml" Target="../ink/ink267.xml"/><Relationship Id="rId65" Type="http://schemas.openxmlformats.org/officeDocument/2006/relationships/image" Target="../media/image267.png"/><Relationship Id="rId81" Type="http://schemas.openxmlformats.org/officeDocument/2006/relationships/image" Target="../media/image275.png"/><Relationship Id="rId86" Type="http://schemas.openxmlformats.org/officeDocument/2006/relationships/customXml" Target="../ink/ink280.xml"/><Relationship Id="rId130" Type="http://schemas.openxmlformats.org/officeDocument/2006/relationships/customXml" Target="../ink/ink302.xml"/><Relationship Id="rId135" Type="http://schemas.openxmlformats.org/officeDocument/2006/relationships/image" Target="../media/image302.png"/><Relationship Id="rId151" Type="http://schemas.openxmlformats.org/officeDocument/2006/relationships/image" Target="../media/image310.png"/><Relationship Id="rId156" Type="http://schemas.openxmlformats.org/officeDocument/2006/relationships/customXml" Target="../ink/ink315.xml"/><Relationship Id="rId13" Type="http://schemas.openxmlformats.org/officeDocument/2006/relationships/image" Target="../media/image241.png"/><Relationship Id="rId18" Type="http://schemas.openxmlformats.org/officeDocument/2006/relationships/customXml" Target="../ink/ink246.xml"/><Relationship Id="rId39" Type="http://schemas.openxmlformats.org/officeDocument/2006/relationships/image" Target="../media/image254.png"/><Relationship Id="rId109" Type="http://schemas.openxmlformats.org/officeDocument/2006/relationships/image" Target="../media/image289.png"/><Relationship Id="rId34" Type="http://schemas.openxmlformats.org/officeDocument/2006/relationships/customXml" Target="../ink/ink254.xml"/><Relationship Id="rId50" Type="http://schemas.openxmlformats.org/officeDocument/2006/relationships/customXml" Target="../ink/ink262.xml"/><Relationship Id="rId55" Type="http://schemas.openxmlformats.org/officeDocument/2006/relationships/image" Target="../media/image262.png"/><Relationship Id="rId76" Type="http://schemas.openxmlformats.org/officeDocument/2006/relationships/customXml" Target="../ink/ink275.xml"/><Relationship Id="rId97" Type="http://schemas.openxmlformats.org/officeDocument/2006/relationships/image" Target="../media/image283.png"/><Relationship Id="rId104" Type="http://schemas.openxmlformats.org/officeDocument/2006/relationships/customXml" Target="../ink/ink289.xml"/><Relationship Id="rId120" Type="http://schemas.openxmlformats.org/officeDocument/2006/relationships/customXml" Target="../ink/ink297.xml"/><Relationship Id="rId125" Type="http://schemas.openxmlformats.org/officeDocument/2006/relationships/image" Target="../media/image297.png"/><Relationship Id="rId141" Type="http://schemas.openxmlformats.org/officeDocument/2006/relationships/image" Target="../media/image305.png"/><Relationship Id="rId146" Type="http://schemas.openxmlformats.org/officeDocument/2006/relationships/customXml" Target="../ink/ink310.xml"/><Relationship Id="rId7" Type="http://schemas.openxmlformats.org/officeDocument/2006/relationships/image" Target="../media/image238.png"/><Relationship Id="rId71" Type="http://schemas.openxmlformats.org/officeDocument/2006/relationships/image" Target="../media/image270.png"/><Relationship Id="rId92" Type="http://schemas.openxmlformats.org/officeDocument/2006/relationships/customXml" Target="../ink/ink283.xml"/><Relationship Id="rId2" Type="http://schemas.openxmlformats.org/officeDocument/2006/relationships/image" Target="../media/image1230.png"/><Relationship Id="rId29" Type="http://schemas.openxmlformats.org/officeDocument/2006/relationships/image" Target="../media/image249.png"/><Relationship Id="rId24" Type="http://schemas.openxmlformats.org/officeDocument/2006/relationships/customXml" Target="../ink/ink249.xml"/><Relationship Id="rId40" Type="http://schemas.openxmlformats.org/officeDocument/2006/relationships/customXml" Target="../ink/ink257.xml"/><Relationship Id="rId45" Type="http://schemas.openxmlformats.org/officeDocument/2006/relationships/image" Target="../media/image257.png"/><Relationship Id="rId66" Type="http://schemas.openxmlformats.org/officeDocument/2006/relationships/customXml" Target="../ink/ink270.xml"/><Relationship Id="rId87" Type="http://schemas.openxmlformats.org/officeDocument/2006/relationships/image" Target="../media/image278.png"/><Relationship Id="rId110" Type="http://schemas.openxmlformats.org/officeDocument/2006/relationships/customXml" Target="../ink/ink292.xml"/><Relationship Id="rId115" Type="http://schemas.openxmlformats.org/officeDocument/2006/relationships/image" Target="../media/image292.png"/><Relationship Id="rId131" Type="http://schemas.openxmlformats.org/officeDocument/2006/relationships/image" Target="../media/image300.png"/><Relationship Id="rId136" Type="http://schemas.openxmlformats.org/officeDocument/2006/relationships/customXml" Target="../ink/ink305.xml"/><Relationship Id="rId157" Type="http://schemas.openxmlformats.org/officeDocument/2006/relationships/image" Target="../media/image313.png"/><Relationship Id="rId61" Type="http://schemas.openxmlformats.org/officeDocument/2006/relationships/image" Target="../media/image265.png"/><Relationship Id="rId82" Type="http://schemas.openxmlformats.org/officeDocument/2006/relationships/customXml" Target="../ink/ink278.xml"/><Relationship Id="rId152" Type="http://schemas.openxmlformats.org/officeDocument/2006/relationships/customXml" Target="../ink/ink313.xml"/><Relationship Id="rId19" Type="http://schemas.openxmlformats.org/officeDocument/2006/relationships/image" Target="../media/image244.png"/><Relationship Id="rId14" Type="http://schemas.openxmlformats.org/officeDocument/2006/relationships/customXml" Target="../ink/ink244.xml"/><Relationship Id="rId30" Type="http://schemas.openxmlformats.org/officeDocument/2006/relationships/customXml" Target="../ink/ink252.xml"/><Relationship Id="rId35" Type="http://schemas.openxmlformats.org/officeDocument/2006/relationships/image" Target="../media/image252.png"/><Relationship Id="rId56" Type="http://schemas.openxmlformats.org/officeDocument/2006/relationships/customXml" Target="../ink/ink265.xml"/><Relationship Id="rId77" Type="http://schemas.openxmlformats.org/officeDocument/2006/relationships/image" Target="../media/image273.png"/><Relationship Id="rId100" Type="http://schemas.openxmlformats.org/officeDocument/2006/relationships/customXml" Target="../ink/ink287.xml"/><Relationship Id="rId105" Type="http://schemas.openxmlformats.org/officeDocument/2006/relationships/image" Target="../media/image287.png"/><Relationship Id="rId126" Type="http://schemas.openxmlformats.org/officeDocument/2006/relationships/customXml" Target="../ink/ink300.xml"/><Relationship Id="rId147" Type="http://schemas.openxmlformats.org/officeDocument/2006/relationships/image" Target="../media/image308.png"/><Relationship Id="rId8" Type="http://schemas.openxmlformats.org/officeDocument/2006/relationships/customXml" Target="../ink/ink241.xml"/><Relationship Id="rId51" Type="http://schemas.openxmlformats.org/officeDocument/2006/relationships/image" Target="../media/image260.png"/><Relationship Id="rId72" Type="http://schemas.openxmlformats.org/officeDocument/2006/relationships/customXml" Target="../ink/ink273.xml"/><Relationship Id="rId93" Type="http://schemas.openxmlformats.org/officeDocument/2006/relationships/image" Target="../media/image281.png"/><Relationship Id="rId98" Type="http://schemas.openxmlformats.org/officeDocument/2006/relationships/customXml" Target="../ink/ink286.xml"/><Relationship Id="rId121" Type="http://schemas.openxmlformats.org/officeDocument/2006/relationships/image" Target="../media/image295.png"/><Relationship Id="rId142" Type="http://schemas.openxmlformats.org/officeDocument/2006/relationships/customXml" Target="../ink/ink308.xml"/><Relationship Id="rId3" Type="http://schemas.openxmlformats.org/officeDocument/2006/relationships/image" Target="../media/image2408.png"/><Relationship Id="rId25" Type="http://schemas.openxmlformats.org/officeDocument/2006/relationships/image" Target="../media/image247.png"/><Relationship Id="rId46" Type="http://schemas.openxmlformats.org/officeDocument/2006/relationships/customXml" Target="../ink/ink260.xml"/><Relationship Id="rId67" Type="http://schemas.openxmlformats.org/officeDocument/2006/relationships/image" Target="../media/image268.png"/><Relationship Id="rId116" Type="http://schemas.openxmlformats.org/officeDocument/2006/relationships/customXml" Target="../ink/ink295.xml"/><Relationship Id="rId137" Type="http://schemas.openxmlformats.org/officeDocument/2006/relationships/image" Target="../media/image303.png"/><Relationship Id="rId158" Type="http://schemas.openxmlformats.org/officeDocument/2006/relationships/customXml" Target="../ink/ink316.xml"/><Relationship Id="rId20" Type="http://schemas.openxmlformats.org/officeDocument/2006/relationships/customXml" Target="../ink/ink247.xml"/><Relationship Id="rId41" Type="http://schemas.openxmlformats.org/officeDocument/2006/relationships/image" Target="../media/image255.png"/><Relationship Id="rId62" Type="http://schemas.openxmlformats.org/officeDocument/2006/relationships/customXml" Target="../ink/ink268.xml"/><Relationship Id="rId83" Type="http://schemas.openxmlformats.org/officeDocument/2006/relationships/image" Target="../media/image276.png"/><Relationship Id="rId88" Type="http://schemas.openxmlformats.org/officeDocument/2006/relationships/customXml" Target="../ink/ink281.xml"/><Relationship Id="rId111" Type="http://schemas.openxmlformats.org/officeDocument/2006/relationships/image" Target="../media/image290.png"/><Relationship Id="rId132" Type="http://schemas.openxmlformats.org/officeDocument/2006/relationships/customXml" Target="../ink/ink303.xml"/><Relationship Id="rId153" Type="http://schemas.openxmlformats.org/officeDocument/2006/relationships/image" Target="../media/image311.png"/><Relationship Id="rId15" Type="http://schemas.openxmlformats.org/officeDocument/2006/relationships/image" Target="../media/image242.png"/><Relationship Id="rId36" Type="http://schemas.openxmlformats.org/officeDocument/2006/relationships/customXml" Target="../ink/ink255.xml"/><Relationship Id="rId57" Type="http://schemas.openxmlformats.org/officeDocument/2006/relationships/image" Target="../media/image263.png"/><Relationship Id="rId106" Type="http://schemas.openxmlformats.org/officeDocument/2006/relationships/customXml" Target="../ink/ink290.xml"/><Relationship Id="rId127" Type="http://schemas.openxmlformats.org/officeDocument/2006/relationships/image" Target="../media/image298.png"/><Relationship Id="rId10" Type="http://schemas.openxmlformats.org/officeDocument/2006/relationships/customXml" Target="../ink/ink242.xml"/><Relationship Id="rId31" Type="http://schemas.openxmlformats.org/officeDocument/2006/relationships/image" Target="../media/image250.png"/><Relationship Id="rId52" Type="http://schemas.openxmlformats.org/officeDocument/2006/relationships/customXml" Target="../ink/ink263.xml"/><Relationship Id="rId73" Type="http://schemas.openxmlformats.org/officeDocument/2006/relationships/image" Target="../media/image271.png"/><Relationship Id="rId78" Type="http://schemas.openxmlformats.org/officeDocument/2006/relationships/customXml" Target="../ink/ink276.xml"/><Relationship Id="rId94" Type="http://schemas.openxmlformats.org/officeDocument/2006/relationships/customXml" Target="../ink/ink284.xml"/><Relationship Id="rId99" Type="http://schemas.openxmlformats.org/officeDocument/2006/relationships/image" Target="../media/image284.png"/><Relationship Id="rId101" Type="http://schemas.openxmlformats.org/officeDocument/2006/relationships/image" Target="../media/image285.png"/><Relationship Id="rId122" Type="http://schemas.openxmlformats.org/officeDocument/2006/relationships/customXml" Target="../ink/ink298.xml"/><Relationship Id="rId143" Type="http://schemas.openxmlformats.org/officeDocument/2006/relationships/image" Target="../media/image306.png"/><Relationship Id="rId148" Type="http://schemas.openxmlformats.org/officeDocument/2006/relationships/customXml" Target="../ink/ink311.xml"/><Relationship Id="rId4" Type="http://schemas.openxmlformats.org/officeDocument/2006/relationships/customXml" Target="../ink/ink239.xml"/><Relationship Id="rId9" Type="http://schemas.openxmlformats.org/officeDocument/2006/relationships/image" Target="../media/image239.png"/><Relationship Id="rId26" Type="http://schemas.openxmlformats.org/officeDocument/2006/relationships/customXml" Target="../ink/ink250.xml"/><Relationship Id="rId47" Type="http://schemas.openxmlformats.org/officeDocument/2006/relationships/image" Target="../media/image258.png"/><Relationship Id="rId68" Type="http://schemas.openxmlformats.org/officeDocument/2006/relationships/customXml" Target="../ink/ink271.xml"/><Relationship Id="rId89" Type="http://schemas.openxmlformats.org/officeDocument/2006/relationships/image" Target="../media/image279.png"/><Relationship Id="rId112" Type="http://schemas.openxmlformats.org/officeDocument/2006/relationships/customXml" Target="../ink/ink293.xml"/><Relationship Id="rId133" Type="http://schemas.openxmlformats.org/officeDocument/2006/relationships/image" Target="../media/image301.png"/><Relationship Id="rId154" Type="http://schemas.openxmlformats.org/officeDocument/2006/relationships/customXml" Target="../ink/ink314.xml"/><Relationship Id="rId16" Type="http://schemas.openxmlformats.org/officeDocument/2006/relationships/customXml" Target="../ink/ink245.xml"/><Relationship Id="rId37" Type="http://schemas.openxmlformats.org/officeDocument/2006/relationships/image" Target="../media/image253.png"/><Relationship Id="rId58" Type="http://schemas.openxmlformats.org/officeDocument/2006/relationships/customXml" Target="../ink/ink266.xml"/><Relationship Id="rId79" Type="http://schemas.openxmlformats.org/officeDocument/2006/relationships/image" Target="../media/image274.png"/><Relationship Id="rId102" Type="http://schemas.openxmlformats.org/officeDocument/2006/relationships/customXml" Target="../ink/ink288.xml"/><Relationship Id="rId123" Type="http://schemas.openxmlformats.org/officeDocument/2006/relationships/image" Target="../media/image296.png"/><Relationship Id="rId144" Type="http://schemas.openxmlformats.org/officeDocument/2006/relationships/customXml" Target="../ink/ink309.xml"/><Relationship Id="rId90" Type="http://schemas.openxmlformats.org/officeDocument/2006/relationships/customXml" Target="../ink/ink282.xml"/><Relationship Id="rId27" Type="http://schemas.openxmlformats.org/officeDocument/2006/relationships/image" Target="../media/image248.png"/><Relationship Id="rId48" Type="http://schemas.openxmlformats.org/officeDocument/2006/relationships/customXml" Target="../ink/ink261.xml"/><Relationship Id="rId69" Type="http://schemas.openxmlformats.org/officeDocument/2006/relationships/image" Target="../media/image269.png"/><Relationship Id="rId113" Type="http://schemas.openxmlformats.org/officeDocument/2006/relationships/image" Target="../media/image291.png"/><Relationship Id="rId134" Type="http://schemas.openxmlformats.org/officeDocument/2006/relationships/customXml" Target="../ink/ink304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74.xml"/><Relationship Id="rId299" Type="http://schemas.openxmlformats.org/officeDocument/2006/relationships/image" Target="../media/image422.png"/><Relationship Id="rId21" Type="http://schemas.openxmlformats.org/officeDocument/2006/relationships/image" Target="../media/image274.png"/><Relationship Id="rId63" Type="http://schemas.openxmlformats.org/officeDocument/2006/relationships/image" Target="../media/image305.png"/><Relationship Id="rId159" Type="http://schemas.openxmlformats.org/officeDocument/2006/relationships/customXml" Target="../ink/ink395.xml"/><Relationship Id="rId324" Type="http://schemas.openxmlformats.org/officeDocument/2006/relationships/customXml" Target="../ink/ink478.xml"/><Relationship Id="rId366" Type="http://schemas.openxmlformats.org/officeDocument/2006/relationships/customXml" Target="../ink/ink499.xml"/><Relationship Id="rId170" Type="http://schemas.openxmlformats.org/officeDocument/2006/relationships/image" Target="../media/image358.png"/><Relationship Id="rId226" Type="http://schemas.openxmlformats.org/officeDocument/2006/relationships/customXml" Target="../ink/ink429.xml"/><Relationship Id="rId433" Type="http://schemas.openxmlformats.org/officeDocument/2006/relationships/image" Target="../media/image489.png"/><Relationship Id="rId268" Type="http://schemas.openxmlformats.org/officeDocument/2006/relationships/customXml" Target="../ink/ink450.xml"/><Relationship Id="rId475" Type="http://schemas.openxmlformats.org/officeDocument/2006/relationships/image" Target="../media/image510.png"/><Relationship Id="rId32" Type="http://schemas.openxmlformats.org/officeDocument/2006/relationships/customXml" Target="../ink/ink332.xml"/><Relationship Id="rId74" Type="http://schemas.openxmlformats.org/officeDocument/2006/relationships/customXml" Target="../ink/ink353.xml"/><Relationship Id="rId128" Type="http://schemas.openxmlformats.org/officeDocument/2006/relationships/image" Target="../media/image337.png"/><Relationship Id="rId335" Type="http://schemas.openxmlformats.org/officeDocument/2006/relationships/image" Target="../media/image440.png"/><Relationship Id="rId377" Type="http://schemas.openxmlformats.org/officeDocument/2006/relationships/image" Target="../media/image461.png"/><Relationship Id="rId5" Type="http://schemas.openxmlformats.org/officeDocument/2006/relationships/image" Target="../media/image238.png"/><Relationship Id="rId181" Type="http://schemas.openxmlformats.org/officeDocument/2006/relationships/customXml" Target="../ink/ink406.xml"/><Relationship Id="rId237" Type="http://schemas.openxmlformats.org/officeDocument/2006/relationships/image" Target="../media/image391.png"/><Relationship Id="rId402" Type="http://schemas.openxmlformats.org/officeDocument/2006/relationships/customXml" Target="../ink/ink517.xml"/><Relationship Id="rId279" Type="http://schemas.openxmlformats.org/officeDocument/2006/relationships/image" Target="../media/image412.png"/><Relationship Id="rId444" Type="http://schemas.openxmlformats.org/officeDocument/2006/relationships/customXml" Target="../ink/ink538.xml"/><Relationship Id="rId43" Type="http://schemas.openxmlformats.org/officeDocument/2006/relationships/image" Target="../media/image295.png"/><Relationship Id="rId139" Type="http://schemas.openxmlformats.org/officeDocument/2006/relationships/customXml" Target="../ink/ink385.xml"/><Relationship Id="rId290" Type="http://schemas.openxmlformats.org/officeDocument/2006/relationships/customXml" Target="../ink/ink461.xml"/><Relationship Id="rId304" Type="http://schemas.openxmlformats.org/officeDocument/2006/relationships/customXml" Target="../ink/ink468.xml"/><Relationship Id="rId346" Type="http://schemas.openxmlformats.org/officeDocument/2006/relationships/customXml" Target="../ink/ink489.xml"/><Relationship Id="rId388" Type="http://schemas.openxmlformats.org/officeDocument/2006/relationships/customXml" Target="../ink/ink510.xml"/><Relationship Id="rId85" Type="http://schemas.openxmlformats.org/officeDocument/2006/relationships/image" Target="../media/image316.png"/><Relationship Id="rId150" Type="http://schemas.openxmlformats.org/officeDocument/2006/relationships/image" Target="../media/image348.png"/><Relationship Id="rId192" Type="http://schemas.openxmlformats.org/officeDocument/2006/relationships/image" Target="../media/image369.png"/><Relationship Id="rId206" Type="http://schemas.openxmlformats.org/officeDocument/2006/relationships/image" Target="../media/image376.png"/><Relationship Id="rId413" Type="http://schemas.openxmlformats.org/officeDocument/2006/relationships/image" Target="../media/image479.png"/><Relationship Id="rId248" Type="http://schemas.openxmlformats.org/officeDocument/2006/relationships/customXml" Target="../ink/ink440.xml"/><Relationship Id="rId455" Type="http://schemas.openxmlformats.org/officeDocument/2006/relationships/image" Target="../media/image500.png"/><Relationship Id="rId12" Type="http://schemas.openxmlformats.org/officeDocument/2006/relationships/customXml" Target="../ink/ink322.xml"/><Relationship Id="rId108" Type="http://schemas.openxmlformats.org/officeDocument/2006/relationships/image" Target="../media/image327.png"/><Relationship Id="rId315" Type="http://schemas.openxmlformats.org/officeDocument/2006/relationships/image" Target="../media/image430.png"/><Relationship Id="rId357" Type="http://schemas.openxmlformats.org/officeDocument/2006/relationships/image" Target="../media/image451.png"/><Relationship Id="rId54" Type="http://schemas.openxmlformats.org/officeDocument/2006/relationships/customXml" Target="../ink/ink343.xml"/><Relationship Id="rId96" Type="http://schemas.openxmlformats.org/officeDocument/2006/relationships/image" Target="../media/image236.png"/><Relationship Id="rId161" Type="http://schemas.openxmlformats.org/officeDocument/2006/relationships/customXml" Target="../ink/ink396.xml"/><Relationship Id="rId217" Type="http://schemas.openxmlformats.org/officeDocument/2006/relationships/customXml" Target="../ink/ink424.xml"/><Relationship Id="rId399" Type="http://schemas.openxmlformats.org/officeDocument/2006/relationships/image" Target="../media/image472.png"/><Relationship Id="rId259" Type="http://schemas.openxmlformats.org/officeDocument/2006/relationships/image" Target="../media/image402.png"/><Relationship Id="rId424" Type="http://schemas.openxmlformats.org/officeDocument/2006/relationships/customXml" Target="../ink/ink528.xml"/><Relationship Id="rId466" Type="http://schemas.openxmlformats.org/officeDocument/2006/relationships/customXml" Target="../ink/ink549.xml"/><Relationship Id="rId23" Type="http://schemas.openxmlformats.org/officeDocument/2006/relationships/image" Target="../media/image275.png"/><Relationship Id="rId119" Type="http://schemas.openxmlformats.org/officeDocument/2006/relationships/customXml" Target="../ink/ink375.xml"/><Relationship Id="rId270" Type="http://schemas.openxmlformats.org/officeDocument/2006/relationships/customXml" Target="../ink/ink451.xml"/><Relationship Id="rId326" Type="http://schemas.openxmlformats.org/officeDocument/2006/relationships/customXml" Target="../ink/ink479.xml"/><Relationship Id="rId65" Type="http://schemas.openxmlformats.org/officeDocument/2006/relationships/image" Target="../media/image306.png"/><Relationship Id="rId130" Type="http://schemas.openxmlformats.org/officeDocument/2006/relationships/image" Target="../media/image338.png"/><Relationship Id="rId368" Type="http://schemas.openxmlformats.org/officeDocument/2006/relationships/customXml" Target="../ink/ink500.xml"/><Relationship Id="rId172" Type="http://schemas.openxmlformats.org/officeDocument/2006/relationships/image" Target="../media/image359.png"/><Relationship Id="rId228" Type="http://schemas.openxmlformats.org/officeDocument/2006/relationships/customXml" Target="../ink/ink430.xml"/><Relationship Id="rId435" Type="http://schemas.openxmlformats.org/officeDocument/2006/relationships/image" Target="../media/image490.png"/><Relationship Id="rId477" Type="http://schemas.openxmlformats.org/officeDocument/2006/relationships/image" Target="../media/image511.png"/><Relationship Id="rId281" Type="http://schemas.openxmlformats.org/officeDocument/2006/relationships/image" Target="../media/image413.png"/><Relationship Id="rId337" Type="http://schemas.openxmlformats.org/officeDocument/2006/relationships/image" Target="../media/image441.png"/><Relationship Id="rId34" Type="http://schemas.openxmlformats.org/officeDocument/2006/relationships/customXml" Target="../ink/ink333.xml"/><Relationship Id="rId76" Type="http://schemas.openxmlformats.org/officeDocument/2006/relationships/customXml" Target="../ink/ink354.xml"/><Relationship Id="rId141" Type="http://schemas.openxmlformats.org/officeDocument/2006/relationships/customXml" Target="../ink/ink386.xml"/><Relationship Id="rId379" Type="http://schemas.openxmlformats.org/officeDocument/2006/relationships/image" Target="../media/image462.png"/><Relationship Id="rId7" Type="http://schemas.openxmlformats.org/officeDocument/2006/relationships/image" Target="../media/image239.png"/><Relationship Id="rId183" Type="http://schemas.openxmlformats.org/officeDocument/2006/relationships/customXml" Target="../ink/ink407.xml"/><Relationship Id="rId239" Type="http://schemas.openxmlformats.org/officeDocument/2006/relationships/image" Target="../media/image392.png"/><Relationship Id="rId390" Type="http://schemas.openxmlformats.org/officeDocument/2006/relationships/customXml" Target="../ink/ink511.xml"/><Relationship Id="rId404" Type="http://schemas.openxmlformats.org/officeDocument/2006/relationships/customXml" Target="../ink/ink518.xml"/><Relationship Id="rId446" Type="http://schemas.openxmlformats.org/officeDocument/2006/relationships/customXml" Target="../ink/ink539.xml"/><Relationship Id="rId250" Type="http://schemas.openxmlformats.org/officeDocument/2006/relationships/customXml" Target="../ink/ink441.xml"/><Relationship Id="rId292" Type="http://schemas.openxmlformats.org/officeDocument/2006/relationships/customXml" Target="../ink/ink462.xml"/><Relationship Id="rId306" Type="http://schemas.openxmlformats.org/officeDocument/2006/relationships/customXml" Target="../ink/ink469.xml"/><Relationship Id="rId45" Type="http://schemas.openxmlformats.org/officeDocument/2006/relationships/image" Target="../media/image296.png"/><Relationship Id="rId87" Type="http://schemas.openxmlformats.org/officeDocument/2006/relationships/image" Target="../media/image317.png"/><Relationship Id="rId110" Type="http://schemas.openxmlformats.org/officeDocument/2006/relationships/image" Target="../media/image328.png"/><Relationship Id="rId348" Type="http://schemas.openxmlformats.org/officeDocument/2006/relationships/customXml" Target="../ink/ink490.xml"/><Relationship Id="rId152" Type="http://schemas.openxmlformats.org/officeDocument/2006/relationships/image" Target="../media/image349.png"/><Relationship Id="rId194" Type="http://schemas.openxmlformats.org/officeDocument/2006/relationships/image" Target="../media/image370.png"/><Relationship Id="rId208" Type="http://schemas.openxmlformats.org/officeDocument/2006/relationships/image" Target="../media/image377.png"/><Relationship Id="rId415" Type="http://schemas.openxmlformats.org/officeDocument/2006/relationships/image" Target="../media/image480.png"/><Relationship Id="rId457" Type="http://schemas.openxmlformats.org/officeDocument/2006/relationships/image" Target="../media/image501.png"/><Relationship Id="rId261" Type="http://schemas.openxmlformats.org/officeDocument/2006/relationships/image" Target="../media/image403.png"/><Relationship Id="rId14" Type="http://schemas.openxmlformats.org/officeDocument/2006/relationships/customXml" Target="../ink/ink323.xml"/><Relationship Id="rId56" Type="http://schemas.openxmlformats.org/officeDocument/2006/relationships/customXml" Target="../ink/ink344.xml"/><Relationship Id="rId317" Type="http://schemas.openxmlformats.org/officeDocument/2006/relationships/image" Target="../media/image431.png"/><Relationship Id="rId359" Type="http://schemas.openxmlformats.org/officeDocument/2006/relationships/image" Target="../media/image452.png"/><Relationship Id="rId98" Type="http://schemas.openxmlformats.org/officeDocument/2006/relationships/image" Target="../media/image322.png"/><Relationship Id="rId121" Type="http://schemas.openxmlformats.org/officeDocument/2006/relationships/customXml" Target="../ink/ink376.xml"/><Relationship Id="rId163" Type="http://schemas.openxmlformats.org/officeDocument/2006/relationships/customXml" Target="../ink/ink397.xml"/><Relationship Id="rId219" Type="http://schemas.openxmlformats.org/officeDocument/2006/relationships/customXml" Target="../ink/ink425.xml"/><Relationship Id="rId370" Type="http://schemas.openxmlformats.org/officeDocument/2006/relationships/customXml" Target="../ink/ink501.xml"/><Relationship Id="rId426" Type="http://schemas.openxmlformats.org/officeDocument/2006/relationships/customXml" Target="../ink/ink529.xml"/><Relationship Id="rId230" Type="http://schemas.openxmlformats.org/officeDocument/2006/relationships/customXml" Target="../ink/ink431.xml"/><Relationship Id="rId468" Type="http://schemas.openxmlformats.org/officeDocument/2006/relationships/customXml" Target="../ink/ink550.xml"/><Relationship Id="rId25" Type="http://schemas.openxmlformats.org/officeDocument/2006/relationships/image" Target="../media/image276.png"/><Relationship Id="rId67" Type="http://schemas.openxmlformats.org/officeDocument/2006/relationships/image" Target="../media/image307.png"/><Relationship Id="rId272" Type="http://schemas.openxmlformats.org/officeDocument/2006/relationships/customXml" Target="../ink/ink452.xml"/><Relationship Id="rId328" Type="http://schemas.openxmlformats.org/officeDocument/2006/relationships/customXml" Target="../ink/ink480.xml"/><Relationship Id="rId132" Type="http://schemas.openxmlformats.org/officeDocument/2006/relationships/image" Target="../media/image339.png"/><Relationship Id="rId174" Type="http://schemas.openxmlformats.org/officeDocument/2006/relationships/image" Target="../media/image360.png"/><Relationship Id="rId381" Type="http://schemas.openxmlformats.org/officeDocument/2006/relationships/image" Target="../media/image463.png"/><Relationship Id="rId241" Type="http://schemas.openxmlformats.org/officeDocument/2006/relationships/image" Target="../media/image393.png"/><Relationship Id="rId437" Type="http://schemas.openxmlformats.org/officeDocument/2006/relationships/image" Target="../media/image491.png"/><Relationship Id="rId479" Type="http://schemas.openxmlformats.org/officeDocument/2006/relationships/image" Target="../media/image512.png"/><Relationship Id="rId36" Type="http://schemas.openxmlformats.org/officeDocument/2006/relationships/customXml" Target="../ink/ink334.xml"/><Relationship Id="rId283" Type="http://schemas.openxmlformats.org/officeDocument/2006/relationships/image" Target="../media/image414.png"/><Relationship Id="rId339" Type="http://schemas.openxmlformats.org/officeDocument/2006/relationships/image" Target="../media/image442.png"/><Relationship Id="rId78" Type="http://schemas.openxmlformats.org/officeDocument/2006/relationships/customXml" Target="../ink/ink355.xml"/><Relationship Id="rId101" Type="http://schemas.openxmlformats.org/officeDocument/2006/relationships/customXml" Target="../ink/ink366.xml"/><Relationship Id="rId143" Type="http://schemas.openxmlformats.org/officeDocument/2006/relationships/customXml" Target="../ink/ink387.xml"/><Relationship Id="rId185" Type="http://schemas.openxmlformats.org/officeDocument/2006/relationships/customXml" Target="../ink/ink408.xml"/><Relationship Id="rId350" Type="http://schemas.openxmlformats.org/officeDocument/2006/relationships/customXml" Target="../ink/ink491.xml"/><Relationship Id="rId406" Type="http://schemas.openxmlformats.org/officeDocument/2006/relationships/customXml" Target="../ink/ink519.xml"/><Relationship Id="rId9" Type="http://schemas.openxmlformats.org/officeDocument/2006/relationships/image" Target="../media/image252.png"/><Relationship Id="rId210" Type="http://schemas.openxmlformats.org/officeDocument/2006/relationships/image" Target="../media/image378.png"/><Relationship Id="rId392" Type="http://schemas.openxmlformats.org/officeDocument/2006/relationships/customXml" Target="../ink/ink512.xml"/><Relationship Id="rId448" Type="http://schemas.openxmlformats.org/officeDocument/2006/relationships/customXml" Target="../ink/ink540.xml"/><Relationship Id="rId252" Type="http://schemas.openxmlformats.org/officeDocument/2006/relationships/customXml" Target="../ink/ink442.xml"/><Relationship Id="rId294" Type="http://schemas.openxmlformats.org/officeDocument/2006/relationships/customXml" Target="../ink/ink463.xml"/><Relationship Id="rId308" Type="http://schemas.openxmlformats.org/officeDocument/2006/relationships/customXml" Target="../ink/ink470.xml"/><Relationship Id="rId47" Type="http://schemas.openxmlformats.org/officeDocument/2006/relationships/image" Target="../media/image297.png"/><Relationship Id="rId89" Type="http://schemas.openxmlformats.org/officeDocument/2006/relationships/customXml" Target="../ink/ink360.xml"/><Relationship Id="rId112" Type="http://schemas.openxmlformats.org/officeDocument/2006/relationships/image" Target="../media/image329.png"/><Relationship Id="rId154" Type="http://schemas.openxmlformats.org/officeDocument/2006/relationships/image" Target="../media/image350.png"/><Relationship Id="rId361" Type="http://schemas.openxmlformats.org/officeDocument/2006/relationships/image" Target="../media/image453.png"/><Relationship Id="rId196" Type="http://schemas.openxmlformats.org/officeDocument/2006/relationships/image" Target="../media/image371.png"/><Relationship Id="rId417" Type="http://schemas.openxmlformats.org/officeDocument/2006/relationships/image" Target="../media/image481.png"/><Relationship Id="rId459" Type="http://schemas.openxmlformats.org/officeDocument/2006/relationships/image" Target="../media/image502.png"/><Relationship Id="rId16" Type="http://schemas.openxmlformats.org/officeDocument/2006/relationships/customXml" Target="../ink/ink324.xml"/><Relationship Id="rId221" Type="http://schemas.openxmlformats.org/officeDocument/2006/relationships/customXml" Target="../ink/ink426.xml"/><Relationship Id="rId263" Type="http://schemas.openxmlformats.org/officeDocument/2006/relationships/image" Target="../media/image404.png"/><Relationship Id="rId319" Type="http://schemas.openxmlformats.org/officeDocument/2006/relationships/image" Target="../media/image432.png"/><Relationship Id="rId470" Type="http://schemas.openxmlformats.org/officeDocument/2006/relationships/customXml" Target="../ink/ink551.xml"/><Relationship Id="rId58" Type="http://schemas.openxmlformats.org/officeDocument/2006/relationships/customXml" Target="../ink/ink345.xml"/><Relationship Id="rId123" Type="http://schemas.openxmlformats.org/officeDocument/2006/relationships/customXml" Target="../ink/ink377.xml"/><Relationship Id="rId330" Type="http://schemas.openxmlformats.org/officeDocument/2006/relationships/customXml" Target="../ink/ink481.xml"/><Relationship Id="rId165" Type="http://schemas.openxmlformats.org/officeDocument/2006/relationships/customXml" Target="../ink/ink398.xml"/><Relationship Id="rId372" Type="http://schemas.openxmlformats.org/officeDocument/2006/relationships/customXml" Target="../ink/ink502.xml"/><Relationship Id="rId428" Type="http://schemas.openxmlformats.org/officeDocument/2006/relationships/customXml" Target="../ink/ink530.xml"/><Relationship Id="rId232" Type="http://schemas.openxmlformats.org/officeDocument/2006/relationships/customXml" Target="../ink/ink432.xml"/><Relationship Id="rId274" Type="http://schemas.openxmlformats.org/officeDocument/2006/relationships/customXml" Target="../ink/ink453.xml"/><Relationship Id="rId481" Type="http://schemas.openxmlformats.org/officeDocument/2006/relationships/image" Target="../media/image513.png"/><Relationship Id="rId27" Type="http://schemas.openxmlformats.org/officeDocument/2006/relationships/image" Target="../media/image277.png"/><Relationship Id="rId69" Type="http://schemas.openxmlformats.org/officeDocument/2006/relationships/image" Target="../media/image308.png"/><Relationship Id="rId134" Type="http://schemas.openxmlformats.org/officeDocument/2006/relationships/image" Target="../media/image340.png"/><Relationship Id="rId80" Type="http://schemas.openxmlformats.org/officeDocument/2006/relationships/customXml" Target="../ink/ink356.xml"/><Relationship Id="rId176" Type="http://schemas.openxmlformats.org/officeDocument/2006/relationships/image" Target="../media/image361.png"/><Relationship Id="rId341" Type="http://schemas.openxmlformats.org/officeDocument/2006/relationships/image" Target="../media/image443.png"/><Relationship Id="rId383" Type="http://schemas.openxmlformats.org/officeDocument/2006/relationships/image" Target="../media/image464.png"/><Relationship Id="rId439" Type="http://schemas.openxmlformats.org/officeDocument/2006/relationships/image" Target="../media/image492.png"/><Relationship Id="rId201" Type="http://schemas.openxmlformats.org/officeDocument/2006/relationships/customXml" Target="../ink/ink416.xml"/><Relationship Id="rId243" Type="http://schemas.openxmlformats.org/officeDocument/2006/relationships/image" Target="../media/image394.png"/><Relationship Id="rId285" Type="http://schemas.openxmlformats.org/officeDocument/2006/relationships/image" Target="../media/image415.png"/><Relationship Id="rId450" Type="http://schemas.openxmlformats.org/officeDocument/2006/relationships/customXml" Target="../ink/ink541.xml"/><Relationship Id="rId38" Type="http://schemas.openxmlformats.org/officeDocument/2006/relationships/customXml" Target="../ink/ink335.xml"/><Relationship Id="rId103" Type="http://schemas.openxmlformats.org/officeDocument/2006/relationships/customXml" Target="../ink/ink367.xml"/><Relationship Id="rId310" Type="http://schemas.openxmlformats.org/officeDocument/2006/relationships/customXml" Target="../ink/ink471.xml"/><Relationship Id="rId91" Type="http://schemas.openxmlformats.org/officeDocument/2006/relationships/customXml" Target="../ink/ink361.xml"/><Relationship Id="rId145" Type="http://schemas.openxmlformats.org/officeDocument/2006/relationships/customXml" Target="../ink/ink388.xml"/><Relationship Id="rId187" Type="http://schemas.openxmlformats.org/officeDocument/2006/relationships/customXml" Target="../ink/ink409.xml"/><Relationship Id="rId352" Type="http://schemas.openxmlformats.org/officeDocument/2006/relationships/customXml" Target="../ink/ink492.xml"/><Relationship Id="rId394" Type="http://schemas.openxmlformats.org/officeDocument/2006/relationships/customXml" Target="../ink/ink513.xml"/><Relationship Id="rId408" Type="http://schemas.openxmlformats.org/officeDocument/2006/relationships/customXml" Target="../ink/ink520.xml"/><Relationship Id="rId212" Type="http://schemas.openxmlformats.org/officeDocument/2006/relationships/image" Target="../media/image379.png"/><Relationship Id="rId254" Type="http://schemas.openxmlformats.org/officeDocument/2006/relationships/customXml" Target="../ink/ink443.xml"/><Relationship Id="rId49" Type="http://schemas.openxmlformats.org/officeDocument/2006/relationships/image" Target="../media/image298.png"/><Relationship Id="rId114" Type="http://schemas.openxmlformats.org/officeDocument/2006/relationships/image" Target="../media/image330.png"/><Relationship Id="rId296" Type="http://schemas.openxmlformats.org/officeDocument/2006/relationships/customXml" Target="../ink/ink464.xml"/><Relationship Id="rId461" Type="http://schemas.openxmlformats.org/officeDocument/2006/relationships/image" Target="../media/image503.png"/><Relationship Id="rId60" Type="http://schemas.openxmlformats.org/officeDocument/2006/relationships/customXml" Target="../ink/ink346.xml"/><Relationship Id="rId156" Type="http://schemas.openxmlformats.org/officeDocument/2006/relationships/image" Target="../media/image351.png"/><Relationship Id="rId198" Type="http://schemas.openxmlformats.org/officeDocument/2006/relationships/image" Target="../media/image372.png"/><Relationship Id="rId321" Type="http://schemas.openxmlformats.org/officeDocument/2006/relationships/image" Target="../media/image433.png"/><Relationship Id="rId363" Type="http://schemas.openxmlformats.org/officeDocument/2006/relationships/image" Target="../media/image454.png"/><Relationship Id="rId419" Type="http://schemas.openxmlformats.org/officeDocument/2006/relationships/image" Target="../media/image482.png"/><Relationship Id="rId223" Type="http://schemas.openxmlformats.org/officeDocument/2006/relationships/customXml" Target="../ink/ink427.xml"/><Relationship Id="rId430" Type="http://schemas.openxmlformats.org/officeDocument/2006/relationships/customXml" Target="../ink/ink531.xml"/><Relationship Id="rId18" Type="http://schemas.openxmlformats.org/officeDocument/2006/relationships/customXml" Target="../ink/ink325.xml"/><Relationship Id="rId265" Type="http://schemas.openxmlformats.org/officeDocument/2006/relationships/image" Target="../media/image405.png"/><Relationship Id="rId472" Type="http://schemas.openxmlformats.org/officeDocument/2006/relationships/customXml" Target="../ink/ink552.xml"/><Relationship Id="rId125" Type="http://schemas.openxmlformats.org/officeDocument/2006/relationships/customXml" Target="../ink/ink378.xml"/><Relationship Id="rId167" Type="http://schemas.openxmlformats.org/officeDocument/2006/relationships/customXml" Target="../ink/ink399.xml"/><Relationship Id="rId332" Type="http://schemas.openxmlformats.org/officeDocument/2006/relationships/customXml" Target="../ink/ink482.xml"/><Relationship Id="rId374" Type="http://schemas.openxmlformats.org/officeDocument/2006/relationships/customXml" Target="../ink/ink503.xml"/><Relationship Id="rId71" Type="http://schemas.openxmlformats.org/officeDocument/2006/relationships/image" Target="../media/image309.png"/><Relationship Id="rId234" Type="http://schemas.openxmlformats.org/officeDocument/2006/relationships/customXml" Target="../ink/ink433.xml"/><Relationship Id="rId2" Type="http://schemas.openxmlformats.org/officeDocument/2006/relationships/customXml" Target="../ink/ink317.xml"/><Relationship Id="rId29" Type="http://schemas.openxmlformats.org/officeDocument/2006/relationships/image" Target="../media/image279.png"/><Relationship Id="rId276" Type="http://schemas.openxmlformats.org/officeDocument/2006/relationships/customXml" Target="../ink/ink454.xml"/><Relationship Id="rId441" Type="http://schemas.openxmlformats.org/officeDocument/2006/relationships/image" Target="../media/image493.png"/><Relationship Id="rId40" Type="http://schemas.openxmlformats.org/officeDocument/2006/relationships/customXml" Target="../ink/ink336.xml"/><Relationship Id="rId136" Type="http://schemas.openxmlformats.org/officeDocument/2006/relationships/image" Target="../media/image341.png"/><Relationship Id="rId178" Type="http://schemas.openxmlformats.org/officeDocument/2006/relationships/image" Target="../media/image362.png"/><Relationship Id="rId301" Type="http://schemas.openxmlformats.org/officeDocument/2006/relationships/image" Target="../media/image423.png"/><Relationship Id="rId343" Type="http://schemas.openxmlformats.org/officeDocument/2006/relationships/image" Target="../media/image444.png"/><Relationship Id="rId82" Type="http://schemas.openxmlformats.org/officeDocument/2006/relationships/customXml" Target="../ink/ink357.xml"/><Relationship Id="rId203" Type="http://schemas.openxmlformats.org/officeDocument/2006/relationships/customXml" Target="../ink/ink417.xml"/><Relationship Id="rId385" Type="http://schemas.openxmlformats.org/officeDocument/2006/relationships/image" Target="../media/image465.png"/><Relationship Id="rId245" Type="http://schemas.openxmlformats.org/officeDocument/2006/relationships/image" Target="../media/image395.png"/><Relationship Id="rId287" Type="http://schemas.openxmlformats.org/officeDocument/2006/relationships/image" Target="../media/image416.png"/><Relationship Id="rId410" Type="http://schemas.openxmlformats.org/officeDocument/2006/relationships/customXml" Target="../ink/ink521.xml"/><Relationship Id="rId452" Type="http://schemas.openxmlformats.org/officeDocument/2006/relationships/customXml" Target="../ink/ink542.xml"/><Relationship Id="rId105" Type="http://schemas.openxmlformats.org/officeDocument/2006/relationships/customXml" Target="../ink/ink368.xml"/><Relationship Id="rId147" Type="http://schemas.openxmlformats.org/officeDocument/2006/relationships/customXml" Target="../ink/ink389.xml"/><Relationship Id="rId312" Type="http://schemas.openxmlformats.org/officeDocument/2006/relationships/customXml" Target="../ink/ink472.xml"/><Relationship Id="rId354" Type="http://schemas.openxmlformats.org/officeDocument/2006/relationships/customXml" Target="../ink/ink493.xml"/><Relationship Id="rId51" Type="http://schemas.openxmlformats.org/officeDocument/2006/relationships/image" Target="../media/image299.png"/><Relationship Id="rId93" Type="http://schemas.openxmlformats.org/officeDocument/2006/relationships/customXml" Target="../ink/ink362.xml"/><Relationship Id="rId189" Type="http://schemas.openxmlformats.org/officeDocument/2006/relationships/customXml" Target="../ink/ink410.xml"/><Relationship Id="rId396" Type="http://schemas.openxmlformats.org/officeDocument/2006/relationships/customXml" Target="../ink/ink514.xml"/><Relationship Id="rId3" Type="http://schemas.openxmlformats.org/officeDocument/2006/relationships/image" Target="../media/image237.png"/><Relationship Id="rId214" Type="http://schemas.openxmlformats.org/officeDocument/2006/relationships/image" Target="../media/image380.png"/><Relationship Id="rId235" Type="http://schemas.openxmlformats.org/officeDocument/2006/relationships/image" Target="../media/image390.png"/><Relationship Id="rId256" Type="http://schemas.openxmlformats.org/officeDocument/2006/relationships/customXml" Target="../ink/ink444.xml"/><Relationship Id="rId277" Type="http://schemas.openxmlformats.org/officeDocument/2006/relationships/image" Target="../media/image411.png"/><Relationship Id="rId298" Type="http://schemas.openxmlformats.org/officeDocument/2006/relationships/customXml" Target="../ink/ink465.xml"/><Relationship Id="rId400" Type="http://schemas.openxmlformats.org/officeDocument/2006/relationships/customXml" Target="../ink/ink516.xml"/><Relationship Id="rId421" Type="http://schemas.openxmlformats.org/officeDocument/2006/relationships/image" Target="../media/image483.png"/><Relationship Id="rId442" Type="http://schemas.openxmlformats.org/officeDocument/2006/relationships/customXml" Target="../ink/ink537.xml"/><Relationship Id="rId463" Type="http://schemas.openxmlformats.org/officeDocument/2006/relationships/image" Target="../media/image504.png"/><Relationship Id="rId116" Type="http://schemas.openxmlformats.org/officeDocument/2006/relationships/image" Target="../media/image331.png"/><Relationship Id="rId137" Type="http://schemas.openxmlformats.org/officeDocument/2006/relationships/customXml" Target="../ink/ink384.xml"/><Relationship Id="rId158" Type="http://schemas.openxmlformats.org/officeDocument/2006/relationships/image" Target="../media/image352.png"/><Relationship Id="rId302" Type="http://schemas.openxmlformats.org/officeDocument/2006/relationships/customXml" Target="../ink/ink467.xml"/><Relationship Id="rId323" Type="http://schemas.openxmlformats.org/officeDocument/2006/relationships/image" Target="../media/image434.png"/><Relationship Id="rId344" Type="http://schemas.openxmlformats.org/officeDocument/2006/relationships/customXml" Target="../ink/ink488.xml"/><Relationship Id="rId20" Type="http://schemas.openxmlformats.org/officeDocument/2006/relationships/customXml" Target="../ink/ink326.xml"/><Relationship Id="rId41" Type="http://schemas.openxmlformats.org/officeDocument/2006/relationships/image" Target="../media/image290.png"/><Relationship Id="rId62" Type="http://schemas.openxmlformats.org/officeDocument/2006/relationships/customXml" Target="../ink/ink347.xml"/><Relationship Id="rId83" Type="http://schemas.openxmlformats.org/officeDocument/2006/relationships/image" Target="../media/image315.png"/><Relationship Id="rId179" Type="http://schemas.openxmlformats.org/officeDocument/2006/relationships/customXml" Target="../ink/ink405.xml"/><Relationship Id="rId365" Type="http://schemas.openxmlformats.org/officeDocument/2006/relationships/image" Target="../media/image455.png"/><Relationship Id="rId386" Type="http://schemas.openxmlformats.org/officeDocument/2006/relationships/customXml" Target="../ink/ink509.xml"/><Relationship Id="rId190" Type="http://schemas.openxmlformats.org/officeDocument/2006/relationships/image" Target="../media/image368.png"/><Relationship Id="rId204" Type="http://schemas.openxmlformats.org/officeDocument/2006/relationships/image" Target="../media/image375.png"/><Relationship Id="rId225" Type="http://schemas.openxmlformats.org/officeDocument/2006/relationships/customXml" Target="../ink/ink428.xml"/><Relationship Id="rId246" Type="http://schemas.openxmlformats.org/officeDocument/2006/relationships/customXml" Target="../ink/ink439.xml"/><Relationship Id="rId267" Type="http://schemas.openxmlformats.org/officeDocument/2006/relationships/image" Target="../media/image406.png"/><Relationship Id="rId288" Type="http://schemas.openxmlformats.org/officeDocument/2006/relationships/customXml" Target="../ink/ink460.xml"/><Relationship Id="rId411" Type="http://schemas.openxmlformats.org/officeDocument/2006/relationships/image" Target="../media/image478.png"/><Relationship Id="rId432" Type="http://schemas.openxmlformats.org/officeDocument/2006/relationships/customXml" Target="../ink/ink532.xml"/><Relationship Id="rId453" Type="http://schemas.openxmlformats.org/officeDocument/2006/relationships/image" Target="../media/image499.png"/><Relationship Id="rId474" Type="http://schemas.openxmlformats.org/officeDocument/2006/relationships/customXml" Target="../ink/ink553.xml"/><Relationship Id="rId106" Type="http://schemas.openxmlformats.org/officeDocument/2006/relationships/image" Target="../media/image326.png"/><Relationship Id="rId127" Type="http://schemas.openxmlformats.org/officeDocument/2006/relationships/customXml" Target="../ink/ink379.xml"/><Relationship Id="rId313" Type="http://schemas.openxmlformats.org/officeDocument/2006/relationships/image" Target="../media/image429.png"/><Relationship Id="rId10" Type="http://schemas.openxmlformats.org/officeDocument/2006/relationships/customXml" Target="../ink/ink321.xml"/><Relationship Id="rId31" Type="http://schemas.openxmlformats.org/officeDocument/2006/relationships/image" Target="../media/image280.png"/><Relationship Id="rId52" Type="http://schemas.openxmlformats.org/officeDocument/2006/relationships/customXml" Target="../ink/ink342.xml"/><Relationship Id="rId73" Type="http://schemas.openxmlformats.org/officeDocument/2006/relationships/image" Target="../media/image310.png"/><Relationship Id="rId94" Type="http://schemas.openxmlformats.org/officeDocument/2006/relationships/image" Target="../media/image321.png"/><Relationship Id="rId148" Type="http://schemas.openxmlformats.org/officeDocument/2006/relationships/image" Target="../media/image347.png"/><Relationship Id="rId169" Type="http://schemas.openxmlformats.org/officeDocument/2006/relationships/customXml" Target="../ink/ink400.xml"/><Relationship Id="rId334" Type="http://schemas.openxmlformats.org/officeDocument/2006/relationships/customXml" Target="../ink/ink483.xml"/><Relationship Id="rId355" Type="http://schemas.openxmlformats.org/officeDocument/2006/relationships/image" Target="../media/image450.png"/><Relationship Id="rId376" Type="http://schemas.openxmlformats.org/officeDocument/2006/relationships/customXml" Target="../ink/ink504.xml"/><Relationship Id="rId397" Type="http://schemas.openxmlformats.org/officeDocument/2006/relationships/image" Target="../media/image471.png"/><Relationship Id="rId4" Type="http://schemas.openxmlformats.org/officeDocument/2006/relationships/customXml" Target="../ink/ink318.xml"/><Relationship Id="rId180" Type="http://schemas.openxmlformats.org/officeDocument/2006/relationships/image" Target="../media/image363.png"/><Relationship Id="rId215" Type="http://schemas.openxmlformats.org/officeDocument/2006/relationships/customXml" Target="../ink/ink423.xml"/><Relationship Id="rId236" Type="http://schemas.openxmlformats.org/officeDocument/2006/relationships/customXml" Target="../ink/ink434.xml"/><Relationship Id="rId257" Type="http://schemas.openxmlformats.org/officeDocument/2006/relationships/image" Target="../media/image401.png"/><Relationship Id="rId278" Type="http://schemas.openxmlformats.org/officeDocument/2006/relationships/customXml" Target="../ink/ink455.xml"/><Relationship Id="rId401" Type="http://schemas.openxmlformats.org/officeDocument/2006/relationships/image" Target="../media/image473.png"/><Relationship Id="rId422" Type="http://schemas.openxmlformats.org/officeDocument/2006/relationships/customXml" Target="../ink/ink527.xml"/><Relationship Id="rId443" Type="http://schemas.openxmlformats.org/officeDocument/2006/relationships/image" Target="../media/image494.png"/><Relationship Id="rId464" Type="http://schemas.openxmlformats.org/officeDocument/2006/relationships/customXml" Target="../ink/ink548.xml"/><Relationship Id="rId303" Type="http://schemas.openxmlformats.org/officeDocument/2006/relationships/image" Target="../media/image424.png"/><Relationship Id="rId42" Type="http://schemas.openxmlformats.org/officeDocument/2006/relationships/customXml" Target="../ink/ink337.xml"/><Relationship Id="rId84" Type="http://schemas.openxmlformats.org/officeDocument/2006/relationships/customXml" Target="../ink/ink358.xml"/><Relationship Id="rId138" Type="http://schemas.openxmlformats.org/officeDocument/2006/relationships/image" Target="../media/image342.png"/><Relationship Id="rId345" Type="http://schemas.openxmlformats.org/officeDocument/2006/relationships/image" Target="../media/image445.png"/><Relationship Id="rId387" Type="http://schemas.openxmlformats.org/officeDocument/2006/relationships/image" Target="../media/image466.png"/><Relationship Id="rId191" Type="http://schemas.openxmlformats.org/officeDocument/2006/relationships/customXml" Target="../ink/ink411.xml"/><Relationship Id="rId205" Type="http://schemas.openxmlformats.org/officeDocument/2006/relationships/customXml" Target="../ink/ink418.xml"/><Relationship Id="rId247" Type="http://schemas.openxmlformats.org/officeDocument/2006/relationships/image" Target="../media/image396.png"/><Relationship Id="rId412" Type="http://schemas.openxmlformats.org/officeDocument/2006/relationships/customXml" Target="../ink/ink522.xml"/><Relationship Id="rId107" Type="http://schemas.openxmlformats.org/officeDocument/2006/relationships/customXml" Target="../ink/ink369.xml"/><Relationship Id="rId289" Type="http://schemas.openxmlformats.org/officeDocument/2006/relationships/image" Target="../media/image417.png"/><Relationship Id="rId454" Type="http://schemas.openxmlformats.org/officeDocument/2006/relationships/customXml" Target="../ink/ink543.xml"/><Relationship Id="rId11" Type="http://schemas.openxmlformats.org/officeDocument/2006/relationships/image" Target="../media/image253.png"/><Relationship Id="rId53" Type="http://schemas.openxmlformats.org/officeDocument/2006/relationships/image" Target="../media/image300.png"/><Relationship Id="rId149" Type="http://schemas.openxmlformats.org/officeDocument/2006/relationships/customXml" Target="../ink/ink390.xml"/><Relationship Id="rId314" Type="http://schemas.openxmlformats.org/officeDocument/2006/relationships/customXml" Target="../ink/ink473.xml"/><Relationship Id="rId356" Type="http://schemas.openxmlformats.org/officeDocument/2006/relationships/customXml" Target="../ink/ink494.xml"/><Relationship Id="rId398" Type="http://schemas.openxmlformats.org/officeDocument/2006/relationships/customXml" Target="../ink/ink515.xml"/><Relationship Id="rId95" Type="http://schemas.openxmlformats.org/officeDocument/2006/relationships/customXml" Target="../ink/ink363.xml"/><Relationship Id="rId160" Type="http://schemas.openxmlformats.org/officeDocument/2006/relationships/image" Target="../media/image353.png"/><Relationship Id="rId216" Type="http://schemas.openxmlformats.org/officeDocument/2006/relationships/image" Target="../media/image381.png"/><Relationship Id="rId423" Type="http://schemas.openxmlformats.org/officeDocument/2006/relationships/image" Target="../media/image484.png"/><Relationship Id="rId258" Type="http://schemas.openxmlformats.org/officeDocument/2006/relationships/customXml" Target="../ink/ink445.xml"/><Relationship Id="rId465" Type="http://schemas.openxmlformats.org/officeDocument/2006/relationships/image" Target="../media/image505.png"/><Relationship Id="rId22" Type="http://schemas.openxmlformats.org/officeDocument/2006/relationships/customXml" Target="../ink/ink327.xml"/><Relationship Id="rId64" Type="http://schemas.openxmlformats.org/officeDocument/2006/relationships/customXml" Target="../ink/ink348.xml"/><Relationship Id="rId118" Type="http://schemas.openxmlformats.org/officeDocument/2006/relationships/image" Target="../media/image332.png"/><Relationship Id="rId325" Type="http://schemas.openxmlformats.org/officeDocument/2006/relationships/image" Target="../media/image435.png"/><Relationship Id="rId367" Type="http://schemas.openxmlformats.org/officeDocument/2006/relationships/image" Target="../media/image456.png"/><Relationship Id="rId171" Type="http://schemas.openxmlformats.org/officeDocument/2006/relationships/customXml" Target="../ink/ink401.xml"/><Relationship Id="rId227" Type="http://schemas.openxmlformats.org/officeDocument/2006/relationships/image" Target="../media/image386.png"/><Relationship Id="rId269" Type="http://schemas.openxmlformats.org/officeDocument/2006/relationships/image" Target="../media/image407.png"/><Relationship Id="rId434" Type="http://schemas.openxmlformats.org/officeDocument/2006/relationships/customXml" Target="../ink/ink533.xml"/><Relationship Id="rId476" Type="http://schemas.openxmlformats.org/officeDocument/2006/relationships/customXml" Target="../ink/ink554.xml"/><Relationship Id="rId33" Type="http://schemas.openxmlformats.org/officeDocument/2006/relationships/image" Target="../media/image286.png"/><Relationship Id="rId129" Type="http://schemas.openxmlformats.org/officeDocument/2006/relationships/customXml" Target="../ink/ink380.xml"/><Relationship Id="rId280" Type="http://schemas.openxmlformats.org/officeDocument/2006/relationships/customXml" Target="../ink/ink456.xml"/><Relationship Id="rId336" Type="http://schemas.openxmlformats.org/officeDocument/2006/relationships/customXml" Target="../ink/ink484.xml"/><Relationship Id="rId75" Type="http://schemas.openxmlformats.org/officeDocument/2006/relationships/image" Target="../media/image311.png"/><Relationship Id="rId140" Type="http://schemas.openxmlformats.org/officeDocument/2006/relationships/image" Target="../media/image343.png"/><Relationship Id="rId182" Type="http://schemas.openxmlformats.org/officeDocument/2006/relationships/image" Target="../media/image364.png"/><Relationship Id="rId378" Type="http://schemas.openxmlformats.org/officeDocument/2006/relationships/customXml" Target="../ink/ink505.xml"/><Relationship Id="rId403" Type="http://schemas.openxmlformats.org/officeDocument/2006/relationships/image" Target="../media/image474.png"/><Relationship Id="rId6" Type="http://schemas.openxmlformats.org/officeDocument/2006/relationships/customXml" Target="../ink/ink319.xml"/><Relationship Id="rId238" Type="http://schemas.openxmlformats.org/officeDocument/2006/relationships/customXml" Target="../ink/ink435.xml"/><Relationship Id="rId445" Type="http://schemas.openxmlformats.org/officeDocument/2006/relationships/image" Target="../media/image495.png"/><Relationship Id="rId291" Type="http://schemas.openxmlformats.org/officeDocument/2006/relationships/image" Target="../media/image418.png"/><Relationship Id="rId305" Type="http://schemas.openxmlformats.org/officeDocument/2006/relationships/image" Target="../media/image425.png"/><Relationship Id="rId347" Type="http://schemas.openxmlformats.org/officeDocument/2006/relationships/image" Target="../media/image446.png"/><Relationship Id="rId44" Type="http://schemas.openxmlformats.org/officeDocument/2006/relationships/customXml" Target="../ink/ink338.xml"/><Relationship Id="rId86" Type="http://schemas.openxmlformats.org/officeDocument/2006/relationships/customXml" Target="../ink/ink359.xml"/><Relationship Id="rId151" Type="http://schemas.openxmlformats.org/officeDocument/2006/relationships/customXml" Target="../ink/ink391.xml"/><Relationship Id="rId389" Type="http://schemas.openxmlformats.org/officeDocument/2006/relationships/image" Target="../media/image467.png"/><Relationship Id="rId193" Type="http://schemas.openxmlformats.org/officeDocument/2006/relationships/customXml" Target="../ink/ink412.xml"/><Relationship Id="rId207" Type="http://schemas.openxmlformats.org/officeDocument/2006/relationships/customXml" Target="../ink/ink419.xml"/><Relationship Id="rId249" Type="http://schemas.openxmlformats.org/officeDocument/2006/relationships/image" Target="../media/image397.png"/><Relationship Id="rId414" Type="http://schemas.openxmlformats.org/officeDocument/2006/relationships/customXml" Target="../ink/ink523.xml"/><Relationship Id="rId456" Type="http://schemas.openxmlformats.org/officeDocument/2006/relationships/customXml" Target="../ink/ink544.xml"/><Relationship Id="rId13" Type="http://schemas.openxmlformats.org/officeDocument/2006/relationships/image" Target="../media/image254.png"/><Relationship Id="rId109" Type="http://schemas.openxmlformats.org/officeDocument/2006/relationships/customXml" Target="../ink/ink370.xml"/><Relationship Id="rId260" Type="http://schemas.openxmlformats.org/officeDocument/2006/relationships/customXml" Target="../ink/ink446.xml"/><Relationship Id="rId316" Type="http://schemas.openxmlformats.org/officeDocument/2006/relationships/customXml" Target="../ink/ink474.xml"/><Relationship Id="rId55" Type="http://schemas.openxmlformats.org/officeDocument/2006/relationships/image" Target="../media/image301.png"/><Relationship Id="rId97" Type="http://schemas.openxmlformats.org/officeDocument/2006/relationships/customXml" Target="../ink/ink364.xml"/><Relationship Id="rId120" Type="http://schemas.openxmlformats.org/officeDocument/2006/relationships/image" Target="../media/image333.png"/><Relationship Id="rId358" Type="http://schemas.openxmlformats.org/officeDocument/2006/relationships/customXml" Target="../ink/ink495.xml"/><Relationship Id="rId162" Type="http://schemas.openxmlformats.org/officeDocument/2006/relationships/image" Target="../media/image354.png"/><Relationship Id="rId218" Type="http://schemas.openxmlformats.org/officeDocument/2006/relationships/image" Target="../media/image382.png"/><Relationship Id="rId425" Type="http://schemas.openxmlformats.org/officeDocument/2006/relationships/image" Target="../media/image485.png"/><Relationship Id="rId467" Type="http://schemas.openxmlformats.org/officeDocument/2006/relationships/image" Target="../media/image506.png"/><Relationship Id="rId271" Type="http://schemas.openxmlformats.org/officeDocument/2006/relationships/image" Target="../media/image408.png"/><Relationship Id="rId24" Type="http://schemas.openxmlformats.org/officeDocument/2006/relationships/customXml" Target="../ink/ink328.xml"/><Relationship Id="rId66" Type="http://schemas.openxmlformats.org/officeDocument/2006/relationships/customXml" Target="../ink/ink349.xml"/><Relationship Id="rId131" Type="http://schemas.openxmlformats.org/officeDocument/2006/relationships/customXml" Target="../ink/ink381.xml"/><Relationship Id="rId327" Type="http://schemas.openxmlformats.org/officeDocument/2006/relationships/image" Target="../media/image436.png"/><Relationship Id="rId369" Type="http://schemas.openxmlformats.org/officeDocument/2006/relationships/image" Target="../media/image457.png"/><Relationship Id="rId173" Type="http://schemas.openxmlformats.org/officeDocument/2006/relationships/customXml" Target="../ink/ink402.xml"/><Relationship Id="rId229" Type="http://schemas.openxmlformats.org/officeDocument/2006/relationships/image" Target="../media/image387.png"/><Relationship Id="rId380" Type="http://schemas.openxmlformats.org/officeDocument/2006/relationships/customXml" Target="../ink/ink506.xml"/><Relationship Id="rId436" Type="http://schemas.openxmlformats.org/officeDocument/2006/relationships/customXml" Target="../ink/ink534.xml"/><Relationship Id="rId240" Type="http://schemas.openxmlformats.org/officeDocument/2006/relationships/customXml" Target="../ink/ink436.xml"/><Relationship Id="rId478" Type="http://schemas.openxmlformats.org/officeDocument/2006/relationships/customXml" Target="../ink/ink555.xml"/><Relationship Id="rId35" Type="http://schemas.openxmlformats.org/officeDocument/2006/relationships/image" Target="../media/image287.png"/><Relationship Id="rId77" Type="http://schemas.openxmlformats.org/officeDocument/2006/relationships/image" Target="../media/image312.png"/><Relationship Id="rId100" Type="http://schemas.openxmlformats.org/officeDocument/2006/relationships/image" Target="../media/image323.png"/><Relationship Id="rId282" Type="http://schemas.openxmlformats.org/officeDocument/2006/relationships/customXml" Target="../ink/ink457.xml"/><Relationship Id="rId338" Type="http://schemas.openxmlformats.org/officeDocument/2006/relationships/customXml" Target="../ink/ink485.xml"/><Relationship Id="rId8" Type="http://schemas.openxmlformats.org/officeDocument/2006/relationships/customXml" Target="../ink/ink320.xml"/><Relationship Id="rId142" Type="http://schemas.openxmlformats.org/officeDocument/2006/relationships/image" Target="../media/image344.png"/><Relationship Id="rId184" Type="http://schemas.openxmlformats.org/officeDocument/2006/relationships/image" Target="../media/image365.png"/><Relationship Id="rId391" Type="http://schemas.openxmlformats.org/officeDocument/2006/relationships/image" Target="../media/image468.png"/><Relationship Id="rId405" Type="http://schemas.openxmlformats.org/officeDocument/2006/relationships/image" Target="../media/image475.png"/><Relationship Id="rId447" Type="http://schemas.openxmlformats.org/officeDocument/2006/relationships/image" Target="../media/image496.png"/><Relationship Id="rId251" Type="http://schemas.openxmlformats.org/officeDocument/2006/relationships/image" Target="../media/image398.png"/><Relationship Id="rId46" Type="http://schemas.openxmlformats.org/officeDocument/2006/relationships/customXml" Target="../ink/ink339.xml"/><Relationship Id="rId293" Type="http://schemas.openxmlformats.org/officeDocument/2006/relationships/image" Target="../media/image419.png"/><Relationship Id="rId307" Type="http://schemas.openxmlformats.org/officeDocument/2006/relationships/image" Target="../media/image426.png"/><Relationship Id="rId349" Type="http://schemas.openxmlformats.org/officeDocument/2006/relationships/image" Target="../media/image447.png"/><Relationship Id="rId88" Type="http://schemas.openxmlformats.org/officeDocument/2006/relationships/image" Target="../media/image318.png"/><Relationship Id="rId111" Type="http://schemas.openxmlformats.org/officeDocument/2006/relationships/customXml" Target="../ink/ink371.xml"/><Relationship Id="rId153" Type="http://schemas.openxmlformats.org/officeDocument/2006/relationships/customXml" Target="../ink/ink392.xml"/><Relationship Id="rId195" Type="http://schemas.openxmlformats.org/officeDocument/2006/relationships/customXml" Target="../ink/ink413.xml"/><Relationship Id="rId209" Type="http://schemas.openxmlformats.org/officeDocument/2006/relationships/customXml" Target="../ink/ink420.xml"/><Relationship Id="rId360" Type="http://schemas.openxmlformats.org/officeDocument/2006/relationships/customXml" Target="../ink/ink496.xml"/><Relationship Id="rId416" Type="http://schemas.openxmlformats.org/officeDocument/2006/relationships/customXml" Target="../ink/ink524.xml"/><Relationship Id="rId220" Type="http://schemas.openxmlformats.org/officeDocument/2006/relationships/image" Target="../media/image383.png"/><Relationship Id="rId458" Type="http://schemas.openxmlformats.org/officeDocument/2006/relationships/customXml" Target="../ink/ink545.xml"/><Relationship Id="rId15" Type="http://schemas.openxmlformats.org/officeDocument/2006/relationships/image" Target="../media/image255.png"/><Relationship Id="rId57" Type="http://schemas.openxmlformats.org/officeDocument/2006/relationships/image" Target="../media/image302.png"/><Relationship Id="rId262" Type="http://schemas.openxmlformats.org/officeDocument/2006/relationships/customXml" Target="../ink/ink447.xml"/><Relationship Id="rId318" Type="http://schemas.openxmlformats.org/officeDocument/2006/relationships/customXml" Target="../ink/ink475.xml"/><Relationship Id="rId99" Type="http://schemas.openxmlformats.org/officeDocument/2006/relationships/customXml" Target="../ink/ink365.xml"/><Relationship Id="rId122" Type="http://schemas.openxmlformats.org/officeDocument/2006/relationships/image" Target="../media/image334.png"/><Relationship Id="rId164" Type="http://schemas.openxmlformats.org/officeDocument/2006/relationships/image" Target="../media/image355.png"/><Relationship Id="rId371" Type="http://schemas.openxmlformats.org/officeDocument/2006/relationships/image" Target="../media/image458.png"/><Relationship Id="rId427" Type="http://schemas.openxmlformats.org/officeDocument/2006/relationships/image" Target="../media/image486.png"/><Relationship Id="rId469" Type="http://schemas.openxmlformats.org/officeDocument/2006/relationships/image" Target="../media/image507.png"/><Relationship Id="rId26" Type="http://schemas.openxmlformats.org/officeDocument/2006/relationships/customXml" Target="../ink/ink329.xml"/><Relationship Id="rId231" Type="http://schemas.openxmlformats.org/officeDocument/2006/relationships/image" Target="../media/image388.png"/><Relationship Id="rId273" Type="http://schemas.openxmlformats.org/officeDocument/2006/relationships/image" Target="../media/image409.png"/><Relationship Id="rId329" Type="http://schemas.openxmlformats.org/officeDocument/2006/relationships/image" Target="../media/image437.png"/><Relationship Id="rId480" Type="http://schemas.openxmlformats.org/officeDocument/2006/relationships/customXml" Target="../ink/ink556.xml"/><Relationship Id="rId68" Type="http://schemas.openxmlformats.org/officeDocument/2006/relationships/customXml" Target="../ink/ink350.xml"/><Relationship Id="rId133" Type="http://schemas.openxmlformats.org/officeDocument/2006/relationships/customXml" Target="../ink/ink382.xml"/><Relationship Id="rId175" Type="http://schemas.openxmlformats.org/officeDocument/2006/relationships/customXml" Target="../ink/ink403.xml"/><Relationship Id="rId340" Type="http://schemas.openxmlformats.org/officeDocument/2006/relationships/customXml" Target="../ink/ink486.xml"/><Relationship Id="rId200" Type="http://schemas.openxmlformats.org/officeDocument/2006/relationships/image" Target="../media/image373.png"/><Relationship Id="rId382" Type="http://schemas.openxmlformats.org/officeDocument/2006/relationships/customXml" Target="../ink/ink507.xml"/><Relationship Id="rId438" Type="http://schemas.openxmlformats.org/officeDocument/2006/relationships/customXml" Target="../ink/ink535.xml"/><Relationship Id="rId242" Type="http://schemas.openxmlformats.org/officeDocument/2006/relationships/customXml" Target="../ink/ink437.xml"/><Relationship Id="rId284" Type="http://schemas.openxmlformats.org/officeDocument/2006/relationships/customXml" Target="../ink/ink458.xml"/><Relationship Id="rId37" Type="http://schemas.openxmlformats.org/officeDocument/2006/relationships/image" Target="../media/image288.png"/><Relationship Id="rId79" Type="http://schemas.openxmlformats.org/officeDocument/2006/relationships/image" Target="../media/image313.png"/><Relationship Id="rId102" Type="http://schemas.openxmlformats.org/officeDocument/2006/relationships/image" Target="../media/image324.png"/><Relationship Id="rId144" Type="http://schemas.openxmlformats.org/officeDocument/2006/relationships/image" Target="../media/image345.png"/><Relationship Id="rId90" Type="http://schemas.openxmlformats.org/officeDocument/2006/relationships/image" Target="../media/image319.png"/><Relationship Id="rId186" Type="http://schemas.openxmlformats.org/officeDocument/2006/relationships/image" Target="../media/image366.png"/><Relationship Id="rId351" Type="http://schemas.openxmlformats.org/officeDocument/2006/relationships/image" Target="../media/image448.png"/><Relationship Id="rId393" Type="http://schemas.openxmlformats.org/officeDocument/2006/relationships/image" Target="../media/image469.png"/><Relationship Id="rId407" Type="http://schemas.openxmlformats.org/officeDocument/2006/relationships/image" Target="../media/image476.png"/><Relationship Id="rId449" Type="http://schemas.openxmlformats.org/officeDocument/2006/relationships/image" Target="../media/image497.png"/><Relationship Id="rId211" Type="http://schemas.openxmlformats.org/officeDocument/2006/relationships/customXml" Target="../ink/ink421.xml"/><Relationship Id="rId253" Type="http://schemas.openxmlformats.org/officeDocument/2006/relationships/image" Target="../media/image399.png"/><Relationship Id="rId295" Type="http://schemas.openxmlformats.org/officeDocument/2006/relationships/image" Target="../media/image420.png"/><Relationship Id="rId309" Type="http://schemas.openxmlformats.org/officeDocument/2006/relationships/image" Target="../media/image427.png"/><Relationship Id="rId460" Type="http://schemas.openxmlformats.org/officeDocument/2006/relationships/customXml" Target="../ink/ink546.xml"/><Relationship Id="rId48" Type="http://schemas.openxmlformats.org/officeDocument/2006/relationships/customXml" Target="../ink/ink340.xml"/><Relationship Id="rId113" Type="http://schemas.openxmlformats.org/officeDocument/2006/relationships/customXml" Target="../ink/ink372.xml"/><Relationship Id="rId320" Type="http://schemas.openxmlformats.org/officeDocument/2006/relationships/customXml" Target="../ink/ink476.xml"/><Relationship Id="rId155" Type="http://schemas.openxmlformats.org/officeDocument/2006/relationships/customXml" Target="../ink/ink393.xml"/><Relationship Id="rId197" Type="http://schemas.openxmlformats.org/officeDocument/2006/relationships/customXml" Target="../ink/ink414.xml"/><Relationship Id="rId362" Type="http://schemas.openxmlformats.org/officeDocument/2006/relationships/customXml" Target="../ink/ink497.xml"/><Relationship Id="rId418" Type="http://schemas.openxmlformats.org/officeDocument/2006/relationships/customXml" Target="../ink/ink525.xml"/><Relationship Id="rId222" Type="http://schemas.openxmlformats.org/officeDocument/2006/relationships/image" Target="../media/image384.png"/><Relationship Id="rId264" Type="http://schemas.openxmlformats.org/officeDocument/2006/relationships/customXml" Target="../ink/ink448.xml"/><Relationship Id="rId471" Type="http://schemas.openxmlformats.org/officeDocument/2006/relationships/image" Target="../media/image508.png"/><Relationship Id="rId17" Type="http://schemas.openxmlformats.org/officeDocument/2006/relationships/image" Target="../media/image272.png"/><Relationship Id="rId59" Type="http://schemas.openxmlformats.org/officeDocument/2006/relationships/image" Target="../media/image303.png"/><Relationship Id="rId124" Type="http://schemas.openxmlformats.org/officeDocument/2006/relationships/image" Target="../media/image335.png"/><Relationship Id="rId70" Type="http://schemas.openxmlformats.org/officeDocument/2006/relationships/customXml" Target="../ink/ink351.xml"/><Relationship Id="rId166" Type="http://schemas.openxmlformats.org/officeDocument/2006/relationships/image" Target="../media/image356.png"/><Relationship Id="rId331" Type="http://schemas.openxmlformats.org/officeDocument/2006/relationships/image" Target="../media/image438.png"/><Relationship Id="rId373" Type="http://schemas.openxmlformats.org/officeDocument/2006/relationships/image" Target="../media/image459.png"/><Relationship Id="rId429" Type="http://schemas.openxmlformats.org/officeDocument/2006/relationships/image" Target="../media/image48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89.png"/><Relationship Id="rId440" Type="http://schemas.openxmlformats.org/officeDocument/2006/relationships/customXml" Target="../ink/ink536.xml"/><Relationship Id="rId28" Type="http://schemas.openxmlformats.org/officeDocument/2006/relationships/customXml" Target="../ink/ink330.xml"/><Relationship Id="rId275" Type="http://schemas.openxmlformats.org/officeDocument/2006/relationships/image" Target="../media/image410.png"/><Relationship Id="rId300" Type="http://schemas.openxmlformats.org/officeDocument/2006/relationships/customXml" Target="../ink/ink466.xml"/><Relationship Id="rId81" Type="http://schemas.openxmlformats.org/officeDocument/2006/relationships/image" Target="../media/image314.png"/><Relationship Id="rId135" Type="http://schemas.openxmlformats.org/officeDocument/2006/relationships/customXml" Target="../ink/ink383.xml"/><Relationship Id="rId177" Type="http://schemas.openxmlformats.org/officeDocument/2006/relationships/customXml" Target="../ink/ink404.xml"/><Relationship Id="rId342" Type="http://schemas.openxmlformats.org/officeDocument/2006/relationships/customXml" Target="../ink/ink487.xml"/><Relationship Id="rId384" Type="http://schemas.openxmlformats.org/officeDocument/2006/relationships/customXml" Target="../ink/ink508.xml"/><Relationship Id="rId202" Type="http://schemas.openxmlformats.org/officeDocument/2006/relationships/image" Target="../media/image374.png"/><Relationship Id="rId244" Type="http://schemas.openxmlformats.org/officeDocument/2006/relationships/customXml" Target="../ink/ink438.xml"/><Relationship Id="rId39" Type="http://schemas.openxmlformats.org/officeDocument/2006/relationships/image" Target="../media/image289.png"/><Relationship Id="rId286" Type="http://schemas.openxmlformats.org/officeDocument/2006/relationships/customXml" Target="../ink/ink459.xml"/><Relationship Id="rId451" Type="http://schemas.openxmlformats.org/officeDocument/2006/relationships/image" Target="../media/image498.png"/><Relationship Id="rId50" Type="http://schemas.openxmlformats.org/officeDocument/2006/relationships/customXml" Target="../ink/ink341.xml"/><Relationship Id="rId104" Type="http://schemas.openxmlformats.org/officeDocument/2006/relationships/image" Target="../media/image325.png"/><Relationship Id="rId146" Type="http://schemas.openxmlformats.org/officeDocument/2006/relationships/image" Target="../media/image346.png"/><Relationship Id="rId188" Type="http://schemas.openxmlformats.org/officeDocument/2006/relationships/image" Target="../media/image367.png"/><Relationship Id="rId311" Type="http://schemas.openxmlformats.org/officeDocument/2006/relationships/image" Target="../media/image428.png"/><Relationship Id="rId353" Type="http://schemas.openxmlformats.org/officeDocument/2006/relationships/image" Target="../media/image449.png"/><Relationship Id="rId395" Type="http://schemas.openxmlformats.org/officeDocument/2006/relationships/image" Target="../media/image470.png"/><Relationship Id="rId409" Type="http://schemas.openxmlformats.org/officeDocument/2006/relationships/image" Target="../media/image477.png"/><Relationship Id="rId92" Type="http://schemas.openxmlformats.org/officeDocument/2006/relationships/image" Target="../media/image320.png"/><Relationship Id="rId213" Type="http://schemas.openxmlformats.org/officeDocument/2006/relationships/customXml" Target="../ink/ink422.xml"/><Relationship Id="rId420" Type="http://schemas.openxmlformats.org/officeDocument/2006/relationships/customXml" Target="../ink/ink526.xml"/><Relationship Id="rId255" Type="http://schemas.openxmlformats.org/officeDocument/2006/relationships/image" Target="../media/image400.png"/><Relationship Id="rId297" Type="http://schemas.openxmlformats.org/officeDocument/2006/relationships/image" Target="../media/image421.png"/><Relationship Id="rId462" Type="http://schemas.openxmlformats.org/officeDocument/2006/relationships/customXml" Target="../ink/ink547.xml"/><Relationship Id="rId115" Type="http://schemas.openxmlformats.org/officeDocument/2006/relationships/customXml" Target="../ink/ink373.xml"/><Relationship Id="rId157" Type="http://schemas.openxmlformats.org/officeDocument/2006/relationships/customXml" Target="../ink/ink394.xml"/><Relationship Id="rId322" Type="http://schemas.openxmlformats.org/officeDocument/2006/relationships/customXml" Target="../ink/ink477.xml"/><Relationship Id="rId364" Type="http://schemas.openxmlformats.org/officeDocument/2006/relationships/customXml" Target="../ink/ink498.xml"/><Relationship Id="rId61" Type="http://schemas.openxmlformats.org/officeDocument/2006/relationships/image" Target="../media/image304.png"/><Relationship Id="rId199" Type="http://schemas.openxmlformats.org/officeDocument/2006/relationships/customXml" Target="../ink/ink415.xml"/><Relationship Id="rId19" Type="http://schemas.openxmlformats.org/officeDocument/2006/relationships/image" Target="../media/image273.png"/><Relationship Id="rId224" Type="http://schemas.openxmlformats.org/officeDocument/2006/relationships/image" Target="../media/image385.png"/><Relationship Id="rId266" Type="http://schemas.openxmlformats.org/officeDocument/2006/relationships/customXml" Target="../ink/ink449.xml"/><Relationship Id="rId431" Type="http://schemas.openxmlformats.org/officeDocument/2006/relationships/image" Target="../media/image488.png"/><Relationship Id="rId473" Type="http://schemas.openxmlformats.org/officeDocument/2006/relationships/image" Target="../media/image509.png"/><Relationship Id="rId30" Type="http://schemas.openxmlformats.org/officeDocument/2006/relationships/customXml" Target="../ink/ink331.xml"/><Relationship Id="rId126" Type="http://schemas.openxmlformats.org/officeDocument/2006/relationships/image" Target="../media/image336.png"/><Relationship Id="rId168" Type="http://schemas.openxmlformats.org/officeDocument/2006/relationships/image" Target="../media/image357.png"/><Relationship Id="rId333" Type="http://schemas.openxmlformats.org/officeDocument/2006/relationships/image" Target="../media/image439.png"/><Relationship Id="rId72" Type="http://schemas.openxmlformats.org/officeDocument/2006/relationships/customXml" Target="../ink/ink352.xml"/><Relationship Id="rId375" Type="http://schemas.openxmlformats.org/officeDocument/2006/relationships/image" Target="../media/image460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13.xml"/><Relationship Id="rId21" Type="http://schemas.openxmlformats.org/officeDocument/2006/relationships/customXml" Target="../ink/ink565.xml"/><Relationship Id="rId63" Type="http://schemas.openxmlformats.org/officeDocument/2006/relationships/customXml" Target="../ink/ink586.xml"/><Relationship Id="rId159" Type="http://schemas.openxmlformats.org/officeDocument/2006/relationships/customXml" Target="../ink/ink634.xml"/><Relationship Id="rId170" Type="http://schemas.openxmlformats.org/officeDocument/2006/relationships/image" Target="../media/image596.png"/><Relationship Id="rId226" Type="http://schemas.openxmlformats.org/officeDocument/2006/relationships/image" Target="../media/image624.png"/><Relationship Id="rId268" Type="http://schemas.openxmlformats.org/officeDocument/2006/relationships/image" Target="../media/image645.png"/><Relationship Id="rId32" Type="http://schemas.openxmlformats.org/officeDocument/2006/relationships/image" Target="../media/image527.png"/><Relationship Id="rId74" Type="http://schemas.openxmlformats.org/officeDocument/2006/relationships/image" Target="../media/image548.png"/><Relationship Id="rId128" Type="http://schemas.openxmlformats.org/officeDocument/2006/relationships/image" Target="../media/image575.png"/><Relationship Id="rId5" Type="http://schemas.openxmlformats.org/officeDocument/2006/relationships/customXml" Target="../ink/ink557.xml"/><Relationship Id="rId181" Type="http://schemas.openxmlformats.org/officeDocument/2006/relationships/customXml" Target="../ink/ink645.xml"/><Relationship Id="rId237" Type="http://schemas.openxmlformats.org/officeDocument/2006/relationships/customXml" Target="../ink/ink673.xml"/><Relationship Id="rId279" Type="http://schemas.openxmlformats.org/officeDocument/2006/relationships/customXml" Target="../ink/ink694.xml"/><Relationship Id="rId22" Type="http://schemas.openxmlformats.org/officeDocument/2006/relationships/image" Target="../media/image522.png"/><Relationship Id="rId43" Type="http://schemas.openxmlformats.org/officeDocument/2006/relationships/customXml" Target="../ink/ink576.xml"/><Relationship Id="rId64" Type="http://schemas.openxmlformats.org/officeDocument/2006/relationships/image" Target="../media/image543.png"/><Relationship Id="rId118" Type="http://schemas.openxmlformats.org/officeDocument/2006/relationships/image" Target="../media/image570.png"/><Relationship Id="rId139" Type="http://schemas.openxmlformats.org/officeDocument/2006/relationships/customXml" Target="../ink/ink624.xml"/><Relationship Id="rId85" Type="http://schemas.openxmlformats.org/officeDocument/2006/relationships/customXml" Target="../ink/ink597.xml"/><Relationship Id="rId150" Type="http://schemas.openxmlformats.org/officeDocument/2006/relationships/image" Target="../media/image586.png"/><Relationship Id="rId171" Type="http://schemas.openxmlformats.org/officeDocument/2006/relationships/customXml" Target="../ink/ink640.xml"/><Relationship Id="rId192" Type="http://schemas.openxmlformats.org/officeDocument/2006/relationships/image" Target="../media/image607.png"/><Relationship Id="rId206" Type="http://schemas.openxmlformats.org/officeDocument/2006/relationships/image" Target="../media/image614.png"/><Relationship Id="rId227" Type="http://schemas.openxmlformats.org/officeDocument/2006/relationships/customXml" Target="../ink/ink668.xml"/><Relationship Id="rId248" Type="http://schemas.openxmlformats.org/officeDocument/2006/relationships/image" Target="../media/image635.png"/><Relationship Id="rId269" Type="http://schemas.openxmlformats.org/officeDocument/2006/relationships/customXml" Target="../ink/ink689.xml"/><Relationship Id="rId12" Type="http://schemas.openxmlformats.org/officeDocument/2006/relationships/image" Target="../media/image517.png"/><Relationship Id="rId33" Type="http://schemas.openxmlformats.org/officeDocument/2006/relationships/customXml" Target="../ink/ink571.xml"/><Relationship Id="rId108" Type="http://schemas.openxmlformats.org/officeDocument/2006/relationships/image" Target="../media/image565.png"/><Relationship Id="rId129" Type="http://schemas.openxmlformats.org/officeDocument/2006/relationships/customXml" Target="../ink/ink619.xml"/><Relationship Id="rId280" Type="http://schemas.openxmlformats.org/officeDocument/2006/relationships/image" Target="../media/image651.png"/><Relationship Id="rId54" Type="http://schemas.openxmlformats.org/officeDocument/2006/relationships/image" Target="../media/image538.png"/><Relationship Id="rId75" Type="http://schemas.openxmlformats.org/officeDocument/2006/relationships/customXml" Target="../ink/ink592.xml"/><Relationship Id="rId96" Type="http://schemas.openxmlformats.org/officeDocument/2006/relationships/image" Target="../media/image559.png"/><Relationship Id="rId140" Type="http://schemas.openxmlformats.org/officeDocument/2006/relationships/image" Target="../media/image581.png"/><Relationship Id="rId161" Type="http://schemas.openxmlformats.org/officeDocument/2006/relationships/customXml" Target="../ink/ink635.xml"/><Relationship Id="rId182" Type="http://schemas.openxmlformats.org/officeDocument/2006/relationships/image" Target="../media/image602.png"/><Relationship Id="rId217" Type="http://schemas.openxmlformats.org/officeDocument/2006/relationships/customXml" Target="../ink/ink663.xml"/><Relationship Id="rId6" Type="http://schemas.openxmlformats.org/officeDocument/2006/relationships/image" Target="../media/image514.png"/><Relationship Id="rId238" Type="http://schemas.openxmlformats.org/officeDocument/2006/relationships/image" Target="../media/image630.png"/><Relationship Id="rId259" Type="http://schemas.openxmlformats.org/officeDocument/2006/relationships/customXml" Target="../ink/ink684.xml"/><Relationship Id="rId23" Type="http://schemas.openxmlformats.org/officeDocument/2006/relationships/customXml" Target="../ink/ink566.xml"/><Relationship Id="rId119" Type="http://schemas.openxmlformats.org/officeDocument/2006/relationships/customXml" Target="../ink/ink614.xml"/><Relationship Id="rId270" Type="http://schemas.openxmlformats.org/officeDocument/2006/relationships/image" Target="../media/image646.png"/><Relationship Id="rId44" Type="http://schemas.openxmlformats.org/officeDocument/2006/relationships/image" Target="../media/image533.png"/><Relationship Id="rId65" Type="http://schemas.openxmlformats.org/officeDocument/2006/relationships/customXml" Target="../ink/ink587.xml"/><Relationship Id="rId86" Type="http://schemas.openxmlformats.org/officeDocument/2006/relationships/image" Target="../media/image554.png"/><Relationship Id="rId130" Type="http://schemas.openxmlformats.org/officeDocument/2006/relationships/image" Target="../media/image576.png"/><Relationship Id="rId151" Type="http://schemas.openxmlformats.org/officeDocument/2006/relationships/customXml" Target="../ink/ink630.xml"/><Relationship Id="rId172" Type="http://schemas.openxmlformats.org/officeDocument/2006/relationships/image" Target="../media/image597.png"/><Relationship Id="rId193" Type="http://schemas.openxmlformats.org/officeDocument/2006/relationships/customXml" Target="../ink/ink651.xml"/><Relationship Id="rId207" Type="http://schemas.openxmlformats.org/officeDocument/2006/relationships/customXml" Target="../ink/ink658.xml"/><Relationship Id="rId228" Type="http://schemas.openxmlformats.org/officeDocument/2006/relationships/image" Target="../media/image625.png"/><Relationship Id="rId249" Type="http://schemas.openxmlformats.org/officeDocument/2006/relationships/customXml" Target="../ink/ink679.xml"/><Relationship Id="rId13" Type="http://schemas.openxmlformats.org/officeDocument/2006/relationships/customXml" Target="../ink/ink561.xml"/><Relationship Id="rId109" Type="http://schemas.openxmlformats.org/officeDocument/2006/relationships/customXml" Target="../ink/ink609.xml"/><Relationship Id="rId260" Type="http://schemas.openxmlformats.org/officeDocument/2006/relationships/image" Target="../media/image641.png"/><Relationship Id="rId281" Type="http://schemas.openxmlformats.org/officeDocument/2006/relationships/customXml" Target="../ink/ink695.xml"/><Relationship Id="rId34" Type="http://schemas.openxmlformats.org/officeDocument/2006/relationships/image" Target="../media/image528.png"/><Relationship Id="rId55" Type="http://schemas.openxmlformats.org/officeDocument/2006/relationships/customXml" Target="../ink/ink582.xml"/><Relationship Id="rId76" Type="http://schemas.openxmlformats.org/officeDocument/2006/relationships/image" Target="../media/image549.png"/><Relationship Id="rId97" Type="http://schemas.openxmlformats.org/officeDocument/2006/relationships/customXml" Target="../ink/ink603.xml"/><Relationship Id="rId120" Type="http://schemas.openxmlformats.org/officeDocument/2006/relationships/image" Target="../media/image571.png"/><Relationship Id="rId141" Type="http://schemas.openxmlformats.org/officeDocument/2006/relationships/customXml" Target="../ink/ink625.xml"/><Relationship Id="rId7" Type="http://schemas.openxmlformats.org/officeDocument/2006/relationships/customXml" Target="../ink/ink558.xml"/><Relationship Id="rId162" Type="http://schemas.openxmlformats.org/officeDocument/2006/relationships/image" Target="../media/image592.png"/><Relationship Id="rId183" Type="http://schemas.openxmlformats.org/officeDocument/2006/relationships/customXml" Target="../ink/ink646.xml"/><Relationship Id="rId218" Type="http://schemas.openxmlformats.org/officeDocument/2006/relationships/image" Target="../media/image620.png"/><Relationship Id="rId239" Type="http://schemas.openxmlformats.org/officeDocument/2006/relationships/customXml" Target="../ink/ink674.xml"/><Relationship Id="rId250" Type="http://schemas.openxmlformats.org/officeDocument/2006/relationships/image" Target="../media/image636.png"/><Relationship Id="rId271" Type="http://schemas.openxmlformats.org/officeDocument/2006/relationships/customXml" Target="../ink/ink690.xml"/><Relationship Id="rId24" Type="http://schemas.openxmlformats.org/officeDocument/2006/relationships/image" Target="../media/image523.png"/><Relationship Id="rId45" Type="http://schemas.openxmlformats.org/officeDocument/2006/relationships/customXml" Target="../ink/ink577.xml"/><Relationship Id="rId66" Type="http://schemas.openxmlformats.org/officeDocument/2006/relationships/image" Target="../media/image544.png"/><Relationship Id="rId87" Type="http://schemas.openxmlformats.org/officeDocument/2006/relationships/customXml" Target="../ink/ink598.xml"/><Relationship Id="rId110" Type="http://schemas.openxmlformats.org/officeDocument/2006/relationships/image" Target="../media/image566.png"/><Relationship Id="rId131" Type="http://schemas.openxmlformats.org/officeDocument/2006/relationships/customXml" Target="../ink/ink620.xml"/><Relationship Id="rId152" Type="http://schemas.openxmlformats.org/officeDocument/2006/relationships/image" Target="../media/image587.png"/><Relationship Id="rId173" Type="http://schemas.openxmlformats.org/officeDocument/2006/relationships/customXml" Target="../ink/ink641.xml"/><Relationship Id="rId194" Type="http://schemas.openxmlformats.org/officeDocument/2006/relationships/image" Target="../media/image608.png"/><Relationship Id="rId208" Type="http://schemas.openxmlformats.org/officeDocument/2006/relationships/image" Target="../media/image615.png"/><Relationship Id="rId229" Type="http://schemas.openxmlformats.org/officeDocument/2006/relationships/customXml" Target="../ink/ink669.xml"/><Relationship Id="rId240" Type="http://schemas.openxmlformats.org/officeDocument/2006/relationships/image" Target="../media/image631.png"/><Relationship Id="rId261" Type="http://schemas.openxmlformats.org/officeDocument/2006/relationships/customXml" Target="../ink/ink685.xml"/><Relationship Id="rId14" Type="http://schemas.openxmlformats.org/officeDocument/2006/relationships/image" Target="../media/image518.png"/><Relationship Id="rId35" Type="http://schemas.openxmlformats.org/officeDocument/2006/relationships/customXml" Target="../ink/ink572.xml"/><Relationship Id="rId56" Type="http://schemas.openxmlformats.org/officeDocument/2006/relationships/image" Target="../media/image539.png"/><Relationship Id="rId77" Type="http://schemas.openxmlformats.org/officeDocument/2006/relationships/customXml" Target="../ink/ink593.xml"/><Relationship Id="rId100" Type="http://schemas.openxmlformats.org/officeDocument/2006/relationships/image" Target="../media/image561.png"/><Relationship Id="rId282" Type="http://schemas.openxmlformats.org/officeDocument/2006/relationships/image" Target="../media/image652.png"/><Relationship Id="rId8" Type="http://schemas.openxmlformats.org/officeDocument/2006/relationships/image" Target="../media/image515.png"/><Relationship Id="rId98" Type="http://schemas.openxmlformats.org/officeDocument/2006/relationships/image" Target="../media/image560.png"/><Relationship Id="rId121" Type="http://schemas.openxmlformats.org/officeDocument/2006/relationships/customXml" Target="../ink/ink615.xml"/><Relationship Id="rId142" Type="http://schemas.openxmlformats.org/officeDocument/2006/relationships/image" Target="../media/image582.png"/><Relationship Id="rId163" Type="http://schemas.openxmlformats.org/officeDocument/2006/relationships/customXml" Target="../ink/ink636.xml"/><Relationship Id="rId184" Type="http://schemas.openxmlformats.org/officeDocument/2006/relationships/image" Target="../media/image603.png"/><Relationship Id="rId219" Type="http://schemas.openxmlformats.org/officeDocument/2006/relationships/customXml" Target="../ink/ink664.xml"/><Relationship Id="rId230" Type="http://schemas.openxmlformats.org/officeDocument/2006/relationships/image" Target="../media/image626.png"/><Relationship Id="rId251" Type="http://schemas.openxmlformats.org/officeDocument/2006/relationships/customXml" Target="../ink/ink680.xml"/><Relationship Id="rId25" Type="http://schemas.openxmlformats.org/officeDocument/2006/relationships/customXml" Target="../ink/ink567.xml"/><Relationship Id="rId46" Type="http://schemas.openxmlformats.org/officeDocument/2006/relationships/image" Target="../media/image534.png"/><Relationship Id="rId67" Type="http://schemas.openxmlformats.org/officeDocument/2006/relationships/customXml" Target="../ink/ink588.xml"/><Relationship Id="rId272" Type="http://schemas.openxmlformats.org/officeDocument/2006/relationships/image" Target="../media/image647.png"/><Relationship Id="rId88" Type="http://schemas.openxmlformats.org/officeDocument/2006/relationships/image" Target="../media/image555.png"/><Relationship Id="rId111" Type="http://schemas.openxmlformats.org/officeDocument/2006/relationships/customXml" Target="../ink/ink610.xml"/><Relationship Id="rId132" Type="http://schemas.openxmlformats.org/officeDocument/2006/relationships/image" Target="../media/image577.png"/><Relationship Id="rId153" Type="http://schemas.openxmlformats.org/officeDocument/2006/relationships/customXml" Target="../ink/ink631.xml"/><Relationship Id="rId174" Type="http://schemas.openxmlformats.org/officeDocument/2006/relationships/image" Target="../media/image598.png"/><Relationship Id="rId195" Type="http://schemas.openxmlformats.org/officeDocument/2006/relationships/customXml" Target="../ink/ink652.xml"/><Relationship Id="rId209" Type="http://schemas.openxmlformats.org/officeDocument/2006/relationships/customXml" Target="../ink/ink659.xml"/><Relationship Id="rId220" Type="http://schemas.openxmlformats.org/officeDocument/2006/relationships/image" Target="../media/image621.png"/><Relationship Id="rId241" Type="http://schemas.openxmlformats.org/officeDocument/2006/relationships/customXml" Target="../ink/ink675.xml"/><Relationship Id="rId15" Type="http://schemas.openxmlformats.org/officeDocument/2006/relationships/customXml" Target="../ink/ink562.xml"/><Relationship Id="rId36" Type="http://schemas.openxmlformats.org/officeDocument/2006/relationships/image" Target="../media/image529.png"/><Relationship Id="rId57" Type="http://schemas.openxmlformats.org/officeDocument/2006/relationships/customXml" Target="../ink/ink583.xml"/><Relationship Id="rId262" Type="http://schemas.openxmlformats.org/officeDocument/2006/relationships/image" Target="../media/image642.png"/><Relationship Id="rId78" Type="http://schemas.openxmlformats.org/officeDocument/2006/relationships/image" Target="../media/image550.png"/><Relationship Id="rId99" Type="http://schemas.openxmlformats.org/officeDocument/2006/relationships/customXml" Target="../ink/ink604.xml"/><Relationship Id="rId101" Type="http://schemas.openxmlformats.org/officeDocument/2006/relationships/customXml" Target="../ink/ink605.xml"/><Relationship Id="rId122" Type="http://schemas.openxmlformats.org/officeDocument/2006/relationships/image" Target="../media/image572.png"/><Relationship Id="rId143" Type="http://schemas.openxmlformats.org/officeDocument/2006/relationships/customXml" Target="../ink/ink626.xml"/><Relationship Id="rId164" Type="http://schemas.openxmlformats.org/officeDocument/2006/relationships/image" Target="../media/image593.png"/><Relationship Id="rId185" Type="http://schemas.openxmlformats.org/officeDocument/2006/relationships/customXml" Target="../ink/ink647.xml"/><Relationship Id="rId9" Type="http://schemas.openxmlformats.org/officeDocument/2006/relationships/customXml" Target="../ink/ink559.xml"/><Relationship Id="rId210" Type="http://schemas.openxmlformats.org/officeDocument/2006/relationships/image" Target="../media/image616.png"/><Relationship Id="rId26" Type="http://schemas.openxmlformats.org/officeDocument/2006/relationships/image" Target="../media/image524.png"/><Relationship Id="rId231" Type="http://schemas.openxmlformats.org/officeDocument/2006/relationships/customXml" Target="../ink/ink670.xml"/><Relationship Id="rId252" Type="http://schemas.openxmlformats.org/officeDocument/2006/relationships/image" Target="../media/image637.png"/><Relationship Id="rId273" Type="http://schemas.openxmlformats.org/officeDocument/2006/relationships/customXml" Target="../ink/ink691.xml"/><Relationship Id="rId47" Type="http://schemas.openxmlformats.org/officeDocument/2006/relationships/customXml" Target="../ink/ink578.xml"/><Relationship Id="rId68" Type="http://schemas.openxmlformats.org/officeDocument/2006/relationships/image" Target="../media/image545.png"/><Relationship Id="rId89" Type="http://schemas.openxmlformats.org/officeDocument/2006/relationships/customXml" Target="../ink/ink599.xml"/><Relationship Id="rId112" Type="http://schemas.openxmlformats.org/officeDocument/2006/relationships/image" Target="../media/image567.png"/><Relationship Id="rId133" Type="http://schemas.openxmlformats.org/officeDocument/2006/relationships/customXml" Target="../ink/ink621.xml"/><Relationship Id="rId154" Type="http://schemas.openxmlformats.org/officeDocument/2006/relationships/image" Target="../media/image588.png"/><Relationship Id="rId175" Type="http://schemas.openxmlformats.org/officeDocument/2006/relationships/customXml" Target="../ink/ink642.xml"/><Relationship Id="rId196" Type="http://schemas.openxmlformats.org/officeDocument/2006/relationships/image" Target="../media/image609.png"/><Relationship Id="rId200" Type="http://schemas.openxmlformats.org/officeDocument/2006/relationships/image" Target="../media/image611.png"/><Relationship Id="rId16" Type="http://schemas.openxmlformats.org/officeDocument/2006/relationships/image" Target="../media/image519.png"/><Relationship Id="rId221" Type="http://schemas.openxmlformats.org/officeDocument/2006/relationships/customXml" Target="../ink/ink665.xml"/><Relationship Id="rId242" Type="http://schemas.openxmlformats.org/officeDocument/2006/relationships/image" Target="../media/image632.png"/><Relationship Id="rId263" Type="http://schemas.openxmlformats.org/officeDocument/2006/relationships/customXml" Target="../ink/ink686.xml"/><Relationship Id="rId37" Type="http://schemas.openxmlformats.org/officeDocument/2006/relationships/customXml" Target="../ink/ink573.xml"/><Relationship Id="rId58" Type="http://schemas.openxmlformats.org/officeDocument/2006/relationships/image" Target="../media/image540.png"/><Relationship Id="rId79" Type="http://schemas.openxmlformats.org/officeDocument/2006/relationships/customXml" Target="../ink/ink594.xml"/><Relationship Id="rId102" Type="http://schemas.openxmlformats.org/officeDocument/2006/relationships/image" Target="../media/image562.png"/><Relationship Id="rId123" Type="http://schemas.openxmlformats.org/officeDocument/2006/relationships/customXml" Target="../ink/ink616.xml"/><Relationship Id="rId144" Type="http://schemas.openxmlformats.org/officeDocument/2006/relationships/image" Target="../media/image583.png"/><Relationship Id="rId90" Type="http://schemas.openxmlformats.org/officeDocument/2006/relationships/image" Target="../media/image556.png"/><Relationship Id="rId165" Type="http://schemas.openxmlformats.org/officeDocument/2006/relationships/customXml" Target="../ink/ink637.xml"/><Relationship Id="rId186" Type="http://schemas.openxmlformats.org/officeDocument/2006/relationships/image" Target="../media/image604.png"/><Relationship Id="rId211" Type="http://schemas.openxmlformats.org/officeDocument/2006/relationships/customXml" Target="../ink/ink660.xml"/><Relationship Id="rId232" Type="http://schemas.openxmlformats.org/officeDocument/2006/relationships/image" Target="../media/image627.png"/><Relationship Id="rId253" Type="http://schemas.openxmlformats.org/officeDocument/2006/relationships/customXml" Target="../ink/ink681.xml"/><Relationship Id="rId274" Type="http://schemas.openxmlformats.org/officeDocument/2006/relationships/image" Target="../media/image648.png"/><Relationship Id="rId27" Type="http://schemas.openxmlformats.org/officeDocument/2006/relationships/customXml" Target="../ink/ink568.xml"/><Relationship Id="rId48" Type="http://schemas.openxmlformats.org/officeDocument/2006/relationships/image" Target="../media/image535.png"/><Relationship Id="rId69" Type="http://schemas.openxmlformats.org/officeDocument/2006/relationships/customXml" Target="../ink/ink589.xml"/><Relationship Id="rId113" Type="http://schemas.openxmlformats.org/officeDocument/2006/relationships/customXml" Target="../ink/ink611.xml"/><Relationship Id="rId134" Type="http://schemas.openxmlformats.org/officeDocument/2006/relationships/image" Target="../media/image578.png"/><Relationship Id="rId80" Type="http://schemas.openxmlformats.org/officeDocument/2006/relationships/image" Target="../media/image551.png"/><Relationship Id="rId155" Type="http://schemas.openxmlformats.org/officeDocument/2006/relationships/customXml" Target="../ink/ink632.xml"/><Relationship Id="rId176" Type="http://schemas.openxmlformats.org/officeDocument/2006/relationships/image" Target="../media/image599.png"/><Relationship Id="rId197" Type="http://schemas.openxmlformats.org/officeDocument/2006/relationships/customXml" Target="../ink/ink653.xml"/><Relationship Id="rId201" Type="http://schemas.openxmlformats.org/officeDocument/2006/relationships/customXml" Target="../ink/ink655.xml"/><Relationship Id="rId222" Type="http://schemas.openxmlformats.org/officeDocument/2006/relationships/image" Target="../media/image622.png"/><Relationship Id="rId243" Type="http://schemas.openxmlformats.org/officeDocument/2006/relationships/customXml" Target="../ink/ink676.xml"/><Relationship Id="rId264" Type="http://schemas.openxmlformats.org/officeDocument/2006/relationships/image" Target="../media/image643.png"/><Relationship Id="rId17" Type="http://schemas.openxmlformats.org/officeDocument/2006/relationships/customXml" Target="../ink/ink563.xml"/><Relationship Id="rId38" Type="http://schemas.openxmlformats.org/officeDocument/2006/relationships/image" Target="../media/image530.png"/><Relationship Id="rId59" Type="http://schemas.openxmlformats.org/officeDocument/2006/relationships/customXml" Target="../ink/ink584.xml"/><Relationship Id="rId103" Type="http://schemas.openxmlformats.org/officeDocument/2006/relationships/customXml" Target="../ink/ink606.xml"/><Relationship Id="rId124" Type="http://schemas.openxmlformats.org/officeDocument/2006/relationships/image" Target="../media/image573.png"/><Relationship Id="rId70" Type="http://schemas.openxmlformats.org/officeDocument/2006/relationships/image" Target="../media/image546.png"/><Relationship Id="rId91" Type="http://schemas.openxmlformats.org/officeDocument/2006/relationships/customXml" Target="../ink/ink600.xml"/><Relationship Id="rId145" Type="http://schemas.openxmlformats.org/officeDocument/2006/relationships/customXml" Target="../ink/ink627.xml"/><Relationship Id="rId166" Type="http://schemas.openxmlformats.org/officeDocument/2006/relationships/image" Target="../media/image594.png"/><Relationship Id="rId187" Type="http://schemas.openxmlformats.org/officeDocument/2006/relationships/customXml" Target="../ink/ink648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17.png"/><Relationship Id="rId233" Type="http://schemas.openxmlformats.org/officeDocument/2006/relationships/customXml" Target="../ink/ink671.xml"/><Relationship Id="rId254" Type="http://schemas.openxmlformats.org/officeDocument/2006/relationships/image" Target="../media/image638.png"/><Relationship Id="rId28" Type="http://schemas.openxmlformats.org/officeDocument/2006/relationships/image" Target="../media/image525.png"/><Relationship Id="rId49" Type="http://schemas.openxmlformats.org/officeDocument/2006/relationships/customXml" Target="../ink/ink579.xml"/><Relationship Id="rId114" Type="http://schemas.openxmlformats.org/officeDocument/2006/relationships/image" Target="../media/image568.png"/><Relationship Id="rId275" Type="http://schemas.openxmlformats.org/officeDocument/2006/relationships/customXml" Target="../ink/ink692.xml"/><Relationship Id="rId60" Type="http://schemas.openxmlformats.org/officeDocument/2006/relationships/image" Target="../media/image541.png"/><Relationship Id="rId81" Type="http://schemas.openxmlformats.org/officeDocument/2006/relationships/customXml" Target="../ink/ink595.xml"/><Relationship Id="rId135" Type="http://schemas.openxmlformats.org/officeDocument/2006/relationships/customXml" Target="../ink/ink622.xml"/><Relationship Id="rId156" Type="http://schemas.openxmlformats.org/officeDocument/2006/relationships/image" Target="../media/image589.png"/><Relationship Id="rId177" Type="http://schemas.openxmlformats.org/officeDocument/2006/relationships/customXml" Target="../ink/ink643.xml"/><Relationship Id="rId198" Type="http://schemas.openxmlformats.org/officeDocument/2006/relationships/image" Target="../media/image610.png"/><Relationship Id="rId202" Type="http://schemas.openxmlformats.org/officeDocument/2006/relationships/image" Target="../media/image612.png"/><Relationship Id="rId223" Type="http://schemas.openxmlformats.org/officeDocument/2006/relationships/customXml" Target="../ink/ink666.xml"/><Relationship Id="rId244" Type="http://schemas.openxmlformats.org/officeDocument/2006/relationships/image" Target="../media/image633.png"/><Relationship Id="rId18" Type="http://schemas.openxmlformats.org/officeDocument/2006/relationships/image" Target="../media/image520.png"/><Relationship Id="rId39" Type="http://schemas.openxmlformats.org/officeDocument/2006/relationships/customXml" Target="../ink/ink574.xml"/><Relationship Id="rId265" Type="http://schemas.openxmlformats.org/officeDocument/2006/relationships/customXml" Target="../ink/ink687.xml"/><Relationship Id="rId50" Type="http://schemas.openxmlformats.org/officeDocument/2006/relationships/image" Target="../media/image536.png"/><Relationship Id="rId104" Type="http://schemas.openxmlformats.org/officeDocument/2006/relationships/image" Target="../media/image563.png"/><Relationship Id="rId125" Type="http://schemas.openxmlformats.org/officeDocument/2006/relationships/customXml" Target="../ink/ink617.xml"/><Relationship Id="rId146" Type="http://schemas.openxmlformats.org/officeDocument/2006/relationships/image" Target="../media/image584.png"/><Relationship Id="rId167" Type="http://schemas.openxmlformats.org/officeDocument/2006/relationships/customXml" Target="../ink/ink638.xml"/><Relationship Id="rId188" Type="http://schemas.openxmlformats.org/officeDocument/2006/relationships/image" Target="../media/image605.png"/><Relationship Id="rId71" Type="http://schemas.openxmlformats.org/officeDocument/2006/relationships/customXml" Target="../ink/ink590.xml"/><Relationship Id="rId92" Type="http://schemas.openxmlformats.org/officeDocument/2006/relationships/image" Target="../media/image557.png"/><Relationship Id="rId213" Type="http://schemas.openxmlformats.org/officeDocument/2006/relationships/customXml" Target="../ink/ink661.xml"/><Relationship Id="rId234" Type="http://schemas.openxmlformats.org/officeDocument/2006/relationships/image" Target="../media/image628.png"/><Relationship Id="rId2" Type="http://schemas.openxmlformats.org/officeDocument/2006/relationships/image" Target="../media/image2408.png"/><Relationship Id="rId29" Type="http://schemas.openxmlformats.org/officeDocument/2006/relationships/customXml" Target="../ink/ink569.xml"/><Relationship Id="rId255" Type="http://schemas.openxmlformats.org/officeDocument/2006/relationships/customXml" Target="../ink/ink682.xml"/><Relationship Id="rId276" Type="http://schemas.openxmlformats.org/officeDocument/2006/relationships/image" Target="../media/image649.png"/><Relationship Id="rId40" Type="http://schemas.openxmlformats.org/officeDocument/2006/relationships/image" Target="../media/image531.png"/><Relationship Id="rId115" Type="http://schemas.openxmlformats.org/officeDocument/2006/relationships/customXml" Target="../ink/ink612.xml"/><Relationship Id="rId136" Type="http://schemas.openxmlformats.org/officeDocument/2006/relationships/image" Target="../media/image579.png"/><Relationship Id="rId157" Type="http://schemas.openxmlformats.org/officeDocument/2006/relationships/customXml" Target="../ink/ink633.xml"/><Relationship Id="rId178" Type="http://schemas.openxmlformats.org/officeDocument/2006/relationships/image" Target="../media/image600.png"/><Relationship Id="rId61" Type="http://schemas.openxmlformats.org/officeDocument/2006/relationships/customXml" Target="../ink/ink585.xml"/><Relationship Id="rId82" Type="http://schemas.openxmlformats.org/officeDocument/2006/relationships/image" Target="../media/image552.png"/><Relationship Id="rId199" Type="http://schemas.openxmlformats.org/officeDocument/2006/relationships/customXml" Target="../ink/ink654.xml"/><Relationship Id="rId203" Type="http://schemas.openxmlformats.org/officeDocument/2006/relationships/customXml" Target="../ink/ink656.xml"/><Relationship Id="rId19" Type="http://schemas.openxmlformats.org/officeDocument/2006/relationships/customXml" Target="../ink/ink564.xml"/><Relationship Id="rId224" Type="http://schemas.openxmlformats.org/officeDocument/2006/relationships/image" Target="../media/image623.png"/><Relationship Id="rId245" Type="http://schemas.openxmlformats.org/officeDocument/2006/relationships/customXml" Target="../ink/ink677.xml"/><Relationship Id="rId266" Type="http://schemas.openxmlformats.org/officeDocument/2006/relationships/image" Target="../media/image644.png"/><Relationship Id="rId30" Type="http://schemas.openxmlformats.org/officeDocument/2006/relationships/image" Target="../media/image526.png"/><Relationship Id="rId105" Type="http://schemas.openxmlformats.org/officeDocument/2006/relationships/customXml" Target="../ink/ink607.xml"/><Relationship Id="rId126" Type="http://schemas.openxmlformats.org/officeDocument/2006/relationships/image" Target="../media/image574.png"/><Relationship Id="rId147" Type="http://schemas.openxmlformats.org/officeDocument/2006/relationships/customXml" Target="../ink/ink628.xml"/><Relationship Id="rId168" Type="http://schemas.openxmlformats.org/officeDocument/2006/relationships/image" Target="../media/image595.png"/><Relationship Id="rId51" Type="http://schemas.openxmlformats.org/officeDocument/2006/relationships/customXml" Target="../ink/ink580.xml"/><Relationship Id="rId72" Type="http://schemas.openxmlformats.org/officeDocument/2006/relationships/image" Target="../media/image547.png"/><Relationship Id="rId93" Type="http://schemas.openxmlformats.org/officeDocument/2006/relationships/customXml" Target="../ink/ink601.xml"/><Relationship Id="rId189" Type="http://schemas.openxmlformats.org/officeDocument/2006/relationships/customXml" Target="../ink/ink649.xml"/><Relationship Id="rId3" Type="http://schemas.openxmlformats.org/officeDocument/2006/relationships/image" Target="../media/image1230.png"/><Relationship Id="rId214" Type="http://schemas.openxmlformats.org/officeDocument/2006/relationships/image" Target="../media/image618.png"/><Relationship Id="rId235" Type="http://schemas.openxmlformats.org/officeDocument/2006/relationships/customXml" Target="../ink/ink672.xml"/><Relationship Id="rId256" Type="http://schemas.openxmlformats.org/officeDocument/2006/relationships/image" Target="../media/image639.png"/><Relationship Id="rId277" Type="http://schemas.openxmlformats.org/officeDocument/2006/relationships/customXml" Target="../ink/ink693.xml"/><Relationship Id="rId116" Type="http://schemas.openxmlformats.org/officeDocument/2006/relationships/image" Target="../media/image569.png"/><Relationship Id="rId137" Type="http://schemas.openxmlformats.org/officeDocument/2006/relationships/customXml" Target="../ink/ink623.xml"/><Relationship Id="rId158" Type="http://schemas.openxmlformats.org/officeDocument/2006/relationships/image" Target="../media/image590.png"/><Relationship Id="rId20" Type="http://schemas.openxmlformats.org/officeDocument/2006/relationships/image" Target="../media/image521.png"/><Relationship Id="rId41" Type="http://schemas.openxmlformats.org/officeDocument/2006/relationships/customXml" Target="../ink/ink575.xml"/><Relationship Id="rId62" Type="http://schemas.openxmlformats.org/officeDocument/2006/relationships/image" Target="../media/image542.png"/><Relationship Id="rId83" Type="http://schemas.openxmlformats.org/officeDocument/2006/relationships/customXml" Target="../ink/ink596.xml"/><Relationship Id="rId179" Type="http://schemas.openxmlformats.org/officeDocument/2006/relationships/customXml" Target="../ink/ink644.xml"/><Relationship Id="rId190" Type="http://schemas.openxmlformats.org/officeDocument/2006/relationships/image" Target="../media/image606.png"/><Relationship Id="rId204" Type="http://schemas.openxmlformats.org/officeDocument/2006/relationships/image" Target="../media/image613.png"/><Relationship Id="rId225" Type="http://schemas.openxmlformats.org/officeDocument/2006/relationships/customXml" Target="../ink/ink667.xml"/><Relationship Id="rId246" Type="http://schemas.openxmlformats.org/officeDocument/2006/relationships/image" Target="../media/image634.png"/><Relationship Id="rId267" Type="http://schemas.openxmlformats.org/officeDocument/2006/relationships/customXml" Target="../ink/ink688.xml"/><Relationship Id="rId106" Type="http://schemas.openxmlformats.org/officeDocument/2006/relationships/image" Target="../media/image564.png"/><Relationship Id="rId127" Type="http://schemas.openxmlformats.org/officeDocument/2006/relationships/customXml" Target="../ink/ink618.xml"/><Relationship Id="rId10" Type="http://schemas.openxmlformats.org/officeDocument/2006/relationships/image" Target="../media/image516.png"/><Relationship Id="rId31" Type="http://schemas.openxmlformats.org/officeDocument/2006/relationships/customXml" Target="../ink/ink570.xml"/><Relationship Id="rId52" Type="http://schemas.openxmlformats.org/officeDocument/2006/relationships/image" Target="../media/image537.png"/><Relationship Id="rId73" Type="http://schemas.openxmlformats.org/officeDocument/2006/relationships/customXml" Target="../ink/ink591.xml"/><Relationship Id="rId94" Type="http://schemas.openxmlformats.org/officeDocument/2006/relationships/image" Target="../media/image558.png"/><Relationship Id="rId148" Type="http://schemas.openxmlformats.org/officeDocument/2006/relationships/image" Target="../media/image585.png"/><Relationship Id="rId169" Type="http://schemas.openxmlformats.org/officeDocument/2006/relationships/customXml" Target="../ink/ink639.xml"/><Relationship Id="rId4" Type="http://schemas.openxmlformats.org/officeDocument/2006/relationships/image" Target="../media/image3100.png"/><Relationship Id="rId180" Type="http://schemas.openxmlformats.org/officeDocument/2006/relationships/image" Target="../media/image601.png"/><Relationship Id="rId215" Type="http://schemas.openxmlformats.org/officeDocument/2006/relationships/customXml" Target="../ink/ink662.xml"/><Relationship Id="rId236" Type="http://schemas.openxmlformats.org/officeDocument/2006/relationships/image" Target="../media/image629.png"/><Relationship Id="rId257" Type="http://schemas.openxmlformats.org/officeDocument/2006/relationships/customXml" Target="../ink/ink683.xml"/><Relationship Id="rId278" Type="http://schemas.openxmlformats.org/officeDocument/2006/relationships/image" Target="../media/image650.png"/><Relationship Id="rId42" Type="http://schemas.openxmlformats.org/officeDocument/2006/relationships/image" Target="../media/image532.png"/><Relationship Id="rId84" Type="http://schemas.openxmlformats.org/officeDocument/2006/relationships/image" Target="../media/image553.png"/><Relationship Id="rId138" Type="http://schemas.openxmlformats.org/officeDocument/2006/relationships/image" Target="../media/image580.png"/><Relationship Id="rId191" Type="http://schemas.openxmlformats.org/officeDocument/2006/relationships/customXml" Target="../ink/ink650.xml"/><Relationship Id="rId205" Type="http://schemas.openxmlformats.org/officeDocument/2006/relationships/customXml" Target="../ink/ink657.xml"/><Relationship Id="rId247" Type="http://schemas.openxmlformats.org/officeDocument/2006/relationships/customXml" Target="../ink/ink678.xml"/><Relationship Id="rId107" Type="http://schemas.openxmlformats.org/officeDocument/2006/relationships/customXml" Target="../ink/ink608.xml"/><Relationship Id="rId11" Type="http://schemas.openxmlformats.org/officeDocument/2006/relationships/customXml" Target="../ink/ink560.xml"/><Relationship Id="rId53" Type="http://schemas.openxmlformats.org/officeDocument/2006/relationships/customXml" Target="../ink/ink581.xml"/><Relationship Id="rId149" Type="http://schemas.openxmlformats.org/officeDocument/2006/relationships/customXml" Target="../ink/ink629.xml"/><Relationship Id="rId95" Type="http://schemas.openxmlformats.org/officeDocument/2006/relationships/customXml" Target="../ink/ink602.xml"/><Relationship Id="rId160" Type="http://schemas.openxmlformats.org/officeDocument/2006/relationships/image" Target="../media/image591.png"/><Relationship Id="rId216" Type="http://schemas.openxmlformats.org/officeDocument/2006/relationships/image" Target="../media/image619.png"/><Relationship Id="rId258" Type="http://schemas.openxmlformats.org/officeDocument/2006/relationships/image" Target="../media/image6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53.xml"/><Relationship Id="rId299" Type="http://schemas.openxmlformats.org/officeDocument/2006/relationships/image" Target="../media/image799.png"/><Relationship Id="rId21" Type="http://schemas.openxmlformats.org/officeDocument/2006/relationships/customXml" Target="../ink/ink705.xml"/><Relationship Id="rId63" Type="http://schemas.openxmlformats.org/officeDocument/2006/relationships/customXml" Target="../ink/ink726.xml"/><Relationship Id="rId159" Type="http://schemas.openxmlformats.org/officeDocument/2006/relationships/customXml" Target="../ink/ink774.xml"/><Relationship Id="rId324" Type="http://schemas.openxmlformats.org/officeDocument/2006/relationships/customXml" Target="../ink/ink857.xml"/><Relationship Id="rId170" Type="http://schemas.openxmlformats.org/officeDocument/2006/relationships/image" Target="../media/image735.png"/><Relationship Id="rId226" Type="http://schemas.openxmlformats.org/officeDocument/2006/relationships/image" Target="../media/image763.png"/><Relationship Id="rId268" Type="http://schemas.openxmlformats.org/officeDocument/2006/relationships/image" Target="../media/image784.png"/><Relationship Id="rId32" Type="http://schemas.openxmlformats.org/officeDocument/2006/relationships/image" Target="../media/image667.png"/><Relationship Id="rId74" Type="http://schemas.openxmlformats.org/officeDocument/2006/relationships/image" Target="../media/image688.png"/><Relationship Id="rId128" Type="http://schemas.openxmlformats.org/officeDocument/2006/relationships/image" Target="../media/image714.png"/><Relationship Id="rId335" Type="http://schemas.openxmlformats.org/officeDocument/2006/relationships/image" Target="../media/image817.png"/><Relationship Id="rId5" Type="http://schemas.openxmlformats.org/officeDocument/2006/relationships/customXml" Target="../ink/ink697.xml"/><Relationship Id="rId181" Type="http://schemas.openxmlformats.org/officeDocument/2006/relationships/customXml" Target="../ink/ink785.xml"/><Relationship Id="rId237" Type="http://schemas.openxmlformats.org/officeDocument/2006/relationships/customXml" Target="../ink/ink813.xml"/><Relationship Id="rId279" Type="http://schemas.openxmlformats.org/officeDocument/2006/relationships/image" Target="../media/image789.png"/><Relationship Id="rId43" Type="http://schemas.openxmlformats.org/officeDocument/2006/relationships/customXml" Target="../ink/ink716.xml"/><Relationship Id="rId139" Type="http://schemas.openxmlformats.org/officeDocument/2006/relationships/customXml" Target="../ink/ink764.xml"/><Relationship Id="rId290" Type="http://schemas.openxmlformats.org/officeDocument/2006/relationships/customXml" Target="../ink/ink840.xml"/><Relationship Id="rId304" Type="http://schemas.openxmlformats.org/officeDocument/2006/relationships/customXml" Target="../ink/ink847.xml"/><Relationship Id="rId85" Type="http://schemas.openxmlformats.org/officeDocument/2006/relationships/customXml" Target="../ink/ink737.xml"/><Relationship Id="rId150" Type="http://schemas.openxmlformats.org/officeDocument/2006/relationships/image" Target="../media/image725.png"/><Relationship Id="rId192" Type="http://schemas.openxmlformats.org/officeDocument/2006/relationships/image" Target="../media/image746.png"/><Relationship Id="rId206" Type="http://schemas.openxmlformats.org/officeDocument/2006/relationships/image" Target="../media/image753.png"/><Relationship Id="rId248" Type="http://schemas.openxmlformats.org/officeDocument/2006/relationships/image" Target="../media/image774.png"/><Relationship Id="rId12" Type="http://schemas.openxmlformats.org/officeDocument/2006/relationships/image" Target="../media/image657.png"/><Relationship Id="rId108" Type="http://schemas.openxmlformats.org/officeDocument/2006/relationships/image" Target="../media/image704.png"/><Relationship Id="rId315" Type="http://schemas.openxmlformats.org/officeDocument/2006/relationships/image" Target="../media/image807.png"/><Relationship Id="rId54" Type="http://schemas.openxmlformats.org/officeDocument/2006/relationships/image" Target="../media/image678.png"/><Relationship Id="rId96" Type="http://schemas.openxmlformats.org/officeDocument/2006/relationships/image" Target="../media/image444.png"/><Relationship Id="rId161" Type="http://schemas.openxmlformats.org/officeDocument/2006/relationships/customXml" Target="../ink/ink775.xml"/><Relationship Id="rId217" Type="http://schemas.openxmlformats.org/officeDocument/2006/relationships/customXml" Target="../ink/ink803.xml"/><Relationship Id="rId259" Type="http://schemas.openxmlformats.org/officeDocument/2006/relationships/customXml" Target="../ink/ink824.xml"/><Relationship Id="rId23" Type="http://schemas.openxmlformats.org/officeDocument/2006/relationships/customXml" Target="../ink/ink706.xml"/><Relationship Id="rId119" Type="http://schemas.openxmlformats.org/officeDocument/2006/relationships/customXml" Target="../ink/ink754.xml"/><Relationship Id="rId270" Type="http://schemas.openxmlformats.org/officeDocument/2006/relationships/image" Target="../media/image785.png"/><Relationship Id="rId326" Type="http://schemas.openxmlformats.org/officeDocument/2006/relationships/customXml" Target="../ink/ink858.xml"/><Relationship Id="rId65" Type="http://schemas.openxmlformats.org/officeDocument/2006/relationships/customXml" Target="../ink/ink727.xml"/><Relationship Id="rId130" Type="http://schemas.openxmlformats.org/officeDocument/2006/relationships/image" Target="../media/image715.png"/><Relationship Id="rId172" Type="http://schemas.openxmlformats.org/officeDocument/2006/relationships/image" Target="../media/image736.png"/><Relationship Id="rId228" Type="http://schemas.openxmlformats.org/officeDocument/2006/relationships/image" Target="../media/image764.png"/><Relationship Id="rId281" Type="http://schemas.openxmlformats.org/officeDocument/2006/relationships/image" Target="../media/image790.png"/><Relationship Id="rId337" Type="http://schemas.openxmlformats.org/officeDocument/2006/relationships/image" Target="../media/image818.png"/><Relationship Id="rId34" Type="http://schemas.openxmlformats.org/officeDocument/2006/relationships/image" Target="../media/image668.png"/><Relationship Id="rId76" Type="http://schemas.openxmlformats.org/officeDocument/2006/relationships/image" Target="../media/image689.png"/><Relationship Id="rId141" Type="http://schemas.openxmlformats.org/officeDocument/2006/relationships/customXml" Target="../ink/ink765.xml"/><Relationship Id="rId7" Type="http://schemas.openxmlformats.org/officeDocument/2006/relationships/customXml" Target="../ink/ink698.xml"/><Relationship Id="rId183" Type="http://schemas.openxmlformats.org/officeDocument/2006/relationships/customXml" Target="../ink/ink786.xml"/><Relationship Id="rId239" Type="http://schemas.openxmlformats.org/officeDocument/2006/relationships/customXml" Target="../ink/ink814.xml"/><Relationship Id="rId250" Type="http://schemas.openxmlformats.org/officeDocument/2006/relationships/image" Target="../media/image775.png"/><Relationship Id="rId292" Type="http://schemas.openxmlformats.org/officeDocument/2006/relationships/customXml" Target="../ink/ink841.xml"/><Relationship Id="rId306" Type="http://schemas.openxmlformats.org/officeDocument/2006/relationships/customXml" Target="../ink/ink848.xml"/><Relationship Id="rId45" Type="http://schemas.openxmlformats.org/officeDocument/2006/relationships/customXml" Target="../ink/ink717.xml"/><Relationship Id="rId87" Type="http://schemas.openxmlformats.org/officeDocument/2006/relationships/customXml" Target="../ink/ink738.xml"/><Relationship Id="rId110" Type="http://schemas.openxmlformats.org/officeDocument/2006/relationships/image" Target="../media/image705.png"/><Relationship Id="rId152" Type="http://schemas.openxmlformats.org/officeDocument/2006/relationships/image" Target="../media/image726.png"/><Relationship Id="rId194" Type="http://schemas.openxmlformats.org/officeDocument/2006/relationships/image" Target="../media/image747.png"/><Relationship Id="rId208" Type="http://schemas.openxmlformats.org/officeDocument/2006/relationships/image" Target="../media/image754.png"/><Relationship Id="rId240" Type="http://schemas.openxmlformats.org/officeDocument/2006/relationships/image" Target="../media/image770.png"/><Relationship Id="rId261" Type="http://schemas.openxmlformats.org/officeDocument/2006/relationships/customXml" Target="../ink/ink825.xml"/><Relationship Id="rId14" Type="http://schemas.openxmlformats.org/officeDocument/2006/relationships/image" Target="../media/image658.png"/><Relationship Id="rId35" Type="http://schemas.openxmlformats.org/officeDocument/2006/relationships/customXml" Target="../ink/ink712.xml"/><Relationship Id="rId56" Type="http://schemas.openxmlformats.org/officeDocument/2006/relationships/image" Target="../media/image679.png"/><Relationship Id="rId77" Type="http://schemas.openxmlformats.org/officeDocument/2006/relationships/customXml" Target="../ink/ink733.xml"/><Relationship Id="rId100" Type="http://schemas.openxmlformats.org/officeDocument/2006/relationships/image" Target="../media/image700.png"/><Relationship Id="rId282" Type="http://schemas.openxmlformats.org/officeDocument/2006/relationships/customXml" Target="../ink/ink836.xml"/><Relationship Id="rId317" Type="http://schemas.openxmlformats.org/officeDocument/2006/relationships/image" Target="../media/image808.png"/><Relationship Id="rId338" Type="http://schemas.openxmlformats.org/officeDocument/2006/relationships/customXml" Target="../ink/ink864.xml"/><Relationship Id="rId8" Type="http://schemas.openxmlformats.org/officeDocument/2006/relationships/image" Target="../media/image655.png"/><Relationship Id="rId98" Type="http://schemas.openxmlformats.org/officeDocument/2006/relationships/image" Target="../media/image699.png"/><Relationship Id="rId121" Type="http://schemas.openxmlformats.org/officeDocument/2006/relationships/customXml" Target="../ink/ink755.xml"/><Relationship Id="rId142" Type="http://schemas.openxmlformats.org/officeDocument/2006/relationships/image" Target="../media/image721.png"/><Relationship Id="rId163" Type="http://schemas.openxmlformats.org/officeDocument/2006/relationships/customXml" Target="../ink/ink776.xml"/><Relationship Id="rId184" Type="http://schemas.openxmlformats.org/officeDocument/2006/relationships/image" Target="../media/image742.png"/><Relationship Id="rId219" Type="http://schemas.openxmlformats.org/officeDocument/2006/relationships/customXml" Target="../ink/ink804.xml"/><Relationship Id="rId230" Type="http://schemas.openxmlformats.org/officeDocument/2006/relationships/image" Target="../media/image765.png"/><Relationship Id="rId251" Type="http://schemas.openxmlformats.org/officeDocument/2006/relationships/customXml" Target="../ink/ink820.xml"/><Relationship Id="rId25" Type="http://schemas.openxmlformats.org/officeDocument/2006/relationships/customXml" Target="../ink/ink707.xml"/><Relationship Id="rId46" Type="http://schemas.openxmlformats.org/officeDocument/2006/relationships/image" Target="../media/image674.png"/><Relationship Id="rId67" Type="http://schemas.openxmlformats.org/officeDocument/2006/relationships/customXml" Target="../ink/ink728.xml"/><Relationship Id="rId272" Type="http://schemas.openxmlformats.org/officeDocument/2006/relationships/customXml" Target="../ink/ink831.xml"/><Relationship Id="rId293" Type="http://schemas.openxmlformats.org/officeDocument/2006/relationships/image" Target="../media/image796.png"/><Relationship Id="rId307" Type="http://schemas.openxmlformats.org/officeDocument/2006/relationships/image" Target="../media/image803.png"/><Relationship Id="rId328" Type="http://schemas.openxmlformats.org/officeDocument/2006/relationships/customXml" Target="../ink/ink859.xml"/><Relationship Id="rId88" Type="http://schemas.openxmlformats.org/officeDocument/2006/relationships/image" Target="../media/image695.png"/><Relationship Id="rId111" Type="http://schemas.openxmlformats.org/officeDocument/2006/relationships/customXml" Target="../ink/ink750.xml"/><Relationship Id="rId132" Type="http://schemas.openxmlformats.org/officeDocument/2006/relationships/image" Target="../media/image716.png"/><Relationship Id="rId153" Type="http://schemas.openxmlformats.org/officeDocument/2006/relationships/customXml" Target="../ink/ink771.xml"/><Relationship Id="rId174" Type="http://schemas.openxmlformats.org/officeDocument/2006/relationships/image" Target="../media/image737.png"/><Relationship Id="rId195" Type="http://schemas.openxmlformats.org/officeDocument/2006/relationships/customXml" Target="../ink/ink792.xml"/><Relationship Id="rId209" Type="http://schemas.openxmlformats.org/officeDocument/2006/relationships/customXml" Target="../ink/ink799.xml"/><Relationship Id="rId220" Type="http://schemas.openxmlformats.org/officeDocument/2006/relationships/image" Target="../media/image760.png"/><Relationship Id="rId241" Type="http://schemas.openxmlformats.org/officeDocument/2006/relationships/customXml" Target="../ink/ink815.xml"/><Relationship Id="rId15" Type="http://schemas.openxmlformats.org/officeDocument/2006/relationships/customXml" Target="../ink/ink702.xml"/><Relationship Id="rId36" Type="http://schemas.openxmlformats.org/officeDocument/2006/relationships/image" Target="../media/image669.png"/><Relationship Id="rId57" Type="http://schemas.openxmlformats.org/officeDocument/2006/relationships/customXml" Target="../ink/ink723.xml"/><Relationship Id="rId262" Type="http://schemas.openxmlformats.org/officeDocument/2006/relationships/image" Target="../media/image781.png"/><Relationship Id="rId283" Type="http://schemas.openxmlformats.org/officeDocument/2006/relationships/image" Target="../media/image791.png"/><Relationship Id="rId318" Type="http://schemas.openxmlformats.org/officeDocument/2006/relationships/customXml" Target="../ink/ink854.xml"/><Relationship Id="rId339" Type="http://schemas.openxmlformats.org/officeDocument/2006/relationships/image" Target="../media/image819.png"/><Relationship Id="rId78" Type="http://schemas.openxmlformats.org/officeDocument/2006/relationships/image" Target="../media/image690.png"/><Relationship Id="rId99" Type="http://schemas.openxmlformats.org/officeDocument/2006/relationships/customXml" Target="../ink/ink744.xml"/><Relationship Id="rId101" Type="http://schemas.openxmlformats.org/officeDocument/2006/relationships/customXml" Target="../ink/ink745.xml"/><Relationship Id="rId122" Type="http://schemas.openxmlformats.org/officeDocument/2006/relationships/image" Target="../media/image711.png"/><Relationship Id="rId143" Type="http://schemas.openxmlformats.org/officeDocument/2006/relationships/customXml" Target="../ink/ink766.xml"/><Relationship Id="rId164" Type="http://schemas.openxmlformats.org/officeDocument/2006/relationships/image" Target="../media/image732.png"/><Relationship Id="rId185" Type="http://schemas.openxmlformats.org/officeDocument/2006/relationships/customXml" Target="../ink/ink787.xml"/><Relationship Id="rId9" Type="http://schemas.openxmlformats.org/officeDocument/2006/relationships/customXml" Target="../ink/ink699.xml"/><Relationship Id="rId210" Type="http://schemas.openxmlformats.org/officeDocument/2006/relationships/image" Target="../media/image755.png"/><Relationship Id="rId26" Type="http://schemas.openxmlformats.org/officeDocument/2006/relationships/image" Target="../media/image664.png"/><Relationship Id="rId231" Type="http://schemas.openxmlformats.org/officeDocument/2006/relationships/customXml" Target="../ink/ink810.xml"/><Relationship Id="rId252" Type="http://schemas.openxmlformats.org/officeDocument/2006/relationships/image" Target="../media/image776.png"/><Relationship Id="rId273" Type="http://schemas.openxmlformats.org/officeDocument/2006/relationships/image" Target="../media/image786.png"/><Relationship Id="rId294" Type="http://schemas.openxmlformats.org/officeDocument/2006/relationships/customXml" Target="../ink/ink842.xml"/><Relationship Id="rId308" Type="http://schemas.openxmlformats.org/officeDocument/2006/relationships/customXml" Target="../ink/ink849.xml"/><Relationship Id="rId329" Type="http://schemas.openxmlformats.org/officeDocument/2006/relationships/image" Target="../media/image814.png"/><Relationship Id="rId47" Type="http://schemas.openxmlformats.org/officeDocument/2006/relationships/customXml" Target="../ink/ink718.xml"/><Relationship Id="rId68" Type="http://schemas.openxmlformats.org/officeDocument/2006/relationships/image" Target="../media/image685.png"/><Relationship Id="rId89" Type="http://schemas.openxmlformats.org/officeDocument/2006/relationships/customXml" Target="../ink/ink739.xml"/><Relationship Id="rId112" Type="http://schemas.openxmlformats.org/officeDocument/2006/relationships/image" Target="../media/image706.png"/><Relationship Id="rId133" Type="http://schemas.openxmlformats.org/officeDocument/2006/relationships/customXml" Target="../ink/ink761.xml"/><Relationship Id="rId154" Type="http://schemas.openxmlformats.org/officeDocument/2006/relationships/image" Target="../media/image727.png"/><Relationship Id="rId175" Type="http://schemas.openxmlformats.org/officeDocument/2006/relationships/customXml" Target="../ink/ink782.xml"/><Relationship Id="rId340" Type="http://schemas.openxmlformats.org/officeDocument/2006/relationships/customXml" Target="../ink/ink865.xml"/><Relationship Id="rId196" Type="http://schemas.openxmlformats.org/officeDocument/2006/relationships/image" Target="../media/image748.png"/><Relationship Id="rId200" Type="http://schemas.openxmlformats.org/officeDocument/2006/relationships/image" Target="../media/image750.png"/><Relationship Id="rId16" Type="http://schemas.openxmlformats.org/officeDocument/2006/relationships/image" Target="../media/image659.png"/><Relationship Id="rId221" Type="http://schemas.openxmlformats.org/officeDocument/2006/relationships/customXml" Target="../ink/ink805.xml"/><Relationship Id="rId242" Type="http://schemas.openxmlformats.org/officeDocument/2006/relationships/image" Target="../media/image771.png"/><Relationship Id="rId263" Type="http://schemas.openxmlformats.org/officeDocument/2006/relationships/customXml" Target="../ink/ink826.xml"/><Relationship Id="rId284" Type="http://schemas.openxmlformats.org/officeDocument/2006/relationships/customXml" Target="../ink/ink837.xml"/><Relationship Id="rId319" Type="http://schemas.openxmlformats.org/officeDocument/2006/relationships/image" Target="../media/image809.png"/><Relationship Id="rId37" Type="http://schemas.openxmlformats.org/officeDocument/2006/relationships/customXml" Target="../ink/ink713.xml"/><Relationship Id="rId58" Type="http://schemas.openxmlformats.org/officeDocument/2006/relationships/image" Target="../media/image680.png"/><Relationship Id="rId79" Type="http://schemas.openxmlformats.org/officeDocument/2006/relationships/customXml" Target="../ink/ink734.xml"/><Relationship Id="rId102" Type="http://schemas.openxmlformats.org/officeDocument/2006/relationships/image" Target="../media/image701.png"/><Relationship Id="rId123" Type="http://schemas.openxmlformats.org/officeDocument/2006/relationships/customXml" Target="../ink/ink756.xml"/><Relationship Id="rId144" Type="http://schemas.openxmlformats.org/officeDocument/2006/relationships/image" Target="../media/image722.png"/><Relationship Id="rId330" Type="http://schemas.openxmlformats.org/officeDocument/2006/relationships/customXml" Target="../ink/ink860.xml"/><Relationship Id="rId90" Type="http://schemas.openxmlformats.org/officeDocument/2006/relationships/image" Target="../media/image696.png"/><Relationship Id="rId165" Type="http://schemas.openxmlformats.org/officeDocument/2006/relationships/customXml" Target="../ink/ink777.xml"/><Relationship Id="rId186" Type="http://schemas.openxmlformats.org/officeDocument/2006/relationships/image" Target="../media/image743.png"/><Relationship Id="rId211" Type="http://schemas.openxmlformats.org/officeDocument/2006/relationships/customXml" Target="../ink/ink800.xml"/><Relationship Id="rId232" Type="http://schemas.openxmlformats.org/officeDocument/2006/relationships/image" Target="../media/image766.png"/><Relationship Id="rId253" Type="http://schemas.openxmlformats.org/officeDocument/2006/relationships/customXml" Target="../ink/ink821.xml"/><Relationship Id="rId274" Type="http://schemas.openxmlformats.org/officeDocument/2006/relationships/customXml" Target="../ink/ink832.xml"/><Relationship Id="rId295" Type="http://schemas.openxmlformats.org/officeDocument/2006/relationships/image" Target="../media/image797.png"/><Relationship Id="rId309" Type="http://schemas.openxmlformats.org/officeDocument/2006/relationships/image" Target="../media/image804.png"/><Relationship Id="rId27" Type="http://schemas.openxmlformats.org/officeDocument/2006/relationships/customXml" Target="../ink/ink708.xml"/><Relationship Id="rId48" Type="http://schemas.openxmlformats.org/officeDocument/2006/relationships/image" Target="../media/image675.png"/><Relationship Id="rId69" Type="http://schemas.openxmlformats.org/officeDocument/2006/relationships/customXml" Target="../ink/ink729.xml"/><Relationship Id="rId113" Type="http://schemas.openxmlformats.org/officeDocument/2006/relationships/customXml" Target="../ink/ink751.xml"/><Relationship Id="rId134" Type="http://schemas.openxmlformats.org/officeDocument/2006/relationships/image" Target="../media/image717.png"/><Relationship Id="rId320" Type="http://schemas.openxmlformats.org/officeDocument/2006/relationships/customXml" Target="../ink/ink855.xml"/><Relationship Id="rId80" Type="http://schemas.openxmlformats.org/officeDocument/2006/relationships/image" Target="../media/image691.png"/><Relationship Id="rId155" Type="http://schemas.openxmlformats.org/officeDocument/2006/relationships/customXml" Target="../ink/ink772.xml"/><Relationship Id="rId176" Type="http://schemas.openxmlformats.org/officeDocument/2006/relationships/image" Target="../media/image738.png"/><Relationship Id="rId197" Type="http://schemas.openxmlformats.org/officeDocument/2006/relationships/customXml" Target="../ink/ink793.xml"/><Relationship Id="rId341" Type="http://schemas.openxmlformats.org/officeDocument/2006/relationships/image" Target="../media/image820.png"/><Relationship Id="rId201" Type="http://schemas.openxmlformats.org/officeDocument/2006/relationships/customXml" Target="../ink/ink795.xml"/><Relationship Id="rId222" Type="http://schemas.openxmlformats.org/officeDocument/2006/relationships/image" Target="../media/image761.png"/><Relationship Id="rId243" Type="http://schemas.openxmlformats.org/officeDocument/2006/relationships/customXml" Target="../ink/ink816.xml"/><Relationship Id="rId264" Type="http://schemas.openxmlformats.org/officeDocument/2006/relationships/image" Target="../media/image782.png"/><Relationship Id="rId285" Type="http://schemas.openxmlformats.org/officeDocument/2006/relationships/image" Target="../media/image792.png"/><Relationship Id="rId17" Type="http://schemas.openxmlformats.org/officeDocument/2006/relationships/customXml" Target="../ink/ink703.xml"/><Relationship Id="rId38" Type="http://schemas.openxmlformats.org/officeDocument/2006/relationships/image" Target="../media/image670.png"/><Relationship Id="rId59" Type="http://schemas.openxmlformats.org/officeDocument/2006/relationships/customXml" Target="../ink/ink724.xml"/><Relationship Id="rId103" Type="http://schemas.openxmlformats.org/officeDocument/2006/relationships/customXml" Target="../ink/ink746.xml"/><Relationship Id="rId124" Type="http://schemas.openxmlformats.org/officeDocument/2006/relationships/image" Target="../media/image712.png"/><Relationship Id="rId310" Type="http://schemas.openxmlformats.org/officeDocument/2006/relationships/customXml" Target="../ink/ink850.xml"/><Relationship Id="rId70" Type="http://schemas.openxmlformats.org/officeDocument/2006/relationships/image" Target="../media/image686.png"/><Relationship Id="rId91" Type="http://schemas.openxmlformats.org/officeDocument/2006/relationships/customXml" Target="../ink/ink740.xml"/><Relationship Id="rId145" Type="http://schemas.openxmlformats.org/officeDocument/2006/relationships/customXml" Target="../ink/ink767.xml"/><Relationship Id="rId166" Type="http://schemas.openxmlformats.org/officeDocument/2006/relationships/image" Target="../media/image733.png"/><Relationship Id="rId187" Type="http://schemas.openxmlformats.org/officeDocument/2006/relationships/customXml" Target="../ink/ink788.xml"/><Relationship Id="rId331" Type="http://schemas.openxmlformats.org/officeDocument/2006/relationships/image" Target="../media/image815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756.png"/><Relationship Id="rId233" Type="http://schemas.openxmlformats.org/officeDocument/2006/relationships/customXml" Target="../ink/ink811.xml"/><Relationship Id="rId254" Type="http://schemas.openxmlformats.org/officeDocument/2006/relationships/image" Target="../media/image777.png"/><Relationship Id="rId28" Type="http://schemas.openxmlformats.org/officeDocument/2006/relationships/image" Target="../media/image665.png"/><Relationship Id="rId49" Type="http://schemas.openxmlformats.org/officeDocument/2006/relationships/customXml" Target="../ink/ink719.xml"/><Relationship Id="rId114" Type="http://schemas.openxmlformats.org/officeDocument/2006/relationships/image" Target="../media/image707.png"/><Relationship Id="rId275" Type="http://schemas.openxmlformats.org/officeDocument/2006/relationships/image" Target="../media/image787.png"/><Relationship Id="rId296" Type="http://schemas.openxmlformats.org/officeDocument/2006/relationships/customXml" Target="../ink/ink843.xml"/><Relationship Id="rId300" Type="http://schemas.openxmlformats.org/officeDocument/2006/relationships/customXml" Target="../ink/ink845.xml"/><Relationship Id="rId60" Type="http://schemas.openxmlformats.org/officeDocument/2006/relationships/image" Target="../media/image681.png"/><Relationship Id="rId81" Type="http://schemas.openxmlformats.org/officeDocument/2006/relationships/customXml" Target="../ink/ink735.xml"/><Relationship Id="rId135" Type="http://schemas.openxmlformats.org/officeDocument/2006/relationships/customXml" Target="../ink/ink762.xml"/><Relationship Id="rId156" Type="http://schemas.openxmlformats.org/officeDocument/2006/relationships/image" Target="../media/image728.png"/><Relationship Id="rId177" Type="http://schemas.openxmlformats.org/officeDocument/2006/relationships/customXml" Target="../ink/ink783.xml"/><Relationship Id="rId198" Type="http://schemas.openxmlformats.org/officeDocument/2006/relationships/image" Target="../media/image749.png"/><Relationship Id="rId321" Type="http://schemas.openxmlformats.org/officeDocument/2006/relationships/image" Target="../media/image810.png"/><Relationship Id="rId342" Type="http://schemas.openxmlformats.org/officeDocument/2006/relationships/customXml" Target="../ink/ink866.xml"/><Relationship Id="rId202" Type="http://schemas.openxmlformats.org/officeDocument/2006/relationships/image" Target="../media/image751.png"/><Relationship Id="rId223" Type="http://schemas.openxmlformats.org/officeDocument/2006/relationships/customXml" Target="../ink/ink806.xml"/><Relationship Id="rId244" Type="http://schemas.openxmlformats.org/officeDocument/2006/relationships/image" Target="../media/image772.png"/><Relationship Id="rId18" Type="http://schemas.openxmlformats.org/officeDocument/2006/relationships/image" Target="../media/image660.png"/><Relationship Id="rId39" Type="http://schemas.openxmlformats.org/officeDocument/2006/relationships/customXml" Target="../ink/ink714.xml"/><Relationship Id="rId265" Type="http://schemas.openxmlformats.org/officeDocument/2006/relationships/customXml" Target="../ink/ink827.xml"/><Relationship Id="rId286" Type="http://schemas.openxmlformats.org/officeDocument/2006/relationships/customXml" Target="../ink/ink838.xml"/><Relationship Id="rId50" Type="http://schemas.openxmlformats.org/officeDocument/2006/relationships/image" Target="../media/image676.png"/><Relationship Id="rId104" Type="http://schemas.openxmlformats.org/officeDocument/2006/relationships/image" Target="../media/image702.png"/><Relationship Id="rId125" Type="http://schemas.openxmlformats.org/officeDocument/2006/relationships/customXml" Target="../ink/ink757.xml"/><Relationship Id="rId146" Type="http://schemas.openxmlformats.org/officeDocument/2006/relationships/image" Target="../media/image723.png"/><Relationship Id="rId167" Type="http://schemas.openxmlformats.org/officeDocument/2006/relationships/customXml" Target="../ink/ink778.xml"/><Relationship Id="rId188" Type="http://schemas.openxmlformats.org/officeDocument/2006/relationships/image" Target="../media/image744.png"/><Relationship Id="rId311" Type="http://schemas.openxmlformats.org/officeDocument/2006/relationships/image" Target="../media/image805.png"/><Relationship Id="rId332" Type="http://schemas.openxmlformats.org/officeDocument/2006/relationships/customXml" Target="../ink/ink861.xml"/><Relationship Id="rId71" Type="http://schemas.openxmlformats.org/officeDocument/2006/relationships/customXml" Target="../ink/ink730.xml"/><Relationship Id="rId92" Type="http://schemas.openxmlformats.org/officeDocument/2006/relationships/image" Target="../media/image697.png"/><Relationship Id="rId213" Type="http://schemas.openxmlformats.org/officeDocument/2006/relationships/customXml" Target="../ink/ink801.xml"/><Relationship Id="rId234" Type="http://schemas.openxmlformats.org/officeDocument/2006/relationships/image" Target="../media/image767.png"/><Relationship Id="rId2" Type="http://schemas.openxmlformats.org/officeDocument/2006/relationships/image" Target="../media/image4100.png"/><Relationship Id="rId29" Type="http://schemas.openxmlformats.org/officeDocument/2006/relationships/customXml" Target="../ink/ink709.xml"/><Relationship Id="rId255" Type="http://schemas.openxmlformats.org/officeDocument/2006/relationships/customXml" Target="../ink/ink822.xml"/><Relationship Id="rId276" Type="http://schemas.openxmlformats.org/officeDocument/2006/relationships/customXml" Target="../ink/ink833.xml"/><Relationship Id="rId297" Type="http://schemas.openxmlformats.org/officeDocument/2006/relationships/image" Target="../media/image798.png"/><Relationship Id="rId40" Type="http://schemas.openxmlformats.org/officeDocument/2006/relationships/image" Target="../media/image671.png"/><Relationship Id="rId115" Type="http://schemas.openxmlformats.org/officeDocument/2006/relationships/customXml" Target="../ink/ink752.xml"/><Relationship Id="rId136" Type="http://schemas.openxmlformats.org/officeDocument/2006/relationships/image" Target="../media/image718.png"/><Relationship Id="rId157" Type="http://schemas.openxmlformats.org/officeDocument/2006/relationships/customXml" Target="../ink/ink773.xml"/><Relationship Id="rId178" Type="http://schemas.openxmlformats.org/officeDocument/2006/relationships/image" Target="../media/image739.png"/><Relationship Id="rId301" Type="http://schemas.openxmlformats.org/officeDocument/2006/relationships/image" Target="../media/image800.png"/><Relationship Id="rId322" Type="http://schemas.openxmlformats.org/officeDocument/2006/relationships/customXml" Target="../ink/ink856.xml"/><Relationship Id="rId343" Type="http://schemas.openxmlformats.org/officeDocument/2006/relationships/image" Target="../media/image821.png"/><Relationship Id="rId61" Type="http://schemas.openxmlformats.org/officeDocument/2006/relationships/customXml" Target="../ink/ink725.xml"/><Relationship Id="rId82" Type="http://schemas.openxmlformats.org/officeDocument/2006/relationships/image" Target="../media/image692.png"/><Relationship Id="rId199" Type="http://schemas.openxmlformats.org/officeDocument/2006/relationships/customXml" Target="../ink/ink794.xml"/><Relationship Id="rId203" Type="http://schemas.openxmlformats.org/officeDocument/2006/relationships/customXml" Target="../ink/ink796.xml"/><Relationship Id="rId19" Type="http://schemas.openxmlformats.org/officeDocument/2006/relationships/customXml" Target="../ink/ink704.xml"/><Relationship Id="rId224" Type="http://schemas.openxmlformats.org/officeDocument/2006/relationships/image" Target="../media/image762.png"/><Relationship Id="rId245" Type="http://schemas.openxmlformats.org/officeDocument/2006/relationships/customXml" Target="../ink/ink817.xml"/><Relationship Id="rId266" Type="http://schemas.openxmlformats.org/officeDocument/2006/relationships/image" Target="../media/image783.png"/><Relationship Id="rId287" Type="http://schemas.openxmlformats.org/officeDocument/2006/relationships/image" Target="../media/image793.png"/><Relationship Id="rId30" Type="http://schemas.openxmlformats.org/officeDocument/2006/relationships/image" Target="../media/image666.png"/><Relationship Id="rId105" Type="http://schemas.openxmlformats.org/officeDocument/2006/relationships/customXml" Target="../ink/ink747.xml"/><Relationship Id="rId126" Type="http://schemas.openxmlformats.org/officeDocument/2006/relationships/image" Target="../media/image713.png"/><Relationship Id="rId147" Type="http://schemas.openxmlformats.org/officeDocument/2006/relationships/customXml" Target="../ink/ink768.xml"/><Relationship Id="rId168" Type="http://schemas.openxmlformats.org/officeDocument/2006/relationships/image" Target="../media/image734.png"/><Relationship Id="rId312" Type="http://schemas.openxmlformats.org/officeDocument/2006/relationships/customXml" Target="../ink/ink851.xml"/><Relationship Id="rId333" Type="http://schemas.openxmlformats.org/officeDocument/2006/relationships/image" Target="../media/image816.png"/><Relationship Id="rId51" Type="http://schemas.openxmlformats.org/officeDocument/2006/relationships/customXml" Target="../ink/ink720.xml"/><Relationship Id="rId72" Type="http://schemas.openxmlformats.org/officeDocument/2006/relationships/image" Target="../media/image687.png"/><Relationship Id="rId93" Type="http://schemas.openxmlformats.org/officeDocument/2006/relationships/customXml" Target="../ink/ink741.xml"/><Relationship Id="rId189" Type="http://schemas.openxmlformats.org/officeDocument/2006/relationships/customXml" Target="../ink/ink789.xml"/><Relationship Id="rId3" Type="http://schemas.openxmlformats.org/officeDocument/2006/relationships/customXml" Target="../ink/ink696.xml"/><Relationship Id="rId214" Type="http://schemas.openxmlformats.org/officeDocument/2006/relationships/image" Target="../media/image757.png"/><Relationship Id="rId235" Type="http://schemas.openxmlformats.org/officeDocument/2006/relationships/customXml" Target="../ink/ink812.xml"/><Relationship Id="rId256" Type="http://schemas.openxmlformats.org/officeDocument/2006/relationships/image" Target="../media/image778.png"/><Relationship Id="rId277" Type="http://schemas.openxmlformats.org/officeDocument/2006/relationships/image" Target="../media/image788.png"/><Relationship Id="rId298" Type="http://schemas.openxmlformats.org/officeDocument/2006/relationships/customXml" Target="../ink/ink844.xml"/><Relationship Id="rId116" Type="http://schemas.openxmlformats.org/officeDocument/2006/relationships/image" Target="../media/image708.png"/><Relationship Id="rId137" Type="http://schemas.openxmlformats.org/officeDocument/2006/relationships/customXml" Target="../ink/ink763.xml"/><Relationship Id="rId158" Type="http://schemas.openxmlformats.org/officeDocument/2006/relationships/image" Target="../media/image729.png"/><Relationship Id="rId302" Type="http://schemas.openxmlformats.org/officeDocument/2006/relationships/customXml" Target="../ink/ink846.xml"/><Relationship Id="rId323" Type="http://schemas.openxmlformats.org/officeDocument/2006/relationships/image" Target="../media/image811.png"/><Relationship Id="rId20" Type="http://schemas.openxmlformats.org/officeDocument/2006/relationships/image" Target="../media/image661.png"/><Relationship Id="rId41" Type="http://schemas.openxmlformats.org/officeDocument/2006/relationships/customXml" Target="../ink/ink715.xml"/><Relationship Id="rId62" Type="http://schemas.openxmlformats.org/officeDocument/2006/relationships/image" Target="../media/image682.png"/><Relationship Id="rId83" Type="http://schemas.openxmlformats.org/officeDocument/2006/relationships/customXml" Target="../ink/ink736.xml"/><Relationship Id="rId179" Type="http://schemas.openxmlformats.org/officeDocument/2006/relationships/customXml" Target="../ink/ink784.xml"/><Relationship Id="rId190" Type="http://schemas.openxmlformats.org/officeDocument/2006/relationships/image" Target="../media/image745.png"/><Relationship Id="rId204" Type="http://schemas.openxmlformats.org/officeDocument/2006/relationships/image" Target="../media/image752.png"/><Relationship Id="rId225" Type="http://schemas.openxmlformats.org/officeDocument/2006/relationships/customXml" Target="../ink/ink807.xml"/><Relationship Id="rId246" Type="http://schemas.openxmlformats.org/officeDocument/2006/relationships/image" Target="../media/image773.png"/><Relationship Id="rId267" Type="http://schemas.openxmlformats.org/officeDocument/2006/relationships/customXml" Target="../ink/ink828.xml"/><Relationship Id="rId288" Type="http://schemas.openxmlformats.org/officeDocument/2006/relationships/customXml" Target="../ink/ink839.xml"/><Relationship Id="rId106" Type="http://schemas.openxmlformats.org/officeDocument/2006/relationships/image" Target="../media/image703.png"/><Relationship Id="rId127" Type="http://schemas.openxmlformats.org/officeDocument/2006/relationships/customXml" Target="../ink/ink758.xml"/><Relationship Id="rId313" Type="http://schemas.openxmlformats.org/officeDocument/2006/relationships/image" Target="../media/image806.png"/><Relationship Id="rId10" Type="http://schemas.openxmlformats.org/officeDocument/2006/relationships/image" Target="../media/image656.png"/><Relationship Id="rId31" Type="http://schemas.openxmlformats.org/officeDocument/2006/relationships/customXml" Target="../ink/ink710.xml"/><Relationship Id="rId52" Type="http://schemas.openxmlformats.org/officeDocument/2006/relationships/image" Target="../media/image677.png"/><Relationship Id="rId73" Type="http://schemas.openxmlformats.org/officeDocument/2006/relationships/customXml" Target="../ink/ink731.xml"/><Relationship Id="rId94" Type="http://schemas.openxmlformats.org/officeDocument/2006/relationships/image" Target="../media/image698.png"/><Relationship Id="rId148" Type="http://schemas.openxmlformats.org/officeDocument/2006/relationships/image" Target="../media/image724.png"/><Relationship Id="rId169" Type="http://schemas.openxmlformats.org/officeDocument/2006/relationships/customXml" Target="../ink/ink779.xml"/><Relationship Id="rId334" Type="http://schemas.openxmlformats.org/officeDocument/2006/relationships/customXml" Target="../ink/ink862.xml"/><Relationship Id="rId4" Type="http://schemas.openxmlformats.org/officeDocument/2006/relationships/image" Target="../media/image653.png"/><Relationship Id="rId180" Type="http://schemas.openxmlformats.org/officeDocument/2006/relationships/image" Target="../media/image740.png"/><Relationship Id="rId215" Type="http://schemas.openxmlformats.org/officeDocument/2006/relationships/customXml" Target="../ink/ink802.xml"/><Relationship Id="rId236" Type="http://schemas.openxmlformats.org/officeDocument/2006/relationships/image" Target="../media/image768.png"/><Relationship Id="rId257" Type="http://schemas.openxmlformats.org/officeDocument/2006/relationships/customXml" Target="../ink/ink823.xml"/><Relationship Id="rId278" Type="http://schemas.openxmlformats.org/officeDocument/2006/relationships/customXml" Target="../ink/ink834.xml"/><Relationship Id="rId303" Type="http://schemas.openxmlformats.org/officeDocument/2006/relationships/image" Target="../media/image801.png"/><Relationship Id="rId42" Type="http://schemas.openxmlformats.org/officeDocument/2006/relationships/image" Target="../media/image672.png"/><Relationship Id="rId84" Type="http://schemas.openxmlformats.org/officeDocument/2006/relationships/image" Target="../media/image693.png"/><Relationship Id="rId138" Type="http://schemas.openxmlformats.org/officeDocument/2006/relationships/image" Target="../media/image719.png"/><Relationship Id="rId191" Type="http://schemas.openxmlformats.org/officeDocument/2006/relationships/customXml" Target="../ink/ink790.xml"/><Relationship Id="rId205" Type="http://schemas.openxmlformats.org/officeDocument/2006/relationships/customXml" Target="../ink/ink797.xml"/><Relationship Id="rId247" Type="http://schemas.openxmlformats.org/officeDocument/2006/relationships/customXml" Target="../ink/ink818.xml"/><Relationship Id="rId107" Type="http://schemas.openxmlformats.org/officeDocument/2006/relationships/customXml" Target="../ink/ink748.xml"/><Relationship Id="rId289" Type="http://schemas.openxmlformats.org/officeDocument/2006/relationships/image" Target="../media/image794.png"/><Relationship Id="rId11" Type="http://schemas.openxmlformats.org/officeDocument/2006/relationships/customXml" Target="../ink/ink700.xml"/><Relationship Id="rId53" Type="http://schemas.openxmlformats.org/officeDocument/2006/relationships/customXml" Target="../ink/ink721.xml"/><Relationship Id="rId149" Type="http://schemas.openxmlformats.org/officeDocument/2006/relationships/customXml" Target="../ink/ink769.xml"/><Relationship Id="rId314" Type="http://schemas.openxmlformats.org/officeDocument/2006/relationships/customXml" Target="../ink/ink852.xml"/><Relationship Id="rId95" Type="http://schemas.openxmlformats.org/officeDocument/2006/relationships/customXml" Target="../ink/ink742.xml"/><Relationship Id="rId160" Type="http://schemas.openxmlformats.org/officeDocument/2006/relationships/image" Target="../media/image730.png"/><Relationship Id="rId216" Type="http://schemas.openxmlformats.org/officeDocument/2006/relationships/image" Target="../media/image758.png"/><Relationship Id="rId258" Type="http://schemas.openxmlformats.org/officeDocument/2006/relationships/image" Target="../media/image779.png"/><Relationship Id="rId22" Type="http://schemas.openxmlformats.org/officeDocument/2006/relationships/image" Target="../media/image662.png"/><Relationship Id="rId64" Type="http://schemas.openxmlformats.org/officeDocument/2006/relationships/image" Target="../media/image683.png"/><Relationship Id="rId118" Type="http://schemas.openxmlformats.org/officeDocument/2006/relationships/image" Target="../media/image709.png"/><Relationship Id="rId325" Type="http://schemas.openxmlformats.org/officeDocument/2006/relationships/image" Target="../media/image812.png"/><Relationship Id="rId171" Type="http://schemas.openxmlformats.org/officeDocument/2006/relationships/customXml" Target="../ink/ink780.xml"/><Relationship Id="rId227" Type="http://schemas.openxmlformats.org/officeDocument/2006/relationships/customXml" Target="../ink/ink808.xml"/><Relationship Id="rId269" Type="http://schemas.openxmlformats.org/officeDocument/2006/relationships/customXml" Target="../ink/ink829.xml"/><Relationship Id="rId33" Type="http://schemas.openxmlformats.org/officeDocument/2006/relationships/customXml" Target="../ink/ink711.xml"/><Relationship Id="rId129" Type="http://schemas.openxmlformats.org/officeDocument/2006/relationships/customXml" Target="../ink/ink759.xml"/><Relationship Id="rId280" Type="http://schemas.openxmlformats.org/officeDocument/2006/relationships/customXml" Target="../ink/ink835.xml"/><Relationship Id="rId336" Type="http://schemas.openxmlformats.org/officeDocument/2006/relationships/customXml" Target="../ink/ink863.xml"/><Relationship Id="rId75" Type="http://schemas.openxmlformats.org/officeDocument/2006/relationships/customXml" Target="../ink/ink732.xml"/><Relationship Id="rId140" Type="http://schemas.openxmlformats.org/officeDocument/2006/relationships/image" Target="../media/image720.png"/><Relationship Id="rId182" Type="http://schemas.openxmlformats.org/officeDocument/2006/relationships/image" Target="../media/image741.png"/><Relationship Id="rId6" Type="http://schemas.openxmlformats.org/officeDocument/2006/relationships/image" Target="../media/image654.png"/><Relationship Id="rId238" Type="http://schemas.openxmlformats.org/officeDocument/2006/relationships/image" Target="../media/image769.png"/><Relationship Id="rId291" Type="http://schemas.openxmlformats.org/officeDocument/2006/relationships/image" Target="../media/image795.png"/><Relationship Id="rId305" Type="http://schemas.openxmlformats.org/officeDocument/2006/relationships/image" Target="../media/image802.png"/><Relationship Id="rId44" Type="http://schemas.openxmlformats.org/officeDocument/2006/relationships/image" Target="../media/image673.png"/><Relationship Id="rId86" Type="http://schemas.openxmlformats.org/officeDocument/2006/relationships/image" Target="../media/image694.png"/><Relationship Id="rId151" Type="http://schemas.openxmlformats.org/officeDocument/2006/relationships/customXml" Target="../ink/ink770.xml"/><Relationship Id="rId193" Type="http://schemas.openxmlformats.org/officeDocument/2006/relationships/customXml" Target="../ink/ink791.xml"/><Relationship Id="rId207" Type="http://schemas.openxmlformats.org/officeDocument/2006/relationships/customXml" Target="../ink/ink798.xml"/><Relationship Id="rId249" Type="http://schemas.openxmlformats.org/officeDocument/2006/relationships/customXml" Target="../ink/ink819.xml"/><Relationship Id="rId13" Type="http://schemas.openxmlformats.org/officeDocument/2006/relationships/customXml" Target="../ink/ink701.xml"/><Relationship Id="rId109" Type="http://schemas.openxmlformats.org/officeDocument/2006/relationships/customXml" Target="../ink/ink749.xml"/><Relationship Id="rId260" Type="http://schemas.openxmlformats.org/officeDocument/2006/relationships/image" Target="../media/image780.png"/><Relationship Id="rId316" Type="http://schemas.openxmlformats.org/officeDocument/2006/relationships/customXml" Target="../ink/ink853.xml"/><Relationship Id="rId55" Type="http://schemas.openxmlformats.org/officeDocument/2006/relationships/customXml" Target="../ink/ink722.xml"/><Relationship Id="rId97" Type="http://schemas.openxmlformats.org/officeDocument/2006/relationships/customXml" Target="../ink/ink743.xml"/><Relationship Id="rId120" Type="http://schemas.openxmlformats.org/officeDocument/2006/relationships/image" Target="../media/image710.png"/><Relationship Id="rId162" Type="http://schemas.openxmlformats.org/officeDocument/2006/relationships/image" Target="../media/image731.png"/><Relationship Id="rId218" Type="http://schemas.openxmlformats.org/officeDocument/2006/relationships/image" Target="../media/image759.png"/><Relationship Id="rId271" Type="http://schemas.openxmlformats.org/officeDocument/2006/relationships/customXml" Target="../ink/ink830.xml"/><Relationship Id="rId24" Type="http://schemas.openxmlformats.org/officeDocument/2006/relationships/image" Target="../media/image663.png"/><Relationship Id="rId66" Type="http://schemas.openxmlformats.org/officeDocument/2006/relationships/image" Target="../media/image684.png"/><Relationship Id="rId131" Type="http://schemas.openxmlformats.org/officeDocument/2006/relationships/customXml" Target="../ink/ink760.xml"/><Relationship Id="rId327" Type="http://schemas.openxmlformats.org/officeDocument/2006/relationships/image" Target="../media/image813.png"/><Relationship Id="rId173" Type="http://schemas.openxmlformats.org/officeDocument/2006/relationships/customXml" Target="../ink/ink781.xml"/><Relationship Id="rId229" Type="http://schemas.openxmlformats.org/officeDocument/2006/relationships/customXml" Target="../ink/ink809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24.xml"/><Relationship Id="rId21" Type="http://schemas.openxmlformats.org/officeDocument/2006/relationships/customXml" Target="../ink/ink876.xml"/><Relationship Id="rId42" Type="http://schemas.openxmlformats.org/officeDocument/2006/relationships/image" Target="../media/image841.png"/><Relationship Id="rId63" Type="http://schemas.openxmlformats.org/officeDocument/2006/relationships/customXml" Target="../ink/ink897.xml"/><Relationship Id="rId84" Type="http://schemas.openxmlformats.org/officeDocument/2006/relationships/image" Target="../media/image861.png"/><Relationship Id="rId138" Type="http://schemas.openxmlformats.org/officeDocument/2006/relationships/image" Target="../media/image888.png"/><Relationship Id="rId159" Type="http://schemas.openxmlformats.org/officeDocument/2006/relationships/image" Target="../media/image898.png"/><Relationship Id="rId170" Type="http://schemas.openxmlformats.org/officeDocument/2006/relationships/customXml" Target="../ink/ink951.xml"/><Relationship Id="rId191" Type="http://schemas.openxmlformats.org/officeDocument/2006/relationships/image" Target="../media/image914.png"/><Relationship Id="rId205" Type="http://schemas.openxmlformats.org/officeDocument/2006/relationships/image" Target="../media/image921.png"/><Relationship Id="rId226" Type="http://schemas.openxmlformats.org/officeDocument/2006/relationships/customXml" Target="../ink/ink979.xml"/><Relationship Id="rId107" Type="http://schemas.openxmlformats.org/officeDocument/2006/relationships/customXml" Target="../ink/ink919.xml"/><Relationship Id="rId11" Type="http://schemas.openxmlformats.org/officeDocument/2006/relationships/customXml" Target="../ink/ink871.xml"/><Relationship Id="rId32" Type="http://schemas.openxmlformats.org/officeDocument/2006/relationships/image" Target="../media/image836.png"/><Relationship Id="rId53" Type="http://schemas.openxmlformats.org/officeDocument/2006/relationships/customXml" Target="../ink/ink892.xml"/><Relationship Id="rId74" Type="http://schemas.openxmlformats.org/officeDocument/2006/relationships/image" Target="../media/image856.png"/><Relationship Id="rId128" Type="http://schemas.openxmlformats.org/officeDocument/2006/relationships/image" Target="../media/image883.png"/><Relationship Id="rId149" Type="http://schemas.openxmlformats.org/officeDocument/2006/relationships/customXml" Target="../ink/ink940.xml"/><Relationship Id="rId5" Type="http://schemas.openxmlformats.org/officeDocument/2006/relationships/customXml" Target="../ink/ink868.xml"/><Relationship Id="rId95" Type="http://schemas.openxmlformats.org/officeDocument/2006/relationships/customXml" Target="../ink/ink913.xml"/><Relationship Id="rId160" Type="http://schemas.openxmlformats.org/officeDocument/2006/relationships/customXml" Target="../ink/ink946.xml"/><Relationship Id="rId181" Type="http://schemas.openxmlformats.org/officeDocument/2006/relationships/image" Target="../media/image909.png"/><Relationship Id="rId216" Type="http://schemas.openxmlformats.org/officeDocument/2006/relationships/customXml" Target="../ink/ink974.xml"/><Relationship Id="rId237" Type="http://schemas.openxmlformats.org/officeDocument/2006/relationships/image" Target="../media/image937.png"/><Relationship Id="rId22" Type="http://schemas.openxmlformats.org/officeDocument/2006/relationships/image" Target="../media/image831.png"/><Relationship Id="rId43" Type="http://schemas.openxmlformats.org/officeDocument/2006/relationships/customXml" Target="../ink/ink887.xml"/><Relationship Id="rId64" Type="http://schemas.openxmlformats.org/officeDocument/2006/relationships/image" Target="../media/image851.png"/><Relationship Id="rId118" Type="http://schemas.openxmlformats.org/officeDocument/2006/relationships/image" Target="../media/image878.png"/><Relationship Id="rId139" Type="http://schemas.openxmlformats.org/officeDocument/2006/relationships/customXml" Target="../ink/ink935.xml"/><Relationship Id="rId85" Type="http://schemas.openxmlformats.org/officeDocument/2006/relationships/customXml" Target="../ink/ink908.xml"/><Relationship Id="rId150" Type="http://schemas.openxmlformats.org/officeDocument/2006/relationships/image" Target="../media/image894.png"/><Relationship Id="rId171" Type="http://schemas.openxmlformats.org/officeDocument/2006/relationships/image" Target="../media/image904.png"/><Relationship Id="rId192" Type="http://schemas.openxmlformats.org/officeDocument/2006/relationships/customXml" Target="../ink/ink962.xml"/><Relationship Id="rId206" Type="http://schemas.openxmlformats.org/officeDocument/2006/relationships/customXml" Target="../ink/ink969.xml"/><Relationship Id="rId227" Type="http://schemas.openxmlformats.org/officeDocument/2006/relationships/image" Target="../media/image932.png"/><Relationship Id="rId12" Type="http://schemas.openxmlformats.org/officeDocument/2006/relationships/image" Target="../media/image826.png"/><Relationship Id="rId33" Type="http://schemas.openxmlformats.org/officeDocument/2006/relationships/customXml" Target="../ink/ink882.xml"/><Relationship Id="rId108" Type="http://schemas.openxmlformats.org/officeDocument/2006/relationships/image" Target="../media/image873.png"/><Relationship Id="rId129" Type="http://schemas.openxmlformats.org/officeDocument/2006/relationships/customXml" Target="../ink/ink930.xml"/><Relationship Id="rId54" Type="http://schemas.openxmlformats.org/officeDocument/2006/relationships/image" Target="../media/image74.png"/><Relationship Id="rId75" Type="http://schemas.openxmlformats.org/officeDocument/2006/relationships/customXml" Target="../ink/ink903.xml"/><Relationship Id="rId96" Type="http://schemas.openxmlformats.org/officeDocument/2006/relationships/image" Target="../media/image867.png"/><Relationship Id="rId140" Type="http://schemas.openxmlformats.org/officeDocument/2006/relationships/image" Target="../media/image889.png"/><Relationship Id="rId161" Type="http://schemas.openxmlformats.org/officeDocument/2006/relationships/image" Target="../media/image899.png"/><Relationship Id="rId182" Type="http://schemas.openxmlformats.org/officeDocument/2006/relationships/customXml" Target="../ink/ink957.xml"/><Relationship Id="rId217" Type="http://schemas.openxmlformats.org/officeDocument/2006/relationships/image" Target="../media/image927.png"/><Relationship Id="rId6" Type="http://schemas.openxmlformats.org/officeDocument/2006/relationships/image" Target="../media/image823.png"/><Relationship Id="rId238" Type="http://schemas.openxmlformats.org/officeDocument/2006/relationships/customXml" Target="../ink/ink985.xml"/><Relationship Id="rId23" Type="http://schemas.openxmlformats.org/officeDocument/2006/relationships/customXml" Target="../ink/ink877.xml"/><Relationship Id="rId119" Type="http://schemas.openxmlformats.org/officeDocument/2006/relationships/customXml" Target="../ink/ink925.xml"/><Relationship Id="rId44" Type="http://schemas.openxmlformats.org/officeDocument/2006/relationships/image" Target="../media/image842.png"/><Relationship Id="rId65" Type="http://schemas.openxmlformats.org/officeDocument/2006/relationships/customXml" Target="../ink/ink898.xml"/><Relationship Id="rId86" Type="http://schemas.openxmlformats.org/officeDocument/2006/relationships/image" Target="../media/image862.png"/><Relationship Id="rId130" Type="http://schemas.openxmlformats.org/officeDocument/2006/relationships/image" Target="../media/image884.png"/><Relationship Id="rId151" Type="http://schemas.openxmlformats.org/officeDocument/2006/relationships/customXml" Target="../ink/ink941.xml"/><Relationship Id="rId172" Type="http://schemas.openxmlformats.org/officeDocument/2006/relationships/customXml" Target="../ink/ink952.xml"/><Relationship Id="rId193" Type="http://schemas.openxmlformats.org/officeDocument/2006/relationships/image" Target="../media/image915.png"/><Relationship Id="rId207" Type="http://schemas.openxmlformats.org/officeDocument/2006/relationships/image" Target="../media/image922.png"/><Relationship Id="rId228" Type="http://schemas.openxmlformats.org/officeDocument/2006/relationships/customXml" Target="../ink/ink980.xml"/><Relationship Id="rId13" Type="http://schemas.openxmlformats.org/officeDocument/2006/relationships/customXml" Target="../ink/ink872.xml"/><Relationship Id="rId109" Type="http://schemas.openxmlformats.org/officeDocument/2006/relationships/customXml" Target="../ink/ink920.xml"/><Relationship Id="rId34" Type="http://schemas.openxmlformats.org/officeDocument/2006/relationships/image" Target="../media/image837.png"/><Relationship Id="rId55" Type="http://schemas.openxmlformats.org/officeDocument/2006/relationships/customXml" Target="../ink/ink893.xml"/><Relationship Id="rId76" Type="http://schemas.openxmlformats.org/officeDocument/2006/relationships/image" Target="../media/image857.png"/><Relationship Id="rId97" Type="http://schemas.openxmlformats.org/officeDocument/2006/relationships/customXml" Target="../ink/ink914.xml"/><Relationship Id="rId120" Type="http://schemas.openxmlformats.org/officeDocument/2006/relationships/image" Target="../media/image879.png"/><Relationship Id="rId141" Type="http://schemas.openxmlformats.org/officeDocument/2006/relationships/customXml" Target="../ink/ink936.xml"/><Relationship Id="rId7" Type="http://schemas.openxmlformats.org/officeDocument/2006/relationships/customXml" Target="../ink/ink869.xml"/><Relationship Id="rId162" Type="http://schemas.openxmlformats.org/officeDocument/2006/relationships/customXml" Target="../ink/ink947.xml"/><Relationship Id="rId183" Type="http://schemas.openxmlformats.org/officeDocument/2006/relationships/image" Target="../media/image910.png"/><Relationship Id="rId218" Type="http://schemas.openxmlformats.org/officeDocument/2006/relationships/customXml" Target="../ink/ink975.xml"/><Relationship Id="rId239" Type="http://schemas.openxmlformats.org/officeDocument/2006/relationships/image" Target="../media/image938.png"/><Relationship Id="rId24" Type="http://schemas.openxmlformats.org/officeDocument/2006/relationships/image" Target="../media/image832.png"/><Relationship Id="rId45" Type="http://schemas.openxmlformats.org/officeDocument/2006/relationships/customXml" Target="../ink/ink888.xml"/><Relationship Id="rId66" Type="http://schemas.openxmlformats.org/officeDocument/2006/relationships/image" Target="../media/image852.png"/><Relationship Id="rId87" Type="http://schemas.openxmlformats.org/officeDocument/2006/relationships/customXml" Target="../ink/ink909.xml"/><Relationship Id="rId110" Type="http://schemas.openxmlformats.org/officeDocument/2006/relationships/image" Target="../media/image874.png"/><Relationship Id="rId131" Type="http://schemas.openxmlformats.org/officeDocument/2006/relationships/customXml" Target="../ink/ink931.xml"/><Relationship Id="rId152" Type="http://schemas.openxmlformats.org/officeDocument/2006/relationships/customXml" Target="../ink/ink942.xml"/><Relationship Id="rId173" Type="http://schemas.openxmlformats.org/officeDocument/2006/relationships/image" Target="../media/image905.png"/><Relationship Id="rId194" Type="http://schemas.openxmlformats.org/officeDocument/2006/relationships/customXml" Target="../ink/ink963.xml"/><Relationship Id="rId208" Type="http://schemas.openxmlformats.org/officeDocument/2006/relationships/customXml" Target="../ink/ink970.xml"/><Relationship Id="rId229" Type="http://schemas.openxmlformats.org/officeDocument/2006/relationships/image" Target="../media/image933.png"/><Relationship Id="rId240" Type="http://schemas.openxmlformats.org/officeDocument/2006/relationships/customXml" Target="../ink/ink986.xml"/><Relationship Id="rId14" Type="http://schemas.openxmlformats.org/officeDocument/2006/relationships/image" Target="../media/image827.png"/><Relationship Id="rId35" Type="http://schemas.openxmlformats.org/officeDocument/2006/relationships/customXml" Target="../ink/ink883.xml"/><Relationship Id="rId56" Type="http://schemas.openxmlformats.org/officeDocument/2006/relationships/image" Target="../media/image847.png"/><Relationship Id="rId77" Type="http://schemas.openxmlformats.org/officeDocument/2006/relationships/customXml" Target="../ink/ink904.xml"/><Relationship Id="rId100" Type="http://schemas.openxmlformats.org/officeDocument/2006/relationships/image" Target="../media/image869.png"/><Relationship Id="rId8" Type="http://schemas.openxmlformats.org/officeDocument/2006/relationships/image" Target="../media/image824.png"/><Relationship Id="rId98" Type="http://schemas.openxmlformats.org/officeDocument/2006/relationships/image" Target="../media/image868.png"/><Relationship Id="rId121" Type="http://schemas.openxmlformats.org/officeDocument/2006/relationships/customXml" Target="../ink/ink926.xml"/><Relationship Id="rId142" Type="http://schemas.openxmlformats.org/officeDocument/2006/relationships/image" Target="../media/image890.png"/><Relationship Id="rId163" Type="http://schemas.openxmlformats.org/officeDocument/2006/relationships/image" Target="../media/image900.png"/><Relationship Id="rId184" Type="http://schemas.openxmlformats.org/officeDocument/2006/relationships/customXml" Target="../ink/ink958.xml"/><Relationship Id="rId219" Type="http://schemas.openxmlformats.org/officeDocument/2006/relationships/image" Target="../media/image928.png"/><Relationship Id="rId230" Type="http://schemas.openxmlformats.org/officeDocument/2006/relationships/customXml" Target="../ink/ink981.xml"/><Relationship Id="rId25" Type="http://schemas.openxmlformats.org/officeDocument/2006/relationships/customXml" Target="../ink/ink878.xml"/><Relationship Id="rId46" Type="http://schemas.openxmlformats.org/officeDocument/2006/relationships/image" Target="../media/image843.png"/><Relationship Id="rId67" Type="http://schemas.openxmlformats.org/officeDocument/2006/relationships/customXml" Target="../ink/ink899.xml"/><Relationship Id="rId88" Type="http://schemas.openxmlformats.org/officeDocument/2006/relationships/image" Target="../media/image863.png"/><Relationship Id="rId111" Type="http://schemas.openxmlformats.org/officeDocument/2006/relationships/customXml" Target="../ink/ink921.xml"/><Relationship Id="rId132" Type="http://schemas.openxmlformats.org/officeDocument/2006/relationships/image" Target="../media/image885.png"/><Relationship Id="rId153" Type="http://schemas.openxmlformats.org/officeDocument/2006/relationships/image" Target="../media/image895.png"/><Relationship Id="rId174" Type="http://schemas.openxmlformats.org/officeDocument/2006/relationships/customXml" Target="../ink/ink953.xml"/><Relationship Id="rId195" Type="http://schemas.openxmlformats.org/officeDocument/2006/relationships/image" Target="../media/image916.png"/><Relationship Id="rId209" Type="http://schemas.openxmlformats.org/officeDocument/2006/relationships/image" Target="../media/image923.png"/><Relationship Id="rId220" Type="http://schemas.openxmlformats.org/officeDocument/2006/relationships/customXml" Target="../ink/ink976.xml"/><Relationship Id="rId241" Type="http://schemas.openxmlformats.org/officeDocument/2006/relationships/image" Target="../media/image939.png"/><Relationship Id="rId15" Type="http://schemas.openxmlformats.org/officeDocument/2006/relationships/customXml" Target="../ink/ink873.xml"/><Relationship Id="rId36" Type="http://schemas.openxmlformats.org/officeDocument/2006/relationships/image" Target="../media/image838.png"/><Relationship Id="rId57" Type="http://schemas.openxmlformats.org/officeDocument/2006/relationships/customXml" Target="../ink/ink894.xml"/><Relationship Id="rId10" Type="http://schemas.openxmlformats.org/officeDocument/2006/relationships/image" Target="../media/image825.png"/><Relationship Id="rId31" Type="http://schemas.openxmlformats.org/officeDocument/2006/relationships/customXml" Target="../ink/ink881.xml"/><Relationship Id="rId52" Type="http://schemas.openxmlformats.org/officeDocument/2006/relationships/image" Target="../media/image846.png"/><Relationship Id="rId73" Type="http://schemas.openxmlformats.org/officeDocument/2006/relationships/customXml" Target="../ink/ink902.xml"/><Relationship Id="rId78" Type="http://schemas.openxmlformats.org/officeDocument/2006/relationships/image" Target="../media/image858.png"/><Relationship Id="rId94" Type="http://schemas.openxmlformats.org/officeDocument/2006/relationships/image" Target="../media/image866.png"/><Relationship Id="rId99" Type="http://schemas.openxmlformats.org/officeDocument/2006/relationships/customXml" Target="../ink/ink915.xml"/><Relationship Id="rId101" Type="http://schemas.openxmlformats.org/officeDocument/2006/relationships/customXml" Target="../ink/ink916.xml"/><Relationship Id="rId122" Type="http://schemas.openxmlformats.org/officeDocument/2006/relationships/image" Target="../media/image880.png"/><Relationship Id="rId143" Type="http://schemas.openxmlformats.org/officeDocument/2006/relationships/customXml" Target="../ink/ink937.xml"/><Relationship Id="rId148" Type="http://schemas.openxmlformats.org/officeDocument/2006/relationships/image" Target="../media/image893.png"/><Relationship Id="rId164" Type="http://schemas.openxmlformats.org/officeDocument/2006/relationships/customXml" Target="../ink/ink948.xml"/><Relationship Id="rId169" Type="http://schemas.openxmlformats.org/officeDocument/2006/relationships/image" Target="../media/image903.png"/><Relationship Id="rId185" Type="http://schemas.openxmlformats.org/officeDocument/2006/relationships/image" Target="../media/image911.png"/><Relationship Id="rId4" Type="http://schemas.openxmlformats.org/officeDocument/2006/relationships/image" Target="../media/image822.png"/><Relationship Id="rId9" Type="http://schemas.openxmlformats.org/officeDocument/2006/relationships/customXml" Target="../ink/ink870.xml"/><Relationship Id="rId180" Type="http://schemas.openxmlformats.org/officeDocument/2006/relationships/customXml" Target="../ink/ink956.xml"/><Relationship Id="rId210" Type="http://schemas.openxmlformats.org/officeDocument/2006/relationships/customXml" Target="../ink/ink971.xml"/><Relationship Id="rId215" Type="http://schemas.openxmlformats.org/officeDocument/2006/relationships/image" Target="../media/image926.png"/><Relationship Id="rId236" Type="http://schemas.openxmlformats.org/officeDocument/2006/relationships/customXml" Target="../ink/ink984.xml"/><Relationship Id="rId26" Type="http://schemas.openxmlformats.org/officeDocument/2006/relationships/image" Target="../media/image833.png"/><Relationship Id="rId231" Type="http://schemas.openxmlformats.org/officeDocument/2006/relationships/image" Target="../media/image934.png"/><Relationship Id="rId47" Type="http://schemas.openxmlformats.org/officeDocument/2006/relationships/customXml" Target="../ink/ink889.xml"/><Relationship Id="rId68" Type="http://schemas.openxmlformats.org/officeDocument/2006/relationships/image" Target="../media/image853.png"/><Relationship Id="rId89" Type="http://schemas.openxmlformats.org/officeDocument/2006/relationships/customXml" Target="../ink/ink910.xml"/><Relationship Id="rId112" Type="http://schemas.openxmlformats.org/officeDocument/2006/relationships/image" Target="../media/image875.png"/><Relationship Id="rId133" Type="http://schemas.openxmlformats.org/officeDocument/2006/relationships/customXml" Target="../ink/ink932.xml"/><Relationship Id="rId154" Type="http://schemas.openxmlformats.org/officeDocument/2006/relationships/customXml" Target="../ink/ink943.xml"/><Relationship Id="rId175" Type="http://schemas.openxmlformats.org/officeDocument/2006/relationships/image" Target="../media/image906.png"/><Relationship Id="rId196" Type="http://schemas.openxmlformats.org/officeDocument/2006/relationships/customXml" Target="../ink/ink964.xml"/><Relationship Id="rId200" Type="http://schemas.openxmlformats.org/officeDocument/2006/relationships/customXml" Target="../ink/ink966.xml"/><Relationship Id="rId16" Type="http://schemas.openxmlformats.org/officeDocument/2006/relationships/image" Target="../media/image828.png"/><Relationship Id="rId221" Type="http://schemas.openxmlformats.org/officeDocument/2006/relationships/image" Target="../media/image929.png"/><Relationship Id="rId242" Type="http://schemas.openxmlformats.org/officeDocument/2006/relationships/customXml" Target="../ink/ink987.xml"/><Relationship Id="rId37" Type="http://schemas.openxmlformats.org/officeDocument/2006/relationships/customXml" Target="../ink/ink884.xml"/><Relationship Id="rId58" Type="http://schemas.openxmlformats.org/officeDocument/2006/relationships/image" Target="../media/image848.png"/><Relationship Id="rId79" Type="http://schemas.openxmlformats.org/officeDocument/2006/relationships/customXml" Target="../ink/ink905.xml"/><Relationship Id="rId102" Type="http://schemas.openxmlformats.org/officeDocument/2006/relationships/image" Target="../media/image870.png"/><Relationship Id="rId123" Type="http://schemas.openxmlformats.org/officeDocument/2006/relationships/customXml" Target="../ink/ink927.xml"/><Relationship Id="rId144" Type="http://schemas.openxmlformats.org/officeDocument/2006/relationships/image" Target="../media/image891.png"/><Relationship Id="rId90" Type="http://schemas.openxmlformats.org/officeDocument/2006/relationships/image" Target="../media/image864.png"/><Relationship Id="rId165" Type="http://schemas.openxmlformats.org/officeDocument/2006/relationships/image" Target="../media/image901.png"/><Relationship Id="rId186" Type="http://schemas.openxmlformats.org/officeDocument/2006/relationships/customXml" Target="../ink/ink959.xml"/><Relationship Id="rId211" Type="http://schemas.openxmlformats.org/officeDocument/2006/relationships/image" Target="../media/image924.png"/><Relationship Id="rId232" Type="http://schemas.openxmlformats.org/officeDocument/2006/relationships/customXml" Target="../ink/ink982.xml"/><Relationship Id="rId27" Type="http://schemas.openxmlformats.org/officeDocument/2006/relationships/customXml" Target="../ink/ink879.xml"/><Relationship Id="rId48" Type="http://schemas.openxmlformats.org/officeDocument/2006/relationships/image" Target="../media/image844.png"/><Relationship Id="rId69" Type="http://schemas.openxmlformats.org/officeDocument/2006/relationships/customXml" Target="../ink/ink900.xml"/><Relationship Id="rId113" Type="http://schemas.openxmlformats.org/officeDocument/2006/relationships/customXml" Target="../ink/ink922.xml"/><Relationship Id="rId134" Type="http://schemas.openxmlformats.org/officeDocument/2006/relationships/image" Target="../media/image886.png"/><Relationship Id="rId80" Type="http://schemas.openxmlformats.org/officeDocument/2006/relationships/image" Target="../media/image859.png"/><Relationship Id="rId155" Type="http://schemas.openxmlformats.org/officeDocument/2006/relationships/image" Target="../media/image896.png"/><Relationship Id="rId176" Type="http://schemas.openxmlformats.org/officeDocument/2006/relationships/customXml" Target="../ink/ink954.xml"/><Relationship Id="rId197" Type="http://schemas.openxmlformats.org/officeDocument/2006/relationships/image" Target="../media/image917.png"/><Relationship Id="rId201" Type="http://schemas.openxmlformats.org/officeDocument/2006/relationships/image" Target="../media/image919.png"/><Relationship Id="rId222" Type="http://schemas.openxmlformats.org/officeDocument/2006/relationships/customXml" Target="../ink/ink977.xml"/><Relationship Id="rId243" Type="http://schemas.openxmlformats.org/officeDocument/2006/relationships/image" Target="../media/image940.png"/><Relationship Id="rId17" Type="http://schemas.openxmlformats.org/officeDocument/2006/relationships/customXml" Target="../ink/ink874.xml"/><Relationship Id="rId38" Type="http://schemas.openxmlformats.org/officeDocument/2006/relationships/image" Target="../media/image839.png"/><Relationship Id="rId59" Type="http://schemas.openxmlformats.org/officeDocument/2006/relationships/customXml" Target="../ink/ink895.xml"/><Relationship Id="rId103" Type="http://schemas.openxmlformats.org/officeDocument/2006/relationships/customXml" Target="../ink/ink917.xml"/><Relationship Id="rId124" Type="http://schemas.openxmlformats.org/officeDocument/2006/relationships/image" Target="../media/image881.png"/><Relationship Id="rId70" Type="http://schemas.openxmlformats.org/officeDocument/2006/relationships/image" Target="../media/image854.png"/><Relationship Id="rId91" Type="http://schemas.openxmlformats.org/officeDocument/2006/relationships/customXml" Target="../ink/ink911.xml"/><Relationship Id="rId145" Type="http://schemas.openxmlformats.org/officeDocument/2006/relationships/customXml" Target="../ink/ink938.xml"/><Relationship Id="rId166" Type="http://schemas.openxmlformats.org/officeDocument/2006/relationships/customXml" Target="../ink/ink949.xml"/><Relationship Id="rId187" Type="http://schemas.openxmlformats.org/officeDocument/2006/relationships/image" Target="../media/image91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72.xml"/><Relationship Id="rId233" Type="http://schemas.openxmlformats.org/officeDocument/2006/relationships/image" Target="../media/image935.png"/><Relationship Id="rId28" Type="http://schemas.openxmlformats.org/officeDocument/2006/relationships/image" Target="../media/image834.png"/><Relationship Id="rId49" Type="http://schemas.openxmlformats.org/officeDocument/2006/relationships/customXml" Target="../ink/ink890.xml"/><Relationship Id="rId114" Type="http://schemas.openxmlformats.org/officeDocument/2006/relationships/image" Target="../media/image876.png"/><Relationship Id="rId60" Type="http://schemas.openxmlformats.org/officeDocument/2006/relationships/image" Target="../media/image849.png"/><Relationship Id="rId81" Type="http://schemas.openxmlformats.org/officeDocument/2006/relationships/customXml" Target="../ink/ink906.xml"/><Relationship Id="rId135" Type="http://schemas.openxmlformats.org/officeDocument/2006/relationships/customXml" Target="../ink/ink933.xml"/><Relationship Id="rId156" Type="http://schemas.openxmlformats.org/officeDocument/2006/relationships/customXml" Target="../ink/ink944.xml"/><Relationship Id="rId177" Type="http://schemas.openxmlformats.org/officeDocument/2006/relationships/image" Target="../media/image907.png"/><Relationship Id="rId198" Type="http://schemas.openxmlformats.org/officeDocument/2006/relationships/customXml" Target="../ink/ink965.xml"/><Relationship Id="rId202" Type="http://schemas.openxmlformats.org/officeDocument/2006/relationships/customXml" Target="../ink/ink967.xml"/><Relationship Id="rId223" Type="http://schemas.openxmlformats.org/officeDocument/2006/relationships/image" Target="../media/image930.png"/><Relationship Id="rId244" Type="http://schemas.openxmlformats.org/officeDocument/2006/relationships/customXml" Target="../ink/ink988.xml"/><Relationship Id="rId18" Type="http://schemas.openxmlformats.org/officeDocument/2006/relationships/image" Target="../media/image829.png"/><Relationship Id="rId39" Type="http://schemas.openxmlformats.org/officeDocument/2006/relationships/customXml" Target="../ink/ink885.xml"/><Relationship Id="rId50" Type="http://schemas.openxmlformats.org/officeDocument/2006/relationships/image" Target="../media/image845.png"/><Relationship Id="rId104" Type="http://schemas.openxmlformats.org/officeDocument/2006/relationships/image" Target="../media/image871.png"/><Relationship Id="rId125" Type="http://schemas.openxmlformats.org/officeDocument/2006/relationships/customXml" Target="../ink/ink928.xml"/><Relationship Id="rId146" Type="http://schemas.openxmlformats.org/officeDocument/2006/relationships/image" Target="../media/image892.png"/><Relationship Id="rId167" Type="http://schemas.openxmlformats.org/officeDocument/2006/relationships/image" Target="../media/image902.png"/><Relationship Id="rId188" Type="http://schemas.openxmlformats.org/officeDocument/2006/relationships/customXml" Target="../ink/ink960.xml"/><Relationship Id="rId71" Type="http://schemas.openxmlformats.org/officeDocument/2006/relationships/customXml" Target="../ink/ink901.xml"/><Relationship Id="rId92" Type="http://schemas.openxmlformats.org/officeDocument/2006/relationships/image" Target="../media/image865.png"/><Relationship Id="rId213" Type="http://schemas.openxmlformats.org/officeDocument/2006/relationships/image" Target="../media/image925.png"/><Relationship Id="rId234" Type="http://schemas.openxmlformats.org/officeDocument/2006/relationships/customXml" Target="../ink/ink983.xml"/><Relationship Id="rId2" Type="http://schemas.openxmlformats.org/officeDocument/2006/relationships/image" Target="../media/image4100.png"/><Relationship Id="rId29" Type="http://schemas.openxmlformats.org/officeDocument/2006/relationships/customXml" Target="../ink/ink880.xml"/><Relationship Id="rId40" Type="http://schemas.openxmlformats.org/officeDocument/2006/relationships/image" Target="../media/image840.png"/><Relationship Id="rId115" Type="http://schemas.openxmlformats.org/officeDocument/2006/relationships/customXml" Target="../ink/ink923.xml"/><Relationship Id="rId136" Type="http://schemas.openxmlformats.org/officeDocument/2006/relationships/image" Target="../media/image887.png"/><Relationship Id="rId157" Type="http://schemas.openxmlformats.org/officeDocument/2006/relationships/image" Target="../media/image897.png"/><Relationship Id="rId178" Type="http://schemas.openxmlformats.org/officeDocument/2006/relationships/customXml" Target="../ink/ink955.xml"/><Relationship Id="rId61" Type="http://schemas.openxmlformats.org/officeDocument/2006/relationships/customXml" Target="../ink/ink896.xml"/><Relationship Id="rId82" Type="http://schemas.openxmlformats.org/officeDocument/2006/relationships/image" Target="../media/image860.png"/><Relationship Id="rId199" Type="http://schemas.openxmlformats.org/officeDocument/2006/relationships/image" Target="../media/image918.png"/><Relationship Id="rId203" Type="http://schemas.openxmlformats.org/officeDocument/2006/relationships/image" Target="../media/image920.png"/><Relationship Id="rId19" Type="http://schemas.openxmlformats.org/officeDocument/2006/relationships/customXml" Target="../ink/ink875.xml"/><Relationship Id="rId224" Type="http://schemas.openxmlformats.org/officeDocument/2006/relationships/customXml" Target="../ink/ink978.xml"/><Relationship Id="rId245" Type="http://schemas.openxmlformats.org/officeDocument/2006/relationships/image" Target="../media/image941.png"/><Relationship Id="rId30" Type="http://schemas.openxmlformats.org/officeDocument/2006/relationships/image" Target="../media/image835.png"/><Relationship Id="rId105" Type="http://schemas.openxmlformats.org/officeDocument/2006/relationships/customXml" Target="../ink/ink918.xml"/><Relationship Id="rId126" Type="http://schemas.openxmlformats.org/officeDocument/2006/relationships/image" Target="../media/image882.png"/><Relationship Id="rId147" Type="http://schemas.openxmlformats.org/officeDocument/2006/relationships/customXml" Target="../ink/ink939.xml"/><Relationship Id="rId168" Type="http://schemas.openxmlformats.org/officeDocument/2006/relationships/customXml" Target="../ink/ink950.xml"/><Relationship Id="rId51" Type="http://schemas.openxmlformats.org/officeDocument/2006/relationships/customXml" Target="../ink/ink891.xml"/><Relationship Id="rId72" Type="http://schemas.openxmlformats.org/officeDocument/2006/relationships/image" Target="../media/image855.png"/><Relationship Id="rId93" Type="http://schemas.openxmlformats.org/officeDocument/2006/relationships/customXml" Target="../ink/ink912.xml"/><Relationship Id="rId189" Type="http://schemas.openxmlformats.org/officeDocument/2006/relationships/image" Target="../media/image913.png"/><Relationship Id="rId3" Type="http://schemas.openxmlformats.org/officeDocument/2006/relationships/customXml" Target="../ink/ink867.xml"/><Relationship Id="rId214" Type="http://schemas.openxmlformats.org/officeDocument/2006/relationships/customXml" Target="../ink/ink973.xml"/><Relationship Id="rId235" Type="http://schemas.openxmlformats.org/officeDocument/2006/relationships/image" Target="../media/image936.png"/><Relationship Id="rId116" Type="http://schemas.openxmlformats.org/officeDocument/2006/relationships/image" Target="../media/image877.png"/><Relationship Id="rId137" Type="http://schemas.openxmlformats.org/officeDocument/2006/relationships/customXml" Target="../ink/ink934.xml"/><Relationship Id="rId158" Type="http://schemas.openxmlformats.org/officeDocument/2006/relationships/customXml" Target="../ink/ink945.xml"/><Relationship Id="rId20" Type="http://schemas.openxmlformats.org/officeDocument/2006/relationships/image" Target="../media/image830.png"/><Relationship Id="rId41" Type="http://schemas.openxmlformats.org/officeDocument/2006/relationships/customXml" Target="../ink/ink886.xml"/><Relationship Id="rId62" Type="http://schemas.openxmlformats.org/officeDocument/2006/relationships/image" Target="../media/image850.png"/><Relationship Id="rId83" Type="http://schemas.openxmlformats.org/officeDocument/2006/relationships/customXml" Target="../ink/ink907.xml"/><Relationship Id="rId179" Type="http://schemas.openxmlformats.org/officeDocument/2006/relationships/image" Target="../media/image908.png"/><Relationship Id="rId190" Type="http://schemas.openxmlformats.org/officeDocument/2006/relationships/customXml" Target="../ink/ink961.xml"/><Relationship Id="rId204" Type="http://schemas.openxmlformats.org/officeDocument/2006/relationships/customXml" Target="../ink/ink968.xml"/><Relationship Id="rId225" Type="http://schemas.openxmlformats.org/officeDocument/2006/relationships/image" Target="../media/image931.png"/><Relationship Id="rId106" Type="http://schemas.openxmlformats.org/officeDocument/2006/relationships/image" Target="../media/image872.png"/><Relationship Id="rId127" Type="http://schemas.openxmlformats.org/officeDocument/2006/relationships/customXml" Target="../ink/ink92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5.png"/><Relationship Id="rId13" Type="http://schemas.openxmlformats.org/officeDocument/2006/relationships/customXml" Target="../ink/ink994.xml"/><Relationship Id="rId18" Type="http://schemas.openxmlformats.org/officeDocument/2006/relationships/image" Target="../media/image950.png"/><Relationship Id="rId26" Type="http://schemas.openxmlformats.org/officeDocument/2006/relationships/image" Target="../media/image954.png"/><Relationship Id="rId3" Type="http://schemas.openxmlformats.org/officeDocument/2006/relationships/customXml" Target="../ink/ink989.xml"/><Relationship Id="rId21" Type="http://schemas.openxmlformats.org/officeDocument/2006/relationships/customXml" Target="../ink/ink998.xml"/><Relationship Id="rId7" Type="http://schemas.openxmlformats.org/officeDocument/2006/relationships/customXml" Target="../ink/ink991.xml"/><Relationship Id="rId12" Type="http://schemas.openxmlformats.org/officeDocument/2006/relationships/image" Target="../media/image947.png"/><Relationship Id="rId17" Type="http://schemas.openxmlformats.org/officeDocument/2006/relationships/customXml" Target="../ink/ink996.xml"/><Relationship Id="rId25" Type="http://schemas.openxmlformats.org/officeDocument/2006/relationships/customXml" Target="../ink/ink1000.xml"/><Relationship Id="rId2" Type="http://schemas.openxmlformats.org/officeDocument/2006/relationships/image" Target="../media/image942.png"/><Relationship Id="rId16" Type="http://schemas.openxmlformats.org/officeDocument/2006/relationships/image" Target="../media/image949.png"/><Relationship Id="rId20" Type="http://schemas.openxmlformats.org/officeDocument/2006/relationships/image" Target="../media/image9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44.png"/><Relationship Id="rId11" Type="http://schemas.openxmlformats.org/officeDocument/2006/relationships/customXml" Target="../ink/ink993.xml"/><Relationship Id="rId24" Type="http://schemas.openxmlformats.org/officeDocument/2006/relationships/image" Target="../media/image953.png"/><Relationship Id="rId5" Type="http://schemas.openxmlformats.org/officeDocument/2006/relationships/customXml" Target="../ink/ink990.xml"/><Relationship Id="rId15" Type="http://schemas.openxmlformats.org/officeDocument/2006/relationships/customXml" Target="../ink/ink995.xml"/><Relationship Id="rId23" Type="http://schemas.openxmlformats.org/officeDocument/2006/relationships/customXml" Target="../ink/ink999.xml"/><Relationship Id="rId28" Type="http://schemas.openxmlformats.org/officeDocument/2006/relationships/image" Target="../media/image955.png"/><Relationship Id="rId10" Type="http://schemas.openxmlformats.org/officeDocument/2006/relationships/image" Target="../media/image946.png"/><Relationship Id="rId19" Type="http://schemas.openxmlformats.org/officeDocument/2006/relationships/customXml" Target="../ink/ink997.xml"/><Relationship Id="rId4" Type="http://schemas.openxmlformats.org/officeDocument/2006/relationships/image" Target="../media/image943.png"/><Relationship Id="rId9" Type="http://schemas.openxmlformats.org/officeDocument/2006/relationships/customXml" Target="../ink/ink992.xml"/><Relationship Id="rId14" Type="http://schemas.openxmlformats.org/officeDocument/2006/relationships/image" Target="../media/image948.png"/><Relationship Id="rId22" Type="http://schemas.openxmlformats.org/officeDocument/2006/relationships/image" Target="../media/image952.png"/><Relationship Id="rId27" Type="http://schemas.openxmlformats.org/officeDocument/2006/relationships/customXml" Target="../ink/ink100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9.png"/><Relationship Id="rId13" Type="http://schemas.openxmlformats.org/officeDocument/2006/relationships/customXml" Target="../ink/ink1007.xml"/><Relationship Id="rId3" Type="http://schemas.openxmlformats.org/officeDocument/2006/relationships/customXml" Target="../ink/ink1002.xml"/><Relationship Id="rId7" Type="http://schemas.openxmlformats.org/officeDocument/2006/relationships/customXml" Target="../ink/ink1004.xml"/><Relationship Id="rId12" Type="http://schemas.openxmlformats.org/officeDocument/2006/relationships/image" Target="../media/image961.png"/><Relationship Id="rId2" Type="http://schemas.openxmlformats.org/officeDocument/2006/relationships/image" Target="../media/image956.png"/><Relationship Id="rId16" Type="http://schemas.openxmlformats.org/officeDocument/2006/relationships/image" Target="../media/image96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58.png"/><Relationship Id="rId11" Type="http://schemas.openxmlformats.org/officeDocument/2006/relationships/customXml" Target="../ink/ink1006.xml"/><Relationship Id="rId5" Type="http://schemas.openxmlformats.org/officeDocument/2006/relationships/customXml" Target="../ink/ink1003.xml"/><Relationship Id="rId15" Type="http://schemas.openxmlformats.org/officeDocument/2006/relationships/customXml" Target="../ink/ink1008.xml"/><Relationship Id="rId10" Type="http://schemas.openxmlformats.org/officeDocument/2006/relationships/image" Target="../media/image960.png"/><Relationship Id="rId4" Type="http://schemas.openxmlformats.org/officeDocument/2006/relationships/image" Target="../media/image957.png"/><Relationship Id="rId9" Type="http://schemas.openxmlformats.org/officeDocument/2006/relationships/customXml" Target="../ink/ink1005.xml"/><Relationship Id="rId14" Type="http://schemas.openxmlformats.org/officeDocument/2006/relationships/image" Target="../media/image962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67.xml"/><Relationship Id="rId21" Type="http://schemas.openxmlformats.org/officeDocument/2006/relationships/image" Target="../media/image972.png"/><Relationship Id="rId42" Type="http://schemas.openxmlformats.org/officeDocument/2006/relationships/customXml" Target="../ink/ink1029.xml"/><Relationship Id="rId63" Type="http://schemas.openxmlformats.org/officeDocument/2006/relationships/customXml" Target="../ink/ink1040.xml"/><Relationship Id="rId84" Type="http://schemas.openxmlformats.org/officeDocument/2006/relationships/image" Target="../media/image1002.png"/><Relationship Id="rId138" Type="http://schemas.openxmlformats.org/officeDocument/2006/relationships/image" Target="../media/image1029.png"/><Relationship Id="rId159" Type="http://schemas.openxmlformats.org/officeDocument/2006/relationships/customXml" Target="../ink/ink1088.xml"/><Relationship Id="rId170" Type="http://schemas.openxmlformats.org/officeDocument/2006/relationships/image" Target="../media/image1045.png"/><Relationship Id="rId191" Type="http://schemas.openxmlformats.org/officeDocument/2006/relationships/customXml" Target="../ink/ink1104.xml"/><Relationship Id="rId205" Type="http://schemas.openxmlformats.org/officeDocument/2006/relationships/customXml" Target="../ink/ink1111.xml"/><Relationship Id="rId226" Type="http://schemas.openxmlformats.org/officeDocument/2006/relationships/customXml" Target="../ink/ink1122.xml"/><Relationship Id="rId247" Type="http://schemas.openxmlformats.org/officeDocument/2006/relationships/image" Target="../media/image1083.png"/><Relationship Id="rId107" Type="http://schemas.openxmlformats.org/officeDocument/2006/relationships/customXml" Target="../ink/ink1062.xml"/><Relationship Id="rId11" Type="http://schemas.openxmlformats.org/officeDocument/2006/relationships/image" Target="../media/image967.png"/><Relationship Id="rId32" Type="http://schemas.openxmlformats.org/officeDocument/2006/relationships/customXml" Target="../ink/ink1024.xml"/><Relationship Id="rId53" Type="http://schemas.openxmlformats.org/officeDocument/2006/relationships/image" Target="../media/image863.png"/><Relationship Id="rId74" Type="http://schemas.openxmlformats.org/officeDocument/2006/relationships/image" Target="../media/image997.png"/><Relationship Id="rId128" Type="http://schemas.openxmlformats.org/officeDocument/2006/relationships/image" Target="../media/image1024.png"/><Relationship Id="rId149" Type="http://schemas.openxmlformats.org/officeDocument/2006/relationships/customXml" Target="../ink/ink1083.xml"/><Relationship Id="rId5" Type="http://schemas.openxmlformats.org/officeDocument/2006/relationships/image" Target="../media/image965.png"/><Relationship Id="rId95" Type="http://schemas.openxmlformats.org/officeDocument/2006/relationships/customXml" Target="../ink/ink1056.xml"/><Relationship Id="rId160" Type="http://schemas.openxmlformats.org/officeDocument/2006/relationships/image" Target="../media/image1040.png"/><Relationship Id="rId181" Type="http://schemas.openxmlformats.org/officeDocument/2006/relationships/customXml" Target="../ink/ink1099.xml"/><Relationship Id="rId216" Type="http://schemas.openxmlformats.org/officeDocument/2006/relationships/image" Target="../media/image1068.png"/><Relationship Id="rId237" Type="http://schemas.openxmlformats.org/officeDocument/2006/relationships/image" Target="../media/image1078.png"/><Relationship Id="rId22" Type="http://schemas.openxmlformats.org/officeDocument/2006/relationships/customXml" Target="../ink/ink1019.xml"/><Relationship Id="rId43" Type="http://schemas.openxmlformats.org/officeDocument/2006/relationships/image" Target="../media/image983.png"/><Relationship Id="rId64" Type="http://schemas.openxmlformats.org/officeDocument/2006/relationships/image" Target="../media/image992.png"/><Relationship Id="rId118" Type="http://schemas.openxmlformats.org/officeDocument/2006/relationships/image" Target="../media/image1019.png"/><Relationship Id="rId139" Type="http://schemas.openxmlformats.org/officeDocument/2006/relationships/customXml" Target="../ink/ink1078.xml"/><Relationship Id="rId85" Type="http://schemas.openxmlformats.org/officeDocument/2006/relationships/customXml" Target="../ink/ink1051.xml"/><Relationship Id="rId150" Type="http://schemas.openxmlformats.org/officeDocument/2006/relationships/image" Target="../media/image1035.png"/><Relationship Id="rId171" Type="http://schemas.openxmlformats.org/officeDocument/2006/relationships/customXml" Target="../ink/ink1094.xml"/><Relationship Id="rId192" Type="http://schemas.openxmlformats.org/officeDocument/2006/relationships/image" Target="../media/image1056.png"/><Relationship Id="rId206" Type="http://schemas.openxmlformats.org/officeDocument/2006/relationships/image" Target="../media/image1063.png"/><Relationship Id="rId227" Type="http://schemas.openxmlformats.org/officeDocument/2006/relationships/image" Target="../media/image1073.png"/><Relationship Id="rId248" Type="http://schemas.openxmlformats.org/officeDocument/2006/relationships/customXml" Target="../ink/ink1133.xml"/><Relationship Id="rId12" Type="http://schemas.openxmlformats.org/officeDocument/2006/relationships/customXml" Target="../ink/ink1014.xml"/><Relationship Id="rId33" Type="http://schemas.openxmlformats.org/officeDocument/2006/relationships/image" Target="../media/image978.png"/><Relationship Id="rId108" Type="http://schemas.openxmlformats.org/officeDocument/2006/relationships/image" Target="../media/image1014.png"/><Relationship Id="rId129" Type="http://schemas.openxmlformats.org/officeDocument/2006/relationships/customXml" Target="../ink/ink1073.xml"/><Relationship Id="rId54" Type="http://schemas.openxmlformats.org/officeDocument/2006/relationships/customXml" Target="../ink/ink1035.xml"/><Relationship Id="rId75" Type="http://schemas.openxmlformats.org/officeDocument/2006/relationships/customXml" Target="../ink/ink1046.xml"/><Relationship Id="rId96" Type="http://schemas.openxmlformats.org/officeDocument/2006/relationships/image" Target="../media/image1008.png"/><Relationship Id="rId140" Type="http://schemas.openxmlformats.org/officeDocument/2006/relationships/image" Target="../media/image1030.png"/><Relationship Id="rId161" Type="http://schemas.openxmlformats.org/officeDocument/2006/relationships/customXml" Target="../ink/ink1089.xml"/><Relationship Id="rId182" Type="http://schemas.openxmlformats.org/officeDocument/2006/relationships/image" Target="../media/image1051.png"/><Relationship Id="rId217" Type="http://schemas.openxmlformats.org/officeDocument/2006/relationships/customXml" Target="../ink/ink1117.xml"/><Relationship Id="rId6" Type="http://schemas.openxmlformats.org/officeDocument/2006/relationships/customXml" Target="../ink/ink1011.xml"/><Relationship Id="rId238" Type="http://schemas.openxmlformats.org/officeDocument/2006/relationships/customXml" Target="../ink/ink1128.xml"/><Relationship Id="rId23" Type="http://schemas.openxmlformats.org/officeDocument/2006/relationships/image" Target="../media/image973.png"/><Relationship Id="rId119" Type="http://schemas.openxmlformats.org/officeDocument/2006/relationships/customXml" Target="../ink/ink1068.xml"/><Relationship Id="rId44" Type="http://schemas.openxmlformats.org/officeDocument/2006/relationships/customXml" Target="../ink/ink1030.xml"/><Relationship Id="rId65" Type="http://schemas.openxmlformats.org/officeDocument/2006/relationships/customXml" Target="../ink/ink1041.xml"/><Relationship Id="rId86" Type="http://schemas.openxmlformats.org/officeDocument/2006/relationships/image" Target="../media/image1003.png"/><Relationship Id="rId130" Type="http://schemas.openxmlformats.org/officeDocument/2006/relationships/image" Target="../media/image1025.png"/><Relationship Id="rId151" Type="http://schemas.openxmlformats.org/officeDocument/2006/relationships/customXml" Target="../ink/ink1084.xml"/><Relationship Id="rId172" Type="http://schemas.openxmlformats.org/officeDocument/2006/relationships/image" Target="../media/image1046.png"/><Relationship Id="rId193" Type="http://schemas.openxmlformats.org/officeDocument/2006/relationships/customXml" Target="../ink/ink1105.xml"/><Relationship Id="rId207" Type="http://schemas.openxmlformats.org/officeDocument/2006/relationships/customXml" Target="../ink/ink1112.xml"/><Relationship Id="rId228" Type="http://schemas.openxmlformats.org/officeDocument/2006/relationships/customXml" Target="../ink/ink1123.xml"/><Relationship Id="rId249" Type="http://schemas.openxmlformats.org/officeDocument/2006/relationships/image" Target="../media/image1084.png"/><Relationship Id="rId13" Type="http://schemas.openxmlformats.org/officeDocument/2006/relationships/image" Target="../media/image968.png"/><Relationship Id="rId109" Type="http://schemas.openxmlformats.org/officeDocument/2006/relationships/customXml" Target="../ink/ink1063.xml"/><Relationship Id="rId34" Type="http://schemas.openxmlformats.org/officeDocument/2006/relationships/customXml" Target="../ink/ink1025.xml"/><Relationship Id="rId55" Type="http://schemas.openxmlformats.org/officeDocument/2006/relationships/customXml" Target="../ink/ink1036.xml"/><Relationship Id="rId76" Type="http://schemas.openxmlformats.org/officeDocument/2006/relationships/image" Target="../media/image998.png"/><Relationship Id="rId97" Type="http://schemas.openxmlformats.org/officeDocument/2006/relationships/customXml" Target="../ink/ink1057.xml"/><Relationship Id="rId120" Type="http://schemas.openxmlformats.org/officeDocument/2006/relationships/image" Target="../media/image1020.png"/><Relationship Id="rId141" Type="http://schemas.openxmlformats.org/officeDocument/2006/relationships/customXml" Target="../ink/ink1079.xml"/><Relationship Id="rId7" Type="http://schemas.openxmlformats.org/officeDocument/2006/relationships/image" Target="../media/image74.png"/><Relationship Id="rId162" Type="http://schemas.openxmlformats.org/officeDocument/2006/relationships/image" Target="../media/image1041.png"/><Relationship Id="rId183" Type="http://schemas.openxmlformats.org/officeDocument/2006/relationships/customXml" Target="../ink/ink1100.xml"/><Relationship Id="rId218" Type="http://schemas.openxmlformats.org/officeDocument/2006/relationships/image" Target="../media/image1069.png"/><Relationship Id="rId239" Type="http://schemas.openxmlformats.org/officeDocument/2006/relationships/image" Target="../media/image1079.png"/><Relationship Id="rId24" Type="http://schemas.openxmlformats.org/officeDocument/2006/relationships/customXml" Target="../ink/ink1020.xml"/><Relationship Id="rId45" Type="http://schemas.openxmlformats.org/officeDocument/2006/relationships/image" Target="../media/image984.png"/><Relationship Id="rId66" Type="http://schemas.openxmlformats.org/officeDocument/2006/relationships/image" Target="../media/image993.png"/><Relationship Id="rId87" Type="http://schemas.openxmlformats.org/officeDocument/2006/relationships/customXml" Target="../ink/ink1052.xml"/><Relationship Id="rId110" Type="http://schemas.openxmlformats.org/officeDocument/2006/relationships/image" Target="../media/image1015.png"/><Relationship Id="rId131" Type="http://schemas.openxmlformats.org/officeDocument/2006/relationships/customXml" Target="../ink/ink1074.xml"/><Relationship Id="rId152" Type="http://schemas.openxmlformats.org/officeDocument/2006/relationships/image" Target="../media/image1036.png"/><Relationship Id="rId173" Type="http://schemas.openxmlformats.org/officeDocument/2006/relationships/customXml" Target="../ink/ink1095.xml"/><Relationship Id="rId194" Type="http://schemas.openxmlformats.org/officeDocument/2006/relationships/image" Target="../media/image1057.png"/><Relationship Id="rId208" Type="http://schemas.openxmlformats.org/officeDocument/2006/relationships/image" Target="../media/image1064.png"/><Relationship Id="rId229" Type="http://schemas.openxmlformats.org/officeDocument/2006/relationships/image" Target="../media/image1074.png"/><Relationship Id="rId240" Type="http://schemas.openxmlformats.org/officeDocument/2006/relationships/customXml" Target="../ink/ink1129.xml"/><Relationship Id="rId14" Type="http://schemas.openxmlformats.org/officeDocument/2006/relationships/customXml" Target="../ink/ink1015.xml"/><Relationship Id="rId35" Type="http://schemas.openxmlformats.org/officeDocument/2006/relationships/image" Target="../media/image979.png"/><Relationship Id="rId56" Type="http://schemas.openxmlformats.org/officeDocument/2006/relationships/image" Target="../media/image988.png"/><Relationship Id="rId77" Type="http://schemas.openxmlformats.org/officeDocument/2006/relationships/customXml" Target="../ink/ink1047.xml"/><Relationship Id="rId100" Type="http://schemas.openxmlformats.org/officeDocument/2006/relationships/image" Target="../media/image1010.png"/><Relationship Id="rId8" Type="http://schemas.openxmlformats.org/officeDocument/2006/relationships/customXml" Target="../ink/ink1012.xml"/><Relationship Id="rId98" Type="http://schemas.openxmlformats.org/officeDocument/2006/relationships/image" Target="../media/image1009.png"/><Relationship Id="rId121" Type="http://schemas.openxmlformats.org/officeDocument/2006/relationships/customXml" Target="../ink/ink1069.xml"/><Relationship Id="rId142" Type="http://schemas.openxmlformats.org/officeDocument/2006/relationships/image" Target="../media/image1031.png"/><Relationship Id="rId163" Type="http://schemas.openxmlformats.org/officeDocument/2006/relationships/customXml" Target="../ink/ink1090.xml"/><Relationship Id="rId184" Type="http://schemas.openxmlformats.org/officeDocument/2006/relationships/image" Target="../media/image1052.png"/><Relationship Id="rId219" Type="http://schemas.openxmlformats.org/officeDocument/2006/relationships/customXml" Target="../ink/ink1118.xml"/><Relationship Id="rId230" Type="http://schemas.openxmlformats.org/officeDocument/2006/relationships/customXml" Target="../ink/ink1124.xml"/><Relationship Id="rId25" Type="http://schemas.openxmlformats.org/officeDocument/2006/relationships/image" Target="../media/image974.png"/><Relationship Id="rId46" Type="http://schemas.openxmlformats.org/officeDocument/2006/relationships/customXml" Target="../ink/ink1031.xml"/><Relationship Id="rId67" Type="http://schemas.openxmlformats.org/officeDocument/2006/relationships/customXml" Target="../ink/ink1042.xml"/><Relationship Id="rId88" Type="http://schemas.openxmlformats.org/officeDocument/2006/relationships/image" Target="../media/image1004.png"/><Relationship Id="rId111" Type="http://schemas.openxmlformats.org/officeDocument/2006/relationships/customXml" Target="../ink/ink1064.xml"/><Relationship Id="rId132" Type="http://schemas.openxmlformats.org/officeDocument/2006/relationships/image" Target="../media/image1026.png"/><Relationship Id="rId153" Type="http://schemas.openxmlformats.org/officeDocument/2006/relationships/customXml" Target="../ink/ink1085.xml"/><Relationship Id="rId174" Type="http://schemas.openxmlformats.org/officeDocument/2006/relationships/image" Target="../media/image1047.png"/><Relationship Id="rId195" Type="http://schemas.openxmlformats.org/officeDocument/2006/relationships/customXml" Target="../ink/ink1106.xml"/><Relationship Id="rId209" Type="http://schemas.openxmlformats.org/officeDocument/2006/relationships/customXml" Target="../ink/ink1113.xml"/><Relationship Id="rId220" Type="http://schemas.openxmlformats.org/officeDocument/2006/relationships/image" Target="../media/image1070.png"/><Relationship Id="rId241" Type="http://schemas.openxmlformats.org/officeDocument/2006/relationships/image" Target="../media/image1080.png"/><Relationship Id="rId15" Type="http://schemas.openxmlformats.org/officeDocument/2006/relationships/image" Target="../media/image969.png"/><Relationship Id="rId36" Type="http://schemas.openxmlformats.org/officeDocument/2006/relationships/customXml" Target="../ink/ink1026.xml"/><Relationship Id="rId57" Type="http://schemas.openxmlformats.org/officeDocument/2006/relationships/customXml" Target="../ink/ink1037.xml"/><Relationship Id="rId78" Type="http://schemas.openxmlformats.org/officeDocument/2006/relationships/image" Target="../media/image999.png"/><Relationship Id="rId99" Type="http://schemas.openxmlformats.org/officeDocument/2006/relationships/customXml" Target="../ink/ink1058.xml"/><Relationship Id="rId101" Type="http://schemas.openxmlformats.org/officeDocument/2006/relationships/customXml" Target="../ink/ink1059.xml"/><Relationship Id="rId122" Type="http://schemas.openxmlformats.org/officeDocument/2006/relationships/image" Target="../media/image1021.png"/><Relationship Id="rId143" Type="http://schemas.openxmlformats.org/officeDocument/2006/relationships/customXml" Target="../ink/ink1080.xml"/><Relationship Id="rId164" Type="http://schemas.openxmlformats.org/officeDocument/2006/relationships/image" Target="../media/image1042.png"/><Relationship Id="rId185" Type="http://schemas.openxmlformats.org/officeDocument/2006/relationships/customXml" Target="../ink/ink1101.xml"/><Relationship Id="rId4" Type="http://schemas.openxmlformats.org/officeDocument/2006/relationships/customXml" Target="../ink/ink1010.xml"/><Relationship Id="rId9" Type="http://schemas.openxmlformats.org/officeDocument/2006/relationships/image" Target="../media/image966.png"/><Relationship Id="rId180" Type="http://schemas.openxmlformats.org/officeDocument/2006/relationships/image" Target="../media/image1050.png"/><Relationship Id="rId210" Type="http://schemas.openxmlformats.org/officeDocument/2006/relationships/image" Target="../media/image1065.png"/><Relationship Id="rId215" Type="http://schemas.openxmlformats.org/officeDocument/2006/relationships/customXml" Target="../ink/ink1116.xml"/><Relationship Id="rId236" Type="http://schemas.openxmlformats.org/officeDocument/2006/relationships/customXml" Target="../ink/ink1127.xml"/><Relationship Id="rId26" Type="http://schemas.openxmlformats.org/officeDocument/2006/relationships/customXml" Target="../ink/ink1021.xml"/><Relationship Id="rId231" Type="http://schemas.openxmlformats.org/officeDocument/2006/relationships/image" Target="../media/image1075.png"/><Relationship Id="rId47" Type="http://schemas.openxmlformats.org/officeDocument/2006/relationships/image" Target="../media/image985.png"/><Relationship Id="rId68" Type="http://schemas.openxmlformats.org/officeDocument/2006/relationships/image" Target="../media/image994.png"/><Relationship Id="rId89" Type="http://schemas.openxmlformats.org/officeDocument/2006/relationships/customXml" Target="../ink/ink1053.xml"/><Relationship Id="rId112" Type="http://schemas.openxmlformats.org/officeDocument/2006/relationships/image" Target="../media/image1016.png"/><Relationship Id="rId133" Type="http://schemas.openxmlformats.org/officeDocument/2006/relationships/customXml" Target="../ink/ink1075.xml"/><Relationship Id="rId154" Type="http://schemas.openxmlformats.org/officeDocument/2006/relationships/image" Target="../media/image1037.png"/><Relationship Id="rId175" Type="http://schemas.openxmlformats.org/officeDocument/2006/relationships/customXml" Target="../ink/ink1096.xml"/><Relationship Id="rId196" Type="http://schemas.openxmlformats.org/officeDocument/2006/relationships/image" Target="../media/image1058.png"/><Relationship Id="rId200" Type="http://schemas.openxmlformats.org/officeDocument/2006/relationships/image" Target="../media/image1060.png"/><Relationship Id="rId16" Type="http://schemas.openxmlformats.org/officeDocument/2006/relationships/customXml" Target="../ink/ink1016.xml"/><Relationship Id="rId221" Type="http://schemas.openxmlformats.org/officeDocument/2006/relationships/customXml" Target="../ink/ink1119.xml"/><Relationship Id="rId242" Type="http://schemas.openxmlformats.org/officeDocument/2006/relationships/customXml" Target="../ink/ink1130.xml"/><Relationship Id="rId37" Type="http://schemas.openxmlformats.org/officeDocument/2006/relationships/image" Target="../media/image980.png"/><Relationship Id="rId58" Type="http://schemas.openxmlformats.org/officeDocument/2006/relationships/image" Target="../media/image989.png"/><Relationship Id="rId79" Type="http://schemas.openxmlformats.org/officeDocument/2006/relationships/customXml" Target="../ink/ink1048.xml"/><Relationship Id="rId102" Type="http://schemas.openxmlformats.org/officeDocument/2006/relationships/image" Target="../media/image1011.png"/><Relationship Id="rId123" Type="http://schemas.openxmlformats.org/officeDocument/2006/relationships/customXml" Target="../ink/ink1070.xml"/><Relationship Id="rId144" Type="http://schemas.openxmlformats.org/officeDocument/2006/relationships/image" Target="../media/image1032.png"/><Relationship Id="rId90" Type="http://schemas.openxmlformats.org/officeDocument/2006/relationships/image" Target="../media/image1005.png"/><Relationship Id="rId165" Type="http://schemas.openxmlformats.org/officeDocument/2006/relationships/customXml" Target="../ink/ink1091.xml"/><Relationship Id="rId186" Type="http://schemas.openxmlformats.org/officeDocument/2006/relationships/image" Target="../media/image1053.png"/><Relationship Id="rId211" Type="http://schemas.openxmlformats.org/officeDocument/2006/relationships/customXml" Target="../ink/ink1114.xml"/><Relationship Id="rId232" Type="http://schemas.openxmlformats.org/officeDocument/2006/relationships/customXml" Target="../ink/ink1125.xml"/><Relationship Id="rId27" Type="http://schemas.openxmlformats.org/officeDocument/2006/relationships/image" Target="../media/image975.png"/><Relationship Id="rId48" Type="http://schemas.openxmlformats.org/officeDocument/2006/relationships/customXml" Target="../ink/ink1032.xml"/><Relationship Id="rId69" Type="http://schemas.openxmlformats.org/officeDocument/2006/relationships/customXml" Target="../ink/ink1043.xml"/><Relationship Id="rId113" Type="http://schemas.openxmlformats.org/officeDocument/2006/relationships/customXml" Target="../ink/ink1065.xml"/><Relationship Id="rId134" Type="http://schemas.openxmlformats.org/officeDocument/2006/relationships/image" Target="../media/image1027.png"/><Relationship Id="rId80" Type="http://schemas.openxmlformats.org/officeDocument/2006/relationships/image" Target="../media/image1000.png"/><Relationship Id="rId155" Type="http://schemas.openxmlformats.org/officeDocument/2006/relationships/customXml" Target="../ink/ink1086.xml"/><Relationship Id="rId176" Type="http://schemas.openxmlformats.org/officeDocument/2006/relationships/image" Target="../media/image1048.png"/><Relationship Id="rId197" Type="http://schemas.openxmlformats.org/officeDocument/2006/relationships/customXml" Target="../ink/ink1107.xml"/><Relationship Id="rId201" Type="http://schemas.openxmlformats.org/officeDocument/2006/relationships/customXml" Target="../ink/ink1109.xml"/><Relationship Id="rId222" Type="http://schemas.openxmlformats.org/officeDocument/2006/relationships/image" Target="../media/image1071.png"/><Relationship Id="rId243" Type="http://schemas.openxmlformats.org/officeDocument/2006/relationships/image" Target="../media/image1081.png"/><Relationship Id="rId17" Type="http://schemas.openxmlformats.org/officeDocument/2006/relationships/image" Target="../media/image970.png"/><Relationship Id="rId38" Type="http://schemas.openxmlformats.org/officeDocument/2006/relationships/customXml" Target="../ink/ink1027.xml"/><Relationship Id="rId59" Type="http://schemas.openxmlformats.org/officeDocument/2006/relationships/customXml" Target="../ink/ink1038.xml"/><Relationship Id="rId103" Type="http://schemas.openxmlformats.org/officeDocument/2006/relationships/customXml" Target="../ink/ink1060.xml"/><Relationship Id="rId124" Type="http://schemas.openxmlformats.org/officeDocument/2006/relationships/image" Target="../media/image1022.png"/><Relationship Id="rId70" Type="http://schemas.openxmlformats.org/officeDocument/2006/relationships/image" Target="../media/image995.png"/><Relationship Id="rId91" Type="http://schemas.openxmlformats.org/officeDocument/2006/relationships/customXml" Target="../ink/ink1054.xml"/><Relationship Id="rId145" Type="http://schemas.openxmlformats.org/officeDocument/2006/relationships/customXml" Target="../ink/ink1081.xml"/><Relationship Id="rId166" Type="http://schemas.openxmlformats.org/officeDocument/2006/relationships/image" Target="../media/image1043.png"/><Relationship Id="rId187" Type="http://schemas.openxmlformats.org/officeDocument/2006/relationships/customXml" Target="../ink/ink110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6.png"/><Relationship Id="rId233" Type="http://schemas.openxmlformats.org/officeDocument/2006/relationships/image" Target="../media/image1076.png"/><Relationship Id="rId28" Type="http://schemas.openxmlformats.org/officeDocument/2006/relationships/customXml" Target="../ink/ink1022.xml"/><Relationship Id="rId49" Type="http://schemas.openxmlformats.org/officeDocument/2006/relationships/image" Target="../media/image986.png"/><Relationship Id="rId114" Type="http://schemas.openxmlformats.org/officeDocument/2006/relationships/image" Target="../media/image1017.png"/><Relationship Id="rId60" Type="http://schemas.openxmlformats.org/officeDocument/2006/relationships/image" Target="../media/image990.png"/><Relationship Id="rId81" Type="http://schemas.openxmlformats.org/officeDocument/2006/relationships/customXml" Target="../ink/ink1049.xml"/><Relationship Id="rId135" Type="http://schemas.openxmlformats.org/officeDocument/2006/relationships/customXml" Target="../ink/ink1076.xml"/><Relationship Id="rId156" Type="http://schemas.openxmlformats.org/officeDocument/2006/relationships/image" Target="../media/image1038.png"/><Relationship Id="rId177" Type="http://schemas.openxmlformats.org/officeDocument/2006/relationships/customXml" Target="../ink/ink1097.xml"/><Relationship Id="rId198" Type="http://schemas.openxmlformats.org/officeDocument/2006/relationships/image" Target="../media/image1059.png"/><Relationship Id="rId202" Type="http://schemas.openxmlformats.org/officeDocument/2006/relationships/image" Target="../media/image1061.png"/><Relationship Id="rId223" Type="http://schemas.openxmlformats.org/officeDocument/2006/relationships/customXml" Target="../ink/ink1120.xml"/><Relationship Id="rId244" Type="http://schemas.openxmlformats.org/officeDocument/2006/relationships/customXml" Target="../ink/ink1131.xml"/><Relationship Id="rId18" Type="http://schemas.openxmlformats.org/officeDocument/2006/relationships/customXml" Target="../ink/ink1017.xml"/><Relationship Id="rId39" Type="http://schemas.openxmlformats.org/officeDocument/2006/relationships/image" Target="../media/image981.png"/><Relationship Id="rId50" Type="http://schemas.openxmlformats.org/officeDocument/2006/relationships/customXml" Target="../ink/ink1033.xml"/><Relationship Id="rId104" Type="http://schemas.openxmlformats.org/officeDocument/2006/relationships/image" Target="../media/image1012.png"/><Relationship Id="rId125" Type="http://schemas.openxmlformats.org/officeDocument/2006/relationships/customXml" Target="../ink/ink1071.xml"/><Relationship Id="rId146" Type="http://schemas.openxmlformats.org/officeDocument/2006/relationships/image" Target="../media/image1033.png"/><Relationship Id="rId167" Type="http://schemas.openxmlformats.org/officeDocument/2006/relationships/customXml" Target="../ink/ink1092.xml"/><Relationship Id="rId188" Type="http://schemas.openxmlformats.org/officeDocument/2006/relationships/image" Target="../media/image1054.png"/><Relationship Id="rId71" Type="http://schemas.openxmlformats.org/officeDocument/2006/relationships/customXml" Target="../ink/ink1044.xml"/><Relationship Id="rId92" Type="http://schemas.openxmlformats.org/officeDocument/2006/relationships/image" Target="../media/image1006.png"/><Relationship Id="rId213" Type="http://schemas.openxmlformats.org/officeDocument/2006/relationships/customXml" Target="../ink/ink1115.xml"/><Relationship Id="rId234" Type="http://schemas.openxmlformats.org/officeDocument/2006/relationships/customXml" Target="../ink/ink1126.xml"/><Relationship Id="rId2" Type="http://schemas.openxmlformats.org/officeDocument/2006/relationships/customXml" Target="../ink/ink1009.xml"/><Relationship Id="rId29" Type="http://schemas.openxmlformats.org/officeDocument/2006/relationships/image" Target="../media/image976.png"/><Relationship Id="rId40" Type="http://schemas.openxmlformats.org/officeDocument/2006/relationships/customXml" Target="../ink/ink1028.xml"/><Relationship Id="rId115" Type="http://schemas.openxmlformats.org/officeDocument/2006/relationships/customXml" Target="../ink/ink1066.xml"/><Relationship Id="rId136" Type="http://schemas.openxmlformats.org/officeDocument/2006/relationships/image" Target="../media/image1028.png"/><Relationship Id="rId157" Type="http://schemas.openxmlformats.org/officeDocument/2006/relationships/customXml" Target="../ink/ink1087.xml"/><Relationship Id="rId178" Type="http://schemas.openxmlformats.org/officeDocument/2006/relationships/image" Target="../media/image1049.png"/><Relationship Id="rId61" Type="http://schemas.openxmlformats.org/officeDocument/2006/relationships/customXml" Target="../ink/ink1039.xml"/><Relationship Id="rId82" Type="http://schemas.openxmlformats.org/officeDocument/2006/relationships/image" Target="../media/image1001.png"/><Relationship Id="rId199" Type="http://schemas.openxmlformats.org/officeDocument/2006/relationships/customXml" Target="../ink/ink1108.xml"/><Relationship Id="rId203" Type="http://schemas.openxmlformats.org/officeDocument/2006/relationships/customXml" Target="../ink/ink1110.xml"/><Relationship Id="rId19" Type="http://schemas.openxmlformats.org/officeDocument/2006/relationships/image" Target="../media/image971.png"/><Relationship Id="rId224" Type="http://schemas.openxmlformats.org/officeDocument/2006/relationships/image" Target="../media/image1072.png"/><Relationship Id="rId245" Type="http://schemas.openxmlformats.org/officeDocument/2006/relationships/image" Target="../media/image1082.png"/><Relationship Id="rId30" Type="http://schemas.openxmlformats.org/officeDocument/2006/relationships/customXml" Target="../ink/ink1023.xml"/><Relationship Id="rId105" Type="http://schemas.openxmlformats.org/officeDocument/2006/relationships/customXml" Target="../ink/ink1061.xml"/><Relationship Id="rId126" Type="http://schemas.openxmlformats.org/officeDocument/2006/relationships/image" Target="../media/image1023.png"/><Relationship Id="rId147" Type="http://schemas.openxmlformats.org/officeDocument/2006/relationships/customXml" Target="../ink/ink1082.xml"/><Relationship Id="rId168" Type="http://schemas.openxmlformats.org/officeDocument/2006/relationships/image" Target="../media/image1044.png"/><Relationship Id="rId51" Type="http://schemas.openxmlformats.org/officeDocument/2006/relationships/image" Target="../media/image987.png"/><Relationship Id="rId72" Type="http://schemas.openxmlformats.org/officeDocument/2006/relationships/image" Target="../media/image996.png"/><Relationship Id="rId93" Type="http://schemas.openxmlformats.org/officeDocument/2006/relationships/customXml" Target="../ink/ink1055.xml"/><Relationship Id="rId189" Type="http://schemas.openxmlformats.org/officeDocument/2006/relationships/customXml" Target="../ink/ink1103.xml"/><Relationship Id="rId3" Type="http://schemas.openxmlformats.org/officeDocument/2006/relationships/image" Target="../media/image964.png"/><Relationship Id="rId214" Type="http://schemas.openxmlformats.org/officeDocument/2006/relationships/image" Target="../media/image1067.png"/><Relationship Id="rId235" Type="http://schemas.openxmlformats.org/officeDocument/2006/relationships/image" Target="../media/image1077.png"/><Relationship Id="rId116" Type="http://schemas.openxmlformats.org/officeDocument/2006/relationships/image" Target="../media/image1018.png"/><Relationship Id="rId137" Type="http://schemas.openxmlformats.org/officeDocument/2006/relationships/customXml" Target="../ink/ink1077.xml"/><Relationship Id="rId158" Type="http://schemas.openxmlformats.org/officeDocument/2006/relationships/image" Target="../media/image1039.png"/><Relationship Id="rId20" Type="http://schemas.openxmlformats.org/officeDocument/2006/relationships/customXml" Target="../ink/ink1018.xml"/><Relationship Id="rId41" Type="http://schemas.openxmlformats.org/officeDocument/2006/relationships/image" Target="../media/image982.png"/><Relationship Id="rId62" Type="http://schemas.openxmlformats.org/officeDocument/2006/relationships/image" Target="../media/image991.png"/><Relationship Id="rId83" Type="http://schemas.openxmlformats.org/officeDocument/2006/relationships/customXml" Target="../ink/ink1050.xml"/><Relationship Id="rId179" Type="http://schemas.openxmlformats.org/officeDocument/2006/relationships/customXml" Target="../ink/ink1098.xml"/><Relationship Id="rId190" Type="http://schemas.openxmlformats.org/officeDocument/2006/relationships/image" Target="../media/image1055.png"/><Relationship Id="rId204" Type="http://schemas.openxmlformats.org/officeDocument/2006/relationships/image" Target="../media/image1062.png"/><Relationship Id="rId225" Type="http://schemas.openxmlformats.org/officeDocument/2006/relationships/customXml" Target="../ink/ink1121.xml"/><Relationship Id="rId246" Type="http://schemas.openxmlformats.org/officeDocument/2006/relationships/customXml" Target="../ink/ink1132.xml"/><Relationship Id="rId106" Type="http://schemas.openxmlformats.org/officeDocument/2006/relationships/image" Target="../media/image1013.png"/><Relationship Id="rId127" Type="http://schemas.openxmlformats.org/officeDocument/2006/relationships/customXml" Target="../ink/ink1072.xml"/><Relationship Id="rId10" Type="http://schemas.openxmlformats.org/officeDocument/2006/relationships/customXml" Target="../ink/ink1013.xml"/><Relationship Id="rId31" Type="http://schemas.openxmlformats.org/officeDocument/2006/relationships/image" Target="../media/image977.png"/><Relationship Id="rId52" Type="http://schemas.openxmlformats.org/officeDocument/2006/relationships/customXml" Target="../ink/ink1034.xml"/><Relationship Id="rId73" Type="http://schemas.openxmlformats.org/officeDocument/2006/relationships/customXml" Target="../ink/ink1045.xml"/><Relationship Id="rId94" Type="http://schemas.openxmlformats.org/officeDocument/2006/relationships/image" Target="../media/image1007.png"/><Relationship Id="rId148" Type="http://schemas.openxmlformats.org/officeDocument/2006/relationships/image" Target="../media/image1034.png"/><Relationship Id="rId169" Type="http://schemas.openxmlformats.org/officeDocument/2006/relationships/customXml" Target="../ink/ink109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0.png"/><Relationship Id="rId7" Type="http://schemas.openxmlformats.org/officeDocument/2006/relationships/image" Target="../media/image74.png"/><Relationship Id="rId2" Type="http://schemas.openxmlformats.org/officeDocument/2006/relationships/image" Target="../media/image710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35.xml"/><Relationship Id="rId5" Type="http://schemas.openxmlformats.org/officeDocument/2006/relationships/image" Target="../media/image892.png"/><Relationship Id="rId4" Type="http://schemas.openxmlformats.org/officeDocument/2006/relationships/customXml" Target="../ink/ink1134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42.png"/><Relationship Id="rId21" Type="http://schemas.openxmlformats.org/officeDocument/2006/relationships/image" Target="../media/image1094.png"/><Relationship Id="rId42" Type="http://schemas.openxmlformats.org/officeDocument/2006/relationships/customXml" Target="../ink/ink1156.xml"/><Relationship Id="rId63" Type="http://schemas.openxmlformats.org/officeDocument/2006/relationships/image" Target="../media/image1115.png"/><Relationship Id="rId84" Type="http://schemas.openxmlformats.org/officeDocument/2006/relationships/customXml" Target="../ink/ink1177.xml"/><Relationship Id="rId138" Type="http://schemas.openxmlformats.org/officeDocument/2006/relationships/customXml" Target="../ink/ink1204.xml"/><Relationship Id="rId107" Type="http://schemas.openxmlformats.org/officeDocument/2006/relationships/image" Target="../media/image1137.png"/><Relationship Id="rId11" Type="http://schemas.openxmlformats.org/officeDocument/2006/relationships/image" Target="../media/image1089.png"/><Relationship Id="rId32" Type="http://schemas.openxmlformats.org/officeDocument/2006/relationships/customXml" Target="../ink/ink1151.xml"/><Relationship Id="rId53" Type="http://schemas.openxmlformats.org/officeDocument/2006/relationships/image" Target="../media/image1110.png"/><Relationship Id="rId74" Type="http://schemas.openxmlformats.org/officeDocument/2006/relationships/customXml" Target="../ink/ink1172.xml"/><Relationship Id="rId128" Type="http://schemas.openxmlformats.org/officeDocument/2006/relationships/customXml" Target="../ink/ink1199.xml"/><Relationship Id="rId149" Type="http://schemas.openxmlformats.org/officeDocument/2006/relationships/image" Target="../media/image1157.png"/><Relationship Id="rId5" Type="http://schemas.openxmlformats.org/officeDocument/2006/relationships/image" Target="../media/image1086.png"/><Relationship Id="rId95" Type="http://schemas.openxmlformats.org/officeDocument/2006/relationships/image" Target="../media/image1131.png"/><Relationship Id="rId22" Type="http://schemas.openxmlformats.org/officeDocument/2006/relationships/customXml" Target="../ink/ink1146.xml"/><Relationship Id="rId43" Type="http://schemas.openxmlformats.org/officeDocument/2006/relationships/image" Target="../media/image1105.png"/><Relationship Id="rId64" Type="http://schemas.openxmlformats.org/officeDocument/2006/relationships/customXml" Target="../ink/ink1167.xml"/><Relationship Id="rId118" Type="http://schemas.openxmlformats.org/officeDocument/2006/relationships/customXml" Target="../ink/ink1194.xml"/><Relationship Id="rId139" Type="http://schemas.openxmlformats.org/officeDocument/2006/relationships/image" Target="../media/image1152.png"/><Relationship Id="rId80" Type="http://schemas.openxmlformats.org/officeDocument/2006/relationships/customXml" Target="../ink/ink1175.xml"/><Relationship Id="rId85" Type="http://schemas.openxmlformats.org/officeDocument/2006/relationships/image" Target="../media/image1126.png"/><Relationship Id="rId150" Type="http://schemas.openxmlformats.org/officeDocument/2006/relationships/customXml" Target="../ink/ink1210.xml"/><Relationship Id="rId155" Type="http://schemas.openxmlformats.org/officeDocument/2006/relationships/image" Target="../media/image1160.png"/><Relationship Id="rId12" Type="http://schemas.openxmlformats.org/officeDocument/2006/relationships/customXml" Target="../ink/ink1141.xml"/><Relationship Id="rId17" Type="http://schemas.openxmlformats.org/officeDocument/2006/relationships/image" Target="../media/image1092.png"/><Relationship Id="rId33" Type="http://schemas.openxmlformats.org/officeDocument/2006/relationships/image" Target="../media/image1100.png"/><Relationship Id="rId38" Type="http://schemas.openxmlformats.org/officeDocument/2006/relationships/customXml" Target="../ink/ink1154.xml"/><Relationship Id="rId59" Type="http://schemas.openxmlformats.org/officeDocument/2006/relationships/image" Target="../media/image1113.png"/><Relationship Id="rId103" Type="http://schemas.openxmlformats.org/officeDocument/2006/relationships/image" Target="../media/image1135.png"/><Relationship Id="rId108" Type="http://schemas.openxmlformats.org/officeDocument/2006/relationships/customXml" Target="../ink/ink1189.xml"/><Relationship Id="rId124" Type="http://schemas.openxmlformats.org/officeDocument/2006/relationships/customXml" Target="../ink/ink1197.xml"/><Relationship Id="rId129" Type="http://schemas.openxmlformats.org/officeDocument/2006/relationships/image" Target="../media/image1147.png"/><Relationship Id="rId54" Type="http://schemas.openxmlformats.org/officeDocument/2006/relationships/customXml" Target="../ink/ink1162.xml"/><Relationship Id="rId70" Type="http://schemas.openxmlformats.org/officeDocument/2006/relationships/customXml" Target="../ink/ink1170.xml"/><Relationship Id="rId75" Type="http://schemas.openxmlformats.org/officeDocument/2006/relationships/image" Target="../media/image1121.png"/><Relationship Id="rId91" Type="http://schemas.openxmlformats.org/officeDocument/2006/relationships/image" Target="../media/image1129.png"/><Relationship Id="rId96" Type="http://schemas.openxmlformats.org/officeDocument/2006/relationships/customXml" Target="../ink/ink1183.xml"/><Relationship Id="rId140" Type="http://schemas.openxmlformats.org/officeDocument/2006/relationships/customXml" Target="../ink/ink1205.xml"/><Relationship Id="rId145" Type="http://schemas.openxmlformats.org/officeDocument/2006/relationships/image" Target="../media/image115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38.xml"/><Relationship Id="rId23" Type="http://schemas.openxmlformats.org/officeDocument/2006/relationships/image" Target="../media/image1095.png"/><Relationship Id="rId28" Type="http://schemas.openxmlformats.org/officeDocument/2006/relationships/customXml" Target="../ink/ink1149.xml"/><Relationship Id="rId49" Type="http://schemas.openxmlformats.org/officeDocument/2006/relationships/image" Target="../media/image1108.png"/><Relationship Id="rId114" Type="http://schemas.openxmlformats.org/officeDocument/2006/relationships/customXml" Target="../ink/ink1192.xml"/><Relationship Id="rId119" Type="http://schemas.openxmlformats.org/officeDocument/2006/relationships/image" Target="../media/image1143.png"/><Relationship Id="rId44" Type="http://schemas.openxmlformats.org/officeDocument/2006/relationships/customXml" Target="../ink/ink1157.xml"/><Relationship Id="rId60" Type="http://schemas.openxmlformats.org/officeDocument/2006/relationships/customXml" Target="../ink/ink1165.xml"/><Relationship Id="rId65" Type="http://schemas.openxmlformats.org/officeDocument/2006/relationships/image" Target="../media/image1116.png"/><Relationship Id="rId81" Type="http://schemas.openxmlformats.org/officeDocument/2006/relationships/image" Target="../media/image1124.png"/><Relationship Id="rId86" Type="http://schemas.openxmlformats.org/officeDocument/2006/relationships/customXml" Target="../ink/ink1178.xml"/><Relationship Id="rId130" Type="http://schemas.openxmlformats.org/officeDocument/2006/relationships/customXml" Target="../ink/ink1200.xml"/><Relationship Id="rId135" Type="http://schemas.openxmlformats.org/officeDocument/2006/relationships/image" Target="../media/image1150.png"/><Relationship Id="rId151" Type="http://schemas.openxmlformats.org/officeDocument/2006/relationships/image" Target="../media/image1158.png"/><Relationship Id="rId156" Type="http://schemas.openxmlformats.org/officeDocument/2006/relationships/customXml" Target="../ink/ink1213.xml"/><Relationship Id="rId13" Type="http://schemas.openxmlformats.org/officeDocument/2006/relationships/image" Target="../media/image1090.png"/><Relationship Id="rId18" Type="http://schemas.openxmlformats.org/officeDocument/2006/relationships/customXml" Target="../ink/ink1144.xml"/><Relationship Id="rId39" Type="http://schemas.openxmlformats.org/officeDocument/2006/relationships/image" Target="../media/image1103.png"/><Relationship Id="rId109" Type="http://schemas.openxmlformats.org/officeDocument/2006/relationships/image" Target="../media/image1138.png"/><Relationship Id="rId34" Type="http://schemas.openxmlformats.org/officeDocument/2006/relationships/customXml" Target="../ink/ink1152.xml"/><Relationship Id="rId50" Type="http://schemas.openxmlformats.org/officeDocument/2006/relationships/customXml" Target="../ink/ink1160.xml"/><Relationship Id="rId55" Type="http://schemas.openxmlformats.org/officeDocument/2006/relationships/image" Target="../media/image1111.png"/><Relationship Id="rId76" Type="http://schemas.openxmlformats.org/officeDocument/2006/relationships/customXml" Target="../ink/ink1173.xml"/><Relationship Id="rId97" Type="http://schemas.openxmlformats.org/officeDocument/2006/relationships/image" Target="../media/image1132.png"/><Relationship Id="rId104" Type="http://schemas.openxmlformats.org/officeDocument/2006/relationships/customXml" Target="../ink/ink1187.xml"/><Relationship Id="rId120" Type="http://schemas.openxmlformats.org/officeDocument/2006/relationships/customXml" Target="../ink/ink1195.xml"/><Relationship Id="rId125" Type="http://schemas.openxmlformats.org/officeDocument/2006/relationships/image" Target="../media/image967.png"/><Relationship Id="rId141" Type="http://schemas.openxmlformats.org/officeDocument/2006/relationships/image" Target="../media/image1153.png"/><Relationship Id="rId146" Type="http://schemas.openxmlformats.org/officeDocument/2006/relationships/customXml" Target="../ink/ink1208.xml"/><Relationship Id="rId7" Type="http://schemas.openxmlformats.org/officeDocument/2006/relationships/image" Target="../media/image1087.png"/><Relationship Id="rId71" Type="http://schemas.openxmlformats.org/officeDocument/2006/relationships/image" Target="../media/image1119.png"/><Relationship Id="rId92" Type="http://schemas.openxmlformats.org/officeDocument/2006/relationships/customXml" Target="../ink/ink1181.xml"/><Relationship Id="rId2" Type="http://schemas.openxmlformats.org/officeDocument/2006/relationships/customXml" Target="../ink/ink1136.xml"/><Relationship Id="rId29" Type="http://schemas.openxmlformats.org/officeDocument/2006/relationships/image" Target="../media/image1098.png"/><Relationship Id="rId24" Type="http://schemas.openxmlformats.org/officeDocument/2006/relationships/customXml" Target="../ink/ink1147.xml"/><Relationship Id="rId40" Type="http://schemas.openxmlformats.org/officeDocument/2006/relationships/customXml" Target="../ink/ink1155.xml"/><Relationship Id="rId45" Type="http://schemas.openxmlformats.org/officeDocument/2006/relationships/image" Target="../media/image1106.png"/><Relationship Id="rId66" Type="http://schemas.openxmlformats.org/officeDocument/2006/relationships/customXml" Target="../ink/ink1168.xml"/><Relationship Id="rId87" Type="http://schemas.openxmlformats.org/officeDocument/2006/relationships/image" Target="../media/image1127.png"/><Relationship Id="rId110" Type="http://schemas.openxmlformats.org/officeDocument/2006/relationships/customXml" Target="../ink/ink1190.xml"/><Relationship Id="rId115" Type="http://schemas.openxmlformats.org/officeDocument/2006/relationships/image" Target="../media/image1141.png"/><Relationship Id="rId131" Type="http://schemas.openxmlformats.org/officeDocument/2006/relationships/image" Target="../media/image1148.png"/><Relationship Id="rId136" Type="http://schemas.openxmlformats.org/officeDocument/2006/relationships/customXml" Target="../ink/ink1203.xml"/><Relationship Id="rId157" Type="http://schemas.openxmlformats.org/officeDocument/2006/relationships/image" Target="../media/image1161.png"/><Relationship Id="rId61" Type="http://schemas.openxmlformats.org/officeDocument/2006/relationships/image" Target="../media/image1114.png"/><Relationship Id="rId82" Type="http://schemas.openxmlformats.org/officeDocument/2006/relationships/customXml" Target="../ink/ink1176.xml"/><Relationship Id="rId152" Type="http://schemas.openxmlformats.org/officeDocument/2006/relationships/customXml" Target="../ink/ink1211.xml"/><Relationship Id="rId19" Type="http://schemas.openxmlformats.org/officeDocument/2006/relationships/image" Target="../media/image1093.png"/><Relationship Id="rId14" Type="http://schemas.openxmlformats.org/officeDocument/2006/relationships/customXml" Target="../ink/ink1142.xml"/><Relationship Id="rId30" Type="http://schemas.openxmlformats.org/officeDocument/2006/relationships/customXml" Target="../ink/ink1150.xml"/><Relationship Id="rId35" Type="http://schemas.openxmlformats.org/officeDocument/2006/relationships/image" Target="../media/image1101.png"/><Relationship Id="rId56" Type="http://schemas.openxmlformats.org/officeDocument/2006/relationships/customXml" Target="../ink/ink1163.xml"/><Relationship Id="rId77" Type="http://schemas.openxmlformats.org/officeDocument/2006/relationships/image" Target="../media/image1122.png"/><Relationship Id="rId100" Type="http://schemas.openxmlformats.org/officeDocument/2006/relationships/customXml" Target="../ink/ink1185.xml"/><Relationship Id="rId105" Type="http://schemas.openxmlformats.org/officeDocument/2006/relationships/image" Target="../media/image1136.png"/><Relationship Id="rId126" Type="http://schemas.openxmlformats.org/officeDocument/2006/relationships/customXml" Target="../ink/ink1198.xml"/><Relationship Id="rId147" Type="http://schemas.openxmlformats.org/officeDocument/2006/relationships/image" Target="../media/image1156.png"/><Relationship Id="rId8" Type="http://schemas.openxmlformats.org/officeDocument/2006/relationships/customXml" Target="../ink/ink1139.xml"/><Relationship Id="rId51" Type="http://schemas.openxmlformats.org/officeDocument/2006/relationships/image" Target="../media/image1109.png"/><Relationship Id="rId72" Type="http://schemas.openxmlformats.org/officeDocument/2006/relationships/customXml" Target="../ink/ink1171.xml"/><Relationship Id="rId93" Type="http://schemas.openxmlformats.org/officeDocument/2006/relationships/image" Target="../media/image1130.png"/><Relationship Id="rId98" Type="http://schemas.openxmlformats.org/officeDocument/2006/relationships/customXml" Target="../ink/ink1184.xml"/><Relationship Id="rId121" Type="http://schemas.openxmlformats.org/officeDocument/2006/relationships/image" Target="../media/image1144.png"/><Relationship Id="rId142" Type="http://schemas.openxmlformats.org/officeDocument/2006/relationships/customXml" Target="../ink/ink1206.xml"/><Relationship Id="rId3" Type="http://schemas.openxmlformats.org/officeDocument/2006/relationships/image" Target="../media/image1085.png"/><Relationship Id="rId25" Type="http://schemas.openxmlformats.org/officeDocument/2006/relationships/image" Target="../media/image1096.png"/><Relationship Id="rId46" Type="http://schemas.openxmlformats.org/officeDocument/2006/relationships/customXml" Target="../ink/ink1158.xml"/><Relationship Id="rId67" Type="http://schemas.openxmlformats.org/officeDocument/2006/relationships/image" Target="../media/image1117.png"/><Relationship Id="rId116" Type="http://schemas.openxmlformats.org/officeDocument/2006/relationships/customXml" Target="../ink/ink1193.xml"/><Relationship Id="rId137" Type="http://schemas.openxmlformats.org/officeDocument/2006/relationships/image" Target="../media/image1151.png"/><Relationship Id="rId20" Type="http://schemas.openxmlformats.org/officeDocument/2006/relationships/customXml" Target="../ink/ink1145.xml"/><Relationship Id="rId41" Type="http://schemas.openxmlformats.org/officeDocument/2006/relationships/image" Target="../media/image1104.png"/><Relationship Id="rId62" Type="http://schemas.openxmlformats.org/officeDocument/2006/relationships/customXml" Target="../ink/ink1166.xml"/><Relationship Id="rId83" Type="http://schemas.openxmlformats.org/officeDocument/2006/relationships/image" Target="../media/image1125.png"/><Relationship Id="rId88" Type="http://schemas.openxmlformats.org/officeDocument/2006/relationships/customXml" Target="../ink/ink1179.xml"/><Relationship Id="rId111" Type="http://schemas.openxmlformats.org/officeDocument/2006/relationships/image" Target="../media/image1139.png"/><Relationship Id="rId132" Type="http://schemas.openxmlformats.org/officeDocument/2006/relationships/customXml" Target="../ink/ink1201.xml"/><Relationship Id="rId153" Type="http://schemas.openxmlformats.org/officeDocument/2006/relationships/image" Target="../media/image1159.png"/><Relationship Id="rId15" Type="http://schemas.openxmlformats.org/officeDocument/2006/relationships/image" Target="../media/image1091.png"/><Relationship Id="rId36" Type="http://schemas.openxmlformats.org/officeDocument/2006/relationships/customXml" Target="../ink/ink1153.xml"/><Relationship Id="rId57" Type="http://schemas.openxmlformats.org/officeDocument/2006/relationships/image" Target="../media/image1112.png"/><Relationship Id="rId106" Type="http://schemas.openxmlformats.org/officeDocument/2006/relationships/customXml" Target="../ink/ink1188.xml"/><Relationship Id="rId127" Type="http://schemas.openxmlformats.org/officeDocument/2006/relationships/image" Target="../media/image1146.png"/><Relationship Id="rId10" Type="http://schemas.openxmlformats.org/officeDocument/2006/relationships/customXml" Target="../ink/ink1140.xml"/><Relationship Id="rId31" Type="http://schemas.openxmlformats.org/officeDocument/2006/relationships/image" Target="../media/image1099.png"/><Relationship Id="rId52" Type="http://schemas.openxmlformats.org/officeDocument/2006/relationships/customXml" Target="../ink/ink1161.xml"/><Relationship Id="rId73" Type="http://schemas.openxmlformats.org/officeDocument/2006/relationships/image" Target="../media/image1120.png"/><Relationship Id="rId78" Type="http://schemas.openxmlformats.org/officeDocument/2006/relationships/customXml" Target="../ink/ink1174.xml"/><Relationship Id="rId94" Type="http://schemas.openxmlformats.org/officeDocument/2006/relationships/customXml" Target="../ink/ink1182.xml"/><Relationship Id="rId99" Type="http://schemas.openxmlformats.org/officeDocument/2006/relationships/image" Target="../media/image1133.png"/><Relationship Id="rId101" Type="http://schemas.openxmlformats.org/officeDocument/2006/relationships/image" Target="../media/image1134.png"/><Relationship Id="rId122" Type="http://schemas.openxmlformats.org/officeDocument/2006/relationships/customXml" Target="../ink/ink1196.xml"/><Relationship Id="rId143" Type="http://schemas.openxmlformats.org/officeDocument/2006/relationships/image" Target="../media/image1154.png"/><Relationship Id="rId148" Type="http://schemas.openxmlformats.org/officeDocument/2006/relationships/customXml" Target="../ink/ink1209.xml"/><Relationship Id="rId4" Type="http://schemas.openxmlformats.org/officeDocument/2006/relationships/customXml" Target="../ink/ink1137.xml"/><Relationship Id="rId9" Type="http://schemas.openxmlformats.org/officeDocument/2006/relationships/image" Target="../media/image1088.png"/><Relationship Id="rId26" Type="http://schemas.openxmlformats.org/officeDocument/2006/relationships/customXml" Target="../ink/ink1148.xml"/><Relationship Id="rId47" Type="http://schemas.openxmlformats.org/officeDocument/2006/relationships/image" Target="../media/image1107.png"/><Relationship Id="rId68" Type="http://schemas.openxmlformats.org/officeDocument/2006/relationships/customXml" Target="../ink/ink1169.xml"/><Relationship Id="rId89" Type="http://schemas.openxmlformats.org/officeDocument/2006/relationships/image" Target="../media/image1128.png"/><Relationship Id="rId112" Type="http://schemas.openxmlformats.org/officeDocument/2006/relationships/customXml" Target="../ink/ink1191.xml"/><Relationship Id="rId133" Type="http://schemas.openxmlformats.org/officeDocument/2006/relationships/image" Target="../media/image1149.png"/><Relationship Id="rId154" Type="http://schemas.openxmlformats.org/officeDocument/2006/relationships/customXml" Target="../ink/ink1212.xml"/><Relationship Id="rId16" Type="http://schemas.openxmlformats.org/officeDocument/2006/relationships/customXml" Target="../ink/ink1143.xml"/><Relationship Id="rId37" Type="http://schemas.openxmlformats.org/officeDocument/2006/relationships/image" Target="../media/image1102.png"/><Relationship Id="rId58" Type="http://schemas.openxmlformats.org/officeDocument/2006/relationships/customXml" Target="../ink/ink1164.xml"/><Relationship Id="rId79" Type="http://schemas.openxmlformats.org/officeDocument/2006/relationships/image" Target="../media/image1123.png"/><Relationship Id="rId102" Type="http://schemas.openxmlformats.org/officeDocument/2006/relationships/customXml" Target="../ink/ink1186.xml"/><Relationship Id="rId123" Type="http://schemas.openxmlformats.org/officeDocument/2006/relationships/image" Target="../media/image1145.png"/><Relationship Id="rId144" Type="http://schemas.openxmlformats.org/officeDocument/2006/relationships/customXml" Target="../ink/ink1207.xml"/><Relationship Id="rId90" Type="http://schemas.openxmlformats.org/officeDocument/2006/relationships/customXml" Target="../ink/ink1180.xml"/><Relationship Id="rId27" Type="http://schemas.openxmlformats.org/officeDocument/2006/relationships/image" Target="../media/image1097.png"/><Relationship Id="rId48" Type="http://schemas.openxmlformats.org/officeDocument/2006/relationships/customXml" Target="../ink/ink1159.xml"/><Relationship Id="rId69" Type="http://schemas.openxmlformats.org/officeDocument/2006/relationships/image" Target="../media/image1118.png"/><Relationship Id="rId113" Type="http://schemas.openxmlformats.org/officeDocument/2006/relationships/image" Target="../media/image1140.png"/><Relationship Id="rId134" Type="http://schemas.openxmlformats.org/officeDocument/2006/relationships/customXml" Target="../ink/ink1202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71.xml"/><Relationship Id="rId21" Type="http://schemas.openxmlformats.org/officeDocument/2006/relationships/customXml" Target="../ink/ink1223.xml"/><Relationship Id="rId42" Type="http://schemas.openxmlformats.org/officeDocument/2006/relationships/image" Target="../media/image1182.png"/><Relationship Id="rId63" Type="http://schemas.openxmlformats.org/officeDocument/2006/relationships/customXml" Target="../ink/ink1244.xml"/><Relationship Id="rId84" Type="http://schemas.openxmlformats.org/officeDocument/2006/relationships/image" Target="../media/image1202.png"/><Relationship Id="rId138" Type="http://schemas.openxmlformats.org/officeDocument/2006/relationships/image" Target="../media/image1228.png"/><Relationship Id="rId16" Type="http://schemas.openxmlformats.org/officeDocument/2006/relationships/image" Target="../media/image1169.png"/><Relationship Id="rId107" Type="http://schemas.openxmlformats.org/officeDocument/2006/relationships/customXml" Target="../ink/ink1266.xml"/><Relationship Id="rId11" Type="http://schemas.openxmlformats.org/officeDocument/2006/relationships/customXml" Target="../ink/ink1218.xml"/><Relationship Id="rId32" Type="http://schemas.openxmlformats.org/officeDocument/2006/relationships/image" Target="../media/image1177.png"/><Relationship Id="rId37" Type="http://schemas.openxmlformats.org/officeDocument/2006/relationships/customXml" Target="../ink/ink1231.xml"/><Relationship Id="rId53" Type="http://schemas.openxmlformats.org/officeDocument/2006/relationships/customXml" Target="../ink/ink1239.xml"/><Relationship Id="rId58" Type="http://schemas.openxmlformats.org/officeDocument/2006/relationships/image" Target="../media/image1190.png"/><Relationship Id="rId74" Type="http://schemas.openxmlformats.org/officeDocument/2006/relationships/image" Target="../media/image1197.png"/><Relationship Id="rId79" Type="http://schemas.openxmlformats.org/officeDocument/2006/relationships/customXml" Target="../ink/ink1252.xml"/><Relationship Id="rId102" Type="http://schemas.openxmlformats.org/officeDocument/2006/relationships/image" Target="../media/image1211.png"/><Relationship Id="rId123" Type="http://schemas.openxmlformats.org/officeDocument/2006/relationships/customXml" Target="../ink/ink1275.xml"/><Relationship Id="rId128" Type="http://schemas.openxmlformats.org/officeDocument/2006/relationships/image" Target="../media/image1223.png"/><Relationship Id="rId5" Type="http://schemas.openxmlformats.org/officeDocument/2006/relationships/customXml" Target="../ink/ink1215.xml"/><Relationship Id="rId90" Type="http://schemas.openxmlformats.org/officeDocument/2006/relationships/image" Target="../media/image1205.png"/><Relationship Id="rId95" Type="http://schemas.openxmlformats.org/officeDocument/2006/relationships/customXml" Target="../ink/ink1260.xml"/><Relationship Id="rId22" Type="http://schemas.openxmlformats.org/officeDocument/2006/relationships/image" Target="../media/image1172.png"/><Relationship Id="rId27" Type="http://schemas.openxmlformats.org/officeDocument/2006/relationships/customXml" Target="../ink/ink1226.xml"/><Relationship Id="rId43" Type="http://schemas.openxmlformats.org/officeDocument/2006/relationships/customXml" Target="../ink/ink1234.xml"/><Relationship Id="rId48" Type="http://schemas.openxmlformats.org/officeDocument/2006/relationships/image" Target="../media/image1185.png"/><Relationship Id="rId64" Type="http://schemas.openxmlformats.org/officeDocument/2006/relationships/image" Target="../media/image1193.png"/><Relationship Id="rId69" Type="http://schemas.openxmlformats.org/officeDocument/2006/relationships/customXml" Target="../ink/ink1247.xml"/><Relationship Id="rId113" Type="http://schemas.openxmlformats.org/officeDocument/2006/relationships/customXml" Target="../ink/ink1269.xml"/><Relationship Id="rId118" Type="http://schemas.openxmlformats.org/officeDocument/2006/relationships/customXml" Target="../ink/ink1272.xml"/><Relationship Id="rId134" Type="http://schemas.openxmlformats.org/officeDocument/2006/relationships/image" Target="../media/image1226.png"/><Relationship Id="rId139" Type="http://schemas.openxmlformats.org/officeDocument/2006/relationships/customXml" Target="../ink/ink1283.xml"/><Relationship Id="rId80" Type="http://schemas.openxmlformats.org/officeDocument/2006/relationships/image" Target="../media/image1200.png"/><Relationship Id="rId85" Type="http://schemas.openxmlformats.org/officeDocument/2006/relationships/customXml" Target="../ink/ink1255.xml"/><Relationship Id="rId12" Type="http://schemas.openxmlformats.org/officeDocument/2006/relationships/image" Target="../media/image1167.png"/><Relationship Id="rId17" Type="http://schemas.openxmlformats.org/officeDocument/2006/relationships/customXml" Target="../ink/ink1221.xml"/><Relationship Id="rId33" Type="http://schemas.openxmlformats.org/officeDocument/2006/relationships/customXml" Target="../ink/ink1229.xml"/><Relationship Id="rId38" Type="http://schemas.openxmlformats.org/officeDocument/2006/relationships/image" Target="../media/image1180.png"/><Relationship Id="rId59" Type="http://schemas.openxmlformats.org/officeDocument/2006/relationships/customXml" Target="../ink/ink1242.xml"/><Relationship Id="rId103" Type="http://schemas.openxmlformats.org/officeDocument/2006/relationships/customXml" Target="../ink/ink1264.xml"/><Relationship Id="rId108" Type="http://schemas.openxmlformats.org/officeDocument/2006/relationships/image" Target="../media/image1214.png"/><Relationship Id="rId124" Type="http://schemas.openxmlformats.org/officeDocument/2006/relationships/image" Target="../media/image1221.png"/><Relationship Id="rId129" Type="http://schemas.openxmlformats.org/officeDocument/2006/relationships/customXml" Target="../ink/ink1278.xml"/><Relationship Id="rId54" Type="http://schemas.openxmlformats.org/officeDocument/2006/relationships/image" Target="../media/image1188.png"/><Relationship Id="rId70" Type="http://schemas.openxmlformats.org/officeDocument/2006/relationships/image" Target="../media/image1195.png"/><Relationship Id="rId75" Type="http://schemas.openxmlformats.org/officeDocument/2006/relationships/customXml" Target="../ink/ink1250.xml"/><Relationship Id="rId91" Type="http://schemas.openxmlformats.org/officeDocument/2006/relationships/customXml" Target="../ink/ink1258.xml"/><Relationship Id="rId96" Type="http://schemas.openxmlformats.org/officeDocument/2006/relationships/image" Target="../media/image1208.png"/><Relationship Id="rId140" Type="http://schemas.openxmlformats.org/officeDocument/2006/relationships/image" Target="../media/image1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4.png"/><Relationship Id="rId23" Type="http://schemas.openxmlformats.org/officeDocument/2006/relationships/customXml" Target="../ink/ink1224.xml"/><Relationship Id="rId28" Type="http://schemas.openxmlformats.org/officeDocument/2006/relationships/image" Target="../media/image1175.png"/><Relationship Id="rId49" Type="http://schemas.openxmlformats.org/officeDocument/2006/relationships/customXml" Target="../ink/ink1237.xml"/><Relationship Id="rId114" Type="http://schemas.openxmlformats.org/officeDocument/2006/relationships/image" Target="../media/image1217.png"/><Relationship Id="rId119" Type="http://schemas.openxmlformats.org/officeDocument/2006/relationships/image" Target="../media/image1219.png"/><Relationship Id="rId44" Type="http://schemas.openxmlformats.org/officeDocument/2006/relationships/image" Target="../media/image1183.png"/><Relationship Id="rId60" Type="http://schemas.openxmlformats.org/officeDocument/2006/relationships/image" Target="../media/image1191.png"/><Relationship Id="rId65" Type="http://schemas.openxmlformats.org/officeDocument/2006/relationships/customXml" Target="../ink/ink1245.xml"/><Relationship Id="rId81" Type="http://schemas.openxmlformats.org/officeDocument/2006/relationships/customXml" Target="../ink/ink1253.xml"/><Relationship Id="rId86" Type="http://schemas.openxmlformats.org/officeDocument/2006/relationships/image" Target="../media/image1203.png"/><Relationship Id="rId130" Type="http://schemas.openxmlformats.org/officeDocument/2006/relationships/image" Target="../media/image1224.png"/><Relationship Id="rId135" Type="http://schemas.openxmlformats.org/officeDocument/2006/relationships/customXml" Target="../ink/ink1281.xml"/><Relationship Id="rId13" Type="http://schemas.openxmlformats.org/officeDocument/2006/relationships/customXml" Target="../ink/ink1219.xml"/><Relationship Id="rId18" Type="http://schemas.openxmlformats.org/officeDocument/2006/relationships/image" Target="../media/image1170.png"/><Relationship Id="rId39" Type="http://schemas.openxmlformats.org/officeDocument/2006/relationships/customXml" Target="../ink/ink1232.xml"/><Relationship Id="rId109" Type="http://schemas.openxmlformats.org/officeDocument/2006/relationships/customXml" Target="../ink/ink1267.xml"/><Relationship Id="rId34" Type="http://schemas.openxmlformats.org/officeDocument/2006/relationships/image" Target="../media/image1178.png"/><Relationship Id="rId50" Type="http://schemas.openxmlformats.org/officeDocument/2006/relationships/image" Target="../media/image1186.png"/><Relationship Id="rId55" Type="http://schemas.openxmlformats.org/officeDocument/2006/relationships/customXml" Target="../ink/ink1240.xml"/><Relationship Id="rId76" Type="http://schemas.openxmlformats.org/officeDocument/2006/relationships/image" Target="../media/image1198.png"/><Relationship Id="rId97" Type="http://schemas.openxmlformats.org/officeDocument/2006/relationships/customXml" Target="../ink/ink1261.xml"/><Relationship Id="rId104" Type="http://schemas.openxmlformats.org/officeDocument/2006/relationships/image" Target="../media/image1212.png"/><Relationship Id="rId120" Type="http://schemas.openxmlformats.org/officeDocument/2006/relationships/customXml" Target="../ink/ink1273.xml"/><Relationship Id="rId125" Type="http://schemas.openxmlformats.org/officeDocument/2006/relationships/customXml" Target="../ink/ink1276.xml"/><Relationship Id="rId7" Type="http://schemas.openxmlformats.org/officeDocument/2006/relationships/customXml" Target="../ink/ink1216.xml"/><Relationship Id="rId71" Type="http://schemas.openxmlformats.org/officeDocument/2006/relationships/customXml" Target="../ink/ink1248.xml"/><Relationship Id="rId92" Type="http://schemas.openxmlformats.org/officeDocument/2006/relationships/image" Target="../media/image1206.png"/><Relationship Id="rId2" Type="http://schemas.openxmlformats.org/officeDocument/2006/relationships/image" Target="../media/image1162.png"/><Relationship Id="rId29" Type="http://schemas.openxmlformats.org/officeDocument/2006/relationships/customXml" Target="../ink/ink1227.xml"/><Relationship Id="rId24" Type="http://schemas.openxmlformats.org/officeDocument/2006/relationships/image" Target="../media/image1173.png"/><Relationship Id="rId40" Type="http://schemas.openxmlformats.org/officeDocument/2006/relationships/image" Target="../media/image1181.png"/><Relationship Id="rId45" Type="http://schemas.openxmlformats.org/officeDocument/2006/relationships/customXml" Target="../ink/ink1235.xml"/><Relationship Id="rId66" Type="http://schemas.openxmlformats.org/officeDocument/2006/relationships/image" Target="../media/image74.png"/><Relationship Id="rId87" Type="http://schemas.openxmlformats.org/officeDocument/2006/relationships/customXml" Target="../ink/ink1256.xml"/><Relationship Id="rId110" Type="http://schemas.openxmlformats.org/officeDocument/2006/relationships/image" Target="../media/image1215.png"/><Relationship Id="rId115" Type="http://schemas.openxmlformats.org/officeDocument/2006/relationships/customXml" Target="../ink/ink1270.xml"/><Relationship Id="rId131" Type="http://schemas.openxmlformats.org/officeDocument/2006/relationships/customXml" Target="../ink/ink1279.xml"/><Relationship Id="rId136" Type="http://schemas.openxmlformats.org/officeDocument/2006/relationships/image" Target="../media/image1227.png"/><Relationship Id="rId61" Type="http://schemas.openxmlformats.org/officeDocument/2006/relationships/customXml" Target="../ink/ink1243.xml"/><Relationship Id="rId82" Type="http://schemas.openxmlformats.org/officeDocument/2006/relationships/image" Target="../media/image1201.png"/><Relationship Id="rId19" Type="http://schemas.openxmlformats.org/officeDocument/2006/relationships/customXml" Target="../ink/ink1222.xml"/><Relationship Id="rId14" Type="http://schemas.openxmlformats.org/officeDocument/2006/relationships/image" Target="../media/image1168.png"/><Relationship Id="rId30" Type="http://schemas.openxmlformats.org/officeDocument/2006/relationships/image" Target="../media/image1176.png"/><Relationship Id="rId35" Type="http://schemas.openxmlformats.org/officeDocument/2006/relationships/customXml" Target="../ink/ink1230.xml"/><Relationship Id="rId56" Type="http://schemas.openxmlformats.org/officeDocument/2006/relationships/image" Target="../media/image1189.png"/><Relationship Id="rId77" Type="http://schemas.openxmlformats.org/officeDocument/2006/relationships/customXml" Target="../ink/ink1251.xml"/><Relationship Id="rId100" Type="http://schemas.openxmlformats.org/officeDocument/2006/relationships/image" Target="../media/image1210.png"/><Relationship Id="rId105" Type="http://schemas.openxmlformats.org/officeDocument/2006/relationships/customXml" Target="../ink/ink1265.xml"/><Relationship Id="rId126" Type="http://schemas.openxmlformats.org/officeDocument/2006/relationships/image" Target="../media/image1222.png"/><Relationship Id="rId8" Type="http://schemas.openxmlformats.org/officeDocument/2006/relationships/image" Target="../media/image1165.png"/><Relationship Id="rId51" Type="http://schemas.openxmlformats.org/officeDocument/2006/relationships/customXml" Target="../ink/ink1238.xml"/><Relationship Id="rId72" Type="http://schemas.openxmlformats.org/officeDocument/2006/relationships/image" Target="../media/image1196.png"/><Relationship Id="rId93" Type="http://schemas.openxmlformats.org/officeDocument/2006/relationships/customXml" Target="../ink/ink1259.xml"/><Relationship Id="rId98" Type="http://schemas.openxmlformats.org/officeDocument/2006/relationships/image" Target="../media/image1209.png"/><Relationship Id="rId121" Type="http://schemas.openxmlformats.org/officeDocument/2006/relationships/image" Target="../media/image1220.png"/><Relationship Id="rId3" Type="http://schemas.openxmlformats.org/officeDocument/2006/relationships/customXml" Target="../ink/ink1214.xml"/><Relationship Id="rId25" Type="http://schemas.openxmlformats.org/officeDocument/2006/relationships/customXml" Target="../ink/ink1225.xml"/><Relationship Id="rId46" Type="http://schemas.openxmlformats.org/officeDocument/2006/relationships/image" Target="../media/image1184.png"/><Relationship Id="rId67" Type="http://schemas.openxmlformats.org/officeDocument/2006/relationships/customXml" Target="../ink/ink1246.xml"/><Relationship Id="rId116" Type="http://schemas.openxmlformats.org/officeDocument/2006/relationships/image" Target="../media/image1218.png"/><Relationship Id="rId137" Type="http://schemas.openxmlformats.org/officeDocument/2006/relationships/customXml" Target="../ink/ink1282.xml"/><Relationship Id="rId20" Type="http://schemas.openxmlformats.org/officeDocument/2006/relationships/image" Target="../media/image1171.png"/><Relationship Id="rId41" Type="http://schemas.openxmlformats.org/officeDocument/2006/relationships/customXml" Target="../ink/ink1233.xml"/><Relationship Id="rId62" Type="http://schemas.openxmlformats.org/officeDocument/2006/relationships/image" Target="../media/image1192.png"/><Relationship Id="rId83" Type="http://schemas.openxmlformats.org/officeDocument/2006/relationships/customXml" Target="../ink/ink1254.xml"/><Relationship Id="rId88" Type="http://schemas.openxmlformats.org/officeDocument/2006/relationships/image" Target="../media/image1204.png"/><Relationship Id="rId111" Type="http://schemas.openxmlformats.org/officeDocument/2006/relationships/customXml" Target="../ink/ink1268.xml"/><Relationship Id="rId132" Type="http://schemas.openxmlformats.org/officeDocument/2006/relationships/image" Target="../media/image1225.png"/><Relationship Id="rId15" Type="http://schemas.openxmlformats.org/officeDocument/2006/relationships/customXml" Target="../ink/ink1220.xml"/><Relationship Id="rId36" Type="http://schemas.openxmlformats.org/officeDocument/2006/relationships/image" Target="../media/image1179.png"/><Relationship Id="rId57" Type="http://schemas.openxmlformats.org/officeDocument/2006/relationships/customXml" Target="../ink/ink1241.xml"/><Relationship Id="rId106" Type="http://schemas.openxmlformats.org/officeDocument/2006/relationships/image" Target="../media/image1213.png"/><Relationship Id="rId127" Type="http://schemas.openxmlformats.org/officeDocument/2006/relationships/customXml" Target="../ink/ink1277.xml"/><Relationship Id="rId10" Type="http://schemas.openxmlformats.org/officeDocument/2006/relationships/image" Target="../media/image1166.png"/><Relationship Id="rId31" Type="http://schemas.openxmlformats.org/officeDocument/2006/relationships/customXml" Target="../ink/ink1228.xml"/><Relationship Id="rId52" Type="http://schemas.openxmlformats.org/officeDocument/2006/relationships/image" Target="../media/image1187.png"/><Relationship Id="rId73" Type="http://schemas.openxmlformats.org/officeDocument/2006/relationships/customXml" Target="../ink/ink1249.xml"/><Relationship Id="rId78" Type="http://schemas.openxmlformats.org/officeDocument/2006/relationships/image" Target="../media/image1199.png"/><Relationship Id="rId94" Type="http://schemas.openxmlformats.org/officeDocument/2006/relationships/image" Target="../media/image1207.png"/><Relationship Id="rId99" Type="http://schemas.openxmlformats.org/officeDocument/2006/relationships/customXml" Target="../ink/ink1262.xml"/><Relationship Id="rId101" Type="http://schemas.openxmlformats.org/officeDocument/2006/relationships/customXml" Target="../ink/ink1263.xml"/><Relationship Id="rId122" Type="http://schemas.openxmlformats.org/officeDocument/2006/relationships/customXml" Target="../ink/ink1274.xml"/><Relationship Id="rId4" Type="http://schemas.openxmlformats.org/officeDocument/2006/relationships/image" Target="../media/image1163.png"/><Relationship Id="rId9" Type="http://schemas.openxmlformats.org/officeDocument/2006/relationships/customXml" Target="../ink/ink1217.xml"/><Relationship Id="rId26" Type="http://schemas.openxmlformats.org/officeDocument/2006/relationships/image" Target="../media/image1174.png"/><Relationship Id="rId47" Type="http://schemas.openxmlformats.org/officeDocument/2006/relationships/customXml" Target="../ink/ink1236.xml"/><Relationship Id="rId68" Type="http://schemas.openxmlformats.org/officeDocument/2006/relationships/image" Target="../media/image1194.png"/><Relationship Id="rId89" Type="http://schemas.openxmlformats.org/officeDocument/2006/relationships/customXml" Target="../ink/ink1257.xml"/><Relationship Id="rId112" Type="http://schemas.openxmlformats.org/officeDocument/2006/relationships/image" Target="../media/image1216.png"/><Relationship Id="rId133" Type="http://schemas.openxmlformats.org/officeDocument/2006/relationships/customXml" Target="../ink/ink1280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83.png"/><Relationship Id="rId21" Type="http://schemas.openxmlformats.org/officeDocument/2006/relationships/image" Target="../media/image1238.png"/><Relationship Id="rId63" Type="http://schemas.openxmlformats.org/officeDocument/2006/relationships/customXml" Target="../ink/ink1313.xml"/><Relationship Id="rId159" Type="http://schemas.openxmlformats.org/officeDocument/2006/relationships/image" Target="../media/image1304.png"/><Relationship Id="rId170" Type="http://schemas.openxmlformats.org/officeDocument/2006/relationships/customXml" Target="../ink/ink1367.xml"/><Relationship Id="rId226" Type="http://schemas.openxmlformats.org/officeDocument/2006/relationships/customXml" Target="../ink/ink1395.xml"/><Relationship Id="rId268" Type="http://schemas.openxmlformats.org/officeDocument/2006/relationships/image" Target="../media/image1358.png"/><Relationship Id="rId32" Type="http://schemas.openxmlformats.org/officeDocument/2006/relationships/customXml" Target="../ink/ink1297.xml"/><Relationship Id="rId74" Type="http://schemas.openxmlformats.org/officeDocument/2006/relationships/image" Target="../media/image1263.png"/><Relationship Id="rId128" Type="http://schemas.openxmlformats.org/officeDocument/2006/relationships/customXml" Target="../ink/ink1346.xml"/><Relationship Id="rId5" Type="http://schemas.openxmlformats.org/officeDocument/2006/relationships/image" Target="../media/image1164.jpeg"/><Relationship Id="rId95" Type="http://schemas.openxmlformats.org/officeDocument/2006/relationships/image" Target="../media/image1272.png"/><Relationship Id="rId160" Type="http://schemas.openxmlformats.org/officeDocument/2006/relationships/customXml" Target="../ink/ink1362.xml"/><Relationship Id="rId181" Type="http://schemas.openxmlformats.org/officeDocument/2006/relationships/image" Target="../media/image1315.png"/><Relationship Id="rId216" Type="http://schemas.openxmlformats.org/officeDocument/2006/relationships/customXml" Target="../ink/ink1390.xml"/><Relationship Id="rId237" Type="http://schemas.openxmlformats.org/officeDocument/2006/relationships/image" Target="../media/image1343.png"/><Relationship Id="rId258" Type="http://schemas.openxmlformats.org/officeDocument/2006/relationships/image" Target="../media/image1353.png"/><Relationship Id="rId22" Type="http://schemas.openxmlformats.org/officeDocument/2006/relationships/customXml" Target="../ink/ink1292.xml"/><Relationship Id="rId43" Type="http://schemas.openxmlformats.org/officeDocument/2006/relationships/customXml" Target="../ink/ink1303.xml"/><Relationship Id="rId64" Type="http://schemas.openxmlformats.org/officeDocument/2006/relationships/image" Target="../media/image1258.png"/><Relationship Id="rId118" Type="http://schemas.openxmlformats.org/officeDocument/2006/relationships/customXml" Target="../ink/ink1341.xml"/><Relationship Id="rId139" Type="http://schemas.openxmlformats.org/officeDocument/2006/relationships/image" Target="../media/image1294.png"/><Relationship Id="rId85" Type="http://schemas.openxmlformats.org/officeDocument/2006/relationships/customXml" Target="../ink/ink1324.xml"/><Relationship Id="rId150" Type="http://schemas.openxmlformats.org/officeDocument/2006/relationships/customXml" Target="../ink/ink1357.xml"/><Relationship Id="rId171" Type="http://schemas.openxmlformats.org/officeDocument/2006/relationships/image" Target="../media/image1310.png"/><Relationship Id="rId192" Type="http://schemas.openxmlformats.org/officeDocument/2006/relationships/customXml" Target="../ink/ink1378.xml"/><Relationship Id="rId206" Type="http://schemas.openxmlformats.org/officeDocument/2006/relationships/customXml" Target="../ink/ink1385.xml"/><Relationship Id="rId227" Type="http://schemas.openxmlformats.org/officeDocument/2006/relationships/image" Target="../media/image1338.png"/><Relationship Id="rId248" Type="http://schemas.openxmlformats.org/officeDocument/2006/relationships/customXml" Target="../ink/ink1406.xml"/><Relationship Id="rId269" Type="http://schemas.openxmlformats.org/officeDocument/2006/relationships/customXml" Target="../ink/ink1417.xml"/><Relationship Id="rId12" Type="http://schemas.openxmlformats.org/officeDocument/2006/relationships/customXml" Target="../ink/ink1287.xml"/><Relationship Id="rId33" Type="http://schemas.openxmlformats.org/officeDocument/2006/relationships/image" Target="../media/image1244.png"/><Relationship Id="rId108" Type="http://schemas.openxmlformats.org/officeDocument/2006/relationships/customXml" Target="../ink/ink1336.xml"/><Relationship Id="rId129" Type="http://schemas.openxmlformats.org/officeDocument/2006/relationships/image" Target="../media/image1289.png"/><Relationship Id="rId54" Type="http://schemas.openxmlformats.org/officeDocument/2006/relationships/image" Target="../media/image1253.png"/><Relationship Id="rId75" Type="http://schemas.openxmlformats.org/officeDocument/2006/relationships/customXml" Target="../ink/ink1319.xml"/><Relationship Id="rId96" Type="http://schemas.openxmlformats.org/officeDocument/2006/relationships/customXml" Target="../ink/ink1330.xml"/><Relationship Id="rId140" Type="http://schemas.openxmlformats.org/officeDocument/2006/relationships/customXml" Target="../ink/ink1352.xml"/><Relationship Id="rId161" Type="http://schemas.openxmlformats.org/officeDocument/2006/relationships/image" Target="../media/image1305.png"/><Relationship Id="rId182" Type="http://schemas.openxmlformats.org/officeDocument/2006/relationships/customXml" Target="../ink/ink1373.xml"/><Relationship Id="rId217" Type="http://schemas.openxmlformats.org/officeDocument/2006/relationships/image" Target="../media/image1333.png"/><Relationship Id="rId6" Type="http://schemas.openxmlformats.org/officeDocument/2006/relationships/customXml" Target="../ink/ink1284.xml"/><Relationship Id="rId238" Type="http://schemas.openxmlformats.org/officeDocument/2006/relationships/customXml" Target="../ink/ink1401.xml"/><Relationship Id="rId259" Type="http://schemas.openxmlformats.org/officeDocument/2006/relationships/customXml" Target="../ink/ink1412.xml"/><Relationship Id="rId23" Type="http://schemas.openxmlformats.org/officeDocument/2006/relationships/image" Target="../media/image1239.png"/><Relationship Id="rId119" Type="http://schemas.openxmlformats.org/officeDocument/2006/relationships/image" Target="../media/image1284.png"/><Relationship Id="rId270" Type="http://schemas.openxmlformats.org/officeDocument/2006/relationships/image" Target="../media/image1359.png"/><Relationship Id="rId44" Type="http://schemas.openxmlformats.org/officeDocument/2006/relationships/image" Target="../media/image1248.png"/><Relationship Id="rId65" Type="http://schemas.openxmlformats.org/officeDocument/2006/relationships/customXml" Target="../ink/ink1314.xml"/><Relationship Id="rId86" Type="http://schemas.openxmlformats.org/officeDocument/2006/relationships/customXml" Target="../ink/ink1325.xml"/><Relationship Id="rId130" Type="http://schemas.openxmlformats.org/officeDocument/2006/relationships/customXml" Target="../ink/ink1347.xml"/><Relationship Id="rId151" Type="http://schemas.openxmlformats.org/officeDocument/2006/relationships/image" Target="../media/image1300.png"/><Relationship Id="rId172" Type="http://schemas.openxmlformats.org/officeDocument/2006/relationships/customXml" Target="../ink/ink1368.xml"/><Relationship Id="rId193" Type="http://schemas.openxmlformats.org/officeDocument/2006/relationships/image" Target="../media/image1321.png"/><Relationship Id="rId207" Type="http://schemas.openxmlformats.org/officeDocument/2006/relationships/image" Target="../media/image1328.png"/><Relationship Id="rId228" Type="http://schemas.openxmlformats.org/officeDocument/2006/relationships/customXml" Target="../ink/ink1396.xml"/><Relationship Id="rId249" Type="http://schemas.openxmlformats.org/officeDocument/2006/relationships/image" Target="../media/image1349.png"/><Relationship Id="rId13" Type="http://schemas.openxmlformats.org/officeDocument/2006/relationships/image" Target="../media/image1234.png"/><Relationship Id="rId109" Type="http://schemas.openxmlformats.org/officeDocument/2006/relationships/image" Target="../media/image1279.png"/><Relationship Id="rId260" Type="http://schemas.openxmlformats.org/officeDocument/2006/relationships/image" Target="../media/image1354.png"/><Relationship Id="rId34" Type="http://schemas.openxmlformats.org/officeDocument/2006/relationships/customXml" Target="../ink/ink1298.xml"/><Relationship Id="rId55" Type="http://schemas.openxmlformats.org/officeDocument/2006/relationships/customXml" Target="../ink/ink1309.xml"/><Relationship Id="rId76" Type="http://schemas.openxmlformats.org/officeDocument/2006/relationships/image" Target="../media/image1264.png"/><Relationship Id="rId97" Type="http://schemas.openxmlformats.org/officeDocument/2006/relationships/image" Target="../media/image1273.png"/><Relationship Id="rId120" Type="http://schemas.openxmlformats.org/officeDocument/2006/relationships/customXml" Target="../ink/ink1342.xml"/><Relationship Id="rId141" Type="http://schemas.openxmlformats.org/officeDocument/2006/relationships/image" Target="../media/image1295.png"/><Relationship Id="rId7" Type="http://schemas.openxmlformats.org/officeDocument/2006/relationships/image" Target="../media/image1232.png"/><Relationship Id="rId162" Type="http://schemas.openxmlformats.org/officeDocument/2006/relationships/customXml" Target="../ink/ink1363.xml"/><Relationship Id="rId183" Type="http://schemas.openxmlformats.org/officeDocument/2006/relationships/image" Target="../media/image1316.png"/><Relationship Id="rId218" Type="http://schemas.openxmlformats.org/officeDocument/2006/relationships/customXml" Target="../ink/ink1391.xml"/><Relationship Id="rId239" Type="http://schemas.openxmlformats.org/officeDocument/2006/relationships/image" Target="../media/image1344.png"/><Relationship Id="rId250" Type="http://schemas.openxmlformats.org/officeDocument/2006/relationships/customXml" Target="../ink/ink1407.xml"/><Relationship Id="rId271" Type="http://schemas.openxmlformats.org/officeDocument/2006/relationships/customXml" Target="../ink/ink1418.xml"/><Relationship Id="rId24" Type="http://schemas.openxmlformats.org/officeDocument/2006/relationships/customXml" Target="../ink/ink1293.xml"/><Relationship Id="rId45" Type="http://schemas.openxmlformats.org/officeDocument/2006/relationships/customXml" Target="../ink/ink1304.xml"/><Relationship Id="rId66" Type="http://schemas.openxmlformats.org/officeDocument/2006/relationships/image" Target="../media/image1259.png"/><Relationship Id="rId87" Type="http://schemas.openxmlformats.org/officeDocument/2006/relationships/image" Target="../media/image1268.png"/><Relationship Id="rId110" Type="http://schemas.openxmlformats.org/officeDocument/2006/relationships/customXml" Target="../ink/ink1337.xml"/><Relationship Id="rId131" Type="http://schemas.openxmlformats.org/officeDocument/2006/relationships/image" Target="../media/image1290.png"/><Relationship Id="rId152" Type="http://schemas.openxmlformats.org/officeDocument/2006/relationships/customXml" Target="../ink/ink1358.xml"/><Relationship Id="rId173" Type="http://schemas.openxmlformats.org/officeDocument/2006/relationships/image" Target="../media/image1311.png"/><Relationship Id="rId194" Type="http://schemas.openxmlformats.org/officeDocument/2006/relationships/customXml" Target="../ink/ink1379.xml"/><Relationship Id="rId208" Type="http://schemas.openxmlformats.org/officeDocument/2006/relationships/customXml" Target="../ink/ink1386.xml"/><Relationship Id="rId229" Type="http://schemas.openxmlformats.org/officeDocument/2006/relationships/image" Target="../media/image1339.png"/><Relationship Id="rId240" Type="http://schemas.openxmlformats.org/officeDocument/2006/relationships/customXml" Target="../ink/ink1402.xml"/><Relationship Id="rId261" Type="http://schemas.openxmlformats.org/officeDocument/2006/relationships/customXml" Target="../ink/ink1413.xml"/><Relationship Id="rId14" Type="http://schemas.openxmlformats.org/officeDocument/2006/relationships/customXml" Target="../ink/ink1288.xml"/><Relationship Id="rId35" Type="http://schemas.openxmlformats.org/officeDocument/2006/relationships/image" Target="../media/image1245.png"/><Relationship Id="rId56" Type="http://schemas.openxmlformats.org/officeDocument/2006/relationships/image" Target="../media/image1254.png"/><Relationship Id="rId77" Type="http://schemas.openxmlformats.org/officeDocument/2006/relationships/customXml" Target="../ink/ink1320.xml"/><Relationship Id="rId100" Type="http://schemas.openxmlformats.org/officeDocument/2006/relationships/customXml" Target="../ink/ink1332.xml"/><Relationship Id="rId8" Type="http://schemas.openxmlformats.org/officeDocument/2006/relationships/customXml" Target="../ink/ink1285.xml"/><Relationship Id="rId98" Type="http://schemas.openxmlformats.org/officeDocument/2006/relationships/customXml" Target="../ink/ink1331.xml"/><Relationship Id="rId121" Type="http://schemas.openxmlformats.org/officeDocument/2006/relationships/image" Target="../media/image1285.png"/><Relationship Id="rId142" Type="http://schemas.openxmlformats.org/officeDocument/2006/relationships/customXml" Target="../ink/ink1353.xml"/><Relationship Id="rId163" Type="http://schemas.openxmlformats.org/officeDocument/2006/relationships/image" Target="../media/image1306.png"/><Relationship Id="rId184" Type="http://schemas.openxmlformats.org/officeDocument/2006/relationships/customXml" Target="../ink/ink1374.xml"/><Relationship Id="rId219" Type="http://schemas.openxmlformats.org/officeDocument/2006/relationships/image" Target="../media/image1334.png"/><Relationship Id="rId230" Type="http://schemas.openxmlformats.org/officeDocument/2006/relationships/customXml" Target="../ink/ink1397.xml"/><Relationship Id="rId251" Type="http://schemas.openxmlformats.org/officeDocument/2006/relationships/customXml" Target="../ink/ink1408.xml"/><Relationship Id="rId25" Type="http://schemas.openxmlformats.org/officeDocument/2006/relationships/image" Target="../media/image1240.png"/><Relationship Id="rId46" Type="http://schemas.openxmlformats.org/officeDocument/2006/relationships/image" Target="../media/image1249.png"/><Relationship Id="rId67" Type="http://schemas.openxmlformats.org/officeDocument/2006/relationships/customXml" Target="../ink/ink1315.xml"/><Relationship Id="rId272" Type="http://schemas.openxmlformats.org/officeDocument/2006/relationships/image" Target="../media/image1360.png"/><Relationship Id="rId88" Type="http://schemas.openxmlformats.org/officeDocument/2006/relationships/customXml" Target="../ink/ink1326.xml"/><Relationship Id="rId111" Type="http://schemas.openxmlformats.org/officeDocument/2006/relationships/image" Target="../media/image1280.png"/><Relationship Id="rId132" Type="http://schemas.openxmlformats.org/officeDocument/2006/relationships/customXml" Target="../ink/ink1348.xml"/><Relationship Id="rId153" Type="http://schemas.openxmlformats.org/officeDocument/2006/relationships/image" Target="../media/image1301.png"/><Relationship Id="rId174" Type="http://schemas.openxmlformats.org/officeDocument/2006/relationships/customXml" Target="../ink/ink1369.xml"/><Relationship Id="rId195" Type="http://schemas.openxmlformats.org/officeDocument/2006/relationships/image" Target="../media/image1322.png"/><Relationship Id="rId209" Type="http://schemas.openxmlformats.org/officeDocument/2006/relationships/image" Target="../media/image1329.png"/><Relationship Id="rId220" Type="http://schemas.openxmlformats.org/officeDocument/2006/relationships/customXml" Target="../ink/ink1392.xml"/><Relationship Id="rId241" Type="http://schemas.openxmlformats.org/officeDocument/2006/relationships/image" Target="../media/image1345.png"/><Relationship Id="rId15" Type="http://schemas.openxmlformats.org/officeDocument/2006/relationships/image" Target="../media/image1235.png"/><Relationship Id="rId36" Type="http://schemas.openxmlformats.org/officeDocument/2006/relationships/customXml" Target="../ink/ink1299.xml"/><Relationship Id="rId57" Type="http://schemas.openxmlformats.org/officeDocument/2006/relationships/customXml" Target="../ink/ink1310.xml"/><Relationship Id="rId262" Type="http://schemas.openxmlformats.org/officeDocument/2006/relationships/image" Target="../media/image1355.png"/><Relationship Id="rId78" Type="http://schemas.openxmlformats.org/officeDocument/2006/relationships/image" Target="../media/image1265.png"/><Relationship Id="rId99" Type="http://schemas.openxmlformats.org/officeDocument/2006/relationships/image" Target="../media/image1274.png"/><Relationship Id="rId101" Type="http://schemas.openxmlformats.org/officeDocument/2006/relationships/image" Target="../media/image1275.png"/><Relationship Id="rId122" Type="http://schemas.openxmlformats.org/officeDocument/2006/relationships/customXml" Target="../ink/ink1343.xml"/><Relationship Id="rId143" Type="http://schemas.openxmlformats.org/officeDocument/2006/relationships/image" Target="../media/image1296.png"/><Relationship Id="rId164" Type="http://schemas.openxmlformats.org/officeDocument/2006/relationships/customXml" Target="../ink/ink1364.xml"/><Relationship Id="rId185" Type="http://schemas.openxmlformats.org/officeDocument/2006/relationships/image" Target="../media/image1317.png"/><Relationship Id="rId9" Type="http://schemas.openxmlformats.org/officeDocument/2006/relationships/image" Target="../media/image74.png"/><Relationship Id="rId210" Type="http://schemas.openxmlformats.org/officeDocument/2006/relationships/customXml" Target="../ink/ink1387.xml"/><Relationship Id="rId26" Type="http://schemas.openxmlformats.org/officeDocument/2006/relationships/customXml" Target="../ink/ink1294.xml"/><Relationship Id="rId231" Type="http://schemas.openxmlformats.org/officeDocument/2006/relationships/image" Target="../media/image1340.png"/><Relationship Id="rId252" Type="http://schemas.openxmlformats.org/officeDocument/2006/relationships/image" Target="../media/image1350.png"/><Relationship Id="rId273" Type="http://schemas.openxmlformats.org/officeDocument/2006/relationships/customXml" Target="../ink/ink1419.xml"/><Relationship Id="rId47" Type="http://schemas.openxmlformats.org/officeDocument/2006/relationships/customXml" Target="../ink/ink1305.xml"/><Relationship Id="rId68" Type="http://schemas.openxmlformats.org/officeDocument/2006/relationships/image" Target="../media/image1260.png"/><Relationship Id="rId89" Type="http://schemas.openxmlformats.org/officeDocument/2006/relationships/image" Target="../media/image1269.png"/><Relationship Id="rId112" Type="http://schemas.openxmlformats.org/officeDocument/2006/relationships/customXml" Target="../ink/ink1338.xml"/><Relationship Id="rId133" Type="http://schemas.openxmlformats.org/officeDocument/2006/relationships/image" Target="../media/image1291.png"/><Relationship Id="rId154" Type="http://schemas.openxmlformats.org/officeDocument/2006/relationships/customXml" Target="../ink/ink1359.xml"/><Relationship Id="rId175" Type="http://schemas.openxmlformats.org/officeDocument/2006/relationships/image" Target="../media/image1312.png"/><Relationship Id="rId196" Type="http://schemas.openxmlformats.org/officeDocument/2006/relationships/customXml" Target="../ink/ink1380.xml"/><Relationship Id="rId200" Type="http://schemas.openxmlformats.org/officeDocument/2006/relationships/customXml" Target="../ink/ink1382.xml"/><Relationship Id="rId16" Type="http://schemas.openxmlformats.org/officeDocument/2006/relationships/customXml" Target="../ink/ink1289.xml"/><Relationship Id="rId221" Type="http://schemas.openxmlformats.org/officeDocument/2006/relationships/image" Target="../media/image1335.png"/><Relationship Id="rId242" Type="http://schemas.openxmlformats.org/officeDocument/2006/relationships/customXml" Target="../ink/ink1403.xml"/><Relationship Id="rId263" Type="http://schemas.openxmlformats.org/officeDocument/2006/relationships/customXml" Target="../ink/ink1414.xml"/><Relationship Id="rId37" Type="http://schemas.openxmlformats.org/officeDocument/2006/relationships/customXml" Target="../ink/ink1300.xml"/><Relationship Id="rId58" Type="http://schemas.openxmlformats.org/officeDocument/2006/relationships/image" Target="../media/image1255.png"/><Relationship Id="rId79" Type="http://schemas.openxmlformats.org/officeDocument/2006/relationships/customXml" Target="../ink/ink1321.xml"/><Relationship Id="rId102" Type="http://schemas.openxmlformats.org/officeDocument/2006/relationships/customXml" Target="../ink/ink1333.xml"/><Relationship Id="rId123" Type="http://schemas.openxmlformats.org/officeDocument/2006/relationships/image" Target="../media/image1286.png"/><Relationship Id="rId144" Type="http://schemas.openxmlformats.org/officeDocument/2006/relationships/customXml" Target="../ink/ink1354.xml"/><Relationship Id="rId90" Type="http://schemas.openxmlformats.org/officeDocument/2006/relationships/customXml" Target="../ink/ink1327.xml"/><Relationship Id="rId165" Type="http://schemas.openxmlformats.org/officeDocument/2006/relationships/image" Target="../media/image1307.png"/><Relationship Id="rId186" Type="http://schemas.openxmlformats.org/officeDocument/2006/relationships/customXml" Target="../ink/ink1375.xml"/><Relationship Id="rId211" Type="http://schemas.openxmlformats.org/officeDocument/2006/relationships/image" Target="../media/image1330.png"/><Relationship Id="rId232" Type="http://schemas.openxmlformats.org/officeDocument/2006/relationships/customXml" Target="../ink/ink1398.xml"/><Relationship Id="rId253" Type="http://schemas.openxmlformats.org/officeDocument/2006/relationships/customXml" Target="../ink/ink1409.xml"/><Relationship Id="rId274" Type="http://schemas.openxmlformats.org/officeDocument/2006/relationships/customXml" Target="../ink/ink1420.xml"/><Relationship Id="rId27" Type="http://schemas.openxmlformats.org/officeDocument/2006/relationships/image" Target="../media/image1241.png"/><Relationship Id="rId48" Type="http://schemas.openxmlformats.org/officeDocument/2006/relationships/image" Target="../media/image1250.png"/><Relationship Id="rId69" Type="http://schemas.openxmlformats.org/officeDocument/2006/relationships/customXml" Target="../ink/ink1316.xml"/><Relationship Id="rId113" Type="http://schemas.openxmlformats.org/officeDocument/2006/relationships/image" Target="../media/image1281.png"/><Relationship Id="rId134" Type="http://schemas.openxmlformats.org/officeDocument/2006/relationships/customXml" Target="../ink/ink1349.xml"/><Relationship Id="rId80" Type="http://schemas.openxmlformats.org/officeDocument/2006/relationships/image" Target="../media/image1266.png"/><Relationship Id="rId155" Type="http://schemas.openxmlformats.org/officeDocument/2006/relationships/image" Target="../media/image1302.png"/><Relationship Id="rId176" Type="http://schemas.openxmlformats.org/officeDocument/2006/relationships/customXml" Target="../ink/ink1370.xml"/><Relationship Id="rId197" Type="http://schemas.openxmlformats.org/officeDocument/2006/relationships/image" Target="../media/image1323.png"/><Relationship Id="rId201" Type="http://schemas.openxmlformats.org/officeDocument/2006/relationships/image" Target="../media/image1325.png"/><Relationship Id="rId222" Type="http://schemas.openxmlformats.org/officeDocument/2006/relationships/customXml" Target="../ink/ink1393.xml"/><Relationship Id="rId243" Type="http://schemas.openxmlformats.org/officeDocument/2006/relationships/image" Target="../media/image1346.png"/><Relationship Id="rId264" Type="http://schemas.openxmlformats.org/officeDocument/2006/relationships/image" Target="../media/image1356.png"/><Relationship Id="rId17" Type="http://schemas.openxmlformats.org/officeDocument/2006/relationships/image" Target="../media/image1236.png"/><Relationship Id="rId38" Type="http://schemas.openxmlformats.org/officeDocument/2006/relationships/image" Target="../media/image1246.png"/><Relationship Id="rId59" Type="http://schemas.openxmlformats.org/officeDocument/2006/relationships/customXml" Target="../ink/ink1311.xml"/><Relationship Id="rId103" Type="http://schemas.openxmlformats.org/officeDocument/2006/relationships/image" Target="../media/image1276.png"/><Relationship Id="rId124" Type="http://schemas.openxmlformats.org/officeDocument/2006/relationships/customXml" Target="../ink/ink1344.xml"/><Relationship Id="rId70" Type="http://schemas.openxmlformats.org/officeDocument/2006/relationships/image" Target="../media/image1261.png"/><Relationship Id="rId91" Type="http://schemas.openxmlformats.org/officeDocument/2006/relationships/image" Target="../media/image1270.png"/><Relationship Id="rId145" Type="http://schemas.openxmlformats.org/officeDocument/2006/relationships/image" Target="../media/image1297.png"/><Relationship Id="rId166" Type="http://schemas.openxmlformats.org/officeDocument/2006/relationships/customXml" Target="../ink/ink1365.xml"/><Relationship Id="rId187" Type="http://schemas.openxmlformats.org/officeDocument/2006/relationships/image" Target="../media/image131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88.xml"/><Relationship Id="rId233" Type="http://schemas.openxmlformats.org/officeDocument/2006/relationships/image" Target="../media/image1341.png"/><Relationship Id="rId254" Type="http://schemas.openxmlformats.org/officeDocument/2006/relationships/image" Target="../media/image1351.png"/><Relationship Id="rId28" Type="http://schemas.openxmlformats.org/officeDocument/2006/relationships/customXml" Target="../ink/ink1295.xml"/><Relationship Id="rId49" Type="http://schemas.openxmlformats.org/officeDocument/2006/relationships/customXml" Target="../ink/ink1306.xml"/><Relationship Id="rId114" Type="http://schemas.openxmlformats.org/officeDocument/2006/relationships/customXml" Target="../ink/ink1339.xml"/><Relationship Id="rId275" Type="http://schemas.openxmlformats.org/officeDocument/2006/relationships/image" Target="../media/image1361.png"/><Relationship Id="rId60" Type="http://schemas.openxmlformats.org/officeDocument/2006/relationships/image" Target="../media/image1256.png"/><Relationship Id="rId81" Type="http://schemas.openxmlformats.org/officeDocument/2006/relationships/customXml" Target="../ink/ink1322.xml"/><Relationship Id="rId135" Type="http://schemas.openxmlformats.org/officeDocument/2006/relationships/image" Target="../media/image1292.png"/><Relationship Id="rId156" Type="http://schemas.openxmlformats.org/officeDocument/2006/relationships/customXml" Target="../ink/ink1360.xml"/><Relationship Id="rId177" Type="http://schemas.openxmlformats.org/officeDocument/2006/relationships/image" Target="../media/image1313.png"/><Relationship Id="rId198" Type="http://schemas.openxmlformats.org/officeDocument/2006/relationships/customXml" Target="../ink/ink1381.xml"/><Relationship Id="rId202" Type="http://schemas.openxmlformats.org/officeDocument/2006/relationships/customXml" Target="../ink/ink1383.xml"/><Relationship Id="rId223" Type="http://schemas.openxmlformats.org/officeDocument/2006/relationships/image" Target="../media/image1336.png"/><Relationship Id="rId244" Type="http://schemas.openxmlformats.org/officeDocument/2006/relationships/customXml" Target="../ink/ink1404.xml"/><Relationship Id="rId18" Type="http://schemas.openxmlformats.org/officeDocument/2006/relationships/customXml" Target="../ink/ink1290.xml"/><Relationship Id="rId39" Type="http://schemas.openxmlformats.org/officeDocument/2006/relationships/customXml" Target="../ink/ink1301.xml"/><Relationship Id="rId265" Type="http://schemas.openxmlformats.org/officeDocument/2006/relationships/customXml" Target="../ink/ink1415.xml"/><Relationship Id="rId50" Type="http://schemas.openxmlformats.org/officeDocument/2006/relationships/image" Target="../media/image1251.png"/><Relationship Id="rId104" Type="http://schemas.openxmlformats.org/officeDocument/2006/relationships/customXml" Target="../ink/ink1334.xml"/><Relationship Id="rId125" Type="http://schemas.openxmlformats.org/officeDocument/2006/relationships/image" Target="../media/image1287.png"/><Relationship Id="rId146" Type="http://schemas.openxmlformats.org/officeDocument/2006/relationships/customXml" Target="../ink/ink1355.xml"/><Relationship Id="rId167" Type="http://schemas.openxmlformats.org/officeDocument/2006/relationships/image" Target="../media/image1308.png"/><Relationship Id="rId188" Type="http://schemas.openxmlformats.org/officeDocument/2006/relationships/customXml" Target="../ink/ink1376.xml"/><Relationship Id="rId71" Type="http://schemas.openxmlformats.org/officeDocument/2006/relationships/customXml" Target="../ink/ink1317.xml"/><Relationship Id="rId92" Type="http://schemas.openxmlformats.org/officeDocument/2006/relationships/customXml" Target="../ink/ink1328.xml"/><Relationship Id="rId213" Type="http://schemas.openxmlformats.org/officeDocument/2006/relationships/image" Target="../media/image1331.png"/><Relationship Id="rId234" Type="http://schemas.openxmlformats.org/officeDocument/2006/relationships/customXml" Target="../ink/ink1399.xml"/><Relationship Id="rId2" Type="http://schemas.openxmlformats.org/officeDocument/2006/relationships/image" Target="../media/image1163.jpeg"/><Relationship Id="rId29" Type="http://schemas.openxmlformats.org/officeDocument/2006/relationships/image" Target="../media/image1242.png"/><Relationship Id="rId255" Type="http://schemas.openxmlformats.org/officeDocument/2006/relationships/customXml" Target="../ink/ink1410.xml"/><Relationship Id="rId40" Type="http://schemas.openxmlformats.org/officeDocument/2006/relationships/image" Target="../media/image967.png"/><Relationship Id="rId115" Type="http://schemas.openxmlformats.org/officeDocument/2006/relationships/image" Target="../media/image1282.png"/><Relationship Id="rId136" Type="http://schemas.openxmlformats.org/officeDocument/2006/relationships/customXml" Target="../ink/ink1350.xml"/><Relationship Id="rId157" Type="http://schemas.openxmlformats.org/officeDocument/2006/relationships/image" Target="../media/image1303.png"/><Relationship Id="rId178" Type="http://schemas.openxmlformats.org/officeDocument/2006/relationships/customXml" Target="../ink/ink1371.xml"/><Relationship Id="rId61" Type="http://schemas.openxmlformats.org/officeDocument/2006/relationships/customXml" Target="../ink/ink1312.xml"/><Relationship Id="rId82" Type="http://schemas.openxmlformats.org/officeDocument/2006/relationships/image" Target="../media/image1267.png"/><Relationship Id="rId199" Type="http://schemas.openxmlformats.org/officeDocument/2006/relationships/image" Target="../media/image1324.png"/><Relationship Id="rId203" Type="http://schemas.openxmlformats.org/officeDocument/2006/relationships/image" Target="../media/image1326.png"/><Relationship Id="rId19" Type="http://schemas.openxmlformats.org/officeDocument/2006/relationships/image" Target="../media/image1237.png"/><Relationship Id="rId224" Type="http://schemas.openxmlformats.org/officeDocument/2006/relationships/customXml" Target="../ink/ink1394.xml"/><Relationship Id="rId245" Type="http://schemas.openxmlformats.org/officeDocument/2006/relationships/image" Target="../media/image1347.png"/><Relationship Id="rId266" Type="http://schemas.openxmlformats.org/officeDocument/2006/relationships/image" Target="../media/image1357.png"/><Relationship Id="rId30" Type="http://schemas.openxmlformats.org/officeDocument/2006/relationships/customXml" Target="../ink/ink1296.xml"/><Relationship Id="rId105" Type="http://schemas.openxmlformats.org/officeDocument/2006/relationships/image" Target="../media/image1277.png"/><Relationship Id="rId126" Type="http://schemas.openxmlformats.org/officeDocument/2006/relationships/customXml" Target="../ink/ink1345.xml"/><Relationship Id="rId147" Type="http://schemas.openxmlformats.org/officeDocument/2006/relationships/image" Target="../media/image1298.png"/><Relationship Id="rId168" Type="http://schemas.openxmlformats.org/officeDocument/2006/relationships/customXml" Target="../ink/ink1366.xml"/><Relationship Id="rId51" Type="http://schemas.openxmlformats.org/officeDocument/2006/relationships/customXml" Target="../ink/ink1307.xml"/><Relationship Id="rId72" Type="http://schemas.openxmlformats.org/officeDocument/2006/relationships/image" Target="../media/image1262.png"/><Relationship Id="rId93" Type="http://schemas.openxmlformats.org/officeDocument/2006/relationships/image" Target="../media/image1271.png"/><Relationship Id="rId189" Type="http://schemas.openxmlformats.org/officeDocument/2006/relationships/image" Target="../media/image1319.png"/><Relationship Id="rId3" Type="http://schemas.openxmlformats.org/officeDocument/2006/relationships/image" Target="../media/image11100.png"/><Relationship Id="rId214" Type="http://schemas.openxmlformats.org/officeDocument/2006/relationships/customXml" Target="../ink/ink1389.xml"/><Relationship Id="rId235" Type="http://schemas.openxmlformats.org/officeDocument/2006/relationships/image" Target="../media/image1342.png"/><Relationship Id="rId256" Type="http://schemas.openxmlformats.org/officeDocument/2006/relationships/image" Target="../media/image1352.png"/><Relationship Id="rId116" Type="http://schemas.openxmlformats.org/officeDocument/2006/relationships/customXml" Target="../ink/ink1340.xml"/><Relationship Id="rId137" Type="http://schemas.openxmlformats.org/officeDocument/2006/relationships/image" Target="../media/image1293.png"/><Relationship Id="rId158" Type="http://schemas.openxmlformats.org/officeDocument/2006/relationships/customXml" Target="../ink/ink1361.xml"/><Relationship Id="rId20" Type="http://schemas.openxmlformats.org/officeDocument/2006/relationships/customXml" Target="../ink/ink1291.xml"/><Relationship Id="rId41" Type="http://schemas.openxmlformats.org/officeDocument/2006/relationships/customXml" Target="../ink/ink1302.xml"/><Relationship Id="rId62" Type="http://schemas.openxmlformats.org/officeDocument/2006/relationships/image" Target="../media/image1257.png"/><Relationship Id="rId83" Type="http://schemas.openxmlformats.org/officeDocument/2006/relationships/customXml" Target="../ink/ink1323.xml"/><Relationship Id="rId179" Type="http://schemas.openxmlformats.org/officeDocument/2006/relationships/image" Target="../media/image1314.png"/><Relationship Id="rId190" Type="http://schemas.openxmlformats.org/officeDocument/2006/relationships/customXml" Target="../ink/ink1377.xml"/><Relationship Id="rId204" Type="http://schemas.openxmlformats.org/officeDocument/2006/relationships/customXml" Target="../ink/ink1384.xml"/><Relationship Id="rId225" Type="http://schemas.openxmlformats.org/officeDocument/2006/relationships/image" Target="../media/image1337.png"/><Relationship Id="rId246" Type="http://schemas.openxmlformats.org/officeDocument/2006/relationships/customXml" Target="../ink/ink1405.xml"/><Relationship Id="rId267" Type="http://schemas.openxmlformats.org/officeDocument/2006/relationships/customXml" Target="../ink/ink1416.xml"/><Relationship Id="rId106" Type="http://schemas.openxmlformats.org/officeDocument/2006/relationships/customXml" Target="../ink/ink1335.xml"/><Relationship Id="rId127" Type="http://schemas.openxmlformats.org/officeDocument/2006/relationships/image" Target="../media/image1288.png"/><Relationship Id="rId10" Type="http://schemas.openxmlformats.org/officeDocument/2006/relationships/customXml" Target="../ink/ink1286.xml"/><Relationship Id="rId31" Type="http://schemas.openxmlformats.org/officeDocument/2006/relationships/image" Target="../media/image1243.png"/><Relationship Id="rId52" Type="http://schemas.openxmlformats.org/officeDocument/2006/relationships/image" Target="../media/image1252.png"/><Relationship Id="rId73" Type="http://schemas.openxmlformats.org/officeDocument/2006/relationships/customXml" Target="../ink/ink1318.xml"/><Relationship Id="rId94" Type="http://schemas.openxmlformats.org/officeDocument/2006/relationships/customXml" Target="../ink/ink1329.xml"/><Relationship Id="rId148" Type="http://schemas.openxmlformats.org/officeDocument/2006/relationships/customXml" Target="../ink/ink1356.xml"/><Relationship Id="rId169" Type="http://schemas.openxmlformats.org/officeDocument/2006/relationships/image" Target="../media/image1309.png"/><Relationship Id="rId4" Type="http://schemas.openxmlformats.org/officeDocument/2006/relationships/image" Target="../media/image1231.png"/><Relationship Id="rId180" Type="http://schemas.openxmlformats.org/officeDocument/2006/relationships/customXml" Target="../ink/ink1372.xml"/><Relationship Id="rId215" Type="http://schemas.openxmlformats.org/officeDocument/2006/relationships/image" Target="../media/image1332.png"/><Relationship Id="rId236" Type="http://schemas.openxmlformats.org/officeDocument/2006/relationships/customXml" Target="../ink/ink1400.xml"/><Relationship Id="rId257" Type="http://schemas.openxmlformats.org/officeDocument/2006/relationships/customXml" Target="../ink/ink1411.xml"/><Relationship Id="rId42" Type="http://schemas.openxmlformats.org/officeDocument/2006/relationships/image" Target="../media/image1247.png"/><Relationship Id="rId84" Type="http://schemas.openxmlformats.org/officeDocument/2006/relationships/image" Target="../media/image1149.png"/><Relationship Id="rId138" Type="http://schemas.openxmlformats.org/officeDocument/2006/relationships/customXml" Target="../ink/ink1351.xml"/><Relationship Id="rId191" Type="http://schemas.openxmlformats.org/officeDocument/2006/relationships/image" Target="../media/image1320.png"/><Relationship Id="rId205" Type="http://schemas.openxmlformats.org/officeDocument/2006/relationships/image" Target="../media/image1327.png"/><Relationship Id="rId247" Type="http://schemas.openxmlformats.org/officeDocument/2006/relationships/image" Target="../media/image1348.png"/><Relationship Id="rId107" Type="http://schemas.openxmlformats.org/officeDocument/2006/relationships/image" Target="../media/image1278.png"/><Relationship Id="rId11" Type="http://schemas.openxmlformats.org/officeDocument/2006/relationships/image" Target="../media/image1233.png"/><Relationship Id="rId53" Type="http://schemas.openxmlformats.org/officeDocument/2006/relationships/customXml" Target="../ink/ink1308.xml"/><Relationship Id="rId149" Type="http://schemas.openxmlformats.org/officeDocument/2006/relationships/image" Target="../media/image129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32.xml"/><Relationship Id="rId21" Type="http://schemas.openxmlformats.org/officeDocument/2006/relationships/image" Target="../media/image1370.png"/><Relationship Id="rId42" Type="http://schemas.openxmlformats.org/officeDocument/2006/relationships/customXml" Target="../ink/ink1440.xml"/><Relationship Id="rId47" Type="http://schemas.openxmlformats.org/officeDocument/2006/relationships/image" Target="../media/image1382.png"/><Relationship Id="rId63" Type="http://schemas.openxmlformats.org/officeDocument/2006/relationships/image" Target="../media/image1390.png"/><Relationship Id="rId68" Type="http://schemas.openxmlformats.org/officeDocument/2006/relationships/customXml" Target="../ink/ink1453.xml"/><Relationship Id="rId84" Type="http://schemas.openxmlformats.org/officeDocument/2006/relationships/customXml" Target="../ink/ink1461.xml"/><Relationship Id="rId16" Type="http://schemas.openxmlformats.org/officeDocument/2006/relationships/customXml" Target="../ink/ink1427.xml"/><Relationship Id="rId11" Type="http://schemas.openxmlformats.org/officeDocument/2006/relationships/image" Target="../media/image1365.png"/><Relationship Id="rId32" Type="http://schemas.openxmlformats.org/officeDocument/2006/relationships/customXml" Target="../ink/ink1435.xml"/><Relationship Id="rId37" Type="http://schemas.openxmlformats.org/officeDocument/2006/relationships/image" Target="../media/image1377.png"/><Relationship Id="rId53" Type="http://schemas.openxmlformats.org/officeDocument/2006/relationships/image" Target="../media/image1385.png"/><Relationship Id="rId58" Type="http://schemas.openxmlformats.org/officeDocument/2006/relationships/customXml" Target="../ink/ink1448.xml"/><Relationship Id="rId74" Type="http://schemas.openxmlformats.org/officeDocument/2006/relationships/customXml" Target="../ink/ink1456.xml"/><Relationship Id="rId79" Type="http://schemas.openxmlformats.org/officeDocument/2006/relationships/image" Target="../media/image1398.png"/><Relationship Id="rId5" Type="http://schemas.openxmlformats.org/officeDocument/2006/relationships/image" Target="../media/image1362.png"/><Relationship Id="rId19" Type="http://schemas.openxmlformats.org/officeDocument/2006/relationships/image" Target="../media/image1369.png"/><Relationship Id="rId14" Type="http://schemas.openxmlformats.org/officeDocument/2006/relationships/customXml" Target="../ink/ink1426.xml"/><Relationship Id="rId22" Type="http://schemas.openxmlformats.org/officeDocument/2006/relationships/customXml" Target="../ink/ink1430.xml"/><Relationship Id="rId27" Type="http://schemas.openxmlformats.org/officeDocument/2006/relationships/image" Target="../media/image1372.png"/><Relationship Id="rId30" Type="http://schemas.openxmlformats.org/officeDocument/2006/relationships/customXml" Target="../ink/ink1434.xml"/><Relationship Id="rId35" Type="http://schemas.openxmlformats.org/officeDocument/2006/relationships/image" Target="../media/image1376.png"/><Relationship Id="rId43" Type="http://schemas.openxmlformats.org/officeDocument/2006/relationships/image" Target="../media/image1380.png"/><Relationship Id="rId48" Type="http://schemas.openxmlformats.org/officeDocument/2006/relationships/customXml" Target="../ink/ink1443.xml"/><Relationship Id="rId56" Type="http://schemas.openxmlformats.org/officeDocument/2006/relationships/customXml" Target="../ink/ink1447.xml"/><Relationship Id="rId64" Type="http://schemas.openxmlformats.org/officeDocument/2006/relationships/customXml" Target="../ink/ink1451.xml"/><Relationship Id="rId69" Type="http://schemas.openxmlformats.org/officeDocument/2006/relationships/image" Target="../media/image1393.png"/><Relationship Id="rId77" Type="http://schemas.openxmlformats.org/officeDocument/2006/relationships/image" Target="../media/image1397.png"/><Relationship Id="rId8" Type="http://schemas.openxmlformats.org/officeDocument/2006/relationships/customXml" Target="../ink/ink1423.xml"/><Relationship Id="rId51" Type="http://schemas.openxmlformats.org/officeDocument/2006/relationships/image" Target="../media/image1384.png"/><Relationship Id="rId72" Type="http://schemas.openxmlformats.org/officeDocument/2006/relationships/customXml" Target="../ink/ink1455.xml"/><Relationship Id="rId80" Type="http://schemas.openxmlformats.org/officeDocument/2006/relationships/customXml" Target="../ink/ink1459.xml"/><Relationship Id="rId85" Type="http://schemas.openxmlformats.org/officeDocument/2006/relationships/image" Target="../media/image1401.png"/><Relationship Id="rId3" Type="http://schemas.openxmlformats.org/officeDocument/2006/relationships/image" Target="../media/image11010.png"/><Relationship Id="rId12" Type="http://schemas.openxmlformats.org/officeDocument/2006/relationships/customXml" Target="../ink/ink1425.xml"/><Relationship Id="rId17" Type="http://schemas.openxmlformats.org/officeDocument/2006/relationships/image" Target="../media/image1368.png"/><Relationship Id="rId25" Type="http://schemas.openxmlformats.org/officeDocument/2006/relationships/image" Target="../media/image74.png"/><Relationship Id="rId33" Type="http://schemas.openxmlformats.org/officeDocument/2006/relationships/image" Target="../media/image1375.png"/><Relationship Id="rId38" Type="http://schemas.openxmlformats.org/officeDocument/2006/relationships/customXml" Target="../ink/ink1438.xml"/><Relationship Id="rId46" Type="http://schemas.openxmlformats.org/officeDocument/2006/relationships/customXml" Target="../ink/ink1442.xml"/><Relationship Id="rId59" Type="http://schemas.openxmlformats.org/officeDocument/2006/relationships/image" Target="../media/image1388.png"/><Relationship Id="rId67" Type="http://schemas.openxmlformats.org/officeDocument/2006/relationships/image" Target="../media/image1392.png"/><Relationship Id="rId20" Type="http://schemas.openxmlformats.org/officeDocument/2006/relationships/customXml" Target="../ink/ink1429.xml"/><Relationship Id="rId41" Type="http://schemas.openxmlformats.org/officeDocument/2006/relationships/image" Target="../media/image1379.png"/><Relationship Id="rId54" Type="http://schemas.openxmlformats.org/officeDocument/2006/relationships/customXml" Target="../ink/ink1446.xml"/><Relationship Id="rId62" Type="http://schemas.openxmlformats.org/officeDocument/2006/relationships/customXml" Target="../ink/ink1450.xml"/><Relationship Id="rId70" Type="http://schemas.openxmlformats.org/officeDocument/2006/relationships/customXml" Target="../ink/ink1454.xml"/><Relationship Id="rId75" Type="http://schemas.openxmlformats.org/officeDocument/2006/relationships/image" Target="../media/image1396.png"/><Relationship Id="rId83" Type="http://schemas.openxmlformats.org/officeDocument/2006/relationships/image" Target="../media/image140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22.xml"/><Relationship Id="rId15" Type="http://schemas.openxmlformats.org/officeDocument/2006/relationships/image" Target="../media/image1367.png"/><Relationship Id="rId23" Type="http://schemas.openxmlformats.org/officeDocument/2006/relationships/image" Target="../media/image1371.png"/><Relationship Id="rId28" Type="http://schemas.openxmlformats.org/officeDocument/2006/relationships/customXml" Target="../ink/ink1433.xml"/><Relationship Id="rId36" Type="http://schemas.openxmlformats.org/officeDocument/2006/relationships/customXml" Target="../ink/ink1437.xml"/><Relationship Id="rId49" Type="http://schemas.openxmlformats.org/officeDocument/2006/relationships/image" Target="../media/image1383.png"/><Relationship Id="rId57" Type="http://schemas.openxmlformats.org/officeDocument/2006/relationships/image" Target="../media/image1387.png"/><Relationship Id="rId10" Type="http://schemas.openxmlformats.org/officeDocument/2006/relationships/customXml" Target="../ink/ink1424.xml"/><Relationship Id="rId31" Type="http://schemas.openxmlformats.org/officeDocument/2006/relationships/image" Target="../media/image1374.png"/><Relationship Id="rId44" Type="http://schemas.openxmlformats.org/officeDocument/2006/relationships/customXml" Target="../ink/ink1441.xml"/><Relationship Id="rId52" Type="http://schemas.openxmlformats.org/officeDocument/2006/relationships/customXml" Target="../ink/ink1445.xml"/><Relationship Id="rId60" Type="http://schemas.openxmlformats.org/officeDocument/2006/relationships/customXml" Target="../ink/ink1449.xml"/><Relationship Id="rId65" Type="http://schemas.openxmlformats.org/officeDocument/2006/relationships/image" Target="../media/image1391.png"/><Relationship Id="rId73" Type="http://schemas.openxmlformats.org/officeDocument/2006/relationships/image" Target="../media/image1395.png"/><Relationship Id="rId78" Type="http://schemas.openxmlformats.org/officeDocument/2006/relationships/customXml" Target="../ink/ink1458.xml"/><Relationship Id="rId81" Type="http://schemas.openxmlformats.org/officeDocument/2006/relationships/image" Target="../media/image1399.png"/><Relationship Id="rId4" Type="http://schemas.openxmlformats.org/officeDocument/2006/relationships/customXml" Target="../ink/ink1421.xml"/><Relationship Id="rId9" Type="http://schemas.openxmlformats.org/officeDocument/2006/relationships/image" Target="../media/image1364.png"/><Relationship Id="rId13" Type="http://schemas.openxmlformats.org/officeDocument/2006/relationships/image" Target="../media/image1366.png"/><Relationship Id="rId18" Type="http://schemas.openxmlformats.org/officeDocument/2006/relationships/customXml" Target="../ink/ink1428.xml"/><Relationship Id="rId39" Type="http://schemas.openxmlformats.org/officeDocument/2006/relationships/image" Target="../media/image1378.png"/><Relationship Id="rId34" Type="http://schemas.openxmlformats.org/officeDocument/2006/relationships/customXml" Target="../ink/ink1436.xml"/><Relationship Id="rId50" Type="http://schemas.openxmlformats.org/officeDocument/2006/relationships/customXml" Target="../ink/ink1444.xml"/><Relationship Id="rId55" Type="http://schemas.openxmlformats.org/officeDocument/2006/relationships/image" Target="../media/image1386.png"/><Relationship Id="rId76" Type="http://schemas.openxmlformats.org/officeDocument/2006/relationships/customXml" Target="../ink/ink1457.xml"/><Relationship Id="rId7" Type="http://schemas.openxmlformats.org/officeDocument/2006/relationships/image" Target="../media/image1363.png"/><Relationship Id="rId71" Type="http://schemas.openxmlformats.org/officeDocument/2006/relationships/image" Target="../media/image1394.png"/><Relationship Id="rId2" Type="http://schemas.openxmlformats.org/officeDocument/2006/relationships/image" Target="../media/image10100.png"/><Relationship Id="rId29" Type="http://schemas.openxmlformats.org/officeDocument/2006/relationships/image" Target="../media/image1373.png"/><Relationship Id="rId24" Type="http://schemas.openxmlformats.org/officeDocument/2006/relationships/customXml" Target="../ink/ink1431.xml"/><Relationship Id="rId40" Type="http://schemas.openxmlformats.org/officeDocument/2006/relationships/customXml" Target="../ink/ink1439.xml"/><Relationship Id="rId45" Type="http://schemas.openxmlformats.org/officeDocument/2006/relationships/image" Target="../media/image1381.png"/><Relationship Id="rId66" Type="http://schemas.openxmlformats.org/officeDocument/2006/relationships/customXml" Target="../ink/ink1452.xml"/><Relationship Id="rId61" Type="http://schemas.openxmlformats.org/officeDocument/2006/relationships/image" Target="../media/image1389.png"/><Relationship Id="rId82" Type="http://schemas.openxmlformats.org/officeDocument/2006/relationships/customXml" Target="../ink/ink1460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14.png"/><Relationship Id="rId21" Type="http://schemas.openxmlformats.org/officeDocument/2006/relationships/customXml" Target="../ink/ink1471.xml"/><Relationship Id="rId42" Type="http://schemas.openxmlformats.org/officeDocument/2006/relationships/image" Target="../media/image1422.png"/><Relationship Id="rId47" Type="http://schemas.openxmlformats.org/officeDocument/2006/relationships/customXml" Target="../ink/ink1484.xml"/><Relationship Id="rId63" Type="http://schemas.openxmlformats.org/officeDocument/2006/relationships/customXml" Target="../ink/ink1492.xml"/><Relationship Id="rId68" Type="http://schemas.openxmlformats.org/officeDocument/2006/relationships/image" Target="../media/image1434.png"/><Relationship Id="rId84" Type="http://schemas.openxmlformats.org/officeDocument/2006/relationships/image" Target="../media/image1440.png"/><Relationship Id="rId89" Type="http://schemas.openxmlformats.org/officeDocument/2006/relationships/customXml" Target="../ink/ink1507.xml"/><Relationship Id="rId16" Type="http://schemas.openxmlformats.org/officeDocument/2006/relationships/image" Target="../media/image1409.png"/><Relationship Id="rId11" Type="http://schemas.openxmlformats.org/officeDocument/2006/relationships/customXml" Target="../ink/ink1466.xml"/><Relationship Id="rId32" Type="http://schemas.openxmlformats.org/officeDocument/2006/relationships/image" Target="../media/image1417.png"/><Relationship Id="rId37" Type="http://schemas.openxmlformats.org/officeDocument/2006/relationships/customXml" Target="../ink/ink1479.xml"/><Relationship Id="rId53" Type="http://schemas.openxmlformats.org/officeDocument/2006/relationships/customXml" Target="../ink/ink1487.xml"/><Relationship Id="rId58" Type="http://schemas.openxmlformats.org/officeDocument/2006/relationships/image" Target="../media/image1429.png"/><Relationship Id="rId74" Type="http://schemas.openxmlformats.org/officeDocument/2006/relationships/customXml" Target="../ink/ink1498.xml"/><Relationship Id="rId79" Type="http://schemas.openxmlformats.org/officeDocument/2006/relationships/customXml" Target="../ink/ink1502.xml"/><Relationship Id="rId102" Type="http://schemas.openxmlformats.org/officeDocument/2006/relationships/customXml" Target="../ink/ink1514.xml"/><Relationship Id="rId5" Type="http://schemas.openxmlformats.org/officeDocument/2006/relationships/customXml" Target="../ink/ink1463.xml"/><Relationship Id="rId90" Type="http://schemas.openxmlformats.org/officeDocument/2006/relationships/customXml" Target="../ink/ink1508.xml"/><Relationship Id="rId95" Type="http://schemas.openxmlformats.org/officeDocument/2006/relationships/image" Target="../media/image1445.png"/><Relationship Id="rId22" Type="http://schemas.openxmlformats.org/officeDocument/2006/relationships/image" Target="../media/image1412.png"/><Relationship Id="rId27" Type="http://schemas.openxmlformats.org/officeDocument/2006/relationships/customXml" Target="../ink/ink1474.xml"/><Relationship Id="rId43" Type="http://schemas.openxmlformats.org/officeDocument/2006/relationships/customXml" Target="../ink/ink1482.xml"/><Relationship Id="rId48" Type="http://schemas.openxmlformats.org/officeDocument/2006/relationships/image" Target="../media/image1425.png"/><Relationship Id="rId64" Type="http://schemas.openxmlformats.org/officeDocument/2006/relationships/image" Target="../media/image1432.png"/><Relationship Id="rId69" Type="http://schemas.openxmlformats.org/officeDocument/2006/relationships/customXml" Target="../ink/ink1495.xml"/><Relationship Id="rId80" Type="http://schemas.openxmlformats.org/officeDocument/2006/relationships/image" Target="../media/image1438.png"/><Relationship Id="rId85" Type="http://schemas.openxmlformats.org/officeDocument/2006/relationships/customXml" Target="../ink/ink1505.xml"/><Relationship Id="rId12" Type="http://schemas.openxmlformats.org/officeDocument/2006/relationships/image" Target="../media/image1407.png"/><Relationship Id="rId17" Type="http://schemas.openxmlformats.org/officeDocument/2006/relationships/customXml" Target="../ink/ink1469.xml"/><Relationship Id="rId33" Type="http://schemas.openxmlformats.org/officeDocument/2006/relationships/customXml" Target="../ink/ink1477.xml"/><Relationship Id="rId38" Type="http://schemas.openxmlformats.org/officeDocument/2006/relationships/image" Target="../media/image1420.png"/><Relationship Id="rId59" Type="http://schemas.openxmlformats.org/officeDocument/2006/relationships/customXml" Target="../ink/ink1490.xml"/><Relationship Id="rId103" Type="http://schemas.openxmlformats.org/officeDocument/2006/relationships/image" Target="../media/image1449.png"/><Relationship Id="rId20" Type="http://schemas.openxmlformats.org/officeDocument/2006/relationships/image" Target="../media/image1411.png"/><Relationship Id="rId41" Type="http://schemas.openxmlformats.org/officeDocument/2006/relationships/customXml" Target="../ink/ink1481.xml"/><Relationship Id="rId54" Type="http://schemas.openxmlformats.org/officeDocument/2006/relationships/image" Target="../media/image1427.png"/><Relationship Id="rId62" Type="http://schemas.openxmlformats.org/officeDocument/2006/relationships/image" Target="../media/image1431.png"/><Relationship Id="rId70" Type="http://schemas.openxmlformats.org/officeDocument/2006/relationships/image" Target="../media/image1435.png"/><Relationship Id="rId75" Type="http://schemas.openxmlformats.org/officeDocument/2006/relationships/customXml" Target="../ink/ink1499.xml"/><Relationship Id="rId83" Type="http://schemas.openxmlformats.org/officeDocument/2006/relationships/customXml" Target="../ink/ink1504.xml"/><Relationship Id="rId88" Type="http://schemas.openxmlformats.org/officeDocument/2006/relationships/image" Target="../media/image1442.png"/><Relationship Id="rId91" Type="http://schemas.openxmlformats.org/officeDocument/2006/relationships/image" Target="../media/image1443.png"/><Relationship Id="rId96" Type="http://schemas.openxmlformats.org/officeDocument/2006/relationships/customXml" Target="../ink/ink15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4.png"/><Relationship Id="rId15" Type="http://schemas.openxmlformats.org/officeDocument/2006/relationships/customXml" Target="../ink/ink1468.xml"/><Relationship Id="rId23" Type="http://schemas.openxmlformats.org/officeDocument/2006/relationships/customXml" Target="../ink/ink1472.xml"/><Relationship Id="rId28" Type="http://schemas.openxmlformats.org/officeDocument/2006/relationships/image" Target="../media/image1415.png"/><Relationship Id="rId36" Type="http://schemas.openxmlformats.org/officeDocument/2006/relationships/image" Target="../media/image1419.png"/><Relationship Id="rId49" Type="http://schemas.openxmlformats.org/officeDocument/2006/relationships/customXml" Target="../ink/ink1485.xml"/><Relationship Id="rId57" Type="http://schemas.openxmlformats.org/officeDocument/2006/relationships/customXml" Target="../ink/ink1489.xml"/><Relationship Id="rId10" Type="http://schemas.openxmlformats.org/officeDocument/2006/relationships/image" Target="../media/image1406.png"/><Relationship Id="rId31" Type="http://schemas.openxmlformats.org/officeDocument/2006/relationships/customXml" Target="../ink/ink1476.xml"/><Relationship Id="rId44" Type="http://schemas.openxmlformats.org/officeDocument/2006/relationships/image" Target="../media/image1423.png"/><Relationship Id="rId52" Type="http://schemas.openxmlformats.org/officeDocument/2006/relationships/image" Target="../media/image74.png"/><Relationship Id="rId60" Type="http://schemas.openxmlformats.org/officeDocument/2006/relationships/image" Target="../media/image1430.png"/><Relationship Id="rId65" Type="http://schemas.openxmlformats.org/officeDocument/2006/relationships/customXml" Target="../ink/ink1493.xml"/><Relationship Id="rId73" Type="http://schemas.openxmlformats.org/officeDocument/2006/relationships/image" Target="../media/image1436.png"/><Relationship Id="rId78" Type="http://schemas.openxmlformats.org/officeDocument/2006/relationships/customXml" Target="../ink/ink1501.xml"/><Relationship Id="rId81" Type="http://schemas.openxmlformats.org/officeDocument/2006/relationships/customXml" Target="../ink/ink1503.xml"/><Relationship Id="rId86" Type="http://schemas.openxmlformats.org/officeDocument/2006/relationships/image" Target="../media/image1441.png"/><Relationship Id="rId94" Type="http://schemas.openxmlformats.org/officeDocument/2006/relationships/customXml" Target="../ink/ink1510.xml"/><Relationship Id="rId99" Type="http://schemas.openxmlformats.org/officeDocument/2006/relationships/image" Target="../media/image1447.png"/><Relationship Id="rId101" Type="http://schemas.openxmlformats.org/officeDocument/2006/relationships/image" Target="../media/image1448.png"/><Relationship Id="rId4" Type="http://schemas.openxmlformats.org/officeDocument/2006/relationships/image" Target="../media/image1403.png"/><Relationship Id="rId9" Type="http://schemas.openxmlformats.org/officeDocument/2006/relationships/customXml" Target="../ink/ink1465.xml"/><Relationship Id="rId13" Type="http://schemas.openxmlformats.org/officeDocument/2006/relationships/customXml" Target="../ink/ink1467.xml"/><Relationship Id="rId18" Type="http://schemas.openxmlformats.org/officeDocument/2006/relationships/image" Target="../media/image1410.png"/><Relationship Id="rId39" Type="http://schemas.openxmlformats.org/officeDocument/2006/relationships/customXml" Target="../ink/ink1480.xml"/><Relationship Id="rId34" Type="http://schemas.openxmlformats.org/officeDocument/2006/relationships/image" Target="../media/image1418.png"/><Relationship Id="rId50" Type="http://schemas.openxmlformats.org/officeDocument/2006/relationships/image" Target="../media/image1426.png"/><Relationship Id="rId55" Type="http://schemas.openxmlformats.org/officeDocument/2006/relationships/customXml" Target="../ink/ink1488.xml"/><Relationship Id="rId76" Type="http://schemas.openxmlformats.org/officeDocument/2006/relationships/image" Target="../media/image1437.png"/><Relationship Id="rId97" Type="http://schemas.openxmlformats.org/officeDocument/2006/relationships/image" Target="../media/image1446.png"/><Relationship Id="rId104" Type="http://schemas.openxmlformats.org/officeDocument/2006/relationships/customXml" Target="../ink/ink1515.xml"/><Relationship Id="rId7" Type="http://schemas.openxmlformats.org/officeDocument/2006/relationships/customXml" Target="../ink/ink1464.xml"/><Relationship Id="rId71" Type="http://schemas.openxmlformats.org/officeDocument/2006/relationships/customXml" Target="../ink/ink1496.xml"/><Relationship Id="rId92" Type="http://schemas.openxmlformats.org/officeDocument/2006/relationships/customXml" Target="../ink/ink1509.xml"/><Relationship Id="rId2" Type="http://schemas.openxmlformats.org/officeDocument/2006/relationships/image" Target="../media/image1402.png"/><Relationship Id="rId29" Type="http://schemas.openxmlformats.org/officeDocument/2006/relationships/customXml" Target="../ink/ink1475.xml"/><Relationship Id="rId24" Type="http://schemas.openxmlformats.org/officeDocument/2006/relationships/image" Target="../media/image1413.png"/><Relationship Id="rId40" Type="http://schemas.openxmlformats.org/officeDocument/2006/relationships/image" Target="../media/image1421.png"/><Relationship Id="rId45" Type="http://schemas.openxmlformats.org/officeDocument/2006/relationships/customXml" Target="../ink/ink1483.xml"/><Relationship Id="rId66" Type="http://schemas.openxmlformats.org/officeDocument/2006/relationships/image" Target="../media/image1433.png"/><Relationship Id="rId87" Type="http://schemas.openxmlformats.org/officeDocument/2006/relationships/customXml" Target="../ink/ink1506.xml"/><Relationship Id="rId61" Type="http://schemas.openxmlformats.org/officeDocument/2006/relationships/customXml" Target="../ink/ink1491.xml"/><Relationship Id="rId82" Type="http://schemas.openxmlformats.org/officeDocument/2006/relationships/image" Target="../media/image1439.png"/><Relationship Id="rId19" Type="http://schemas.openxmlformats.org/officeDocument/2006/relationships/customXml" Target="../ink/ink1470.xml"/><Relationship Id="rId14" Type="http://schemas.openxmlformats.org/officeDocument/2006/relationships/image" Target="../media/image1408.png"/><Relationship Id="rId30" Type="http://schemas.openxmlformats.org/officeDocument/2006/relationships/image" Target="../media/image1416.png"/><Relationship Id="rId35" Type="http://schemas.openxmlformats.org/officeDocument/2006/relationships/customXml" Target="../ink/ink1478.xml"/><Relationship Id="rId56" Type="http://schemas.openxmlformats.org/officeDocument/2006/relationships/image" Target="../media/image1428.png"/><Relationship Id="rId77" Type="http://schemas.openxmlformats.org/officeDocument/2006/relationships/customXml" Target="../ink/ink1500.xml"/><Relationship Id="rId100" Type="http://schemas.openxmlformats.org/officeDocument/2006/relationships/customXml" Target="../ink/ink1513.xml"/><Relationship Id="rId105" Type="http://schemas.openxmlformats.org/officeDocument/2006/relationships/image" Target="../media/image1450.png"/><Relationship Id="rId8" Type="http://schemas.openxmlformats.org/officeDocument/2006/relationships/image" Target="../media/image1405.png"/><Relationship Id="rId51" Type="http://schemas.openxmlformats.org/officeDocument/2006/relationships/customXml" Target="../ink/ink1486.xml"/><Relationship Id="rId72" Type="http://schemas.openxmlformats.org/officeDocument/2006/relationships/customXml" Target="../ink/ink1497.xml"/><Relationship Id="rId93" Type="http://schemas.openxmlformats.org/officeDocument/2006/relationships/image" Target="../media/image1444.png"/><Relationship Id="rId98" Type="http://schemas.openxmlformats.org/officeDocument/2006/relationships/customXml" Target="../ink/ink1512.xml"/><Relationship Id="rId3" Type="http://schemas.openxmlformats.org/officeDocument/2006/relationships/customXml" Target="../ink/ink1462.xml"/><Relationship Id="rId25" Type="http://schemas.openxmlformats.org/officeDocument/2006/relationships/customXml" Target="../ink/ink1473.xml"/><Relationship Id="rId46" Type="http://schemas.openxmlformats.org/officeDocument/2006/relationships/image" Target="../media/image1424.png"/><Relationship Id="rId67" Type="http://schemas.openxmlformats.org/officeDocument/2006/relationships/customXml" Target="../ink/ink1494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21.xml"/><Relationship Id="rId18" Type="http://schemas.openxmlformats.org/officeDocument/2006/relationships/image" Target="../media/image1459.png"/><Relationship Id="rId26" Type="http://schemas.openxmlformats.org/officeDocument/2006/relationships/image" Target="../media/image1463.png"/><Relationship Id="rId39" Type="http://schemas.openxmlformats.org/officeDocument/2006/relationships/customXml" Target="../ink/ink1534.xml"/><Relationship Id="rId21" Type="http://schemas.openxmlformats.org/officeDocument/2006/relationships/customXml" Target="../ink/ink1525.xml"/><Relationship Id="rId34" Type="http://schemas.openxmlformats.org/officeDocument/2006/relationships/image" Target="../media/image1467.png"/><Relationship Id="rId42" Type="http://schemas.openxmlformats.org/officeDocument/2006/relationships/image" Target="../media/image1471.png"/><Relationship Id="rId47" Type="http://schemas.openxmlformats.org/officeDocument/2006/relationships/customXml" Target="../ink/ink1538.xml"/><Relationship Id="rId50" Type="http://schemas.openxmlformats.org/officeDocument/2006/relationships/image" Target="../media/image1475.png"/><Relationship Id="rId55" Type="http://schemas.openxmlformats.org/officeDocument/2006/relationships/customXml" Target="../ink/ink1542.xml"/><Relationship Id="rId7" Type="http://schemas.openxmlformats.org/officeDocument/2006/relationships/customXml" Target="../ink/ink1518.xml"/><Relationship Id="rId2" Type="http://schemas.openxmlformats.org/officeDocument/2006/relationships/image" Target="../media/image1451.png"/><Relationship Id="rId16" Type="http://schemas.openxmlformats.org/officeDocument/2006/relationships/image" Target="../media/image1458.png"/><Relationship Id="rId29" Type="http://schemas.openxmlformats.org/officeDocument/2006/relationships/customXml" Target="../ink/ink1529.xml"/><Relationship Id="rId11" Type="http://schemas.openxmlformats.org/officeDocument/2006/relationships/customXml" Target="../ink/ink1520.xml"/><Relationship Id="rId24" Type="http://schemas.openxmlformats.org/officeDocument/2006/relationships/image" Target="../media/image1462.png"/><Relationship Id="rId32" Type="http://schemas.openxmlformats.org/officeDocument/2006/relationships/image" Target="../media/image1466.png"/><Relationship Id="rId37" Type="http://schemas.openxmlformats.org/officeDocument/2006/relationships/customXml" Target="../ink/ink1533.xml"/><Relationship Id="rId40" Type="http://schemas.openxmlformats.org/officeDocument/2006/relationships/image" Target="../media/image1470.png"/><Relationship Id="rId45" Type="http://schemas.openxmlformats.org/officeDocument/2006/relationships/customXml" Target="../ink/ink1537.xml"/><Relationship Id="rId53" Type="http://schemas.openxmlformats.org/officeDocument/2006/relationships/customXml" Target="../ink/ink1541.xml"/><Relationship Id="rId58" Type="http://schemas.openxmlformats.org/officeDocument/2006/relationships/image" Target="../media/image1479.png"/><Relationship Id="rId5" Type="http://schemas.openxmlformats.org/officeDocument/2006/relationships/customXml" Target="../ink/ink1517.xml"/><Relationship Id="rId19" Type="http://schemas.openxmlformats.org/officeDocument/2006/relationships/customXml" Target="../ink/ink1524.xml"/><Relationship Id="rId4" Type="http://schemas.openxmlformats.org/officeDocument/2006/relationships/image" Target="../media/image1452.png"/><Relationship Id="rId9" Type="http://schemas.openxmlformats.org/officeDocument/2006/relationships/customXml" Target="../ink/ink1519.xml"/><Relationship Id="rId14" Type="http://schemas.openxmlformats.org/officeDocument/2006/relationships/image" Target="../media/image1457.png"/><Relationship Id="rId22" Type="http://schemas.openxmlformats.org/officeDocument/2006/relationships/image" Target="../media/image1461.png"/><Relationship Id="rId27" Type="http://schemas.openxmlformats.org/officeDocument/2006/relationships/customXml" Target="../ink/ink1528.xml"/><Relationship Id="rId30" Type="http://schemas.openxmlformats.org/officeDocument/2006/relationships/image" Target="../media/image1465.png"/><Relationship Id="rId35" Type="http://schemas.openxmlformats.org/officeDocument/2006/relationships/customXml" Target="../ink/ink1532.xml"/><Relationship Id="rId43" Type="http://schemas.openxmlformats.org/officeDocument/2006/relationships/customXml" Target="../ink/ink1536.xml"/><Relationship Id="rId48" Type="http://schemas.openxmlformats.org/officeDocument/2006/relationships/image" Target="../media/image1474.png"/><Relationship Id="rId56" Type="http://schemas.openxmlformats.org/officeDocument/2006/relationships/image" Target="../media/image1478.png"/><Relationship Id="rId8" Type="http://schemas.openxmlformats.org/officeDocument/2006/relationships/image" Target="../media/image1454.png"/><Relationship Id="rId51" Type="http://schemas.openxmlformats.org/officeDocument/2006/relationships/customXml" Target="../ink/ink1540.xml"/><Relationship Id="rId3" Type="http://schemas.openxmlformats.org/officeDocument/2006/relationships/customXml" Target="../ink/ink1516.xml"/><Relationship Id="rId12" Type="http://schemas.openxmlformats.org/officeDocument/2006/relationships/image" Target="../media/image1456.png"/><Relationship Id="rId17" Type="http://schemas.openxmlformats.org/officeDocument/2006/relationships/customXml" Target="../ink/ink1523.xml"/><Relationship Id="rId25" Type="http://schemas.openxmlformats.org/officeDocument/2006/relationships/customXml" Target="../ink/ink1527.xml"/><Relationship Id="rId33" Type="http://schemas.openxmlformats.org/officeDocument/2006/relationships/customXml" Target="../ink/ink1531.xml"/><Relationship Id="rId38" Type="http://schemas.openxmlformats.org/officeDocument/2006/relationships/image" Target="../media/image1469.png"/><Relationship Id="rId46" Type="http://schemas.openxmlformats.org/officeDocument/2006/relationships/image" Target="../media/image1473.png"/><Relationship Id="rId59" Type="http://schemas.openxmlformats.org/officeDocument/2006/relationships/customXml" Target="../ink/ink1544.xml"/><Relationship Id="rId20" Type="http://schemas.openxmlformats.org/officeDocument/2006/relationships/image" Target="../media/image1460.png"/><Relationship Id="rId41" Type="http://schemas.openxmlformats.org/officeDocument/2006/relationships/customXml" Target="../ink/ink1535.xml"/><Relationship Id="rId54" Type="http://schemas.openxmlformats.org/officeDocument/2006/relationships/image" Target="../media/image14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3.png"/><Relationship Id="rId15" Type="http://schemas.openxmlformats.org/officeDocument/2006/relationships/customXml" Target="../ink/ink1522.xml"/><Relationship Id="rId23" Type="http://schemas.openxmlformats.org/officeDocument/2006/relationships/customXml" Target="../ink/ink1526.xml"/><Relationship Id="rId28" Type="http://schemas.openxmlformats.org/officeDocument/2006/relationships/image" Target="../media/image1464.png"/><Relationship Id="rId36" Type="http://schemas.openxmlformats.org/officeDocument/2006/relationships/image" Target="../media/image1468.png"/><Relationship Id="rId49" Type="http://schemas.openxmlformats.org/officeDocument/2006/relationships/customXml" Target="../ink/ink1539.xml"/><Relationship Id="rId57" Type="http://schemas.openxmlformats.org/officeDocument/2006/relationships/customXml" Target="../ink/ink1543.xml"/><Relationship Id="rId10" Type="http://schemas.openxmlformats.org/officeDocument/2006/relationships/image" Target="../media/image1455.png"/><Relationship Id="rId31" Type="http://schemas.openxmlformats.org/officeDocument/2006/relationships/customXml" Target="../ink/ink1530.xml"/><Relationship Id="rId44" Type="http://schemas.openxmlformats.org/officeDocument/2006/relationships/image" Target="../media/image1472.png"/><Relationship Id="rId52" Type="http://schemas.openxmlformats.org/officeDocument/2006/relationships/image" Target="../media/image1476.png"/><Relationship Id="rId60" Type="http://schemas.openxmlformats.org/officeDocument/2006/relationships/image" Target="../media/image1480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57.xml"/><Relationship Id="rId117" Type="http://schemas.openxmlformats.org/officeDocument/2006/relationships/image" Target="../media/image1537.png"/><Relationship Id="rId21" Type="http://schemas.openxmlformats.org/officeDocument/2006/relationships/image" Target="../media/image1490.png"/><Relationship Id="rId42" Type="http://schemas.openxmlformats.org/officeDocument/2006/relationships/customXml" Target="../ink/ink1565.xml"/><Relationship Id="rId47" Type="http://schemas.openxmlformats.org/officeDocument/2006/relationships/image" Target="../media/image1503.png"/><Relationship Id="rId63" Type="http://schemas.openxmlformats.org/officeDocument/2006/relationships/image" Target="../media/image1511.png"/><Relationship Id="rId68" Type="http://schemas.openxmlformats.org/officeDocument/2006/relationships/customXml" Target="../ink/ink1578.xml"/><Relationship Id="rId84" Type="http://schemas.openxmlformats.org/officeDocument/2006/relationships/customXml" Target="../ink/ink1586.xml"/><Relationship Id="rId89" Type="http://schemas.openxmlformats.org/officeDocument/2006/relationships/image" Target="../media/image1523.png"/><Relationship Id="rId112" Type="http://schemas.openxmlformats.org/officeDocument/2006/relationships/customXml" Target="../ink/ink1600.xml"/><Relationship Id="rId16" Type="http://schemas.openxmlformats.org/officeDocument/2006/relationships/customXml" Target="../ink/ink1552.xml"/><Relationship Id="rId107" Type="http://schemas.openxmlformats.org/officeDocument/2006/relationships/image" Target="../media/image1532.png"/><Relationship Id="rId11" Type="http://schemas.openxmlformats.org/officeDocument/2006/relationships/image" Target="../media/image1485.png"/><Relationship Id="rId32" Type="http://schemas.openxmlformats.org/officeDocument/2006/relationships/customXml" Target="../ink/ink1560.xml"/><Relationship Id="rId37" Type="http://schemas.openxmlformats.org/officeDocument/2006/relationships/image" Target="../media/image1498.png"/><Relationship Id="rId53" Type="http://schemas.openxmlformats.org/officeDocument/2006/relationships/image" Target="../media/image1506.png"/><Relationship Id="rId58" Type="http://schemas.openxmlformats.org/officeDocument/2006/relationships/customXml" Target="../ink/ink1573.xml"/><Relationship Id="rId74" Type="http://schemas.openxmlformats.org/officeDocument/2006/relationships/customXml" Target="../ink/ink1581.xml"/><Relationship Id="rId79" Type="http://schemas.openxmlformats.org/officeDocument/2006/relationships/image" Target="../media/image1518.png"/><Relationship Id="rId102" Type="http://schemas.openxmlformats.org/officeDocument/2006/relationships/customXml" Target="../ink/ink1595.xml"/><Relationship Id="rId5" Type="http://schemas.openxmlformats.org/officeDocument/2006/relationships/image" Target="../media/image1482.png"/><Relationship Id="rId90" Type="http://schemas.openxmlformats.org/officeDocument/2006/relationships/customXml" Target="../ink/ink1589.xml"/><Relationship Id="rId95" Type="http://schemas.openxmlformats.org/officeDocument/2006/relationships/image" Target="../media/image1526.png"/><Relationship Id="rId22" Type="http://schemas.openxmlformats.org/officeDocument/2006/relationships/customXml" Target="../ink/ink1555.xml"/><Relationship Id="rId27" Type="http://schemas.openxmlformats.org/officeDocument/2006/relationships/image" Target="../media/image1493.png"/><Relationship Id="rId43" Type="http://schemas.openxmlformats.org/officeDocument/2006/relationships/image" Target="../media/image1501.png"/><Relationship Id="rId48" Type="http://schemas.openxmlformats.org/officeDocument/2006/relationships/customXml" Target="../ink/ink1568.xml"/><Relationship Id="rId64" Type="http://schemas.openxmlformats.org/officeDocument/2006/relationships/customXml" Target="../ink/ink1576.xml"/><Relationship Id="rId69" Type="http://schemas.openxmlformats.org/officeDocument/2006/relationships/image" Target="../media/image1514.png"/><Relationship Id="rId113" Type="http://schemas.openxmlformats.org/officeDocument/2006/relationships/image" Target="../media/image1535.png"/><Relationship Id="rId118" Type="http://schemas.openxmlformats.org/officeDocument/2006/relationships/customXml" Target="../ink/ink1603.xml"/><Relationship Id="rId80" Type="http://schemas.openxmlformats.org/officeDocument/2006/relationships/customXml" Target="../ink/ink1584.xml"/><Relationship Id="rId85" Type="http://schemas.openxmlformats.org/officeDocument/2006/relationships/image" Target="../media/image1521.png"/><Relationship Id="rId12" Type="http://schemas.openxmlformats.org/officeDocument/2006/relationships/customXml" Target="../ink/ink1550.xml"/><Relationship Id="rId17" Type="http://schemas.openxmlformats.org/officeDocument/2006/relationships/image" Target="../media/image1488.png"/><Relationship Id="rId33" Type="http://schemas.openxmlformats.org/officeDocument/2006/relationships/image" Target="../media/image1496.png"/><Relationship Id="rId38" Type="http://schemas.openxmlformats.org/officeDocument/2006/relationships/customXml" Target="../ink/ink1563.xml"/><Relationship Id="rId59" Type="http://schemas.openxmlformats.org/officeDocument/2006/relationships/image" Target="../media/image1509.png"/><Relationship Id="rId103" Type="http://schemas.openxmlformats.org/officeDocument/2006/relationships/image" Target="../media/image1530.png"/><Relationship Id="rId108" Type="http://schemas.openxmlformats.org/officeDocument/2006/relationships/customXml" Target="../ink/ink1598.xml"/><Relationship Id="rId54" Type="http://schemas.openxmlformats.org/officeDocument/2006/relationships/customXml" Target="../ink/ink1571.xml"/><Relationship Id="rId70" Type="http://schemas.openxmlformats.org/officeDocument/2006/relationships/customXml" Target="../ink/ink1579.xml"/><Relationship Id="rId75" Type="http://schemas.openxmlformats.org/officeDocument/2006/relationships/image" Target="../media/image1516.png"/><Relationship Id="rId91" Type="http://schemas.openxmlformats.org/officeDocument/2006/relationships/image" Target="../media/image1524.png"/><Relationship Id="rId96" Type="http://schemas.openxmlformats.org/officeDocument/2006/relationships/customXml" Target="../ink/ink159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47.xml"/><Relationship Id="rId23" Type="http://schemas.openxmlformats.org/officeDocument/2006/relationships/image" Target="../media/image1491.png"/><Relationship Id="rId28" Type="http://schemas.openxmlformats.org/officeDocument/2006/relationships/customXml" Target="../ink/ink1558.xml"/><Relationship Id="rId49" Type="http://schemas.openxmlformats.org/officeDocument/2006/relationships/image" Target="../media/image1504.png"/><Relationship Id="rId114" Type="http://schemas.openxmlformats.org/officeDocument/2006/relationships/customXml" Target="../ink/ink1601.xml"/><Relationship Id="rId119" Type="http://schemas.openxmlformats.org/officeDocument/2006/relationships/image" Target="../media/image1538.png"/><Relationship Id="rId10" Type="http://schemas.openxmlformats.org/officeDocument/2006/relationships/customXml" Target="../ink/ink1549.xml"/><Relationship Id="rId31" Type="http://schemas.openxmlformats.org/officeDocument/2006/relationships/image" Target="../media/image1495.png"/><Relationship Id="rId44" Type="http://schemas.openxmlformats.org/officeDocument/2006/relationships/customXml" Target="../ink/ink1566.xml"/><Relationship Id="rId52" Type="http://schemas.openxmlformats.org/officeDocument/2006/relationships/customXml" Target="../ink/ink1570.xml"/><Relationship Id="rId60" Type="http://schemas.openxmlformats.org/officeDocument/2006/relationships/customXml" Target="../ink/ink1574.xml"/><Relationship Id="rId65" Type="http://schemas.openxmlformats.org/officeDocument/2006/relationships/image" Target="../media/image1512.png"/><Relationship Id="rId73" Type="http://schemas.openxmlformats.org/officeDocument/2006/relationships/image" Target="../media/image1515.png"/><Relationship Id="rId78" Type="http://schemas.openxmlformats.org/officeDocument/2006/relationships/customXml" Target="../ink/ink1583.xml"/><Relationship Id="rId81" Type="http://schemas.openxmlformats.org/officeDocument/2006/relationships/image" Target="../media/image1519.png"/><Relationship Id="rId86" Type="http://schemas.openxmlformats.org/officeDocument/2006/relationships/customXml" Target="../ink/ink1587.xml"/><Relationship Id="rId94" Type="http://schemas.openxmlformats.org/officeDocument/2006/relationships/customXml" Target="../ink/ink1591.xml"/><Relationship Id="rId99" Type="http://schemas.openxmlformats.org/officeDocument/2006/relationships/image" Target="../media/image1528.png"/><Relationship Id="rId101" Type="http://schemas.openxmlformats.org/officeDocument/2006/relationships/image" Target="../media/image1529.png"/><Relationship Id="rId4" Type="http://schemas.openxmlformats.org/officeDocument/2006/relationships/customXml" Target="../ink/ink1546.xml"/><Relationship Id="rId9" Type="http://schemas.openxmlformats.org/officeDocument/2006/relationships/image" Target="../media/image1484.png"/><Relationship Id="rId13" Type="http://schemas.openxmlformats.org/officeDocument/2006/relationships/image" Target="../media/image1486.png"/><Relationship Id="rId18" Type="http://schemas.openxmlformats.org/officeDocument/2006/relationships/customXml" Target="../ink/ink1553.xml"/><Relationship Id="rId39" Type="http://schemas.openxmlformats.org/officeDocument/2006/relationships/image" Target="../media/image1499.png"/><Relationship Id="rId109" Type="http://schemas.openxmlformats.org/officeDocument/2006/relationships/image" Target="../media/image1533.png"/><Relationship Id="rId34" Type="http://schemas.openxmlformats.org/officeDocument/2006/relationships/customXml" Target="../ink/ink1561.xml"/><Relationship Id="rId50" Type="http://schemas.openxmlformats.org/officeDocument/2006/relationships/customXml" Target="../ink/ink1569.xml"/><Relationship Id="rId55" Type="http://schemas.openxmlformats.org/officeDocument/2006/relationships/image" Target="../media/image1507.png"/><Relationship Id="rId76" Type="http://schemas.openxmlformats.org/officeDocument/2006/relationships/customXml" Target="../ink/ink1582.xml"/><Relationship Id="rId97" Type="http://schemas.openxmlformats.org/officeDocument/2006/relationships/image" Target="../media/image1527.png"/><Relationship Id="rId104" Type="http://schemas.openxmlformats.org/officeDocument/2006/relationships/customXml" Target="../ink/ink1596.xml"/><Relationship Id="rId7" Type="http://schemas.openxmlformats.org/officeDocument/2006/relationships/image" Target="../media/image1483.png"/><Relationship Id="rId71" Type="http://schemas.openxmlformats.org/officeDocument/2006/relationships/image" Target="../media/image967.png"/><Relationship Id="rId92" Type="http://schemas.openxmlformats.org/officeDocument/2006/relationships/customXml" Target="../ink/ink1590.xml"/><Relationship Id="rId2" Type="http://schemas.openxmlformats.org/officeDocument/2006/relationships/customXml" Target="../ink/ink1545.xml"/><Relationship Id="rId29" Type="http://schemas.openxmlformats.org/officeDocument/2006/relationships/image" Target="../media/image1494.png"/><Relationship Id="rId24" Type="http://schemas.openxmlformats.org/officeDocument/2006/relationships/customXml" Target="../ink/ink1556.xml"/><Relationship Id="rId40" Type="http://schemas.openxmlformats.org/officeDocument/2006/relationships/customXml" Target="../ink/ink1564.xml"/><Relationship Id="rId45" Type="http://schemas.openxmlformats.org/officeDocument/2006/relationships/image" Target="../media/image1502.png"/><Relationship Id="rId66" Type="http://schemas.openxmlformats.org/officeDocument/2006/relationships/customXml" Target="../ink/ink1577.xml"/><Relationship Id="rId87" Type="http://schemas.openxmlformats.org/officeDocument/2006/relationships/image" Target="../media/image1522.png"/><Relationship Id="rId110" Type="http://schemas.openxmlformats.org/officeDocument/2006/relationships/customXml" Target="../ink/ink1599.xml"/><Relationship Id="rId115" Type="http://schemas.openxmlformats.org/officeDocument/2006/relationships/image" Target="../media/image1536.png"/><Relationship Id="rId61" Type="http://schemas.openxmlformats.org/officeDocument/2006/relationships/image" Target="../media/image1510.png"/><Relationship Id="rId82" Type="http://schemas.openxmlformats.org/officeDocument/2006/relationships/customXml" Target="../ink/ink1585.xml"/><Relationship Id="rId19" Type="http://schemas.openxmlformats.org/officeDocument/2006/relationships/image" Target="../media/image1489.png"/><Relationship Id="rId14" Type="http://schemas.openxmlformats.org/officeDocument/2006/relationships/customXml" Target="../ink/ink1551.xml"/><Relationship Id="rId30" Type="http://schemas.openxmlformats.org/officeDocument/2006/relationships/customXml" Target="../ink/ink1559.xml"/><Relationship Id="rId35" Type="http://schemas.openxmlformats.org/officeDocument/2006/relationships/image" Target="../media/image1497.png"/><Relationship Id="rId56" Type="http://schemas.openxmlformats.org/officeDocument/2006/relationships/customXml" Target="../ink/ink1572.xml"/><Relationship Id="rId77" Type="http://schemas.openxmlformats.org/officeDocument/2006/relationships/image" Target="../media/image1517.png"/><Relationship Id="rId100" Type="http://schemas.openxmlformats.org/officeDocument/2006/relationships/customXml" Target="../ink/ink1594.xml"/><Relationship Id="rId105" Type="http://schemas.openxmlformats.org/officeDocument/2006/relationships/image" Target="../media/image1531.png"/><Relationship Id="rId8" Type="http://schemas.openxmlformats.org/officeDocument/2006/relationships/customXml" Target="../ink/ink1548.xml"/><Relationship Id="rId51" Type="http://schemas.openxmlformats.org/officeDocument/2006/relationships/image" Target="../media/image1505.png"/><Relationship Id="rId72" Type="http://schemas.openxmlformats.org/officeDocument/2006/relationships/customXml" Target="../ink/ink1580.xml"/><Relationship Id="rId93" Type="http://schemas.openxmlformats.org/officeDocument/2006/relationships/image" Target="../media/image1525.png"/><Relationship Id="rId98" Type="http://schemas.openxmlformats.org/officeDocument/2006/relationships/customXml" Target="../ink/ink1593.xml"/><Relationship Id="rId3" Type="http://schemas.openxmlformats.org/officeDocument/2006/relationships/image" Target="../media/image1481.png"/><Relationship Id="rId25" Type="http://schemas.openxmlformats.org/officeDocument/2006/relationships/image" Target="../media/image1492.png"/><Relationship Id="rId46" Type="http://schemas.openxmlformats.org/officeDocument/2006/relationships/customXml" Target="../ink/ink1567.xml"/><Relationship Id="rId67" Type="http://schemas.openxmlformats.org/officeDocument/2006/relationships/image" Target="../media/image1513.png"/><Relationship Id="rId116" Type="http://schemas.openxmlformats.org/officeDocument/2006/relationships/customXml" Target="../ink/ink1602.xml"/><Relationship Id="rId20" Type="http://schemas.openxmlformats.org/officeDocument/2006/relationships/customXml" Target="../ink/ink1554.xml"/><Relationship Id="rId41" Type="http://schemas.openxmlformats.org/officeDocument/2006/relationships/image" Target="../media/image1500.png"/><Relationship Id="rId62" Type="http://schemas.openxmlformats.org/officeDocument/2006/relationships/customXml" Target="../ink/ink1575.xml"/><Relationship Id="rId83" Type="http://schemas.openxmlformats.org/officeDocument/2006/relationships/image" Target="../media/image1520.png"/><Relationship Id="rId88" Type="http://schemas.openxmlformats.org/officeDocument/2006/relationships/customXml" Target="../ink/ink1588.xml"/><Relationship Id="rId111" Type="http://schemas.openxmlformats.org/officeDocument/2006/relationships/image" Target="../media/image1534.png"/><Relationship Id="rId15" Type="http://schemas.openxmlformats.org/officeDocument/2006/relationships/image" Target="../media/image1487.png"/><Relationship Id="rId36" Type="http://schemas.openxmlformats.org/officeDocument/2006/relationships/customXml" Target="../ink/ink1562.xml"/><Relationship Id="rId57" Type="http://schemas.openxmlformats.org/officeDocument/2006/relationships/image" Target="../media/image1508.png"/><Relationship Id="rId106" Type="http://schemas.openxmlformats.org/officeDocument/2006/relationships/customXml" Target="../ink/ink1597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50.png"/><Relationship Id="rId21" Type="http://schemas.openxmlformats.org/officeDocument/2006/relationships/customXml" Target="../ink/ink1613.xml"/><Relationship Id="rId42" Type="http://schemas.openxmlformats.org/officeDocument/2006/relationships/image" Target="../media/image1558.png"/><Relationship Id="rId47" Type="http://schemas.openxmlformats.org/officeDocument/2006/relationships/customXml" Target="../ink/ink1626.xml"/><Relationship Id="rId63" Type="http://schemas.openxmlformats.org/officeDocument/2006/relationships/customXml" Target="../ink/ink1634.xml"/><Relationship Id="rId68" Type="http://schemas.openxmlformats.org/officeDocument/2006/relationships/image" Target="../media/image1571.png"/><Relationship Id="rId84" Type="http://schemas.openxmlformats.org/officeDocument/2006/relationships/image" Target="../media/image1579.png"/><Relationship Id="rId89" Type="http://schemas.openxmlformats.org/officeDocument/2006/relationships/customXml" Target="../ink/ink1647.xml"/><Relationship Id="rId16" Type="http://schemas.openxmlformats.org/officeDocument/2006/relationships/image" Target="../media/image1545.png"/><Relationship Id="rId11" Type="http://schemas.openxmlformats.org/officeDocument/2006/relationships/customXml" Target="../ink/ink1608.xml"/><Relationship Id="rId32" Type="http://schemas.openxmlformats.org/officeDocument/2006/relationships/image" Target="../media/image1553.png"/><Relationship Id="rId37" Type="http://schemas.openxmlformats.org/officeDocument/2006/relationships/customXml" Target="../ink/ink1621.xml"/><Relationship Id="rId53" Type="http://schemas.openxmlformats.org/officeDocument/2006/relationships/customXml" Target="../ink/ink1629.xml"/><Relationship Id="rId58" Type="http://schemas.openxmlformats.org/officeDocument/2006/relationships/image" Target="../media/image1566.png"/><Relationship Id="rId74" Type="http://schemas.openxmlformats.org/officeDocument/2006/relationships/image" Target="../media/image1574.png"/><Relationship Id="rId79" Type="http://schemas.openxmlformats.org/officeDocument/2006/relationships/customXml" Target="../ink/ink1642.xml"/><Relationship Id="rId5" Type="http://schemas.openxmlformats.org/officeDocument/2006/relationships/customXml" Target="../ink/ink1605.xml"/><Relationship Id="rId90" Type="http://schemas.openxmlformats.org/officeDocument/2006/relationships/image" Target="../media/image1582.png"/><Relationship Id="rId14" Type="http://schemas.openxmlformats.org/officeDocument/2006/relationships/image" Target="../media/image1544.png"/><Relationship Id="rId22" Type="http://schemas.openxmlformats.org/officeDocument/2006/relationships/image" Target="../media/image1548.png"/><Relationship Id="rId27" Type="http://schemas.openxmlformats.org/officeDocument/2006/relationships/customXml" Target="../ink/ink1616.xml"/><Relationship Id="rId30" Type="http://schemas.openxmlformats.org/officeDocument/2006/relationships/image" Target="../media/image1552.png"/><Relationship Id="rId35" Type="http://schemas.openxmlformats.org/officeDocument/2006/relationships/customXml" Target="../ink/ink1620.xml"/><Relationship Id="rId43" Type="http://schemas.openxmlformats.org/officeDocument/2006/relationships/customXml" Target="../ink/ink1624.xml"/><Relationship Id="rId48" Type="http://schemas.openxmlformats.org/officeDocument/2006/relationships/image" Target="../media/image1561.png"/><Relationship Id="rId56" Type="http://schemas.openxmlformats.org/officeDocument/2006/relationships/image" Target="../media/image1565.png"/><Relationship Id="rId64" Type="http://schemas.openxmlformats.org/officeDocument/2006/relationships/image" Target="../media/image1569.png"/><Relationship Id="rId69" Type="http://schemas.openxmlformats.org/officeDocument/2006/relationships/customXml" Target="../ink/ink1637.xml"/><Relationship Id="rId77" Type="http://schemas.openxmlformats.org/officeDocument/2006/relationships/customXml" Target="../ink/ink1641.xml"/><Relationship Id="rId8" Type="http://schemas.openxmlformats.org/officeDocument/2006/relationships/image" Target="../media/image1541.png"/><Relationship Id="rId51" Type="http://schemas.openxmlformats.org/officeDocument/2006/relationships/customXml" Target="../ink/ink1628.xml"/><Relationship Id="rId72" Type="http://schemas.openxmlformats.org/officeDocument/2006/relationships/image" Target="../media/image1573.png"/><Relationship Id="rId80" Type="http://schemas.openxmlformats.org/officeDocument/2006/relationships/image" Target="../media/image1577.png"/><Relationship Id="rId85" Type="http://schemas.openxmlformats.org/officeDocument/2006/relationships/customXml" Target="../ink/ink1645.xml"/><Relationship Id="rId3" Type="http://schemas.openxmlformats.org/officeDocument/2006/relationships/customXml" Target="../ink/ink1604.xml"/><Relationship Id="rId12" Type="http://schemas.openxmlformats.org/officeDocument/2006/relationships/image" Target="../media/image1543.png"/><Relationship Id="rId17" Type="http://schemas.openxmlformats.org/officeDocument/2006/relationships/customXml" Target="../ink/ink1611.xml"/><Relationship Id="rId25" Type="http://schemas.openxmlformats.org/officeDocument/2006/relationships/customXml" Target="../ink/ink1615.xml"/><Relationship Id="rId33" Type="http://schemas.openxmlformats.org/officeDocument/2006/relationships/customXml" Target="../ink/ink1619.xml"/><Relationship Id="rId38" Type="http://schemas.openxmlformats.org/officeDocument/2006/relationships/image" Target="../media/image1556.png"/><Relationship Id="rId46" Type="http://schemas.openxmlformats.org/officeDocument/2006/relationships/image" Target="../media/image1560.png"/><Relationship Id="rId59" Type="http://schemas.openxmlformats.org/officeDocument/2006/relationships/customXml" Target="../ink/ink1632.xml"/><Relationship Id="rId67" Type="http://schemas.openxmlformats.org/officeDocument/2006/relationships/customXml" Target="../ink/ink1636.xml"/><Relationship Id="rId20" Type="http://schemas.openxmlformats.org/officeDocument/2006/relationships/image" Target="../media/image1547.png"/><Relationship Id="rId41" Type="http://schemas.openxmlformats.org/officeDocument/2006/relationships/customXml" Target="../ink/ink1623.xml"/><Relationship Id="rId54" Type="http://schemas.openxmlformats.org/officeDocument/2006/relationships/image" Target="../media/image1564.png"/><Relationship Id="rId62" Type="http://schemas.openxmlformats.org/officeDocument/2006/relationships/image" Target="../media/image1568.png"/><Relationship Id="rId70" Type="http://schemas.openxmlformats.org/officeDocument/2006/relationships/image" Target="../media/image1572.png"/><Relationship Id="rId75" Type="http://schemas.openxmlformats.org/officeDocument/2006/relationships/customXml" Target="../ink/ink1640.xml"/><Relationship Id="rId83" Type="http://schemas.openxmlformats.org/officeDocument/2006/relationships/customXml" Target="../ink/ink1644.xml"/><Relationship Id="rId88" Type="http://schemas.openxmlformats.org/officeDocument/2006/relationships/image" Target="../media/image1581.png"/><Relationship Id="rId91" Type="http://schemas.openxmlformats.org/officeDocument/2006/relationships/customXml" Target="../ink/ink16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0.png"/><Relationship Id="rId15" Type="http://schemas.openxmlformats.org/officeDocument/2006/relationships/customXml" Target="../ink/ink1610.xml"/><Relationship Id="rId23" Type="http://schemas.openxmlformats.org/officeDocument/2006/relationships/customXml" Target="../ink/ink1614.xml"/><Relationship Id="rId28" Type="http://schemas.openxmlformats.org/officeDocument/2006/relationships/image" Target="../media/image1551.png"/><Relationship Id="rId36" Type="http://schemas.openxmlformats.org/officeDocument/2006/relationships/image" Target="../media/image1555.png"/><Relationship Id="rId49" Type="http://schemas.openxmlformats.org/officeDocument/2006/relationships/customXml" Target="../ink/ink1627.xml"/><Relationship Id="rId57" Type="http://schemas.openxmlformats.org/officeDocument/2006/relationships/customXml" Target="../ink/ink1631.xml"/><Relationship Id="rId10" Type="http://schemas.openxmlformats.org/officeDocument/2006/relationships/image" Target="../media/image1542.png"/><Relationship Id="rId31" Type="http://schemas.openxmlformats.org/officeDocument/2006/relationships/customXml" Target="../ink/ink1618.xml"/><Relationship Id="rId44" Type="http://schemas.openxmlformats.org/officeDocument/2006/relationships/image" Target="../media/image1559.png"/><Relationship Id="rId52" Type="http://schemas.openxmlformats.org/officeDocument/2006/relationships/image" Target="../media/image1563.png"/><Relationship Id="rId60" Type="http://schemas.openxmlformats.org/officeDocument/2006/relationships/image" Target="../media/image1567.png"/><Relationship Id="rId65" Type="http://schemas.openxmlformats.org/officeDocument/2006/relationships/customXml" Target="../ink/ink1635.xml"/><Relationship Id="rId73" Type="http://schemas.openxmlformats.org/officeDocument/2006/relationships/customXml" Target="../ink/ink1639.xml"/><Relationship Id="rId78" Type="http://schemas.openxmlformats.org/officeDocument/2006/relationships/image" Target="../media/image1576.png"/><Relationship Id="rId81" Type="http://schemas.openxmlformats.org/officeDocument/2006/relationships/customXml" Target="../ink/ink1643.xml"/><Relationship Id="rId86" Type="http://schemas.openxmlformats.org/officeDocument/2006/relationships/image" Target="../media/image1580.png"/><Relationship Id="rId4" Type="http://schemas.openxmlformats.org/officeDocument/2006/relationships/image" Target="../media/image1539.png"/><Relationship Id="rId9" Type="http://schemas.openxmlformats.org/officeDocument/2006/relationships/customXml" Target="../ink/ink1607.xml"/><Relationship Id="rId13" Type="http://schemas.openxmlformats.org/officeDocument/2006/relationships/customXml" Target="../ink/ink1609.xml"/><Relationship Id="rId18" Type="http://schemas.openxmlformats.org/officeDocument/2006/relationships/image" Target="../media/image1546.png"/><Relationship Id="rId39" Type="http://schemas.openxmlformats.org/officeDocument/2006/relationships/customXml" Target="../ink/ink1622.xml"/><Relationship Id="rId34" Type="http://schemas.openxmlformats.org/officeDocument/2006/relationships/image" Target="../media/image1554.png"/><Relationship Id="rId50" Type="http://schemas.openxmlformats.org/officeDocument/2006/relationships/image" Target="../media/image1562.png"/><Relationship Id="rId55" Type="http://schemas.openxmlformats.org/officeDocument/2006/relationships/customXml" Target="../ink/ink1630.xml"/><Relationship Id="rId76" Type="http://schemas.openxmlformats.org/officeDocument/2006/relationships/image" Target="../media/image1575.png"/><Relationship Id="rId7" Type="http://schemas.openxmlformats.org/officeDocument/2006/relationships/customXml" Target="../ink/ink1606.xml"/><Relationship Id="rId71" Type="http://schemas.openxmlformats.org/officeDocument/2006/relationships/customXml" Target="../ink/ink1638.xml"/><Relationship Id="rId92" Type="http://schemas.openxmlformats.org/officeDocument/2006/relationships/image" Target="../media/image1583.png"/><Relationship Id="rId2" Type="http://schemas.openxmlformats.org/officeDocument/2006/relationships/image" Target="../media/image14010.png"/><Relationship Id="rId29" Type="http://schemas.openxmlformats.org/officeDocument/2006/relationships/customXml" Target="../ink/ink1617.xml"/><Relationship Id="rId24" Type="http://schemas.openxmlformats.org/officeDocument/2006/relationships/image" Target="../media/image1549.png"/><Relationship Id="rId40" Type="http://schemas.openxmlformats.org/officeDocument/2006/relationships/image" Target="../media/image1557.png"/><Relationship Id="rId45" Type="http://schemas.openxmlformats.org/officeDocument/2006/relationships/customXml" Target="../ink/ink1625.xml"/><Relationship Id="rId66" Type="http://schemas.openxmlformats.org/officeDocument/2006/relationships/image" Target="../media/image1570.png"/><Relationship Id="rId87" Type="http://schemas.openxmlformats.org/officeDocument/2006/relationships/customXml" Target="../ink/ink1646.xml"/><Relationship Id="rId61" Type="http://schemas.openxmlformats.org/officeDocument/2006/relationships/customXml" Target="../ink/ink1633.xml"/><Relationship Id="rId82" Type="http://schemas.openxmlformats.org/officeDocument/2006/relationships/image" Target="../media/image1578.png"/><Relationship Id="rId19" Type="http://schemas.openxmlformats.org/officeDocument/2006/relationships/customXml" Target="../ink/ink1612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8.png"/><Relationship Id="rId18" Type="http://schemas.openxmlformats.org/officeDocument/2006/relationships/customXml" Target="../ink/ink1656.xml"/><Relationship Id="rId26" Type="http://schemas.openxmlformats.org/officeDocument/2006/relationships/customXml" Target="../ink/ink1660.xml"/><Relationship Id="rId3" Type="http://schemas.openxmlformats.org/officeDocument/2006/relationships/image" Target="../media/image16100.png"/><Relationship Id="rId21" Type="http://schemas.openxmlformats.org/officeDocument/2006/relationships/image" Target="../media/image1592.png"/><Relationship Id="rId34" Type="http://schemas.openxmlformats.org/officeDocument/2006/relationships/customXml" Target="../ink/ink1664.xml"/><Relationship Id="rId7" Type="http://schemas.openxmlformats.org/officeDocument/2006/relationships/image" Target="../media/image1585.png"/><Relationship Id="rId12" Type="http://schemas.openxmlformats.org/officeDocument/2006/relationships/customXml" Target="../ink/ink1653.xml"/><Relationship Id="rId17" Type="http://schemas.openxmlformats.org/officeDocument/2006/relationships/image" Target="../media/image1590.png"/><Relationship Id="rId25" Type="http://schemas.openxmlformats.org/officeDocument/2006/relationships/image" Target="../media/image1594.png"/><Relationship Id="rId33" Type="http://schemas.openxmlformats.org/officeDocument/2006/relationships/image" Target="../media/image1598.png"/><Relationship Id="rId2" Type="http://schemas.openxmlformats.org/officeDocument/2006/relationships/image" Target="../media/image15010.png"/><Relationship Id="rId16" Type="http://schemas.openxmlformats.org/officeDocument/2006/relationships/customXml" Target="../ink/ink1655.xml"/><Relationship Id="rId20" Type="http://schemas.openxmlformats.org/officeDocument/2006/relationships/customXml" Target="../ink/ink1657.xml"/><Relationship Id="rId29" Type="http://schemas.openxmlformats.org/officeDocument/2006/relationships/image" Target="../media/image159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50.xml"/><Relationship Id="rId11" Type="http://schemas.openxmlformats.org/officeDocument/2006/relationships/image" Target="../media/image1587.png"/><Relationship Id="rId24" Type="http://schemas.openxmlformats.org/officeDocument/2006/relationships/customXml" Target="../ink/ink1659.xml"/><Relationship Id="rId32" Type="http://schemas.openxmlformats.org/officeDocument/2006/relationships/customXml" Target="../ink/ink1663.xml"/><Relationship Id="rId5" Type="http://schemas.openxmlformats.org/officeDocument/2006/relationships/image" Target="../media/image1584.png"/><Relationship Id="rId15" Type="http://schemas.openxmlformats.org/officeDocument/2006/relationships/image" Target="../media/image1589.png"/><Relationship Id="rId23" Type="http://schemas.openxmlformats.org/officeDocument/2006/relationships/image" Target="../media/image1593.png"/><Relationship Id="rId28" Type="http://schemas.openxmlformats.org/officeDocument/2006/relationships/customXml" Target="../ink/ink1661.xml"/><Relationship Id="rId10" Type="http://schemas.openxmlformats.org/officeDocument/2006/relationships/customXml" Target="../ink/ink1652.xml"/><Relationship Id="rId19" Type="http://schemas.openxmlformats.org/officeDocument/2006/relationships/image" Target="../media/image1591.png"/><Relationship Id="rId31" Type="http://schemas.openxmlformats.org/officeDocument/2006/relationships/image" Target="../media/image1597.png"/><Relationship Id="rId4" Type="http://schemas.openxmlformats.org/officeDocument/2006/relationships/customXml" Target="../ink/ink1649.xml"/><Relationship Id="rId9" Type="http://schemas.openxmlformats.org/officeDocument/2006/relationships/image" Target="../media/image1586.png"/><Relationship Id="rId14" Type="http://schemas.openxmlformats.org/officeDocument/2006/relationships/customXml" Target="../ink/ink1654.xml"/><Relationship Id="rId22" Type="http://schemas.openxmlformats.org/officeDocument/2006/relationships/customXml" Target="../ink/ink1658.xml"/><Relationship Id="rId27" Type="http://schemas.openxmlformats.org/officeDocument/2006/relationships/image" Target="../media/image1595.png"/><Relationship Id="rId30" Type="http://schemas.openxmlformats.org/officeDocument/2006/relationships/customXml" Target="../ink/ink1662.xml"/><Relationship Id="rId35" Type="http://schemas.openxmlformats.org/officeDocument/2006/relationships/image" Target="../media/image1599.png"/><Relationship Id="rId8" Type="http://schemas.openxmlformats.org/officeDocument/2006/relationships/customXml" Target="../ink/ink165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2.png"/><Relationship Id="rId13" Type="http://schemas.openxmlformats.org/officeDocument/2006/relationships/customXml" Target="../ink/ink1670.xml"/><Relationship Id="rId18" Type="http://schemas.openxmlformats.org/officeDocument/2006/relationships/image" Target="../media/image1607.png"/><Relationship Id="rId3" Type="http://schemas.openxmlformats.org/officeDocument/2006/relationships/customXml" Target="../ink/ink1665.xml"/><Relationship Id="rId21" Type="http://schemas.openxmlformats.org/officeDocument/2006/relationships/customXml" Target="../ink/ink1674.xml"/><Relationship Id="rId7" Type="http://schemas.openxmlformats.org/officeDocument/2006/relationships/customXml" Target="../ink/ink1667.xml"/><Relationship Id="rId12" Type="http://schemas.openxmlformats.org/officeDocument/2006/relationships/image" Target="../media/image1604.png"/><Relationship Id="rId17" Type="http://schemas.openxmlformats.org/officeDocument/2006/relationships/customXml" Target="../ink/ink1672.xml"/><Relationship Id="rId2" Type="http://schemas.openxmlformats.org/officeDocument/2006/relationships/image" Target="../media/image1774.png"/><Relationship Id="rId16" Type="http://schemas.openxmlformats.org/officeDocument/2006/relationships/image" Target="../media/image1606.png"/><Relationship Id="rId20" Type="http://schemas.openxmlformats.org/officeDocument/2006/relationships/image" Target="../media/image16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1.png"/><Relationship Id="rId11" Type="http://schemas.openxmlformats.org/officeDocument/2006/relationships/customXml" Target="../ink/ink1669.xml"/><Relationship Id="rId24" Type="http://schemas.openxmlformats.org/officeDocument/2006/relationships/image" Target="../media/image74.png"/><Relationship Id="rId5" Type="http://schemas.openxmlformats.org/officeDocument/2006/relationships/customXml" Target="../ink/ink1666.xml"/><Relationship Id="rId15" Type="http://schemas.openxmlformats.org/officeDocument/2006/relationships/customXml" Target="../ink/ink1671.xml"/><Relationship Id="rId23" Type="http://schemas.openxmlformats.org/officeDocument/2006/relationships/customXml" Target="../ink/ink1675.xml"/><Relationship Id="rId10" Type="http://schemas.openxmlformats.org/officeDocument/2006/relationships/image" Target="../media/image1603.png"/><Relationship Id="rId19" Type="http://schemas.openxmlformats.org/officeDocument/2006/relationships/customXml" Target="../ink/ink1673.xml"/><Relationship Id="rId4" Type="http://schemas.openxmlformats.org/officeDocument/2006/relationships/image" Target="../media/image1600.png"/><Relationship Id="rId9" Type="http://schemas.openxmlformats.org/officeDocument/2006/relationships/customXml" Target="../ink/ink1668.xml"/><Relationship Id="rId14" Type="http://schemas.openxmlformats.org/officeDocument/2006/relationships/image" Target="../media/image1605.png"/><Relationship Id="rId22" Type="http://schemas.openxmlformats.org/officeDocument/2006/relationships/image" Target="../media/image892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33.xml"/><Relationship Id="rId21" Type="http://schemas.openxmlformats.org/officeDocument/2006/relationships/customXml" Target="../ink/ink1685.xml"/><Relationship Id="rId42" Type="http://schemas.openxmlformats.org/officeDocument/2006/relationships/image" Target="../media/image1629.png"/><Relationship Id="rId63" Type="http://schemas.openxmlformats.org/officeDocument/2006/relationships/customXml" Target="../ink/ink1706.xml"/><Relationship Id="rId84" Type="http://schemas.openxmlformats.org/officeDocument/2006/relationships/image" Target="../media/image1650.png"/><Relationship Id="rId138" Type="http://schemas.openxmlformats.org/officeDocument/2006/relationships/image" Target="../media/image1676.png"/><Relationship Id="rId159" Type="http://schemas.openxmlformats.org/officeDocument/2006/relationships/customXml" Target="../ink/ink1754.xml"/><Relationship Id="rId170" Type="http://schemas.openxmlformats.org/officeDocument/2006/relationships/image" Target="../media/image1691.png"/><Relationship Id="rId191" Type="http://schemas.openxmlformats.org/officeDocument/2006/relationships/customXml" Target="../ink/ink1771.xml"/><Relationship Id="rId205" Type="http://schemas.openxmlformats.org/officeDocument/2006/relationships/customXml" Target="../ink/ink1778.xml"/><Relationship Id="rId107" Type="http://schemas.openxmlformats.org/officeDocument/2006/relationships/customXml" Target="../ink/ink1728.xml"/><Relationship Id="rId11" Type="http://schemas.openxmlformats.org/officeDocument/2006/relationships/customXml" Target="../ink/ink1680.xml"/><Relationship Id="rId32" Type="http://schemas.openxmlformats.org/officeDocument/2006/relationships/image" Target="../media/image1624.png"/><Relationship Id="rId53" Type="http://schemas.openxmlformats.org/officeDocument/2006/relationships/customXml" Target="../ink/ink1701.xml"/><Relationship Id="rId74" Type="http://schemas.openxmlformats.org/officeDocument/2006/relationships/image" Target="../media/image1645.png"/><Relationship Id="rId128" Type="http://schemas.openxmlformats.org/officeDocument/2006/relationships/image" Target="../media/image1671.png"/><Relationship Id="rId149" Type="http://schemas.openxmlformats.org/officeDocument/2006/relationships/customXml" Target="../ink/ink1749.xml"/><Relationship Id="rId5" Type="http://schemas.openxmlformats.org/officeDocument/2006/relationships/customXml" Target="../ink/ink1677.xml"/><Relationship Id="rId95" Type="http://schemas.openxmlformats.org/officeDocument/2006/relationships/customXml" Target="../ink/ink1722.xml"/><Relationship Id="rId160" Type="http://schemas.openxmlformats.org/officeDocument/2006/relationships/image" Target="../media/image892.png"/><Relationship Id="rId181" Type="http://schemas.openxmlformats.org/officeDocument/2006/relationships/customXml" Target="../ink/ink1765.xml"/><Relationship Id="rId22" Type="http://schemas.openxmlformats.org/officeDocument/2006/relationships/image" Target="../media/image1619.png"/><Relationship Id="rId43" Type="http://schemas.openxmlformats.org/officeDocument/2006/relationships/customXml" Target="../ink/ink1696.xml"/><Relationship Id="rId64" Type="http://schemas.openxmlformats.org/officeDocument/2006/relationships/image" Target="../media/image1640.png"/><Relationship Id="rId118" Type="http://schemas.openxmlformats.org/officeDocument/2006/relationships/image" Target="../media/image1667.png"/><Relationship Id="rId139" Type="http://schemas.openxmlformats.org/officeDocument/2006/relationships/customXml" Target="../ink/ink1744.xml"/><Relationship Id="rId85" Type="http://schemas.openxmlformats.org/officeDocument/2006/relationships/customXml" Target="../ink/ink1717.xml"/><Relationship Id="rId150" Type="http://schemas.openxmlformats.org/officeDocument/2006/relationships/image" Target="../media/image1682.png"/><Relationship Id="rId171" Type="http://schemas.openxmlformats.org/officeDocument/2006/relationships/customXml" Target="../ink/ink1760.xml"/><Relationship Id="rId192" Type="http://schemas.openxmlformats.org/officeDocument/2006/relationships/image" Target="../media/image1701.png"/><Relationship Id="rId206" Type="http://schemas.openxmlformats.org/officeDocument/2006/relationships/image" Target="../media/image1708.png"/><Relationship Id="rId12" Type="http://schemas.openxmlformats.org/officeDocument/2006/relationships/image" Target="../media/image1614.png"/><Relationship Id="rId33" Type="http://schemas.openxmlformats.org/officeDocument/2006/relationships/customXml" Target="../ink/ink1691.xml"/><Relationship Id="rId108" Type="http://schemas.openxmlformats.org/officeDocument/2006/relationships/image" Target="../media/image1662.png"/><Relationship Id="rId129" Type="http://schemas.openxmlformats.org/officeDocument/2006/relationships/customXml" Target="../ink/ink1739.xml"/><Relationship Id="rId54" Type="http://schemas.openxmlformats.org/officeDocument/2006/relationships/image" Target="../media/image1635.png"/><Relationship Id="rId75" Type="http://schemas.openxmlformats.org/officeDocument/2006/relationships/customXml" Target="../ink/ink1712.xml"/><Relationship Id="rId96" Type="http://schemas.openxmlformats.org/officeDocument/2006/relationships/image" Target="../media/image1656.png"/><Relationship Id="rId140" Type="http://schemas.openxmlformats.org/officeDocument/2006/relationships/image" Target="../media/image1677.png"/><Relationship Id="rId161" Type="http://schemas.openxmlformats.org/officeDocument/2006/relationships/customXml" Target="../ink/ink1755.xml"/><Relationship Id="rId182" Type="http://schemas.openxmlformats.org/officeDocument/2006/relationships/customXml" Target="../ink/ink1766.xml"/><Relationship Id="rId6" Type="http://schemas.openxmlformats.org/officeDocument/2006/relationships/image" Target="../media/image1611.png"/><Relationship Id="rId23" Type="http://schemas.openxmlformats.org/officeDocument/2006/relationships/customXml" Target="../ink/ink1686.xml"/><Relationship Id="rId119" Type="http://schemas.openxmlformats.org/officeDocument/2006/relationships/customXml" Target="../ink/ink1734.xml"/><Relationship Id="rId44" Type="http://schemas.openxmlformats.org/officeDocument/2006/relationships/image" Target="../media/image1630.png"/><Relationship Id="rId65" Type="http://schemas.openxmlformats.org/officeDocument/2006/relationships/customXml" Target="../ink/ink1707.xml"/><Relationship Id="rId86" Type="http://schemas.openxmlformats.org/officeDocument/2006/relationships/image" Target="../media/image1651.png"/><Relationship Id="rId130" Type="http://schemas.openxmlformats.org/officeDocument/2006/relationships/image" Target="../media/image1672.png"/><Relationship Id="rId151" Type="http://schemas.openxmlformats.org/officeDocument/2006/relationships/customXml" Target="../ink/ink1750.xml"/><Relationship Id="rId172" Type="http://schemas.openxmlformats.org/officeDocument/2006/relationships/image" Target="../media/image1692.png"/><Relationship Id="rId193" Type="http://schemas.openxmlformats.org/officeDocument/2006/relationships/customXml" Target="../ink/ink1772.xml"/><Relationship Id="rId13" Type="http://schemas.openxmlformats.org/officeDocument/2006/relationships/customXml" Target="../ink/ink1681.xml"/><Relationship Id="rId109" Type="http://schemas.openxmlformats.org/officeDocument/2006/relationships/customXml" Target="../ink/ink1729.xml"/><Relationship Id="rId34" Type="http://schemas.openxmlformats.org/officeDocument/2006/relationships/image" Target="../media/image1625.png"/><Relationship Id="rId55" Type="http://schemas.openxmlformats.org/officeDocument/2006/relationships/customXml" Target="../ink/ink1702.xml"/><Relationship Id="rId76" Type="http://schemas.openxmlformats.org/officeDocument/2006/relationships/image" Target="../media/image1646.png"/><Relationship Id="rId97" Type="http://schemas.openxmlformats.org/officeDocument/2006/relationships/customXml" Target="../ink/ink1723.xml"/><Relationship Id="rId120" Type="http://schemas.openxmlformats.org/officeDocument/2006/relationships/image" Target="../media/image1668.png"/><Relationship Id="rId141" Type="http://schemas.openxmlformats.org/officeDocument/2006/relationships/customXml" Target="../ink/ink1745.xml"/><Relationship Id="rId7" Type="http://schemas.openxmlformats.org/officeDocument/2006/relationships/customXml" Target="../ink/ink1678.xml"/><Relationship Id="rId162" Type="http://schemas.openxmlformats.org/officeDocument/2006/relationships/image" Target="../media/image1687.png"/><Relationship Id="rId183" Type="http://schemas.openxmlformats.org/officeDocument/2006/relationships/image" Target="../media/image1697.png"/><Relationship Id="rId24" Type="http://schemas.openxmlformats.org/officeDocument/2006/relationships/image" Target="../media/image1620.png"/><Relationship Id="rId40" Type="http://schemas.openxmlformats.org/officeDocument/2006/relationships/image" Target="../media/image1628.png"/><Relationship Id="rId45" Type="http://schemas.openxmlformats.org/officeDocument/2006/relationships/customXml" Target="../ink/ink1697.xml"/><Relationship Id="rId66" Type="http://schemas.openxmlformats.org/officeDocument/2006/relationships/image" Target="../media/image1641.png"/><Relationship Id="rId87" Type="http://schemas.openxmlformats.org/officeDocument/2006/relationships/customXml" Target="../ink/ink1718.xml"/><Relationship Id="rId110" Type="http://schemas.openxmlformats.org/officeDocument/2006/relationships/image" Target="../media/image1663.png"/><Relationship Id="rId115" Type="http://schemas.openxmlformats.org/officeDocument/2006/relationships/customXml" Target="../ink/ink1732.xml"/><Relationship Id="rId131" Type="http://schemas.openxmlformats.org/officeDocument/2006/relationships/customXml" Target="../ink/ink1740.xml"/><Relationship Id="rId136" Type="http://schemas.openxmlformats.org/officeDocument/2006/relationships/image" Target="../media/image1675.png"/><Relationship Id="rId157" Type="http://schemas.openxmlformats.org/officeDocument/2006/relationships/customXml" Target="../ink/ink1753.xml"/><Relationship Id="rId178" Type="http://schemas.openxmlformats.org/officeDocument/2006/relationships/image" Target="../media/image1695.png"/><Relationship Id="rId61" Type="http://schemas.openxmlformats.org/officeDocument/2006/relationships/customXml" Target="../ink/ink1705.xml"/><Relationship Id="rId82" Type="http://schemas.openxmlformats.org/officeDocument/2006/relationships/image" Target="../media/image1649.png"/><Relationship Id="rId152" Type="http://schemas.openxmlformats.org/officeDocument/2006/relationships/image" Target="../media/image1683.png"/><Relationship Id="rId173" Type="http://schemas.openxmlformats.org/officeDocument/2006/relationships/customXml" Target="../ink/ink1761.xml"/><Relationship Id="rId194" Type="http://schemas.openxmlformats.org/officeDocument/2006/relationships/image" Target="../media/image1702.png"/><Relationship Id="rId199" Type="http://schemas.openxmlformats.org/officeDocument/2006/relationships/customXml" Target="../ink/ink1775.xml"/><Relationship Id="rId203" Type="http://schemas.openxmlformats.org/officeDocument/2006/relationships/customXml" Target="../ink/ink1777.xml"/><Relationship Id="rId19" Type="http://schemas.openxmlformats.org/officeDocument/2006/relationships/customXml" Target="../ink/ink1684.xml"/><Relationship Id="rId14" Type="http://schemas.openxmlformats.org/officeDocument/2006/relationships/image" Target="../media/image1615.png"/><Relationship Id="rId30" Type="http://schemas.openxmlformats.org/officeDocument/2006/relationships/image" Target="../media/image1623.png"/><Relationship Id="rId35" Type="http://schemas.openxmlformats.org/officeDocument/2006/relationships/customXml" Target="../ink/ink1692.xml"/><Relationship Id="rId56" Type="http://schemas.openxmlformats.org/officeDocument/2006/relationships/image" Target="../media/image1636.png"/><Relationship Id="rId77" Type="http://schemas.openxmlformats.org/officeDocument/2006/relationships/customXml" Target="../ink/ink1713.xml"/><Relationship Id="rId100" Type="http://schemas.openxmlformats.org/officeDocument/2006/relationships/image" Target="../media/image1658.png"/><Relationship Id="rId105" Type="http://schemas.openxmlformats.org/officeDocument/2006/relationships/customXml" Target="../ink/ink1727.xml"/><Relationship Id="rId126" Type="http://schemas.openxmlformats.org/officeDocument/2006/relationships/image" Target="../media/image1670.png"/><Relationship Id="rId147" Type="http://schemas.openxmlformats.org/officeDocument/2006/relationships/customXml" Target="../ink/ink1748.xml"/><Relationship Id="rId168" Type="http://schemas.openxmlformats.org/officeDocument/2006/relationships/image" Target="../media/image1690.png"/><Relationship Id="rId8" Type="http://schemas.openxmlformats.org/officeDocument/2006/relationships/image" Target="../media/image1612.png"/><Relationship Id="rId51" Type="http://schemas.openxmlformats.org/officeDocument/2006/relationships/customXml" Target="../ink/ink1700.xml"/><Relationship Id="rId72" Type="http://schemas.openxmlformats.org/officeDocument/2006/relationships/image" Target="../media/image1644.png"/><Relationship Id="rId93" Type="http://schemas.openxmlformats.org/officeDocument/2006/relationships/customXml" Target="../ink/ink1721.xml"/><Relationship Id="rId98" Type="http://schemas.openxmlformats.org/officeDocument/2006/relationships/image" Target="../media/image1657.png"/><Relationship Id="rId121" Type="http://schemas.openxmlformats.org/officeDocument/2006/relationships/customXml" Target="../ink/ink1735.xml"/><Relationship Id="rId142" Type="http://schemas.openxmlformats.org/officeDocument/2006/relationships/image" Target="../media/image1678.png"/><Relationship Id="rId163" Type="http://schemas.openxmlformats.org/officeDocument/2006/relationships/customXml" Target="../ink/ink1756.xml"/><Relationship Id="rId184" Type="http://schemas.openxmlformats.org/officeDocument/2006/relationships/customXml" Target="../ink/ink1767.xml"/><Relationship Id="rId189" Type="http://schemas.openxmlformats.org/officeDocument/2006/relationships/customXml" Target="../ink/ink1770.xml"/><Relationship Id="rId3" Type="http://schemas.openxmlformats.org/officeDocument/2006/relationships/customXml" Target="../ink/ink1676.xml"/><Relationship Id="rId25" Type="http://schemas.openxmlformats.org/officeDocument/2006/relationships/customXml" Target="../ink/ink1687.xml"/><Relationship Id="rId46" Type="http://schemas.openxmlformats.org/officeDocument/2006/relationships/image" Target="../media/image1631.png"/><Relationship Id="rId67" Type="http://schemas.openxmlformats.org/officeDocument/2006/relationships/customXml" Target="../ink/ink1708.xml"/><Relationship Id="rId116" Type="http://schemas.openxmlformats.org/officeDocument/2006/relationships/image" Target="../media/image1666.png"/><Relationship Id="rId137" Type="http://schemas.openxmlformats.org/officeDocument/2006/relationships/customXml" Target="../ink/ink1743.xml"/><Relationship Id="rId158" Type="http://schemas.openxmlformats.org/officeDocument/2006/relationships/image" Target="../media/image1686.png"/><Relationship Id="rId20" Type="http://schemas.openxmlformats.org/officeDocument/2006/relationships/image" Target="../media/image1618.png"/><Relationship Id="rId41" Type="http://schemas.openxmlformats.org/officeDocument/2006/relationships/customXml" Target="../ink/ink1695.xml"/><Relationship Id="rId62" Type="http://schemas.openxmlformats.org/officeDocument/2006/relationships/image" Target="../media/image1639.png"/><Relationship Id="rId83" Type="http://schemas.openxmlformats.org/officeDocument/2006/relationships/customXml" Target="../ink/ink1716.xml"/><Relationship Id="rId88" Type="http://schemas.openxmlformats.org/officeDocument/2006/relationships/image" Target="../media/image1652.png"/><Relationship Id="rId111" Type="http://schemas.openxmlformats.org/officeDocument/2006/relationships/customXml" Target="../ink/ink1730.xml"/><Relationship Id="rId132" Type="http://schemas.openxmlformats.org/officeDocument/2006/relationships/image" Target="../media/image1673.png"/><Relationship Id="rId153" Type="http://schemas.openxmlformats.org/officeDocument/2006/relationships/customXml" Target="../ink/ink1751.xml"/><Relationship Id="rId174" Type="http://schemas.openxmlformats.org/officeDocument/2006/relationships/image" Target="../media/image1693.png"/><Relationship Id="rId179" Type="http://schemas.openxmlformats.org/officeDocument/2006/relationships/customXml" Target="../ink/ink1764.xml"/><Relationship Id="rId195" Type="http://schemas.openxmlformats.org/officeDocument/2006/relationships/customXml" Target="../ink/ink1773.xml"/><Relationship Id="rId190" Type="http://schemas.openxmlformats.org/officeDocument/2006/relationships/image" Target="../media/image1700.png"/><Relationship Id="rId204" Type="http://schemas.openxmlformats.org/officeDocument/2006/relationships/image" Target="../media/image1707.png"/><Relationship Id="rId15" Type="http://schemas.openxmlformats.org/officeDocument/2006/relationships/customXml" Target="../ink/ink1682.xml"/><Relationship Id="rId36" Type="http://schemas.openxmlformats.org/officeDocument/2006/relationships/image" Target="../media/image1626.png"/><Relationship Id="rId57" Type="http://schemas.openxmlformats.org/officeDocument/2006/relationships/customXml" Target="../ink/ink1703.xml"/><Relationship Id="rId106" Type="http://schemas.openxmlformats.org/officeDocument/2006/relationships/image" Target="../media/image1661.png"/><Relationship Id="rId127" Type="http://schemas.openxmlformats.org/officeDocument/2006/relationships/customXml" Target="../ink/ink1738.xml"/><Relationship Id="rId10" Type="http://schemas.openxmlformats.org/officeDocument/2006/relationships/image" Target="../media/image1613.png"/><Relationship Id="rId31" Type="http://schemas.openxmlformats.org/officeDocument/2006/relationships/customXml" Target="../ink/ink1690.xml"/><Relationship Id="rId52" Type="http://schemas.openxmlformats.org/officeDocument/2006/relationships/image" Target="../media/image1634.png"/><Relationship Id="rId73" Type="http://schemas.openxmlformats.org/officeDocument/2006/relationships/customXml" Target="../ink/ink1711.xml"/><Relationship Id="rId78" Type="http://schemas.openxmlformats.org/officeDocument/2006/relationships/image" Target="../media/image1647.png"/><Relationship Id="rId94" Type="http://schemas.openxmlformats.org/officeDocument/2006/relationships/image" Target="../media/image1655.png"/><Relationship Id="rId99" Type="http://schemas.openxmlformats.org/officeDocument/2006/relationships/customXml" Target="../ink/ink1724.xml"/><Relationship Id="rId101" Type="http://schemas.openxmlformats.org/officeDocument/2006/relationships/customXml" Target="../ink/ink1725.xml"/><Relationship Id="rId122" Type="http://schemas.openxmlformats.org/officeDocument/2006/relationships/image" Target="../media/image74.png"/><Relationship Id="rId143" Type="http://schemas.openxmlformats.org/officeDocument/2006/relationships/customXml" Target="../ink/ink1746.xml"/><Relationship Id="rId148" Type="http://schemas.openxmlformats.org/officeDocument/2006/relationships/image" Target="../media/image1681.png"/><Relationship Id="rId164" Type="http://schemas.openxmlformats.org/officeDocument/2006/relationships/image" Target="../media/image1688.png"/><Relationship Id="rId169" Type="http://schemas.openxmlformats.org/officeDocument/2006/relationships/customXml" Target="../ink/ink1759.xml"/><Relationship Id="rId185" Type="http://schemas.openxmlformats.org/officeDocument/2006/relationships/image" Target="../media/image1698.png"/><Relationship Id="rId4" Type="http://schemas.openxmlformats.org/officeDocument/2006/relationships/image" Target="../media/image1610.png"/><Relationship Id="rId9" Type="http://schemas.openxmlformats.org/officeDocument/2006/relationships/customXml" Target="../ink/ink1679.xml"/><Relationship Id="rId180" Type="http://schemas.openxmlformats.org/officeDocument/2006/relationships/image" Target="../media/image1696.png"/><Relationship Id="rId26" Type="http://schemas.openxmlformats.org/officeDocument/2006/relationships/image" Target="../media/image1621.png"/><Relationship Id="rId47" Type="http://schemas.openxmlformats.org/officeDocument/2006/relationships/customXml" Target="../ink/ink1698.xml"/><Relationship Id="rId68" Type="http://schemas.openxmlformats.org/officeDocument/2006/relationships/image" Target="../media/image1642.png"/><Relationship Id="rId89" Type="http://schemas.openxmlformats.org/officeDocument/2006/relationships/customXml" Target="../ink/ink1719.xml"/><Relationship Id="rId112" Type="http://schemas.openxmlformats.org/officeDocument/2006/relationships/image" Target="../media/image1664.png"/><Relationship Id="rId133" Type="http://schemas.openxmlformats.org/officeDocument/2006/relationships/customXml" Target="../ink/ink1741.xml"/><Relationship Id="rId154" Type="http://schemas.openxmlformats.org/officeDocument/2006/relationships/image" Target="../media/image1684.png"/><Relationship Id="rId175" Type="http://schemas.openxmlformats.org/officeDocument/2006/relationships/customXml" Target="../ink/ink1762.xml"/><Relationship Id="rId196" Type="http://schemas.openxmlformats.org/officeDocument/2006/relationships/image" Target="../media/image1703.png"/><Relationship Id="rId200" Type="http://schemas.openxmlformats.org/officeDocument/2006/relationships/image" Target="../media/image1705.png"/><Relationship Id="rId16" Type="http://schemas.openxmlformats.org/officeDocument/2006/relationships/image" Target="../media/image1616.png"/><Relationship Id="rId37" Type="http://schemas.openxmlformats.org/officeDocument/2006/relationships/customXml" Target="../ink/ink1693.xml"/><Relationship Id="rId58" Type="http://schemas.openxmlformats.org/officeDocument/2006/relationships/image" Target="../media/image1637.png"/><Relationship Id="rId79" Type="http://schemas.openxmlformats.org/officeDocument/2006/relationships/customXml" Target="../ink/ink1714.xml"/><Relationship Id="rId102" Type="http://schemas.openxmlformats.org/officeDocument/2006/relationships/image" Target="../media/image1659.png"/><Relationship Id="rId123" Type="http://schemas.openxmlformats.org/officeDocument/2006/relationships/customXml" Target="../ink/ink1736.xml"/><Relationship Id="rId144" Type="http://schemas.openxmlformats.org/officeDocument/2006/relationships/image" Target="../media/image1679.png"/><Relationship Id="rId90" Type="http://schemas.openxmlformats.org/officeDocument/2006/relationships/image" Target="../media/image1653.png"/><Relationship Id="rId165" Type="http://schemas.openxmlformats.org/officeDocument/2006/relationships/customXml" Target="../ink/ink1757.xml"/><Relationship Id="rId186" Type="http://schemas.openxmlformats.org/officeDocument/2006/relationships/customXml" Target="../ink/ink1768.xml"/><Relationship Id="rId27" Type="http://schemas.openxmlformats.org/officeDocument/2006/relationships/customXml" Target="../ink/ink1688.xml"/><Relationship Id="rId48" Type="http://schemas.openxmlformats.org/officeDocument/2006/relationships/image" Target="../media/image1632.png"/><Relationship Id="rId69" Type="http://schemas.openxmlformats.org/officeDocument/2006/relationships/customXml" Target="../ink/ink1709.xml"/><Relationship Id="rId113" Type="http://schemas.openxmlformats.org/officeDocument/2006/relationships/customXml" Target="../ink/ink1731.xml"/><Relationship Id="rId134" Type="http://schemas.openxmlformats.org/officeDocument/2006/relationships/image" Target="../media/image1674.png"/><Relationship Id="rId80" Type="http://schemas.openxmlformats.org/officeDocument/2006/relationships/image" Target="../media/image1648.png"/><Relationship Id="rId155" Type="http://schemas.openxmlformats.org/officeDocument/2006/relationships/customXml" Target="../ink/ink1752.xml"/><Relationship Id="rId176" Type="http://schemas.openxmlformats.org/officeDocument/2006/relationships/image" Target="../media/image1694.png"/><Relationship Id="rId197" Type="http://schemas.openxmlformats.org/officeDocument/2006/relationships/customXml" Target="../ink/ink1774.xml"/><Relationship Id="rId201" Type="http://schemas.openxmlformats.org/officeDocument/2006/relationships/customXml" Target="../ink/ink1776.xml"/><Relationship Id="rId17" Type="http://schemas.openxmlformats.org/officeDocument/2006/relationships/customXml" Target="../ink/ink1683.xml"/><Relationship Id="rId38" Type="http://schemas.openxmlformats.org/officeDocument/2006/relationships/image" Target="../media/image1627.png"/><Relationship Id="rId59" Type="http://schemas.openxmlformats.org/officeDocument/2006/relationships/customXml" Target="../ink/ink1704.xml"/><Relationship Id="rId103" Type="http://schemas.openxmlformats.org/officeDocument/2006/relationships/customXml" Target="../ink/ink1726.xml"/><Relationship Id="rId124" Type="http://schemas.openxmlformats.org/officeDocument/2006/relationships/image" Target="../media/image1669.png"/><Relationship Id="rId70" Type="http://schemas.openxmlformats.org/officeDocument/2006/relationships/image" Target="../media/image1643.png"/><Relationship Id="rId91" Type="http://schemas.openxmlformats.org/officeDocument/2006/relationships/customXml" Target="../ink/ink1720.xml"/><Relationship Id="rId145" Type="http://schemas.openxmlformats.org/officeDocument/2006/relationships/customXml" Target="../ink/ink1747.xml"/><Relationship Id="rId166" Type="http://schemas.openxmlformats.org/officeDocument/2006/relationships/image" Target="../media/image1689.png"/><Relationship Id="rId187" Type="http://schemas.openxmlformats.org/officeDocument/2006/relationships/image" Target="../media/image1699.pn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1622.png"/><Relationship Id="rId49" Type="http://schemas.openxmlformats.org/officeDocument/2006/relationships/customXml" Target="../ink/ink1699.xml"/><Relationship Id="rId114" Type="http://schemas.openxmlformats.org/officeDocument/2006/relationships/image" Target="../media/image1665.png"/><Relationship Id="rId60" Type="http://schemas.openxmlformats.org/officeDocument/2006/relationships/image" Target="../media/image1638.png"/><Relationship Id="rId81" Type="http://schemas.openxmlformats.org/officeDocument/2006/relationships/customXml" Target="../ink/ink1715.xml"/><Relationship Id="rId135" Type="http://schemas.openxmlformats.org/officeDocument/2006/relationships/customXml" Target="../ink/ink1742.xml"/><Relationship Id="rId156" Type="http://schemas.openxmlformats.org/officeDocument/2006/relationships/image" Target="../media/image1685.png"/><Relationship Id="rId177" Type="http://schemas.openxmlformats.org/officeDocument/2006/relationships/customXml" Target="../ink/ink1763.xml"/><Relationship Id="rId198" Type="http://schemas.openxmlformats.org/officeDocument/2006/relationships/image" Target="../media/image1704.png"/><Relationship Id="rId202" Type="http://schemas.openxmlformats.org/officeDocument/2006/relationships/image" Target="../media/image1706.png"/><Relationship Id="rId18" Type="http://schemas.openxmlformats.org/officeDocument/2006/relationships/image" Target="../media/image1617.png"/><Relationship Id="rId39" Type="http://schemas.openxmlformats.org/officeDocument/2006/relationships/customXml" Target="../ink/ink1694.xml"/><Relationship Id="rId50" Type="http://schemas.openxmlformats.org/officeDocument/2006/relationships/image" Target="../media/image1633.png"/><Relationship Id="rId104" Type="http://schemas.openxmlformats.org/officeDocument/2006/relationships/image" Target="../media/image1660.png"/><Relationship Id="rId125" Type="http://schemas.openxmlformats.org/officeDocument/2006/relationships/customXml" Target="../ink/ink1737.xml"/><Relationship Id="rId146" Type="http://schemas.openxmlformats.org/officeDocument/2006/relationships/image" Target="../media/image1680.png"/><Relationship Id="rId167" Type="http://schemas.openxmlformats.org/officeDocument/2006/relationships/customXml" Target="../ink/ink1758.xml"/><Relationship Id="rId188" Type="http://schemas.openxmlformats.org/officeDocument/2006/relationships/customXml" Target="../ink/ink1769.xml"/><Relationship Id="rId71" Type="http://schemas.openxmlformats.org/officeDocument/2006/relationships/customXml" Target="../ink/ink1710.xml"/><Relationship Id="rId92" Type="http://schemas.openxmlformats.org/officeDocument/2006/relationships/image" Target="../media/image1654.png"/><Relationship Id="rId2" Type="http://schemas.openxmlformats.org/officeDocument/2006/relationships/image" Target="../media/image1609.png"/><Relationship Id="rId29" Type="http://schemas.openxmlformats.org/officeDocument/2006/relationships/customXml" Target="../ink/ink1689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91.xml"/><Relationship Id="rId117" Type="http://schemas.openxmlformats.org/officeDocument/2006/relationships/image" Target="../media/image1765.png"/><Relationship Id="rId21" Type="http://schemas.openxmlformats.org/officeDocument/2006/relationships/image" Target="../media/image1718.png"/><Relationship Id="rId42" Type="http://schemas.openxmlformats.org/officeDocument/2006/relationships/customXml" Target="../ink/ink1799.xml"/><Relationship Id="rId47" Type="http://schemas.openxmlformats.org/officeDocument/2006/relationships/image" Target="../media/image1731.png"/><Relationship Id="rId63" Type="http://schemas.openxmlformats.org/officeDocument/2006/relationships/image" Target="../media/image1739.png"/><Relationship Id="rId68" Type="http://schemas.openxmlformats.org/officeDocument/2006/relationships/customXml" Target="../ink/ink1812.xml"/><Relationship Id="rId84" Type="http://schemas.openxmlformats.org/officeDocument/2006/relationships/customXml" Target="../ink/ink1820.xml"/><Relationship Id="rId89" Type="http://schemas.openxmlformats.org/officeDocument/2006/relationships/image" Target="../media/image1751.png"/><Relationship Id="rId112" Type="http://schemas.openxmlformats.org/officeDocument/2006/relationships/customXml" Target="../ink/ink1834.xml"/><Relationship Id="rId16" Type="http://schemas.openxmlformats.org/officeDocument/2006/relationships/customXml" Target="../ink/ink1786.xml"/><Relationship Id="rId107" Type="http://schemas.openxmlformats.org/officeDocument/2006/relationships/image" Target="../media/image1760.png"/><Relationship Id="rId11" Type="http://schemas.openxmlformats.org/officeDocument/2006/relationships/image" Target="../media/image1713.png"/><Relationship Id="rId32" Type="http://schemas.openxmlformats.org/officeDocument/2006/relationships/customXml" Target="../ink/ink1794.xml"/><Relationship Id="rId37" Type="http://schemas.openxmlformats.org/officeDocument/2006/relationships/image" Target="../media/image1726.png"/><Relationship Id="rId53" Type="http://schemas.openxmlformats.org/officeDocument/2006/relationships/image" Target="../media/image1734.png"/><Relationship Id="rId58" Type="http://schemas.openxmlformats.org/officeDocument/2006/relationships/customXml" Target="../ink/ink1807.xml"/><Relationship Id="rId74" Type="http://schemas.openxmlformats.org/officeDocument/2006/relationships/customXml" Target="../ink/ink1815.xml"/><Relationship Id="rId79" Type="http://schemas.openxmlformats.org/officeDocument/2006/relationships/image" Target="../media/image1746.png"/><Relationship Id="rId102" Type="http://schemas.openxmlformats.org/officeDocument/2006/relationships/customXml" Target="../ink/ink1829.xml"/><Relationship Id="rId5" Type="http://schemas.openxmlformats.org/officeDocument/2006/relationships/image" Target="../media/image1710.png"/><Relationship Id="rId90" Type="http://schemas.openxmlformats.org/officeDocument/2006/relationships/customXml" Target="../ink/ink1823.xml"/><Relationship Id="rId95" Type="http://schemas.openxmlformats.org/officeDocument/2006/relationships/image" Target="../media/image1754.png"/><Relationship Id="rId22" Type="http://schemas.openxmlformats.org/officeDocument/2006/relationships/customXml" Target="../ink/ink1789.xml"/><Relationship Id="rId27" Type="http://schemas.openxmlformats.org/officeDocument/2006/relationships/image" Target="../media/image1721.png"/><Relationship Id="rId43" Type="http://schemas.openxmlformats.org/officeDocument/2006/relationships/image" Target="../media/image1729.png"/><Relationship Id="rId48" Type="http://schemas.openxmlformats.org/officeDocument/2006/relationships/customXml" Target="../ink/ink1802.xml"/><Relationship Id="rId64" Type="http://schemas.openxmlformats.org/officeDocument/2006/relationships/customXml" Target="../ink/ink1810.xml"/><Relationship Id="rId69" Type="http://schemas.openxmlformats.org/officeDocument/2006/relationships/image" Target="../media/image1742.png"/><Relationship Id="rId113" Type="http://schemas.openxmlformats.org/officeDocument/2006/relationships/image" Target="../media/image1763.png"/><Relationship Id="rId118" Type="http://schemas.openxmlformats.org/officeDocument/2006/relationships/customXml" Target="../ink/ink1837.xml"/><Relationship Id="rId80" Type="http://schemas.openxmlformats.org/officeDocument/2006/relationships/customXml" Target="../ink/ink1818.xml"/><Relationship Id="rId85" Type="http://schemas.openxmlformats.org/officeDocument/2006/relationships/image" Target="../media/image1749.png"/><Relationship Id="rId12" Type="http://schemas.openxmlformats.org/officeDocument/2006/relationships/customXml" Target="../ink/ink1784.xml"/><Relationship Id="rId17" Type="http://schemas.openxmlformats.org/officeDocument/2006/relationships/image" Target="../media/image1716.png"/><Relationship Id="rId33" Type="http://schemas.openxmlformats.org/officeDocument/2006/relationships/image" Target="../media/image1724.png"/><Relationship Id="rId38" Type="http://schemas.openxmlformats.org/officeDocument/2006/relationships/customXml" Target="../ink/ink1797.xml"/><Relationship Id="rId59" Type="http://schemas.openxmlformats.org/officeDocument/2006/relationships/image" Target="../media/image1737.png"/><Relationship Id="rId103" Type="http://schemas.openxmlformats.org/officeDocument/2006/relationships/image" Target="../media/image1758.png"/><Relationship Id="rId108" Type="http://schemas.openxmlformats.org/officeDocument/2006/relationships/customXml" Target="../ink/ink1832.xml"/><Relationship Id="rId54" Type="http://schemas.openxmlformats.org/officeDocument/2006/relationships/customXml" Target="../ink/ink1805.xml"/><Relationship Id="rId70" Type="http://schemas.openxmlformats.org/officeDocument/2006/relationships/customXml" Target="../ink/ink1813.xml"/><Relationship Id="rId75" Type="http://schemas.openxmlformats.org/officeDocument/2006/relationships/image" Target="../media/image1744.png"/><Relationship Id="rId91" Type="http://schemas.openxmlformats.org/officeDocument/2006/relationships/image" Target="../media/image1752.png"/><Relationship Id="rId96" Type="http://schemas.openxmlformats.org/officeDocument/2006/relationships/customXml" Target="../ink/ink18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81.xml"/><Relationship Id="rId23" Type="http://schemas.openxmlformats.org/officeDocument/2006/relationships/image" Target="../media/image1719.png"/><Relationship Id="rId28" Type="http://schemas.openxmlformats.org/officeDocument/2006/relationships/customXml" Target="../ink/ink1792.xml"/><Relationship Id="rId49" Type="http://schemas.openxmlformats.org/officeDocument/2006/relationships/image" Target="../media/image1732.png"/><Relationship Id="rId114" Type="http://schemas.openxmlformats.org/officeDocument/2006/relationships/customXml" Target="../ink/ink1835.xml"/><Relationship Id="rId119" Type="http://schemas.openxmlformats.org/officeDocument/2006/relationships/image" Target="../media/image1766.png"/><Relationship Id="rId44" Type="http://schemas.openxmlformats.org/officeDocument/2006/relationships/customXml" Target="../ink/ink1800.xml"/><Relationship Id="rId60" Type="http://schemas.openxmlformats.org/officeDocument/2006/relationships/customXml" Target="../ink/ink1808.xml"/><Relationship Id="rId65" Type="http://schemas.openxmlformats.org/officeDocument/2006/relationships/image" Target="../media/image1740.png"/><Relationship Id="rId81" Type="http://schemas.openxmlformats.org/officeDocument/2006/relationships/image" Target="../media/image1747.png"/><Relationship Id="rId86" Type="http://schemas.openxmlformats.org/officeDocument/2006/relationships/customXml" Target="../ink/ink1821.xml"/><Relationship Id="rId4" Type="http://schemas.openxmlformats.org/officeDocument/2006/relationships/customXml" Target="../ink/ink1780.xml"/><Relationship Id="rId9" Type="http://schemas.openxmlformats.org/officeDocument/2006/relationships/image" Target="../media/image1712.png"/><Relationship Id="rId13" Type="http://schemas.openxmlformats.org/officeDocument/2006/relationships/image" Target="../media/image1714.png"/><Relationship Id="rId18" Type="http://schemas.openxmlformats.org/officeDocument/2006/relationships/customXml" Target="../ink/ink1787.xml"/><Relationship Id="rId39" Type="http://schemas.openxmlformats.org/officeDocument/2006/relationships/image" Target="../media/image1727.png"/><Relationship Id="rId109" Type="http://schemas.openxmlformats.org/officeDocument/2006/relationships/image" Target="../media/image1761.png"/><Relationship Id="rId34" Type="http://schemas.openxmlformats.org/officeDocument/2006/relationships/customXml" Target="../ink/ink1795.xml"/><Relationship Id="rId50" Type="http://schemas.openxmlformats.org/officeDocument/2006/relationships/customXml" Target="../ink/ink1803.xml"/><Relationship Id="rId55" Type="http://schemas.openxmlformats.org/officeDocument/2006/relationships/image" Target="../media/image1735.png"/><Relationship Id="rId76" Type="http://schemas.openxmlformats.org/officeDocument/2006/relationships/customXml" Target="../ink/ink1816.xml"/><Relationship Id="rId97" Type="http://schemas.openxmlformats.org/officeDocument/2006/relationships/image" Target="../media/image1755.png"/><Relationship Id="rId104" Type="http://schemas.openxmlformats.org/officeDocument/2006/relationships/customXml" Target="../ink/ink1830.xml"/><Relationship Id="rId120" Type="http://schemas.openxmlformats.org/officeDocument/2006/relationships/customXml" Target="../ink/ink1838.xml"/><Relationship Id="rId7" Type="http://schemas.openxmlformats.org/officeDocument/2006/relationships/image" Target="../media/image1711.png"/><Relationship Id="rId71" Type="http://schemas.openxmlformats.org/officeDocument/2006/relationships/image" Target="../media/image1743.png"/><Relationship Id="rId92" Type="http://schemas.openxmlformats.org/officeDocument/2006/relationships/customXml" Target="../ink/ink1824.xml"/><Relationship Id="rId2" Type="http://schemas.openxmlformats.org/officeDocument/2006/relationships/customXml" Target="../ink/ink1779.xml"/><Relationship Id="rId29" Type="http://schemas.openxmlformats.org/officeDocument/2006/relationships/image" Target="../media/image1722.png"/><Relationship Id="rId24" Type="http://schemas.openxmlformats.org/officeDocument/2006/relationships/customXml" Target="../ink/ink1790.xml"/><Relationship Id="rId40" Type="http://schemas.openxmlformats.org/officeDocument/2006/relationships/customXml" Target="../ink/ink1798.xml"/><Relationship Id="rId45" Type="http://schemas.openxmlformats.org/officeDocument/2006/relationships/image" Target="../media/image1730.png"/><Relationship Id="rId66" Type="http://schemas.openxmlformats.org/officeDocument/2006/relationships/customXml" Target="../ink/ink1811.xml"/><Relationship Id="rId87" Type="http://schemas.openxmlformats.org/officeDocument/2006/relationships/image" Target="../media/image1750.png"/><Relationship Id="rId110" Type="http://schemas.openxmlformats.org/officeDocument/2006/relationships/customXml" Target="../ink/ink1833.xml"/><Relationship Id="rId115" Type="http://schemas.openxmlformats.org/officeDocument/2006/relationships/image" Target="../media/image1764.png"/><Relationship Id="rId61" Type="http://schemas.openxmlformats.org/officeDocument/2006/relationships/image" Target="../media/image1738.png"/><Relationship Id="rId82" Type="http://schemas.openxmlformats.org/officeDocument/2006/relationships/customXml" Target="../ink/ink1819.xml"/><Relationship Id="rId19" Type="http://schemas.openxmlformats.org/officeDocument/2006/relationships/image" Target="../media/image1717.png"/><Relationship Id="rId14" Type="http://schemas.openxmlformats.org/officeDocument/2006/relationships/customXml" Target="../ink/ink1785.xml"/><Relationship Id="rId30" Type="http://schemas.openxmlformats.org/officeDocument/2006/relationships/customXml" Target="../ink/ink1793.xml"/><Relationship Id="rId35" Type="http://schemas.openxmlformats.org/officeDocument/2006/relationships/image" Target="../media/image1725.png"/><Relationship Id="rId56" Type="http://schemas.openxmlformats.org/officeDocument/2006/relationships/customXml" Target="../ink/ink1806.xml"/><Relationship Id="rId77" Type="http://schemas.openxmlformats.org/officeDocument/2006/relationships/image" Target="../media/image1745.png"/><Relationship Id="rId100" Type="http://schemas.openxmlformats.org/officeDocument/2006/relationships/customXml" Target="../ink/ink1828.xml"/><Relationship Id="rId105" Type="http://schemas.openxmlformats.org/officeDocument/2006/relationships/image" Target="../media/image1759.png"/><Relationship Id="rId8" Type="http://schemas.openxmlformats.org/officeDocument/2006/relationships/customXml" Target="../ink/ink1782.xml"/><Relationship Id="rId51" Type="http://schemas.openxmlformats.org/officeDocument/2006/relationships/image" Target="../media/image1733.png"/><Relationship Id="rId72" Type="http://schemas.openxmlformats.org/officeDocument/2006/relationships/customXml" Target="../ink/ink1814.xml"/><Relationship Id="rId93" Type="http://schemas.openxmlformats.org/officeDocument/2006/relationships/image" Target="../media/image1753.png"/><Relationship Id="rId98" Type="http://schemas.openxmlformats.org/officeDocument/2006/relationships/customXml" Target="../ink/ink1827.xml"/><Relationship Id="rId121" Type="http://schemas.openxmlformats.org/officeDocument/2006/relationships/image" Target="../media/image1767.png"/><Relationship Id="rId3" Type="http://schemas.openxmlformats.org/officeDocument/2006/relationships/image" Target="../media/image1709.png"/><Relationship Id="rId25" Type="http://schemas.openxmlformats.org/officeDocument/2006/relationships/image" Target="../media/image1720.png"/><Relationship Id="rId46" Type="http://schemas.openxmlformats.org/officeDocument/2006/relationships/customXml" Target="../ink/ink1801.xml"/><Relationship Id="rId67" Type="http://schemas.openxmlformats.org/officeDocument/2006/relationships/image" Target="../media/image1741.png"/><Relationship Id="rId116" Type="http://schemas.openxmlformats.org/officeDocument/2006/relationships/customXml" Target="../ink/ink1836.xml"/><Relationship Id="rId20" Type="http://schemas.openxmlformats.org/officeDocument/2006/relationships/customXml" Target="../ink/ink1788.xml"/><Relationship Id="rId41" Type="http://schemas.openxmlformats.org/officeDocument/2006/relationships/image" Target="../media/image1728.png"/><Relationship Id="rId62" Type="http://schemas.openxmlformats.org/officeDocument/2006/relationships/customXml" Target="../ink/ink1809.xml"/><Relationship Id="rId83" Type="http://schemas.openxmlformats.org/officeDocument/2006/relationships/image" Target="../media/image1748.png"/><Relationship Id="rId88" Type="http://schemas.openxmlformats.org/officeDocument/2006/relationships/customXml" Target="../ink/ink1822.xml"/><Relationship Id="rId111" Type="http://schemas.openxmlformats.org/officeDocument/2006/relationships/image" Target="../media/image1762.png"/><Relationship Id="rId15" Type="http://schemas.openxmlformats.org/officeDocument/2006/relationships/image" Target="../media/image1715.png"/><Relationship Id="rId36" Type="http://schemas.openxmlformats.org/officeDocument/2006/relationships/customXml" Target="../ink/ink1796.xml"/><Relationship Id="rId57" Type="http://schemas.openxmlformats.org/officeDocument/2006/relationships/image" Target="../media/image1736.png"/><Relationship Id="rId106" Type="http://schemas.openxmlformats.org/officeDocument/2006/relationships/customXml" Target="../ink/ink1831.xml"/><Relationship Id="rId10" Type="http://schemas.openxmlformats.org/officeDocument/2006/relationships/customXml" Target="../ink/ink1783.xml"/><Relationship Id="rId31" Type="http://schemas.openxmlformats.org/officeDocument/2006/relationships/image" Target="../media/image1723.png"/><Relationship Id="rId52" Type="http://schemas.openxmlformats.org/officeDocument/2006/relationships/customXml" Target="../ink/ink1804.xml"/><Relationship Id="rId73" Type="http://schemas.openxmlformats.org/officeDocument/2006/relationships/image" Target="../media/image236.png"/><Relationship Id="rId78" Type="http://schemas.openxmlformats.org/officeDocument/2006/relationships/customXml" Target="../ink/ink1817.xml"/><Relationship Id="rId94" Type="http://schemas.openxmlformats.org/officeDocument/2006/relationships/customXml" Target="../ink/ink1825.xml"/><Relationship Id="rId99" Type="http://schemas.openxmlformats.org/officeDocument/2006/relationships/image" Target="../media/image1756.png"/><Relationship Id="rId101" Type="http://schemas.openxmlformats.org/officeDocument/2006/relationships/image" Target="../media/image175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42.xml"/><Relationship Id="rId13" Type="http://schemas.openxmlformats.org/officeDocument/2006/relationships/image" Target="../media/image1773.png"/><Relationship Id="rId3" Type="http://schemas.openxmlformats.org/officeDocument/2006/relationships/image" Target="../media/image1768.png"/><Relationship Id="rId7" Type="http://schemas.openxmlformats.org/officeDocument/2006/relationships/image" Target="../media/image1770.png"/><Relationship Id="rId12" Type="http://schemas.openxmlformats.org/officeDocument/2006/relationships/customXml" Target="../ink/ink1844.xml"/><Relationship Id="rId2" Type="http://schemas.openxmlformats.org/officeDocument/2006/relationships/customXml" Target="../ink/ink18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41.xml"/><Relationship Id="rId11" Type="http://schemas.openxmlformats.org/officeDocument/2006/relationships/image" Target="../media/image1772.png"/><Relationship Id="rId5" Type="http://schemas.openxmlformats.org/officeDocument/2006/relationships/image" Target="../media/image1769.png"/><Relationship Id="rId10" Type="http://schemas.openxmlformats.org/officeDocument/2006/relationships/customXml" Target="../ink/ink1843.xml"/><Relationship Id="rId4" Type="http://schemas.openxmlformats.org/officeDocument/2006/relationships/customXml" Target="../ink/ink1840.xml"/><Relationship Id="rId9" Type="http://schemas.openxmlformats.org/officeDocument/2006/relationships/image" Target="../media/image1771.png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85.png"/><Relationship Id="rId21" Type="http://schemas.openxmlformats.org/officeDocument/2006/relationships/customXml" Target="../ink/ink1854.xml"/><Relationship Id="rId42" Type="http://schemas.openxmlformats.org/officeDocument/2006/relationships/image" Target="../media/image1793.png"/><Relationship Id="rId47" Type="http://schemas.openxmlformats.org/officeDocument/2006/relationships/customXml" Target="../ink/ink1867.xml"/><Relationship Id="rId63" Type="http://schemas.openxmlformats.org/officeDocument/2006/relationships/customXml" Target="../ink/ink1875.xml"/><Relationship Id="rId68" Type="http://schemas.openxmlformats.org/officeDocument/2006/relationships/image" Target="../media/image1806.png"/><Relationship Id="rId84" Type="http://schemas.openxmlformats.org/officeDocument/2006/relationships/image" Target="../media/image1814.png"/><Relationship Id="rId89" Type="http://schemas.openxmlformats.org/officeDocument/2006/relationships/customXml" Target="../ink/ink1888.xml"/><Relationship Id="rId16" Type="http://schemas.openxmlformats.org/officeDocument/2006/relationships/image" Target="../media/image1780.png"/><Relationship Id="rId11" Type="http://schemas.openxmlformats.org/officeDocument/2006/relationships/customXml" Target="../ink/ink1849.xml"/><Relationship Id="rId32" Type="http://schemas.openxmlformats.org/officeDocument/2006/relationships/image" Target="../media/image1788.png"/><Relationship Id="rId37" Type="http://schemas.openxmlformats.org/officeDocument/2006/relationships/customXml" Target="../ink/ink1862.xml"/><Relationship Id="rId53" Type="http://schemas.openxmlformats.org/officeDocument/2006/relationships/customXml" Target="../ink/ink1870.xml"/><Relationship Id="rId58" Type="http://schemas.openxmlformats.org/officeDocument/2006/relationships/image" Target="../media/image1801.png"/><Relationship Id="rId74" Type="http://schemas.openxmlformats.org/officeDocument/2006/relationships/image" Target="../media/image1809.png"/><Relationship Id="rId79" Type="http://schemas.openxmlformats.org/officeDocument/2006/relationships/customXml" Target="../ink/ink1883.xml"/><Relationship Id="rId5" Type="http://schemas.openxmlformats.org/officeDocument/2006/relationships/customXml" Target="../ink/ink1846.xml"/><Relationship Id="rId90" Type="http://schemas.openxmlformats.org/officeDocument/2006/relationships/image" Target="../media/image1817.png"/><Relationship Id="rId22" Type="http://schemas.openxmlformats.org/officeDocument/2006/relationships/image" Target="../media/image1783.png"/><Relationship Id="rId27" Type="http://schemas.openxmlformats.org/officeDocument/2006/relationships/customXml" Target="../ink/ink1857.xml"/><Relationship Id="rId43" Type="http://schemas.openxmlformats.org/officeDocument/2006/relationships/customXml" Target="../ink/ink1865.xml"/><Relationship Id="rId48" Type="http://schemas.openxmlformats.org/officeDocument/2006/relationships/image" Target="../media/image1796.png"/><Relationship Id="rId64" Type="http://schemas.openxmlformats.org/officeDocument/2006/relationships/image" Target="../media/image1804.png"/><Relationship Id="rId69" Type="http://schemas.openxmlformats.org/officeDocument/2006/relationships/customXml" Target="../ink/ink1878.xml"/><Relationship Id="rId8" Type="http://schemas.openxmlformats.org/officeDocument/2006/relationships/image" Target="../media/image1776.png"/><Relationship Id="rId51" Type="http://schemas.openxmlformats.org/officeDocument/2006/relationships/customXml" Target="../ink/ink1869.xml"/><Relationship Id="rId72" Type="http://schemas.openxmlformats.org/officeDocument/2006/relationships/image" Target="../media/image1808.png"/><Relationship Id="rId80" Type="http://schemas.openxmlformats.org/officeDocument/2006/relationships/image" Target="../media/image1812.png"/><Relationship Id="rId85" Type="http://schemas.openxmlformats.org/officeDocument/2006/relationships/customXml" Target="../ink/ink1886.xml"/><Relationship Id="rId93" Type="http://schemas.openxmlformats.org/officeDocument/2006/relationships/customXml" Target="../ink/ink1890.xml"/><Relationship Id="rId3" Type="http://schemas.openxmlformats.org/officeDocument/2006/relationships/customXml" Target="../ink/ink1845.xml"/><Relationship Id="rId12" Type="http://schemas.openxmlformats.org/officeDocument/2006/relationships/image" Target="../media/image1778.png"/><Relationship Id="rId17" Type="http://schemas.openxmlformats.org/officeDocument/2006/relationships/customXml" Target="../ink/ink1852.xml"/><Relationship Id="rId25" Type="http://schemas.openxmlformats.org/officeDocument/2006/relationships/customXml" Target="../ink/ink1856.xml"/><Relationship Id="rId33" Type="http://schemas.openxmlformats.org/officeDocument/2006/relationships/customXml" Target="../ink/ink1860.xml"/><Relationship Id="rId38" Type="http://schemas.openxmlformats.org/officeDocument/2006/relationships/image" Target="../media/image1791.png"/><Relationship Id="rId46" Type="http://schemas.openxmlformats.org/officeDocument/2006/relationships/image" Target="../media/image1795.png"/><Relationship Id="rId59" Type="http://schemas.openxmlformats.org/officeDocument/2006/relationships/customXml" Target="../ink/ink1873.xml"/><Relationship Id="rId67" Type="http://schemas.openxmlformats.org/officeDocument/2006/relationships/customXml" Target="../ink/ink1877.xml"/><Relationship Id="rId20" Type="http://schemas.openxmlformats.org/officeDocument/2006/relationships/image" Target="../media/image1782.png"/><Relationship Id="rId41" Type="http://schemas.openxmlformats.org/officeDocument/2006/relationships/customXml" Target="../ink/ink1864.xml"/><Relationship Id="rId54" Type="http://schemas.openxmlformats.org/officeDocument/2006/relationships/image" Target="../media/image1799.png"/><Relationship Id="rId62" Type="http://schemas.openxmlformats.org/officeDocument/2006/relationships/image" Target="../media/image1803.png"/><Relationship Id="rId70" Type="http://schemas.openxmlformats.org/officeDocument/2006/relationships/image" Target="../media/image1807.png"/><Relationship Id="rId75" Type="http://schemas.openxmlformats.org/officeDocument/2006/relationships/customXml" Target="../ink/ink1881.xml"/><Relationship Id="rId83" Type="http://schemas.openxmlformats.org/officeDocument/2006/relationships/customXml" Target="../ink/ink1885.xml"/><Relationship Id="rId88" Type="http://schemas.openxmlformats.org/officeDocument/2006/relationships/image" Target="../media/image1816.png"/><Relationship Id="rId91" Type="http://schemas.openxmlformats.org/officeDocument/2006/relationships/customXml" Target="../ink/ink188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5.png"/><Relationship Id="rId15" Type="http://schemas.openxmlformats.org/officeDocument/2006/relationships/customXml" Target="../ink/ink1851.xml"/><Relationship Id="rId23" Type="http://schemas.openxmlformats.org/officeDocument/2006/relationships/customXml" Target="../ink/ink1855.xml"/><Relationship Id="rId28" Type="http://schemas.openxmlformats.org/officeDocument/2006/relationships/image" Target="../media/image1786.png"/><Relationship Id="rId36" Type="http://schemas.openxmlformats.org/officeDocument/2006/relationships/image" Target="../media/image1790.png"/><Relationship Id="rId49" Type="http://schemas.openxmlformats.org/officeDocument/2006/relationships/customXml" Target="../ink/ink1868.xml"/><Relationship Id="rId57" Type="http://schemas.openxmlformats.org/officeDocument/2006/relationships/customXml" Target="../ink/ink1872.xml"/><Relationship Id="rId10" Type="http://schemas.openxmlformats.org/officeDocument/2006/relationships/image" Target="../media/image1777.png"/><Relationship Id="rId31" Type="http://schemas.openxmlformats.org/officeDocument/2006/relationships/customXml" Target="../ink/ink1859.xml"/><Relationship Id="rId44" Type="http://schemas.openxmlformats.org/officeDocument/2006/relationships/image" Target="../media/image1794.png"/><Relationship Id="rId52" Type="http://schemas.openxmlformats.org/officeDocument/2006/relationships/image" Target="../media/image1798.png"/><Relationship Id="rId60" Type="http://schemas.openxmlformats.org/officeDocument/2006/relationships/image" Target="../media/image1802.png"/><Relationship Id="rId65" Type="http://schemas.openxmlformats.org/officeDocument/2006/relationships/customXml" Target="../ink/ink1876.xml"/><Relationship Id="rId73" Type="http://schemas.openxmlformats.org/officeDocument/2006/relationships/customXml" Target="../ink/ink1880.xml"/><Relationship Id="rId78" Type="http://schemas.openxmlformats.org/officeDocument/2006/relationships/image" Target="../media/image1811.png"/><Relationship Id="rId81" Type="http://schemas.openxmlformats.org/officeDocument/2006/relationships/customXml" Target="../ink/ink1884.xml"/><Relationship Id="rId86" Type="http://schemas.openxmlformats.org/officeDocument/2006/relationships/image" Target="../media/image1815.png"/><Relationship Id="rId94" Type="http://schemas.openxmlformats.org/officeDocument/2006/relationships/image" Target="../media/image1819.png"/><Relationship Id="rId4" Type="http://schemas.openxmlformats.org/officeDocument/2006/relationships/image" Target="../media/image236.png"/><Relationship Id="rId9" Type="http://schemas.openxmlformats.org/officeDocument/2006/relationships/customXml" Target="../ink/ink1848.xml"/><Relationship Id="rId13" Type="http://schemas.openxmlformats.org/officeDocument/2006/relationships/customXml" Target="../ink/ink1850.xml"/><Relationship Id="rId18" Type="http://schemas.openxmlformats.org/officeDocument/2006/relationships/image" Target="../media/image1781.png"/><Relationship Id="rId39" Type="http://schemas.openxmlformats.org/officeDocument/2006/relationships/customXml" Target="../ink/ink1863.xml"/><Relationship Id="rId34" Type="http://schemas.openxmlformats.org/officeDocument/2006/relationships/image" Target="../media/image1789.png"/><Relationship Id="rId50" Type="http://schemas.openxmlformats.org/officeDocument/2006/relationships/image" Target="../media/image1797.png"/><Relationship Id="rId55" Type="http://schemas.openxmlformats.org/officeDocument/2006/relationships/customXml" Target="../ink/ink1871.xml"/><Relationship Id="rId76" Type="http://schemas.openxmlformats.org/officeDocument/2006/relationships/image" Target="../media/image1810.png"/><Relationship Id="rId7" Type="http://schemas.openxmlformats.org/officeDocument/2006/relationships/customXml" Target="../ink/ink1847.xml"/><Relationship Id="rId71" Type="http://schemas.openxmlformats.org/officeDocument/2006/relationships/customXml" Target="../ink/ink1879.xml"/><Relationship Id="rId92" Type="http://schemas.openxmlformats.org/officeDocument/2006/relationships/image" Target="../media/image1818.png"/><Relationship Id="rId2" Type="http://schemas.openxmlformats.org/officeDocument/2006/relationships/image" Target="../media/image1610.jpeg"/><Relationship Id="rId29" Type="http://schemas.openxmlformats.org/officeDocument/2006/relationships/customXml" Target="../ink/ink1858.xml"/><Relationship Id="rId24" Type="http://schemas.openxmlformats.org/officeDocument/2006/relationships/image" Target="../media/image1784.png"/><Relationship Id="rId40" Type="http://schemas.openxmlformats.org/officeDocument/2006/relationships/image" Target="../media/image1792.png"/><Relationship Id="rId45" Type="http://schemas.openxmlformats.org/officeDocument/2006/relationships/customXml" Target="../ink/ink1866.xml"/><Relationship Id="rId66" Type="http://schemas.openxmlformats.org/officeDocument/2006/relationships/image" Target="../media/image1805.png"/><Relationship Id="rId87" Type="http://schemas.openxmlformats.org/officeDocument/2006/relationships/customXml" Target="../ink/ink1887.xml"/><Relationship Id="rId61" Type="http://schemas.openxmlformats.org/officeDocument/2006/relationships/customXml" Target="../ink/ink1874.xml"/><Relationship Id="rId82" Type="http://schemas.openxmlformats.org/officeDocument/2006/relationships/image" Target="../media/image1813.png"/><Relationship Id="rId19" Type="http://schemas.openxmlformats.org/officeDocument/2006/relationships/customXml" Target="../ink/ink1853.xml"/><Relationship Id="rId14" Type="http://schemas.openxmlformats.org/officeDocument/2006/relationships/image" Target="../media/image1779.png"/><Relationship Id="rId30" Type="http://schemas.openxmlformats.org/officeDocument/2006/relationships/image" Target="../media/image1787.png"/><Relationship Id="rId35" Type="http://schemas.openxmlformats.org/officeDocument/2006/relationships/customXml" Target="../ink/ink1861.xml"/><Relationship Id="rId56" Type="http://schemas.openxmlformats.org/officeDocument/2006/relationships/image" Target="../media/image1800.png"/><Relationship Id="rId77" Type="http://schemas.openxmlformats.org/officeDocument/2006/relationships/customXml" Target="../ink/ink1882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96.xml"/><Relationship Id="rId18" Type="http://schemas.openxmlformats.org/officeDocument/2006/relationships/image" Target="../media/image1828.png"/><Relationship Id="rId26" Type="http://schemas.openxmlformats.org/officeDocument/2006/relationships/image" Target="../media/image1832.png"/><Relationship Id="rId39" Type="http://schemas.openxmlformats.org/officeDocument/2006/relationships/customXml" Target="../ink/ink1909.xml"/><Relationship Id="rId21" Type="http://schemas.openxmlformats.org/officeDocument/2006/relationships/customXml" Target="../ink/ink1900.xml"/><Relationship Id="rId34" Type="http://schemas.openxmlformats.org/officeDocument/2006/relationships/image" Target="../media/image1836.png"/><Relationship Id="rId42" Type="http://schemas.openxmlformats.org/officeDocument/2006/relationships/image" Target="../media/image1840.png"/><Relationship Id="rId47" Type="http://schemas.openxmlformats.org/officeDocument/2006/relationships/customXml" Target="../ink/ink1913.xml"/><Relationship Id="rId50" Type="http://schemas.openxmlformats.org/officeDocument/2006/relationships/image" Target="../media/image1844.png"/><Relationship Id="rId55" Type="http://schemas.openxmlformats.org/officeDocument/2006/relationships/customXml" Target="../ink/ink1917.xml"/><Relationship Id="rId7" Type="http://schemas.openxmlformats.org/officeDocument/2006/relationships/customXml" Target="../ink/ink1893.xml"/><Relationship Id="rId2" Type="http://schemas.openxmlformats.org/officeDocument/2006/relationships/image" Target="../media/image1820.png"/><Relationship Id="rId16" Type="http://schemas.openxmlformats.org/officeDocument/2006/relationships/image" Target="../media/image1827.png"/><Relationship Id="rId29" Type="http://schemas.openxmlformats.org/officeDocument/2006/relationships/customXml" Target="../ink/ink1904.xml"/><Relationship Id="rId11" Type="http://schemas.openxmlformats.org/officeDocument/2006/relationships/customXml" Target="../ink/ink1895.xml"/><Relationship Id="rId24" Type="http://schemas.openxmlformats.org/officeDocument/2006/relationships/image" Target="../media/image1831.png"/><Relationship Id="rId32" Type="http://schemas.openxmlformats.org/officeDocument/2006/relationships/image" Target="../media/image1835.png"/><Relationship Id="rId37" Type="http://schemas.openxmlformats.org/officeDocument/2006/relationships/customXml" Target="../ink/ink1908.xml"/><Relationship Id="rId40" Type="http://schemas.openxmlformats.org/officeDocument/2006/relationships/image" Target="../media/image1839.png"/><Relationship Id="rId45" Type="http://schemas.openxmlformats.org/officeDocument/2006/relationships/customXml" Target="../ink/ink1912.xml"/><Relationship Id="rId53" Type="http://schemas.openxmlformats.org/officeDocument/2006/relationships/customXml" Target="../ink/ink1916.xml"/><Relationship Id="rId5" Type="http://schemas.openxmlformats.org/officeDocument/2006/relationships/customXml" Target="../ink/ink1892.xml"/><Relationship Id="rId10" Type="http://schemas.openxmlformats.org/officeDocument/2006/relationships/image" Target="../media/image1824.png"/><Relationship Id="rId19" Type="http://schemas.openxmlformats.org/officeDocument/2006/relationships/customXml" Target="../ink/ink1899.xml"/><Relationship Id="rId31" Type="http://schemas.openxmlformats.org/officeDocument/2006/relationships/customXml" Target="../ink/ink1905.xml"/><Relationship Id="rId44" Type="http://schemas.openxmlformats.org/officeDocument/2006/relationships/image" Target="../media/image1841.png"/><Relationship Id="rId52" Type="http://schemas.openxmlformats.org/officeDocument/2006/relationships/image" Target="../media/image1845.png"/><Relationship Id="rId4" Type="http://schemas.openxmlformats.org/officeDocument/2006/relationships/image" Target="../media/image1821.png"/><Relationship Id="rId9" Type="http://schemas.openxmlformats.org/officeDocument/2006/relationships/customXml" Target="../ink/ink1894.xml"/><Relationship Id="rId14" Type="http://schemas.openxmlformats.org/officeDocument/2006/relationships/image" Target="../media/image1826.png"/><Relationship Id="rId22" Type="http://schemas.openxmlformats.org/officeDocument/2006/relationships/image" Target="../media/image1830.png"/><Relationship Id="rId27" Type="http://schemas.openxmlformats.org/officeDocument/2006/relationships/customXml" Target="../ink/ink1903.xml"/><Relationship Id="rId30" Type="http://schemas.openxmlformats.org/officeDocument/2006/relationships/image" Target="../media/image1834.png"/><Relationship Id="rId35" Type="http://schemas.openxmlformats.org/officeDocument/2006/relationships/customXml" Target="../ink/ink1907.xml"/><Relationship Id="rId43" Type="http://schemas.openxmlformats.org/officeDocument/2006/relationships/customXml" Target="../ink/ink1911.xml"/><Relationship Id="rId48" Type="http://schemas.openxmlformats.org/officeDocument/2006/relationships/image" Target="../media/image1843.png"/><Relationship Id="rId56" Type="http://schemas.openxmlformats.org/officeDocument/2006/relationships/image" Target="../media/image1847.png"/><Relationship Id="rId8" Type="http://schemas.openxmlformats.org/officeDocument/2006/relationships/image" Target="../media/image1823.png"/><Relationship Id="rId51" Type="http://schemas.openxmlformats.org/officeDocument/2006/relationships/customXml" Target="../ink/ink1915.xml"/><Relationship Id="rId3" Type="http://schemas.openxmlformats.org/officeDocument/2006/relationships/customXml" Target="../ink/ink1891.xml"/><Relationship Id="rId12" Type="http://schemas.openxmlformats.org/officeDocument/2006/relationships/image" Target="../media/image1825.png"/><Relationship Id="rId17" Type="http://schemas.openxmlformats.org/officeDocument/2006/relationships/customXml" Target="../ink/ink1898.xml"/><Relationship Id="rId25" Type="http://schemas.openxmlformats.org/officeDocument/2006/relationships/customXml" Target="../ink/ink1902.xml"/><Relationship Id="rId33" Type="http://schemas.openxmlformats.org/officeDocument/2006/relationships/customXml" Target="../ink/ink1906.xml"/><Relationship Id="rId38" Type="http://schemas.openxmlformats.org/officeDocument/2006/relationships/image" Target="../media/image1838.png"/><Relationship Id="rId46" Type="http://schemas.openxmlformats.org/officeDocument/2006/relationships/image" Target="../media/image1842.png"/><Relationship Id="rId20" Type="http://schemas.openxmlformats.org/officeDocument/2006/relationships/image" Target="../media/image1829.png"/><Relationship Id="rId41" Type="http://schemas.openxmlformats.org/officeDocument/2006/relationships/customXml" Target="../ink/ink1910.xml"/><Relationship Id="rId54" Type="http://schemas.openxmlformats.org/officeDocument/2006/relationships/image" Target="../media/image18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2.png"/><Relationship Id="rId15" Type="http://schemas.openxmlformats.org/officeDocument/2006/relationships/customXml" Target="../ink/ink1897.xml"/><Relationship Id="rId23" Type="http://schemas.openxmlformats.org/officeDocument/2006/relationships/customXml" Target="../ink/ink1901.xml"/><Relationship Id="rId28" Type="http://schemas.openxmlformats.org/officeDocument/2006/relationships/image" Target="../media/image1833.png"/><Relationship Id="rId36" Type="http://schemas.openxmlformats.org/officeDocument/2006/relationships/image" Target="../media/image1837.png"/><Relationship Id="rId49" Type="http://schemas.openxmlformats.org/officeDocument/2006/relationships/customXml" Target="../ink/ink19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MIDSpiyalong/Advanced-Concepts-in-Machine-Learning-for-Energy/blob/main/Lecure%201/Excel_Machine_Learning.pdf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75.xml"/><Relationship Id="rId21" Type="http://schemas.openxmlformats.org/officeDocument/2006/relationships/customXml" Target="../ink/ink1927.xml"/><Relationship Id="rId42" Type="http://schemas.openxmlformats.org/officeDocument/2006/relationships/image" Target="../media/image3910.png"/><Relationship Id="rId63" Type="http://schemas.openxmlformats.org/officeDocument/2006/relationships/customXml" Target="../ink/ink1948.xml"/><Relationship Id="rId84" Type="http://schemas.openxmlformats.org/officeDocument/2006/relationships/image" Target="../media/image6010.png"/><Relationship Id="rId138" Type="http://schemas.openxmlformats.org/officeDocument/2006/relationships/image" Target="../media/image1859.png"/><Relationship Id="rId107" Type="http://schemas.openxmlformats.org/officeDocument/2006/relationships/customXml" Target="../ink/ink1970.xml"/><Relationship Id="rId11" Type="http://schemas.openxmlformats.org/officeDocument/2006/relationships/customXml" Target="../ink/ink1922.xml"/><Relationship Id="rId32" Type="http://schemas.openxmlformats.org/officeDocument/2006/relationships/image" Target="../media/image3410.png"/><Relationship Id="rId53" Type="http://schemas.openxmlformats.org/officeDocument/2006/relationships/customXml" Target="../ink/ink1943.xml"/><Relationship Id="rId74" Type="http://schemas.openxmlformats.org/officeDocument/2006/relationships/image" Target="../media/image5510.png"/><Relationship Id="rId128" Type="http://schemas.openxmlformats.org/officeDocument/2006/relationships/image" Target="../media/image1854.png"/><Relationship Id="rId149" Type="http://schemas.openxmlformats.org/officeDocument/2006/relationships/customXml" Target="../ink/ink1991.xml"/><Relationship Id="rId5" Type="http://schemas.openxmlformats.org/officeDocument/2006/relationships/customXml" Target="../ink/ink1919.xml"/><Relationship Id="rId95" Type="http://schemas.openxmlformats.org/officeDocument/2006/relationships/customXml" Target="../ink/ink1964.xml"/><Relationship Id="rId22" Type="http://schemas.openxmlformats.org/officeDocument/2006/relationships/image" Target="../media/image2910.png"/><Relationship Id="rId27" Type="http://schemas.openxmlformats.org/officeDocument/2006/relationships/customXml" Target="../ink/ink1930.xml"/><Relationship Id="rId43" Type="http://schemas.openxmlformats.org/officeDocument/2006/relationships/customXml" Target="../ink/ink1938.xml"/><Relationship Id="rId48" Type="http://schemas.openxmlformats.org/officeDocument/2006/relationships/image" Target="../media/image4211.png"/><Relationship Id="rId64" Type="http://schemas.openxmlformats.org/officeDocument/2006/relationships/image" Target="../media/image5010.png"/><Relationship Id="rId69" Type="http://schemas.openxmlformats.org/officeDocument/2006/relationships/customXml" Target="../ink/ink1951.xml"/><Relationship Id="rId113" Type="http://schemas.openxmlformats.org/officeDocument/2006/relationships/customXml" Target="../ink/ink1973.xml"/><Relationship Id="rId118" Type="http://schemas.openxmlformats.org/officeDocument/2006/relationships/image" Target="../media/image1849.png"/><Relationship Id="rId134" Type="http://schemas.openxmlformats.org/officeDocument/2006/relationships/image" Target="../media/image1857.png"/><Relationship Id="rId139" Type="http://schemas.openxmlformats.org/officeDocument/2006/relationships/customXml" Target="../ink/ink1986.xml"/><Relationship Id="rId80" Type="http://schemas.openxmlformats.org/officeDocument/2006/relationships/image" Target="../media/image5810.png"/><Relationship Id="rId85" Type="http://schemas.openxmlformats.org/officeDocument/2006/relationships/customXml" Target="../ink/ink1959.xml"/><Relationship Id="rId150" Type="http://schemas.openxmlformats.org/officeDocument/2006/relationships/image" Target="../media/image1865.png"/><Relationship Id="rId12" Type="http://schemas.openxmlformats.org/officeDocument/2006/relationships/image" Target="../media/image24100.png"/><Relationship Id="rId17" Type="http://schemas.openxmlformats.org/officeDocument/2006/relationships/customXml" Target="../ink/ink1925.xml"/><Relationship Id="rId33" Type="http://schemas.openxmlformats.org/officeDocument/2006/relationships/customXml" Target="../ink/ink1933.xml"/><Relationship Id="rId38" Type="http://schemas.openxmlformats.org/officeDocument/2006/relationships/image" Target="../media/image3710.png"/><Relationship Id="rId59" Type="http://schemas.openxmlformats.org/officeDocument/2006/relationships/customXml" Target="../ink/ink1946.xml"/><Relationship Id="rId103" Type="http://schemas.openxmlformats.org/officeDocument/2006/relationships/customXml" Target="../ink/ink1968.xml"/><Relationship Id="rId108" Type="http://schemas.openxmlformats.org/officeDocument/2006/relationships/image" Target="../media/image7210.png"/><Relationship Id="rId124" Type="http://schemas.openxmlformats.org/officeDocument/2006/relationships/image" Target="../media/image1852.png"/><Relationship Id="rId129" Type="http://schemas.openxmlformats.org/officeDocument/2006/relationships/customXml" Target="../ink/ink1981.xml"/><Relationship Id="rId54" Type="http://schemas.openxmlformats.org/officeDocument/2006/relationships/image" Target="../media/image4510.png"/><Relationship Id="rId70" Type="http://schemas.openxmlformats.org/officeDocument/2006/relationships/image" Target="../media/image5310.png"/><Relationship Id="rId75" Type="http://schemas.openxmlformats.org/officeDocument/2006/relationships/customXml" Target="../ink/ink1954.xml"/><Relationship Id="rId91" Type="http://schemas.openxmlformats.org/officeDocument/2006/relationships/customXml" Target="../ink/ink1962.xml"/><Relationship Id="rId96" Type="http://schemas.openxmlformats.org/officeDocument/2006/relationships/image" Target="../media/image6610.png"/><Relationship Id="rId140" Type="http://schemas.openxmlformats.org/officeDocument/2006/relationships/image" Target="../media/image1860.png"/><Relationship Id="rId145" Type="http://schemas.openxmlformats.org/officeDocument/2006/relationships/customXml" Target="../ink/ink19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00.png"/><Relationship Id="rId23" Type="http://schemas.openxmlformats.org/officeDocument/2006/relationships/customXml" Target="../ink/ink1928.xml"/><Relationship Id="rId28" Type="http://schemas.openxmlformats.org/officeDocument/2006/relationships/image" Target="../media/image3210.png"/><Relationship Id="rId49" Type="http://schemas.openxmlformats.org/officeDocument/2006/relationships/customXml" Target="../ink/ink1941.xml"/><Relationship Id="rId114" Type="http://schemas.openxmlformats.org/officeDocument/2006/relationships/image" Target="../media/image7510.png"/><Relationship Id="rId119" Type="http://schemas.openxmlformats.org/officeDocument/2006/relationships/customXml" Target="../ink/ink1976.xml"/><Relationship Id="rId44" Type="http://schemas.openxmlformats.org/officeDocument/2006/relationships/image" Target="../media/image4011.png"/><Relationship Id="rId60" Type="http://schemas.openxmlformats.org/officeDocument/2006/relationships/image" Target="../media/image4810.png"/><Relationship Id="rId65" Type="http://schemas.openxmlformats.org/officeDocument/2006/relationships/customXml" Target="../ink/ink1949.xml"/><Relationship Id="rId81" Type="http://schemas.openxmlformats.org/officeDocument/2006/relationships/customXml" Target="../ink/ink1957.xml"/><Relationship Id="rId86" Type="http://schemas.openxmlformats.org/officeDocument/2006/relationships/image" Target="../media/image6110.png"/><Relationship Id="rId130" Type="http://schemas.openxmlformats.org/officeDocument/2006/relationships/image" Target="../media/image1855.png"/><Relationship Id="rId135" Type="http://schemas.openxmlformats.org/officeDocument/2006/relationships/customXml" Target="../ink/ink1984.xml"/><Relationship Id="rId151" Type="http://schemas.openxmlformats.org/officeDocument/2006/relationships/customXml" Target="../ink/ink1992.xml"/><Relationship Id="rId13" Type="http://schemas.openxmlformats.org/officeDocument/2006/relationships/customXml" Target="../ink/ink1923.xml"/><Relationship Id="rId18" Type="http://schemas.openxmlformats.org/officeDocument/2006/relationships/image" Target="../media/image2710.png"/><Relationship Id="rId39" Type="http://schemas.openxmlformats.org/officeDocument/2006/relationships/customXml" Target="../ink/ink1936.xml"/><Relationship Id="rId109" Type="http://schemas.openxmlformats.org/officeDocument/2006/relationships/customXml" Target="../ink/ink1971.xml"/><Relationship Id="rId34" Type="http://schemas.openxmlformats.org/officeDocument/2006/relationships/image" Target="../media/image3510.png"/><Relationship Id="rId50" Type="http://schemas.openxmlformats.org/officeDocument/2006/relationships/image" Target="../media/image4310.png"/><Relationship Id="rId55" Type="http://schemas.openxmlformats.org/officeDocument/2006/relationships/customXml" Target="../ink/ink1944.xml"/><Relationship Id="rId76" Type="http://schemas.openxmlformats.org/officeDocument/2006/relationships/image" Target="../media/image5610.png"/><Relationship Id="rId97" Type="http://schemas.openxmlformats.org/officeDocument/2006/relationships/customXml" Target="../ink/ink1965.xml"/><Relationship Id="rId104" Type="http://schemas.openxmlformats.org/officeDocument/2006/relationships/image" Target="../media/image7010.png"/><Relationship Id="rId120" Type="http://schemas.openxmlformats.org/officeDocument/2006/relationships/image" Target="../media/image1850.png"/><Relationship Id="rId125" Type="http://schemas.openxmlformats.org/officeDocument/2006/relationships/customXml" Target="../ink/ink1979.xml"/><Relationship Id="rId141" Type="http://schemas.openxmlformats.org/officeDocument/2006/relationships/customXml" Target="../ink/ink1987.xml"/><Relationship Id="rId146" Type="http://schemas.openxmlformats.org/officeDocument/2006/relationships/image" Target="../media/image1863.png"/><Relationship Id="rId7" Type="http://schemas.openxmlformats.org/officeDocument/2006/relationships/customXml" Target="../ink/ink1920.xml"/><Relationship Id="rId71" Type="http://schemas.openxmlformats.org/officeDocument/2006/relationships/customXml" Target="../ink/ink1952.xml"/><Relationship Id="rId92" Type="http://schemas.openxmlformats.org/officeDocument/2006/relationships/image" Target="../media/image6410.png"/><Relationship Id="rId2" Type="http://schemas.openxmlformats.org/officeDocument/2006/relationships/image" Target="../media/image21100.png"/><Relationship Id="rId29" Type="http://schemas.openxmlformats.org/officeDocument/2006/relationships/customXml" Target="../ink/ink1931.xml"/><Relationship Id="rId24" Type="http://schemas.openxmlformats.org/officeDocument/2006/relationships/image" Target="../media/image3010.png"/><Relationship Id="rId40" Type="http://schemas.openxmlformats.org/officeDocument/2006/relationships/image" Target="../media/image3810.png"/><Relationship Id="rId45" Type="http://schemas.openxmlformats.org/officeDocument/2006/relationships/customXml" Target="../ink/ink1939.xml"/><Relationship Id="rId66" Type="http://schemas.openxmlformats.org/officeDocument/2006/relationships/image" Target="../media/image5110.png"/><Relationship Id="rId87" Type="http://schemas.openxmlformats.org/officeDocument/2006/relationships/customXml" Target="../ink/ink1960.xml"/><Relationship Id="rId110" Type="http://schemas.openxmlformats.org/officeDocument/2006/relationships/image" Target="../media/image7310.png"/><Relationship Id="rId115" Type="http://schemas.openxmlformats.org/officeDocument/2006/relationships/customXml" Target="../ink/ink1974.xml"/><Relationship Id="rId131" Type="http://schemas.openxmlformats.org/officeDocument/2006/relationships/customXml" Target="../ink/ink1982.xml"/><Relationship Id="rId136" Type="http://schemas.openxmlformats.org/officeDocument/2006/relationships/image" Target="../media/image1858.png"/><Relationship Id="rId61" Type="http://schemas.openxmlformats.org/officeDocument/2006/relationships/customXml" Target="../ink/ink1947.xml"/><Relationship Id="rId82" Type="http://schemas.openxmlformats.org/officeDocument/2006/relationships/image" Target="../media/image5910.png"/><Relationship Id="rId152" Type="http://schemas.openxmlformats.org/officeDocument/2006/relationships/image" Target="../media/image1866.png"/><Relationship Id="rId19" Type="http://schemas.openxmlformats.org/officeDocument/2006/relationships/customXml" Target="../ink/ink1926.xml"/><Relationship Id="rId14" Type="http://schemas.openxmlformats.org/officeDocument/2006/relationships/image" Target="../media/image2511.png"/><Relationship Id="rId30" Type="http://schemas.openxmlformats.org/officeDocument/2006/relationships/image" Target="../media/image3310.png"/><Relationship Id="rId35" Type="http://schemas.openxmlformats.org/officeDocument/2006/relationships/customXml" Target="../ink/ink1934.xml"/><Relationship Id="rId56" Type="http://schemas.openxmlformats.org/officeDocument/2006/relationships/image" Target="../media/image4610.png"/><Relationship Id="rId77" Type="http://schemas.openxmlformats.org/officeDocument/2006/relationships/customXml" Target="../ink/ink1955.xml"/><Relationship Id="rId100" Type="http://schemas.openxmlformats.org/officeDocument/2006/relationships/image" Target="../media/image6810.png"/><Relationship Id="rId105" Type="http://schemas.openxmlformats.org/officeDocument/2006/relationships/customXml" Target="../ink/ink1969.xml"/><Relationship Id="rId126" Type="http://schemas.openxmlformats.org/officeDocument/2006/relationships/image" Target="../media/image1853.png"/><Relationship Id="rId147" Type="http://schemas.openxmlformats.org/officeDocument/2006/relationships/customXml" Target="../ink/ink1990.xml"/><Relationship Id="rId8" Type="http://schemas.openxmlformats.org/officeDocument/2006/relationships/image" Target="../media/image22100.png"/><Relationship Id="rId51" Type="http://schemas.openxmlformats.org/officeDocument/2006/relationships/customXml" Target="../ink/ink1942.xml"/><Relationship Id="rId72" Type="http://schemas.openxmlformats.org/officeDocument/2006/relationships/image" Target="../media/image5410.png"/><Relationship Id="rId93" Type="http://schemas.openxmlformats.org/officeDocument/2006/relationships/customXml" Target="../ink/ink1963.xml"/><Relationship Id="rId98" Type="http://schemas.openxmlformats.org/officeDocument/2006/relationships/image" Target="../media/image6710.png"/><Relationship Id="rId121" Type="http://schemas.openxmlformats.org/officeDocument/2006/relationships/customXml" Target="../ink/ink1977.xml"/><Relationship Id="rId142" Type="http://schemas.openxmlformats.org/officeDocument/2006/relationships/image" Target="../media/image1861.png"/><Relationship Id="rId3" Type="http://schemas.openxmlformats.org/officeDocument/2006/relationships/customXml" Target="../ink/ink1918.xml"/><Relationship Id="rId25" Type="http://schemas.openxmlformats.org/officeDocument/2006/relationships/customXml" Target="../ink/ink1929.xml"/><Relationship Id="rId46" Type="http://schemas.openxmlformats.org/officeDocument/2006/relationships/image" Target="../media/image4111.png"/><Relationship Id="rId67" Type="http://schemas.openxmlformats.org/officeDocument/2006/relationships/customXml" Target="../ink/ink1950.xml"/><Relationship Id="rId116" Type="http://schemas.openxmlformats.org/officeDocument/2006/relationships/image" Target="../media/image1848.png"/><Relationship Id="rId137" Type="http://schemas.openxmlformats.org/officeDocument/2006/relationships/customXml" Target="../ink/ink1985.xml"/><Relationship Id="rId20" Type="http://schemas.openxmlformats.org/officeDocument/2006/relationships/image" Target="../media/image2811.png"/><Relationship Id="rId41" Type="http://schemas.openxmlformats.org/officeDocument/2006/relationships/customXml" Target="../ink/ink1937.xml"/><Relationship Id="rId62" Type="http://schemas.openxmlformats.org/officeDocument/2006/relationships/image" Target="../media/image4910.png"/><Relationship Id="rId83" Type="http://schemas.openxmlformats.org/officeDocument/2006/relationships/customXml" Target="../ink/ink1958.xml"/><Relationship Id="rId88" Type="http://schemas.openxmlformats.org/officeDocument/2006/relationships/image" Target="../media/image6210.png"/><Relationship Id="rId111" Type="http://schemas.openxmlformats.org/officeDocument/2006/relationships/customXml" Target="../ink/ink1972.xml"/><Relationship Id="rId132" Type="http://schemas.openxmlformats.org/officeDocument/2006/relationships/image" Target="../media/image1856.png"/><Relationship Id="rId15" Type="http://schemas.openxmlformats.org/officeDocument/2006/relationships/customXml" Target="../ink/ink1924.xml"/><Relationship Id="rId36" Type="http://schemas.openxmlformats.org/officeDocument/2006/relationships/image" Target="../media/image3610.png"/><Relationship Id="rId57" Type="http://schemas.openxmlformats.org/officeDocument/2006/relationships/customXml" Target="../ink/ink1945.xml"/><Relationship Id="rId106" Type="http://schemas.openxmlformats.org/officeDocument/2006/relationships/image" Target="../media/image7110.png"/><Relationship Id="rId127" Type="http://schemas.openxmlformats.org/officeDocument/2006/relationships/customXml" Target="../ink/ink1980.xml"/><Relationship Id="rId10" Type="http://schemas.openxmlformats.org/officeDocument/2006/relationships/image" Target="../media/image23100.png"/><Relationship Id="rId31" Type="http://schemas.openxmlformats.org/officeDocument/2006/relationships/customXml" Target="../ink/ink1932.xml"/><Relationship Id="rId52" Type="http://schemas.openxmlformats.org/officeDocument/2006/relationships/image" Target="../media/image4410.png"/><Relationship Id="rId73" Type="http://schemas.openxmlformats.org/officeDocument/2006/relationships/customXml" Target="../ink/ink1953.xml"/><Relationship Id="rId78" Type="http://schemas.openxmlformats.org/officeDocument/2006/relationships/image" Target="../media/image5710.png"/><Relationship Id="rId94" Type="http://schemas.openxmlformats.org/officeDocument/2006/relationships/image" Target="../media/image6510.png"/><Relationship Id="rId99" Type="http://schemas.openxmlformats.org/officeDocument/2006/relationships/customXml" Target="../ink/ink1966.xml"/><Relationship Id="rId101" Type="http://schemas.openxmlformats.org/officeDocument/2006/relationships/customXml" Target="../ink/ink1967.xml"/><Relationship Id="rId122" Type="http://schemas.openxmlformats.org/officeDocument/2006/relationships/image" Target="../media/image1851.png"/><Relationship Id="rId143" Type="http://schemas.openxmlformats.org/officeDocument/2006/relationships/customXml" Target="../ink/ink1988.xml"/><Relationship Id="rId148" Type="http://schemas.openxmlformats.org/officeDocument/2006/relationships/image" Target="../media/image1864.png"/><Relationship Id="rId4" Type="http://schemas.openxmlformats.org/officeDocument/2006/relationships/image" Target="../media/image19100.png"/><Relationship Id="rId9" Type="http://schemas.openxmlformats.org/officeDocument/2006/relationships/customXml" Target="../ink/ink1921.xml"/><Relationship Id="rId26" Type="http://schemas.openxmlformats.org/officeDocument/2006/relationships/image" Target="../media/image3110.png"/><Relationship Id="rId47" Type="http://schemas.openxmlformats.org/officeDocument/2006/relationships/customXml" Target="../ink/ink1940.xml"/><Relationship Id="rId68" Type="http://schemas.openxmlformats.org/officeDocument/2006/relationships/image" Target="../media/image5210.png"/><Relationship Id="rId89" Type="http://schemas.openxmlformats.org/officeDocument/2006/relationships/customXml" Target="../ink/ink1961.xml"/><Relationship Id="rId112" Type="http://schemas.openxmlformats.org/officeDocument/2006/relationships/image" Target="../media/image7410.png"/><Relationship Id="rId133" Type="http://schemas.openxmlformats.org/officeDocument/2006/relationships/customXml" Target="../ink/ink1983.xml"/><Relationship Id="rId16" Type="http://schemas.openxmlformats.org/officeDocument/2006/relationships/image" Target="../media/image2692.png"/><Relationship Id="rId37" Type="http://schemas.openxmlformats.org/officeDocument/2006/relationships/customXml" Target="../ink/ink1935.xml"/><Relationship Id="rId58" Type="http://schemas.openxmlformats.org/officeDocument/2006/relationships/image" Target="../media/image4710.png"/><Relationship Id="rId79" Type="http://schemas.openxmlformats.org/officeDocument/2006/relationships/customXml" Target="../ink/ink1956.xml"/><Relationship Id="rId102" Type="http://schemas.openxmlformats.org/officeDocument/2006/relationships/image" Target="../media/image6910.png"/><Relationship Id="rId123" Type="http://schemas.openxmlformats.org/officeDocument/2006/relationships/customXml" Target="../ink/ink1978.xml"/><Relationship Id="rId144" Type="http://schemas.openxmlformats.org/officeDocument/2006/relationships/image" Target="../media/image1862.png"/><Relationship Id="rId90" Type="http://schemas.openxmlformats.org/officeDocument/2006/relationships/image" Target="../media/image6310.png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76.png"/><Relationship Id="rId21" Type="http://schemas.openxmlformats.org/officeDocument/2006/relationships/customXml" Target="../ink/ink2001.xml"/><Relationship Id="rId42" Type="http://schemas.openxmlformats.org/officeDocument/2006/relationships/image" Target="../media/image1884.png"/><Relationship Id="rId47" Type="http://schemas.openxmlformats.org/officeDocument/2006/relationships/customXml" Target="../ink/ink2014.xml"/><Relationship Id="rId63" Type="http://schemas.openxmlformats.org/officeDocument/2006/relationships/customXml" Target="../ink/ink2022.xml"/><Relationship Id="rId68" Type="http://schemas.openxmlformats.org/officeDocument/2006/relationships/image" Target="../media/image1897.png"/><Relationship Id="rId16" Type="http://schemas.openxmlformats.org/officeDocument/2006/relationships/image" Target="../media/image1871.png"/><Relationship Id="rId11" Type="http://schemas.openxmlformats.org/officeDocument/2006/relationships/customXml" Target="../ink/ink1996.xml"/><Relationship Id="rId24" Type="http://schemas.openxmlformats.org/officeDocument/2006/relationships/image" Target="../media/image1875.png"/><Relationship Id="rId32" Type="http://schemas.openxmlformats.org/officeDocument/2006/relationships/image" Target="../media/image1879.png"/><Relationship Id="rId37" Type="http://schemas.openxmlformats.org/officeDocument/2006/relationships/customXml" Target="../ink/ink2009.xml"/><Relationship Id="rId40" Type="http://schemas.openxmlformats.org/officeDocument/2006/relationships/image" Target="../media/image1883.png"/><Relationship Id="rId45" Type="http://schemas.openxmlformats.org/officeDocument/2006/relationships/customXml" Target="../ink/ink2013.xml"/><Relationship Id="rId53" Type="http://schemas.openxmlformats.org/officeDocument/2006/relationships/customXml" Target="../ink/ink2017.xml"/><Relationship Id="rId58" Type="http://schemas.openxmlformats.org/officeDocument/2006/relationships/image" Target="../media/image1892.png"/><Relationship Id="rId66" Type="http://schemas.openxmlformats.org/officeDocument/2006/relationships/image" Target="../media/image1896.png"/><Relationship Id="rId74" Type="http://schemas.openxmlformats.org/officeDocument/2006/relationships/image" Target="../media/image1900.png"/><Relationship Id="rId5" Type="http://schemas.openxmlformats.org/officeDocument/2006/relationships/customXml" Target="../ink/ink1993.xml"/><Relationship Id="rId61" Type="http://schemas.openxmlformats.org/officeDocument/2006/relationships/customXml" Target="../ink/ink2021.xml"/><Relationship Id="rId19" Type="http://schemas.openxmlformats.org/officeDocument/2006/relationships/customXml" Target="../ink/ink2000.xml"/><Relationship Id="rId14" Type="http://schemas.openxmlformats.org/officeDocument/2006/relationships/image" Target="../media/image1870.png"/><Relationship Id="rId22" Type="http://schemas.openxmlformats.org/officeDocument/2006/relationships/image" Target="../media/image1874.png"/><Relationship Id="rId27" Type="http://schemas.openxmlformats.org/officeDocument/2006/relationships/customXml" Target="../ink/ink2004.xml"/><Relationship Id="rId30" Type="http://schemas.openxmlformats.org/officeDocument/2006/relationships/image" Target="../media/image1878.png"/><Relationship Id="rId35" Type="http://schemas.openxmlformats.org/officeDocument/2006/relationships/customXml" Target="../ink/ink2008.xml"/><Relationship Id="rId43" Type="http://schemas.openxmlformats.org/officeDocument/2006/relationships/customXml" Target="../ink/ink2012.xml"/><Relationship Id="rId48" Type="http://schemas.openxmlformats.org/officeDocument/2006/relationships/image" Target="../media/image1887.png"/><Relationship Id="rId56" Type="http://schemas.openxmlformats.org/officeDocument/2006/relationships/image" Target="../media/image1891.png"/><Relationship Id="rId64" Type="http://schemas.openxmlformats.org/officeDocument/2006/relationships/image" Target="../media/image1895.png"/><Relationship Id="rId69" Type="http://schemas.openxmlformats.org/officeDocument/2006/relationships/customXml" Target="../ink/ink2025.xml"/><Relationship Id="rId77" Type="http://schemas.openxmlformats.org/officeDocument/2006/relationships/customXml" Target="../ink/ink2029.xml"/><Relationship Id="rId8" Type="http://schemas.openxmlformats.org/officeDocument/2006/relationships/image" Target="../media/image1867.png"/><Relationship Id="rId51" Type="http://schemas.openxmlformats.org/officeDocument/2006/relationships/customXml" Target="../ink/ink2016.xml"/><Relationship Id="rId72" Type="http://schemas.openxmlformats.org/officeDocument/2006/relationships/image" Target="../media/image1899.png"/><Relationship Id="rId3" Type="http://schemas.openxmlformats.org/officeDocument/2006/relationships/image" Target="../media/image7710.png"/><Relationship Id="rId12" Type="http://schemas.openxmlformats.org/officeDocument/2006/relationships/image" Target="../media/image1869.png"/><Relationship Id="rId17" Type="http://schemas.openxmlformats.org/officeDocument/2006/relationships/customXml" Target="../ink/ink1999.xml"/><Relationship Id="rId25" Type="http://schemas.openxmlformats.org/officeDocument/2006/relationships/customXml" Target="../ink/ink2003.xml"/><Relationship Id="rId33" Type="http://schemas.openxmlformats.org/officeDocument/2006/relationships/customXml" Target="../ink/ink2007.xml"/><Relationship Id="rId38" Type="http://schemas.openxmlformats.org/officeDocument/2006/relationships/image" Target="../media/image1882.png"/><Relationship Id="rId46" Type="http://schemas.openxmlformats.org/officeDocument/2006/relationships/image" Target="../media/image1886.png"/><Relationship Id="rId59" Type="http://schemas.openxmlformats.org/officeDocument/2006/relationships/customXml" Target="../ink/ink2020.xml"/><Relationship Id="rId67" Type="http://schemas.openxmlformats.org/officeDocument/2006/relationships/customXml" Target="../ink/ink2024.xml"/><Relationship Id="rId20" Type="http://schemas.openxmlformats.org/officeDocument/2006/relationships/image" Target="../media/image1873.png"/><Relationship Id="rId41" Type="http://schemas.openxmlformats.org/officeDocument/2006/relationships/customXml" Target="../ink/ink2011.xml"/><Relationship Id="rId54" Type="http://schemas.openxmlformats.org/officeDocument/2006/relationships/image" Target="../media/image1890.png"/><Relationship Id="rId62" Type="http://schemas.openxmlformats.org/officeDocument/2006/relationships/image" Target="../media/image1894.png"/><Relationship Id="rId70" Type="http://schemas.openxmlformats.org/officeDocument/2006/relationships/image" Target="../media/image1898.png"/><Relationship Id="rId75" Type="http://schemas.openxmlformats.org/officeDocument/2006/relationships/customXml" Target="../ink/ink20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10.png"/><Relationship Id="rId15" Type="http://schemas.openxmlformats.org/officeDocument/2006/relationships/customXml" Target="../ink/ink1998.xml"/><Relationship Id="rId23" Type="http://schemas.openxmlformats.org/officeDocument/2006/relationships/customXml" Target="../ink/ink2002.xml"/><Relationship Id="rId28" Type="http://schemas.openxmlformats.org/officeDocument/2006/relationships/image" Target="../media/image1877.png"/><Relationship Id="rId36" Type="http://schemas.openxmlformats.org/officeDocument/2006/relationships/image" Target="../media/image1881.png"/><Relationship Id="rId49" Type="http://schemas.openxmlformats.org/officeDocument/2006/relationships/customXml" Target="../ink/ink2015.xml"/><Relationship Id="rId57" Type="http://schemas.openxmlformats.org/officeDocument/2006/relationships/customXml" Target="../ink/ink2019.xml"/><Relationship Id="rId10" Type="http://schemas.openxmlformats.org/officeDocument/2006/relationships/image" Target="../media/image1868.png"/><Relationship Id="rId31" Type="http://schemas.openxmlformats.org/officeDocument/2006/relationships/customXml" Target="../ink/ink2006.xml"/><Relationship Id="rId44" Type="http://schemas.openxmlformats.org/officeDocument/2006/relationships/image" Target="../media/image1885.png"/><Relationship Id="rId52" Type="http://schemas.openxmlformats.org/officeDocument/2006/relationships/image" Target="../media/image1889.png"/><Relationship Id="rId60" Type="http://schemas.openxmlformats.org/officeDocument/2006/relationships/image" Target="../media/image1893.png"/><Relationship Id="rId65" Type="http://schemas.openxmlformats.org/officeDocument/2006/relationships/customXml" Target="../ink/ink2023.xml"/><Relationship Id="rId73" Type="http://schemas.openxmlformats.org/officeDocument/2006/relationships/customXml" Target="../ink/ink2027.xml"/><Relationship Id="rId78" Type="http://schemas.openxmlformats.org/officeDocument/2006/relationships/image" Target="../media/image1902.png"/><Relationship Id="rId4" Type="http://schemas.openxmlformats.org/officeDocument/2006/relationships/image" Target="../media/image7810.png"/><Relationship Id="rId9" Type="http://schemas.openxmlformats.org/officeDocument/2006/relationships/customXml" Target="../ink/ink1995.xml"/><Relationship Id="rId13" Type="http://schemas.openxmlformats.org/officeDocument/2006/relationships/customXml" Target="../ink/ink1997.xml"/><Relationship Id="rId18" Type="http://schemas.openxmlformats.org/officeDocument/2006/relationships/image" Target="../media/image1872.png"/><Relationship Id="rId39" Type="http://schemas.openxmlformats.org/officeDocument/2006/relationships/customXml" Target="../ink/ink2010.xml"/><Relationship Id="rId34" Type="http://schemas.openxmlformats.org/officeDocument/2006/relationships/image" Target="../media/image1880.png"/><Relationship Id="rId50" Type="http://schemas.openxmlformats.org/officeDocument/2006/relationships/image" Target="../media/image1888.png"/><Relationship Id="rId55" Type="http://schemas.openxmlformats.org/officeDocument/2006/relationships/customXml" Target="../ink/ink2018.xml"/><Relationship Id="rId76" Type="http://schemas.openxmlformats.org/officeDocument/2006/relationships/image" Target="../media/image1901.png"/><Relationship Id="rId7" Type="http://schemas.openxmlformats.org/officeDocument/2006/relationships/customXml" Target="../ink/ink1994.xml"/><Relationship Id="rId71" Type="http://schemas.openxmlformats.org/officeDocument/2006/relationships/customXml" Target="../ink/ink2026.xml"/><Relationship Id="rId2" Type="http://schemas.openxmlformats.org/officeDocument/2006/relationships/image" Target="../media/image7610.png"/><Relationship Id="rId29" Type="http://schemas.openxmlformats.org/officeDocument/2006/relationships/customXml" Target="../ink/ink2005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034.xml"/><Relationship Id="rId18" Type="http://schemas.openxmlformats.org/officeDocument/2006/relationships/image" Target="../media/image1909.png"/><Relationship Id="rId26" Type="http://schemas.openxmlformats.org/officeDocument/2006/relationships/image" Target="../media/image1913.png"/><Relationship Id="rId3" Type="http://schemas.openxmlformats.org/officeDocument/2006/relationships/image" Target="../media/image2410.png"/><Relationship Id="rId21" Type="http://schemas.openxmlformats.org/officeDocument/2006/relationships/customXml" Target="../ink/ink2038.xml"/><Relationship Id="rId34" Type="http://schemas.openxmlformats.org/officeDocument/2006/relationships/image" Target="../media/image1917.png"/><Relationship Id="rId7" Type="http://schemas.openxmlformats.org/officeDocument/2006/relationships/customXml" Target="../ink/ink2031.xml"/><Relationship Id="rId12" Type="http://schemas.openxmlformats.org/officeDocument/2006/relationships/image" Target="../media/image1906.png"/><Relationship Id="rId17" Type="http://schemas.openxmlformats.org/officeDocument/2006/relationships/customXml" Target="../ink/ink2036.xml"/><Relationship Id="rId25" Type="http://schemas.openxmlformats.org/officeDocument/2006/relationships/customXml" Target="../ink/ink2040.xml"/><Relationship Id="rId33" Type="http://schemas.openxmlformats.org/officeDocument/2006/relationships/customXml" Target="../ink/ink2044.xml"/><Relationship Id="rId2" Type="http://schemas.openxmlformats.org/officeDocument/2006/relationships/image" Target="../media/image2310.png"/><Relationship Id="rId16" Type="http://schemas.openxmlformats.org/officeDocument/2006/relationships/image" Target="../media/image1908.png"/><Relationship Id="rId20" Type="http://schemas.openxmlformats.org/officeDocument/2006/relationships/image" Target="../media/image1910.png"/><Relationship Id="rId29" Type="http://schemas.openxmlformats.org/officeDocument/2006/relationships/customXml" Target="../ink/ink20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3.png"/><Relationship Id="rId11" Type="http://schemas.openxmlformats.org/officeDocument/2006/relationships/customXml" Target="../ink/ink2033.xml"/><Relationship Id="rId24" Type="http://schemas.openxmlformats.org/officeDocument/2006/relationships/image" Target="../media/image1912.png"/><Relationship Id="rId32" Type="http://schemas.openxmlformats.org/officeDocument/2006/relationships/image" Target="../media/image1916.png"/><Relationship Id="rId5" Type="http://schemas.openxmlformats.org/officeDocument/2006/relationships/customXml" Target="../ink/ink2030.xml"/><Relationship Id="rId15" Type="http://schemas.openxmlformats.org/officeDocument/2006/relationships/customXml" Target="../ink/ink2035.xml"/><Relationship Id="rId23" Type="http://schemas.openxmlformats.org/officeDocument/2006/relationships/customXml" Target="../ink/ink2039.xml"/><Relationship Id="rId28" Type="http://schemas.openxmlformats.org/officeDocument/2006/relationships/image" Target="../media/image1914.png"/><Relationship Id="rId36" Type="http://schemas.openxmlformats.org/officeDocument/2006/relationships/image" Target="../media/image1918.png"/><Relationship Id="rId10" Type="http://schemas.openxmlformats.org/officeDocument/2006/relationships/image" Target="../media/image1905.png"/><Relationship Id="rId19" Type="http://schemas.openxmlformats.org/officeDocument/2006/relationships/customXml" Target="../ink/ink2037.xml"/><Relationship Id="rId31" Type="http://schemas.openxmlformats.org/officeDocument/2006/relationships/customXml" Target="../ink/ink2043.xml"/><Relationship Id="rId4" Type="http://schemas.openxmlformats.org/officeDocument/2006/relationships/image" Target="../media/image2510.png"/><Relationship Id="rId9" Type="http://schemas.openxmlformats.org/officeDocument/2006/relationships/customXml" Target="../ink/ink2032.xml"/><Relationship Id="rId14" Type="http://schemas.openxmlformats.org/officeDocument/2006/relationships/image" Target="../media/image1907.png"/><Relationship Id="rId22" Type="http://schemas.openxmlformats.org/officeDocument/2006/relationships/image" Target="../media/image1911.png"/><Relationship Id="rId27" Type="http://schemas.openxmlformats.org/officeDocument/2006/relationships/customXml" Target="../ink/ink2041.xml"/><Relationship Id="rId30" Type="http://schemas.openxmlformats.org/officeDocument/2006/relationships/image" Target="../media/image1915.png"/><Relationship Id="rId35" Type="http://schemas.openxmlformats.org/officeDocument/2006/relationships/customXml" Target="../ink/ink2045.xml"/><Relationship Id="rId8" Type="http://schemas.openxmlformats.org/officeDocument/2006/relationships/image" Target="../media/image1904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03.xml"/><Relationship Id="rId21" Type="http://schemas.openxmlformats.org/officeDocument/2006/relationships/customXml" Target="../ink/ink2055.xml"/><Relationship Id="rId42" Type="http://schemas.openxmlformats.org/officeDocument/2006/relationships/image" Target="../media/image1937.png"/><Relationship Id="rId63" Type="http://schemas.openxmlformats.org/officeDocument/2006/relationships/customXml" Target="../ink/ink2076.xml"/><Relationship Id="rId84" Type="http://schemas.openxmlformats.org/officeDocument/2006/relationships/image" Target="../media/image1958.png"/><Relationship Id="rId138" Type="http://schemas.openxmlformats.org/officeDocument/2006/relationships/image" Target="../media/image1985.png"/><Relationship Id="rId159" Type="http://schemas.openxmlformats.org/officeDocument/2006/relationships/customXml" Target="../ink/ink2124.xml"/><Relationship Id="rId170" Type="http://schemas.openxmlformats.org/officeDocument/2006/relationships/image" Target="../media/image2001.png"/><Relationship Id="rId191" Type="http://schemas.openxmlformats.org/officeDocument/2006/relationships/customXml" Target="../ink/ink2140.xml"/><Relationship Id="rId107" Type="http://schemas.openxmlformats.org/officeDocument/2006/relationships/customXml" Target="../ink/ink2098.xml"/><Relationship Id="rId11" Type="http://schemas.openxmlformats.org/officeDocument/2006/relationships/customXml" Target="../ink/ink2050.xml"/><Relationship Id="rId32" Type="http://schemas.openxmlformats.org/officeDocument/2006/relationships/image" Target="../media/image1932.png"/><Relationship Id="rId53" Type="http://schemas.openxmlformats.org/officeDocument/2006/relationships/customXml" Target="../ink/ink2071.xml"/><Relationship Id="rId74" Type="http://schemas.openxmlformats.org/officeDocument/2006/relationships/image" Target="../media/image1953.png"/><Relationship Id="rId128" Type="http://schemas.openxmlformats.org/officeDocument/2006/relationships/image" Target="../media/image1980.png"/><Relationship Id="rId149" Type="http://schemas.openxmlformats.org/officeDocument/2006/relationships/customXml" Target="../ink/ink2119.xml"/><Relationship Id="rId5" Type="http://schemas.openxmlformats.org/officeDocument/2006/relationships/customXml" Target="../ink/ink2047.xml"/><Relationship Id="rId95" Type="http://schemas.openxmlformats.org/officeDocument/2006/relationships/customXml" Target="../ink/ink2092.xml"/><Relationship Id="rId160" Type="http://schemas.openxmlformats.org/officeDocument/2006/relationships/image" Target="../media/image1996.png"/><Relationship Id="rId181" Type="http://schemas.openxmlformats.org/officeDocument/2006/relationships/customXml" Target="../ink/ink2135.xml"/><Relationship Id="rId22" Type="http://schemas.openxmlformats.org/officeDocument/2006/relationships/image" Target="../media/image1927.png"/><Relationship Id="rId43" Type="http://schemas.openxmlformats.org/officeDocument/2006/relationships/customXml" Target="../ink/ink2066.xml"/><Relationship Id="rId64" Type="http://schemas.openxmlformats.org/officeDocument/2006/relationships/image" Target="../media/image1948.png"/><Relationship Id="rId118" Type="http://schemas.openxmlformats.org/officeDocument/2006/relationships/image" Target="../media/image1975.png"/><Relationship Id="rId139" Type="http://schemas.openxmlformats.org/officeDocument/2006/relationships/customXml" Target="../ink/ink2114.xml"/><Relationship Id="rId85" Type="http://schemas.openxmlformats.org/officeDocument/2006/relationships/customXml" Target="../ink/ink2087.xml"/><Relationship Id="rId150" Type="http://schemas.openxmlformats.org/officeDocument/2006/relationships/image" Target="../media/image1991.png"/><Relationship Id="rId171" Type="http://schemas.openxmlformats.org/officeDocument/2006/relationships/customXml" Target="../ink/ink2130.xml"/><Relationship Id="rId192" Type="http://schemas.openxmlformats.org/officeDocument/2006/relationships/image" Target="../media/image2012.png"/><Relationship Id="rId12" Type="http://schemas.openxmlformats.org/officeDocument/2006/relationships/image" Target="../media/image1922.png"/><Relationship Id="rId33" Type="http://schemas.openxmlformats.org/officeDocument/2006/relationships/customXml" Target="../ink/ink2061.xml"/><Relationship Id="rId108" Type="http://schemas.openxmlformats.org/officeDocument/2006/relationships/image" Target="../media/image1970.png"/><Relationship Id="rId129" Type="http://schemas.openxmlformats.org/officeDocument/2006/relationships/customXml" Target="../ink/ink2109.xml"/><Relationship Id="rId54" Type="http://schemas.openxmlformats.org/officeDocument/2006/relationships/image" Target="../media/image1943.png"/><Relationship Id="rId75" Type="http://schemas.openxmlformats.org/officeDocument/2006/relationships/customXml" Target="../ink/ink2082.xml"/><Relationship Id="rId96" Type="http://schemas.openxmlformats.org/officeDocument/2006/relationships/image" Target="../media/image1964.png"/><Relationship Id="rId140" Type="http://schemas.openxmlformats.org/officeDocument/2006/relationships/image" Target="../media/image1986.png"/><Relationship Id="rId161" Type="http://schemas.openxmlformats.org/officeDocument/2006/relationships/customXml" Target="../ink/ink2125.xml"/><Relationship Id="rId182" Type="http://schemas.openxmlformats.org/officeDocument/2006/relationships/image" Target="../media/image2007.png"/><Relationship Id="rId6" Type="http://schemas.openxmlformats.org/officeDocument/2006/relationships/image" Target="../media/image1919.png"/><Relationship Id="rId23" Type="http://schemas.openxmlformats.org/officeDocument/2006/relationships/customXml" Target="../ink/ink2056.xml"/><Relationship Id="rId119" Type="http://schemas.openxmlformats.org/officeDocument/2006/relationships/customXml" Target="../ink/ink2104.xml"/><Relationship Id="rId44" Type="http://schemas.openxmlformats.org/officeDocument/2006/relationships/image" Target="../media/image1938.png"/><Relationship Id="rId65" Type="http://schemas.openxmlformats.org/officeDocument/2006/relationships/customXml" Target="../ink/ink2077.xml"/><Relationship Id="rId86" Type="http://schemas.openxmlformats.org/officeDocument/2006/relationships/image" Target="../media/image1959.png"/><Relationship Id="rId130" Type="http://schemas.openxmlformats.org/officeDocument/2006/relationships/image" Target="../media/image1981.png"/><Relationship Id="rId151" Type="http://schemas.openxmlformats.org/officeDocument/2006/relationships/customXml" Target="../ink/ink2120.xml"/><Relationship Id="rId172" Type="http://schemas.openxmlformats.org/officeDocument/2006/relationships/image" Target="../media/image2002.png"/><Relationship Id="rId193" Type="http://schemas.openxmlformats.org/officeDocument/2006/relationships/customXml" Target="../ink/ink2141.xml"/><Relationship Id="rId13" Type="http://schemas.openxmlformats.org/officeDocument/2006/relationships/customXml" Target="../ink/ink2051.xml"/><Relationship Id="rId109" Type="http://schemas.openxmlformats.org/officeDocument/2006/relationships/customXml" Target="../ink/ink2099.xml"/><Relationship Id="rId34" Type="http://schemas.openxmlformats.org/officeDocument/2006/relationships/image" Target="../media/image1933.png"/><Relationship Id="rId55" Type="http://schemas.openxmlformats.org/officeDocument/2006/relationships/customXml" Target="../ink/ink2072.xml"/><Relationship Id="rId76" Type="http://schemas.openxmlformats.org/officeDocument/2006/relationships/image" Target="../media/image1954.png"/><Relationship Id="rId97" Type="http://schemas.openxmlformats.org/officeDocument/2006/relationships/customXml" Target="../ink/ink2093.xml"/><Relationship Id="rId120" Type="http://schemas.openxmlformats.org/officeDocument/2006/relationships/image" Target="../media/image1976.png"/><Relationship Id="rId141" Type="http://schemas.openxmlformats.org/officeDocument/2006/relationships/customXml" Target="../ink/ink2115.xml"/><Relationship Id="rId7" Type="http://schemas.openxmlformats.org/officeDocument/2006/relationships/customXml" Target="../ink/ink2048.xml"/><Relationship Id="rId71" Type="http://schemas.openxmlformats.org/officeDocument/2006/relationships/customXml" Target="../ink/ink2080.xml"/><Relationship Id="rId92" Type="http://schemas.openxmlformats.org/officeDocument/2006/relationships/image" Target="../media/image1962.png"/><Relationship Id="rId162" Type="http://schemas.openxmlformats.org/officeDocument/2006/relationships/image" Target="../media/image1997.png"/><Relationship Id="rId183" Type="http://schemas.openxmlformats.org/officeDocument/2006/relationships/customXml" Target="../ink/ink2136.xml"/><Relationship Id="rId2" Type="http://schemas.openxmlformats.org/officeDocument/2006/relationships/image" Target="../media/image8010.png"/><Relationship Id="rId29" Type="http://schemas.openxmlformats.org/officeDocument/2006/relationships/customXml" Target="../ink/ink2059.xml"/><Relationship Id="rId24" Type="http://schemas.openxmlformats.org/officeDocument/2006/relationships/image" Target="../media/image1928.png"/><Relationship Id="rId40" Type="http://schemas.openxmlformats.org/officeDocument/2006/relationships/image" Target="../media/image1936.png"/><Relationship Id="rId45" Type="http://schemas.openxmlformats.org/officeDocument/2006/relationships/customXml" Target="../ink/ink2067.xml"/><Relationship Id="rId66" Type="http://schemas.openxmlformats.org/officeDocument/2006/relationships/image" Target="../media/image1949.png"/><Relationship Id="rId87" Type="http://schemas.openxmlformats.org/officeDocument/2006/relationships/customXml" Target="../ink/ink2088.xml"/><Relationship Id="rId110" Type="http://schemas.openxmlformats.org/officeDocument/2006/relationships/image" Target="../media/image1971.png"/><Relationship Id="rId115" Type="http://schemas.openxmlformats.org/officeDocument/2006/relationships/customXml" Target="../ink/ink2102.xml"/><Relationship Id="rId131" Type="http://schemas.openxmlformats.org/officeDocument/2006/relationships/customXml" Target="../ink/ink2110.xml"/><Relationship Id="rId136" Type="http://schemas.openxmlformats.org/officeDocument/2006/relationships/image" Target="../media/image1984.png"/><Relationship Id="rId157" Type="http://schemas.openxmlformats.org/officeDocument/2006/relationships/customXml" Target="../ink/ink2123.xml"/><Relationship Id="rId178" Type="http://schemas.openxmlformats.org/officeDocument/2006/relationships/image" Target="../media/image2005.png"/><Relationship Id="rId61" Type="http://schemas.openxmlformats.org/officeDocument/2006/relationships/customXml" Target="../ink/ink2075.xml"/><Relationship Id="rId82" Type="http://schemas.openxmlformats.org/officeDocument/2006/relationships/image" Target="../media/image1957.png"/><Relationship Id="rId152" Type="http://schemas.openxmlformats.org/officeDocument/2006/relationships/image" Target="../media/image1992.png"/><Relationship Id="rId173" Type="http://schemas.openxmlformats.org/officeDocument/2006/relationships/customXml" Target="../ink/ink2131.xml"/><Relationship Id="rId194" Type="http://schemas.openxmlformats.org/officeDocument/2006/relationships/image" Target="../media/image2013.png"/><Relationship Id="rId199" Type="http://schemas.openxmlformats.org/officeDocument/2006/relationships/customXml" Target="../ink/ink2144.xml"/><Relationship Id="rId19" Type="http://schemas.openxmlformats.org/officeDocument/2006/relationships/customXml" Target="../ink/ink2054.xml"/><Relationship Id="rId14" Type="http://schemas.openxmlformats.org/officeDocument/2006/relationships/image" Target="../media/image1923.png"/><Relationship Id="rId30" Type="http://schemas.openxmlformats.org/officeDocument/2006/relationships/image" Target="../media/image1931.png"/><Relationship Id="rId35" Type="http://schemas.openxmlformats.org/officeDocument/2006/relationships/customXml" Target="../ink/ink2062.xml"/><Relationship Id="rId56" Type="http://schemas.openxmlformats.org/officeDocument/2006/relationships/image" Target="../media/image1944.png"/><Relationship Id="rId77" Type="http://schemas.openxmlformats.org/officeDocument/2006/relationships/customXml" Target="../ink/ink2083.xml"/><Relationship Id="rId100" Type="http://schemas.openxmlformats.org/officeDocument/2006/relationships/image" Target="../media/image1966.png"/><Relationship Id="rId105" Type="http://schemas.openxmlformats.org/officeDocument/2006/relationships/customXml" Target="../ink/ink2097.xml"/><Relationship Id="rId126" Type="http://schemas.openxmlformats.org/officeDocument/2006/relationships/image" Target="../media/image1979.png"/><Relationship Id="rId147" Type="http://schemas.openxmlformats.org/officeDocument/2006/relationships/customXml" Target="../ink/ink2118.xml"/><Relationship Id="rId168" Type="http://schemas.openxmlformats.org/officeDocument/2006/relationships/image" Target="../media/image2000.png"/><Relationship Id="rId8" Type="http://schemas.openxmlformats.org/officeDocument/2006/relationships/image" Target="../media/image1920.png"/><Relationship Id="rId51" Type="http://schemas.openxmlformats.org/officeDocument/2006/relationships/customXml" Target="../ink/ink2070.xml"/><Relationship Id="rId72" Type="http://schemas.openxmlformats.org/officeDocument/2006/relationships/image" Target="../media/image1952.png"/><Relationship Id="rId93" Type="http://schemas.openxmlformats.org/officeDocument/2006/relationships/customXml" Target="../ink/ink2091.xml"/><Relationship Id="rId98" Type="http://schemas.openxmlformats.org/officeDocument/2006/relationships/image" Target="../media/image1965.png"/><Relationship Id="rId121" Type="http://schemas.openxmlformats.org/officeDocument/2006/relationships/customXml" Target="../ink/ink2105.xml"/><Relationship Id="rId142" Type="http://schemas.openxmlformats.org/officeDocument/2006/relationships/image" Target="../media/image1987.png"/><Relationship Id="rId163" Type="http://schemas.openxmlformats.org/officeDocument/2006/relationships/customXml" Target="../ink/ink2126.xml"/><Relationship Id="rId184" Type="http://schemas.openxmlformats.org/officeDocument/2006/relationships/image" Target="../media/image2008.png"/><Relationship Id="rId189" Type="http://schemas.openxmlformats.org/officeDocument/2006/relationships/customXml" Target="../ink/ink2139.xml"/><Relationship Id="rId3" Type="http://schemas.openxmlformats.org/officeDocument/2006/relationships/customXml" Target="../ink/ink2046.xml"/><Relationship Id="rId25" Type="http://schemas.openxmlformats.org/officeDocument/2006/relationships/customXml" Target="../ink/ink2057.xml"/><Relationship Id="rId46" Type="http://schemas.openxmlformats.org/officeDocument/2006/relationships/image" Target="../media/image1939.png"/><Relationship Id="rId67" Type="http://schemas.openxmlformats.org/officeDocument/2006/relationships/customXml" Target="../ink/ink2078.xml"/><Relationship Id="rId116" Type="http://schemas.openxmlformats.org/officeDocument/2006/relationships/image" Target="../media/image1974.png"/><Relationship Id="rId137" Type="http://schemas.openxmlformats.org/officeDocument/2006/relationships/customXml" Target="../ink/ink2113.xml"/><Relationship Id="rId158" Type="http://schemas.openxmlformats.org/officeDocument/2006/relationships/image" Target="../media/image1995.png"/><Relationship Id="rId20" Type="http://schemas.openxmlformats.org/officeDocument/2006/relationships/image" Target="../media/image1926.png"/><Relationship Id="rId41" Type="http://schemas.openxmlformats.org/officeDocument/2006/relationships/customXml" Target="../ink/ink2065.xml"/><Relationship Id="rId62" Type="http://schemas.openxmlformats.org/officeDocument/2006/relationships/image" Target="../media/image1947.png"/><Relationship Id="rId83" Type="http://schemas.openxmlformats.org/officeDocument/2006/relationships/customXml" Target="../ink/ink2086.xml"/><Relationship Id="rId88" Type="http://schemas.openxmlformats.org/officeDocument/2006/relationships/image" Target="../media/image1960.png"/><Relationship Id="rId111" Type="http://schemas.openxmlformats.org/officeDocument/2006/relationships/customXml" Target="../ink/ink2100.xml"/><Relationship Id="rId132" Type="http://schemas.openxmlformats.org/officeDocument/2006/relationships/image" Target="../media/image1982.png"/><Relationship Id="rId153" Type="http://schemas.openxmlformats.org/officeDocument/2006/relationships/customXml" Target="../ink/ink2121.xml"/><Relationship Id="rId174" Type="http://schemas.openxmlformats.org/officeDocument/2006/relationships/image" Target="../media/image2003.png"/><Relationship Id="rId179" Type="http://schemas.openxmlformats.org/officeDocument/2006/relationships/customXml" Target="../ink/ink2134.xml"/><Relationship Id="rId195" Type="http://schemas.openxmlformats.org/officeDocument/2006/relationships/customXml" Target="../ink/ink2142.xml"/><Relationship Id="rId190" Type="http://schemas.openxmlformats.org/officeDocument/2006/relationships/image" Target="../media/image2011.png"/><Relationship Id="rId15" Type="http://schemas.openxmlformats.org/officeDocument/2006/relationships/customXml" Target="../ink/ink2052.xml"/><Relationship Id="rId36" Type="http://schemas.openxmlformats.org/officeDocument/2006/relationships/image" Target="../media/image1934.png"/><Relationship Id="rId57" Type="http://schemas.openxmlformats.org/officeDocument/2006/relationships/customXml" Target="../ink/ink2073.xml"/><Relationship Id="rId106" Type="http://schemas.openxmlformats.org/officeDocument/2006/relationships/image" Target="../media/image1969.png"/><Relationship Id="rId127" Type="http://schemas.openxmlformats.org/officeDocument/2006/relationships/customXml" Target="../ink/ink2108.xml"/><Relationship Id="rId10" Type="http://schemas.openxmlformats.org/officeDocument/2006/relationships/image" Target="../media/image1921.png"/><Relationship Id="rId31" Type="http://schemas.openxmlformats.org/officeDocument/2006/relationships/customXml" Target="../ink/ink2060.xml"/><Relationship Id="rId52" Type="http://schemas.openxmlformats.org/officeDocument/2006/relationships/image" Target="../media/image1942.png"/><Relationship Id="rId73" Type="http://schemas.openxmlformats.org/officeDocument/2006/relationships/customXml" Target="../ink/ink2081.xml"/><Relationship Id="rId78" Type="http://schemas.openxmlformats.org/officeDocument/2006/relationships/image" Target="../media/image1955.png"/><Relationship Id="rId94" Type="http://schemas.openxmlformats.org/officeDocument/2006/relationships/image" Target="../media/image1963.png"/><Relationship Id="rId99" Type="http://schemas.openxmlformats.org/officeDocument/2006/relationships/customXml" Target="../ink/ink2094.xml"/><Relationship Id="rId101" Type="http://schemas.openxmlformats.org/officeDocument/2006/relationships/customXml" Target="../ink/ink2095.xml"/><Relationship Id="rId122" Type="http://schemas.openxmlformats.org/officeDocument/2006/relationships/image" Target="../media/image1977.png"/><Relationship Id="rId143" Type="http://schemas.openxmlformats.org/officeDocument/2006/relationships/customXml" Target="../ink/ink2116.xml"/><Relationship Id="rId148" Type="http://schemas.openxmlformats.org/officeDocument/2006/relationships/image" Target="../media/image1990.png"/><Relationship Id="rId164" Type="http://schemas.openxmlformats.org/officeDocument/2006/relationships/image" Target="../media/image1998.png"/><Relationship Id="rId169" Type="http://schemas.openxmlformats.org/officeDocument/2006/relationships/customXml" Target="../ink/ink2129.xml"/><Relationship Id="rId185" Type="http://schemas.openxmlformats.org/officeDocument/2006/relationships/customXml" Target="../ink/ink2137.xml"/><Relationship Id="rId4" Type="http://schemas.openxmlformats.org/officeDocument/2006/relationships/image" Target="../media/image1193.png"/><Relationship Id="rId9" Type="http://schemas.openxmlformats.org/officeDocument/2006/relationships/customXml" Target="../ink/ink2049.xml"/><Relationship Id="rId180" Type="http://schemas.openxmlformats.org/officeDocument/2006/relationships/image" Target="../media/image2006.png"/><Relationship Id="rId26" Type="http://schemas.openxmlformats.org/officeDocument/2006/relationships/image" Target="../media/image1929.png"/><Relationship Id="rId47" Type="http://schemas.openxmlformats.org/officeDocument/2006/relationships/customXml" Target="../ink/ink2068.xml"/><Relationship Id="rId68" Type="http://schemas.openxmlformats.org/officeDocument/2006/relationships/image" Target="../media/image1950.png"/><Relationship Id="rId89" Type="http://schemas.openxmlformats.org/officeDocument/2006/relationships/customXml" Target="../ink/ink2089.xml"/><Relationship Id="rId112" Type="http://schemas.openxmlformats.org/officeDocument/2006/relationships/image" Target="../media/image1972.png"/><Relationship Id="rId133" Type="http://schemas.openxmlformats.org/officeDocument/2006/relationships/customXml" Target="../ink/ink2111.xml"/><Relationship Id="rId154" Type="http://schemas.openxmlformats.org/officeDocument/2006/relationships/image" Target="../media/image1993.png"/><Relationship Id="rId175" Type="http://schemas.openxmlformats.org/officeDocument/2006/relationships/customXml" Target="../ink/ink2132.xml"/><Relationship Id="rId196" Type="http://schemas.openxmlformats.org/officeDocument/2006/relationships/image" Target="../media/image2014.png"/><Relationship Id="rId200" Type="http://schemas.openxmlformats.org/officeDocument/2006/relationships/image" Target="../media/image2016.png"/><Relationship Id="rId16" Type="http://schemas.openxmlformats.org/officeDocument/2006/relationships/image" Target="../media/image1924.png"/><Relationship Id="rId37" Type="http://schemas.openxmlformats.org/officeDocument/2006/relationships/customXml" Target="../ink/ink2063.xml"/><Relationship Id="rId58" Type="http://schemas.openxmlformats.org/officeDocument/2006/relationships/image" Target="../media/image1945.png"/><Relationship Id="rId79" Type="http://schemas.openxmlformats.org/officeDocument/2006/relationships/customXml" Target="../ink/ink2084.xml"/><Relationship Id="rId102" Type="http://schemas.openxmlformats.org/officeDocument/2006/relationships/image" Target="../media/image1967.png"/><Relationship Id="rId123" Type="http://schemas.openxmlformats.org/officeDocument/2006/relationships/customXml" Target="../ink/ink2106.xml"/><Relationship Id="rId144" Type="http://schemas.openxmlformats.org/officeDocument/2006/relationships/image" Target="../media/image1988.png"/><Relationship Id="rId90" Type="http://schemas.openxmlformats.org/officeDocument/2006/relationships/image" Target="../media/image1961.png"/><Relationship Id="rId165" Type="http://schemas.openxmlformats.org/officeDocument/2006/relationships/customXml" Target="../ink/ink2127.xml"/><Relationship Id="rId186" Type="http://schemas.openxmlformats.org/officeDocument/2006/relationships/image" Target="../media/image2009.png"/><Relationship Id="rId27" Type="http://schemas.openxmlformats.org/officeDocument/2006/relationships/customXml" Target="../ink/ink2058.xml"/><Relationship Id="rId48" Type="http://schemas.openxmlformats.org/officeDocument/2006/relationships/image" Target="../media/image1940.png"/><Relationship Id="rId69" Type="http://schemas.openxmlformats.org/officeDocument/2006/relationships/customXml" Target="../ink/ink2079.xml"/><Relationship Id="rId113" Type="http://schemas.openxmlformats.org/officeDocument/2006/relationships/customXml" Target="../ink/ink2101.xml"/><Relationship Id="rId134" Type="http://schemas.openxmlformats.org/officeDocument/2006/relationships/image" Target="../media/image1983.png"/><Relationship Id="rId80" Type="http://schemas.openxmlformats.org/officeDocument/2006/relationships/image" Target="../media/image1956.png"/><Relationship Id="rId155" Type="http://schemas.openxmlformats.org/officeDocument/2006/relationships/customXml" Target="../ink/ink2122.xml"/><Relationship Id="rId176" Type="http://schemas.openxmlformats.org/officeDocument/2006/relationships/image" Target="../media/image2004.png"/><Relationship Id="rId197" Type="http://schemas.openxmlformats.org/officeDocument/2006/relationships/customXml" Target="../ink/ink2143.xml"/><Relationship Id="rId17" Type="http://schemas.openxmlformats.org/officeDocument/2006/relationships/customXml" Target="../ink/ink2053.xml"/><Relationship Id="rId38" Type="http://schemas.openxmlformats.org/officeDocument/2006/relationships/image" Target="../media/image1935.png"/><Relationship Id="rId59" Type="http://schemas.openxmlformats.org/officeDocument/2006/relationships/customXml" Target="../ink/ink2074.xml"/><Relationship Id="rId103" Type="http://schemas.openxmlformats.org/officeDocument/2006/relationships/customXml" Target="../ink/ink2096.xml"/><Relationship Id="rId124" Type="http://schemas.openxmlformats.org/officeDocument/2006/relationships/image" Target="../media/image1978.png"/><Relationship Id="rId70" Type="http://schemas.openxmlformats.org/officeDocument/2006/relationships/image" Target="../media/image1951.png"/><Relationship Id="rId91" Type="http://schemas.openxmlformats.org/officeDocument/2006/relationships/customXml" Target="../ink/ink2090.xml"/><Relationship Id="rId145" Type="http://schemas.openxmlformats.org/officeDocument/2006/relationships/customXml" Target="../ink/ink2117.xml"/><Relationship Id="rId166" Type="http://schemas.openxmlformats.org/officeDocument/2006/relationships/image" Target="../media/image1999.png"/><Relationship Id="rId187" Type="http://schemas.openxmlformats.org/officeDocument/2006/relationships/customXml" Target="../ink/ink2138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930.png"/><Relationship Id="rId49" Type="http://schemas.openxmlformats.org/officeDocument/2006/relationships/customXml" Target="../ink/ink2069.xml"/><Relationship Id="rId114" Type="http://schemas.openxmlformats.org/officeDocument/2006/relationships/image" Target="../media/image1973.png"/><Relationship Id="rId60" Type="http://schemas.openxmlformats.org/officeDocument/2006/relationships/image" Target="../media/image1946.png"/><Relationship Id="rId81" Type="http://schemas.openxmlformats.org/officeDocument/2006/relationships/customXml" Target="../ink/ink2085.xml"/><Relationship Id="rId135" Type="http://schemas.openxmlformats.org/officeDocument/2006/relationships/customXml" Target="../ink/ink2112.xml"/><Relationship Id="rId156" Type="http://schemas.openxmlformats.org/officeDocument/2006/relationships/image" Target="../media/image1994.png"/><Relationship Id="rId177" Type="http://schemas.openxmlformats.org/officeDocument/2006/relationships/customXml" Target="../ink/ink2133.xml"/><Relationship Id="rId198" Type="http://schemas.openxmlformats.org/officeDocument/2006/relationships/image" Target="../media/image2015.png"/><Relationship Id="rId18" Type="http://schemas.openxmlformats.org/officeDocument/2006/relationships/image" Target="../media/image1925.png"/><Relationship Id="rId39" Type="http://schemas.openxmlformats.org/officeDocument/2006/relationships/customXml" Target="../ink/ink2064.xml"/><Relationship Id="rId50" Type="http://schemas.openxmlformats.org/officeDocument/2006/relationships/image" Target="../media/image1941.png"/><Relationship Id="rId104" Type="http://schemas.openxmlformats.org/officeDocument/2006/relationships/image" Target="../media/image1968.png"/><Relationship Id="rId125" Type="http://schemas.openxmlformats.org/officeDocument/2006/relationships/customXml" Target="../ink/ink2107.xml"/><Relationship Id="rId146" Type="http://schemas.openxmlformats.org/officeDocument/2006/relationships/image" Target="../media/image1989.png"/><Relationship Id="rId167" Type="http://schemas.openxmlformats.org/officeDocument/2006/relationships/customXml" Target="../ink/ink2128.xml"/><Relationship Id="rId188" Type="http://schemas.openxmlformats.org/officeDocument/2006/relationships/image" Target="../media/image2010.png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73.png"/><Relationship Id="rId299" Type="http://schemas.openxmlformats.org/officeDocument/2006/relationships/image" Target="../media/image2164.png"/><Relationship Id="rId21" Type="http://schemas.openxmlformats.org/officeDocument/2006/relationships/image" Target="../media/image2025.png"/><Relationship Id="rId63" Type="http://schemas.openxmlformats.org/officeDocument/2006/relationships/image" Target="../media/image2046.png"/><Relationship Id="rId159" Type="http://schemas.openxmlformats.org/officeDocument/2006/relationships/image" Target="../media/image2094.png"/><Relationship Id="rId324" Type="http://schemas.openxmlformats.org/officeDocument/2006/relationships/customXml" Target="../ink/ink2306.xml"/><Relationship Id="rId170" Type="http://schemas.openxmlformats.org/officeDocument/2006/relationships/customXml" Target="../ink/ink2229.xml"/><Relationship Id="rId226" Type="http://schemas.openxmlformats.org/officeDocument/2006/relationships/customXml" Target="../ink/ink2257.xml"/><Relationship Id="rId268" Type="http://schemas.openxmlformats.org/officeDocument/2006/relationships/customXml" Target="../ink/ink2278.xml"/><Relationship Id="rId32" Type="http://schemas.openxmlformats.org/officeDocument/2006/relationships/customXml" Target="../ink/ink2160.xml"/><Relationship Id="rId74" Type="http://schemas.openxmlformats.org/officeDocument/2006/relationships/customXml" Target="../ink/ink2181.xml"/><Relationship Id="rId128" Type="http://schemas.openxmlformats.org/officeDocument/2006/relationships/customXml" Target="../ink/ink2208.xml"/><Relationship Id="rId5" Type="http://schemas.openxmlformats.org/officeDocument/2006/relationships/image" Target="../media/image2018.png"/><Relationship Id="rId181" Type="http://schemas.openxmlformats.org/officeDocument/2006/relationships/image" Target="../media/image2105.png"/><Relationship Id="rId237" Type="http://schemas.openxmlformats.org/officeDocument/2006/relationships/image" Target="../media/image2133.png"/><Relationship Id="rId279" Type="http://schemas.openxmlformats.org/officeDocument/2006/relationships/image" Target="../media/image2154.png"/><Relationship Id="rId43" Type="http://schemas.openxmlformats.org/officeDocument/2006/relationships/image" Target="../media/image2036.png"/><Relationship Id="rId139" Type="http://schemas.openxmlformats.org/officeDocument/2006/relationships/image" Target="../media/image2084.png"/><Relationship Id="rId290" Type="http://schemas.openxmlformats.org/officeDocument/2006/relationships/customXml" Target="../ink/ink2289.xml"/><Relationship Id="rId304" Type="http://schemas.openxmlformats.org/officeDocument/2006/relationships/customXml" Target="../ink/ink2296.xml"/><Relationship Id="rId85" Type="http://schemas.openxmlformats.org/officeDocument/2006/relationships/image" Target="../media/image2057.png"/><Relationship Id="rId150" Type="http://schemas.openxmlformats.org/officeDocument/2006/relationships/customXml" Target="../ink/ink2219.xml"/><Relationship Id="rId192" Type="http://schemas.openxmlformats.org/officeDocument/2006/relationships/customXml" Target="../ink/ink2240.xml"/><Relationship Id="rId206" Type="http://schemas.openxmlformats.org/officeDocument/2006/relationships/customXml" Target="../ink/ink2247.xml"/><Relationship Id="rId248" Type="http://schemas.openxmlformats.org/officeDocument/2006/relationships/customXml" Target="../ink/ink2268.xml"/><Relationship Id="rId12" Type="http://schemas.openxmlformats.org/officeDocument/2006/relationships/customXml" Target="../ink/ink2150.xml"/><Relationship Id="rId108" Type="http://schemas.openxmlformats.org/officeDocument/2006/relationships/customXml" Target="../ink/ink2198.xml"/><Relationship Id="rId315" Type="http://schemas.openxmlformats.org/officeDocument/2006/relationships/image" Target="../media/image2172.png"/><Relationship Id="rId54" Type="http://schemas.openxmlformats.org/officeDocument/2006/relationships/customXml" Target="../ink/ink2171.xml"/><Relationship Id="rId96" Type="http://schemas.openxmlformats.org/officeDocument/2006/relationships/customXml" Target="../ink/ink2192.xml"/><Relationship Id="rId161" Type="http://schemas.openxmlformats.org/officeDocument/2006/relationships/image" Target="../media/image2095.png"/><Relationship Id="rId217" Type="http://schemas.openxmlformats.org/officeDocument/2006/relationships/image" Target="../media/image2123.png"/><Relationship Id="rId259" Type="http://schemas.openxmlformats.org/officeDocument/2006/relationships/image" Target="../media/image2144.png"/><Relationship Id="rId23" Type="http://schemas.openxmlformats.org/officeDocument/2006/relationships/image" Target="../media/image2026.png"/><Relationship Id="rId119" Type="http://schemas.openxmlformats.org/officeDocument/2006/relationships/image" Target="../media/image2074.png"/><Relationship Id="rId270" Type="http://schemas.openxmlformats.org/officeDocument/2006/relationships/customXml" Target="../ink/ink2279.xml"/><Relationship Id="rId326" Type="http://schemas.openxmlformats.org/officeDocument/2006/relationships/customXml" Target="../ink/ink2307.xml"/><Relationship Id="rId65" Type="http://schemas.openxmlformats.org/officeDocument/2006/relationships/image" Target="../media/image2047.png"/><Relationship Id="rId130" Type="http://schemas.openxmlformats.org/officeDocument/2006/relationships/customXml" Target="../ink/ink2209.xml"/><Relationship Id="rId172" Type="http://schemas.openxmlformats.org/officeDocument/2006/relationships/customXml" Target="../ink/ink2230.xml"/><Relationship Id="rId228" Type="http://schemas.openxmlformats.org/officeDocument/2006/relationships/customXml" Target="../ink/ink2258.xml"/><Relationship Id="rId281" Type="http://schemas.openxmlformats.org/officeDocument/2006/relationships/image" Target="../media/image2155.png"/><Relationship Id="rId34" Type="http://schemas.openxmlformats.org/officeDocument/2006/relationships/customXml" Target="../ink/ink2161.xml"/><Relationship Id="rId76" Type="http://schemas.openxmlformats.org/officeDocument/2006/relationships/customXml" Target="../ink/ink2182.xml"/><Relationship Id="rId141" Type="http://schemas.openxmlformats.org/officeDocument/2006/relationships/image" Target="../media/image2085.png"/><Relationship Id="rId7" Type="http://schemas.openxmlformats.org/officeDocument/2006/relationships/image" Target="../media/image2019.png"/><Relationship Id="rId183" Type="http://schemas.openxmlformats.org/officeDocument/2006/relationships/image" Target="../media/image2106.png"/><Relationship Id="rId239" Type="http://schemas.openxmlformats.org/officeDocument/2006/relationships/image" Target="../media/image2134.png"/><Relationship Id="rId250" Type="http://schemas.openxmlformats.org/officeDocument/2006/relationships/customXml" Target="../ink/ink2269.xml"/><Relationship Id="rId292" Type="http://schemas.openxmlformats.org/officeDocument/2006/relationships/customXml" Target="../ink/ink2290.xml"/><Relationship Id="rId306" Type="http://schemas.openxmlformats.org/officeDocument/2006/relationships/customXml" Target="../ink/ink2297.xml"/><Relationship Id="rId24" Type="http://schemas.openxmlformats.org/officeDocument/2006/relationships/customXml" Target="../ink/ink2156.xml"/><Relationship Id="rId45" Type="http://schemas.openxmlformats.org/officeDocument/2006/relationships/image" Target="../media/image2037.png"/><Relationship Id="rId66" Type="http://schemas.openxmlformats.org/officeDocument/2006/relationships/customXml" Target="../ink/ink2177.xml"/><Relationship Id="rId87" Type="http://schemas.openxmlformats.org/officeDocument/2006/relationships/image" Target="../media/image2058.png"/><Relationship Id="rId110" Type="http://schemas.openxmlformats.org/officeDocument/2006/relationships/customXml" Target="../ink/ink2199.xml"/><Relationship Id="rId131" Type="http://schemas.openxmlformats.org/officeDocument/2006/relationships/image" Target="../media/image2080.png"/><Relationship Id="rId327" Type="http://schemas.openxmlformats.org/officeDocument/2006/relationships/image" Target="../media/image2178.png"/><Relationship Id="rId152" Type="http://schemas.openxmlformats.org/officeDocument/2006/relationships/customXml" Target="../ink/ink2220.xml"/><Relationship Id="rId173" Type="http://schemas.openxmlformats.org/officeDocument/2006/relationships/image" Target="../media/image2101.png"/><Relationship Id="rId194" Type="http://schemas.openxmlformats.org/officeDocument/2006/relationships/customXml" Target="../ink/ink2241.xml"/><Relationship Id="rId208" Type="http://schemas.openxmlformats.org/officeDocument/2006/relationships/customXml" Target="../ink/ink2248.xml"/><Relationship Id="rId229" Type="http://schemas.openxmlformats.org/officeDocument/2006/relationships/image" Target="../media/image2129.png"/><Relationship Id="rId240" Type="http://schemas.openxmlformats.org/officeDocument/2006/relationships/customXml" Target="../ink/ink2264.xml"/><Relationship Id="rId261" Type="http://schemas.openxmlformats.org/officeDocument/2006/relationships/image" Target="../media/image2145.png"/><Relationship Id="rId14" Type="http://schemas.openxmlformats.org/officeDocument/2006/relationships/customXml" Target="../ink/ink2151.xml"/><Relationship Id="rId35" Type="http://schemas.openxmlformats.org/officeDocument/2006/relationships/image" Target="../media/image2032.png"/><Relationship Id="rId56" Type="http://schemas.openxmlformats.org/officeDocument/2006/relationships/customXml" Target="../ink/ink2172.xml"/><Relationship Id="rId77" Type="http://schemas.openxmlformats.org/officeDocument/2006/relationships/image" Target="../media/image2053.png"/><Relationship Id="rId100" Type="http://schemas.openxmlformats.org/officeDocument/2006/relationships/customXml" Target="../ink/ink2194.xml"/><Relationship Id="rId282" Type="http://schemas.openxmlformats.org/officeDocument/2006/relationships/customXml" Target="../ink/ink2285.xml"/><Relationship Id="rId317" Type="http://schemas.openxmlformats.org/officeDocument/2006/relationships/image" Target="../media/image2173.png"/><Relationship Id="rId8" Type="http://schemas.openxmlformats.org/officeDocument/2006/relationships/customXml" Target="../ink/ink2148.xml"/><Relationship Id="rId98" Type="http://schemas.openxmlformats.org/officeDocument/2006/relationships/customXml" Target="../ink/ink2193.xml"/><Relationship Id="rId121" Type="http://schemas.openxmlformats.org/officeDocument/2006/relationships/image" Target="../media/image2075.png"/><Relationship Id="rId142" Type="http://schemas.openxmlformats.org/officeDocument/2006/relationships/customXml" Target="../ink/ink2215.xml"/><Relationship Id="rId163" Type="http://schemas.openxmlformats.org/officeDocument/2006/relationships/image" Target="../media/image2096.png"/><Relationship Id="rId184" Type="http://schemas.openxmlformats.org/officeDocument/2006/relationships/customXml" Target="../ink/ink2236.xml"/><Relationship Id="rId219" Type="http://schemas.openxmlformats.org/officeDocument/2006/relationships/image" Target="../media/image2124.png"/><Relationship Id="rId230" Type="http://schemas.openxmlformats.org/officeDocument/2006/relationships/customXml" Target="../ink/ink2259.xml"/><Relationship Id="rId251" Type="http://schemas.openxmlformats.org/officeDocument/2006/relationships/image" Target="../media/image2140.png"/><Relationship Id="rId25" Type="http://schemas.openxmlformats.org/officeDocument/2006/relationships/image" Target="../media/image2027.png"/><Relationship Id="rId46" Type="http://schemas.openxmlformats.org/officeDocument/2006/relationships/customXml" Target="../ink/ink2167.xml"/><Relationship Id="rId67" Type="http://schemas.openxmlformats.org/officeDocument/2006/relationships/image" Target="../media/image2048.png"/><Relationship Id="rId272" Type="http://schemas.openxmlformats.org/officeDocument/2006/relationships/customXml" Target="../ink/ink2280.xml"/><Relationship Id="rId293" Type="http://schemas.openxmlformats.org/officeDocument/2006/relationships/image" Target="../media/image2161.png"/><Relationship Id="rId307" Type="http://schemas.openxmlformats.org/officeDocument/2006/relationships/image" Target="../media/image2168.png"/><Relationship Id="rId328" Type="http://schemas.openxmlformats.org/officeDocument/2006/relationships/customXml" Target="../ink/ink2308.xml"/><Relationship Id="rId88" Type="http://schemas.openxmlformats.org/officeDocument/2006/relationships/customXml" Target="../ink/ink2188.xml"/><Relationship Id="rId111" Type="http://schemas.openxmlformats.org/officeDocument/2006/relationships/image" Target="../media/image2070.png"/><Relationship Id="rId132" Type="http://schemas.openxmlformats.org/officeDocument/2006/relationships/customXml" Target="../ink/ink2210.xml"/><Relationship Id="rId153" Type="http://schemas.openxmlformats.org/officeDocument/2006/relationships/image" Target="../media/image2091.png"/><Relationship Id="rId174" Type="http://schemas.openxmlformats.org/officeDocument/2006/relationships/customXml" Target="../ink/ink2231.xml"/><Relationship Id="rId195" Type="http://schemas.openxmlformats.org/officeDocument/2006/relationships/image" Target="../media/image2112.png"/><Relationship Id="rId209" Type="http://schemas.openxmlformats.org/officeDocument/2006/relationships/image" Target="../media/image2119.png"/><Relationship Id="rId220" Type="http://schemas.openxmlformats.org/officeDocument/2006/relationships/customXml" Target="../ink/ink2254.xml"/><Relationship Id="rId241" Type="http://schemas.openxmlformats.org/officeDocument/2006/relationships/image" Target="../media/image2135.png"/><Relationship Id="rId15" Type="http://schemas.openxmlformats.org/officeDocument/2006/relationships/image" Target="../media/image2022.png"/><Relationship Id="rId36" Type="http://schemas.openxmlformats.org/officeDocument/2006/relationships/customXml" Target="../ink/ink2162.xml"/><Relationship Id="rId57" Type="http://schemas.openxmlformats.org/officeDocument/2006/relationships/image" Target="../media/image2043.png"/><Relationship Id="rId262" Type="http://schemas.openxmlformats.org/officeDocument/2006/relationships/customXml" Target="../ink/ink2275.xml"/><Relationship Id="rId283" Type="http://schemas.openxmlformats.org/officeDocument/2006/relationships/image" Target="../media/image2156.png"/><Relationship Id="rId318" Type="http://schemas.openxmlformats.org/officeDocument/2006/relationships/customXml" Target="../ink/ink2303.xml"/><Relationship Id="rId78" Type="http://schemas.openxmlformats.org/officeDocument/2006/relationships/customXml" Target="../ink/ink2183.xml"/><Relationship Id="rId99" Type="http://schemas.openxmlformats.org/officeDocument/2006/relationships/image" Target="../media/image2064.png"/><Relationship Id="rId101" Type="http://schemas.openxmlformats.org/officeDocument/2006/relationships/image" Target="../media/image2065.png"/><Relationship Id="rId122" Type="http://schemas.openxmlformats.org/officeDocument/2006/relationships/customXml" Target="../ink/ink2205.xml"/><Relationship Id="rId143" Type="http://schemas.openxmlformats.org/officeDocument/2006/relationships/image" Target="../media/image2086.png"/><Relationship Id="rId164" Type="http://schemas.openxmlformats.org/officeDocument/2006/relationships/customXml" Target="../ink/ink2226.xml"/><Relationship Id="rId185" Type="http://schemas.openxmlformats.org/officeDocument/2006/relationships/image" Target="../media/image2107.png"/><Relationship Id="rId9" Type="http://schemas.openxmlformats.org/officeDocument/2006/relationships/image" Target="../media/image236.png"/><Relationship Id="rId210" Type="http://schemas.openxmlformats.org/officeDocument/2006/relationships/customXml" Target="../ink/ink2249.xml"/><Relationship Id="rId26" Type="http://schemas.openxmlformats.org/officeDocument/2006/relationships/customXml" Target="../ink/ink2157.xml"/><Relationship Id="rId231" Type="http://schemas.openxmlformats.org/officeDocument/2006/relationships/image" Target="../media/image2130.png"/><Relationship Id="rId252" Type="http://schemas.openxmlformats.org/officeDocument/2006/relationships/customXml" Target="../ink/ink2270.xml"/><Relationship Id="rId273" Type="http://schemas.openxmlformats.org/officeDocument/2006/relationships/image" Target="../media/image2151.png"/><Relationship Id="rId294" Type="http://schemas.openxmlformats.org/officeDocument/2006/relationships/customXml" Target="../ink/ink2291.xml"/><Relationship Id="rId308" Type="http://schemas.openxmlformats.org/officeDocument/2006/relationships/customXml" Target="../ink/ink2298.xml"/><Relationship Id="rId329" Type="http://schemas.openxmlformats.org/officeDocument/2006/relationships/image" Target="../media/image2179.png"/><Relationship Id="rId47" Type="http://schemas.openxmlformats.org/officeDocument/2006/relationships/image" Target="../media/image2038.png"/><Relationship Id="rId68" Type="http://schemas.openxmlformats.org/officeDocument/2006/relationships/customXml" Target="../ink/ink2178.xml"/><Relationship Id="rId89" Type="http://schemas.openxmlformats.org/officeDocument/2006/relationships/image" Target="../media/image2059.png"/><Relationship Id="rId112" Type="http://schemas.openxmlformats.org/officeDocument/2006/relationships/customXml" Target="../ink/ink2200.xml"/><Relationship Id="rId133" Type="http://schemas.openxmlformats.org/officeDocument/2006/relationships/image" Target="../media/image2081.png"/><Relationship Id="rId154" Type="http://schemas.openxmlformats.org/officeDocument/2006/relationships/customXml" Target="../ink/ink2221.xml"/><Relationship Id="rId175" Type="http://schemas.openxmlformats.org/officeDocument/2006/relationships/image" Target="../media/image2102.png"/><Relationship Id="rId196" Type="http://schemas.openxmlformats.org/officeDocument/2006/relationships/customXml" Target="../ink/ink2242.xml"/><Relationship Id="rId200" Type="http://schemas.openxmlformats.org/officeDocument/2006/relationships/customXml" Target="../ink/ink2244.xml"/><Relationship Id="rId16" Type="http://schemas.openxmlformats.org/officeDocument/2006/relationships/customXml" Target="../ink/ink2152.xml"/><Relationship Id="rId221" Type="http://schemas.openxmlformats.org/officeDocument/2006/relationships/image" Target="../media/image2125.png"/><Relationship Id="rId242" Type="http://schemas.openxmlformats.org/officeDocument/2006/relationships/customXml" Target="../ink/ink2265.xml"/><Relationship Id="rId263" Type="http://schemas.openxmlformats.org/officeDocument/2006/relationships/image" Target="../media/image2146.png"/><Relationship Id="rId284" Type="http://schemas.openxmlformats.org/officeDocument/2006/relationships/customXml" Target="../ink/ink2286.xml"/><Relationship Id="rId319" Type="http://schemas.openxmlformats.org/officeDocument/2006/relationships/image" Target="../media/image2174.png"/><Relationship Id="rId37" Type="http://schemas.openxmlformats.org/officeDocument/2006/relationships/image" Target="../media/image2033.png"/><Relationship Id="rId58" Type="http://schemas.openxmlformats.org/officeDocument/2006/relationships/customXml" Target="../ink/ink2173.xml"/><Relationship Id="rId79" Type="http://schemas.openxmlformats.org/officeDocument/2006/relationships/image" Target="../media/image2054.png"/><Relationship Id="rId102" Type="http://schemas.openxmlformats.org/officeDocument/2006/relationships/customXml" Target="../ink/ink2195.xml"/><Relationship Id="rId123" Type="http://schemas.openxmlformats.org/officeDocument/2006/relationships/image" Target="../media/image2076.png"/><Relationship Id="rId144" Type="http://schemas.openxmlformats.org/officeDocument/2006/relationships/customXml" Target="../ink/ink2216.xml"/><Relationship Id="rId330" Type="http://schemas.openxmlformats.org/officeDocument/2006/relationships/customXml" Target="../ink/ink2309.xml"/><Relationship Id="rId90" Type="http://schemas.openxmlformats.org/officeDocument/2006/relationships/customXml" Target="../ink/ink2189.xml"/><Relationship Id="rId165" Type="http://schemas.openxmlformats.org/officeDocument/2006/relationships/image" Target="../media/image2097.png"/><Relationship Id="rId186" Type="http://schemas.openxmlformats.org/officeDocument/2006/relationships/customXml" Target="../ink/ink2237.xml"/><Relationship Id="rId211" Type="http://schemas.openxmlformats.org/officeDocument/2006/relationships/image" Target="../media/image2120.png"/><Relationship Id="rId232" Type="http://schemas.openxmlformats.org/officeDocument/2006/relationships/customXml" Target="../ink/ink2260.xml"/><Relationship Id="rId253" Type="http://schemas.openxmlformats.org/officeDocument/2006/relationships/image" Target="../media/image2141.png"/><Relationship Id="rId274" Type="http://schemas.openxmlformats.org/officeDocument/2006/relationships/customXml" Target="../ink/ink2281.xml"/><Relationship Id="rId295" Type="http://schemas.openxmlformats.org/officeDocument/2006/relationships/image" Target="../media/image2162.png"/><Relationship Id="rId309" Type="http://schemas.openxmlformats.org/officeDocument/2006/relationships/image" Target="../media/image2169.png"/><Relationship Id="rId27" Type="http://schemas.openxmlformats.org/officeDocument/2006/relationships/image" Target="../media/image2028.png"/><Relationship Id="rId48" Type="http://schemas.openxmlformats.org/officeDocument/2006/relationships/customXml" Target="../ink/ink2168.xml"/><Relationship Id="rId69" Type="http://schemas.openxmlformats.org/officeDocument/2006/relationships/image" Target="../media/image2049.png"/><Relationship Id="rId113" Type="http://schemas.openxmlformats.org/officeDocument/2006/relationships/image" Target="../media/image2071.png"/><Relationship Id="rId134" Type="http://schemas.openxmlformats.org/officeDocument/2006/relationships/customXml" Target="../ink/ink2211.xml"/><Relationship Id="rId320" Type="http://schemas.openxmlformats.org/officeDocument/2006/relationships/customXml" Target="../ink/ink2304.xml"/><Relationship Id="rId80" Type="http://schemas.openxmlformats.org/officeDocument/2006/relationships/customXml" Target="../ink/ink2184.xml"/><Relationship Id="rId155" Type="http://schemas.openxmlformats.org/officeDocument/2006/relationships/image" Target="../media/image2092.png"/><Relationship Id="rId176" Type="http://schemas.openxmlformats.org/officeDocument/2006/relationships/customXml" Target="../ink/ink2232.xml"/><Relationship Id="rId197" Type="http://schemas.openxmlformats.org/officeDocument/2006/relationships/image" Target="../media/image2113.png"/><Relationship Id="rId201" Type="http://schemas.openxmlformats.org/officeDocument/2006/relationships/image" Target="../media/image2115.png"/><Relationship Id="rId222" Type="http://schemas.openxmlformats.org/officeDocument/2006/relationships/customXml" Target="../ink/ink2255.xml"/><Relationship Id="rId243" Type="http://schemas.openxmlformats.org/officeDocument/2006/relationships/image" Target="../media/image2136.png"/><Relationship Id="rId264" Type="http://schemas.openxmlformats.org/officeDocument/2006/relationships/customXml" Target="../ink/ink2276.xml"/><Relationship Id="rId285" Type="http://schemas.openxmlformats.org/officeDocument/2006/relationships/image" Target="../media/image2157.png"/><Relationship Id="rId17" Type="http://schemas.openxmlformats.org/officeDocument/2006/relationships/image" Target="../media/image2023.png"/><Relationship Id="rId38" Type="http://schemas.openxmlformats.org/officeDocument/2006/relationships/customXml" Target="../ink/ink2163.xml"/><Relationship Id="rId59" Type="http://schemas.openxmlformats.org/officeDocument/2006/relationships/image" Target="../media/image2044.png"/><Relationship Id="rId103" Type="http://schemas.openxmlformats.org/officeDocument/2006/relationships/image" Target="../media/image2066.png"/><Relationship Id="rId124" Type="http://schemas.openxmlformats.org/officeDocument/2006/relationships/customXml" Target="../ink/ink2206.xml"/><Relationship Id="rId310" Type="http://schemas.openxmlformats.org/officeDocument/2006/relationships/customXml" Target="../ink/ink2299.xml"/><Relationship Id="rId70" Type="http://schemas.openxmlformats.org/officeDocument/2006/relationships/customXml" Target="../ink/ink2179.xml"/><Relationship Id="rId91" Type="http://schemas.openxmlformats.org/officeDocument/2006/relationships/image" Target="../media/image2060.png"/><Relationship Id="rId145" Type="http://schemas.openxmlformats.org/officeDocument/2006/relationships/image" Target="../media/image2087.png"/><Relationship Id="rId166" Type="http://schemas.openxmlformats.org/officeDocument/2006/relationships/customXml" Target="../ink/ink2227.xml"/><Relationship Id="rId187" Type="http://schemas.openxmlformats.org/officeDocument/2006/relationships/image" Target="../media/image2108.png"/><Relationship Id="rId331" Type="http://schemas.openxmlformats.org/officeDocument/2006/relationships/image" Target="../media/image21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50.xml"/><Relationship Id="rId233" Type="http://schemas.openxmlformats.org/officeDocument/2006/relationships/image" Target="../media/image2131.png"/><Relationship Id="rId254" Type="http://schemas.openxmlformats.org/officeDocument/2006/relationships/customXml" Target="../ink/ink2271.xml"/><Relationship Id="rId28" Type="http://schemas.openxmlformats.org/officeDocument/2006/relationships/customXml" Target="../ink/ink2158.xml"/><Relationship Id="rId49" Type="http://schemas.openxmlformats.org/officeDocument/2006/relationships/image" Target="../media/image2039.png"/><Relationship Id="rId114" Type="http://schemas.openxmlformats.org/officeDocument/2006/relationships/customXml" Target="../ink/ink2201.xml"/><Relationship Id="rId275" Type="http://schemas.openxmlformats.org/officeDocument/2006/relationships/image" Target="../media/image2152.png"/><Relationship Id="rId296" Type="http://schemas.openxmlformats.org/officeDocument/2006/relationships/customXml" Target="../ink/ink2292.xml"/><Relationship Id="rId300" Type="http://schemas.openxmlformats.org/officeDocument/2006/relationships/customXml" Target="../ink/ink2294.xml"/><Relationship Id="rId60" Type="http://schemas.openxmlformats.org/officeDocument/2006/relationships/customXml" Target="../ink/ink2174.xml"/><Relationship Id="rId81" Type="http://schemas.openxmlformats.org/officeDocument/2006/relationships/image" Target="../media/image2055.png"/><Relationship Id="rId135" Type="http://schemas.openxmlformats.org/officeDocument/2006/relationships/image" Target="../media/image2082.png"/><Relationship Id="rId156" Type="http://schemas.openxmlformats.org/officeDocument/2006/relationships/customXml" Target="../ink/ink2222.xml"/><Relationship Id="rId177" Type="http://schemas.openxmlformats.org/officeDocument/2006/relationships/image" Target="../media/image2103.png"/><Relationship Id="rId198" Type="http://schemas.openxmlformats.org/officeDocument/2006/relationships/customXml" Target="../ink/ink2243.xml"/><Relationship Id="rId321" Type="http://schemas.openxmlformats.org/officeDocument/2006/relationships/image" Target="../media/image2175.png"/><Relationship Id="rId202" Type="http://schemas.openxmlformats.org/officeDocument/2006/relationships/customXml" Target="../ink/ink2245.xml"/><Relationship Id="rId223" Type="http://schemas.openxmlformats.org/officeDocument/2006/relationships/image" Target="../media/image2126.png"/><Relationship Id="rId244" Type="http://schemas.openxmlformats.org/officeDocument/2006/relationships/customXml" Target="../ink/ink2266.xml"/><Relationship Id="rId18" Type="http://schemas.openxmlformats.org/officeDocument/2006/relationships/customXml" Target="../ink/ink2153.xml"/><Relationship Id="rId39" Type="http://schemas.openxmlformats.org/officeDocument/2006/relationships/image" Target="../media/image2034.png"/><Relationship Id="rId265" Type="http://schemas.openxmlformats.org/officeDocument/2006/relationships/image" Target="../media/image2147.png"/><Relationship Id="rId286" Type="http://schemas.openxmlformats.org/officeDocument/2006/relationships/customXml" Target="../ink/ink2287.xml"/><Relationship Id="rId50" Type="http://schemas.openxmlformats.org/officeDocument/2006/relationships/customXml" Target="../ink/ink2169.xml"/><Relationship Id="rId104" Type="http://schemas.openxmlformats.org/officeDocument/2006/relationships/customXml" Target="../ink/ink2196.xml"/><Relationship Id="rId125" Type="http://schemas.openxmlformats.org/officeDocument/2006/relationships/image" Target="../media/image2077.png"/><Relationship Id="rId146" Type="http://schemas.openxmlformats.org/officeDocument/2006/relationships/customXml" Target="../ink/ink2217.xml"/><Relationship Id="rId167" Type="http://schemas.openxmlformats.org/officeDocument/2006/relationships/image" Target="../media/image2098.png"/><Relationship Id="rId188" Type="http://schemas.openxmlformats.org/officeDocument/2006/relationships/customXml" Target="../ink/ink2238.xml"/><Relationship Id="rId311" Type="http://schemas.openxmlformats.org/officeDocument/2006/relationships/image" Target="../media/image2170.png"/><Relationship Id="rId332" Type="http://schemas.openxmlformats.org/officeDocument/2006/relationships/customXml" Target="../ink/ink2310.xml"/><Relationship Id="rId71" Type="http://schemas.openxmlformats.org/officeDocument/2006/relationships/image" Target="../media/image2050.png"/><Relationship Id="rId92" Type="http://schemas.openxmlformats.org/officeDocument/2006/relationships/customXml" Target="../ink/ink2190.xml"/><Relationship Id="rId213" Type="http://schemas.openxmlformats.org/officeDocument/2006/relationships/image" Target="../media/image2121.png"/><Relationship Id="rId234" Type="http://schemas.openxmlformats.org/officeDocument/2006/relationships/customXml" Target="../ink/ink2261.xml"/><Relationship Id="rId2" Type="http://schemas.openxmlformats.org/officeDocument/2006/relationships/customXml" Target="../ink/ink2145.xml"/><Relationship Id="rId29" Type="http://schemas.openxmlformats.org/officeDocument/2006/relationships/image" Target="../media/image2029.png"/><Relationship Id="rId255" Type="http://schemas.openxmlformats.org/officeDocument/2006/relationships/image" Target="../media/image2142.png"/><Relationship Id="rId276" Type="http://schemas.openxmlformats.org/officeDocument/2006/relationships/customXml" Target="../ink/ink2282.xml"/><Relationship Id="rId297" Type="http://schemas.openxmlformats.org/officeDocument/2006/relationships/image" Target="../media/image2163.png"/><Relationship Id="rId40" Type="http://schemas.openxmlformats.org/officeDocument/2006/relationships/customXml" Target="../ink/ink2164.xml"/><Relationship Id="rId115" Type="http://schemas.openxmlformats.org/officeDocument/2006/relationships/image" Target="../media/image2072.png"/><Relationship Id="rId136" Type="http://schemas.openxmlformats.org/officeDocument/2006/relationships/customXml" Target="../ink/ink2212.xml"/><Relationship Id="rId157" Type="http://schemas.openxmlformats.org/officeDocument/2006/relationships/image" Target="../media/image2093.png"/><Relationship Id="rId178" Type="http://schemas.openxmlformats.org/officeDocument/2006/relationships/customXml" Target="../ink/ink2233.xml"/><Relationship Id="rId301" Type="http://schemas.openxmlformats.org/officeDocument/2006/relationships/image" Target="../media/image2165.png"/><Relationship Id="rId322" Type="http://schemas.openxmlformats.org/officeDocument/2006/relationships/customXml" Target="../ink/ink2305.xml"/><Relationship Id="rId61" Type="http://schemas.openxmlformats.org/officeDocument/2006/relationships/image" Target="../media/image2045.png"/><Relationship Id="rId82" Type="http://schemas.openxmlformats.org/officeDocument/2006/relationships/customXml" Target="../ink/ink2185.xml"/><Relationship Id="rId199" Type="http://schemas.openxmlformats.org/officeDocument/2006/relationships/image" Target="../media/image2114.png"/><Relationship Id="rId203" Type="http://schemas.openxmlformats.org/officeDocument/2006/relationships/image" Target="../media/image2116.png"/><Relationship Id="rId19" Type="http://schemas.openxmlformats.org/officeDocument/2006/relationships/image" Target="../media/image2024.png"/><Relationship Id="rId224" Type="http://schemas.openxmlformats.org/officeDocument/2006/relationships/customXml" Target="../ink/ink2256.xml"/><Relationship Id="rId245" Type="http://schemas.openxmlformats.org/officeDocument/2006/relationships/image" Target="../media/image2137.png"/><Relationship Id="rId266" Type="http://schemas.openxmlformats.org/officeDocument/2006/relationships/customXml" Target="../ink/ink2277.xml"/><Relationship Id="rId287" Type="http://schemas.openxmlformats.org/officeDocument/2006/relationships/image" Target="../media/image2158.png"/><Relationship Id="rId30" Type="http://schemas.openxmlformats.org/officeDocument/2006/relationships/customXml" Target="../ink/ink2159.xml"/><Relationship Id="rId105" Type="http://schemas.openxmlformats.org/officeDocument/2006/relationships/image" Target="../media/image2067.png"/><Relationship Id="rId126" Type="http://schemas.openxmlformats.org/officeDocument/2006/relationships/customXml" Target="../ink/ink2207.xml"/><Relationship Id="rId147" Type="http://schemas.openxmlformats.org/officeDocument/2006/relationships/image" Target="../media/image2088.png"/><Relationship Id="rId168" Type="http://schemas.openxmlformats.org/officeDocument/2006/relationships/customXml" Target="../ink/ink2228.xml"/><Relationship Id="rId312" Type="http://schemas.openxmlformats.org/officeDocument/2006/relationships/customXml" Target="../ink/ink2300.xml"/><Relationship Id="rId333" Type="http://schemas.openxmlformats.org/officeDocument/2006/relationships/image" Target="../media/image2181.png"/><Relationship Id="rId51" Type="http://schemas.openxmlformats.org/officeDocument/2006/relationships/image" Target="../media/image2040.png"/><Relationship Id="rId72" Type="http://schemas.openxmlformats.org/officeDocument/2006/relationships/customXml" Target="../ink/ink2180.xml"/><Relationship Id="rId93" Type="http://schemas.openxmlformats.org/officeDocument/2006/relationships/image" Target="../media/image2061.png"/><Relationship Id="rId189" Type="http://schemas.openxmlformats.org/officeDocument/2006/relationships/image" Target="../media/image2109.png"/><Relationship Id="rId3" Type="http://schemas.openxmlformats.org/officeDocument/2006/relationships/image" Target="../media/image2017.png"/><Relationship Id="rId214" Type="http://schemas.openxmlformats.org/officeDocument/2006/relationships/customXml" Target="../ink/ink2251.xml"/><Relationship Id="rId235" Type="http://schemas.openxmlformats.org/officeDocument/2006/relationships/image" Target="../media/image2132.png"/><Relationship Id="rId256" Type="http://schemas.openxmlformats.org/officeDocument/2006/relationships/customXml" Target="../ink/ink2272.xml"/><Relationship Id="rId277" Type="http://schemas.openxmlformats.org/officeDocument/2006/relationships/image" Target="../media/image2153.png"/><Relationship Id="rId298" Type="http://schemas.openxmlformats.org/officeDocument/2006/relationships/customXml" Target="../ink/ink2293.xml"/><Relationship Id="rId116" Type="http://schemas.openxmlformats.org/officeDocument/2006/relationships/customXml" Target="../ink/ink2202.xml"/><Relationship Id="rId137" Type="http://schemas.openxmlformats.org/officeDocument/2006/relationships/image" Target="../media/image2083.png"/><Relationship Id="rId158" Type="http://schemas.openxmlformats.org/officeDocument/2006/relationships/customXml" Target="../ink/ink2223.xml"/><Relationship Id="rId302" Type="http://schemas.openxmlformats.org/officeDocument/2006/relationships/customXml" Target="../ink/ink2295.xml"/><Relationship Id="rId323" Type="http://schemas.openxmlformats.org/officeDocument/2006/relationships/image" Target="../media/image2176.png"/><Relationship Id="rId20" Type="http://schemas.openxmlformats.org/officeDocument/2006/relationships/customXml" Target="../ink/ink2154.xml"/><Relationship Id="rId41" Type="http://schemas.openxmlformats.org/officeDocument/2006/relationships/image" Target="../media/image2035.png"/><Relationship Id="rId62" Type="http://schemas.openxmlformats.org/officeDocument/2006/relationships/customXml" Target="../ink/ink2175.xml"/><Relationship Id="rId83" Type="http://schemas.openxmlformats.org/officeDocument/2006/relationships/image" Target="../media/image2056.png"/><Relationship Id="rId179" Type="http://schemas.openxmlformats.org/officeDocument/2006/relationships/image" Target="../media/image2104.png"/><Relationship Id="rId190" Type="http://schemas.openxmlformats.org/officeDocument/2006/relationships/customXml" Target="../ink/ink2239.xml"/><Relationship Id="rId204" Type="http://schemas.openxmlformats.org/officeDocument/2006/relationships/customXml" Target="../ink/ink2246.xml"/><Relationship Id="rId225" Type="http://schemas.openxmlformats.org/officeDocument/2006/relationships/image" Target="../media/image2127.png"/><Relationship Id="rId246" Type="http://schemas.openxmlformats.org/officeDocument/2006/relationships/customXml" Target="../ink/ink2267.xml"/><Relationship Id="rId267" Type="http://schemas.openxmlformats.org/officeDocument/2006/relationships/image" Target="../media/image2148.png"/><Relationship Id="rId288" Type="http://schemas.openxmlformats.org/officeDocument/2006/relationships/customXml" Target="../ink/ink2288.xml"/><Relationship Id="rId106" Type="http://schemas.openxmlformats.org/officeDocument/2006/relationships/customXml" Target="../ink/ink2197.xml"/><Relationship Id="rId127" Type="http://schemas.openxmlformats.org/officeDocument/2006/relationships/image" Target="../media/image2078.png"/><Relationship Id="rId313" Type="http://schemas.openxmlformats.org/officeDocument/2006/relationships/image" Target="../media/image2171.png"/><Relationship Id="rId10" Type="http://schemas.openxmlformats.org/officeDocument/2006/relationships/customXml" Target="../ink/ink2149.xml"/><Relationship Id="rId31" Type="http://schemas.openxmlformats.org/officeDocument/2006/relationships/image" Target="../media/image2030.png"/><Relationship Id="rId52" Type="http://schemas.openxmlformats.org/officeDocument/2006/relationships/customXml" Target="../ink/ink2170.xml"/><Relationship Id="rId73" Type="http://schemas.openxmlformats.org/officeDocument/2006/relationships/image" Target="../media/image2051.png"/><Relationship Id="rId94" Type="http://schemas.openxmlformats.org/officeDocument/2006/relationships/customXml" Target="../ink/ink2191.xml"/><Relationship Id="rId148" Type="http://schemas.openxmlformats.org/officeDocument/2006/relationships/customXml" Target="../ink/ink2218.xml"/><Relationship Id="rId169" Type="http://schemas.openxmlformats.org/officeDocument/2006/relationships/image" Target="../media/image2099.png"/><Relationship Id="rId4" Type="http://schemas.openxmlformats.org/officeDocument/2006/relationships/customXml" Target="../ink/ink2146.xml"/><Relationship Id="rId180" Type="http://schemas.openxmlformats.org/officeDocument/2006/relationships/customXml" Target="../ink/ink2234.xml"/><Relationship Id="rId215" Type="http://schemas.openxmlformats.org/officeDocument/2006/relationships/image" Target="../media/image2122.png"/><Relationship Id="rId236" Type="http://schemas.openxmlformats.org/officeDocument/2006/relationships/customXml" Target="../ink/ink2262.xml"/><Relationship Id="rId257" Type="http://schemas.openxmlformats.org/officeDocument/2006/relationships/image" Target="../media/image2143.png"/><Relationship Id="rId278" Type="http://schemas.openxmlformats.org/officeDocument/2006/relationships/customXml" Target="../ink/ink2283.xml"/><Relationship Id="rId303" Type="http://schemas.openxmlformats.org/officeDocument/2006/relationships/image" Target="../media/image2166.png"/><Relationship Id="rId42" Type="http://schemas.openxmlformats.org/officeDocument/2006/relationships/customXml" Target="../ink/ink2165.xml"/><Relationship Id="rId84" Type="http://schemas.openxmlformats.org/officeDocument/2006/relationships/customXml" Target="../ink/ink2186.xml"/><Relationship Id="rId138" Type="http://schemas.openxmlformats.org/officeDocument/2006/relationships/customXml" Target="../ink/ink2213.xml"/><Relationship Id="rId191" Type="http://schemas.openxmlformats.org/officeDocument/2006/relationships/image" Target="../media/image2110.png"/><Relationship Id="rId205" Type="http://schemas.openxmlformats.org/officeDocument/2006/relationships/image" Target="../media/image2117.png"/><Relationship Id="rId247" Type="http://schemas.openxmlformats.org/officeDocument/2006/relationships/image" Target="../media/image2138.png"/><Relationship Id="rId107" Type="http://schemas.openxmlformats.org/officeDocument/2006/relationships/image" Target="../media/image2068.png"/><Relationship Id="rId289" Type="http://schemas.openxmlformats.org/officeDocument/2006/relationships/image" Target="../media/image2159.png"/><Relationship Id="rId11" Type="http://schemas.openxmlformats.org/officeDocument/2006/relationships/image" Target="../media/image2020.png"/><Relationship Id="rId53" Type="http://schemas.openxmlformats.org/officeDocument/2006/relationships/image" Target="../media/image2041.png"/><Relationship Id="rId149" Type="http://schemas.openxmlformats.org/officeDocument/2006/relationships/image" Target="../media/image2089.png"/><Relationship Id="rId314" Type="http://schemas.openxmlformats.org/officeDocument/2006/relationships/customXml" Target="../ink/ink2301.xml"/><Relationship Id="rId95" Type="http://schemas.openxmlformats.org/officeDocument/2006/relationships/image" Target="../media/image2062.png"/><Relationship Id="rId160" Type="http://schemas.openxmlformats.org/officeDocument/2006/relationships/customXml" Target="../ink/ink2224.xml"/><Relationship Id="rId216" Type="http://schemas.openxmlformats.org/officeDocument/2006/relationships/customXml" Target="../ink/ink2252.xml"/><Relationship Id="rId258" Type="http://schemas.openxmlformats.org/officeDocument/2006/relationships/customXml" Target="../ink/ink2273.xml"/><Relationship Id="rId22" Type="http://schemas.openxmlformats.org/officeDocument/2006/relationships/customXml" Target="../ink/ink2155.xml"/><Relationship Id="rId64" Type="http://schemas.openxmlformats.org/officeDocument/2006/relationships/customXml" Target="../ink/ink2176.xml"/><Relationship Id="rId118" Type="http://schemas.openxmlformats.org/officeDocument/2006/relationships/customXml" Target="../ink/ink2203.xml"/><Relationship Id="rId325" Type="http://schemas.openxmlformats.org/officeDocument/2006/relationships/image" Target="../media/image2177.png"/><Relationship Id="rId171" Type="http://schemas.openxmlformats.org/officeDocument/2006/relationships/image" Target="../media/image2100.png"/><Relationship Id="rId227" Type="http://schemas.openxmlformats.org/officeDocument/2006/relationships/image" Target="../media/image2128.png"/><Relationship Id="rId269" Type="http://schemas.openxmlformats.org/officeDocument/2006/relationships/image" Target="../media/image2149.png"/><Relationship Id="rId33" Type="http://schemas.openxmlformats.org/officeDocument/2006/relationships/image" Target="../media/image2031.png"/><Relationship Id="rId129" Type="http://schemas.openxmlformats.org/officeDocument/2006/relationships/image" Target="../media/image2079.png"/><Relationship Id="rId280" Type="http://schemas.openxmlformats.org/officeDocument/2006/relationships/customXml" Target="../ink/ink2284.xml"/><Relationship Id="rId75" Type="http://schemas.openxmlformats.org/officeDocument/2006/relationships/image" Target="../media/image2052.png"/><Relationship Id="rId140" Type="http://schemas.openxmlformats.org/officeDocument/2006/relationships/customXml" Target="../ink/ink2214.xml"/><Relationship Id="rId182" Type="http://schemas.openxmlformats.org/officeDocument/2006/relationships/customXml" Target="../ink/ink2235.xml"/><Relationship Id="rId6" Type="http://schemas.openxmlformats.org/officeDocument/2006/relationships/customXml" Target="../ink/ink2147.xml"/><Relationship Id="rId238" Type="http://schemas.openxmlformats.org/officeDocument/2006/relationships/customXml" Target="../ink/ink2263.xml"/><Relationship Id="rId291" Type="http://schemas.openxmlformats.org/officeDocument/2006/relationships/image" Target="../media/image2160.png"/><Relationship Id="rId305" Type="http://schemas.openxmlformats.org/officeDocument/2006/relationships/image" Target="../media/image2167.png"/><Relationship Id="rId44" Type="http://schemas.openxmlformats.org/officeDocument/2006/relationships/customXml" Target="../ink/ink2166.xml"/><Relationship Id="rId86" Type="http://schemas.openxmlformats.org/officeDocument/2006/relationships/customXml" Target="../ink/ink2187.xml"/><Relationship Id="rId151" Type="http://schemas.openxmlformats.org/officeDocument/2006/relationships/image" Target="../media/image2090.png"/><Relationship Id="rId193" Type="http://schemas.openxmlformats.org/officeDocument/2006/relationships/image" Target="../media/image2111.png"/><Relationship Id="rId207" Type="http://schemas.openxmlformats.org/officeDocument/2006/relationships/image" Target="../media/image2118.png"/><Relationship Id="rId249" Type="http://schemas.openxmlformats.org/officeDocument/2006/relationships/image" Target="../media/image2139.png"/><Relationship Id="rId13" Type="http://schemas.openxmlformats.org/officeDocument/2006/relationships/image" Target="../media/image2021.png"/><Relationship Id="rId109" Type="http://schemas.openxmlformats.org/officeDocument/2006/relationships/image" Target="../media/image2069.png"/><Relationship Id="rId260" Type="http://schemas.openxmlformats.org/officeDocument/2006/relationships/customXml" Target="../ink/ink2274.xml"/><Relationship Id="rId316" Type="http://schemas.openxmlformats.org/officeDocument/2006/relationships/customXml" Target="../ink/ink2302.xml"/><Relationship Id="rId55" Type="http://schemas.openxmlformats.org/officeDocument/2006/relationships/image" Target="../media/image2042.png"/><Relationship Id="rId97" Type="http://schemas.openxmlformats.org/officeDocument/2006/relationships/image" Target="../media/image2063.png"/><Relationship Id="rId120" Type="http://schemas.openxmlformats.org/officeDocument/2006/relationships/customXml" Target="../ink/ink2204.xml"/><Relationship Id="rId162" Type="http://schemas.openxmlformats.org/officeDocument/2006/relationships/customXml" Target="../ink/ink2225.xml"/><Relationship Id="rId218" Type="http://schemas.openxmlformats.org/officeDocument/2006/relationships/customXml" Target="../ink/ink2253.xml"/><Relationship Id="rId271" Type="http://schemas.openxmlformats.org/officeDocument/2006/relationships/image" Target="../media/image2150.png"/></Relationships>
</file>

<file path=ppt/slides/_rels/slide4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73.png"/><Relationship Id="rId299" Type="http://schemas.openxmlformats.org/officeDocument/2006/relationships/image" Target="../media/image2164.png"/><Relationship Id="rId21" Type="http://schemas.openxmlformats.org/officeDocument/2006/relationships/image" Target="../media/image2025.png"/><Relationship Id="rId63" Type="http://schemas.openxmlformats.org/officeDocument/2006/relationships/image" Target="../media/image2046.png"/><Relationship Id="rId159" Type="http://schemas.openxmlformats.org/officeDocument/2006/relationships/image" Target="../media/image2094.png"/><Relationship Id="rId324" Type="http://schemas.openxmlformats.org/officeDocument/2006/relationships/customXml" Target="../ink/ink2472.xml"/><Relationship Id="rId170" Type="http://schemas.openxmlformats.org/officeDocument/2006/relationships/customXml" Target="../ink/ink2395.xml"/><Relationship Id="rId226" Type="http://schemas.openxmlformats.org/officeDocument/2006/relationships/customXml" Target="../ink/ink2423.xml"/><Relationship Id="rId268" Type="http://schemas.openxmlformats.org/officeDocument/2006/relationships/customXml" Target="../ink/ink2444.xml"/><Relationship Id="rId32" Type="http://schemas.openxmlformats.org/officeDocument/2006/relationships/customXml" Target="../ink/ink2326.xml"/><Relationship Id="rId74" Type="http://schemas.openxmlformats.org/officeDocument/2006/relationships/customXml" Target="../ink/ink2347.xml"/><Relationship Id="rId128" Type="http://schemas.openxmlformats.org/officeDocument/2006/relationships/customXml" Target="../ink/ink2374.xml"/><Relationship Id="rId5" Type="http://schemas.openxmlformats.org/officeDocument/2006/relationships/image" Target="../media/image2018.png"/><Relationship Id="rId181" Type="http://schemas.openxmlformats.org/officeDocument/2006/relationships/image" Target="../media/image2105.png"/><Relationship Id="rId237" Type="http://schemas.openxmlformats.org/officeDocument/2006/relationships/image" Target="../media/image2133.png"/><Relationship Id="rId279" Type="http://schemas.openxmlformats.org/officeDocument/2006/relationships/image" Target="../media/image2154.png"/><Relationship Id="rId43" Type="http://schemas.openxmlformats.org/officeDocument/2006/relationships/image" Target="../media/image2036.png"/><Relationship Id="rId139" Type="http://schemas.openxmlformats.org/officeDocument/2006/relationships/image" Target="../media/image2084.png"/><Relationship Id="rId290" Type="http://schemas.openxmlformats.org/officeDocument/2006/relationships/customXml" Target="../ink/ink2455.xml"/><Relationship Id="rId304" Type="http://schemas.openxmlformats.org/officeDocument/2006/relationships/customXml" Target="../ink/ink2462.xml"/><Relationship Id="rId85" Type="http://schemas.openxmlformats.org/officeDocument/2006/relationships/image" Target="../media/image2057.png"/><Relationship Id="rId150" Type="http://schemas.openxmlformats.org/officeDocument/2006/relationships/customXml" Target="../ink/ink2385.xml"/><Relationship Id="rId192" Type="http://schemas.openxmlformats.org/officeDocument/2006/relationships/customXml" Target="../ink/ink2406.xml"/><Relationship Id="rId206" Type="http://schemas.openxmlformats.org/officeDocument/2006/relationships/customXml" Target="../ink/ink2413.xml"/><Relationship Id="rId248" Type="http://schemas.openxmlformats.org/officeDocument/2006/relationships/customXml" Target="../ink/ink2434.xml"/><Relationship Id="rId12" Type="http://schemas.openxmlformats.org/officeDocument/2006/relationships/customXml" Target="../ink/ink2316.xml"/><Relationship Id="rId108" Type="http://schemas.openxmlformats.org/officeDocument/2006/relationships/customXml" Target="../ink/ink2364.xml"/><Relationship Id="rId315" Type="http://schemas.openxmlformats.org/officeDocument/2006/relationships/image" Target="../media/image2172.png"/><Relationship Id="rId54" Type="http://schemas.openxmlformats.org/officeDocument/2006/relationships/customXml" Target="../ink/ink2337.xml"/><Relationship Id="rId96" Type="http://schemas.openxmlformats.org/officeDocument/2006/relationships/customXml" Target="../ink/ink2358.xml"/><Relationship Id="rId161" Type="http://schemas.openxmlformats.org/officeDocument/2006/relationships/image" Target="../media/image2095.png"/><Relationship Id="rId217" Type="http://schemas.openxmlformats.org/officeDocument/2006/relationships/image" Target="../media/image2123.png"/><Relationship Id="rId259" Type="http://schemas.openxmlformats.org/officeDocument/2006/relationships/image" Target="../media/image2144.png"/><Relationship Id="rId23" Type="http://schemas.openxmlformats.org/officeDocument/2006/relationships/image" Target="../media/image2026.png"/><Relationship Id="rId119" Type="http://schemas.openxmlformats.org/officeDocument/2006/relationships/image" Target="../media/image2074.png"/><Relationship Id="rId270" Type="http://schemas.openxmlformats.org/officeDocument/2006/relationships/customXml" Target="../ink/ink2445.xml"/><Relationship Id="rId326" Type="http://schemas.openxmlformats.org/officeDocument/2006/relationships/customXml" Target="../ink/ink2473.xml"/><Relationship Id="rId65" Type="http://schemas.openxmlformats.org/officeDocument/2006/relationships/image" Target="../media/image2047.png"/><Relationship Id="rId130" Type="http://schemas.openxmlformats.org/officeDocument/2006/relationships/customXml" Target="../ink/ink2375.xml"/><Relationship Id="rId172" Type="http://schemas.openxmlformats.org/officeDocument/2006/relationships/customXml" Target="../ink/ink2396.xml"/><Relationship Id="rId228" Type="http://schemas.openxmlformats.org/officeDocument/2006/relationships/customXml" Target="../ink/ink2424.xml"/><Relationship Id="rId281" Type="http://schemas.openxmlformats.org/officeDocument/2006/relationships/image" Target="../media/image2155.png"/><Relationship Id="rId34" Type="http://schemas.openxmlformats.org/officeDocument/2006/relationships/customXml" Target="../ink/ink2327.xml"/><Relationship Id="rId76" Type="http://schemas.openxmlformats.org/officeDocument/2006/relationships/customXml" Target="../ink/ink2348.xml"/><Relationship Id="rId141" Type="http://schemas.openxmlformats.org/officeDocument/2006/relationships/image" Target="../media/image2085.png"/><Relationship Id="rId7" Type="http://schemas.openxmlformats.org/officeDocument/2006/relationships/image" Target="../media/image2019.png"/><Relationship Id="rId183" Type="http://schemas.openxmlformats.org/officeDocument/2006/relationships/image" Target="../media/image2106.png"/><Relationship Id="rId239" Type="http://schemas.openxmlformats.org/officeDocument/2006/relationships/image" Target="../media/image2134.png"/><Relationship Id="rId250" Type="http://schemas.openxmlformats.org/officeDocument/2006/relationships/customXml" Target="../ink/ink2435.xml"/><Relationship Id="rId292" Type="http://schemas.openxmlformats.org/officeDocument/2006/relationships/customXml" Target="../ink/ink2456.xml"/><Relationship Id="rId306" Type="http://schemas.openxmlformats.org/officeDocument/2006/relationships/customXml" Target="../ink/ink2463.xml"/><Relationship Id="rId24" Type="http://schemas.openxmlformats.org/officeDocument/2006/relationships/customXml" Target="../ink/ink2322.xml"/><Relationship Id="rId45" Type="http://schemas.openxmlformats.org/officeDocument/2006/relationships/image" Target="../media/image2037.png"/><Relationship Id="rId66" Type="http://schemas.openxmlformats.org/officeDocument/2006/relationships/customXml" Target="../ink/ink2343.xml"/><Relationship Id="rId87" Type="http://schemas.openxmlformats.org/officeDocument/2006/relationships/image" Target="../media/image2058.png"/><Relationship Id="rId110" Type="http://schemas.openxmlformats.org/officeDocument/2006/relationships/customXml" Target="../ink/ink2365.xml"/><Relationship Id="rId131" Type="http://schemas.openxmlformats.org/officeDocument/2006/relationships/image" Target="../media/image2080.png"/><Relationship Id="rId327" Type="http://schemas.openxmlformats.org/officeDocument/2006/relationships/image" Target="../media/image2178.png"/><Relationship Id="rId152" Type="http://schemas.openxmlformats.org/officeDocument/2006/relationships/customXml" Target="../ink/ink2386.xml"/><Relationship Id="rId173" Type="http://schemas.openxmlformats.org/officeDocument/2006/relationships/image" Target="../media/image2101.png"/><Relationship Id="rId194" Type="http://schemas.openxmlformats.org/officeDocument/2006/relationships/customXml" Target="../ink/ink2407.xml"/><Relationship Id="rId208" Type="http://schemas.openxmlformats.org/officeDocument/2006/relationships/customXml" Target="../ink/ink2414.xml"/><Relationship Id="rId229" Type="http://schemas.openxmlformats.org/officeDocument/2006/relationships/image" Target="../media/image2129.png"/><Relationship Id="rId240" Type="http://schemas.openxmlformats.org/officeDocument/2006/relationships/customXml" Target="../ink/ink2430.xml"/><Relationship Id="rId261" Type="http://schemas.openxmlformats.org/officeDocument/2006/relationships/image" Target="../media/image2145.png"/><Relationship Id="rId14" Type="http://schemas.openxmlformats.org/officeDocument/2006/relationships/customXml" Target="../ink/ink2317.xml"/><Relationship Id="rId35" Type="http://schemas.openxmlformats.org/officeDocument/2006/relationships/image" Target="../media/image2032.png"/><Relationship Id="rId56" Type="http://schemas.openxmlformats.org/officeDocument/2006/relationships/customXml" Target="../ink/ink2338.xml"/><Relationship Id="rId77" Type="http://schemas.openxmlformats.org/officeDocument/2006/relationships/image" Target="../media/image2053.png"/><Relationship Id="rId100" Type="http://schemas.openxmlformats.org/officeDocument/2006/relationships/customXml" Target="../ink/ink2360.xml"/><Relationship Id="rId282" Type="http://schemas.openxmlformats.org/officeDocument/2006/relationships/customXml" Target="../ink/ink2451.xml"/><Relationship Id="rId317" Type="http://schemas.openxmlformats.org/officeDocument/2006/relationships/image" Target="../media/image2173.png"/><Relationship Id="rId8" Type="http://schemas.openxmlformats.org/officeDocument/2006/relationships/customXml" Target="../ink/ink2314.xml"/><Relationship Id="rId98" Type="http://schemas.openxmlformats.org/officeDocument/2006/relationships/customXml" Target="../ink/ink2359.xml"/><Relationship Id="rId121" Type="http://schemas.openxmlformats.org/officeDocument/2006/relationships/image" Target="../media/image2075.png"/><Relationship Id="rId142" Type="http://schemas.openxmlformats.org/officeDocument/2006/relationships/customXml" Target="../ink/ink2381.xml"/><Relationship Id="rId163" Type="http://schemas.openxmlformats.org/officeDocument/2006/relationships/image" Target="../media/image2096.png"/><Relationship Id="rId184" Type="http://schemas.openxmlformats.org/officeDocument/2006/relationships/customXml" Target="../ink/ink2402.xml"/><Relationship Id="rId219" Type="http://schemas.openxmlformats.org/officeDocument/2006/relationships/image" Target="../media/image2124.png"/><Relationship Id="rId230" Type="http://schemas.openxmlformats.org/officeDocument/2006/relationships/customXml" Target="../ink/ink2425.xml"/><Relationship Id="rId251" Type="http://schemas.openxmlformats.org/officeDocument/2006/relationships/image" Target="../media/image2140.png"/><Relationship Id="rId25" Type="http://schemas.openxmlformats.org/officeDocument/2006/relationships/image" Target="../media/image2027.png"/><Relationship Id="rId46" Type="http://schemas.openxmlformats.org/officeDocument/2006/relationships/customXml" Target="../ink/ink2333.xml"/><Relationship Id="rId67" Type="http://schemas.openxmlformats.org/officeDocument/2006/relationships/image" Target="../media/image2048.png"/><Relationship Id="rId272" Type="http://schemas.openxmlformats.org/officeDocument/2006/relationships/customXml" Target="../ink/ink2446.xml"/><Relationship Id="rId293" Type="http://schemas.openxmlformats.org/officeDocument/2006/relationships/image" Target="../media/image2161.png"/><Relationship Id="rId307" Type="http://schemas.openxmlformats.org/officeDocument/2006/relationships/image" Target="../media/image2168.png"/><Relationship Id="rId328" Type="http://schemas.openxmlformats.org/officeDocument/2006/relationships/customXml" Target="../ink/ink2474.xml"/><Relationship Id="rId88" Type="http://schemas.openxmlformats.org/officeDocument/2006/relationships/customXml" Target="../ink/ink2354.xml"/><Relationship Id="rId111" Type="http://schemas.openxmlformats.org/officeDocument/2006/relationships/image" Target="../media/image2070.png"/><Relationship Id="rId132" Type="http://schemas.openxmlformats.org/officeDocument/2006/relationships/customXml" Target="../ink/ink2376.xml"/><Relationship Id="rId153" Type="http://schemas.openxmlformats.org/officeDocument/2006/relationships/image" Target="../media/image2091.png"/><Relationship Id="rId174" Type="http://schemas.openxmlformats.org/officeDocument/2006/relationships/customXml" Target="../ink/ink2397.xml"/><Relationship Id="rId195" Type="http://schemas.openxmlformats.org/officeDocument/2006/relationships/image" Target="../media/image2112.png"/><Relationship Id="rId209" Type="http://schemas.openxmlformats.org/officeDocument/2006/relationships/image" Target="../media/image2119.png"/><Relationship Id="rId220" Type="http://schemas.openxmlformats.org/officeDocument/2006/relationships/customXml" Target="../ink/ink2420.xml"/><Relationship Id="rId241" Type="http://schemas.openxmlformats.org/officeDocument/2006/relationships/image" Target="../media/image2135.png"/><Relationship Id="rId15" Type="http://schemas.openxmlformats.org/officeDocument/2006/relationships/image" Target="../media/image2022.png"/><Relationship Id="rId36" Type="http://schemas.openxmlformats.org/officeDocument/2006/relationships/customXml" Target="../ink/ink2328.xml"/><Relationship Id="rId57" Type="http://schemas.openxmlformats.org/officeDocument/2006/relationships/image" Target="../media/image2043.png"/><Relationship Id="rId262" Type="http://schemas.openxmlformats.org/officeDocument/2006/relationships/customXml" Target="../ink/ink2441.xml"/><Relationship Id="rId283" Type="http://schemas.openxmlformats.org/officeDocument/2006/relationships/image" Target="../media/image2156.png"/><Relationship Id="rId318" Type="http://schemas.openxmlformats.org/officeDocument/2006/relationships/customXml" Target="../ink/ink2469.xml"/><Relationship Id="rId78" Type="http://schemas.openxmlformats.org/officeDocument/2006/relationships/customXml" Target="../ink/ink2349.xml"/><Relationship Id="rId99" Type="http://schemas.openxmlformats.org/officeDocument/2006/relationships/image" Target="../media/image2064.png"/><Relationship Id="rId101" Type="http://schemas.openxmlformats.org/officeDocument/2006/relationships/image" Target="../media/image2065.png"/><Relationship Id="rId122" Type="http://schemas.openxmlformats.org/officeDocument/2006/relationships/customXml" Target="../ink/ink2371.xml"/><Relationship Id="rId143" Type="http://schemas.openxmlformats.org/officeDocument/2006/relationships/image" Target="../media/image2086.png"/><Relationship Id="rId164" Type="http://schemas.openxmlformats.org/officeDocument/2006/relationships/customXml" Target="../ink/ink2392.xml"/><Relationship Id="rId185" Type="http://schemas.openxmlformats.org/officeDocument/2006/relationships/image" Target="../media/image2107.png"/><Relationship Id="rId9" Type="http://schemas.openxmlformats.org/officeDocument/2006/relationships/image" Target="../media/image236.png"/><Relationship Id="rId210" Type="http://schemas.openxmlformats.org/officeDocument/2006/relationships/customXml" Target="../ink/ink2415.xml"/><Relationship Id="rId26" Type="http://schemas.openxmlformats.org/officeDocument/2006/relationships/customXml" Target="../ink/ink2323.xml"/><Relationship Id="rId231" Type="http://schemas.openxmlformats.org/officeDocument/2006/relationships/image" Target="../media/image2130.png"/><Relationship Id="rId252" Type="http://schemas.openxmlformats.org/officeDocument/2006/relationships/customXml" Target="../ink/ink2436.xml"/><Relationship Id="rId273" Type="http://schemas.openxmlformats.org/officeDocument/2006/relationships/image" Target="../media/image2151.png"/><Relationship Id="rId294" Type="http://schemas.openxmlformats.org/officeDocument/2006/relationships/customXml" Target="../ink/ink2457.xml"/><Relationship Id="rId308" Type="http://schemas.openxmlformats.org/officeDocument/2006/relationships/customXml" Target="../ink/ink2464.xml"/><Relationship Id="rId329" Type="http://schemas.openxmlformats.org/officeDocument/2006/relationships/image" Target="../media/image2179.png"/><Relationship Id="rId47" Type="http://schemas.openxmlformats.org/officeDocument/2006/relationships/image" Target="../media/image2038.png"/><Relationship Id="rId68" Type="http://schemas.openxmlformats.org/officeDocument/2006/relationships/customXml" Target="../ink/ink2344.xml"/><Relationship Id="rId89" Type="http://schemas.openxmlformats.org/officeDocument/2006/relationships/image" Target="../media/image2059.png"/><Relationship Id="rId112" Type="http://schemas.openxmlformats.org/officeDocument/2006/relationships/customXml" Target="../ink/ink2366.xml"/><Relationship Id="rId133" Type="http://schemas.openxmlformats.org/officeDocument/2006/relationships/image" Target="../media/image2081.png"/><Relationship Id="rId154" Type="http://schemas.openxmlformats.org/officeDocument/2006/relationships/customXml" Target="../ink/ink2387.xml"/><Relationship Id="rId175" Type="http://schemas.openxmlformats.org/officeDocument/2006/relationships/image" Target="../media/image2102.png"/><Relationship Id="rId196" Type="http://schemas.openxmlformats.org/officeDocument/2006/relationships/customXml" Target="../ink/ink2408.xml"/><Relationship Id="rId200" Type="http://schemas.openxmlformats.org/officeDocument/2006/relationships/customXml" Target="../ink/ink2410.xml"/><Relationship Id="rId16" Type="http://schemas.openxmlformats.org/officeDocument/2006/relationships/customXml" Target="../ink/ink2318.xml"/><Relationship Id="rId221" Type="http://schemas.openxmlformats.org/officeDocument/2006/relationships/image" Target="../media/image2125.png"/><Relationship Id="rId242" Type="http://schemas.openxmlformats.org/officeDocument/2006/relationships/customXml" Target="../ink/ink2431.xml"/><Relationship Id="rId263" Type="http://schemas.openxmlformats.org/officeDocument/2006/relationships/image" Target="../media/image2146.png"/><Relationship Id="rId284" Type="http://schemas.openxmlformats.org/officeDocument/2006/relationships/customXml" Target="../ink/ink2452.xml"/><Relationship Id="rId319" Type="http://schemas.openxmlformats.org/officeDocument/2006/relationships/image" Target="../media/image2174.png"/><Relationship Id="rId37" Type="http://schemas.openxmlformats.org/officeDocument/2006/relationships/image" Target="../media/image2033.png"/><Relationship Id="rId58" Type="http://schemas.openxmlformats.org/officeDocument/2006/relationships/customXml" Target="../ink/ink2339.xml"/><Relationship Id="rId79" Type="http://schemas.openxmlformats.org/officeDocument/2006/relationships/image" Target="../media/image2054.png"/><Relationship Id="rId102" Type="http://schemas.openxmlformats.org/officeDocument/2006/relationships/customXml" Target="../ink/ink2361.xml"/><Relationship Id="rId123" Type="http://schemas.openxmlformats.org/officeDocument/2006/relationships/image" Target="../media/image2076.png"/><Relationship Id="rId144" Type="http://schemas.openxmlformats.org/officeDocument/2006/relationships/customXml" Target="../ink/ink2382.xml"/><Relationship Id="rId330" Type="http://schemas.openxmlformats.org/officeDocument/2006/relationships/customXml" Target="../ink/ink2475.xml"/><Relationship Id="rId90" Type="http://schemas.openxmlformats.org/officeDocument/2006/relationships/customXml" Target="../ink/ink2355.xml"/><Relationship Id="rId165" Type="http://schemas.openxmlformats.org/officeDocument/2006/relationships/image" Target="../media/image2097.png"/><Relationship Id="rId186" Type="http://schemas.openxmlformats.org/officeDocument/2006/relationships/customXml" Target="../ink/ink2403.xml"/><Relationship Id="rId211" Type="http://schemas.openxmlformats.org/officeDocument/2006/relationships/image" Target="../media/image2120.png"/><Relationship Id="rId232" Type="http://schemas.openxmlformats.org/officeDocument/2006/relationships/customXml" Target="../ink/ink2426.xml"/><Relationship Id="rId253" Type="http://schemas.openxmlformats.org/officeDocument/2006/relationships/image" Target="../media/image2141.png"/><Relationship Id="rId274" Type="http://schemas.openxmlformats.org/officeDocument/2006/relationships/customXml" Target="../ink/ink2447.xml"/><Relationship Id="rId295" Type="http://schemas.openxmlformats.org/officeDocument/2006/relationships/image" Target="../media/image2162.png"/><Relationship Id="rId309" Type="http://schemas.openxmlformats.org/officeDocument/2006/relationships/image" Target="../media/image2169.png"/><Relationship Id="rId27" Type="http://schemas.openxmlformats.org/officeDocument/2006/relationships/image" Target="../media/image2028.png"/><Relationship Id="rId48" Type="http://schemas.openxmlformats.org/officeDocument/2006/relationships/customXml" Target="../ink/ink2334.xml"/><Relationship Id="rId69" Type="http://schemas.openxmlformats.org/officeDocument/2006/relationships/image" Target="../media/image2049.png"/><Relationship Id="rId113" Type="http://schemas.openxmlformats.org/officeDocument/2006/relationships/image" Target="../media/image2071.png"/><Relationship Id="rId134" Type="http://schemas.openxmlformats.org/officeDocument/2006/relationships/customXml" Target="../ink/ink2377.xml"/><Relationship Id="rId320" Type="http://schemas.openxmlformats.org/officeDocument/2006/relationships/customXml" Target="../ink/ink2470.xml"/><Relationship Id="rId80" Type="http://schemas.openxmlformats.org/officeDocument/2006/relationships/customXml" Target="../ink/ink2350.xml"/><Relationship Id="rId155" Type="http://schemas.openxmlformats.org/officeDocument/2006/relationships/image" Target="../media/image2092.png"/><Relationship Id="rId176" Type="http://schemas.openxmlformats.org/officeDocument/2006/relationships/customXml" Target="../ink/ink2398.xml"/><Relationship Id="rId197" Type="http://schemas.openxmlformats.org/officeDocument/2006/relationships/image" Target="../media/image2113.png"/><Relationship Id="rId201" Type="http://schemas.openxmlformats.org/officeDocument/2006/relationships/image" Target="../media/image2115.png"/><Relationship Id="rId222" Type="http://schemas.openxmlformats.org/officeDocument/2006/relationships/customXml" Target="../ink/ink2421.xml"/><Relationship Id="rId243" Type="http://schemas.openxmlformats.org/officeDocument/2006/relationships/image" Target="../media/image2136.png"/><Relationship Id="rId264" Type="http://schemas.openxmlformats.org/officeDocument/2006/relationships/customXml" Target="../ink/ink2442.xml"/><Relationship Id="rId285" Type="http://schemas.openxmlformats.org/officeDocument/2006/relationships/image" Target="../media/image2157.png"/><Relationship Id="rId17" Type="http://schemas.openxmlformats.org/officeDocument/2006/relationships/image" Target="../media/image2023.png"/><Relationship Id="rId38" Type="http://schemas.openxmlformats.org/officeDocument/2006/relationships/customXml" Target="../ink/ink2329.xml"/><Relationship Id="rId59" Type="http://schemas.openxmlformats.org/officeDocument/2006/relationships/image" Target="../media/image2044.png"/><Relationship Id="rId103" Type="http://schemas.openxmlformats.org/officeDocument/2006/relationships/image" Target="../media/image2066.png"/><Relationship Id="rId124" Type="http://schemas.openxmlformats.org/officeDocument/2006/relationships/customXml" Target="../ink/ink2372.xml"/><Relationship Id="rId310" Type="http://schemas.openxmlformats.org/officeDocument/2006/relationships/customXml" Target="../ink/ink2465.xml"/><Relationship Id="rId70" Type="http://schemas.openxmlformats.org/officeDocument/2006/relationships/customXml" Target="../ink/ink2345.xml"/><Relationship Id="rId91" Type="http://schemas.openxmlformats.org/officeDocument/2006/relationships/image" Target="../media/image2060.png"/><Relationship Id="rId145" Type="http://schemas.openxmlformats.org/officeDocument/2006/relationships/image" Target="../media/image2087.png"/><Relationship Id="rId166" Type="http://schemas.openxmlformats.org/officeDocument/2006/relationships/customXml" Target="../ink/ink2393.xml"/><Relationship Id="rId187" Type="http://schemas.openxmlformats.org/officeDocument/2006/relationships/image" Target="../media/image2108.png"/><Relationship Id="rId331" Type="http://schemas.openxmlformats.org/officeDocument/2006/relationships/image" Target="../media/image21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16.xml"/><Relationship Id="rId233" Type="http://schemas.openxmlformats.org/officeDocument/2006/relationships/image" Target="../media/image2131.png"/><Relationship Id="rId254" Type="http://schemas.openxmlformats.org/officeDocument/2006/relationships/customXml" Target="../ink/ink2437.xml"/><Relationship Id="rId28" Type="http://schemas.openxmlformats.org/officeDocument/2006/relationships/customXml" Target="../ink/ink2324.xml"/><Relationship Id="rId49" Type="http://schemas.openxmlformats.org/officeDocument/2006/relationships/image" Target="../media/image2039.png"/><Relationship Id="rId114" Type="http://schemas.openxmlformats.org/officeDocument/2006/relationships/customXml" Target="../ink/ink2367.xml"/><Relationship Id="rId275" Type="http://schemas.openxmlformats.org/officeDocument/2006/relationships/image" Target="../media/image2152.png"/><Relationship Id="rId296" Type="http://schemas.openxmlformats.org/officeDocument/2006/relationships/customXml" Target="../ink/ink2458.xml"/><Relationship Id="rId300" Type="http://schemas.openxmlformats.org/officeDocument/2006/relationships/customXml" Target="../ink/ink2460.xml"/><Relationship Id="rId60" Type="http://schemas.openxmlformats.org/officeDocument/2006/relationships/customXml" Target="../ink/ink2340.xml"/><Relationship Id="rId81" Type="http://schemas.openxmlformats.org/officeDocument/2006/relationships/image" Target="../media/image2055.png"/><Relationship Id="rId135" Type="http://schemas.openxmlformats.org/officeDocument/2006/relationships/image" Target="../media/image2082.png"/><Relationship Id="rId156" Type="http://schemas.openxmlformats.org/officeDocument/2006/relationships/customXml" Target="../ink/ink2388.xml"/><Relationship Id="rId177" Type="http://schemas.openxmlformats.org/officeDocument/2006/relationships/image" Target="../media/image2103.png"/><Relationship Id="rId198" Type="http://schemas.openxmlformats.org/officeDocument/2006/relationships/customXml" Target="../ink/ink2409.xml"/><Relationship Id="rId321" Type="http://schemas.openxmlformats.org/officeDocument/2006/relationships/image" Target="../media/image2175.png"/><Relationship Id="rId202" Type="http://schemas.openxmlformats.org/officeDocument/2006/relationships/customXml" Target="../ink/ink2411.xml"/><Relationship Id="rId223" Type="http://schemas.openxmlformats.org/officeDocument/2006/relationships/image" Target="../media/image2126.png"/><Relationship Id="rId244" Type="http://schemas.openxmlformats.org/officeDocument/2006/relationships/customXml" Target="../ink/ink2432.xml"/><Relationship Id="rId18" Type="http://schemas.openxmlformats.org/officeDocument/2006/relationships/customXml" Target="../ink/ink2319.xml"/><Relationship Id="rId39" Type="http://schemas.openxmlformats.org/officeDocument/2006/relationships/image" Target="../media/image2034.png"/><Relationship Id="rId265" Type="http://schemas.openxmlformats.org/officeDocument/2006/relationships/image" Target="../media/image2147.png"/><Relationship Id="rId286" Type="http://schemas.openxmlformats.org/officeDocument/2006/relationships/customXml" Target="../ink/ink2453.xml"/><Relationship Id="rId50" Type="http://schemas.openxmlformats.org/officeDocument/2006/relationships/customXml" Target="../ink/ink2335.xml"/><Relationship Id="rId104" Type="http://schemas.openxmlformats.org/officeDocument/2006/relationships/customXml" Target="../ink/ink2362.xml"/><Relationship Id="rId125" Type="http://schemas.openxmlformats.org/officeDocument/2006/relationships/image" Target="../media/image2077.png"/><Relationship Id="rId146" Type="http://schemas.openxmlformats.org/officeDocument/2006/relationships/customXml" Target="../ink/ink2383.xml"/><Relationship Id="rId167" Type="http://schemas.openxmlformats.org/officeDocument/2006/relationships/image" Target="../media/image2098.png"/><Relationship Id="rId188" Type="http://schemas.openxmlformats.org/officeDocument/2006/relationships/customXml" Target="../ink/ink2404.xml"/><Relationship Id="rId311" Type="http://schemas.openxmlformats.org/officeDocument/2006/relationships/image" Target="../media/image2170.png"/><Relationship Id="rId332" Type="http://schemas.openxmlformats.org/officeDocument/2006/relationships/customXml" Target="../ink/ink2476.xml"/><Relationship Id="rId71" Type="http://schemas.openxmlformats.org/officeDocument/2006/relationships/image" Target="../media/image2050.png"/><Relationship Id="rId92" Type="http://schemas.openxmlformats.org/officeDocument/2006/relationships/customXml" Target="../ink/ink2356.xml"/><Relationship Id="rId213" Type="http://schemas.openxmlformats.org/officeDocument/2006/relationships/image" Target="../media/image2121.png"/><Relationship Id="rId234" Type="http://schemas.openxmlformats.org/officeDocument/2006/relationships/customXml" Target="../ink/ink2427.xml"/><Relationship Id="rId2" Type="http://schemas.openxmlformats.org/officeDocument/2006/relationships/customXml" Target="../ink/ink2311.xml"/><Relationship Id="rId29" Type="http://schemas.openxmlformats.org/officeDocument/2006/relationships/image" Target="../media/image2029.png"/><Relationship Id="rId255" Type="http://schemas.openxmlformats.org/officeDocument/2006/relationships/image" Target="../media/image2142.png"/><Relationship Id="rId276" Type="http://schemas.openxmlformats.org/officeDocument/2006/relationships/customXml" Target="../ink/ink2448.xml"/><Relationship Id="rId297" Type="http://schemas.openxmlformats.org/officeDocument/2006/relationships/image" Target="../media/image2163.png"/><Relationship Id="rId40" Type="http://schemas.openxmlformats.org/officeDocument/2006/relationships/customXml" Target="../ink/ink2330.xml"/><Relationship Id="rId115" Type="http://schemas.openxmlformats.org/officeDocument/2006/relationships/image" Target="../media/image2072.png"/><Relationship Id="rId136" Type="http://schemas.openxmlformats.org/officeDocument/2006/relationships/customXml" Target="../ink/ink2378.xml"/><Relationship Id="rId157" Type="http://schemas.openxmlformats.org/officeDocument/2006/relationships/image" Target="../media/image2093.png"/><Relationship Id="rId178" Type="http://schemas.openxmlformats.org/officeDocument/2006/relationships/customXml" Target="../ink/ink2399.xml"/><Relationship Id="rId301" Type="http://schemas.openxmlformats.org/officeDocument/2006/relationships/image" Target="../media/image2165.png"/><Relationship Id="rId322" Type="http://schemas.openxmlformats.org/officeDocument/2006/relationships/customXml" Target="../ink/ink2471.xml"/><Relationship Id="rId61" Type="http://schemas.openxmlformats.org/officeDocument/2006/relationships/image" Target="../media/image2045.png"/><Relationship Id="rId82" Type="http://schemas.openxmlformats.org/officeDocument/2006/relationships/customXml" Target="../ink/ink2351.xml"/><Relationship Id="rId199" Type="http://schemas.openxmlformats.org/officeDocument/2006/relationships/image" Target="../media/image2114.png"/><Relationship Id="rId203" Type="http://schemas.openxmlformats.org/officeDocument/2006/relationships/image" Target="../media/image2116.png"/><Relationship Id="rId19" Type="http://schemas.openxmlformats.org/officeDocument/2006/relationships/image" Target="../media/image2024.png"/><Relationship Id="rId224" Type="http://schemas.openxmlformats.org/officeDocument/2006/relationships/customXml" Target="../ink/ink2422.xml"/><Relationship Id="rId245" Type="http://schemas.openxmlformats.org/officeDocument/2006/relationships/image" Target="../media/image2137.png"/><Relationship Id="rId266" Type="http://schemas.openxmlformats.org/officeDocument/2006/relationships/customXml" Target="../ink/ink2443.xml"/><Relationship Id="rId287" Type="http://schemas.openxmlformats.org/officeDocument/2006/relationships/image" Target="../media/image2158.png"/><Relationship Id="rId30" Type="http://schemas.openxmlformats.org/officeDocument/2006/relationships/customXml" Target="../ink/ink2325.xml"/><Relationship Id="rId105" Type="http://schemas.openxmlformats.org/officeDocument/2006/relationships/image" Target="../media/image2067.png"/><Relationship Id="rId126" Type="http://schemas.openxmlformats.org/officeDocument/2006/relationships/customXml" Target="../ink/ink2373.xml"/><Relationship Id="rId147" Type="http://schemas.openxmlformats.org/officeDocument/2006/relationships/image" Target="../media/image2088.png"/><Relationship Id="rId168" Type="http://schemas.openxmlformats.org/officeDocument/2006/relationships/customXml" Target="../ink/ink2394.xml"/><Relationship Id="rId312" Type="http://schemas.openxmlformats.org/officeDocument/2006/relationships/customXml" Target="../ink/ink2466.xml"/><Relationship Id="rId333" Type="http://schemas.openxmlformats.org/officeDocument/2006/relationships/image" Target="../media/image2181.png"/><Relationship Id="rId51" Type="http://schemas.openxmlformats.org/officeDocument/2006/relationships/image" Target="../media/image2040.png"/><Relationship Id="rId72" Type="http://schemas.openxmlformats.org/officeDocument/2006/relationships/customXml" Target="../ink/ink2346.xml"/><Relationship Id="rId93" Type="http://schemas.openxmlformats.org/officeDocument/2006/relationships/image" Target="../media/image2061.png"/><Relationship Id="rId189" Type="http://schemas.openxmlformats.org/officeDocument/2006/relationships/image" Target="../media/image2109.png"/><Relationship Id="rId3" Type="http://schemas.openxmlformats.org/officeDocument/2006/relationships/image" Target="../media/image2017.png"/><Relationship Id="rId214" Type="http://schemas.openxmlformats.org/officeDocument/2006/relationships/customXml" Target="../ink/ink2417.xml"/><Relationship Id="rId235" Type="http://schemas.openxmlformats.org/officeDocument/2006/relationships/image" Target="../media/image2132.png"/><Relationship Id="rId256" Type="http://schemas.openxmlformats.org/officeDocument/2006/relationships/customXml" Target="../ink/ink2438.xml"/><Relationship Id="rId277" Type="http://schemas.openxmlformats.org/officeDocument/2006/relationships/image" Target="../media/image2153.png"/><Relationship Id="rId298" Type="http://schemas.openxmlformats.org/officeDocument/2006/relationships/customXml" Target="../ink/ink2459.xml"/><Relationship Id="rId116" Type="http://schemas.openxmlformats.org/officeDocument/2006/relationships/customXml" Target="../ink/ink2368.xml"/><Relationship Id="rId137" Type="http://schemas.openxmlformats.org/officeDocument/2006/relationships/image" Target="../media/image2083.png"/><Relationship Id="rId158" Type="http://schemas.openxmlformats.org/officeDocument/2006/relationships/customXml" Target="../ink/ink2389.xml"/><Relationship Id="rId302" Type="http://schemas.openxmlformats.org/officeDocument/2006/relationships/customXml" Target="../ink/ink2461.xml"/><Relationship Id="rId323" Type="http://schemas.openxmlformats.org/officeDocument/2006/relationships/image" Target="../media/image2176.png"/><Relationship Id="rId20" Type="http://schemas.openxmlformats.org/officeDocument/2006/relationships/customXml" Target="../ink/ink2320.xml"/><Relationship Id="rId41" Type="http://schemas.openxmlformats.org/officeDocument/2006/relationships/image" Target="../media/image2035.png"/><Relationship Id="rId62" Type="http://schemas.openxmlformats.org/officeDocument/2006/relationships/customXml" Target="../ink/ink2341.xml"/><Relationship Id="rId83" Type="http://schemas.openxmlformats.org/officeDocument/2006/relationships/image" Target="../media/image2056.png"/><Relationship Id="rId179" Type="http://schemas.openxmlformats.org/officeDocument/2006/relationships/image" Target="../media/image2104.png"/><Relationship Id="rId190" Type="http://schemas.openxmlformats.org/officeDocument/2006/relationships/customXml" Target="../ink/ink2405.xml"/><Relationship Id="rId204" Type="http://schemas.openxmlformats.org/officeDocument/2006/relationships/customXml" Target="../ink/ink2412.xml"/><Relationship Id="rId225" Type="http://schemas.openxmlformats.org/officeDocument/2006/relationships/image" Target="../media/image2127.png"/><Relationship Id="rId246" Type="http://schemas.openxmlformats.org/officeDocument/2006/relationships/customXml" Target="../ink/ink2433.xml"/><Relationship Id="rId267" Type="http://schemas.openxmlformats.org/officeDocument/2006/relationships/image" Target="../media/image2148.png"/><Relationship Id="rId288" Type="http://schemas.openxmlformats.org/officeDocument/2006/relationships/customXml" Target="../ink/ink2454.xml"/><Relationship Id="rId106" Type="http://schemas.openxmlformats.org/officeDocument/2006/relationships/customXml" Target="../ink/ink2363.xml"/><Relationship Id="rId127" Type="http://schemas.openxmlformats.org/officeDocument/2006/relationships/image" Target="../media/image2078.png"/><Relationship Id="rId313" Type="http://schemas.openxmlformats.org/officeDocument/2006/relationships/image" Target="../media/image2171.png"/><Relationship Id="rId10" Type="http://schemas.openxmlformats.org/officeDocument/2006/relationships/customXml" Target="../ink/ink2315.xml"/><Relationship Id="rId31" Type="http://schemas.openxmlformats.org/officeDocument/2006/relationships/image" Target="../media/image2030.png"/><Relationship Id="rId52" Type="http://schemas.openxmlformats.org/officeDocument/2006/relationships/customXml" Target="../ink/ink2336.xml"/><Relationship Id="rId73" Type="http://schemas.openxmlformats.org/officeDocument/2006/relationships/image" Target="../media/image2051.png"/><Relationship Id="rId94" Type="http://schemas.openxmlformats.org/officeDocument/2006/relationships/customXml" Target="../ink/ink2357.xml"/><Relationship Id="rId148" Type="http://schemas.openxmlformats.org/officeDocument/2006/relationships/customXml" Target="../ink/ink2384.xml"/><Relationship Id="rId169" Type="http://schemas.openxmlformats.org/officeDocument/2006/relationships/image" Target="../media/image2099.png"/><Relationship Id="rId4" Type="http://schemas.openxmlformats.org/officeDocument/2006/relationships/customXml" Target="../ink/ink2312.xml"/><Relationship Id="rId180" Type="http://schemas.openxmlformats.org/officeDocument/2006/relationships/customXml" Target="../ink/ink2400.xml"/><Relationship Id="rId215" Type="http://schemas.openxmlformats.org/officeDocument/2006/relationships/image" Target="../media/image2122.png"/><Relationship Id="rId236" Type="http://schemas.openxmlformats.org/officeDocument/2006/relationships/customXml" Target="../ink/ink2428.xml"/><Relationship Id="rId257" Type="http://schemas.openxmlformats.org/officeDocument/2006/relationships/image" Target="../media/image2143.png"/><Relationship Id="rId278" Type="http://schemas.openxmlformats.org/officeDocument/2006/relationships/customXml" Target="../ink/ink2449.xml"/><Relationship Id="rId303" Type="http://schemas.openxmlformats.org/officeDocument/2006/relationships/image" Target="../media/image2166.png"/><Relationship Id="rId42" Type="http://schemas.openxmlformats.org/officeDocument/2006/relationships/customXml" Target="../ink/ink2331.xml"/><Relationship Id="rId84" Type="http://schemas.openxmlformats.org/officeDocument/2006/relationships/customXml" Target="../ink/ink2352.xml"/><Relationship Id="rId138" Type="http://schemas.openxmlformats.org/officeDocument/2006/relationships/customXml" Target="../ink/ink2379.xml"/><Relationship Id="rId191" Type="http://schemas.openxmlformats.org/officeDocument/2006/relationships/image" Target="../media/image2110.png"/><Relationship Id="rId205" Type="http://schemas.openxmlformats.org/officeDocument/2006/relationships/image" Target="../media/image2117.png"/><Relationship Id="rId247" Type="http://schemas.openxmlformats.org/officeDocument/2006/relationships/image" Target="../media/image2138.png"/><Relationship Id="rId107" Type="http://schemas.openxmlformats.org/officeDocument/2006/relationships/image" Target="../media/image2068.png"/><Relationship Id="rId289" Type="http://schemas.openxmlformats.org/officeDocument/2006/relationships/image" Target="../media/image2159.png"/><Relationship Id="rId11" Type="http://schemas.openxmlformats.org/officeDocument/2006/relationships/image" Target="../media/image2020.png"/><Relationship Id="rId53" Type="http://schemas.openxmlformats.org/officeDocument/2006/relationships/image" Target="../media/image2041.png"/><Relationship Id="rId149" Type="http://schemas.openxmlformats.org/officeDocument/2006/relationships/image" Target="../media/image2089.png"/><Relationship Id="rId314" Type="http://schemas.openxmlformats.org/officeDocument/2006/relationships/customXml" Target="../ink/ink2467.xml"/><Relationship Id="rId95" Type="http://schemas.openxmlformats.org/officeDocument/2006/relationships/image" Target="../media/image2062.png"/><Relationship Id="rId160" Type="http://schemas.openxmlformats.org/officeDocument/2006/relationships/customXml" Target="../ink/ink2390.xml"/><Relationship Id="rId216" Type="http://schemas.openxmlformats.org/officeDocument/2006/relationships/customXml" Target="../ink/ink2418.xml"/><Relationship Id="rId258" Type="http://schemas.openxmlformats.org/officeDocument/2006/relationships/customXml" Target="../ink/ink2439.xml"/><Relationship Id="rId22" Type="http://schemas.openxmlformats.org/officeDocument/2006/relationships/customXml" Target="../ink/ink2321.xml"/><Relationship Id="rId64" Type="http://schemas.openxmlformats.org/officeDocument/2006/relationships/customXml" Target="../ink/ink2342.xml"/><Relationship Id="rId118" Type="http://schemas.openxmlformats.org/officeDocument/2006/relationships/customXml" Target="../ink/ink2369.xml"/><Relationship Id="rId325" Type="http://schemas.openxmlformats.org/officeDocument/2006/relationships/image" Target="../media/image2177.png"/><Relationship Id="rId171" Type="http://schemas.openxmlformats.org/officeDocument/2006/relationships/image" Target="../media/image2100.png"/><Relationship Id="rId227" Type="http://schemas.openxmlformats.org/officeDocument/2006/relationships/image" Target="../media/image2128.png"/><Relationship Id="rId269" Type="http://schemas.openxmlformats.org/officeDocument/2006/relationships/image" Target="../media/image2149.png"/><Relationship Id="rId33" Type="http://schemas.openxmlformats.org/officeDocument/2006/relationships/image" Target="../media/image2031.png"/><Relationship Id="rId129" Type="http://schemas.openxmlformats.org/officeDocument/2006/relationships/image" Target="../media/image2079.png"/><Relationship Id="rId280" Type="http://schemas.openxmlformats.org/officeDocument/2006/relationships/customXml" Target="../ink/ink2450.xml"/><Relationship Id="rId75" Type="http://schemas.openxmlformats.org/officeDocument/2006/relationships/image" Target="../media/image2052.png"/><Relationship Id="rId140" Type="http://schemas.openxmlformats.org/officeDocument/2006/relationships/customXml" Target="../ink/ink2380.xml"/><Relationship Id="rId182" Type="http://schemas.openxmlformats.org/officeDocument/2006/relationships/customXml" Target="../ink/ink2401.xml"/><Relationship Id="rId6" Type="http://schemas.openxmlformats.org/officeDocument/2006/relationships/customXml" Target="../ink/ink2313.xml"/><Relationship Id="rId238" Type="http://schemas.openxmlformats.org/officeDocument/2006/relationships/customXml" Target="../ink/ink2429.xml"/><Relationship Id="rId291" Type="http://schemas.openxmlformats.org/officeDocument/2006/relationships/image" Target="../media/image2160.png"/><Relationship Id="rId305" Type="http://schemas.openxmlformats.org/officeDocument/2006/relationships/image" Target="../media/image2167.png"/><Relationship Id="rId44" Type="http://schemas.openxmlformats.org/officeDocument/2006/relationships/customXml" Target="../ink/ink2332.xml"/><Relationship Id="rId86" Type="http://schemas.openxmlformats.org/officeDocument/2006/relationships/customXml" Target="../ink/ink2353.xml"/><Relationship Id="rId151" Type="http://schemas.openxmlformats.org/officeDocument/2006/relationships/image" Target="../media/image2090.png"/><Relationship Id="rId193" Type="http://schemas.openxmlformats.org/officeDocument/2006/relationships/image" Target="../media/image2111.png"/><Relationship Id="rId207" Type="http://schemas.openxmlformats.org/officeDocument/2006/relationships/image" Target="../media/image2118.png"/><Relationship Id="rId249" Type="http://schemas.openxmlformats.org/officeDocument/2006/relationships/image" Target="../media/image2139.png"/><Relationship Id="rId13" Type="http://schemas.openxmlformats.org/officeDocument/2006/relationships/image" Target="../media/image2021.png"/><Relationship Id="rId109" Type="http://schemas.openxmlformats.org/officeDocument/2006/relationships/image" Target="../media/image2069.png"/><Relationship Id="rId260" Type="http://schemas.openxmlformats.org/officeDocument/2006/relationships/customXml" Target="../ink/ink2440.xml"/><Relationship Id="rId316" Type="http://schemas.openxmlformats.org/officeDocument/2006/relationships/customXml" Target="../ink/ink2468.xml"/><Relationship Id="rId55" Type="http://schemas.openxmlformats.org/officeDocument/2006/relationships/image" Target="../media/image2042.png"/><Relationship Id="rId97" Type="http://schemas.openxmlformats.org/officeDocument/2006/relationships/image" Target="../media/image2063.png"/><Relationship Id="rId120" Type="http://schemas.openxmlformats.org/officeDocument/2006/relationships/customXml" Target="../ink/ink2370.xml"/><Relationship Id="rId162" Type="http://schemas.openxmlformats.org/officeDocument/2006/relationships/customXml" Target="../ink/ink2391.xml"/><Relationship Id="rId218" Type="http://schemas.openxmlformats.org/officeDocument/2006/relationships/customXml" Target="../ink/ink2419.xml"/><Relationship Id="rId271" Type="http://schemas.openxmlformats.org/officeDocument/2006/relationships/image" Target="../media/image2150.png"/></Relationships>
</file>

<file path=ppt/slides/_rels/slide4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73.png"/><Relationship Id="rId299" Type="http://schemas.openxmlformats.org/officeDocument/2006/relationships/image" Target="../media/image2164.png"/><Relationship Id="rId21" Type="http://schemas.openxmlformats.org/officeDocument/2006/relationships/image" Target="../media/image2025.png"/><Relationship Id="rId63" Type="http://schemas.openxmlformats.org/officeDocument/2006/relationships/image" Target="../media/image2046.png"/><Relationship Id="rId159" Type="http://schemas.openxmlformats.org/officeDocument/2006/relationships/image" Target="../media/image2094.png"/><Relationship Id="rId324" Type="http://schemas.openxmlformats.org/officeDocument/2006/relationships/customXml" Target="../ink/ink2638.xml"/><Relationship Id="rId170" Type="http://schemas.openxmlformats.org/officeDocument/2006/relationships/customXml" Target="../ink/ink2561.xml"/><Relationship Id="rId226" Type="http://schemas.openxmlformats.org/officeDocument/2006/relationships/customXml" Target="../ink/ink2589.xml"/><Relationship Id="rId268" Type="http://schemas.openxmlformats.org/officeDocument/2006/relationships/customXml" Target="../ink/ink2610.xml"/><Relationship Id="rId32" Type="http://schemas.openxmlformats.org/officeDocument/2006/relationships/customXml" Target="../ink/ink2492.xml"/><Relationship Id="rId74" Type="http://schemas.openxmlformats.org/officeDocument/2006/relationships/customXml" Target="../ink/ink2513.xml"/><Relationship Id="rId128" Type="http://schemas.openxmlformats.org/officeDocument/2006/relationships/customXml" Target="../ink/ink2540.xml"/><Relationship Id="rId335" Type="http://schemas.openxmlformats.org/officeDocument/2006/relationships/image" Target="../media/image2182.png"/><Relationship Id="rId5" Type="http://schemas.openxmlformats.org/officeDocument/2006/relationships/image" Target="../media/image2018.png"/><Relationship Id="rId181" Type="http://schemas.openxmlformats.org/officeDocument/2006/relationships/image" Target="../media/image2105.png"/><Relationship Id="rId237" Type="http://schemas.openxmlformats.org/officeDocument/2006/relationships/image" Target="../media/image2133.png"/><Relationship Id="rId279" Type="http://schemas.openxmlformats.org/officeDocument/2006/relationships/image" Target="../media/image2154.png"/><Relationship Id="rId43" Type="http://schemas.openxmlformats.org/officeDocument/2006/relationships/image" Target="../media/image2036.png"/><Relationship Id="rId139" Type="http://schemas.openxmlformats.org/officeDocument/2006/relationships/image" Target="../media/image2084.png"/><Relationship Id="rId290" Type="http://schemas.openxmlformats.org/officeDocument/2006/relationships/customXml" Target="../ink/ink2621.xml"/><Relationship Id="rId304" Type="http://schemas.openxmlformats.org/officeDocument/2006/relationships/customXml" Target="../ink/ink2628.xml"/><Relationship Id="rId85" Type="http://schemas.openxmlformats.org/officeDocument/2006/relationships/image" Target="../media/image2057.png"/><Relationship Id="rId150" Type="http://schemas.openxmlformats.org/officeDocument/2006/relationships/customXml" Target="../ink/ink2551.xml"/><Relationship Id="rId192" Type="http://schemas.openxmlformats.org/officeDocument/2006/relationships/customXml" Target="../ink/ink2572.xml"/><Relationship Id="rId206" Type="http://schemas.openxmlformats.org/officeDocument/2006/relationships/customXml" Target="../ink/ink2579.xml"/><Relationship Id="rId248" Type="http://schemas.openxmlformats.org/officeDocument/2006/relationships/customXml" Target="../ink/ink2600.xml"/><Relationship Id="rId12" Type="http://schemas.openxmlformats.org/officeDocument/2006/relationships/customXml" Target="../ink/ink2482.xml"/><Relationship Id="rId108" Type="http://schemas.openxmlformats.org/officeDocument/2006/relationships/customXml" Target="../ink/ink2530.xml"/><Relationship Id="rId315" Type="http://schemas.openxmlformats.org/officeDocument/2006/relationships/image" Target="../media/image2172.png"/><Relationship Id="rId54" Type="http://schemas.openxmlformats.org/officeDocument/2006/relationships/customXml" Target="../ink/ink2503.xml"/><Relationship Id="rId96" Type="http://schemas.openxmlformats.org/officeDocument/2006/relationships/customXml" Target="../ink/ink2524.xml"/><Relationship Id="rId161" Type="http://schemas.openxmlformats.org/officeDocument/2006/relationships/image" Target="../media/image2095.png"/><Relationship Id="rId217" Type="http://schemas.openxmlformats.org/officeDocument/2006/relationships/image" Target="../media/image2123.png"/><Relationship Id="rId259" Type="http://schemas.openxmlformats.org/officeDocument/2006/relationships/image" Target="../media/image2144.png"/><Relationship Id="rId23" Type="http://schemas.openxmlformats.org/officeDocument/2006/relationships/image" Target="../media/image2026.png"/><Relationship Id="rId119" Type="http://schemas.openxmlformats.org/officeDocument/2006/relationships/image" Target="../media/image2074.png"/><Relationship Id="rId270" Type="http://schemas.openxmlformats.org/officeDocument/2006/relationships/customXml" Target="../ink/ink2611.xml"/><Relationship Id="rId326" Type="http://schemas.openxmlformats.org/officeDocument/2006/relationships/customXml" Target="../ink/ink2639.xml"/><Relationship Id="rId65" Type="http://schemas.openxmlformats.org/officeDocument/2006/relationships/image" Target="../media/image2047.png"/><Relationship Id="rId130" Type="http://schemas.openxmlformats.org/officeDocument/2006/relationships/customXml" Target="../ink/ink2541.xml"/><Relationship Id="rId172" Type="http://schemas.openxmlformats.org/officeDocument/2006/relationships/customXml" Target="../ink/ink2562.xml"/><Relationship Id="rId228" Type="http://schemas.openxmlformats.org/officeDocument/2006/relationships/customXml" Target="../ink/ink2590.xml"/><Relationship Id="rId281" Type="http://schemas.openxmlformats.org/officeDocument/2006/relationships/image" Target="../media/image2155.png"/><Relationship Id="rId337" Type="http://schemas.openxmlformats.org/officeDocument/2006/relationships/image" Target="../media/image2183.png"/><Relationship Id="rId34" Type="http://schemas.openxmlformats.org/officeDocument/2006/relationships/customXml" Target="../ink/ink2493.xml"/><Relationship Id="rId76" Type="http://schemas.openxmlformats.org/officeDocument/2006/relationships/customXml" Target="../ink/ink2514.xml"/><Relationship Id="rId141" Type="http://schemas.openxmlformats.org/officeDocument/2006/relationships/image" Target="../media/image2085.png"/><Relationship Id="rId7" Type="http://schemas.openxmlformats.org/officeDocument/2006/relationships/image" Target="../media/image2019.png"/><Relationship Id="rId183" Type="http://schemas.openxmlformats.org/officeDocument/2006/relationships/image" Target="../media/image2106.png"/><Relationship Id="rId239" Type="http://schemas.openxmlformats.org/officeDocument/2006/relationships/image" Target="../media/image2134.png"/><Relationship Id="rId250" Type="http://schemas.openxmlformats.org/officeDocument/2006/relationships/customXml" Target="../ink/ink2601.xml"/><Relationship Id="rId292" Type="http://schemas.openxmlformats.org/officeDocument/2006/relationships/customXml" Target="../ink/ink2622.xml"/><Relationship Id="rId306" Type="http://schemas.openxmlformats.org/officeDocument/2006/relationships/customXml" Target="../ink/ink2629.xml"/><Relationship Id="rId45" Type="http://schemas.openxmlformats.org/officeDocument/2006/relationships/image" Target="../media/image2037.png"/><Relationship Id="rId87" Type="http://schemas.openxmlformats.org/officeDocument/2006/relationships/image" Target="../media/image2058.png"/><Relationship Id="rId110" Type="http://schemas.openxmlformats.org/officeDocument/2006/relationships/customXml" Target="../ink/ink2531.xml"/><Relationship Id="rId152" Type="http://schemas.openxmlformats.org/officeDocument/2006/relationships/customXml" Target="../ink/ink2552.xml"/><Relationship Id="rId173" Type="http://schemas.openxmlformats.org/officeDocument/2006/relationships/image" Target="../media/image2101.png"/><Relationship Id="rId194" Type="http://schemas.openxmlformats.org/officeDocument/2006/relationships/customXml" Target="../ink/ink2573.xml"/><Relationship Id="rId208" Type="http://schemas.openxmlformats.org/officeDocument/2006/relationships/customXml" Target="../ink/ink2580.xml"/><Relationship Id="rId229" Type="http://schemas.openxmlformats.org/officeDocument/2006/relationships/image" Target="../media/image2129.png"/><Relationship Id="rId240" Type="http://schemas.openxmlformats.org/officeDocument/2006/relationships/customXml" Target="../ink/ink2596.xml"/><Relationship Id="rId261" Type="http://schemas.openxmlformats.org/officeDocument/2006/relationships/image" Target="../media/image2145.png"/><Relationship Id="rId14" Type="http://schemas.openxmlformats.org/officeDocument/2006/relationships/customXml" Target="../ink/ink2483.xml"/><Relationship Id="rId35" Type="http://schemas.openxmlformats.org/officeDocument/2006/relationships/image" Target="../media/image2032.png"/><Relationship Id="rId56" Type="http://schemas.openxmlformats.org/officeDocument/2006/relationships/customXml" Target="../ink/ink2504.xml"/><Relationship Id="rId77" Type="http://schemas.openxmlformats.org/officeDocument/2006/relationships/image" Target="../media/image2053.png"/><Relationship Id="rId100" Type="http://schemas.openxmlformats.org/officeDocument/2006/relationships/customXml" Target="../ink/ink2526.xml"/><Relationship Id="rId282" Type="http://schemas.openxmlformats.org/officeDocument/2006/relationships/customXml" Target="../ink/ink2617.xml"/><Relationship Id="rId317" Type="http://schemas.openxmlformats.org/officeDocument/2006/relationships/image" Target="../media/image2173.png"/><Relationship Id="rId338" Type="http://schemas.openxmlformats.org/officeDocument/2006/relationships/customXml" Target="../ink/ink2645.xml"/><Relationship Id="rId8" Type="http://schemas.openxmlformats.org/officeDocument/2006/relationships/customXml" Target="../ink/ink2480.xml"/><Relationship Id="rId98" Type="http://schemas.openxmlformats.org/officeDocument/2006/relationships/customXml" Target="../ink/ink2525.xml"/><Relationship Id="rId121" Type="http://schemas.openxmlformats.org/officeDocument/2006/relationships/image" Target="../media/image2075.png"/><Relationship Id="rId142" Type="http://schemas.openxmlformats.org/officeDocument/2006/relationships/customXml" Target="../ink/ink2547.xml"/><Relationship Id="rId163" Type="http://schemas.openxmlformats.org/officeDocument/2006/relationships/image" Target="../media/image2096.png"/><Relationship Id="rId184" Type="http://schemas.openxmlformats.org/officeDocument/2006/relationships/customXml" Target="../ink/ink2568.xml"/><Relationship Id="rId219" Type="http://schemas.openxmlformats.org/officeDocument/2006/relationships/image" Target="../media/image2124.png"/><Relationship Id="rId230" Type="http://schemas.openxmlformats.org/officeDocument/2006/relationships/customXml" Target="../ink/ink2591.xml"/><Relationship Id="rId251" Type="http://schemas.openxmlformats.org/officeDocument/2006/relationships/image" Target="../media/image2140.png"/><Relationship Id="rId25" Type="http://schemas.openxmlformats.org/officeDocument/2006/relationships/image" Target="../media/image2027.png"/><Relationship Id="rId46" Type="http://schemas.openxmlformats.org/officeDocument/2006/relationships/customXml" Target="../ink/ink2499.xml"/><Relationship Id="rId67" Type="http://schemas.openxmlformats.org/officeDocument/2006/relationships/image" Target="../media/image2048.png"/><Relationship Id="rId272" Type="http://schemas.openxmlformats.org/officeDocument/2006/relationships/customXml" Target="../ink/ink2612.xml"/><Relationship Id="rId293" Type="http://schemas.openxmlformats.org/officeDocument/2006/relationships/image" Target="../media/image2161.png"/><Relationship Id="rId307" Type="http://schemas.openxmlformats.org/officeDocument/2006/relationships/image" Target="../media/image2168.png"/><Relationship Id="rId328" Type="http://schemas.openxmlformats.org/officeDocument/2006/relationships/customXml" Target="../ink/ink2640.xml"/><Relationship Id="rId88" Type="http://schemas.openxmlformats.org/officeDocument/2006/relationships/customXml" Target="../ink/ink2520.xml"/><Relationship Id="rId111" Type="http://schemas.openxmlformats.org/officeDocument/2006/relationships/image" Target="../media/image2070.png"/><Relationship Id="rId132" Type="http://schemas.openxmlformats.org/officeDocument/2006/relationships/customXml" Target="../ink/ink2542.xml"/><Relationship Id="rId153" Type="http://schemas.openxmlformats.org/officeDocument/2006/relationships/image" Target="../media/image2091.png"/><Relationship Id="rId174" Type="http://schemas.openxmlformats.org/officeDocument/2006/relationships/customXml" Target="../ink/ink2563.xml"/><Relationship Id="rId195" Type="http://schemas.openxmlformats.org/officeDocument/2006/relationships/image" Target="../media/image2112.png"/><Relationship Id="rId209" Type="http://schemas.openxmlformats.org/officeDocument/2006/relationships/image" Target="../media/image2119.png"/><Relationship Id="rId220" Type="http://schemas.openxmlformats.org/officeDocument/2006/relationships/customXml" Target="../ink/ink2586.xml"/><Relationship Id="rId241" Type="http://schemas.openxmlformats.org/officeDocument/2006/relationships/image" Target="../media/image2135.png"/><Relationship Id="rId15" Type="http://schemas.openxmlformats.org/officeDocument/2006/relationships/image" Target="../media/image2022.png"/><Relationship Id="rId36" Type="http://schemas.openxmlformats.org/officeDocument/2006/relationships/customXml" Target="../ink/ink2494.xml"/><Relationship Id="rId57" Type="http://schemas.openxmlformats.org/officeDocument/2006/relationships/image" Target="../media/image2043.png"/><Relationship Id="rId262" Type="http://schemas.openxmlformats.org/officeDocument/2006/relationships/customXml" Target="../ink/ink2607.xml"/><Relationship Id="rId283" Type="http://schemas.openxmlformats.org/officeDocument/2006/relationships/image" Target="../media/image2156.png"/><Relationship Id="rId318" Type="http://schemas.openxmlformats.org/officeDocument/2006/relationships/customXml" Target="../ink/ink2635.xml"/><Relationship Id="rId339" Type="http://schemas.openxmlformats.org/officeDocument/2006/relationships/image" Target="../media/image444.png"/><Relationship Id="rId78" Type="http://schemas.openxmlformats.org/officeDocument/2006/relationships/customXml" Target="../ink/ink2515.xml"/><Relationship Id="rId99" Type="http://schemas.openxmlformats.org/officeDocument/2006/relationships/image" Target="../media/image2064.png"/><Relationship Id="rId101" Type="http://schemas.openxmlformats.org/officeDocument/2006/relationships/image" Target="../media/image2065.png"/><Relationship Id="rId122" Type="http://schemas.openxmlformats.org/officeDocument/2006/relationships/customXml" Target="../ink/ink2537.xml"/><Relationship Id="rId143" Type="http://schemas.openxmlformats.org/officeDocument/2006/relationships/image" Target="../media/image2086.png"/><Relationship Id="rId164" Type="http://schemas.openxmlformats.org/officeDocument/2006/relationships/customXml" Target="../ink/ink2558.xml"/><Relationship Id="rId185" Type="http://schemas.openxmlformats.org/officeDocument/2006/relationships/image" Target="../media/image2107.png"/><Relationship Id="rId9" Type="http://schemas.openxmlformats.org/officeDocument/2006/relationships/image" Target="../media/image236.png"/><Relationship Id="rId210" Type="http://schemas.openxmlformats.org/officeDocument/2006/relationships/customXml" Target="../ink/ink2581.xml"/><Relationship Id="rId26" Type="http://schemas.openxmlformats.org/officeDocument/2006/relationships/customXml" Target="../ink/ink2489.xml"/><Relationship Id="rId231" Type="http://schemas.openxmlformats.org/officeDocument/2006/relationships/image" Target="../media/image2130.png"/><Relationship Id="rId252" Type="http://schemas.openxmlformats.org/officeDocument/2006/relationships/customXml" Target="../ink/ink2602.xml"/><Relationship Id="rId273" Type="http://schemas.openxmlformats.org/officeDocument/2006/relationships/image" Target="../media/image2151.png"/><Relationship Id="rId294" Type="http://schemas.openxmlformats.org/officeDocument/2006/relationships/customXml" Target="../ink/ink2623.xml"/><Relationship Id="rId308" Type="http://schemas.openxmlformats.org/officeDocument/2006/relationships/customXml" Target="../ink/ink2630.xml"/><Relationship Id="rId329" Type="http://schemas.openxmlformats.org/officeDocument/2006/relationships/image" Target="../media/image2179.png"/><Relationship Id="rId47" Type="http://schemas.openxmlformats.org/officeDocument/2006/relationships/image" Target="../media/image2038.png"/><Relationship Id="rId68" Type="http://schemas.openxmlformats.org/officeDocument/2006/relationships/customXml" Target="../ink/ink2510.xml"/><Relationship Id="rId89" Type="http://schemas.openxmlformats.org/officeDocument/2006/relationships/image" Target="../media/image2059.png"/><Relationship Id="rId112" Type="http://schemas.openxmlformats.org/officeDocument/2006/relationships/customXml" Target="../ink/ink2532.xml"/><Relationship Id="rId133" Type="http://schemas.openxmlformats.org/officeDocument/2006/relationships/image" Target="../media/image2081.png"/><Relationship Id="rId154" Type="http://schemas.openxmlformats.org/officeDocument/2006/relationships/customXml" Target="../ink/ink2553.xml"/><Relationship Id="rId175" Type="http://schemas.openxmlformats.org/officeDocument/2006/relationships/image" Target="../media/image2102.png"/><Relationship Id="rId196" Type="http://schemas.openxmlformats.org/officeDocument/2006/relationships/customXml" Target="../ink/ink2574.xml"/><Relationship Id="rId200" Type="http://schemas.openxmlformats.org/officeDocument/2006/relationships/customXml" Target="../ink/ink2576.xml"/><Relationship Id="rId16" Type="http://schemas.openxmlformats.org/officeDocument/2006/relationships/customXml" Target="../ink/ink2484.xml"/><Relationship Id="rId221" Type="http://schemas.openxmlformats.org/officeDocument/2006/relationships/image" Target="../media/image2125.png"/><Relationship Id="rId242" Type="http://schemas.openxmlformats.org/officeDocument/2006/relationships/customXml" Target="../ink/ink2597.xml"/><Relationship Id="rId263" Type="http://schemas.openxmlformats.org/officeDocument/2006/relationships/image" Target="../media/image2146.png"/><Relationship Id="rId284" Type="http://schemas.openxmlformats.org/officeDocument/2006/relationships/customXml" Target="../ink/ink2618.xml"/><Relationship Id="rId319" Type="http://schemas.openxmlformats.org/officeDocument/2006/relationships/image" Target="../media/image2174.png"/><Relationship Id="rId37" Type="http://schemas.openxmlformats.org/officeDocument/2006/relationships/image" Target="../media/image2033.png"/><Relationship Id="rId58" Type="http://schemas.openxmlformats.org/officeDocument/2006/relationships/customXml" Target="../ink/ink2505.xml"/><Relationship Id="rId79" Type="http://schemas.openxmlformats.org/officeDocument/2006/relationships/image" Target="../media/image2054.png"/><Relationship Id="rId102" Type="http://schemas.openxmlformats.org/officeDocument/2006/relationships/customXml" Target="../ink/ink2527.xml"/><Relationship Id="rId123" Type="http://schemas.openxmlformats.org/officeDocument/2006/relationships/image" Target="../media/image2076.png"/><Relationship Id="rId144" Type="http://schemas.openxmlformats.org/officeDocument/2006/relationships/customXml" Target="../ink/ink2548.xml"/><Relationship Id="rId330" Type="http://schemas.openxmlformats.org/officeDocument/2006/relationships/customXml" Target="../ink/ink2641.xml"/><Relationship Id="rId90" Type="http://schemas.openxmlformats.org/officeDocument/2006/relationships/customXml" Target="../ink/ink2521.xml"/><Relationship Id="rId165" Type="http://schemas.openxmlformats.org/officeDocument/2006/relationships/image" Target="../media/image2097.png"/><Relationship Id="rId186" Type="http://schemas.openxmlformats.org/officeDocument/2006/relationships/customXml" Target="../ink/ink2569.xml"/><Relationship Id="rId211" Type="http://schemas.openxmlformats.org/officeDocument/2006/relationships/image" Target="../media/image2120.png"/><Relationship Id="rId232" Type="http://schemas.openxmlformats.org/officeDocument/2006/relationships/customXml" Target="../ink/ink2592.xml"/><Relationship Id="rId253" Type="http://schemas.openxmlformats.org/officeDocument/2006/relationships/image" Target="../media/image2141.png"/><Relationship Id="rId274" Type="http://schemas.openxmlformats.org/officeDocument/2006/relationships/customXml" Target="../ink/ink2613.xml"/><Relationship Id="rId295" Type="http://schemas.openxmlformats.org/officeDocument/2006/relationships/image" Target="../media/image2162.png"/><Relationship Id="rId309" Type="http://schemas.openxmlformats.org/officeDocument/2006/relationships/image" Target="../media/image2169.png"/><Relationship Id="rId27" Type="http://schemas.openxmlformats.org/officeDocument/2006/relationships/image" Target="../media/image2028.png"/><Relationship Id="rId48" Type="http://schemas.openxmlformats.org/officeDocument/2006/relationships/customXml" Target="../ink/ink2500.xml"/><Relationship Id="rId69" Type="http://schemas.openxmlformats.org/officeDocument/2006/relationships/image" Target="../media/image2049.png"/><Relationship Id="rId113" Type="http://schemas.openxmlformats.org/officeDocument/2006/relationships/image" Target="../media/image2071.png"/><Relationship Id="rId134" Type="http://schemas.openxmlformats.org/officeDocument/2006/relationships/customXml" Target="../ink/ink2543.xml"/><Relationship Id="rId320" Type="http://schemas.openxmlformats.org/officeDocument/2006/relationships/customXml" Target="../ink/ink2636.xml"/><Relationship Id="rId80" Type="http://schemas.openxmlformats.org/officeDocument/2006/relationships/customXml" Target="../ink/ink2516.xml"/><Relationship Id="rId155" Type="http://schemas.openxmlformats.org/officeDocument/2006/relationships/image" Target="../media/image2092.png"/><Relationship Id="rId176" Type="http://schemas.openxmlformats.org/officeDocument/2006/relationships/customXml" Target="../ink/ink2564.xml"/><Relationship Id="rId197" Type="http://schemas.openxmlformats.org/officeDocument/2006/relationships/image" Target="../media/image2113.png"/><Relationship Id="rId201" Type="http://schemas.openxmlformats.org/officeDocument/2006/relationships/image" Target="../media/image2115.png"/><Relationship Id="rId222" Type="http://schemas.openxmlformats.org/officeDocument/2006/relationships/customXml" Target="../ink/ink2587.xml"/><Relationship Id="rId243" Type="http://schemas.openxmlformats.org/officeDocument/2006/relationships/image" Target="../media/image2136.png"/><Relationship Id="rId264" Type="http://schemas.openxmlformats.org/officeDocument/2006/relationships/customXml" Target="../ink/ink2608.xml"/><Relationship Id="rId285" Type="http://schemas.openxmlformats.org/officeDocument/2006/relationships/image" Target="../media/image2157.png"/><Relationship Id="rId17" Type="http://schemas.openxmlformats.org/officeDocument/2006/relationships/image" Target="../media/image2023.png"/><Relationship Id="rId38" Type="http://schemas.openxmlformats.org/officeDocument/2006/relationships/customXml" Target="../ink/ink2495.xml"/><Relationship Id="rId59" Type="http://schemas.openxmlformats.org/officeDocument/2006/relationships/image" Target="../media/image2044.png"/><Relationship Id="rId103" Type="http://schemas.openxmlformats.org/officeDocument/2006/relationships/image" Target="../media/image2066.png"/><Relationship Id="rId124" Type="http://schemas.openxmlformats.org/officeDocument/2006/relationships/customXml" Target="../ink/ink2538.xml"/><Relationship Id="rId310" Type="http://schemas.openxmlformats.org/officeDocument/2006/relationships/customXml" Target="../ink/ink2631.xml"/><Relationship Id="rId70" Type="http://schemas.openxmlformats.org/officeDocument/2006/relationships/customXml" Target="../ink/ink2511.xml"/><Relationship Id="rId91" Type="http://schemas.openxmlformats.org/officeDocument/2006/relationships/image" Target="../media/image2060.png"/><Relationship Id="rId145" Type="http://schemas.openxmlformats.org/officeDocument/2006/relationships/image" Target="../media/image2087.png"/><Relationship Id="rId166" Type="http://schemas.openxmlformats.org/officeDocument/2006/relationships/customXml" Target="../ink/ink2559.xml"/><Relationship Id="rId187" Type="http://schemas.openxmlformats.org/officeDocument/2006/relationships/image" Target="../media/image2108.png"/><Relationship Id="rId331" Type="http://schemas.openxmlformats.org/officeDocument/2006/relationships/image" Target="../media/image21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82.xml"/><Relationship Id="rId233" Type="http://schemas.openxmlformats.org/officeDocument/2006/relationships/image" Target="../media/image2131.png"/><Relationship Id="rId254" Type="http://schemas.openxmlformats.org/officeDocument/2006/relationships/customXml" Target="../ink/ink2603.xml"/><Relationship Id="rId28" Type="http://schemas.openxmlformats.org/officeDocument/2006/relationships/customXml" Target="../ink/ink2490.xml"/><Relationship Id="rId49" Type="http://schemas.openxmlformats.org/officeDocument/2006/relationships/image" Target="../media/image2039.png"/><Relationship Id="rId114" Type="http://schemas.openxmlformats.org/officeDocument/2006/relationships/customXml" Target="../ink/ink2533.xml"/><Relationship Id="rId275" Type="http://schemas.openxmlformats.org/officeDocument/2006/relationships/image" Target="../media/image2152.png"/><Relationship Id="rId296" Type="http://schemas.openxmlformats.org/officeDocument/2006/relationships/customXml" Target="../ink/ink2624.xml"/><Relationship Id="rId300" Type="http://schemas.openxmlformats.org/officeDocument/2006/relationships/customXml" Target="../ink/ink2626.xml"/><Relationship Id="rId60" Type="http://schemas.openxmlformats.org/officeDocument/2006/relationships/customXml" Target="../ink/ink2506.xml"/><Relationship Id="rId81" Type="http://schemas.openxmlformats.org/officeDocument/2006/relationships/image" Target="../media/image2055.png"/><Relationship Id="rId135" Type="http://schemas.openxmlformats.org/officeDocument/2006/relationships/image" Target="../media/image2082.png"/><Relationship Id="rId156" Type="http://schemas.openxmlformats.org/officeDocument/2006/relationships/customXml" Target="../ink/ink2554.xml"/><Relationship Id="rId177" Type="http://schemas.openxmlformats.org/officeDocument/2006/relationships/image" Target="../media/image2103.png"/><Relationship Id="rId198" Type="http://schemas.openxmlformats.org/officeDocument/2006/relationships/customXml" Target="../ink/ink2575.xml"/><Relationship Id="rId321" Type="http://schemas.openxmlformats.org/officeDocument/2006/relationships/image" Target="../media/image2175.png"/><Relationship Id="rId202" Type="http://schemas.openxmlformats.org/officeDocument/2006/relationships/customXml" Target="../ink/ink2577.xml"/><Relationship Id="rId223" Type="http://schemas.openxmlformats.org/officeDocument/2006/relationships/image" Target="../media/image2126.png"/><Relationship Id="rId244" Type="http://schemas.openxmlformats.org/officeDocument/2006/relationships/customXml" Target="../ink/ink2598.xml"/><Relationship Id="rId18" Type="http://schemas.openxmlformats.org/officeDocument/2006/relationships/customXml" Target="../ink/ink2485.xml"/><Relationship Id="rId39" Type="http://schemas.openxmlformats.org/officeDocument/2006/relationships/image" Target="../media/image2034.png"/><Relationship Id="rId265" Type="http://schemas.openxmlformats.org/officeDocument/2006/relationships/image" Target="../media/image2147.png"/><Relationship Id="rId286" Type="http://schemas.openxmlformats.org/officeDocument/2006/relationships/customXml" Target="../ink/ink2619.xml"/><Relationship Id="rId50" Type="http://schemas.openxmlformats.org/officeDocument/2006/relationships/customXml" Target="../ink/ink2501.xml"/><Relationship Id="rId104" Type="http://schemas.openxmlformats.org/officeDocument/2006/relationships/customXml" Target="../ink/ink2528.xml"/><Relationship Id="rId125" Type="http://schemas.openxmlformats.org/officeDocument/2006/relationships/image" Target="../media/image2077.png"/><Relationship Id="rId146" Type="http://schemas.openxmlformats.org/officeDocument/2006/relationships/customXml" Target="../ink/ink2549.xml"/><Relationship Id="rId167" Type="http://schemas.openxmlformats.org/officeDocument/2006/relationships/image" Target="../media/image2098.png"/><Relationship Id="rId188" Type="http://schemas.openxmlformats.org/officeDocument/2006/relationships/customXml" Target="../ink/ink2570.xml"/><Relationship Id="rId311" Type="http://schemas.openxmlformats.org/officeDocument/2006/relationships/image" Target="../media/image2170.png"/><Relationship Id="rId332" Type="http://schemas.openxmlformats.org/officeDocument/2006/relationships/customXml" Target="../ink/ink2642.xml"/><Relationship Id="rId71" Type="http://schemas.openxmlformats.org/officeDocument/2006/relationships/image" Target="../media/image2050.png"/><Relationship Id="rId92" Type="http://schemas.openxmlformats.org/officeDocument/2006/relationships/customXml" Target="../ink/ink2522.xml"/><Relationship Id="rId213" Type="http://schemas.openxmlformats.org/officeDocument/2006/relationships/image" Target="../media/image2121.png"/><Relationship Id="rId234" Type="http://schemas.openxmlformats.org/officeDocument/2006/relationships/customXml" Target="../ink/ink2593.xml"/><Relationship Id="rId2" Type="http://schemas.openxmlformats.org/officeDocument/2006/relationships/customXml" Target="../ink/ink2477.xml"/><Relationship Id="rId29" Type="http://schemas.openxmlformats.org/officeDocument/2006/relationships/image" Target="../media/image2029.png"/><Relationship Id="rId255" Type="http://schemas.openxmlformats.org/officeDocument/2006/relationships/image" Target="../media/image2142.png"/><Relationship Id="rId276" Type="http://schemas.openxmlformats.org/officeDocument/2006/relationships/customXml" Target="../ink/ink2614.xml"/><Relationship Id="rId297" Type="http://schemas.openxmlformats.org/officeDocument/2006/relationships/image" Target="../media/image2163.png"/><Relationship Id="rId40" Type="http://schemas.openxmlformats.org/officeDocument/2006/relationships/customXml" Target="../ink/ink2496.xml"/><Relationship Id="rId115" Type="http://schemas.openxmlformats.org/officeDocument/2006/relationships/image" Target="../media/image2072.png"/><Relationship Id="rId136" Type="http://schemas.openxmlformats.org/officeDocument/2006/relationships/customXml" Target="../ink/ink2544.xml"/><Relationship Id="rId157" Type="http://schemas.openxmlformats.org/officeDocument/2006/relationships/image" Target="../media/image2093.png"/><Relationship Id="rId178" Type="http://schemas.openxmlformats.org/officeDocument/2006/relationships/customXml" Target="../ink/ink2565.xml"/><Relationship Id="rId301" Type="http://schemas.openxmlformats.org/officeDocument/2006/relationships/image" Target="../media/image2165.png"/><Relationship Id="rId322" Type="http://schemas.openxmlformats.org/officeDocument/2006/relationships/customXml" Target="../ink/ink2637.xml"/><Relationship Id="rId61" Type="http://schemas.openxmlformats.org/officeDocument/2006/relationships/image" Target="../media/image2045.png"/><Relationship Id="rId82" Type="http://schemas.openxmlformats.org/officeDocument/2006/relationships/customXml" Target="../ink/ink2517.xml"/><Relationship Id="rId199" Type="http://schemas.openxmlformats.org/officeDocument/2006/relationships/image" Target="../media/image2114.png"/><Relationship Id="rId203" Type="http://schemas.openxmlformats.org/officeDocument/2006/relationships/image" Target="../media/image2116.png"/><Relationship Id="rId19" Type="http://schemas.openxmlformats.org/officeDocument/2006/relationships/image" Target="../media/image2024.png"/><Relationship Id="rId224" Type="http://schemas.openxmlformats.org/officeDocument/2006/relationships/customXml" Target="../ink/ink2588.xml"/><Relationship Id="rId245" Type="http://schemas.openxmlformats.org/officeDocument/2006/relationships/image" Target="../media/image2137.png"/><Relationship Id="rId266" Type="http://schemas.openxmlformats.org/officeDocument/2006/relationships/customXml" Target="../ink/ink2609.xml"/><Relationship Id="rId287" Type="http://schemas.openxmlformats.org/officeDocument/2006/relationships/image" Target="../media/image2158.png"/><Relationship Id="rId30" Type="http://schemas.openxmlformats.org/officeDocument/2006/relationships/customXml" Target="../ink/ink2491.xml"/><Relationship Id="rId105" Type="http://schemas.openxmlformats.org/officeDocument/2006/relationships/image" Target="../media/image2067.png"/><Relationship Id="rId126" Type="http://schemas.openxmlformats.org/officeDocument/2006/relationships/customXml" Target="../ink/ink2539.xml"/><Relationship Id="rId147" Type="http://schemas.openxmlformats.org/officeDocument/2006/relationships/image" Target="../media/image2088.png"/><Relationship Id="rId168" Type="http://schemas.openxmlformats.org/officeDocument/2006/relationships/customXml" Target="../ink/ink2560.xml"/><Relationship Id="rId312" Type="http://schemas.openxmlformats.org/officeDocument/2006/relationships/customXml" Target="../ink/ink2632.xml"/><Relationship Id="rId333" Type="http://schemas.openxmlformats.org/officeDocument/2006/relationships/image" Target="../media/image2181.png"/><Relationship Id="rId51" Type="http://schemas.openxmlformats.org/officeDocument/2006/relationships/image" Target="../media/image2040.png"/><Relationship Id="rId72" Type="http://schemas.openxmlformats.org/officeDocument/2006/relationships/customXml" Target="../ink/ink2512.xml"/><Relationship Id="rId93" Type="http://schemas.openxmlformats.org/officeDocument/2006/relationships/image" Target="../media/image2061.png"/><Relationship Id="rId189" Type="http://schemas.openxmlformats.org/officeDocument/2006/relationships/image" Target="../media/image2109.png"/><Relationship Id="rId3" Type="http://schemas.openxmlformats.org/officeDocument/2006/relationships/image" Target="../media/image2017.png"/><Relationship Id="rId214" Type="http://schemas.openxmlformats.org/officeDocument/2006/relationships/customXml" Target="../ink/ink2583.xml"/><Relationship Id="rId235" Type="http://schemas.openxmlformats.org/officeDocument/2006/relationships/image" Target="../media/image2132.png"/><Relationship Id="rId256" Type="http://schemas.openxmlformats.org/officeDocument/2006/relationships/customXml" Target="../ink/ink2604.xml"/><Relationship Id="rId277" Type="http://schemas.openxmlformats.org/officeDocument/2006/relationships/image" Target="../media/image2153.png"/><Relationship Id="rId298" Type="http://schemas.openxmlformats.org/officeDocument/2006/relationships/customXml" Target="../ink/ink2625.xml"/><Relationship Id="rId116" Type="http://schemas.openxmlformats.org/officeDocument/2006/relationships/customXml" Target="../ink/ink2534.xml"/><Relationship Id="rId137" Type="http://schemas.openxmlformats.org/officeDocument/2006/relationships/image" Target="../media/image2083.png"/><Relationship Id="rId158" Type="http://schemas.openxmlformats.org/officeDocument/2006/relationships/customXml" Target="../ink/ink2555.xml"/><Relationship Id="rId302" Type="http://schemas.openxmlformats.org/officeDocument/2006/relationships/customXml" Target="../ink/ink2627.xml"/><Relationship Id="rId323" Type="http://schemas.openxmlformats.org/officeDocument/2006/relationships/image" Target="../media/image2176.png"/><Relationship Id="rId20" Type="http://schemas.openxmlformats.org/officeDocument/2006/relationships/customXml" Target="../ink/ink2486.xml"/><Relationship Id="rId41" Type="http://schemas.openxmlformats.org/officeDocument/2006/relationships/image" Target="../media/image2035.png"/><Relationship Id="rId62" Type="http://schemas.openxmlformats.org/officeDocument/2006/relationships/customXml" Target="../ink/ink2507.xml"/><Relationship Id="rId83" Type="http://schemas.openxmlformats.org/officeDocument/2006/relationships/image" Target="../media/image2056.png"/><Relationship Id="rId179" Type="http://schemas.openxmlformats.org/officeDocument/2006/relationships/image" Target="../media/image2104.png"/><Relationship Id="rId190" Type="http://schemas.openxmlformats.org/officeDocument/2006/relationships/customXml" Target="../ink/ink2571.xml"/><Relationship Id="rId204" Type="http://schemas.openxmlformats.org/officeDocument/2006/relationships/customXml" Target="../ink/ink2578.xml"/><Relationship Id="rId225" Type="http://schemas.openxmlformats.org/officeDocument/2006/relationships/image" Target="../media/image2127.png"/><Relationship Id="rId246" Type="http://schemas.openxmlformats.org/officeDocument/2006/relationships/customXml" Target="../ink/ink2599.xml"/><Relationship Id="rId267" Type="http://schemas.openxmlformats.org/officeDocument/2006/relationships/image" Target="../media/image2148.png"/><Relationship Id="rId288" Type="http://schemas.openxmlformats.org/officeDocument/2006/relationships/customXml" Target="../ink/ink2620.xml"/><Relationship Id="rId106" Type="http://schemas.openxmlformats.org/officeDocument/2006/relationships/customXml" Target="../ink/ink2529.xml"/><Relationship Id="rId127" Type="http://schemas.openxmlformats.org/officeDocument/2006/relationships/image" Target="../media/image2078.png"/><Relationship Id="rId313" Type="http://schemas.openxmlformats.org/officeDocument/2006/relationships/image" Target="../media/image2171.png"/><Relationship Id="rId10" Type="http://schemas.openxmlformats.org/officeDocument/2006/relationships/customXml" Target="../ink/ink2481.xml"/><Relationship Id="rId31" Type="http://schemas.openxmlformats.org/officeDocument/2006/relationships/image" Target="../media/image2030.png"/><Relationship Id="rId52" Type="http://schemas.openxmlformats.org/officeDocument/2006/relationships/customXml" Target="../ink/ink2502.xml"/><Relationship Id="rId73" Type="http://schemas.openxmlformats.org/officeDocument/2006/relationships/image" Target="../media/image2051.png"/><Relationship Id="rId94" Type="http://schemas.openxmlformats.org/officeDocument/2006/relationships/customXml" Target="../ink/ink2523.xml"/><Relationship Id="rId148" Type="http://schemas.openxmlformats.org/officeDocument/2006/relationships/customXml" Target="../ink/ink2550.xml"/><Relationship Id="rId169" Type="http://schemas.openxmlformats.org/officeDocument/2006/relationships/image" Target="../media/image2099.png"/><Relationship Id="rId334" Type="http://schemas.openxmlformats.org/officeDocument/2006/relationships/customXml" Target="../ink/ink2643.xml"/><Relationship Id="rId4" Type="http://schemas.openxmlformats.org/officeDocument/2006/relationships/customXml" Target="../ink/ink2478.xml"/><Relationship Id="rId180" Type="http://schemas.openxmlformats.org/officeDocument/2006/relationships/customXml" Target="../ink/ink2566.xml"/><Relationship Id="rId215" Type="http://schemas.openxmlformats.org/officeDocument/2006/relationships/image" Target="../media/image2122.png"/><Relationship Id="rId236" Type="http://schemas.openxmlformats.org/officeDocument/2006/relationships/customXml" Target="../ink/ink2594.xml"/><Relationship Id="rId257" Type="http://schemas.openxmlformats.org/officeDocument/2006/relationships/image" Target="../media/image2143.png"/><Relationship Id="rId278" Type="http://schemas.openxmlformats.org/officeDocument/2006/relationships/customXml" Target="../ink/ink2615.xml"/><Relationship Id="rId303" Type="http://schemas.openxmlformats.org/officeDocument/2006/relationships/image" Target="../media/image2166.png"/><Relationship Id="rId42" Type="http://schemas.openxmlformats.org/officeDocument/2006/relationships/customXml" Target="../ink/ink2497.xml"/><Relationship Id="rId84" Type="http://schemas.openxmlformats.org/officeDocument/2006/relationships/customXml" Target="../ink/ink2518.xml"/><Relationship Id="rId138" Type="http://schemas.openxmlformats.org/officeDocument/2006/relationships/customXml" Target="../ink/ink2545.xml"/><Relationship Id="rId191" Type="http://schemas.openxmlformats.org/officeDocument/2006/relationships/image" Target="../media/image2110.png"/><Relationship Id="rId205" Type="http://schemas.openxmlformats.org/officeDocument/2006/relationships/image" Target="../media/image2117.png"/><Relationship Id="rId247" Type="http://schemas.openxmlformats.org/officeDocument/2006/relationships/image" Target="../media/image2138.png"/><Relationship Id="rId107" Type="http://schemas.openxmlformats.org/officeDocument/2006/relationships/image" Target="../media/image2068.png"/><Relationship Id="rId289" Type="http://schemas.openxmlformats.org/officeDocument/2006/relationships/image" Target="../media/image2159.png"/><Relationship Id="rId11" Type="http://schemas.openxmlformats.org/officeDocument/2006/relationships/image" Target="../media/image2020.png"/><Relationship Id="rId53" Type="http://schemas.openxmlformats.org/officeDocument/2006/relationships/image" Target="../media/image2041.png"/><Relationship Id="rId149" Type="http://schemas.openxmlformats.org/officeDocument/2006/relationships/image" Target="../media/image2089.png"/><Relationship Id="rId314" Type="http://schemas.openxmlformats.org/officeDocument/2006/relationships/customXml" Target="../ink/ink2633.xml"/><Relationship Id="rId95" Type="http://schemas.openxmlformats.org/officeDocument/2006/relationships/image" Target="../media/image2062.png"/><Relationship Id="rId160" Type="http://schemas.openxmlformats.org/officeDocument/2006/relationships/customXml" Target="../ink/ink2556.xml"/><Relationship Id="rId216" Type="http://schemas.openxmlformats.org/officeDocument/2006/relationships/customXml" Target="../ink/ink2584.xml"/><Relationship Id="rId258" Type="http://schemas.openxmlformats.org/officeDocument/2006/relationships/customXml" Target="../ink/ink2605.xml"/><Relationship Id="rId22" Type="http://schemas.openxmlformats.org/officeDocument/2006/relationships/customXml" Target="../ink/ink2487.xml"/><Relationship Id="rId64" Type="http://schemas.openxmlformats.org/officeDocument/2006/relationships/customXml" Target="../ink/ink2508.xml"/><Relationship Id="rId118" Type="http://schemas.openxmlformats.org/officeDocument/2006/relationships/customXml" Target="../ink/ink2535.xml"/><Relationship Id="rId325" Type="http://schemas.openxmlformats.org/officeDocument/2006/relationships/image" Target="../media/image2177.png"/><Relationship Id="rId171" Type="http://schemas.openxmlformats.org/officeDocument/2006/relationships/image" Target="../media/image2100.png"/><Relationship Id="rId227" Type="http://schemas.openxmlformats.org/officeDocument/2006/relationships/image" Target="../media/image2128.png"/><Relationship Id="rId269" Type="http://schemas.openxmlformats.org/officeDocument/2006/relationships/image" Target="../media/image2149.png"/><Relationship Id="rId33" Type="http://schemas.openxmlformats.org/officeDocument/2006/relationships/image" Target="../media/image2031.png"/><Relationship Id="rId129" Type="http://schemas.openxmlformats.org/officeDocument/2006/relationships/image" Target="../media/image2079.png"/><Relationship Id="rId280" Type="http://schemas.openxmlformats.org/officeDocument/2006/relationships/customXml" Target="../ink/ink2616.xml"/><Relationship Id="rId336" Type="http://schemas.openxmlformats.org/officeDocument/2006/relationships/customXml" Target="../ink/ink2644.xml"/><Relationship Id="rId75" Type="http://schemas.openxmlformats.org/officeDocument/2006/relationships/image" Target="../media/image2052.png"/><Relationship Id="rId140" Type="http://schemas.openxmlformats.org/officeDocument/2006/relationships/customXml" Target="../ink/ink2546.xml"/><Relationship Id="rId182" Type="http://schemas.openxmlformats.org/officeDocument/2006/relationships/customXml" Target="../ink/ink2567.xml"/><Relationship Id="rId6" Type="http://schemas.openxmlformats.org/officeDocument/2006/relationships/customXml" Target="../ink/ink2479.xml"/><Relationship Id="rId238" Type="http://schemas.openxmlformats.org/officeDocument/2006/relationships/customXml" Target="../ink/ink2595.xml"/><Relationship Id="rId291" Type="http://schemas.openxmlformats.org/officeDocument/2006/relationships/image" Target="../media/image2160.png"/><Relationship Id="rId305" Type="http://schemas.openxmlformats.org/officeDocument/2006/relationships/image" Target="../media/image2167.png"/><Relationship Id="rId44" Type="http://schemas.openxmlformats.org/officeDocument/2006/relationships/customXml" Target="../ink/ink2498.xml"/><Relationship Id="rId86" Type="http://schemas.openxmlformats.org/officeDocument/2006/relationships/customXml" Target="../ink/ink2519.xml"/><Relationship Id="rId151" Type="http://schemas.openxmlformats.org/officeDocument/2006/relationships/image" Target="../media/image2090.png"/><Relationship Id="rId193" Type="http://schemas.openxmlformats.org/officeDocument/2006/relationships/image" Target="../media/image2111.png"/><Relationship Id="rId207" Type="http://schemas.openxmlformats.org/officeDocument/2006/relationships/image" Target="../media/image2118.png"/><Relationship Id="rId249" Type="http://schemas.openxmlformats.org/officeDocument/2006/relationships/image" Target="../media/image2139.png"/><Relationship Id="rId13" Type="http://schemas.openxmlformats.org/officeDocument/2006/relationships/image" Target="../media/image2021.png"/><Relationship Id="rId109" Type="http://schemas.openxmlformats.org/officeDocument/2006/relationships/image" Target="../media/image2069.png"/><Relationship Id="rId260" Type="http://schemas.openxmlformats.org/officeDocument/2006/relationships/customXml" Target="../ink/ink2606.xml"/><Relationship Id="rId316" Type="http://schemas.openxmlformats.org/officeDocument/2006/relationships/customXml" Target="../ink/ink2634.xml"/><Relationship Id="rId55" Type="http://schemas.openxmlformats.org/officeDocument/2006/relationships/image" Target="../media/image2042.png"/><Relationship Id="rId97" Type="http://schemas.openxmlformats.org/officeDocument/2006/relationships/image" Target="../media/image2063.png"/><Relationship Id="rId120" Type="http://schemas.openxmlformats.org/officeDocument/2006/relationships/customXml" Target="../ink/ink2536.xml"/><Relationship Id="rId162" Type="http://schemas.openxmlformats.org/officeDocument/2006/relationships/customXml" Target="../ink/ink2557.xml"/><Relationship Id="rId218" Type="http://schemas.openxmlformats.org/officeDocument/2006/relationships/customXml" Target="../ink/ink2585.xml"/><Relationship Id="rId271" Type="http://schemas.openxmlformats.org/officeDocument/2006/relationships/image" Target="../media/image2150.png"/><Relationship Id="rId24" Type="http://schemas.openxmlformats.org/officeDocument/2006/relationships/customXml" Target="../ink/ink2488.xml"/><Relationship Id="rId66" Type="http://schemas.openxmlformats.org/officeDocument/2006/relationships/customXml" Target="../ink/ink2509.xml"/><Relationship Id="rId131" Type="http://schemas.openxmlformats.org/officeDocument/2006/relationships/image" Target="../media/image2080.png"/><Relationship Id="rId327" Type="http://schemas.openxmlformats.org/officeDocument/2006/relationships/image" Target="../media/image2178.png"/></Relationships>
</file>

<file path=ppt/slides/_rels/slide4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85.png"/><Relationship Id="rId299" Type="http://schemas.openxmlformats.org/officeDocument/2006/relationships/customXml" Target="../ink/ink2796.xml"/><Relationship Id="rId21" Type="http://schemas.openxmlformats.org/officeDocument/2006/relationships/image" Target="../media/image2127.png"/><Relationship Id="rId63" Type="http://schemas.openxmlformats.org/officeDocument/2006/relationships/image" Target="../media/image2153.png"/><Relationship Id="rId159" Type="http://schemas.openxmlformats.org/officeDocument/2006/relationships/customXml" Target="../ink/ink2725.xml"/><Relationship Id="rId324" Type="http://schemas.openxmlformats.org/officeDocument/2006/relationships/image" Target="../media/image2286.png"/><Relationship Id="rId366" Type="http://schemas.openxmlformats.org/officeDocument/2006/relationships/customXml" Target="../ink/ink2830.xml"/><Relationship Id="rId170" Type="http://schemas.openxmlformats.org/officeDocument/2006/relationships/image" Target="../media/image2210.png"/><Relationship Id="rId226" Type="http://schemas.openxmlformats.org/officeDocument/2006/relationships/image" Target="../media/image2238.png"/><Relationship Id="rId268" Type="http://schemas.openxmlformats.org/officeDocument/2006/relationships/image" Target="../media/image2258.png"/><Relationship Id="rId32" Type="http://schemas.openxmlformats.org/officeDocument/2006/relationships/customXml" Target="../ink/ink2661.xml"/><Relationship Id="rId74" Type="http://schemas.openxmlformats.org/officeDocument/2006/relationships/customXml" Target="../ink/ink2682.xml"/><Relationship Id="rId128" Type="http://schemas.openxmlformats.org/officeDocument/2006/relationships/customXml" Target="../ink/ink2709.xml"/><Relationship Id="rId335" Type="http://schemas.openxmlformats.org/officeDocument/2006/relationships/image" Target="../media/image2291.png"/><Relationship Id="rId5" Type="http://schemas.openxmlformats.org/officeDocument/2006/relationships/image" Target="../media/image2116.png"/><Relationship Id="rId181" Type="http://schemas.openxmlformats.org/officeDocument/2006/relationships/customXml" Target="../ink/ink2736.xml"/><Relationship Id="rId237" Type="http://schemas.openxmlformats.org/officeDocument/2006/relationships/customXml" Target="../ink/ink2764.xml"/><Relationship Id="rId279" Type="http://schemas.openxmlformats.org/officeDocument/2006/relationships/customXml" Target="../ink/ink2786.xml"/><Relationship Id="rId43" Type="http://schemas.openxmlformats.org/officeDocument/2006/relationships/image" Target="../media/image2143.png"/><Relationship Id="rId139" Type="http://schemas.openxmlformats.org/officeDocument/2006/relationships/image" Target="../media/image2195.png"/><Relationship Id="rId290" Type="http://schemas.openxmlformats.org/officeDocument/2006/relationships/image" Target="../media/image2269.png"/><Relationship Id="rId304" Type="http://schemas.openxmlformats.org/officeDocument/2006/relationships/image" Target="../media/image2276.png"/><Relationship Id="rId346" Type="http://schemas.openxmlformats.org/officeDocument/2006/relationships/customXml" Target="../ink/ink2820.xml"/><Relationship Id="rId85" Type="http://schemas.openxmlformats.org/officeDocument/2006/relationships/image" Target="../media/image2164.png"/><Relationship Id="rId150" Type="http://schemas.openxmlformats.org/officeDocument/2006/relationships/image" Target="../media/image2200.png"/><Relationship Id="rId192" Type="http://schemas.openxmlformats.org/officeDocument/2006/relationships/image" Target="../media/image2221.png"/><Relationship Id="rId206" Type="http://schemas.openxmlformats.org/officeDocument/2006/relationships/image" Target="../media/image2228.png"/><Relationship Id="rId248" Type="http://schemas.openxmlformats.org/officeDocument/2006/relationships/image" Target="../media/image2248.png"/><Relationship Id="rId12" Type="http://schemas.openxmlformats.org/officeDocument/2006/relationships/customXml" Target="../ink/ink2651.xml"/><Relationship Id="rId108" Type="http://schemas.openxmlformats.org/officeDocument/2006/relationships/customXml" Target="../ink/ink2699.xml"/><Relationship Id="rId315" Type="http://schemas.openxmlformats.org/officeDocument/2006/relationships/customXml" Target="../ink/ink2804.xml"/><Relationship Id="rId357" Type="http://schemas.openxmlformats.org/officeDocument/2006/relationships/image" Target="../media/image2302.png"/><Relationship Id="rId54" Type="http://schemas.openxmlformats.org/officeDocument/2006/relationships/customXml" Target="../ink/ink2672.xml"/><Relationship Id="rId96" Type="http://schemas.openxmlformats.org/officeDocument/2006/relationships/customXml" Target="../ink/ink2693.xml"/><Relationship Id="rId161" Type="http://schemas.openxmlformats.org/officeDocument/2006/relationships/customXml" Target="../ink/ink2726.xml"/><Relationship Id="rId217" Type="http://schemas.openxmlformats.org/officeDocument/2006/relationships/customXml" Target="../ink/ink2754.xml"/><Relationship Id="rId259" Type="http://schemas.openxmlformats.org/officeDocument/2006/relationships/customXml" Target="../ink/ink2776.xml"/><Relationship Id="rId23" Type="http://schemas.openxmlformats.org/officeDocument/2006/relationships/image" Target="../media/image2133.png"/><Relationship Id="rId119" Type="http://schemas.openxmlformats.org/officeDocument/2006/relationships/image" Target="../media/image2186.png"/><Relationship Id="rId270" Type="http://schemas.openxmlformats.org/officeDocument/2006/relationships/image" Target="../media/image2259.png"/><Relationship Id="rId326" Type="http://schemas.openxmlformats.org/officeDocument/2006/relationships/image" Target="../media/image2287.png"/><Relationship Id="rId65" Type="http://schemas.openxmlformats.org/officeDocument/2006/relationships/image" Target="../media/image2154.png"/><Relationship Id="rId130" Type="http://schemas.openxmlformats.org/officeDocument/2006/relationships/customXml" Target="../ink/ink2710.xml"/><Relationship Id="rId368" Type="http://schemas.openxmlformats.org/officeDocument/2006/relationships/customXml" Target="../ink/ink2831.xml"/><Relationship Id="rId172" Type="http://schemas.openxmlformats.org/officeDocument/2006/relationships/image" Target="../media/image2211.png"/><Relationship Id="rId228" Type="http://schemas.openxmlformats.org/officeDocument/2006/relationships/image" Target="../media/image2239.png"/><Relationship Id="rId281" Type="http://schemas.openxmlformats.org/officeDocument/2006/relationships/customXml" Target="../ink/ink2787.xml"/><Relationship Id="rId337" Type="http://schemas.openxmlformats.org/officeDocument/2006/relationships/image" Target="../media/image2292.png"/><Relationship Id="rId34" Type="http://schemas.openxmlformats.org/officeDocument/2006/relationships/customXml" Target="../ink/ink2662.xml"/><Relationship Id="rId76" Type="http://schemas.openxmlformats.org/officeDocument/2006/relationships/customXml" Target="../ink/ink2683.xml"/><Relationship Id="rId141" Type="http://schemas.openxmlformats.org/officeDocument/2006/relationships/image" Target="../media/image2196.png"/><Relationship Id="rId7" Type="http://schemas.openxmlformats.org/officeDocument/2006/relationships/image" Target="../media/image2117.png"/><Relationship Id="rId183" Type="http://schemas.openxmlformats.org/officeDocument/2006/relationships/customXml" Target="../ink/ink2737.xml"/><Relationship Id="rId239" Type="http://schemas.openxmlformats.org/officeDocument/2006/relationships/customXml" Target="../ink/ink2765.xml"/><Relationship Id="rId250" Type="http://schemas.openxmlformats.org/officeDocument/2006/relationships/image" Target="../media/image2249.png"/><Relationship Id="rId292" Type="http://schemas.openxmlformats.org/officeDocument/2006/relationships/image" Target="../media/image2270.png"/><Relationship Id="rId306" Type="http://schemas.openxmlformats.org/officeDocument/2006/relationships/image" Target="../media/image2277.png"/><Relationship Id="rId45" Type="http://schemas.openxmlformats.org/officeDocument/2006/relationships/image" Target="../media/image2144.png"/><Relationship Id="rId87" Type="http://schemas.openxmlformats.org/officeDocument/2006/relationships/image" Target="../media/image2165.png"/><Relationship Id="rId110" Type="http://schemas.openxmlformats.org/officeDocument/2006/relationships/customXml" Target="../ink/ink2700.xml"/><Relationship Id="rId348" Type="http://schemas.openxmlformats.org/officeDocument/2006/relationships/customXml" Target="../ink/ink2821.xml"/><Relationship Id="rId152" Type="http://schemas.openxmlformats.org/officeDocument/2006/relationships/image" Target="../media/image2201.png"/><Relationship Id="rId194" Type="http://schemas.openxmlformats.org/officeDocument/2006/relationships/image" Target="../media/image2222.png"/><Relationship Id="rId208" Type="http://schemas.openxmlformats.org/officeDocument/2006/relationships/image" Target="../media/image2229.png"/><Relationship Id="rId261" Type="http://schemas.openxmlformats.org/officeDocument/2006/relationships/customXml" Target="../ink/ink2777.xml"/><Relationship Id="rId14" Type="http://schemas.openxmlformats.org/officeDocument/2006/relationships/customXml" Target="../ink/ink2652.xml"/><Relationship Id="rId56" Type="http://schemas.openxmlformats.org/officeDocument/2006/relationships/customXml" Target="../ink/ink2673.xml"/><Relationship Id="rId317" Type="http://schemas.openxmlformats.org/officeDocument/2006/relationships/customXml" Target="../ink/ink2805.xml"/><Relationship Id="rId359" Type="http://schemas.openxmlformats.org/officeDocument/2006/relationships/image" Target="../media/image2303.png"/><Relationship Id="rId98" Type="http://schemas.openxmlformats.org/officeDocument/2006/relationships/customXml" Target="../ink/ink2694.xml"/><Relationship Id="rId121" Type="http://schemas.openxmlformats.org/officeDocument/2006/relationships/image" Target="../media/image2187.png"/><Relationship Id="rId163" Type="http://schemas.openxmlformats.org/officeDocument/2006/relationships/customXml" Target="../ink/ink2727.xml"/><Relationship Id="rId219" Type="http://schemas.openxmlformats.org/officeDocument/2006/relationships/customXml" Target="../ink/ink2755.xml"/><Relationship Id="rId370" Type="http://schemas.openxmlformats.org/officeDocument/2006/relationships/customXml" Target="../ink/ink2832.xml"/><Relationship Id="rId230" Type="http://schemas.openxmlformats.org/officeDocument/2006/relationships/image" Target="../media/image2240.png"/><Relationship Id="rId25" Type="http://schemas.openxmlformats.org/officeDocument/2006/relationships/image" Target="../media/image2134.png"/><Relationship Id="rId67" Type="http://schemas.openxmlformats.org/officeDocument/2006/relationships/image" Target="../media/image2155.png"/><Relationship Id="rId272" Type="http://schemas.openxmlformats.org/officeDocument/2006/relationships/image" Target="../media/image2260.png"/><Relationship Id="rId328" Type="http://schemas.openxmlformats.org/officeDocument/2006/relationships/image" Target="../media/image2288.png"/><Relationship Id="rId132" Type="http://schemas.openxmlformats.org/officeDocument/2006/relationships/customXml" Target="../ink/ink2711.xml"/><Relationship Id="rId174" Type="http://schemas.openxmlformats.org/officeDocument/2006/relationships/image" Target="../media/image2212.png"/><Relationship Id="rId241" Type="http://schemas.openxmlformats.org/officeDocument/2006/relationships/customXml" Target="../ink/ink2766.xml"/><Relationship Id="rId36" Type="http://schemas.openxmlformats.org/officeDocument/2006/relationships/customXml" Target="../ink/ink2663.xml"/><Relationship Id="rId283" Type="http://schemas.openxmlformats.org/officeDocument/2006/relationships/customXml" Target="../ink/ink2788.xml"/><Relationship Id="rId339" Type="http://schemas.openxmlformats.org/officeDocument/2006/relationships/image" Target="../media/image2293.png"/><Relationship Id="rId78" Type="http://schemas.openxmlformats.org/officeDocument/2006/relationships/customXml" Target="../ink/ink2684.xml"/><Relationship Id="rId99" Type="http://schemas.openxmlformats.org/officeDocument/2006/relationships/image" Target="../media/image2171.png"/><Relationship Id="rId101" Type="http://schemas.openxmlformats.org/officeDocument/2006/relationships/image" Target="../media/image2172.png"/><Relationship Id="rId122" Type="http://schemas.openxmlformats.org/officeDocument/2006/relationships/customXml" Target="../ink/ink2706.xml"/><Relationship Id="rId143" Type="http://schemas.openxmlformats.org/officeDocument/2006/relationships/customXml" Target="../ink/ink2717.xml"/><Relationship Id="rId164" Type="http://schemas.openxmlformats.org/officeDocument/2006/relationships/image" Target="../media/image2207.png"/><Relationship Id="rId185" Type="http://schemas.openxmlformats.org/officeDocument/2006/relationships/customXml" Target="../ink/ink2738.xml"/><Relationship Id="rId350" Type="http://schemas.openxmlformats.org/officeDocument/2006/relationships/customXml" Target="../ink/ink2822.xml"/><Relationship Id="rId371" Type="http://schemas.openxmlformats.org/officeDocument/2006/relationships/image" Target="../media/image2309.png"/><Relationship Id="rId9" Type="http://schemas.openxmlformats.org/officeDocument/2006/relationships/image" Target="../media/image2118.png"/><Relationship Id="rId210" Type="http://schemas.openxmlformats.org/officeDocument/2006/relationships/image" Target="../media/image2230.png"/><Relationship Id="rId26" Type="http://schemas.openxmlformats.org/officeDocument/2006/relationships/customXml" Target="../ink/ink2658.xml"/><Relationship Id="rId231" Type="http://schemas.openxmlformats.org/officeDocument/2006/relationships/customXml" Target="../ink/ink2761.xml"/><Relationship Id="rId252" Type="http://schemas.openxmlformats.org/officeDocument/2006/relationships/image" Target="../media/image2250.png"/><Relationship Id="rId273" Type="http://schemas.openxmlformats.org/officeDocument/2006/relationships/customXml" Target="../ink/ink2783.xml"/><Relationship Id="rId294" Type="http://schemas.openxmlformats.org/officeDocument/2006/relationships/image" Target="../media/image2271.png"/><Relationship Id="rId308" Type="http://schemas.openxmlformats.org/officeDocument/2006/relationships/image" Target="../media/image2278.png"/><Relationship Id="rId329" Type="http://schemas.openxmlformats.org/officeDocument/2006/relationships/customXml" Target="../ink/ink2811.xml"/><Relationship Id="rId47" Type="http://schemas.openxmlformats.org/officeDocument/2006/relationships/image" Target="../media/image2145.png"/><Relationship Id="rId68" Type="http://schemas.openxmlformats.org/officeDocument/2006/relationships/customXml" Target="../ink/ink2679.xml"/><Relationship Id="rId89" Type="http://schemas.openxmlformats.org/officeDocument/2006/relationships/image" Target="../media/image2166.png"/><Relationship Id="rId112" Type="http://schemas.openxmlformats.org/officeDocument/2006/relationships/customXml" Target="../ink/ink2701.xml"/><Relationship Id="rId133" Type="http://schemas.openxmlformats.org/officeDocument/2006/relationships/image" Target="../media/image2192.png"/><Relationship Id="rId154" Type="http://schemas.openxmlformats.org/officeDocument/2006/relationships/image" Target="../media/image2202.png"/><Relationship Id="rId175" Type="http://schemas.openxmlformats.org/officeDocument/2006/relationships/customXml" Target="../ink/ink2733.xml"/><Relationship Id="rId340" Type="http://schemas.openxmlformats.org/officeDocument/2006/relationships/customXml" Target="../ink/ink2817.xml"/><Relationship Id="rId361" Type="http://schemas.openxmlformats.org/officeDocument/2006/relationships/image" Target="../media/image2304.png"/><Relationship Id="rId196" Type="http://schemas.openxmlformats.org/officeDocument/2006/relationships/image" Target="../media/image2223.png"/><Relationship Id="rId200" Type="http://schemas.openxmlformats.org/officeDocument/2006/relationships/image" Target="../media/image2225.png"/><Relationship Id="rId16" Type="http://schemas.openxmlformats.org/officeDocument/2006/relationships/customXml" Target="../ink/ink2653.xml"/><Relationship Id="rId221" Type="http://schemas.openxmlformats.org/officeDocument/2006/relationships/customXml" Target="../ink/ink2756.xml"/><Relationship Id="rId242" Type="http://schemas.openxmlformats.org/officeDocument/2006/relationships/customXml" Target="../ink/ink2767.xml"/><Relationship Id="rId263" Type="http://schemas.openxmlformats.org/officeDocument/2006/relationships/customXml" Target="../ink/ink2778.xml"/><Relationship Id="rId284" Type="http://schemas.openxmlformats.org/officeDocument/2006/relationships/image" Target="../media/image2266.png"/><Relationship Id="rId319" Type="http://schemas.openxmlformats.org/officeDocument/2006/relationships/customXml" Target="../ink/ink2806.xml"/><Relationship Id="rId37" Type="http://schemas.openxmlformats.org/officeDocument/2006/relationships/image" Target="../media/image2140.png"/><Relationship Id="rId58" Type="http://schemas.openxmlformats.org/officeDocument/2006/relationships/customXml" Target="../ink/ink2674.xml"/><Relationship Id="rId79" Type="http://schemas.openxmlformats.org/officeDocument/2006/relationships/image" Target="../media/image2161.png"/><Relationship Id="rId102" Type="http://schemas.openxmlformats.org/officeDocument/2006/relationships/customXml" Target="../ink/ink2696.xml"/><Relationship Id="rId123" Type="http://schemas.openxmlformats.org/officeDocument/2006/relationships/image" Target="../media/image444.png"/><Relationship Id="rId144" Type="http://schemas.openxmlformats.org/officeDocument/2006/relationships/image" Target="../media/image2197.png"/><Relationship Id="rId330" Type="http://schemas.openxmlformats.org/officeDocument/2006/relationships/image" Target="../media/image2289.png"/><Relationship Id="rId90" Type="http://schemas.openxmlformats.org/officeDocument/2006/relationships/customXml" Target="../ink/ink2690.xml"/><Relationship Id="rId165" Type="http://schemas.openxmlformats.org/officeDocument/2006/relationships/customXml" Target="../ink/ink2728.xml"/><Relationship Id="rId186" Type="http://schemas.openxmlformats.org/officeDocument/2006/relationships/image" Target="../media/image2218.png"/><Relationship Id="rId351" Type="http://schemas.openxmlformats.org/officeDocument/2006/relationships/image" Target="../media/image2299.png"/><Relationship Id="rId372" Type="http://schemas.openxmlformats.org/officeDocument/2006/relationships/customXml" Target="../ink/ink2833.xml"/><Relationship Id="rId211" Type="http://schemas.openxmlformats.org/officeDocument/2006/relationships/customXml" Target="../ink/ink2751.xml"/><Relationship Id="rId232" Type="http://schemas.openxmlformats.org/officeDocument/2006/relationships/image" Target="../media/image2241.png"/><Relationship Id="rId253" Type="http://schemas.openxmlformats.org/officeDocument/2006/relationships/customXml" Target="../ink/ink2773.xml"/><Relationship Id="rId274" Type="http://schemas.openxmlformats.org/officeDocument/2006/relationships/image" Target="../media/image2261.png"/><Relationship Id="rId295" Type="http://schemas.openxmlformats.org/officeDocument/2006/relationships/customXml" Target="../ink/ink2794.xml"/><Relationship Id="rId309" Type="http://schemas.openxmlformats.org/officeDocument/2006/relationships/customXml" Target="../ink/ink2801.xml"/><Relationship Id="rId27" Type="http://schemas.openxmlformats.org/officeDocument/2006/relationships/image" Target="../media/image2135.png"/><Relationship Id="rId48" Type="http://schemas.openxmlformats.org/officeDocument/2006/relationships/customXml" Target="../ink/ink2669.xml"/><Relationship Id="rId69" Type="http://schemas.openxmlformats.org/officeDocument/2006/relationships/image" Target="../media/image2156.png"/><Relationship Id="rId113" Type="http://schemas.openxmlformats.org/officeDocument/2006/relationships/image" Target="../media/image2178.png"/><Relationship Id="rId134" Type="http://schemas.openxmlformats.org/officeDocument/2006/relationships/customXml" Target="../ink/ink2712.xml"/><Relationship Id="rId320" Type="http://schemas.openxmlformats.org/officeDocument/2006/relationships/image" Target="../media/image2284.png"/><Relationship Id="rId80" Type="http://schemas.openxmlformats.org/officeDocument/2006/relationships/customXml" Target="../ink/ink2685.xml"/><Relationship Id="rId155" Type="http://schemas.openxmlformats.org/officeDocument/2006/relationships/customXml" Target="../ink/ink2723.xml"/><Relationship Id="rId176" Type="http://schemas.openxmlformats.org/officeDocument/2006/relationships/image" Target="../media/image2213.png"/><Relationship Id="rId197" Type="http://schemas.openxmlformats.org/officeDocument/2006/relationships/customXml" Target="../ink/ink2744.xml"/><Relationship Id="rId341" Type="http://schemas.openxmlformats.org/officeDocument/2006/relationships/image" Target="../media/image2294.png"/><Relationship Id="rId362" Type="http://schemas.openxmlformats.org/officeDocument/2006/relationships/customXml" Target="../ink/ink2828.xml"/><Relationship Id="rId201" Type="http://schemas.openxmlformats.org/officeDocument/2006/relationships/customXml" Target="../ink/ink2746.xml"/><Relationship Id="rId222" Type="http://schemas.openxmlformats.org/officeDocument/2006/relationships/image" Target="../media/image2236.png"/><Relationship Id="rId243" Type="http://schemas.openxmlformats.org/officeDocument/2006/relationships/image" Target="../media/image2246.png"/><Relationship Id="rId264" Type="http://schemas.openxmlformats.org/officeDocument/2006/relationships/image" Target="../media/image2256.png"/><Relationship Id="rId285" Type="http://schemas.openxmlformats.org/officeDocument/2006/relationships/customXml" Target="../ink/ink2789.xml"/><Relationship Id="rId17" Type="http://schemas.openxmlformats.org/officeDocument/2006/relationships/image" Target="../media/image2125.png"/><Relationship Id="rId38" Type="http://schemas.openxmlformats.org/officeDocument/2006/relationships/customXml" Target="../ink/ink2664.xml"/><Relationship Id="rId59" Type="http://schemas.openxmlformats.org/officeDocument/2006/relationships/image" Target="../media/image2151.png"/><Relationship Id="rId103" Type="http://schemas.openxmlformats.org/officeDocument/2006/relationships/image" Target="../media/image2173.png"/><Relationship Id="rId124" Type="http://schemas.openxmlformats.org/officeDocument/2006/relationships/customXml" Target="../ink/ink2707.xml"/><Relationship Id="rId310" Type="http://schemas.openxmlformats.org/officeDocument/2006/relationships/image" Target="../media/image2279.png"/><Relationship Id="rId70" Type="http://schemas.openxmlformats.org/officeDocument/2006/relationships/customXml" Target="../ink/ink2680.xml"/><Relationship Id="rId91" Type="http://schemas.openxmlformats.org/officeDocument/2006/relationships/image" Target="../media/image2167.png"/><Relationship Id="rId145" Type="http://schemas.openxmlformats.org/officeDocument/2006/relationships/customXml" Target="../ink/ink2718.xml"/><Relationship Id="rId166" Type="http://schemas.openxmlformats.org/officeDocument/2006/relationships/image" Target="../media/image2208.png"/><Relationship Id="rId187" Type="http://schemas.openxmlformats.org/officeDocument/2006/relationships/customXml" Target="../ink/ink2739.xml"/><Relationship Id="rId331" Type="http://schemas.openxmlformats.org/officeDocument/2006/relationships/customXml" Target="../ink/ink2812.xml"/><Relationship Id="rId352" Type="http://schemas.openxmlformats.org/officeDocument/2006/relationships/customXml" Target="../ink/ink2823.xml"/><Relationship Id="rId373" Type="http://schemas.openxmlformats.org/officeDocument/2006/relationships/image" Target="../media/image2311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231.png"/><Relationship Id="rId233" Type="http://schemas.openxmlformats.org/officeDocument/2006/relationships/customXml" Target="../ink/ink2762.xml"/><Relationship Id="rId254" Type="http://schemas.openxmlformats.org/officeDocument/2006/relationships/image" Target="../media/image2251.png"/><Relationship Id="rId28" Type="http://schemas.openxmlformats.org/officeDocument/2006/relationships/customXml" Target="../ink/ink2659.xml"/><Relationship Id="rId49" Type="http://schemas.openxmlformats.org/officeDocument/2006/relationships/image" Target="../media/image2146.png"/><Relationship Id="rId114" Type="http://schemas.openxmlformats.org/officeDocument/2006/relationships/customXml" Target="../ink/ink2702.xml"/><Relationship Id="rId275" Type="http://schemas.openxmlformats.org/officeDocument/2006/relationships/customXml" Target="../ink/ink2784.xml"/><Relationship Id="rId296" Type="http://schemas.openxmlformats.org/officeDocument/2006/relationships/image" Target="../media/image2272.png"/><Relationship Id="rId300" Type="http://schemas.openxmlformats.org/officeDocument/2006/relationships/image" Target="../media/image2274.png"/><Relationship Id="rId60" Type="http://schemas.openxmlformats.org/officeDocument/2006/relationships/customXml" Target="../ink/ink2675.xml"/><Relationship Id="rId81" Type="http://schemas.openxmlformats.org/officeDocument/2006/relationships/image" Target="../media/image2162.png"/><Relationship Id="rId135" Type="http://schemas.openxmlformats.org/officeDocument/2006/relationships/image" Target="../media/image2193.png"/><Relationship Id="rId156" Type="http://schemas.openxmlformats.org/officeDocument/2006/relationships/image" Target="../media/image2203.png"/><Relationship Id="rId177" Type="http://schemas.openxmlformats.org/officeDocument/2006/relationships/customXml" Target="../ink/ink2734.xml"/><Relationship Id="rId198" Type="http://schemas.openxmlformats.org/officeDocument/2006/relationships/image" Target="../media/image2224.png"/><Relationship Id="rId321" Type="http://schemas.openxmlformats.org/officeDocument/2006/relationships/customXml" Target="../ink/ink2807.xml"/><Relationship Id="rId342" Type="http://schemas.openxmlformats.org/officeDocument/2006/relationships/customXml" Target="../ink/ink2818.xml"/><Relationship Id="rId363" Type="http://schemas.openxmlformats.org/officeDocument/2006/relationships/image" Target="../media/image2305.png"/><Relationship Id="rId202" Type="http://schemas.openxmlformats.org/officeDocument/2006/relationships/image" Target="../media/image2226.png"/><Relationship Id="rId223" Type="http://schemas.openxmlformats.org/officeDocument/2006/relationships/customXml" Target="../ink/ink2757.xml"/><Relationship Id="rId244" Type="http://schemas.openxmlformats.org/officeDocument/2006/relationships/customXml" Target="../ink/ink2768.xml"/><Relationship Id="rId18" Type="http://schemas.openxmlformats.org/officeDocument/2006/relationships/customXml" Target="../ink/ink2654.xml"/><Relationship Id="rId39" Type="http://schemas.openxmlformats.org/officeDocument/2006/relationships/image" Target="../media/image2141.png"/><Relationship Id="rId265" Type="http://schemas.openxmlformats.org/officeDocument/2006/relationships/customXml" Target="../ink/ink2779.xml"/><Relationship Id="rId286" Type="http://schemas.openxmlformats.org/officeDocument/2006/relationships/image" Target="../media/image2267.png"/><Relationship Id="rId50" Type="http://schemas.openxmlformats.org/officeDocument/2006/relationships/customXml" Target="../ink/ink2670.xml"/><Relationship Id="rId104" Type="http://schemas.openxmlformats.org/officeDocument/2006/relationships/customXml" Target="../ink/ink2697.xml"/><Relationship Id="rId125" Type="http://schemas.openxmlformats.org/officeDocument/2006/relationships/image" Target="../media/image2188.png"/><Relationship Id="rId146" Type="http://schemas.openxmlformats.org/officeDocument/2006/relationships/image" Target="../media/image2198.png"/><Relationship Id="rId167" Type="http://schemas.openxmlformats.org/officeDocument/2006/relationships/customXml" Target="../ink/ink2729.xml"/><Relationship Id="rId188" Type="http://schemas.openxmlformats.org/officeDocument/2006/relationships/image" Target="../media/image2219.png"/><Relationship Id="rId311" Type="http://schemas.openxmlformats.org/officeDocument/2006/relationships/customXml" Target="../ink/ink2802.xml"/><Relationship Id="rId332" Type="http://schemas.openxmlformats.org/officeDocument/2006/relationships/customXml" Target="../ink/ink2813.xml"/><Relationship Id="rId353" Type="http://schemas.openxmlformats.org/officeDocument/2006/relationships/image" Target="../media/image2300.png"/><Relationship Id="rId71" Type="http://schemas.openxmlformats.org/officeDocument/2006/relationships/image" Target="../media/image2157.png"/><Relationship Id="rId92" Type="http://schemas.openxmlformats.org/officeDocument/2006/relationships/customXml" Target="../ink/ink2691.xml"/><Relationship Id="rId213" Type="http://schemas.openxmlformats.org/officeDocument/2006/relationships/customXml" Target="../ink/ink2752.xml"/><Relationship Id="rId234" Type="http://schemas.openxmlformats.org/officeDocument/2006/relationships/image" Target="../media/image2242.png"/><Relationship Id="rId2" Type="http://schemas.openxmlformats.org/officeDocument/2006/relationships/customXml" Target="../ink/ink2646.xml"/><Relationship Id="rId29" Type="http://schemas.openxmlformats.org/officeDocument/2006/relationships/image" Target="../media/image2136.png"/><Relationship Id="rId255" Type="http://schemas.openxmlformats.org/officeDocument/2006/relationships/customXml" Target="../ink/ink2774.xml"/><Relationship Id="rId276" Type="http://schemas.openxmlformats.org/officeDocument/2006/relationships/image" Target="../media/image2262.png"/><Relationship Id="rId297" Type="http://schemas.openxmlformats.org/officeDocument/2006/relationships/customXml" Target="../ink/ink2795.xml"/><Relationship Id="rId40" Type="http://schemas.openxmlformats.org/officeDocument/2006/relationships/customXml" Target="../ink/ink2665.xml"/><Relationship Id="rId115" Type="http://schemas.openxmlformats.org/officeDocument/2006/relationships/image" Target="../media/image2184.png"/><Relationship Id="rId136" Type="http://schemas.openxmlformats.org/officeDocument/2006/relationships/customXml" Target="../ink/ink2713.xml"/><Relationship Id="rId157" Type="http://schemas.openxmlformats.org/officeDocument/2006/relationships/customXml" Target="../ink/ink2724.xml"/><Relationship Id="rId178" Type="http://schemas.openxmlformats.org/officeDocument/2006/relationships/image" Target="../media/image2214.png"/><Relationship Id="rId301" Type="http://schemas.openxmlformats.org/officeDocument/2006/relationships/customXml" Target="../ink/ink2797.xml"/><Relationship Id="rId322" Type="http://schemas.openxmlformats.org/officeDocument/2006/relationships/image" Target="../media/image2285.png"/><Relationship Id="rId343" Type="http://schemas.openxmlformats.org/officeDocument/2006/relationships/image" Target="../media/image2295.png"/><Relationship Id="rId364" Type="http://schemas.openxmlformats.org/officeDocument/2006/relationships/customXml" Target="../ink/ink2829.xml"/><Relationship Id="rId61" Type="http://schemas.openxmlformats.org/officeDocument/2006/relationships/image" Target="../media/image2152.png"/><Relationship Id="rId82" Type="http://schemas.openxmlformats.org/officeDocument/2006/relationships/customXml" Target="../ink/ink2686.xml"/><Relationship Id="rId199" Type="http://schemas.openxmlformats.org/officeDocument/2006/relationships/customXml" Target="../ink/ink2745.xml"/><Relationship Id="rId203" Type="http://schemas.openxmlformats.org/officeDocument/2006/relationships/customXml" Target="../ink/ink2747.xml"/><Relationship Id="rId19" Type="http://schemas.openxmlformats.org/officeDocument/2006/relationships/image" Target="../media/image2126.png"/><Relationship Id="rId224" Type="http://schemas.openxmlformats.org/officeDocument/2006/relationships/image" Target="../media/image2237.png"/><Relationship Id="rId245" Type="http://schemas.openxmlformats.org/officeDocument/2006/relationships/customXml" Target="../ink/ink2769.xml"/><Relationship Id="rId266" Type="http://schemas.openxmlformats.org/officeDocument/2006/relationships/image" Target="../media/image2257.png"/><Relationship Id="rId287" Type="http://schemas.openxmlformats.org/officeDocument/2006/relationships/customXml" Target="../ink/ink2790.xml"/><Relationship Id="rId30" Type="http://schemas.openxmlformats.org/officeDocument/2006/relationships/customXml" Target="../ink/ink2660.xml"/><Relationship Id="rId105" Type="http://schemas.openxmlformats.org/officeDocument/2006/relationships/image" Target="../media/image2174.png"/><Relationship Id="rId126" Type="http://schemas.openxmlformats.org/officeDocument/2006/relationships/customXml" Target="../ink/ink2708.xml"/><Relationship Id="rId147" Type="http://schemas.openxmlformats.org/officeDocument/2006/relationships/customXml" Target="../ink/ink2719.xml"/><Relationship Id="rId168" Type="http://schemas.openxmlformats.org/officeDocument/2006/relationships/image" Target="../media/image2209.png"/><Relationship Id="rId312" Type="http://schemas.openxmlformats.org/officeDocument/2006/relationships/image" Target="../media/image2280.png"/><Relationship Id="rId333" Type="http://schemas.openxmlformats.org/officeDocument/2006/relationships/image" Target="../media/image2290.png"/><Relationship Id="rId354" Type="http://schemas.openxmlformats.org/officeDocument/2006/relationships/customXml" Target="../ink/ink2824.xml"/><Relationship Id="rId51" Type="http://schemas.openxmlformats.org/officeDocument/2006/relationships/image" Target="../media/image2147.png"/><Relationship Id="rId72" Type="http://schemas.openxmlformats.org/officeDocument/2006/relationships/customXml" Target="../ink/ink2681.xml"/><Relationship Id="rId93" Type="http://schemas.openxmlformats.org/officeDocument/2006/relationships/image" Target="../media/image2168.png"/><Relationship Id="rId189" Type="http://schemas.openxmlformats.org/officeDocument/2006/relationships/customXml" Target="../ink/ink2740.xml"/><Relationship Id="rId3" Type="http://schemas.openxmlformats.org/officeDocument/2006/relationships/image" Target="../media/image2115.png"/><Relationship Id="rId214" Type="http://schemas.openxmlformats.org/officeDocument/2006/relationships/image" Target="../media/image2232.png"/><Relationship Id="rId235" Type="http://schemas.openxmlformats.org/officeDocument/2006/relationships/customXml" Target="../ink/ink2763.xml"/><Relationship Id="rId256" Type="http://schemas.openxmlformats.org/officeDocument/2006/relationships/image" Target="../media/image2252.png"/><Relationship Id="rId277" Type="http://schemas.openxmlformats.org/officeDocument/2006/relationships/customXml" Target="../ink/ink2785.xml"/><Relationship Id="rId298" Type="http://schemas.openxmlformats.org/officeDocument/2006/relationships/image" Target="../media/image2273.png"/><Relationship Id="rId116" Type="http://schemas.openxmlformats.org/officeDocument/2006/relationships/customXml" Target="../ink/ink2703.xml"/><Relationship Id="rId137" Type="http://schemas.openxmlformats.org/officeDocument/2006/relationships/image" Target="../media/image2194.png"/><Relationship Id="rId158" Type="http://schemas.openxmlformats.org/officeDocument/2006/relationships/image" Target="../media/image2204.png"/><Relationship Id="rId302" Type="http://schemas.openxmlformats.org/officeDocument/2006/relationships/image" Target="../media/image2275.png"/><Relationship Id="rId323" Type="http://schemas.openxmlformats.org/officeDocument/2006/relationships/customXml" Target="../ink/ink2808.xml"/><Relationship Id="rId344" Type="http://schemas.openxmlformats.org/officeDocument/2006/relationships/customXml" Target="../ink/ink2819.xml"/><Relationship Id="rId20" Type="http://schemas.openxmlformats.org/officeDocument/2006/relationships/customXml" Target="../ink/ink2655.xml"/><Relationship Id="rId41" Type="http://schemas.openxmlformats.org/officeDocument/2006/relationships/image" Target="../media/image2142.png"/><Relationship Id="rId62" Type="http://schemas.openxmlformats.org/officeDocument/2006/relationships/customXml" Target="../ink/ink2676.xml"/><Relationship Id="rId83" Type="http://schemas.openxmlformats.org/officeDocument/2006/relationships/image" Target="../media/image2163.png"/><Relationship Id="rId179" Type="http://schemas.openxmlformats.org/officeDocument/2006/relationships/customXml" Target="../ink/ink2735.xml"/><Relationship Id="rId365" Type="http://schemas.openxmlformats.org/officeDocument/2006/relationships/image" Target="../media/image2306.png"/><Relationship Id="rId190" Type="http://schemas.openxmlformats.org/officeDocument/2006/relationships/image" Target="../media/image2220.png"/><Relationship Id="rId204" Type="http://schemas.openxmlformats.org/officeDocument/2006/relationships/image" Target="../media/image2227.png"/><Relationship Id="rId225" Type="http://schemas.openxmlformats.org/officeDocument/2006/relationships/customXml" Target="../ink/ink2758.xml"/><Relationship Id="rId246" Type="http://schemas.openxmlformats.org/officeDocument/2006/relationships/image" Target="../media/image2247.png"/><Relationship Id="rId267" Type="http://schemas.openxmlformats.org/officeDocument/2006/relationships/customXml" Target="../ink/ink2780.xml"/><Relationship Id="rId288" Type="http://schemas.openxmlformats.org/officeDocument/2006/relationships/image" Target="../media/image2268.png"/><Relationship Id="rId106" Type="http://schemas.openxmlformats.org/officeDocument/2006/relationships/customXml" Target="../ink/ink2698.xml"/><Relationship Id="rId127" Type="http://schemas.openxmlformats.org/officeDocument/2006/relationships/image" Target="../media/image2189.png"/><Relationship Id="rId313" Type="http://schemas.openxmlformats.org/officeDocument/2006/relationships/customXml" Target="../ink/ink2803.xml"/><Relationship Id="rId10" Type="http://schemas.openxmlformats.org/officeDocument/2006/relationships/customXml" Target="../ink/ink2650.xml"/><Relationship Id="rId31" Type="http://schemas.openxmlformats.org/officeDocument/2006/relationships/image" Target="../media/image2137.png"/><Relationship Id="rId52" Type="http://schemas.openxmlformats.org/officeDocument/2006/relationships/customXml" Target="../ink/ink2671.xml"/><Relationship Id="rId73" Type="http://schemas.openxmlformats.org/officeDocument/2006/relationships/image" Target="../media/image2158.png"/><Relationship Id="rId94" Type="http://schemas.openxmlformats.org/officeDocument/2006/relationships/customXml" Target="../ink/ink2692.xml"/><Relationship Id="rId148" Type="http://schemas.openxmlformats.org/officeDocument/2006/relationships/image" Target="../media/image2199.png"/><Relationship Id="rId169" Type="http://schemas.openxmlformats.org/officeDocument/2006/relationships/customXml" Target="../ink/ink2730.xml"/><Relationship Id="rId334" Type="http://schemas.openxmlformats.org/officeDocument/2006/relationships/customXml" Target="../ink/ink2814.xml"/><Relationship Id="rId355" Type="http://schemas.openxmlformats.org/officeDocument/2006/relationships/image" Target="../media/image2301.png"/><Relationship Id="rId4" Type="http://schemas.openxmlformats.org/officeDocument/2006/relationships/customXml" Target="../ink/ink2647.xml"/><Relationship Id="rId180" Type="http://schemas.openxmlformats.org/officeDocument/2006/relationships/image" Target="../media/image2215.png"/><Relationship Id="rId215" Type="http://schemas.openxmlformats.org/officeDocument/2006/relationships/customXml" Target="../ink/ink2753.xml"/><Relationship Id="rId236" Type="http://schemas.openxmlformats.org/officeDocument/2006/relationships/image" Target="../media/image2243.png"/><Relationship Id="rId257" Type="http://schemas.openxmlformats.org/officeDocument/2006/relationships/customXml" Target="../ink/ink2775.xml"/><Relationship Id="rId278" Type="http://schemas.openxmlformats.org/officeDocument/2006/relationships/image" Target="../media/image2263.png"/><Relationship Id="rId303" Type="http://schemas.openxmlformats.org/officeDocument/2006/relationships/customXml" Target="../ink/ink2798.xml"/><Relationship Id="rId42" Type="http://schemas.openxmlformats.org/officeDocument/2006/relationships/customXml" Target="../ink/ink2666.xml"/><Relationship Id="rId84" Type="http://schemas.openxmlformats.org/officeDocument/2006/relationships/customXml" Target="../ink/ink2687.xml"/><Relationship Id="rId138" Type="http://schemas.openxmlformats.org/officeDocument/2006/relationships/customXml" Target="../ink/ink2714.xml"/><Relationship Id="rId345" Type="http://schemas.openxmlformats.org/officeDocument/2006/relationships/image" Target="../media/image2296.png"/><Relationship Id="rId191" Type="http://schemas.openxmlformats.org/officeDocument/2006/relationships/customXml" Target="../ink/ink2741.xml"/><Relationship Id="rId205" Type="http://schemas.openxmlformats.org/officeDocument/2006/relationships/customXml" Target="../ink/ink2748.xml"/><Relationship Id="rId247" Type="http://schemas.openxmlformats.org/officeDocument/2006/relationships/customXml" Target="../ink/ink2770.xml"/><Relationship Id="rId107" Type="http://schemas.openxmlformats.org/officeDocument/2006/relationships/image" Target="../media/image2175.png"/><Relationship Id="rId289" Type="http://schemas.openxmlformats.org/officeDocument/2006/relationships/customXml" Target="../ink/ink2791.xml"/><Relationship Id="rId11" Type="http://schemas.openxmlformats.org/officeDocument/2006/relationships/image" Target="../media/image2122.png"/><Relationship Id="rId53" Type="http://schemas.openxmlformats.org/officeDocument/2006/relationships/image" Target="../media/image2148.png"/><Relationship Id="rId149" Type="http://schemas.openxmlformats.org/officeDocument/2006/relationships/customXml" Target="../ink/ink2720.xml"/><Relationship Id="rId314" Type="http://schemas.openxmlformats.org/officeDocument/2006/relationships/image" Target="../media/image2281.png"/><Relationship Id="rId356" Type="http://schemas.openxmlformats.org/officeDocument/2006/relationships/customXml" Target="../ink/ink2825.xml"/><Relationship Id="rId95" Type="http://schemas.openxmlformats.org/officeDocument/2006/relationships/image" Target="../media/image2169.png"/><Relationship Id="rId160" Type="http://schemas.openxmlformats.org/officeDocument/2006/relationships/image" Target="../media/image2205.png"/><Relationship Id="rId216" Type="http://schemas.openxmlformats.org/officeDocument/2006/relationships/image" Target="../media/image2233.png"/><Relationship Id="rId258" Type="http://schemas.openxmlformats.org/officeDocument/2006/relationships/image" Target="../media/image2253.png"/><Relationship Id="rId22" Type="http://schemas.openxmlformats.org/officeDocument/2006/relationships/customXml" Target="../ink/ink2656.xml"/><Relationship Id="rId64" Type="http://schemas.openxmlformats.org/officeDocument/2006/relationships/customXml" Target="../ink/ink2677.xml"/><Relationship Id="rId118" Type="http://schemas.openxmlformats.org/officeDocument/2006/relationships/customXml" Target="../ink/ink2704.xml"/><Relationship Id="rId325" Type="http://schemas.openxmlformats.org/officeDocument/2006/relationships/customXml" Target="../ink/ink2809.xml"/><Relationship Id="rId367" Type="http://schemas.openxmlformats.org/officeDocument/2006/relationships/image" Target="../media/image2307.png"/><Relationship Id="rId171" Type="http://schemas.openxmlformats.org/officeDocument/2006/relationships/customXml" Target="../ink/ink2731.xml"/><Relationship Id="rId227" Type="http://schemas.openxmlformats.org/officeDocument/2006/relationships/customXml" Target="../ink/ink2759.xml"/><Relationship Id="rId269" Type="http://schemas.openxmlformats.org/officeDocument/2006/relationships/customXml" Target="../ink/ink2781.xml"/><Relationship Id="rId33" Type="http://schemas.openxmlformats.org/officeDocument/2006/relationships/image" Target="../media/image2138.png"/><Relationship Id="rId129" Type="http://schemas.openxmlformats.org/officeDocument/2006/relationships/image" Target="../media/image2190.png"/><Relationship Id="rId280" Type="http://schemas.openxmlformats.org/officeDocument/2006/relationships/image" Target="../media/image2264.png"/><Relationship Id="rId336" Type="http://schemas.openxmlformats.org/officeDocument/2006/relationships/customXml" Target="../ink/ink2815.xml"/><Relationship Id="rId75" Type="http://schemas.openxmlformats.org/officeDocument/2006/relationships/image" Target="../media/image2159.png"/><Relationship Id="rId140" Type="http://schemas.openxmlformats.org/officeDocument/2006/relationships/customXml" Target="../ink/ink2715.xml"/><Relationship Id="rId182" Type="http://schemas.openxmlformats.org/officeDocument/2006/relationships/image" Target="../media/image2216.png"/><Relationship Id="rId6" Type="http://schemas.openxmlformats.org/officeDocument/2006/relationships/customXml" Target="../ink/ink2648.xml"/><Relationship Id="rId238" Type="http://schemas.openxmlformats.org/officeDocument/2006/relationships/image" Target="../media/image2244.png"/><Relationship Id="rId291" Type="http://schemas.openxmlformats.org/officeDocument/2006/relationships/customXml" Target="../ink/ink2792.xml"/><Relationship Id="rId305" Type="http://schemas.openxmlformats.org/officeDocument/2006/relationships/customXml" Target="../ink/ink2799.xml"/><Relationship Id="rId347" Type="http://schemas.openxmlformats.org/officeDocument/2006/relationships/image" Target="../media/image2297.png"/><Relationship Id="rId44" Type="http://schemas.openxmlformats.org/officeDocument/2006/relationships/customXml" Target="../ink/ink2667.xml"/><Relationship Id="rId86" Type="http://schemas.openxmlformats.org/officeDocument/2006/relationships/customXml" Target="../ink/ink2688.xml"/><Relationship Id="rId151" Type="http://schemas.openxmlformats.org/officeDocument/2006/relationships/customXml" Target="../ink/ink2721.xml"/><Relationship Id="rId193" Type="http://schemas.openxmlformats.org/officeDocument/2006/relationships/customXml" Target="../ink/ink2742.xml"/><Relationship Id="rId207" Type="http://schemas.openxmlformats.org/officeDocument/2006/relationships/customXml" Target="../ink/ink2749.xml"/><Relationship Id="rId249" Type="http://schemas.openxmlformats.org/officeDocument/2006/relationships/customXml" Target="../ink/ink2771.xml"/><Relationship Id="rId13" Type="http://schemas.openxmlformats.org/officeDocument/2006/relationships/image" Target="../media/image2123.png"/><Relationship Id="rId109" Type="http://schemas.openxmlformats.org/officeDocument/2006/relationships/image" Target="../media/image2176.png"/><Relationship Id="rId260" Type="http://schemas.openxmlformats.org/officeDocument/2006/relationships/image" Target="../media/image2254.png"/><Relationship Id="rId316" Type="http://schemas.openxmlformats.org/officeDocument/2006/relationships/image" Target="../media/image2282.png"/><Relationship Id="rId55" Type="http://schemas.openxmlformats.org/officeDocument/2006/relationships/image" Target="../media/image2149.png"/><Relationship Id="rId97" Type="http://schemas.openxmlformats.org/officeDocument/2006/relationships/image" Target="../media/image2170.png"/><Relationship Id="rId120" Type="http://schemas.openxmlformats.org/officeDocument/2006/relationships/customXml" Target="../ink/ink2705.xml"/><Relationship Id="rId358" Type="http://schemas.openxmlformats.org/officeDocument/2006/relationships/customXml" Target="../ink/ink2826.xml"/><Relationship Id="rId162" Type="http://schemas.openxmlformats.org/officeDocument/2006/relationships/image" Target="../media/image2206.png"/><Relationship Id="rId218" Type="http://schemas.openxmlformats.org/officeDocument/2006/relationships/image" Target="../media/image2234.png"/><Relationship Id="rId271" Type="http://schemas.openxmlformats.org/officeDocument/2006/relationships/customXml" Target="../ink/ink2782.xml"/><Relationship Id="rId24" Type="http://schemas.openxmlformats.org/officeDocument/2006/relationships/customXml" Target="../ink/ink2657.xml"/><Relationship Id="rId66" Type="http://schemas.openxmlformats.org/officeDocument/2006/relationships/customXml" Target="../ink/ink2678.xml"/><Relationship Id="rId131" Type="http://schemas.openxmlformats.org/officeDocument/2006/relationships/image" Target="../media/image2191.png"/><Relationship Id="rId327" Type="http://schemas.openxmlformats.org/officeDocument/2006/relationships/customXml" Target="../ink/ink2810.xml"/><Relationship Id="rId369" Type="http://schemas.openxmlformats.org/officeDocument/2006/relationships/image" Target="../media/image2308.png"/><Relationship Id="rId173" Type="http://schemas.openxmlformats.org/officeDocument/2006/relationships/customXml" Target="../ink/ink2732.xml"/><Relationship Id="rId229" Type="http://schemas.openxmlformats.org/officeDocument/2006/relationships/customXml" Target="../ink/ink2760.xml"/><Relationship Id="rId240" Type="http://schemas.openxmlformats.org/officeDocument/2006/relationships/image" Target="../media/image2245.png"/><Relationship Id="rId35" Type="http://schemas.openxmlformats.org/officeDocument/2006/relationships/image" Target="../media/image2139.png"/><Relationship Id="rId77" Type="http://schemas.openxmlformats.org/officeDocument/2006/relationships/image" Target="../media/image2160.png"/><Relationship Id="rId100" Type="http://schemas.openxmlformats.org/officeDocument/2006/relationships/customXml" Target="../ink/ink2695.xml"/><Relationship Id="rId282" Type="http://schemas.openxmlformats.org/officeDocument/2006/relationships/image" Target="../media/image2265.png"/><Relationship Id="rId338" Type="http://schemas.openxmlformats.org/officeDocument/2006/relationships/customXml" Target="../ink/ink2816.xml"/><Relationship Id="rId8" Type="http://schemas.openxmlformats.org/officeDocument/2006/relationships/customXml" Target="../ink/ink2649.xml"/><Relationship Id="rId142" Type="http://schemas.openxmlformats.org/officeDocument/2006/relationships/customXml" Target="../ink/ink2716.xml"/><Relationship Id="rId184" Type="http://schemas.openxmlformats.org/officeDocument/2006/relationships/image" Target="../media/image2217.png"/><Relationship Id="rId251" Type="http://schemas.openxmlformats.org/officeDocument/2006/relationships/customXml" Target="../ink/ink2772.xml"/><Relationship Id="rId46" Type="http://schemas.openxmlformats.org/officeDocument/2006/relationships/customXml" Target="../ink/ink2668.xml"/><Relationship Id="rId293" Type="http://schemas.openxmlformats.org/officeDocument/2006/relationships/customXml" Target="../ink/ink2793.xml"/><Relationship Id="rId307" Type="http://schemas.openxmlformats.org/officeDocument/2006/relationships/customXml" Target="../ink/ink2800.xml"/><Relationship Id="rId349" Type="http://schemas.openxmlformats.org/officeDocument/2006/relationships/image" Target="../media/image2298.png"/><Relationship Id="rId88" Type="http://schemas.openxmlformats.org/officeDocument/2006/relationships/customXml" Target="../ink/ink2689.xml"/><Relationship Id="rId111" Type="http://schemas.openxmlformats.org/officeDocument/2006/relationships/image" Target="../media/image2177.png"/><Relationship Id="rId153" Type="http://schemas.openxmlformats.org/officeDocument/2006/relationships/customXml" Target="../ink/ink2722.xml"/><Relationship Id="rId195" Type="http://schemas.openxmlformats.org/officeDocument/2006/relationships/customXml" Target="../ink/ink2743.xml"/><Relationship Id="rId209" Type="http://schemas.openxmlformats.org/officeDocument/2006/relationships/customXml" Target="../ink/ink2750.xml"/><Relationship Id="rId360" Type="http://schemas.openxmlformats.org/officeDocument/2006/relationships/customXml" Target="../ink/ink2827.xml"/><Relationship Id="rId220" Type="http://schemas.openxmlformats.org/officeDocument/2006/relationships/image" Target="../media/image2235.png"/><Relationship Id="rId15" Type="http://schemas.openxmlformats.org/officeDocument/2006/relationships/image" Target="../media/image2124.png"/><Relationship Id="rId57" Type="http://schemas.openxmlformats.org/officeDocument/2006/relationships/image" Target="../media/image2150.png"/><Relationship Id="rId262" Type="http://schemas.openxmlformats.org/officeDocument/2006/relationships/image" Target="../media/image2255.png"/><Relationship Id="rId318" Type="http://schemas.openxmlformats.org/officeDocument/2006/relationships/image" Target="../media/image228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060.png"/><Relationship Id="rId21" Type="http://schemas.openxmlformats.org/officeDocument/2006/relationships/customXml" Target="../ink/ink2843.xml"/><Relationship Id="rId42" Type="http://schemas.openxmlformats.org/officeDocument/2006/relationships/image" Target="../media/image6140.png"/><Relationship Id="rId47" Type="http://schemas.openxmlformats.org/officeDocument/2006/relationships/customXml" Target="../ink/ink2856.xml"/><Relationship Id="rId63" Type="http://schemas.openxmlformats.org/officeDocument/2006/relationships/customXml" Target="../ink/ink2864.xml"/><Relationship Id="rId68" Type="http://schemas.openxmlformats.org/officeDocument/2006/relationships/image" Target="../media/image6270.png"/><Relationship Id="rId84" Type="http://schemas.openxmlformats.org/officeDocument/2006/relationships/image" Target="../media/image6350.png"/><Relationship Id="rId89" Type="http://schemas.openxmlformats.org/officeDocument/2006/relationships/customXml" Target="../ink/ink2877.xml"/><Relationship Id="rId112" Type="http://schemas.openxmlformats.org/officeDocument/2006/relationships/image" Target="../media/image6490.png"/><Relationship Id="rId16" Type="http://schemas.openxmlformats.org/officeDocument/2006/relationships/image" Target="../media/image6011.png"/><Relationship Id="rId107" Type="http://schemas.openxmlformats.org/officeDocument/2006/relationships/customXml" Target="../ink/ink2886.xml"/><Relationship Id="rId11" Type="http://schemas.openxmlformats.org/officeDocument/2006/relationships/customXml" Target="../ink/ink2838.xml"/><Relationship Id="rId32" Type="http://schemas.openxmlformats.org/officeDocument/2006/relationships/image" Target="../media/image6090.png"/><Relationship Id="rId37" Type="http://schemas.openxmlformats.org/officeDocument/2006/relationships/customXml" Target="../ink/ink2851.xml"/><Relationship Id="rId53" Type="http://schemas.openxmlformats.org/officeDocument/2006/relationships/customXml" Target="../ink/ink2859.xml"/><Relationship Id="rId58" Type="http://schemas.openxmlformats.org/officeDocument/2006/relationships/image" Target="../media/image6220.png"/><Relationship Id="rId74" Type="http://schemas.openxmlformats.org/officeDocument/2006/relationships/image" Target="../media/image6300.png"/><Relationship Id="rId79" Type="http://schemas.openxmlformats.org/officeDocument/2006/relationships/customXml" Target="../ink/ink2872.xml"/><Relationship Id="rId102" Type="http://schemas.openxmlformats.org/officeDocument/2006/relationships/image" Target="../media/image6440.png"/><Relationship Id="rId5" Type="http://schemas.openxmlformats.org/officeDocument/2006/relationships/customXml" Target="../ink/ink2835.xml"/><Relationship Id="rId90" Type="http://schemas.openxmlformats.org/officeDocument/2006/relationships/image" Target="../media/image6380.png"/><Relationship Id="rId95" Type="http://schemas.openxmlformats.org/officeDocument/2006/relationships/customXml" Target="../ink/ink2880.xml"/><Relationship Id="rId22" Type="http://schemas.openxmlformats.org/officeDocument/2006/relationships/image" Target="../media/image6040.png"/><Relationship Id="rId27" Type="http://schemas.openxmlformats.org/officeDocument/2006/relationships/customXml" Target="../ink/ink2846.xml"/><Relationship Id="rId43" Type="http://schemas.openxmlformats.org/officeDocument/2006/relationships/customXml" Target="../ink/ink2854.xml"/><Relationship Id="rId48" Type="http://schemas.openxmlformats.org/officeDocument/2006/relationships/image" Target="../media/image6170.png"/><Relationship Id="rId64" Type="http://schemas.openxmlformats.org/officeDocument/2006/relationships/image" Target="../media/image6250.png"/><Relationship Id="rId69" Type="http://schemas.openxmlformats.org/officeDocument/2006/relationships/customXml" Target="../ink/ink2867.xml"/><Relationship Id="rId80" Type="http://schemas.openxmlformats.org/officeDocument/2006/relationships/image" Target="../media/image6330.png"/><Relationship Id="rId85" Type="http://schemas.openxmlformats.org/officeDocument/2006/relationships/customXml" Target="../ink/ink2875.xml"/><Relationship Id="rId12" Type="http://schemas.openxmlformats.org/officeDocument/2006/relationships/image" Target="../media/image5990.png"/><Relationship Id="rId17" Type="http://schemas.openxmlformats.org/officeDocument/2006/relationships/customXml" Target="../ink/ink2841.xml"/><Relationship Id="rId33" Type="http://schemas.openxmlformats.org/officeDocument/2006/relationships/customXml" Target="../ink/ink2849.xml"/><Relationship Id="rId38" Type="http://schemas.openxmlformats.org/officeDocument/2006/relationships/image" Target="../media/image6120.png"/><Relationship Id="rId59" Type="http://schemas.openxmlformats.org/officeDocument/2006/relationships/customXml" Target="../ink/ink2862.xml"/><Relationship Id="rId103" Type="http://schemas.openxmlformats.org/officeDocument/2006/relationships/customXml" Target="../ink/ink2884.xml"/><Relationship Id="rId108" Type="http://schemas.openxmlformats.org/officeDocument/2006/relationships/image" Target="../media/image6470.png"/><Relationship Id="rId54" Type="http://schemas.openxmlformats.org/officeDocument/2006/relationships/image" Target="../media/image6200.png"/><Relationship Id="rId70" Type="http://schemas.openxmlformats.org/officeDocument/2006/relationships/image" Target="../media/image6280.png"/><Relationship Id="rId75" Type="http://schemas.openxmlformats.org/officeDocument/2006/relationships/customXml" Target="../ink/ink2870.xml"/><Relationship Id="rId91" Type="http://schemas.openxmlformats.org/officeDocument/2006/relationships/customXml" Target="../ink/ink2878.xml"/><Relationship Id="rId96" Type="http://schemas.openxmlformats.org/officeDocument/2006/relationships/image" Target="../media/image6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60.png"/><Relationship Id="rId15" Type="http://schemas.openxmlformats.org/officeDocument/2006/relationships/customXml" Target="../ink/ink2840.xml"/><Relationship Id="rId23" Type="http://schemas.openxmlformats.org/officeDocument/2006/relationships/customXml" Target="../ink/ink2844.xml"/><Relationship Id="rId28" Type="http://schemas.openxmlformats.org/officeDocument/2006/relationships/image" Target="../media/image6070.png"/><Relationship Id="rId36" Type="http://schemas.openxmlformats.org/officeDocument/2006/relationships/image" Target="../media/image6111.png"/><Relationship Id="rId49" Type="http://schemas.openxmlformats.org/officeDocument/2006/relationships/customXml" Target="../ink/ink2857.xml"/><Relationship Id="rId57" Type="http://schemas.openxmlformats.org/officeDocument/2006/relationships/customXml" Target="../ink/ink2861.xml"/><Relationship Id="rId106" Type="http://schemas.openxmlformats.org/officeDocument/2006/relationships/image" Target="../media/image6460.png"/><Relationship Id="rId10" Type="http://schemas.openxmlformats.org/officeDocument/2006/relationships/image" Target="../media/image5980.png"/><Relationship Id="rId31" Type="http://schemas.openxmlformats.org/officeDocument/2006/relationships/customXml" Target="../ink/ink2848.xml"/><Relationship Id="rId44" Type="http://schemas.openxmlformats.org/officeDocument/2006/relationships/image" Target="../media/image6150.png"/><Relationship Id="rId52" Type="http://schemas.openxmlformats.org/officeDocument/2006/relationships/image" Target="../media/image6190.png"/><Relationship Id="rId60" Type="http://schemas.openxmlformats.org/officeDocument/2006/relationships/image" Target="../media/image6230.png"/><Relationship Id="rId65" Type="http://schemas.openxmlformats.org/officeDocument/2006/relationships/customXml" Target="../ink/ink2865.xml"/><Relationship Id="rId73" Type="http://schemas.openxmlformats.org/officeDocument/2006/relationships/customXml" Target="../ink/ink2869.xml"/><Relationship Id="rId78" Type="http://schemas.openxmlformats.org/officeDocument/2006/relationships/image" Target="../media/image6320.png"/><Relationship Id="rId81" Type="http://schemas.openxmlformats.org/officeDocument/2006/relationships/customXml" Target="../ink/ink2873.xml"/><Relationship Id="rId86" Type="http://schemas.openxmlformats.org/officeDocument/2006/relationships/image" Target="../media/image6360.png"/><Relationship Id="rId94" Type="http://schemas.openxmlformats.org/officeDocument/2006/relationships/image" Target="../media/image6400.png"/><Relationship Id="rId99" Type="http://schemas.openxmlformats.org/officeDocument/2006/relationships/customXml" Target="../ink/ink2882.xml"/><Relationship Id="rId101" Type="http://schemas.openxmlformats.org/officeDocument/2006/relationships/customXml" Target="../ink/ink2883.xml"/><Relationship Id="rId4" Type="http://schemas.openxmlformats.org/officeDocument/2006/relationships/image" Target="../media/image5950.png"/><Relationship Id="rId9" Type="http://schemas.openxmlformats.org/officeDocument/2006/relationships/customXml" Target="../ink/ink2837.xml"/><Relationship Id="rId13" Type="http://schemas.openxmlformats.org/officeDocument/2006/relationships/customXml" Target="../ink/ink2839.xml"/><Relationship Id="rId18" Type="http://schemas.openxmlformats.org/officeDocument/2006/relationships/image" Target="../media/image6020.png"/><Relationship Id="rId39" Type="http://schemas.openxmlformats.org/officeDocument/2006/relationships/customXml" Target="../ink/ink2852.xml"/><Relationship Id="rId109" Type="http://schemas.openxmlformats.org/officeDocument/2006/relationships/customXml" Target="../ink/ink2887.xml"/><Relationship Id="rId34" Type="http://schemas.openxmlformats.org/officeDocument/2006/relationships/image" Target="../media/image6100.png"/><Relationship Id="rId50" Type="http://schemas.openxmlformats.org/officeDocument/2006/relationships/image" Target="../media/image6180.png"/><Relationship Id="rId55" Type="http://schemas.openxmlformats.org/officeDocument/2006/relationships/customXml" Target="../ink/ink2860.xml"/><Relationship Id="rId76" Type="http://schemas.openxmlformats.org/officeDocument/2006/relationships/image" Target="../media/image6311.png"/><Relationship Id="rId97" Type="http://schemas.openxmlformats.org/officeDocument/2006/relationships/customXml" Target="../ink/ink2881.xml"/><Relationship Id="rId104" Type="http://schemas.openxmlformats.org/officeDocument/2006/relationships/image" Target="../media/image6450.png"/><Relationship Id="rId7" Type="http://schemas.openxmlformats.org/officeDocument/2006/relationships/customXml" Target="../ink/ink2836.xml"/><Relationship Id="rId71" Type="http://schemas.openxmlformats.org/officeDocument/2006/relationships/customXml" Target="../ink/ink2868.xml"/><Relationship Id="rId92" Type="http://schemas.openxmlformats.org/officeDocument/2006/relationships/image" Target="../media/image6390.png"/><Relationship Id="rId2" Type="http://schemas.openxmlformats.org/officeDocument/2006/relationships/image" Target="../media/image2312.png"/><Relationship Id="rId29" Type="http://schemas.openxmlformats.org/officeDocument/2006/relationships/customXml" Target="../ink/ink2847.xml"/><Relationship Id="rId24" Type="http://schemas.openxmlformats.org/officeDocument/2006/relationships/image" Target="../media/image6050.png"/><Relationship Id="rId40" Type="http://schemas.openxmlformats.org/officeDocument/2006/relationships/image" Target="../media/image6130.png"/><Relationship Id="rId45" Type="http://schemas.openxmlformats.org/officeDocument/2006/relationships/customXml" Target="../ink/ink2855.xml"/><Relationship Id="rId66" Type="http://schemas.openxmlformats.org/officeDocument/2006/relationships/image" Target="../media/image6260.png"/><Relationship Id="rId87" Type="http://schemas.openxmlformats.org/officeDocument/2006/relationships/customXml" Target="../ink/ink2876.xml"/><Relationship Id="rId110" Type="http://schemas.openxmlformats.org/officeDocument/2006/relationships/image" Target="../media/image6480.png"/><Relationship Id="rId61" Type="http://schemas.openxmlformats.org/officeDocument/2006/relationships/customXml" Target="../ink/ink2863.xml"/><Relationship Id="rId82" Type="http://schemas.openxmlformats.org/officeDocument/2006/relationships/image" Target="../media/image6340.png"/><Relationship Id="rId19" Type="http://schemas.openxmlformats.org/officeDocument/2006/relationships/customXml" Target="../ink/ink2842.xml"/><Relationship Id="rId14" Type="http://schemas.openxmlformats.org/officeDocument/2006/relationships/image" Target="../media/image6000.png"/><Relationship Id="rId30" Type="http://schemas.openxmlformats.org/officeDocument/2006/relationships/image" Target="../media/image6080.png"/><Relationship Id="rId35" Type="http://schemas.openxmlformats.org/officeDocument/2006/relationships/customXml" Target="../ink/ink2850.xml"/><Relationship Id="rId56" Type="http://schemas.openxmlformats.org/officeDocument/2006/relationships/image" Target="../media/image6211.png"/><Relationship Id="rId77" Type="http://schemas.openxmlformats.org/officeDocument/2006/relationships/customXml" Target="../ink/ink2871.xml"/><Relationship Id="rId100" Type="http://schemas.openxmlformats.org/officeDocument/2006/relationships/image" Target="../media/image6430.png"/><Relationship Id="rId105" Type="http://schemas.openxmlformats.org/officeDocument/2006/relationships/customXml" Target="../ink/ink2885.xml"/><Relationship Id="rId8" Type="http://schemas.openxmlformats.org/officeDocument/2006/relationships/image" Target="../media/image5970.png"/><Relationship Id="rId51" Type="http://schemas.openxmlformats.org/officeDocument/2006/relationships/customXml" Target="../ink/ink2858.xml"/><Relationship Id="rId72" Type="http://schemas.openxmlformats.org/officeDocument/2006/relationships/image" Target="../media/image6290.png"/><Relationship Id="rId93" Type="http://schemas.openxmlformats.org/officeDocument/2006/relationships/customXml" Target="../ink/ink2879.xml"/><Relationship Id="rId98" Type="http://schemas.openxmlformats.org/officeDocument/2006/relationships/image" Target="../media/image6420.png"/><Relationship Id="rId3" Type="http://schemas.openxmlformats.org/officeDocument/2006/relationships/customXml" Target="../ink/ink2834.xml"/><Relationship Id="rId25" Type="http://schemas.openxmlformats.org/officeDocument/2006/relationships/customXml" Target="../ink/ink2845.xml"/><Relationship Id="rId46" Type="http://schemas.openxmlformats.org/officeDocument/2006/relationships/image" Target="../media/image6160.png"/><Relationship Id="rId67" Type="http://schemas.openxmlformats.org/officeDocument/2006/relationships/customXml" Target="../ink/ink2866.xml"/><Relationship Id="rId20" Type="http://schemas.openxmlformats.org/officeDocument/2006/relationships/image" Target="../media/image6030.png"/><Relationship Id="rId41" Type="http://schemas.openxmlformats.org/officeDocument/2006/relationships/customXml" Target="../ink/ink2853.xml"/><Relationship Id="rId62" Type="http://schemas.openxmlformats.org/officeDocument/2006/relationships/image" Target="../media/image6240.png"/><Relationship Id="rId83" Type="http://schemas.openxmlformats.org/officeDocument/2006/relationships/customXml" Target="../ink/ink2874.xml"/><Relationship Id="rId88" Type="http://schemas.openxmlformats.org/officeDocument/2006/relationships/image" Target="../media/image6370.png"/><Relationship Id="rId111" Type="http://schemas.openxmlformats.org/officeDocument/2006/relationships/customXml" Target="../ink/ink2888.xml"/></Relationships>
</file>

<file path=ppt/slides/_rels/slide4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70.png"/><Relationship Id="rId299" Type="http://schemas.openxmlformats.org/officeDocument/2006/relationships/image" Target="../media/image2313.png"/><Relationship Id="rId21" Type="http://schemas.openxmlformats.org/officeDocument/2006/relationships/image" Target="../media/image6590.png"/><Relationship Id="rId63" Type="http://schemas.openxmlformats.org/officeDocument/2006/relationships/image" Target="../media/image6800.png"/><Relationship Id="rId159" Type="http://schemas.openxmlformats.org/officeDocument/2006/relationships/image" Target="../media/image7280.png"/><Relationship Id="rId324" Type="http://schemas.openxmlformats.org/officeDocument/2006/relationships/customXml" Target="../ink/ink3049.xml"/><Relationship Id="rId366" Type="http://schemas.openxmlformats.org/officeDocument/2006/relationships/customXml" Target="../ink/ink3070.xml"/><Relationship Id="rId170" Type="http://schemas.openxmlformats.org/officeDocument/2006/relationships/customXml" Target="../ink/ink2972.xml"/><Relationship Id="rId226" Type="http://schemas.openxmlformats.org/officeDocument/2006/relationships/customXml" Target="../ink/ink3000.xml"/><Relationship Id="rId433" Type="http://schemas.openxmlformats.org/officeDocument/2006/relationships/customXml" Target="../ink/ink3104.xml"/><Relationship Id="rId268" Type="http://schemas.openxmlformats.org/officeDocument/2006/relationships/customXml" Target="../ink/ink3021.xml"/><Relationship Id="rId475" Type="http://schemas.openxmlformats.org/officeDocument/2006/relationships/customXml" Target="../ink/ink3125.xml"/><Relationship Id="rId32" Type="http://schemas.openxmlformats.org/officeDocument/2006/relationships/customXml" Target="../ink/ink2903.xml"/><Relationship Id="rId74" Type="http://schemas.openxmlformats.org/officeDocument/2006/relationships/customXml" Target="../ink/ink2924.xml"/><Relationship Id="rId128" Type="http://schemas.openxmlformats.org/officeDocument/2006/relationships/customXml" Target="../ink/ink2951.xml"/><Relationship Id="rId335" Type="http://schemas.openxmlformats.org/officeDocument/2006/relationships/image" Target="../media/image2331.png"/><Relationship Id="rId377" Type="http://schemas.openxmlformats.org/officeDocument/2006/relationships/image" Target="../media/image2351.png"/><Relationship Id="rId5" Type="http://schemas.openxmlformats.org/officeDocument/2006/relationships/image" Target="../media/image6511.png"/><Relationship Id="rId181" Type="http://schemas.openxmlformats.org/officeDocument/2006/relationships/image" Target="../media/image7390.png"/><Relationship Id="rId237" Type="http://schemas.openxmlformats.org/officeDocument/2006/relationships/image" Target="../media/image7670.png"/><Relationship Id="rId402" Type="http://schemas.openxmlformats.org/officeDocument/2006/relationships/customXml" Target="../ink/ink3088.xml"/><Relationship Id="rId279" Type="http://schemas.openxmlformats.org/officeDocument/2006/relationships/image" Target="../media/image7880.png"/><Relationship Id="rId444" Type="http://schemas.openxmlformats.org/officeDocument/2006/relationships/image" Target="../media/image2384.png"/><Relationship Id="rId486" Type="http://schemas.openxmlformats.org/officeDocument/2006/relationships/image" Target="../media/image2404.png"/><Relationship Id="rId43" Type="http://schemas.openxmlformats.org/officeDocument/2006/relationships/image" Target="../media/image6700.png"/><Relationship Id="rId139" Type="http://schemas.openxmlformats.org/officeDocument/2006/relationships/image" Target="../media/image7180.png"/><Relationship Id="rId290" Type="http://schemas.openxmlformats.org/officeDocument/2006/relationships/customXml" Target="../ink/ink3032.xml"/><Relationship Id="rId304" Type="http://schemas.openxmlformats.org/officeDocument/2006/relationships/customXml" Target="../ink/ink3039.xml"/><Relationship Id="rId346" Type="http://schemas.openxmlformats.org/officeDocument/2006/relationships/customXml" Target="../ink/ink3060.xml"/><Relationship Id="rId388" Type="http://schemas.openxmlformats.org/officeDocument/2006/relationships/customXml" Target="../ink/ink3081.xml"/><Relationship Id="rId85" Type="http://schemas.openxmlformats.org/officeDocument/2006/relationships/image" Target="../media/image6911.png"/><Relationship Id="rId150" Type="http://schemas.openxmlformats.org/officeDocument/2006/relationships/customXml" Target="../ink/ink2962.xml"/><Relationship Id="rId192" Type="http://schemas.openxmlformats.org/officeDocument/2006/relationships/customXml" Target="../ink/ink2983.xml"/><Relationship Id="rId206" Type="http://schemas.openxmlformats.org/officeDocument/2006/relationships/customXml" Target="../ink/ink2990.xml"/><Relationship Id="rId413" Type="http://schemas.openxmlformats.org/officeDocument/2006/relationships/image" Target="../media/image2369.png"/><Relationship Id="rId248" Type="http://schemas.openxmlformats.org/officeDocument/2006/relationships/customXml" Target="../ink/ink3011.xml"/><Relationship Id="rId455" Type="http://schemas.openxmlformats.org/officeDocument/2006/relationships/customXml" Target="../ink/ink3115.xml"/><Relationship Id="rId12" Type="http://schemas.openxmlformats.org/officeDocument/2006/relationships/customXml" Target="../ink/ink2893.xml"/><Relationship Id="rId108" Type="http://schemas.openxmlformats.org/officeDocument/2006/relationships/customXml" Target="../ink/ink2941.xml"/><Relationship Id="rId315" Type="http://schemas.openxmlformats.org/officeDocument/2006/relationships/image" Target="../media/image2321.png"/><Relationship Id="rId357" Type="http://schemas.openxmlformats.org/officeDocument/2006/relationships/image" Target="../media/image2341.png"/><Relationship Id="rId54" Type="http://schemas.openxmlformats.org/officeDocument/2006/relationships/customXml" Target="../ink/ink2914.xml"/><Relationship Id="rId96" Type="http://schemas.openxmlformats.org/officeDocument/2006/relationships/customXml" Target="../ink/ink2935.xml"/><Relationship Id="rId161" Type="http://schemas.openxmlformats.org/officeDocument/2006/relationships/image" Target="../media/image7290.png"/><Relationship Id="rId217" Type="http://schemas.openxmlformats.org/officeDocument/2006/relationships/image" Target="../media/image7570.png"/><Relationship Id="rId399" Type="http://schemas.openxmlformats.org/officeDocument/2006/relationships/image" Target="../media/image2362.png"/><Relationship Id="rId259" Type="http://schemas.openxmlformats.org/officeDocument/2006/relationships/image" Target="../media/image7780.png"/><Relationship Id="rId424" Type="http://schemas.openxmlformats.org/officeDocument/2006/relationships/customXml" Target="../ink/ink3099.xml"/><Relationship Id="rId466" Type="http://schemas.openxmlformats.org/officeDocument/2006/relationships/image" Target="../media/image2395.png"/><Relationship Id="rId23" Type="http://schemas.openxmlformats.org/officeDocument/2006/relationships/image" Target="../media/image6600.png"/><Relationship Id="rId119" Type="http://schemas.openxmlformats.org/officeDocument/2006/relationships/image" Target="../media/image7080.png"/><Relationship Id="rId270" Type="http://schemas.openxmlformats.org/officeDocument/2006/relationships/customXml" Target="../ink/ink3022.xml"/><Relationship Id="rId326" Type="http://schemas.openxmlformats.org/officeDocument/2006/relationships/customXml" Target="../ink/ink3050.xml"/><Relationship Id="rId65" Type="http://schemas.openxmlformats.org/officeDocument/2006/relationships/image" Target="../media/image6811.png"/><Relationship Id="rId130" Type="http://schemas.openxmlformats.org/officeDocument/2006/relationships/customXml" Target="../ink/ink2952.xml"/><Relationship Id="rId368" Type="http://schemas.openxmlformats.org/officeDocument/2006/relationships/customXml" Target="../ink/ink3071.xml"/><Relationship Id="rId172" Type="http://schemas.openxmlformats.org/officeDocument/2006/relationships/customXml" Target="../ink/ink2973.xml"/><Relationship Id="rId228" Type="http://schemas.openxmlformats.org/officeDocument/2006/relationships/customXml" Target="../ink/ink3001.xml"/><Relationship Id="rId435" Type="http://schemas.openxmlformats.org/officeDocument/2006/relationships/customXml" Target="../ink/ink3105.xml"/><Relationship Id="rId477" Type="http://schemas.openxmlformats.org/officeDocument/2006/relationships/customXml" Target="../ink/ink3126.xml"/><Relationship Id="rId281" Type="http://schemas.openxmlformats.org/officeDocument/2006/relationships/image" Target="../media/image7890.png"/><Relationship Id="rId337" Type="http://schemas.openxmlformats.org/officeDocument/2006/relationships/image" Target="../media/image2332.png"/><Relationship Id="rId34" Type="http://schemas.openxmlformats.org/officeDocument/2006/relationships/customXml" Target="../ink/ink2904.xml"/><Relationship Id="rId76" Type="http://schemas.openxmlformats.org/officeDocument/2006/relationships/customXml" Target="../ink/ink2925.xml"/><Relationship Id="rId141" Type="http://schemas.openxmlformats.org/officeDocument/2006/relationships/image" Target="../media/image7190.png"/><Relationship Id="rId379" Type="http://schemas.openxmlformats.org/officeDocument/2006/relationships/image" Target="../media/image2352.png"/><Relationship Id="rId7" Type="http://schemas.openxmlformats.org/officeDocument/2006/relationships/image" Target="../media/image6520.png"/><Relationship Id="rId183" Type="http://schemas.openxmlformats.org/officeDocument/2006/relationships/image" Target="../media/image7400.png"/><Relationship Id="rId239" Type="http://schemas.openxmlformats.org/officeDocument/2006/relationships/image" Target="../media/image7680.png"/><Relationship Id="rId390" Type="http://schemas.openxmlformats.org/officeDocument/2006/relationships/customXml" Target="../ink/ink3082.xml"/><Relationship Id="rId404" Type="http://schemas.openxmlformats.org/officeDocument/2006/relationships/customXml" Target="../ink/ink3089.xml"/><Relationship Id="rId446" Type="http://schemas.openxmlformats.org/officeDocument/2006/relationships/image" Target="../media/image2385.png"/><Relationship Id="rId250" Type="http://schemas.openxmlformats.org/officeDocument/2006/relationships/customXml" Target="../ink/ink3012.xml"/><Relationship Id="rId292" Type="http://schemas.openxmlformats.org/officeDocument/2006/relationships/customXml" Target="../ink/ink3033.xml"/><Relationship Id="rId306" Type="http://schemas.openxmlformats.org/officeDocument/2006/relationships/customXml" Target="../ink/ink3040.xml"/><Relationship Id="rId488" Type="http://schemas.openxmlformats.org/officeDocument/2006/relationships/image" Target="../media/image2405.png"/><Relationship Id="rId45" Type="http://schemas.openxmlformats.org/officeDocument/2006/relationships/image" Target="../media/image6711.png"/><Relationship Id="rId87" Type="http://schemas.openxmlformats.org/officeDocument/2006/relationships/image" Target="../media/image6920.png"/><Relationship Id="rId110" Type="http://schemas.openxmlformats.org/officeDocument/2006/relationships/customXml" Target="../ink/ink2942.xml"/><Relationship Id="rId348" Type="http://schemas.openxmlformats.org/officeDocument/2006/relationships/customXml" Target="../ink/ink3061.xml"/><Relationship Id="rId152" Type="http://schemas.openxmlformats.org/officeDocument/2006/relationships/customXml" Target="../ink/ink2963.xml"/><Relationship Id="rId194" Type="http://schemas.openxmlformats.org/officeDocument/2006/relationships/customXml" Target="../ink/ink2984.xml"/><Relationship Id="rId208" Type="http://schemas.openxmlformats.org/officeDocument/2006/relationships/customXml" Target="../ink/ink2991.xml"/><Relationship Id="rId415" Type="http://schemas.openxmlformats.org/officeDocument/2006/relationships/image" Target="../media/image2370.png"/><Relationship Id="rId457" Type="http://schemas.openxmlformats.org/officeDocument/2006/relationships/customXml" Target="../ink/ink3116.xml"/><Relationship Id="rId261" Type="http://schemas.openxmlformats.org/officeDocument/2006/relationships/image" Target="../media/image7790.png"/><Relationship Id="rId14" Type="http://schemas.openxmlformats.org/officeDocument/2006/relationships/customXml" Target="../ink/ink2894.xml"/><Relationship Id="rId56" Type="http://schemas.openxmlformats.org/officeDocument/2006/relationships/customXml" Target="../ink/ink2915.xml"/><Relationship Id="rId317" Type="http://schemas.openxmlformats.org/officeDocument/2006/relationships/image" Target="../media/image2322.png"/><Relationship Id="rId359" Type="http://schemas.openxmlformats.org/officeDocument/2006/relationships/image" Target="../media/image2342.png"/><Relationship Id="rId98" Type="http://schemas.openxmlformats.org/officeDocument/2006/relationships/customXml" Target="../ink/ink2936.xml"/><Relationship Id="rId121" Type="http://schemas.openxmlformats.org/officeDocument/2006/relationships/image" Target="../media/image7090.png"/><Relationship Id="rId163" Type="http://schemas.openxmlformats.org/officeDocument/2006/relationships/image" Target="../media/image7300.png"/><Relationship Id="rId219" Type="http://schemas.openxmlformats.org/officeDocument/2006/relationships/image" Target="../media/image7580.png"/><Relationship Id="rId370" Type="http://schemas.openxmlformats.org/officeDocument/2006/relationships/customXml" Target="../ink/ink3072.xml"/><Relationship Id="rId426" Type="http://schemas.openxmlformats.org/officeDocument/2006/relationships/image" Target="../media/image2375.png"/><Relationship Id="rId230" Type="http://schemas.openxmlformats.org/officeDocument/2006/relationships/customXml" Target="../ink/ink3002.xml"/><Relationship Id="rId468" Type="http://schemas.openxmlformats.org/officeDocument/2006/relationships/image" Target="../media/image2396.png"/><Relationship Id="rId25" Type="http://schemas.openxmlformats.org/officeDocument/2006/relationships/image" Target="../media/image6611.png"/><Relationship Id="rId67" Type="http://schemas.openxmlformats.org/officeDocument/2006/relationships/image" Target="../media/image6820.png"/><Relationship Id="rId272" Type="http://schemas.openxmlformats.org/officeDocument/2006/relationships/customXml" Target="../ink/ink3023.xml"/><Relationship Id="rId328" Type="http://schemas.openxmlformats.org/officeDocument/2006/relationships/customXml" Target="../ink/ink3051.xml"/><Relationship Id="rId132" Type="http://schemas.openxmlformats.org/officeDocument/2006/relationships/customXml" Target="../ink/ink2953.xml"/><Relationship Id="rId174" Type="http://schemas.openxmlformats.org/officeDocument/2006/relationships/customXml" Target="../ink/ink2974.xml"/><Relationship Id="rId381" Type="http://schemas.openxmlformats.org/officeDocument/2006/relationships/image" Target="../media/image2353.png"/><Relationship Id="rId241" Type="http://schemas.openxmlformats.org/officeDocument/2006/relationships/image" Target="../media/image7690.png"/><Relationship Id="rId437" Type="http://schemas.openxmlformats.org/officeDocument/2006/relationships/customXml" Target="../ink/ink3106.xml"/><Relationship Id="rId479" Type="http://schemas.openxmlformats.org/officeDocument/2006/relationships/image" Target="../media/image2401.png"/><Relationship Id="rId36" Type="http://schemas.openxmlformats.org/officeDocument/2006/relationships/customXml" Target="../ink/ink2905.xml"/><Relationship Id="rId283" Type="http://schemas.openxmlformats.org/officeDocument/2006/relationships/image" Target="../media/image7900.png"/><Relationship Id="rId339" Type="http://schemas.openxmlformats.org/officeDocument/2006/relationships/image" Target="../media/image2333.png"/><Relationship Id="rId490" Type="http://schemas.openxmlformats.org/officeDocument/2006/relationships/image" Target="../media/image2406.png"/><Relationship Id="rId78" Type="http://schemas.openxmlformats.org/officeDocument/2006/relationships/customXml" Target="../ink/ink2926.xml"/><Relationship Id="rId101" Type="http://schemas.openxmlformats.org/officeDocument/2006/relationships/image" Target="../media/image6990.png"/><Relationship Id="rId143" Type="http://schemas.openxmlformats.org/officeDocument/2006/relationships/image" Target="../media/image7200.png"/><Relationship Id="rId185" Type="http://schemas.openxmlformats.org/officeDocument/2006/relationships/image" Target="../media/image7411.png"/><Relationship Id="rId350" Type="http://schemas.openxmlformats.org/officeDocument/2006/relationships/customXml" Target="../ink/ink3062.xml"/><Relationship Id="rId406" Type="http://schemas.openxmlformats.org/officeDocument/2006/relationships/customXml" Target="../ink/ink3090.xml"/><Relationship Id="rId9" Type="http://schemas.openxmlformats.org/officeDocument/2006/relationships/image" Target="../media/image6530.png"/><Relationship Id="rId210" Type="http://schemas.openxmlformats.org/officeDocument/2006/relationships/customXml" Target="../ink/ink2992.xml"/><Relationship Id="rId392" Type="http://schemas.openxmlformats.org/officeDocument/2006/relationships/customXml" Target="../ink/ink3083.xml"/><Relationship Id="rId448" Type="http://schemas.openxmlformats.org/officeDocument/2006/relationships/image" Target="../media/image2386.png"/><Relationship Id="rId252" Type="http://schemas.openxmlformats.org/officeDocument/2006/relationships/customXml" Target="../ink/ink3013.xml"/><Relationship Id="rId294" Type="http://schemas.openxmlformats.org/officeDocument/2006/relationships/customXml" Target="../ink/ink3034.xml"/><Relationship Id="rId308" Type="http://schemas.openxmlformats.org/officeDocument/2006/relationships/customXml" Target="../ink/ink3041.xml"/><Relationship Id="rId47" Type="http://schemas.openxmlformats.org/officeDocument/2006/relationships/image" Target="../media/image6720.png"/><Relationship Id="rId89" Type="http://schemas.openxmlformats.org/officeDocument/2006/relationships/image" Target="../media/image6930.png"/><Relationship Id="rId112" Type="http://schemas.openxmlformats.org/officeDocument/2006/relationships/customXml" Target="../ink/ink2943.xml"/><Relationship Id="rId154" Type="http://schemas.openxmlformats.org/officeDocument/2006/relationships/customXml" Target="../ink/ink2964.xml"/><Relationship Id="rId361" Type="http://schemas.openxmlformats.org/officeDocument/2006/relationships/image" Target="../media/image2343.png"/><Relationship Id="rId196" Type="http://schemas.openxmlformats.org/officeDocument/2006/relationships/customXml" Target="../ink/ink2985.xml"/><Relationship Id="rId417" Type="http://schemas.openxmlformats.org/officeDocument/2006/relationships/image" Target="../media/image2371.png"/><Relationship Id="rId459" Type="http://schemas.openxmlformats.org/officeDocument/2006/relationships/customXml" Target="../ink/ink3117.xml"/><Relationship Id="rId16" Type="http://schemas.openxmlformats.org/officeDocument/2006/relationships/customXml" Target="../ink/ink2895.xml"/><Relationship Id="rId221" Type="http://schemas.openxmlformats.org/officeDocument/2006/relationships/image" Target="../media/image7590.png"/><Relationship Id="rId263" Type="http://schemas.openxmlformats.org/officeDocument/2006/relationships/image" Target="../media/image7800.png"/><Relationship Id="rId319" Type="http://schemas.openxmlformats.org/officeDocument/2006/relationships/image" Target="../media/image2323.png"/><Relationship Id="rId470" Type="http://schemas.openxmlformats.org/officeDocument/2006/relationships/image" Target="../media/image2397.png"/><Relationship Id="rId58" Type="http://schemas.openxmlformats.org/officeDocument/2006/relationships/customXml" Target="../ink/ink2916.xml"/><Relationship Id="rId123" Type="http://schemas.openxmlformats.org/officeDocument/2006/relationships/image" Target="../media/image7101.png"/><Relationship Id="rId330" Type="http://schemas.openxmlformats.org/officeDocument/2006/relationships/customXml" Target="../ink/ink3052.xml"/><Relationship Id="rId165" Type="http://schemas.openxmlformats.org/officeDocument/2006/relationships/image" Target="../media/image7311.png"/><Relationship Id="rId372" Type="http://schemas.openxmlformats.org/officeDocument/2006/relationships/customXml" Target="../ink/ink3073.xml"/><Relationship Id="rId428" Type="http://schemas.openxmlformats.org/officeDocument/2006/relationships/image" Target="../media/image2376.png"/><Relationship Id="rId232" Type="http://schemas.openxmlformats.org/officeDocument/2006/relationships/customXml" Target="../ink/ink3003.xml"/><Relationship Id="rId274" Type="http://schemas.openxmlformats.org/officeDocument/2006/relationships/customXml" Target="../ink/ink3024.xml"/><Relationship Id="rId481" Type="http://schemas.openxmlformats.org/officeDocument/2006/relationships/customXml" Target="../ink/ink3129.xml"/><Relationship Id="rId27" Type="http://schemas.openxmlformats.org/officeDocument/2006/relationships/image" Target="../media/image6620.png"/><Relationship Id="rId69" Type="http://schemas.openxmlformats.org/officeDocument/2006/relationships/image" Target="../media/image6830.png"/><Relationship Id="rId134" Type="http://schemas.openxmlformats.org/officeDocument/2006/relationships/customXml" Target="../ink/ink2954.xml"/><Relationship Id="rId80" Type="http://schemas.openxmlformats.org/officeDocument/2006/relationships/customXml" Target="../ink/ink2927.xml"/><Relationship Id="rId176" Type="http://schemas.openxmlformats.org/officeDocument/2006/relationships/customXml" Target="../ink/ink2975.xml"/><Relationship Id="rId341" Type="http://schemas.openxmlformats.org/officeDocument/2006/relationships/image" Target="../media/image2334.png"/><Relationship Id="rId383" Type="http://schemas.openxmlformats.org/officeDocument/2006/relationships/image" Target="../media/image2354.png"/><Relationship Id="rId439" Type="http://schemas.openxmlformats.org/officeDocument/2006/relationships/customXml" Target="../ink/ink3107.xml"/><Relationship Id="rId201" Type="http://schemas.openxmlformats.org/officeDocument/2006/relationships/image" Target="../media/image7490.png"/><Relationship Id="rId243" Type="http://schemas.openxmlformats.org/officeDocument/2006/relationships/image" Target="../media/image7700.png"/><Relationship Id="rId285" Type="http://schemas.openxmlformats.org/officeDocument/2006/relationships/image" Target="../media/image7911.png"/><Relationship Id="rId450" Type="http://schemas.openxmlformats.org/officeDocument/2006/relationships/image" Target="../media/image2387.png"/><Relationship Id="rId38" Type="http://schemas.openxmlformats.org/officeDocument/2006/relationships/customXml" Target="../ink/ink2906.xml"/><Relationship Id="rId103" Type="http://schemas.openxmlformats.org/officeDocument/2006/relationships/image" Target="../media/image7000.png"/><Relationship Id="rId310" Type="http://schemas.openxmlformats.org/officeDocument/2006/relationships/customXml" Target="../ink/ink3042.xml"/><Relationship Id="rId492" Type="http://schemas.openxmlformats.org/officeDocument/2006/relationships/image" Target="../media/image2407.png"/><Relationship Id="rId91" Type="http://schemas.openxmlformats.org/officeDocument/2006/relationships/image" Target="../media/image6940.png"/><Relationship Id="rId145" Type="http://schemas.openxmlformats.org/officeDocument/2006/relationships/image" Target="../media/image7211.png"/><Relationship Id="rId187" Type="http://schemas.openxmlformats.org/officeDocument/2006/relationships/image" Target="../media/image7420.png"/><Relationship Id="rId352" Type="http://schemas.openxmlformats.org/officeDocument/2006/relationships/customXml" Target="../ink/ink3063.xml"/><Relationship Id="rId394" Type="http://schemas.openxmlformats.org/officeDocument/2006/relationships/customXml" Target="../ink/ink3084.xml"/><Relationship Id="rId408" Type="http://schemas.openxmlformats.org/officeDocument/2006/relationships/customXml" Target="../ink/ink3091.xml"/><Relationship Id="rId212" Type="http://schemas.openxmlformats.org/officeDocument/2006/relationships/customXml" Target="../ink/ink2993.xml"/><Relationship Id="rId254" Type="http://schemas.openxmlformats.org/officeDocument/2006/relationships/customXml" Target="../ink/ink3014.xml"/><Relationship Id="rId49" Type="http://schemas.openxmlformats.org/officeDocument/2006/relationships/image" Target="../media/image6730.png"/><Relationship Id="rId114" Type="http://schemas.openxmlformats.org/officeDocument/2006/relationships/customXml" Target="../ink/ink2944.xml"/><Relationship Id="rId296" Type="http://schemas.openxmlformats.org/officeDocument/2006/relationships/customXml" Target="../ink/ink3035.xml"/><Relationship Id="rId461" Type="http://schemas.openxmlformats.org/officeDocument/2006/relationships/customXml" Target="../ink/ink3118.xml"/><Relationship Id="rId60" Type="http://schemas.openxmlformats.org/officeDocument/2006/relationships/customXml" Target="../ink/ink2917.xml"/><Relationship Id="rId156" Type="http://schemas.openxmlformats.org/officeDocument/2006/relationships/customXml" Target="../ink/ink2965.xml"/><Relationship Id="rId198" Type="http://schemas.openxmlformats.org/officeDocument/2006/relationships/customXml" Target="../ink/ink2986.xml"/><Relationship Id="rId321" Type="http://schemas.openxmlformats.org/officeDocument/2006/relationships/image" Target="../media/image2324.png"/><Relationship Id="rId363" Type="http://schemas.openxmlformats.org/officeDocument/2006/relationships/image" Target="../media/image2344.png"/><Relationship Id="rId419" Type="http://schemas.openxmlformats.org/officeDocument/2006/relationships/image" Target="../media/image2372.png"/><Relationship Id="rId223" Type="http://schemas.openxmlformats.org/officeDocument/2006/relationships/image" Target="../media/image7600.png"/><Relationship Id="rId430" Type="http://schemas.openxmlformats.org/officeDocument/2006/relationships/image" Target="../media/image2377.png"/><Relationship Id="rId18" Type="http://schemas.openxmlformats.org/officeDocument/2006/relationships/customXml" Target="../ink/ink2896.xml"/><Relationship Id="rId265" Type="http://schemas.openxmlformats.org/officeDocument/2006/relationships/image" Target="../media/image7811.png"/><Relationship Id="rId472" Type="http://schemas.openxmlformats.org/officeDocument/2006/relationships/image" Target="../media/image2398.png"/><Relationship Id="rId125" Type="http://schemas.openxmlformats.org/officeDocument/2006/relationships/image" Target="../media/image7111.png"/><Relationship Id="rId167" Type="http://schemas.openxmlformats.org/officeDocument/2006/relationships/image" Target="../media/image7320.png"/><Relationship Id="rId332" Type="http://schemas.openxmlformats.org/officeDocument/2006/relationships/customXml" Target="../ink/ink3053.xml"/><Relationship Id="rId374" Type="http://schemas.openxmlformats.org/officeDocument/2006/relationships/customXml" Target="../ink/ink3074.xml"/><Relationship Id="rId71" Type="http://schemas.openxmlformats.org/officeDocument/2006/relationships/image" Target="../media/image6840.png"/><Relationship Id="rId234" Type="http://schemas.openxmlformats.org/officeDocument/2006/relationships/customXml" Target="../ink/ink3004.xml"/><Relationship Id="rId2" Type="http://schemas.openxmlformats.org/officeDocument/2006/relationships/image" Target="../media/image2810.png"/><Relationship Id="rId29" Type="http://schemas.openxmlformats.org/officeDocument/2006/relationships/image" Target="../media/image6630.png"/><Relationship Id="rId276" Type="http://schemas.openxmlformats.org/officeDocument/2006/relationships/customXml" Target="../ink/ink3025.xml"/><Relationship Id="rId441" Type="http://schemas.openxmlformats.org/officeDocument/2006/relationships/customXml" Target="../ink/ink3108.xml"/><Relationship Id="rId483" Type="http://schemas.openxmlformats.org/officeDocument/2006/relationships/customXml" Target="../ink/ink3130.xml"/><Relationship Id="rId40" Type="http://schemas.openxmlformats.org/officeDocument/2006/relationships/customXml" Target="../ink/ink2907.xml"/><Relationship Id="rId136" Type="http://schemas.openxmlformats.org/officeDocument/2006/relationships/customXml" Target="../ink/ink2955.xml"/><Relationship Id="rId178" Type="http://schemas.openxmlformats.org/officeDocument/2006/relationships/customXml" Target="../ink/ink2976.xml"/><Relationship Id="rId301" Type="http://schemas.openxmlformats.org/officeDocument/2006/relationships/image" Target="../media/image2314.png"/><Relationship Id="rId343" Type="http://schemas.openxmlformats.org/officeDocument/2006/relationships/image" Target="../media/image2335.png"/><Relationship Id="rId82" Type="http://schemas.openxmlformats.org/officeDocument/2006/relationships/customXml" Target="../ink/ink2928.xml"/><Relationship Id="rId203" Type="http://schemas.openxmlformats.org/officeDocument/2006/relationships/image" Target="../media/image7500.png"/><Relationship Id="rId385" Type="http://schemas.openxmlformats.org/officeDocument/2006/relationships/image" Target="../media/image2355.png"/><Relationship Id="rId245" Type="http://schemas.openxmlformats.org/officeDocument/2006/relationships/image" Target="../media/image7711.png"/><Relationship Id="rId287" Type="http://schemas.openxmlformats.org/officeDocument/2006/relationships/image" Target="../media/image7920.png"/><Relationship Id="rId410" Type="http://schemas.openxmlformats.org/officeDocument/2006/relationships/customXml" Target="../ink/ink3092.xml"/><Relationship Id="rId452" Type="http://schemas.openxmlformats.org/officeDocument/2006/relationships/image" Target="../media/image2388.png"/><Relationship Id="rId105" Type="http://schemas.openxmlformats.org/officeDocument/2006/relationships/image" Target="../media/image7011.png"/><Relationship Id="rId147" Type="http://schemas.openxmlformats.org/officeDocument/2006/relationships/image" Target="../media/image7220.png"/><Relationship Id="rId312" Type="http://schemas.openxmlformats.org/officeDocument/2006/relationships/customXml" Target="../ink/ink3043.xml"/><Relationship Id="rId354" Type="http://schemas.openxmlformats.org/officeDocument/2006/relationships/customXml" Target="../ink/ink3064.xml"/><Relationship Id="rId51" Type="http://schemas.openxmlformats.org/officeDocument/2006/relationships/image" Target="../media/image6740.png"/><Relationship Id="rId93" Type="http://schemas.openxmlformats.org/officeDocument/2006/relationships/image" Target="../media/image6950.png"/><Relationship Id="rId189" Type="http://schemas.openxmlformats.org/officeDocument/2006/relationships/image" Target="../media/image7430.png"/><Relationship Id="rId396" Type="http://schemas.openxmlformats.org/officeDocument/2006/relationships/customXml" Target="../ink/ink3085.xml"/><Relationship Id="rId214" Type="http://schemas.openxmlformats.org/officeDocument/2006/relationships/customXml" Target="../ink/ink2994.xml"/><Relationship Id="rId256" Type="http://schemas.openxmlformats.org/officeDocument/2006/relationships/customXml" Target="../ink/ink3015.xml"/><Relationship Id="rId298" Type="http://schemas.openxmlformats.org/officeDocument/2006/relationships/customXml" Target="../ink/ink3036.xml"/><Relationship Id="rId421" Type="http://schemas.openxmlformats.org/officeDocument/2006/relationships/image" Target="../media/image2373.png"/><Relationship Id="rId463" Type="http://schemas.openxmlformats.org/officeDocument/2006/relationships/customXml" Target="../ink/ink3119.xml"/><Relationship Id="rId116" Type="http://schemas.openxmlformats.org/officeDocument/2006/relationships/customXml" Target="../ink/ink2945.xml"/><Relationship Id="rId158" Type="http://schemas.openxmlformats.org/officeDocument/2006/relationships/customXml" Target="../ink/ink2966.xml"/><Relationship Id="rId323" Type="http://schemas.openxmlformats.org/officeDocument/2006/relationships/image" Target="../media/image2325.png"/><Relationship Id="rId20" Type="http://schemas.openxmlformats.org/officeDocument/2006/relationships/customXml" Target="../ink/ink2897.xml"/><Relationship Id="rId41" Type="http://schemas.openxmlformats.org/officeDocument/2006/relationships/image" Target="../media/image6690.png"/><Relationship Id="rId62" Type="http://schemas.openxmlformats.org/officeDocument/2006/relationships/customXml" Target="../ink/ink2918.xml"/><Relationship Id="rId83" Type="http://schemas.openxmlformats.org/officeDocument/2006/relationships/image" Target="../media/image6900.png"/><Relationship Id="rId179" Type="http://schemas.openxmlformats.org/officeDocument/2006/relationships/image" Target="../media/image7380.png"/><Relationship Id="rId365" Type="http://schemas.openxmlformats.org/officeDocument/2006/relationships/image" Target="../media/image2345.png"/><Relationship Id="rId386" Type="http://schemas.openxmlformats.org/officeDocument/2006/relationships/customXml" Target="../ink/ink3080.xml"/><Relationship Id="rId190" Type="http://schemas.openxmlformats.org/officeDocument/2006/relationships/customXml" Target="../ink/ink2982.xml"/><Relationship Id="rId204" Type="http://schemas.openxmlformats.org/officeDocument/2006/relationships/customXml" Target="../ink/ink2989.xml"/><Relationship Id="rId225" Type="http://schemas.openxmlformats.org/officeDocument/2006/relationships/image" Target="../media/image7611.png"/><Relationship Id="rId246" Type="http://schemas.openxmlformats.org/officeDocument/2006/relationships/customXml" Target="../ink/ink3010.xml"/><Relationship Id="rId267" Type="http://schemas.openxmlformats.org/officeDocument/2006/relationships/image" Target="../media/image7820.png"/><Relationship Id="rId288" Type="http://schemas.openxmlformats.org/officeDocument/2006/relationships/customXml" Target="../ink/ink3031.xml"/><Relationship Id="rId411" Type="http://schemas.openxmlformats.org/officeDocument/2006/relationships/image" Target="../media/image2368.png"/><Relationship Id="rId432" Type="http://schemas.openxmlformats.org/officeDocument/2006/relationships/image" Target="../media/image2378.png"/><Relationship Id="rId453" Type="http://schemas.openxmlformats.org/officeDocument/2006/relationships/customXml" Target="../ink/ink3114.xml"/><Relationship Id="rId474" Type="http://schemas.openxmlformats.org/officeDocument/2006/relationships/image" Target="../media/image2399.png"/><Relationship Id="rId106" Type="http://schemas.openxmlformats.org/officeDocument/2006/relationships/customXml" Target="../ink/ink2940.xml"/><Relationship Id="rId127" Type="http://schemas.openxmlformats.org/officeDocument/2006/relationships/image" Target="../media/image7120.png"/><Relationship Id="rId313" Type="http://schemas.openxmlformats.org/officeDocument/2006/relationships/image" Target="../media/image2320.png"/><Relationship Id="rId10" Type="http://schemas.openxmlformats.org/officeDocument/2006/relationships/customXml" Target="../ink/ink2892.xml"/><Relationship Id="rId31" Type="http://schemas.openxmlformats.org/officeDocument/2006/relationships/image" Target="../media/image6640.png"/><Relationship Id="rId52" Type="http://schemas.openxmlformats.org/officeDocument/2006/relationships/customXml" Target="../ink/ink2913.xml"/><Relationship Id="rId73" Type="http://schemas.openxmlformats.org/officeDocument/2006/relationships/image" Target="../media/image6850.png"/><Relationship Id="rId94" Type="http://schemas.openxmlformats.org/officeDocument/2006/relationships/customXml" Target="../ink/ink2934.xml"/><Relationship Id="rId148" Type="http://schemas.openxmlformats.org/officeDocument/2006/relationships/customXml" Target="../ink/ink2961.xml"/><Relationship Id="rId169" Type="http://schemas.openxmlformats.org/officeDocument/2006/relationships/image" Target="../media/image7330.png"/><Relationship Id="rId334" Type="http://schemas.openxmlformats.org/officeDocument/2006/relationships/customXml" Target="../ink/ink3054.xml"/><Relationship Id="rId355" Type="http://schemas.openxmlformats.org/officeDocument/2006/relationships/image" Target="../media/image2340.png"/><Relationship Id="rId376" Type="http://schemas.openxmlformats.org/officeDocument/2006/relationships/customXml" Target="../ink/ink3075.xml"/><Relationship Id="rId397" Type="http://schemas.openxmlformats.org/officeDocument/2006/relationships/image" Target="../media/image2361.png"/><Relationship Id="rId4" Type="http://schemas.openxmlformats.org/officeDocument/2006/relationships/customXml" Target="../ink/ink2889.xml"/><Relationship Id="rId180" Type="http://schemas.openxmlformats.org/officeDocument/2006/relationships/customXml" Target="../ink/ink2977.xml"/><Relationship Id="rId215" Type="http://schemas.openxmlformats.org/officeDocument/2006/relationships/image" Target="../media/image7560.png"/><Relationship Id="rId236" Type="http://schemas.openxmlformats.org/officeDocument/2006/relationships/customXml" Target="../ink/ink3005.xml"/><Relationship Id="rId257" Type="http://schemas.openxmlformats.org/officeDocument/2006/relationships/image" Target="../media/image7770.png"/><Relationship Id="rId278" Type="http://schemas.openxmlformats.org/officeDocument/2006/relationships/customXml" Target="../ink/ink3026.xml"/><Relationship Id="rId401" Type="http://schemas.openxmlformats.org/officeDocument/2006/relationships/image" Target="../media/image2363.png"/><Relationship Id="rId422" Type="http://schemas.openxmlformats.org/officeDocument/2006/relationships/customXml" Target="../ink/ink3098.xml"/><Relationship Id="rId443" Type="http://schemas.openxmlformats.org/officeDocument/2006/relationships/customXml" Target="../ink/ink3109.xml"/><Relationship Id="rId464" Type="http://schemas.openxmlformats.org/officeDocument/2006/relationships/image" Target="../media/image2394.png"/><Relationship Id="rId303" Type="http://schemas.openxmlformats.org/officeDocument/2006/relationships/image" Target="../media/image2315.png"/><Relationship Id="rId485" Type="http://schemas.openxmlformats.org/officeDocument/2006/relationships/customXml" Target="../ink/ink3131.xml"/><Relationship Id="rId42" Type="http://schemas.openxmlformats.org/officeDocument/2006/relationships/customXml" Target="../ink/ink2908.xml"/><Relationship Id="rId84" Type="http://schemas.openxmlformats.org/officeDocument/2006/relationships/customXml" Target="../ink/ink2929.xml"/><Relationship Id="rId138" Type="http://schemas.openxmlformats.org/officeDocument/2006/relationships/customXml" Target="../ink/ink2956.xml"/><Relationship Id="rId345" Type="http://schemas.openxmlformats.org/officeDocument/2006/relationships/image" Target="../media/image2336.png"/><Relationship Id="rId387" Type="http://schemas.openxmlformats.org/officeDocument/2006/relationships/image" Target="../media/image2356.png"/><Relationship Id="rId191" Type="http://schemas.openxmlformats.org/officeDocument/2006/relationships/image" Target="../media/image7440.png"/><Relationship Id="rId205" Type="http://schemas.openxmlformats.org/officeDocument/2006/relationships/image" Target="../media/image7511.png"/><Relationship Id="rId247" Type="http://schemas.openxmlformats.org/officeDocument/2006/relationships/image" Target="../media/image7720.png"/><Relationship Id="rId412" Type="http://schemas.openxmlformats.org/officeDocument/2006/relationships/customXml" Target="../ink/ink3093.xml"/><Relationship Id="rId107" Type="http://schemas.openxmlformats.org/officeDocument/2006/relationships/image" Target="../media/image7020.png"/><Relationship Id="rId289" Type="http://schemas.openxmlformats.org/officeDocument/2006/relationships/image" Target="../media/image7930.png"/><Relationship Id="rId454" Type="http://schemas.openxmlformats.org/officeDocument/2006/relationships/image" Target="../media/image2389.png"/><Relationship Id="rId11" Type="http://schemas.openxmlformats.org/officeDocument/2006/relationships/image" Target="../media/image6540.png"/><Relationship Id="rId53" Type="http://schemas.openxmlformats.org/officeDocument/2006/relationships/image" Target="../media/image6750.png"/><Relationship Id="rId149" Type="http://schemas.openxmlformats.org/officeDocument/2006/relationships/image" Target="../media/image7230.png"/><Relationship Id="rId314" Type="http://schemas.openxmlformats.org/officeDocument/2006/relationships/customXml" Target="../ink/ink3044.xml"/><Relationship Id="rId356" Type="http://schemas.openxmlformats.org/officeDocument/2006/relationships/customXml" Target="../ink/ink3065.xml"/><Relationship Id="rId398" Type="http://schemas.openxmlformats.org/officeDocument/2006/relationships/customXml" Target="../ink/ink3086.xml"/><Relationship Id="rId95" Type="http://schemas.openxmlformats.org/officeDocument/2006/relationships/image" Target="../media/image6960.png"/><Relationship Id="rId160" Type="http://schemas.openxmlformats.org/officeDocument/2006/relationships/customXml" Target="../ink/ink2967.xml"/><Relationship Id="rId216" Type="http://schemas.openxmlformats.org/officeDocument/2006/relationships/customXml" Target="../ink/ink2995.xml"/><Relationship Id="rId423" Type="http://schemas.openxmlformats.org/officeDocument/2006/relationships/image" Target="../media/image2374.png"/><Relationship Id="rId258" Type="http://schemas.openxmlformats.org/officeDocument/2006/relationships/customXml" Target="../ink/ink3016.xml"/><Relationship Id="rId465" Type="http://schemas.openxmlformats.org/officeDocument/2006/relationships/customXml" Target="../ink/ink3120.xml"/><Relationship Id="rId22" Type="http://schemas.openxmlformats.org/officeDocument/2006/relationships/customXml" Target="../ink/ink2898.xml"/><Relationship Id="rId64" Type="http://schemas.openxmlformats.org/officeDocument/2006/relationships/customXml" Target="../ink/ink2919.xml"/><Relationship Id="rId118" Type="http://schemas.openxmlformats.org/officeDocument/2006/relationships/customXml" Target="../ink/ink2946.xml"/><Relationship Id="rId325" Type="http://schemas.openxmlformats.org/officeDocument/2006/relationships/image" Target="../media/image2326.png"/><Relationship Id="rId367" Type="http://schemas.openxmlformats.org/officeDocument/2006/relationships/image" Target="../media/image2346.png"/><Relationship Id="rId171" Type="http://schemas.openxmlformats.org/officeDocument/2006/relationships/image" Target="../media/image7340.png"/><Relationship Id="rId227" Type="http://schemas.openxmlformats.org/officeDocument/2006/relationships/image" Target="../media/image7620.png"/><Relationship Id="rId269" Type="http://schemas.openxmlformats.org/officeDocument/2006/relationships/image" Target="../media/image7830.png"/><Relationship Id="rId434" Type="http://schemas.openxmlformats.org/officeDocument/2006/relationships/image" Target="../media/image2379.png"/><Relationship Id="rId476" Type="http://schemas.openxmlformats.org/officeDocument/2006/relationships/image" Target="../media/image2400.png"/><Relationship Id="rId33" Type="http://schemas.openxmlformats.org/officeDocument/2006/relationships/image" Target="../media/image6650.png"/><Relationship Id="rId129" Type="http://schemas.openxmlformats.org/officeDocument/2006/relationships/image" Target="../media/image7130.png"/><Relationship Id="rId280" Type="http://schemas.openxmlformats.org/officeDocument/2006/relationships/customXml" Target="../ink/ink3027.xml"/><Relationship Id="rId336" Type="http://schemas.openxmlformats.org/officeDocument/2006/relationships/customXml" Target="../ink/ink3055.xml"/><Relationship Id="rId75" Type="http://schemas.openxmlformats.org/officeDocument/2006/relationships/image" Target="../media/image6860.png"/><Relationship Id="rId140" Type="http://schemas.openxmlformats.org/officeDocument/2006/relationships/customXml" Target="../ink/ink2957.xml"/><Relationship Id="rId182" Type="http://schemas.openxmlformats.org/officeDocument/2006/relationships/customXml" Target="../ink/ink2978.xml"/><Relationship Id="rId378" Type="http://schemas.openxmlformats.org/officeDocument/2006/relationships/customXml" Target="../ink/ink3076.xml"/><Relationship Id="rId403" Type="http://schemas.openxmlformats.org/officeDocument/2006/relationships/image" Target="../media/image2364.png"/><Relationship Id="rId6" Type="http://schemas.openxmlformats.org/officeDocument/2006/relationships/customXml" Target="../ink/ink2890.xml"/><Relationship Id="rId238" Type="http://schemas.openxmlformats.org/officeDocument/2006/relationships/customXml" Target="../ink/ink3006.xml"/><Relationship Id="rId445" Type="http://schemas.openxmlformats.org/officeDocument/2006/relationships/customXml" Target="../ink/ink3110.xml"/><Relationship Id="rId487" Type="http://schemas.openxmlformats.org/officeDocument/2006/relationships/customXml" Target="../ink/ink3132.xml"/><Relationship Id="rId291" Type="http://schemas.openxmlformats.org/officeDocument/2006/relationships/image" Target="../media/image7940.png"/><Relationship Id="rId305" Type="http://schemas.openxmlformats.org/officeDocument/2006/relationships/image" Target="../media/image2316.png"/><Relationship Id="rId347" Type="http://schemas.openxmlformats.org/officeDocument/2006/relationships/image" Target="../media/image2337.png"/><Relationship Id="rId44" Type="http://schemas.openxmlformats.org/officeDocument/2006/relationships/customXml" Target="../ink/ink2909.xml"/><Relationship Id="rId86" Type="http://schemas.openxmlformats.org/officeDocument/2006/relationships/customXml" Target="../ink/ink2930.xml"/><Relationship Id="rId151" Type="http://schemas.openxmlformats.org/officeDocument/2006/relationships/image" Target="../media/image7240.png"/><Relationship Id="rId389" Type="http://schemas.openxmlformats.org/officeDocument/2006/relationships/image" Target="../media/image2357.png"/><Relationship Id="rId193" Type="http://schemas.openxmlformats.org/officeDocument/2006/relationships/image" Target="../media/image7450.png"/><Relationship Id="rId207" Type="http://schemas.openxmlformats.org/officeDocument/2006/relationships/image" Target="../media/image7520.png"/><Relationship Id="rId249" Type="http://schemas.openxmlformats.org/officeDocument/2006/relationships/image" Target="../media/image7730.png"/><Relationship Id="rId414" Type="http://schemas.openxmlformats.org/officeDocument/2006/relationships/customXml" Target="../ink/ink3094.xml"/><Relationship Id="rId456" Type="http://schemas.openxmlformats.org/officeDocument/2006/relationships/image" Target="../media/image2390.png"/><Relationship Id="rId13" Type="http://schemas.openxmlformats.org/officeDocument/2006/relationships/image" Target="../media/image6550.png"/><Relationship Id="rId109" Type="http://schemas.openxmlformats.org/officeDocument/2006/relationships/image" Target="../media/image7030.png"/><Relationship Id="rId260" Type="http://schemas.openxmlformats.org/officeDocument/2006/relationships/customXml" Target="../ink/ink3017.xml"/><Relationship Id="rId316" Type="http://schemas.openxmlformats.org/officeDocument/2006/relationships/customXml" Target="../ink/ink3045.xml"/><Relationship Id="rId55" Type="http://schemas.openxmlformats.org/officeDocument/2006/relationships/image" Target="../media/image6760.png"/><Relationship Id="rId97" Type="http://schemas.openxmlformats.org/officeDocument/2006/relationships/image" Target="../media/image6970.png"/><Relationship Id="rId120" Type="http://schemas.openxmlformats.org/officeDocument/2006/relationships/customXml" Target="../ink/ink2947.xml"/><Relationship Id="rId358" Type="http://schemas.openxmlformats.org/officeDocument/2006/relationships/customXml" Target="../ink/ink3066.xml"/><Relationship Id="rId162" Type="http://schemas.openxmlformats.org/officeDocument/2006/relationships/customXml" Target="../ink/ink2968.xml"/><Relationship Id="rId218" Type="http://schemas.openxmlformats.org/officeDocument/2006/relationships/customXml" Target="../ink/ink2996.xml"/><Relationship Id="rId425" Type="http://schemas.openxmlformats.org/officeDocument/2006/relationships/customXml" Target="../ink/ink3100.xml"/><Relationship Id="rId467" Type="http://schemas.openxmlformats.org/officeDocument/2006/relationships/customXml" Target="../ink/ink3121.xml"/><Relationship Id="rId271" Type="http://schemas.openxmlformats.org/officeDocument/2006/relationships/image" Target="../media/image7840.png"/><Relationship Id="rId24" Type="http://schemas.openxmlformats.org/officeDocument/2006/relationships/customXml" Target="../ink/ink2899.xml"/><Relationship Id="rId66" Type="http://schemas.openxmlformats.org/officeDocument/2006/relationships/customXml" Target="../ink/ink2920.xml"/><Relationship Id="rId131" Type="http://schemas.openxmlformats.org/officeDocument/2006/relationships/image" Target="../media/image7140.png"/><Relationship Id="rId327" Type="http://schemas.openxmlformats.org/officeDocument/2006/relationships/image" Target="../media/image2327.png"/><Relationship Id="rId369" Type="http://schemas.openxmlformats.org/officeDocument/2006/relationships/image" Target="../media/image2347.png"/><Relationship Id="rId173" Type="http://schemas.openxmlformats.org/officeDocument/2006/relationships/image" Target="../media/image7350.png"/><Relationship Id="rId229" Type="http://schemas.openxmlformats.org/officeDocument/2006/relationships/image" Target="../media/image7630.png"/><Relationship Id="rId380" Type="http://schemas.openxmlformats.org/officeDocument/2006/relationships/customXml" Target="../ink/ink3077.xml"/><Relationship Id="rId436" Type="http://schemas.openxmlformats.org/officeDocument/2006/relationships/image" Target="../media/image2380.png"/><Relationship Id="rId240" Type="http://schemas.openxmlformats.org/officeDocument/2006/relationships/customXml" Target="../ink/ink3007.xml"/><Relationship Id="rId478" Type="http://schemas.openxmlformats.org/officeDocument/2006/relationships/customXml" Target="../ink/ink3127.xml"/><Relationship Id="rId35" Type="http://schemas.openxmlformats.org/officeDocument/2006/relationships/image" Target="../media/image6660.png"/><Relationship Id="rId77" Type="http://schemas.openxmlformats.org/officeDocument/2006/relationships/image" Target="../media/image6870.png"/><Relationship Id="rId100" Type="http://schemas.openxmlformats.org/officeDocument/2006/relationships/customXml" Target="../ink/ink2937.xml"/><Relationship Id="rId282" Type="http://schemas.openxmlformats.org/officeDocument/2006/relationships/customXml" Target="../ink/ink3028.xml"/><Relationship Id="rId338" Type="http://schemas.openxmlformats.org/officeDocument/2006/relationships/customXml" Target="../ink/ink3056.xml"/><Relationship Id="rId8" Type="http://schemas.openxmlformats.org/officeDocument/2006/relationships/customXml" Target="../ink/ink2891.xml"/><Relationship Id="rId142" Type="http://schemas.openxmlformats.org/officeDocument/2006/relationships/customXml" Target="../ink/ink2958.xml"/><Relationship Id="rId184" Type="http://schemas.openxmlformats.org/officeDocument/2006/relationships/customXml" Target="../ink/ink2979.xml"/><Relationship Id="rId391" Type="http://schemas.openxmlformats.org/officeDocument/2006/relationships/image" Target="../media/image2358.png"/><Relationship Id="rId405" Type="http://schemas.openxmlformats.org/officeDocument/2006/relationships/image" Target="../media/image2365.png"/><Relationship Id="rId447" Type="http://schemas.openxmlformats.org/officeDocument/2006/relationships/customXml" Target="../ink/ink3111.xml"/><Relationship Id="rId251" Type="http://schemas.openxmlformats.org/officeDocument/2006/relationships/image" Target="../media/image7740.png"/><Relationship Id="rId489" Type="http://schemas.openxmlformats.org/officeDocument/2006/relationships/customXml" Target="../ink/ink3133.xml"/><Relationship Id="rId46" Type="http://schemas.openxmlformats.org/officeDocument/2006/relationships/customXml" Target="../ink/ink2910.xml"/><Relationship Id="rId293" Type="http://schemas.openxmlformats.org/officeDocument/2006/relationships/image" Target="../media/image7950.png"/><Relationship Id="rId307" Type="http://schemas.openxmlformats.org/officeDocument/2006/relationships/image" Target="../media/image2317.png"/><Relationship Id="rId349" Type="http://schemas.openxmlformats.org/officeDocument/2006/relationships/image" Target="../media/image2338.png"/><Relationship Id="rId88" Type="http://schemas.openxmlformats.org/officeDocument/2006/relationships/customXml" Target="../ink/ink2931.xml"/><Relationship Id="rId111" Type="http://schemas.openxmlformats.org/officeDocument/2006/relationships/image" Target="../media/image7040.png"/><Relationship Id="rId153" Type="http://schemas.openxmlformats.org/officeDocument/2006/relationships/image" Target="../media/image7250.png"/><Relationship Id="rId195" Type="http://schemas.openxmlformats.org/officeDocument/2006/relationships/image" Target="../media/image7460.png"/><Relationship Id="rId209" Type="http://schemas.openxmlformats.org/officeDocument/2006/relationships/image" Target="../media/image7530.png"/><Relationship Id="rId360" Type="http://schemas.openxmlformats.org/officeDocument/2006/relationships/customXml" Target="../ink/ink3067.xml"/><Relationship Id="rId416" Type="http://schemas.openxmlformats.org/officeDocument/2006/relationships/customXml" Target="../ink/ink3095.xml"/><Relationship Id="rId220" Type="http://schemas.openxmlformats.org/officeDocument/2006/relationships/customXml" Target="../ink/ink2997.xml"/><Relationship Id="rId458" Type="http://schemas.openxmlformats.org/officeDocument/2006/relationships/image" Target="../media/image2391.png"/><Relationship Id="rId15" Type="http://schemas.openxmlformats.org/officeDocument/2006/relationships/image" Target="../media/image6560.png"/><Relationship Id="rId57" Type="http://schemas.openxmlformats.org/officeDocument/2006/relationships/image" Target="../media/image6770.png"/><Relationship Id="rId262" Type="http://schemas.openxmlformats.org/officeDocument/2006/relationships/customXml" Target="../ink/ink3018.xml"/><Relationship Id="rId318" Type="http://schemas.openxmlformats.org/officeDocument/2006/relationships/customXml" Target="../ink/ink3046.xml"/><Relationship Id="rId99" Type="http://schemas.openxmlformats.org/officeDocument/2006/relationships/image" Target="../media/image6980.png"/><Relationship Id="rId122" Type="http://schemas.openxmlformats.org/officeDocument/2006/relationships/customXml" Target="../ink/ink2948.xml"/><Relationship Id="rId164" Type="http://schemas.openxmlformats.org/officeDocument/2006/relationships/customXml" Target="../ink/ink2969.xml"/><Relationship Id="rId371" Type="http://schemas.openxmlformats.org/officeDocument/2006/relationships/image" Target="../media/image2348.png"/><Relationship Id="rId427" Type="http://schemas.openxmlformats.org/officeDocument/2006/relationships/customXml" Target="../ink/ink3101.xml"/><Relationship Id="rId469" Type="http://schemas.openxmlformats.org/officeDocument/2006/relationships/customXml" Target="../ink/ink3122.xml"/><Relationship Id="rId26" Type="http://schemas.openxmlformats.org/officeDocument/2006/relationships/customXml" Target="../ink/ink2900.xml"/><Relationship Id="rId231" Type="http://schemas.openxmlformats.org/officeDocument/2006/relationships/image" Target="../media/image7640.png"/><Relationship Id="rId273" Type="http://schemas.openxmlformats.org/officeDocument/2006/relationships/image" Target="../media/image7850.png"/><Relationship Id="rId329" Type="http://schemas.openxmlformats.org/officeDocument/2006/relationships/image" Target="../media/image2328.png"/><Relationship Id="rId480" Type="http://schemas.openxmlformats.org/officeDocument/2006/relationships/customXml" Target="../ink/ink3128.xml"/><Relationship Id="rId68" Type="http://schemas.openxmlformats.org/officeDocument/2006/relationships/customXml" Target="../ink/ink2921.xml"/><Relationship Id="rId133" Type="http://schemas.openxmlformats.org/officeDocument/2006/relationships/image" Target="../media/image7150.png"/><Relationship Id="rId175" Type="http://schemas.openxmlformats.org/officeDocument/2006/relationships/image" Target="../media/image7360.png"/><Relationship Id="rId340" Type="http://schemas.openxmlformats.org/officeDocument/2006/relationships/customXml" Target="../ink/ink3057.xml"/><Relationship Id="rId200" Type="http://schemas.openxmlformats.org/officeDocument/2006/relationships/customXml" Target="../ink/ink2987.xml"/><Relationship Id="rId382" Type="http://schemas.openxmlformats.org/officeDocument/2006/relationships/customXml" Target="../ink/ink3078.xml"/><Relationship Id="rId438" Type="http://schemas.openxmlformats.org/officeDocument/2006/relationships/image" Target="../media/image2381.png"/><Relationship Id="rId242" Type="http://schemas.openxmlformats.org/officeDocument/2006/relationships/customXml" Target="../ink/ink3008.xml"/><Relationship Id="rId284" Type="http://schemas.openxmlformats.org/officeDocument/2006/relationships/customXml" Target="../ink/ink3029.xml"/><Relationship Id="rId491" Type="http://schemas.openxmlformats.org/officeDocument/2006/relationships/customXml" Target="../ink/ink3134.xml"/><Relationship Id="rId37" Type="http://schemas.openxmlformats.org/officeDocument/2006/relationships/image" Target="../media/image6670.png"/><Relationship Id="rId79" Type="http://schemas.openxmlformats.org/officeDocument/2006/relationships/image" Target="../media/image6880.png"/><Relationship Id="rId102" Type="http://schemas.openxmlformats.org/officeDocument/2006/relationships/customXml" Target="../ink/ink2938.xml"/><Relationship Id="rId144" Type="http://schemas.openxmlformats.org/officeDocument/2006/relationships/customXml" Target="../ink/ink2959.xml"/><Relationship Id="rId90" Type="http://schemas.openxmlformats.org/officeDocument/2006/relationships/customXml" Target="../ink/ink2932.xml"/><Relationship Id="rId186" Type="http://schemas.openxmlformats.org/officeDocument/2006/relationships/customXml" Target="../ink/ink2980.xml"/><Relationship Id="rId351" Type="http://schemas.openxmlformats.org/officeDocument/2006/relationships/image" Target="../media/image2339.png"/><Relationship Id="rId393" Type="http://schemas.openxmlformats.org/officeDocument/2006/relationships/image" Target="../media/image2359.png"/><Relationship Id="rId407" Type="http://schemas.openxmlformats.org/officeDocument/2006/relationships/image" Target="../media/image2366.png"/><Relationship Id="rId449" Type="http://schemas.openxmlformats.org/officeDocument/2006/relationships/customXml" Target="../ink/ink3112.xml"/><Relationship Id="rId211" Type="http://schemas.openxmlformats.org/officeDocument/2006/relationships/image" Target="../media/image7540.png"/><Relationship Id="rId253" Type="http://schemas.openxmlformats.org/officeDocument/2006/relationships/image" Target="../media/image7750.png"/><Relationship Id="rId295" Type="http://schemas.openxmlformats.org/officeDocument/2006/relationships/image" Target="../media/image7960.png"/><Relationship Id="rId309" Type="http://schemas.openxmlformats.org/officeDocument/2006/relationships/image" Target="../media/image2318.png"/><Relationship Id="rId460" Type="http://schemas.openxmlformats.org/officeDocument/2006/relationships/image" Target="../media/image2392.png"/><Relationship Id="rId48" Type="http://schemas.openxmlformats.org/officeDocument/2006/relationships/customXml" Target="../ink/ink2911.xml"/><Relationship Id="rId113" Type="http://schemas.openxmlformats.org/officeDocument/2006/relationships/image" Target="../media/image7050.png"/><Relationship Id="rId320" Type="http://schemas.openxmlformats.org/officeDocument/2006/relationships/customXml" Target="../ink/ink3047.xml"/><Relationship Id="rId155" Type="http://schemas.openxmlformats.org/officeDocument/2006/relationships/image" Target="../media/image7260.png"/><Relationship Id="rId197" Type="http://schemas.openxmlformats.org/officeDocument/2006/relationships/image" Target="../media/image7470.png"/><Relationship Id="rId362" Type="http://schemas.openxmlformats.org/officeDocument/2006/relationships/customXml" Target="../ink/ink3068.xml"/><Relationship Id="rId418" Type="http://schemas.openxmlformats.org/officeDocument/2006/relationships/customXml" Target="../ink/ink3096.xml"/><Relationship Id="rId222" Type="http://schemas.openxmlformats.org/officeDocument/2006/relationships/customXml" Target="../ink/ink2998.xml"/><Relationship Id="rId264" Type="http://schemas.openxmlformats.org/officeDocument/2006/relationships/customXml" Target="../ink/ink3019.xml"/><Relationship Id="rId471" Type="http://schemas.openxmlformats.org/officeDocument/2006/relationships/customXml" Target="../ink/ink3123.xml"/><Relationship Id="rId17" Type="http://schemas.openxmlformats.org/officeDocument/2006/relationships/image" Target="../media/image6570.png"/><Relationship Id="rId59" Type="http://schemas.openxmlformats.org/officeDocument/2006/relationships/image" Target="../media/image6780.png"/><Relationship Id="rId124" Type="http://schemas.openxmlformats.org/officeDocument/2006/relationships/customXml" Target="../ink/ink2949.xml"/><Relationship Id="rId70" Type="http://schemas.openxmlformats.org/officeDocument/2006/relationships/customXml" Target="../ink/ink2922.xml"/><Relationship Id="rId166" Type="http://schemas.openxmlformats.org/officeDocument/2006/relationships/customXml" Target="../ink/ink2970.xml"/><Relationship Id="rId331" Type="http://schemas.openxmlformats.org/officeDocument/2006/relationships/image" Target="../media/image2329.png"/><Relationship Id="rId373" Type="http://schemas.openxmlformats.org/officeDocument/2006/relationships/image" Target="../media/image2349.png"/><Relationship Id="rId429" Type="http://schemas.openxmlformats.org/officeDocument/2006/relationships/customXml" Target="../ink/ink3102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7650.png"/><Relationship Id="rId440" Type="http://schemas.openxmlformats.org/officeDocument/2006/relationships/image" Target="../media/image2382.png"/><Relationship Id="rId28" Type="http://schemas.openxmlformats.org/officeDocument/2006/relationships/customXml" Target="../ink/ink2901.xml"/><Relationship Id="rId275" Type="http://schemas.openxmlformats.org/officeDocument/2006/relationships/image" Target="../media/image7860.png"/><Relationship Id="rId300" Type="http://schemas.openxmlformats.org/officeDocument/2006/relationships/customXml" Target="../ink/ink3037.xml"/><Relationship Id="rId482" Type="http://schemas.openxmlformats.org/officeDocument/2006/relationships/image" Target="../media/image2402.png"/><Relationship Id="rId81" Type="http://schemas.openxmlformats.org/officeDocument/2006/relationships/image" Target="../media/image6890.png"/><Relationship Id="rId135" Type="http://schemas.openxmlformats.org/officeDocument/2006/relationships/image" Target="../media/image7160.png"/><Relationship Id="rId177" Type="http://schemas.openxmlformats.org/officeDocument/2006/relationships/image" Target="../media/image7370.png"/><Relationship Id="rId342" Type="http://schemas.openxmlformats.org/officeDocument/2006/relationships/customXml" Target="../ink/ink3058.xml"/><Relationship Id="rId384" Type="http://schemas.openxmlformats.org/officeDocument/2006/relationships/customXml" Target="../ink/ink3079.xml"/><Relationship Id="rId202" Type="http://schemas.openxmlformats.org/officeDocument/2006/relationships/customXml" Target="../ink/ink2988.xml"/><Relationship Id="rId244" Type="http://schemas.openxmlformats.org/officeDocument/2006/relationships/customXml" Target="../ink/ink3009.xml"/><Relationship Id="rId39" Type="http://schemas.openxmlformats.org/officeDocument/2006/relationships/image" Target="../media/image6680.png"/><Relationship Id="rId286" Type="http://schemas.openxmlformats.org/officeDocument/2006/relationships/customXml" Target="../ink/ink3030.xml"/><Relationship Id="rId451" Type="http://schemas.openxmlformats.org/officeDocument/2006/relationships/customXml" Target="../ink/ink3113.xml"/><Relationship Id="rId50" Type="http://schemas.openxmlformats.org/officeDocument/2006/relationships/customXml" Target="../ink/ink2912.xml"/><Relationship Id="rId104" Type="http://schemas.openxmlformats.org/officeDocument/2006/relationships/customXml" Target="../ink/ink2939.xml"/><Relationship Id="rId146" Type="http://schemas.openxmlformats.org/officeDocument/2006/relationships/customXml" Target="../ink/ink2960.xml"/><Relationship Id="rId188" Type="http://schemas.openxmlformats.org/officeDocument/2006/relationships/customXml" Target="../ink/ink2981.xml"/><Relationship Id="rId311" Type="http://schemas.openxmlformats.org/officeDocument/2006/relationships/image" Target="../media/image2319.png"/><Relationship Id="rId353" Type="http://schemas.openxmlformats.org/officeDocument/2006/relationships/image" Target="../media/image236.png"/><Relationship Id="rId395" Type="http://schemas.openxmlformats.org/officeDocument/2006/relationships/image" Target="../media/image2360.png"/><Relationship Id="rId409" Type="http://schemas.openxmlformats.org/officeDocument/2006/relationships/image" Target="../media/image2367.png"/><Relationship Id="rId92" Type="http://schemas.openxmlformats.org/officeDocument/2006/relationships/customXml" Target="../ink/ink2933.xml"/><Relationship Id="rId213" Type="http://schemas.openxmlformats.org/officeDocument/2006/relationships/image" Target="../media/image7550.png"/><Relationship Id="rId420" Type="http://schemas.openxmlformats.org/officeDocument/2006/relationships/customXml" Target="../ink/ink3097.xml"/><Relationship Id="rId255" Type="http://schemas.openxmlformats.org/officeDocument/2006/relationships/image" Target="../media/image7760.png"/><Relationship Id="rId297" Type="http://schemas.openxmlformats.org/officeDocument/2006/relationships/image" Target="../media/image7970.png"/><Relationship Id="rId462" Type="http://schemas.openxmlformats.org/officeDocument/2006/relationships/image" Target="../media/image2393.png"/><Relationship Id="rId115" Type="http://schemas.openxmlformats.org/officeDocument/2006/relationships/image" Target="../media/image7060.png"/><Relationship Id="rId157" Type="http://schemas.openxmlformats.org/officeDocument/2006/relationships/image" Target="../media/image7270.png"/><Relationship Id="rId322" Type="http://schemas.openxmlformats.org/officeDocument/2006/relationships/customXml" Target="../ink/ink3048.xml"/><Relationship Id="rId364" Type="http://schemas.openxmlformats.org/officeDocument/2006/relationships/customXml" Target="../ink/ink3069.xml"/><Relationship Id="rId61" Type="http://schemas.openxmlformats.org/officeDocument/2006/relationships/image" Target="../media/image6790.png"/><Relationship Id="rId199" Type="http://schemas.openxmlformats.org/officeDocument/2006/relationships/image" Target="../media/image7480.png"/><Relationship Id="rId19" Type="http://schemas.openxmlformats.org/officeDocument/2006/relationships/image" Target="../media/image6580.png"/><Relationship Id="rId224" Type="http://schemas.openxmlformats.org/officeDocument/2006/relationships/customXml" Target="../ink/ink2999.xml"/><Relationship Id="rId266" Type="http://schemas.openxmlformats.org/officeDocument/2006/relationships/customXml" Target="../ink/ink3020.xml"/><Relationship Id="rId431" Type="http://schemas.openxmlformats.org/officeDocument/2006/relationships/customXml" Target="../ink/ink3103.xml"/><Relationship Id="rId473" Type="http://schemas.openxmlformats.org/officeDocument/2006/relationships/customXml" Target="../ink/ink3124.xml"/><Relationship Id="rId30" Type="http://schemas.openxmlformats.org/officeDocument/2006/relationships/customXml" Target="../ink/ink2902.xml"/><Relationship Id="rId126" Type="http://schemas.openxmlformats.org/officeDocument/2006/relationships/customXml" Target="../ink/ink2950.xml"/><Relationship Id="rId168" Type="http://schemas.openxmlformats.org/officeDocument/2006/relationships/customXml" Target="../ink/ink2971.xml"/><Relationship Id="rId333" Type="http://schemas.openxmlformats.org/officeDocument/2006/relationships/image" Target="../media/image2330.png"/><Relationship Id="rId72" Type="http://schemas.openxmlformats.org/officeDocument/2006/relationships/customXml" Target="../ink/ink2923.xml"/><Relationship Id="rId375" Type="http://schemas.openxmlformats.org/officeDocument/2006/relationships/image" Target="../media/image2350.png"/><Relationship Id="rId3" Type="http://schemas.openxmlformats.org/officeDocument/2006/relationships/image" Target="../media/image6500.png"/><Relationship Id="rId235" Type="http://schemas.openxmlformats.org/officeDocument/2006/relationships/image" Target="../media/image7660.png"/><Relationship Id="rId277" Type="http://schemas.openxmlformats.org/officeDocument/2006/relationships/image" Target="../media/image7870.png"/><Relationship Id="rId400" Type="http://schemas.openxmlformats.org/officeDocument/2006/relationships/customXml" Target="../ink/ink3087.xml"/><Relationship Id="rId442" Type="http://schemas.openxmlformats.org/officeDocument/2006/relationships/image" Target="../media/image2383.png"/><Relationship Id="rId484" Type="http://schemas.openxmlformats.org/officeDocument/2006/relationships/image" Target="../media/image2403.png"/><Relationship Id="rId137" Type="http://schemas.openxmlformats.org/officeDocument/2006/relationships/image" Target="../media/image7170.png"/><Relationship Id="rId302" Type="http://schemas.openxmlformats.org/officeDocument/2006/relationships/customXml" Target="../ink/ink3038.xml"/><Relationship Id="rId344" Type="http://schemas.openxmlformats.org/officeDocument/2006/relationships/customXml" Target="../ink/ink3059.xml"/></Relationships>
</file>

<file path=ppt/slides/_rels/slide4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192.xml"/><Relationship Id="rId21" Type="http://schemas.openxmlformats.org/officeDocument/2006/relationships/customXml" Target="../ink/ink3144.xml"/><Relationship Id="rId42" Type="http://schemas.openxmlformats.org/officeDocument/2006/relationships/image" Target="../media/image8180.png"/><Relationship Id="rId63" Type="http://schemas.openxmlformats.org/officeDocument/2006/relationships/customXml" Target="../ink/ink3165.xml"/><Relationship Id="rId84" Type="http://schemas.openxmlformats.org/officeDocument/2006/relationships/image" Target="../media/image2423.png"/><Relationship Id="rId138" Type="http://schemas.openxmlformats.org/officeDocument/2006/relationships/image" Target="../media/image2450.png"/><Relationship Id="rId159" Type="http://schemas.openxmlformats.org/officeDocument/2006/relationships/customXml" Target="../ink/ink3213.xml"/><Relationship Id="rId107" Type="http://schemas.openxmlformats.org/officeDocument/2006/relationships/customXml" Target="../ink/ink3187.xml"/><Relationship Id="rId11" Type="http://schemas.openxmlformats.org/officeDocument/2006/relationships/customXml" Target="../ink/ink3139.xml"/><Relationship Id="rId32" Type="http://schemas.openxmlformats.org/officeDocument/2006/relationships/image" Target="../media/image8130.png"/><Relationship Id="rId53" Type="http://schemas.openxmlformats.org/officeDocument/2006/relationships/customXml" Target="../ink/ink3160.xml"/><Relationship Id="rId74" Type="http://schemas.openxmlformats.org/officeDocument/2006/relationships/image" Target="../media/image2418.png"/><Relationship Id="rId128" Type="http://schemas.openxmlformats.org/officeDocument/2006/relationships/image" Target="../media/image2445.png"/><Relationship Id="rId149" Type="http://schemas.openxmlformats.org/officeDocument/2006/relationships/customXml" Target="../ink/ink3208.xml"/><Relationship Id="rId5" Type="http://schemas.openxmlformats.org/officeDocument/2006/relationships/customXml" Target="../ink/ink3136.xml"/><Relationship Id="rId95" Type="http://schemas.openxmlformats.org/officeDocument/2006/relationships/customXml" Target="../ink/ink3181.xml"/><Relationship Id="rId160" Type="http://schemas.openxmlformats.org/officeDocument/2006/relationships/image" Target="../media/image2461.png"/><Relationship Id="rId22" Type="http://schemas.openxmlformats.org/officeDocument/2006/relationships/image" Target="../media/image8080.png"/><Relationship Id="rId43" Type="http://schemas.openxmlformats.org/officeDocument/2006/relationships/customXml" Target="../ink/ink3155.xml"/><Relationship Id="rId64" Type="http://schemas.openxmlformats.org/officeDocument/2006/relationships/image" Target="../media/image2413.png"/><Relationship Id="rId118" Type="http://schemas.openxmlformats.org/officeDocument/2006/relationships/image" Target="../media/image2440.png"/><Relationship Id="rId139" Type="http://schemas.openxmlformats.org/officeDocument/2006/relationships/customXml" Target="../ink/ink3203.xml"/><Relationship Id="rId85" Type="http://schemas.openxmlformats.org/officeDocument/2006/relationships/customXml" Target="../ink/ink3176.xml"/><Relationship Id="rId150" Type="http://schemas.openxmlformats.org/officeDocument/2006/relationships/image" Target="../media/image2456.png"/><Relationship Id="rId12" Type="http://schemas.openxmlformats.org/officeDocument/2006/relationships/image" Target="../media/image8030.png"/><Relationship Id="rId17" Type="http://schemas.openxmlformats.org/officeDocument/2006/relationships/customXml" Target="../ink/ink3142.xml"/><Relationship Id="rId33" Type="http://schemas.openxmlformats.org/officeDocument/2006/relationships/customXml" Target="../ink/ink3150.xml"/><Relationship Id="rId38" Type="http://schemas.openxmlformats.org/officeDocument/2006/relationships/image" Target="../media/image8160.png"/><Relationship Id="rId59" Type="http://schemas.openxmlformats.org/officeDocument/2006/relationships/customXml" Target="../ink/ink3163.xml"/><Relationship Id="rId103" Type="http://schemas.openxmlformats.org/officeDocument/2006/relationships/customXml" Target="../ink/ink3185.xml"/><Relationship Id="rId108" Type="http://schemas.openxmlformats.org/officeDocument/2006/relationships/image" Target="../media/image2435.png"/><Relationship Id="rId124" Type="http://schemas.openxmlformats.org/officeDocument/2006/relationships/image" Target="../media/image2443.png"/><Relationship Id="rId129" Type="http://schemas.openxmlformats.org/officeDocument/2006/relationships/customXml" Target="../ink/ink3198.xml"/><Relationship Id="rId54" Type="http://schemas.openxmlformats.org/officeDocument/2006/relationships/image" Target="../media/image8240.png"/><Relationship Id="rId70" Type="http://schemas.openxmlformats.org/officeDocument/2006/relationships/image" Target="../media/image2416.png"/><Relationship Id="rId75" Type="http://schemas.openxmlformats.org/officeDocument/2006/relationships/customXml" Target="../ink/ink3171.xml"/><Relationship Id="rId91" Type="http://schemas.openxmlformats.org/officeDocument/2006/relationships/customXml" Target="../ink/ink3179.xml"/><Relationship Id="rId96" Type="http://schemas.openxmlformats.org/officeDocument/2006/relationships/image" Target="../media/image2429.png"/><Relationship Id="rId140" Type="http://schemas.openxmlformats.org/officeDocument/2006/relationships/image" Target="../media/image2451.png"/><Relationship Id="rId145" Type="http://schemas.openxmlformats.org/officeDocument/2006/relationships/customXml" Target="../ink/ink3206.xml"/><Relationship Id="rId161" Type="http://schemas.openxmlformats.org/officeDocument/2006/relationships/customXml" Target="../ink/ink32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00.png"/><Relationship Id="rId23" Type="http://schemas.openxmlformats.org/officeDocument/2006/relationships/customXml" Target="../ink/ink3145.xml"/><Relationship Id="rId28" Type="http://schemas.openxmlformats.org/officeDocument/2006/relationships/image" Target="../media/image8110.png"/><Relationship Id="rId49" Type="http://schemas.openxmlformats.org/officeDocument/2006/relationships/customXml" Target="../ink/ink3158.xml"/><Relationship Id="rId114" Type="http://schemas.openxmlformats.org/officeDocument/2006/relationships/image" Target="../media/image2438.png"/><Relationship Id="rId119" Type="http://schemas.openxmlformats.org/officeDocument/2006/relationships/customXml" Target="../ink/ink3193.xml"/><Relationship Id="rId44" Type="http://schemas.openxmlformats.org/officeDocument/2006/relationships/image" Target="../media/image8190.png"/><Relationship Id="rId60" Type="http://schemas.openxmlformats.org/officeDocument/2006/relationships/image" Target="../media/image2411.png"/><Relationship Id="rId65" Type="http://schemas.openxmlformats.org/officeDocument/2006/relationships/customXml" Target="../ink/ink3166.xml"/><Relationship Id="rId81" Type="http://schemas.openxmlformats.org/officeDocument/2006/relationships/customXml" Target="../ink/ink3174.xml"/><Relationship Id="rId86" Type="http://schemas.openxmlformats.org/officeDocument/2006/relationships/image" Target="../media/image2424.png"/><Relationship Id="rId130" Type="http://schemas.openxmlformats.org/officeDocument/2006/relationships/image" Target="../media/image2446.png"/><Relationship Id="rId135" Type="http://schemas.openxmlformats.org/officeDocument/2006/relationships/customXml" Target="../ink/ink3201.xml"/><Relationship Id="rId151" Type="http://schemas.openxmlformats.org/officeDocument/2006/relationships/customXml" Target="../ink/ink3209.xml"/><Relationship Id="rId156" Type="http://schemas.openxmlformats.org/officeDocument/2006/relationships/image" Target="../media/image2459.png"/><Relationship Id="rId13" Type="http://schemas.openxmlformats.org/officeDocument/2006/relationships/customXml" Target="../ink/ink3140.xml"/><Relationship Id="rId18" Type="http://schemas.openxmlformats.org/officeDocument/2006/relationships/image" Target="../media/image8060.png"/><Relationship Id="rId39" Type="http://schemas.openxmlformats.org/officeDocument/2006/relationships/customXml" Target="../ink/ink3153.xml"/><Relationship Id="rId109" Type="http://schemas.openxmlformats.org/officeDocument/2006/relationships/customXml" Target="../ink/ink3188.xml"/><Relationship Id="rId34" Type="http://schemas.openxmlformats.org/officeDocument/2006/relationships/image" Target="../media/image8140.png"/><Relationship Id="rId50" Type="http://schemas.openxmlformats.org/officeDocument/2006/relationships/image" Target="../media/image8220.png"/><Relationship Id="rId55" Type="http://schemas.openxmlformats.org/officeDocument/2006/relationships/customXml" Target="../ink/ink3161.xml"/><Relationship Id="rId76" Type="http://schemas.openxmlformats.org/officeDocument/2006/relationships/image" Target="../media/image2419.png"/><Relationship Id="rId97" Type="http://schemas.openxmlformats.org/officeDocument/2006/relationships/customXml" Target="../ink/ink3182.xml"/><Relationship Id="rId104" Type="http://schemas.openxmlformats.org/officeDocument/2006/relationships/image" Target="../media/image2433.png"/><Relationship Id="rId120" Type="http://schemas.openxmlformats.org/officeDocument/2006/relationships/image" Target="../media/image2441.png"/><Relationship Id="rId125" Type="http://schemas.openxmlformats.org/officeDocument/2006/relationships/customXml" Target="../ink/ink3196.xml"/><Relationship Id="rId141" Type="http://schemas.openxmlformats.org/officeDocument/2006/relationships/customXml" Target="../ink/ink3204.xml"/><Relationship Id="rId146" Type="http://schemas.openxmlformats.org/officeDocument/2006/relationships/image" Target="../media/image2454.png"/><Relationship Id="rId7" Type="http://schemas.openxmlformats.org/officeDocument/2006/relationships/customXml" Target="../ink/ink3137.xml"/><Relationship Id="rId71" Type="http://schemas.openxmlformats.org/officeDocument/2006/relationships/customXml" Target="../ink/ink3169.xml"/><Relationship Id="rId92" Type="http://schemas.openxmlformats.org/officeDocument/2006/relationships/image" Target="../media/image2427.png"/><Relationship Id="rId162" Type="http://schemas.openxmlformats.org/officeDocument/2006/relationships/image" Target="../media/image2462.png"/><Relationship Id="rId2" Type="http://schemas.openxmlformats.org/officeDocument/2006/relationships/image" Target="../media/image2313.jpeg"/><Relationship Id="rId29" Type="http://schemas.openxmlformats.org/officeDocument/2006/relationships/customXml" Target="../ink/ink3148.xml"/><Relationship Id="rId24" Type="http://schemas.openxmlformats.org/officeDocument/2006/relationships/image" Target="../media/image8090.png"/><Relationship Id="rId40" Type="http://schemas.openxmlformats.org/officeDocument/2006/relationships/image" Target="../media/image8170.png"/><Relationship Id="rId45" Type="http://schemas.openxmlformats.org/officeDocument/2006/relationships/customXml" Target="../ink/ink3156.xml"/><Relationship Id="rId66" Type="http://schemas.openxmlformats.org/officeDocument/2006/relationships/image" Target="../media/image2414.png"/><Relationship Id="rId87" Type="http://schemas.openxmlformats.org/officeDocument/2006/relationships/customXml" Target="../ink/ink3177.xml"/><Relationship Id="rId110" Type="http://schemas.openxmlformats.org/officeDocument/2006/relationships/image" Target="../media/image2436.png"/><Relationship Id="rId115" Type="http://schemas.openxmlformats.org/officeDocument/2006/relationships/customXml" Target="../ink/ink3191.xml"/><Relationship Id="rId131" Type="http://schemas.openxmlformats.org/officeDocument/2006/relationships/customXml" Target="../ink/ink3199.xml"/><Relationship Id="rId136" Type="http://schemas.openxmlformats.org/officeDocument/2006/relationships/image" Target="../media/image2449.png"/><Relationship Id="rId157" Type="http://schemas.openxmlformats.org/officeDocument/2006/relationships/customXml" Target="../ink/ink3212.xml"/><Relationship Id="rId61" Type="http://schemas.openxmlformats.org/officeDocument/2006/relationships/customXml" Target="../ink/ink3164.xml"/><Relationship Id="rId82" Type="http://schemas.openxmlformats.org/officeDocument/2006/relationships/image" Target="../media/image2422.png"/><Relationship Id="rId152" Type="http://schemas.openxmlformats.org/officeDocument/2006/relationships/image" Target="../media/image2457.png"/><Relationship Id="rId19" Type="http://schemas.openxmlformats.org/officeDocument/2006/relationships/customXml" Target="../ink/ink3143.xml"/><Relationship Id="rId14" Type="http://schemas.openxmlformats.org/officeDocument/2006/relationships/image" Target="../media/image8040.png"/><Relationship Id="rId30" Type="http://schemas.openxmlformats.org/officeDocument/2006/relationships/image" Target="../media/image8120.png"/><Relationship Id="rId35" Type="http://schemas.openxmlformats.org/officeDocument/2006/relationships/customXml" Target="../ink/ink3151.xml"/><Relationship Id="rId56" Type="http://schemas.openxmlformats.org/officeDocument/2006/relationships/image" Target="../media/image236.png"/><Relationship Id="rId77" Type="http://schemas.openxmlformats.org/officeDocument/2006/relationships/customXml" Target="../ink/ink3172.xml"/><Relationship Id="rId100" Type="http://schemas.openxmlformats.org/officeDocument/2006/relationships/image" Target="../media/image2431.png"/><Relationship Id="rId105" Type="http://schemas.openxmlformats.org/officeDocument/2006/relationships/customXml" Target="../ink/ink3186.xml"/><Relationship Id="rId126" Type="http://schemas.openxmlformats.org/officeDocument/2006/relationships/image" Target="../media/image2444.png"/><Relationship Id="rId147" Type="http://schemas.openxmlformats.org/officeDocument/2006/relationships/customXml" Target="../ink/ink3207.xml"/><Relationship Id="rId8" Type="http://schemas.openxmlformats.org/officeDocument/2006/relationships/image" Target="../media/image8011.png"/><Relationship Id="rId51" Type="http://schemas.openxmlformats.org/officeDocument/2006/relationships/customXml" Target="../ink/ink3159.xml"/><Relationship Id="rId72" Type="http://schemas.openxmlformats.org/officeDocument/2006/relationships/image" Target="../media/image2417.png"/><Relationship Id="rId93" Type="http://schemas.openxmlformats.org/officeDocument/2006/relationships/customXml" Target="../ink/ink3180.xml"/><Relationship Id="rId98" Type="http://schemas.openxmlformats.org/officeDocument/2006/relationships/image" Target="../media/image2430.png"/><Relationship Id="rId121" Type="http://schemas.openxmlformats.org/officeDocument/2006/relationships/customXml" Target="../ink/ink3194.xml"/><Relationship Id="rId142" Type="http://schemas.openxmlformats.org/officeDocument/2006/relationships/image" Target="../media/image2452.png"/><Relationship Id="rId163" Type="http://schemas.openxmlformats.org/officeDocument/2006/relationships/customXml" Target="../ink/ink3215.xml"/><Relationship Id="rId3" Type="http://schemas.openxmlformats.org/officeDocument/2006/relationships/customXml" Target="../ink/ink3135.xml"/><Relationship Id="rId25" Type="http://schemas.openxmlformats.org/officeDocument/2006/relationships/customXml" Target="../ink/ink3146.xml"/><Relationship Id="rId46" Type="http://schemas.openxmlformats.org/officeDocument/2006/relationships/image" Target="../media/image8200.png"/><Relationship Id="rId67" Type="http://schemas.openxmlformats.org/officeDocument/2006/relationships/customXml" Target="../ink/ink3167.xml"/><Relationship Id="rId116" Type="http://schemas.openxmlformats.org/officeDocument/2006/relationships/image" Target="../media/image2439.png"/><Relationship Id="rId137" Type="http://schemas.openxmlformats.org/officeDocument/2006/relationships/customXml" Target="../ink/ink3202.xml"/><Relationship Id="rId158" Type="http://schemas.openxmlformats.org/officeDocument/2006/relationships/image" Target="../media/image2460.png"/><Relationship Id="rId20" Type="http://schemas.openxmlformats.org/officeDocument/2006/relationships/image" Target="../media/image8070.png"/><Relationship Id="rId41" Type="http://schemas.openxmlformats.org/officeDocument/2006/relationships/customXml" Target="../ink/ink3154.xml"/><Relationship Id="rId62" Type="http://schemas.openxmlformats.org/officeDocument/2006/relationships/image" Target="../media/image2412.png"/><Relationship Id="rId83" Type="http://schemas.openxmlformats.org/officeDocument/2006/relationships/customXml" Target="../ink/ink3175.xml"/><Relationship Id="rId88" Type="http://schemas.openxmlformats.org/officeDocument/2006/relationships/image" Target="../media/image2425.png"/><Relationship Id="rId111" Type="http://schemas.openxmlformats.org/officeDocument/2006/relationships/customXml" Target="../ink/ink3189.xml"/><Relationship Id="rId132" Type="http://schemas.openxmlformats.org/officeDocument/2006/relationships/image" Target="../media/image2447.png"/><Relationship Id="rId153" Type="http://schemas.openxmlformats.org/officeDocument/2006/relationships/customXml" Target="../ink/ink3210.xml"/><Relationship Id="rId15" Type="http://schemas.openxmlformats.org/officeDocument/2006/relationships/customXml" Target="../ink/ink3141.xml"/><Relationship Id="rId36" Type="http://schemas.openxmlformats.org/officeDocument/2006/relationships/image" Target="../media/image8150.png"/><Relationship Id="rId57" Type="http://schemas.openxmlformats.org/officeDocument/2006/relationships/customXml" Target="../ink/ink3162.xml"/><Relationship Id="rId106" Type="http://schemas.openxmlformats.org/officeDocument/2006/relationships/image" Target="../media/image2434.png"/><Relationship Id="rId127" Type="http://schemas.openxmlformats.org/officeDocument/2006/relationships/customXml" Target="../ink/ink3197.xml"/><Relationship Id="rId10" Type="http://schemas.openxmlformats.org/officeDocument/2006/relationships/image" Target="../media/image8020.png"/><Relationship Id="rId31" Type="http://schemas.openxmlformats.org/officeDocument/2006/relationships/customXml" Target="../ink/ink3149.xml"/><Relationship Id="rId52" Type="http://schemas.openxmlformats.org/officeDocument/2006/relationships/image" Target="../media/image8230.png"/><Relationship Id="rId73" Type="http://schemas.openxmlformats.org/officeDocument/2006/relationships/customXml" Target="../ink/ink3170.xml"/><Relationship Id="rId78" Type="http://schemas.openxmlformats.org/officeDocument/2006/relationships/image" Target="../media/image2420.png"/><Relationship Id="rId94" Type="http://schemas.openxmlformats.org/officeDocument/2006/relationships/image" Target="../media/image2428.png"/><Relationship Id="rId99" Type="http://schemas.openxmlformats.org/officeDocument/2006/relationships/customXml" Target="../ink/ink3183.xml"/><Relationship Id="rId101" Type="http://schemas.openxmlformats.org/officeDocument/2006/relationships/customXml" Target="../ink/ink3184.xml"/><Relationship Id="rId122" Type="http://schemas.openxmlformats.org/officeDocument/2006/relationships/image" Target="../media/image2442.png"/><Relationship Id="rId143" Type="http://schemas.openxmlformats.org/officeDocument/2006/relationships/customXml" Target="../ink/ink3205.xml"/><Relationship Id="rId148" Type="http://schemas.openxmlformats.org/officeDocument/2006/relationships/image" Target="../media/image2455.png"/><Relationship Id="rId164" Type="http://schemas.openxmlformats.org/officeDocument/2006/relationships/image" Target="../media/image2463.png"/><Relationship Id="rId4" Type="http://schemas.openxmlformats.org/officeDocument/2006/relationships/image" Target="../media/image7990.png"/><Relationship Id="rId9" Type="http://schemas.openxmlformats.org/officeDocument/2006/relationships/customXml" Target="../ink/ink3138.xml"/><Relationship Id="rId26" Type="http://schemas.openxmlformats.org/officeDocument/2006/relationships/image" Target="../media/image8101.png"/><Relationship Id="rId47" Type="http://schemas.openxmlformats.org/officeDocument/2006/relationships/customXml" Target="../ink/ink3157.xml"/><Relationship Id="rId68" Type="http://schemas.openxmlformats.org/officeDocument/2006/relationships/image" Target="../media/image2415.png"/><Relationship Id="rId89" Type="http://schemas.openxmlformats.org/officeDocument/2006/relationships/customXml" Target="../ink/ink3178.xml"/><Relationship Id="rId112" Type="http://schemas.openxmlformats.org/officeDocument/2006/relationships/image" Target="../media/image2437.png"/><Relationship Id="rId133" Type="http://schemas.openxmlformats.org/officeDocument/2006/relationships/customXml" Target="../ink/ink3200.xml"/><Relationship Id="rId154" Type="http://schemas.openxmlformats.org/officeDocument/2006/relationships/image" Target="../media/image2458.png"/><Relationship Id="rId16" Type="http://schemas.openxmlformats.org/officeDocument/2006/relationships/image" Target="../media/image8050.png"/><Relationship Id="rId37" Type="http://schemas.openxmlformats.org/officeDocument/2006/relationships/customXml" Target="../ink/ink3152.xml"/><Relationship Id="rId58" Type="http://schemas.openxmlformats.org/officeDocument/2006/relationships/image" Target="../media/image2409.png"/><Relationship Id="rId79" Type="http://schemas.openxmlformats.org/officeDocument/2006/relationships/customXml" Target="../ink/ink3173.xml"/><Relationship Id="rId102" Type="http://schemas.openxmlformats.org/officeDocument/2006/relationships/image" Target="../media/image2432.png"/><Relationship Id="rId123" Type="http://schemas.openxmlformats.org/officeDocument/2006/relationships/customXml" Target="../ink/ink3195.xml"/><Relationship Id="rId144" Type="http://schemas.openxmlformats.org/officeDocument/2006/relationships/image" Target="../media/image2453.png"/><Relationship Id="rId90" Type="http://schemas.openxmlformats.org/officeDocument/2006/relationships/image" Target="../media/image2426.png"/><Relationship Id="rId27" Type="http://schemas.openxmlformats.org/officeDocument/2006/relationships/customXml" Target="../ink/ink3147.xml"/><Relationship Id="rId48" Type="http://schemas.openxmlformats.org/officeDocument/2006/relationships/image" Target="../media/image8210.png"/><Relationship Id="rId69" Type="http://schemas.openxmlformats.org/officeDocument/2006/relationships/customXml" Target="../ink/ink3168.xml"/><Relationship Id="rId113" Type="http://schemas.openxmlformats.org/officeDocument/2006/relationships/customXml" Target="../ink/ink3190.xml"/><Relationship Id="rId134" Type="http://schemas.openxmlformats.org/officeDocument/2006/relationships/image" Target="../media/image2448.png"/><Relationship Id="rId80" Type="http://schemas.openxmlformats.org/officeDocument/2006/relationships/image" Target="../media/image2421.png"/><Relationship Id="rId155" Type="http://schemas.openxmlformats.org/officeDocument/2006/relationships/customXml" Target="../ink/ink3211.xml"/></Relationships>
</file>

<file path=ppt/slides/_rels/slide4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73.xml"/><Relationship Id="rId21" Type="http://schemas.openxmlformats.org/officeDocument/2006/relationships/customXml" Target="../ink/ink3225.xml"/><Relationship Id="rId42" Type="http://schemas.openxmlformats.org/officeDocument/2006/relationships/image" Target="../media/image8450.png"/><Relationship Id="rId47" Type="http://schemas.openxmlformats.org/officeDocument/2006/relationships/customXml" Target="../ink/ink3238.xml"/><Relationship Id="rId63" Type="http://schemas.openxmlformats.org/officeDocument/2006/relationships/customXml" Target="../ink/ink3246.xml"/><Relationship Id="rId68" Type="http://schemas.openxmlformats.org/officeDocument/2006/relationships/image" Target="../media/image2468.png"/><Relationship Id="rId84" Type="http://schemas.openxmlformats.org/officeDocument/2006/relationships/image" Target="../media/image2476.png"/><Relationship Id="rId89" Type="http://schemas.openxmlformats.org/officeDocument/2006/relationships/customXml" Target="../ink/ink3259.xml"/><Relationship Id="rId112" Type="http://schemas.openxmlformats.org/officeDocument/2006/relationships/image" Target="../media/image2490.png"/><Relationship Id="rId16" Type="http://schemas.openxmlformats.org/officeDocument/2006/relationships/image" Target="../media/image8320.png"/><Relationship Id="rId107" Type="http://schemas.openxmlformats.org/officeDocument/2006/relationships/customXml" Target="../ink/ink3268.xml"/><Relationship Id="rId11" Type="http://schemas.openxmlformats.org/officeDocument/2006/relationships/customXml" Target="../ink/ink3220.xml"/><Relationship Id="rId32" Type="http://schemas.openxmlformats.org/officeDocument/2006/relationships/image" Target="../media/image8400.png"/><Relationship Id="rId37" Type="http://schemas.openxmlformats.org/officeDocument/2006/relationships/customXml" Target="../ink/ink3233.xml"/><Relationship Id="rId53" Type="http://schemas.openxmlformats.org/officeDocument/2006/relationships/customXml" Target="../ink/ink3241.xml"/><Relationship Id="rId58" Type="http://schemas.openxmlformats.org/officeDocument/2006/relationships/image" Target="../media/image8530.png"/><Relationship Id="rId74" Type="http://schemas.openxmlformats.org/officeDocument/2006/relationships/image" Target="../media/image2471.png"/><Relationship Id="rId79" Type="http://schemas.openxmlformats.org/officeDocument/2006/relationships/customXml" Target="../ink/ink3254.xml"/><Relationship Id="rId102" Type="http://schemas.openxmlformats.org/officeDocument/2006/relationships/image" Target="../media/image2485.png"/><Relationship Id="rId123" Type="http://schemas.openxmlformats.org/officeDocument/2006/relationships/customXml" Target="../ink/ink3276.xml"/><Relationship Id="rId128" Type="http://schemas.openxmlformats.org/officeDocument/2006/relationships/image" Target="../media/image2498.png"/><Relationship Id="rId5" Type="http://schemas.openxmlformats.org/officeDocument/2006/relationships/customXml" Target="../ink/ink3217.xml"/><Relationship Id="rId90" Type="http://schemas.openxmlformats.org/officeDocument/2006/relationships/image" Target="../media/image2479.png"/><Relationship Id="rId95" Type="http://schemas.openxmlformats.org/officeDocument/2006/relationships/customXml" Target="../ink/ink3262.xml"/><Relationship Id="rId22" Type="http://schemas.openxmlformats.org/officeDocument/2006/relationships/image" Target="../media/image8350.png"/><Relationship Id="rId27" Type="http://schemas.openxmlformats.org/officeDocument/2006/relationships/customXml" Target="../ink/ink3228.xml"/><Relationship Id="rId43" Type="http://schemas.openxmlformats.org/officeDocument/2006/relationships/customXml" Target="../ink/ink3236.xml"/><Relationship Id="rId48" Type="http://schemas.openxmlformats.org/officeDocument/2006/relationships/image" Target="../media/image8480.png"/><Relationship Id="rId64" Type="http://schemas.openxmlformats.org/officeDocument/2006/relationships/image" Target="../media/image2466.png"/><Relationship Id="rId69" Type="http://schemas.openxmlformats.org/officeDocument/2006/relationships/customXml" Target="../ink/ink3249.xml"/><Relationship Id="rId113" Type="http://schemas.openxmlformats.org/officeDocument/2006/relationships/customXml" Target="../ink/ink3271.xml"/><Relationship Id="rId118" Type="http://schemas.openxmlformats.org/officeDocument/2006/relationships/image" Target="../media/image2493.png"/><Relationship Id="rId80" Type="http://schemas.openxmlformats.org/officeDocument/2006/relationships/image" Target="../media/image2474.png"/><Relationship Id="rId85" Type="http://schemas.openxmlformats.org/officeDocument/2006/relationships/customXml" Target="../ink/ink3257.xml"/><Relationship Id="rId12" Type="http://schemas.openxmlformats.org/officeDocument/2006/relationships/image" Target="../media/image8300.png"/><Relationship Id="rId17" Type="http://schemas.openxmlformats.org/officeDocument/2006/relationships/customXml" Target="../ink/ink3223.xml"/><Relationship Id="rId33" Type="http://schemas.openxmlformats.org/officeDocument/2006/relationships/customXml" Target="../ink/ink3231.xml"/><Relationship Id="rId38" Type="http://schemas.openxmlformats.org/officeDocument/2006/relationships/image" Target="../media/image8430.png"/><Relationship Id="rId59" Type="http://schemas.openxmlformats.org/officeDocument/2006/relationships/customXml" Target="../ink/ink3244.xml"/><Relationship Id="rId103" Type="http://schemas.openxmlformats.org/officeDocument/2006/relationships/customXml" Target="../ink/ink3266.xml"/><Relationship Id="rId108" Type="http://schemas.openxmlformats.org/officeDocument/2006/relationships/image" Target="../media/image2488.png"/><Relationship Id="rId124" Type="http://schemas.openxmlformats.org/officeDocument/2006/relationships/image" Target="../media/image2496.png"/><Relationship Id="rId129" Type="http://schemas.openxmlformats.org/officeDocument/2006/relationships/customXml" Target="../ink/ink3279.xml"/><Relationship Id="rId54" Type="http://schemas.openxmlformats.org/officeDocument/2006/relationships/image" Target="../media/image8510.png"/><Relationship Id="rId70" Type="http://schemas.openxmlformats.org/officeDocument/2006/relationships/image" Target="../media/image2469.png"/><Relationship Id="rId75" Type="http://schemas.openxmlformats.org/officeDocument/2006/relationships/customXml" Target="../ink/ink3252.xml"/><Relationship Id="rId91" Type="http://schemas.openxmlformats.org/officeDocument/2006/relationships/customXml" Target="../ink/ink3260.xml"/><Relationship Id="rId96" Type="http://schemas.openxmlformats.org/officeDocument/2006/relationships/image" Target="../media/image24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70.png"/><Relationship Id="rId23" Type="http://schemas.openxmlformats.org/officeDocument/2006/relationships/customXml" Target="../ink/ink3226.xml"/><Relationship Id="rId28" Type="http://schemas.openxmlformats.org/officeDocument/2006/relationships/image" Target="../media/image8380.png"/><Relationship Id="rId49" Type="http://schemas.openxmlformats.org/officeDocument/2006/relationships/customXml" Target="../ink/ink3239.xml"/><Relationship Id="rId114" Type="http://schemas.openxmlformats.org/officeDocument/2006/relationships/image" Target="../media/image2491.png"/><Relationship Id="rId119" Type="http://schemas.openxmlformats.org/officeDocument/2006/relationships/customXml" Target="../ink/ink3274.xml"/><Relationship Id="rId44" Type="http://schemas.openxmlformats.org/officeDocument/2006/relationships/image" Target="../media/image8460.png"/><Relationship Id="rId60" Type="http://schemas.openxmlformats.org/officeDocument/2006/relationships/image" Target="../media/image8540.png"/><Relationship Id="rId65" Type="http://schemas.openxmlformats.org/officeDocument/2006/relationships/customXml" Target="../ink/ink3247.xml"/><Relationship Id="rId81" Type="http://schemas.openxmlformats.org/officeDocument/2006/relationships/customXml" Target="../ink/ink3255.xml"/><Relationship Id="rId86" Type="http://schemas.openxmlformats.org/officeDocument/2006/relationships/image" Target="../media/image2477.png"/><Relationship Id="rId130" Type="http://schemas.openxmlformats.org/officeDocument/2006/relationships/image" Target="../media/image2499.png"/><Relationship Id="rId13" Type="http://schemas.openxmlformats.org/officeDocument/2006/relationships/customXml" Target="../ink/ink3221.xml"/><Relationship Id="rId18" Type="http://schemas.openxmlformats.org/officeDocument/2006/relationships/image" Target="../media/image8330.png"/><Relationship Id="rId39" Type="http://schemas.openxmlformats.org/officeDocument/2006/relationships/customXml" Target="../ink/ink3234.xml"/><Relationship Id="rId109" Type="http://schemas.openxmlformats.org/officeDocument/2006/relationships/customXml" Target="../ink/ink3269.xml"/><Relationship Id="rId34" Type="http://schemas.openxmlformats.org/officeDocument/2006/relationships/image" Target="../media/image8410.png"/><Relationship Id="rId50" Type="http://schemas.openxmlformats.org/officeDocument/2006/relationships/image" Target="../media/image8490.png"/><Relationship Id="rId55" Type="http://schemas.openxmlformats.org/officeDocument/2006/relationships/customXml" Target="../ink/ink3242.xml"/><Relationship Id="rId76" Type="http://schemas.openxmlformats.org/officeDocument/2006/relationships/image" Target="../media/image2472.png"/><Relationship Id="rId97" Type="http://schemas.openxmlformats.org/officeDocument/2006/relationships/customXml" Target="../ink/ink3263.xml"/><Relationship Id="rId104" Type="http://schemas.openxmlformats.org/officeDocument/2006/relationships/image" Target="../media/image2486.png"/><Relationship Id="rId120" Type="http://schemas.openxmlformats.org/officeDocument/2006/relationships/image" Target="../media/image2494.png"/><Relationship Id="rId125" Type="http://schemas.openxmlformats.org/officeDocument/2006/relationships/customXml" Target="../ink/ink3277.xml"/><Relationship Id="rId7" Type="http://schemas.openxmlformats.org/officeDocument/2006/relationships/customXml" Target="../ink/ink3218.xml"/><Relationship Id="rId71" Type="http://schemas.openxmlformats.org/officeDocument/2006/relationships/customXml" Target="../ink/ink3250.xml"/><Relationship Id="rId92" Type="http://schemas.openxmlformats.org/officeDocument/2006/relationships/image" Target="../media/image2480.png"/><Relationship Id="rId2" Type="http://schemas.openxmlformats.org/officeDocument/2006/relationships/image" Target="../media/image2464.png"/><Relationship Id="rId29" Type="http://schemas.openxmlformats.org/officeDocument/2006/relationships/customXml" Target="../ink/ink3229.xml"/><Relationship Id="rId24" Type="http://schemas.openxmlformats.org/officeDocument/2006/relationships/image" Target="../media/image8360.png"/><Relationship Id="rId40" Type="http://schemas.openxmlformats.org/officeDocument/2006/relationships/image" Target="../media/image8440.png"/><Relationship Id="rId45" Type="http://schemas.openxmlformats.org/officeDocument/2006/relationships/customXml" Target="../ink/ink3237.xml"/><Relationship Id="rId66" Type="http://schemas.openxmlformats.org/officeDocument/2006/relationships/image" Target="../media/image2467.png"/><Relationship Id="rId87" Type="http://schemas.openxmlformats.org/officeDocument/2006/relationships/customXml" Target="../ink/ink3258.xml"/><Relationship Id="rId110" Type="http://schemas.openxmlformats.org/officeDocument/2006/relationships/image" Target="../media/image2489.png"/><Relationship Id="rId115" Type="http://schemas.openxmlformats.org/officeDocument/2006/relationships/customXml" Target="../ink/ink3272.xml"/><Relationship Id="rId61" Type="http://schemas.openxmlformats.org/officeDocument/2006/relationships/customXml" Target="../ink/ink3245.xml"/><Relationship Id="rId82" Type="http://schemas.openxmlformats.org/officeDocument/2006/relationships/image" Target="../media/image2475.png"/><Relationship Id="rId19" Type="http://schemas.openxmlformats.org/officeDocument/2006/relationships/customXml" Target="../ink/ink3224.xml"/><Relationship Id="rId14" Type="http://schemas.openxmlformats.org/officeDocument/2006/relationships/image" Target="../media/image8310.png"/><Relationship Id="rId30" Type="http://schemas.openxmlformats.org/officeDocument/2006/relationships/image" Target="../media/image8390.png"/><Relationship Id="rId35" Type="http://schemas.openxmlformats.org/officeDocument/2006/relationships/customXml" Target="../ink/ink3232.xml"/><Relationship Id="rId56" Type="http://schemas.openxmlformats.org/officeDocument/2006/relationships/image" Target="../media/image8520.png"/><Relationship Id="rId77" Type="http://schemas.openxmlformats.org/officeDocument/2006/relationships/customXml" Target="../ink/ink3253.xml"/><Relationship Id="rId100" Type="http://schemas.openxmlformats.org/officeDocument/2006/relationships/image" Target="../media/image2484.png"/><Relationship Id="rId105" Type="http://schemas.openxmlformats.org/officeDocument/2006/relationships/customXml" Target="../ink/ink3267.xml"/><Relationship Id="rId126" Type="http://schemas.openxmlformats.org/officeDocument/2006/relationships/image" Target="../media/image2497.png"/><Relationship Id="rId8" Type="http://schemas.openxmlformats.org/officeDocument/2006/relationships/image" Target="../media/image8280.png"/><Relationship Id="rId51" Type="http://schemas.openxmlformats.org/officeDocument/2006/relationships/customXml" Target="../ink/ink3240.xml"/><Relationship Id="rId72" Type="http://schemas.openxmlformats.org/officeDocument/2006/relationships/image" Target="../media/image2470.png"/><Relationship Id="rId93" Type="http://schemas.openxmlformats.org/officeDocument/2006/relationships/customXml" Target="../ink/ink3261.xml"/><Relationship Id="rId98" Type="http://schemas.openxmlformats.org/officeDocument/2006/relationships/image" Target="../media/image2483.png"/><Relationship Id="rId121" Type="http://schemas.openxmlformats.org/officeDocument/2006/relationships/customXml" Target="../ink/ink3275.xml"/><Relationship Id="rId3" Type="http://schemas.openxmlformats.org/officeDocument/2006/relationships/customXml" Target="../ink/ink3216.xml"/><Relationship Id="rId25" Type="http://schemas.openxmlformats.org/officeDocument/2006/relationships/customXml" Target="../ink/ink3227.xml"/><Relationship Id="rId46" Type="http://schemas.openxmlformats.org/officeDocument/2006/relationships/image" Target="../media/image8470.png"/><Relationship Id="rId67" Type="http://schemas.openxmlformats.org/officeDocument/2006/relationships/customXml" Target="../ink/ink3248.xml"/><Relationship Id="rId116" Type="http://schemas.openxmlformats.org/officeDocument/2006/relationships/image" Target="../media/image2492.png"/><Relationship Id="rId20" Type="http://schemas.openxmlformats.org/officeDocument/2006/relationships/image" Target="../media/image8340.png"/><Relationship Id="rId41" Type="http://schemas.openxmlformats.org/officeDocument/2006/relationships/customXml" Target="../ink/ink3235.xml"/><Relationship Id="rId62" Type="http://schemas.openxmlformats.org/officeDocument/2006/relationships/image" Target="../media/image2465.png"/><Relationship Id="rId83" Type="http://schemas.openxmlformats.org/officeDocument/2006/relationships/customXml" Target="../ink/ink3256.xml"/><Relationship Id="rId88" Type="http://schemas.openxmlformats.org/officeDocument/2006/relationships/image" Target="../media/image2478.png"/><Relationship Id="rId111" Type="http://schemas.openxmlformats.org/officeDocument/2006/relationships/customXml" Target="../ink/ink3270.xml"/><Relationship Id="rId15" Type="http://schemas.openxmlformats.org/officeDocument/2006/relationships/customXml" Target="../ink/ink3222.xml"/><Relationship Id="rId36" Type="http://schemas.openxmlformats.org/officeDocument/2006/relationships/image" Target="../media/image8420.png"/><Relationship Id="rId57" Type="http://schemas.openxmlformats.org/officeDocument/2006/relationships/customXml" Target="../ink/ink3243.xml"/><Relationship Id="rId106" Type="http://schemas.openxmlformats.org/officeDocument/2006/relationships/image" Target="../media/image2487.png"/><Relationship Id="rId127" Type="http://schemas.openxmlformats.org/officeDocument/2006/relationships/customXml" Target="../ink/ink3278.xml"/><Relationship Id="rId10" Type="http://schemas.openxmlformats.org/officeDocument/2006/relationships/image" Target="../media/image8290.png"/><Relationship Id="rId31" Type="http://schemas.openxmlformats.org/officeDocument/2006/relationships/customXml" Target="../ink/ink3230.xml"/><Relationship Id="rId52" Type="http://schemas.openxmlformats.org/officeDocument/2006/relationships/image" Target="../media/image8500.png"/><Relationship Id="rId73" Type="http://schemas.openxmlformats.org/officeDocument/2006/relationships/customXml" Target="../ink/ink3251.xml"/><Relationship Id="rId78" Type="http://schemas.openxmlformats.org/officeDocument/2006/relationships/image" Target="../media/image2473.png"/><Relationship Id="rId94" Type="http://schemas.openxmlformats.org/officeDocument/2006/relationships/image" Target="../media/image2481.png"/><Relationship Id="rId99" Type="http://schemas.openxmlformats.org/officeDocument/2006/relationships/customXml" Target="../ink/ink3264.xml"/><Relationship Id="rId101" Type="http://schemas.openxmlformats.org/officeDocument/2006/relationships/customXml" Target="../ink/ink3265.xml"/><Relationship Id="rId122" Type="http://schemas.openxmlformats.org/officeDocument/2006/relationships/image" Target="../media/image2495.png"/><Relationship Id="rId4" Type="http://schemas.openxmlformats.org/officeDocument/2006/relationships/image" Target="../media/image8260.png"/><Relationship Id="rId9" Type="http://schemas.openxmlformats.org/officeDocument/2006/relationships/customXml" Target="../ink/ink3219.xml"/><Relationship Id="rId26" Type="http://schemas.openxmlformats.org/officeDocument/2006/relationships/image" Target="../media/image8370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285.xml"/><Relationship Id="rId18" Type="http://schemas.openxmlformats.org/officeDocument/2006/relationships/image" Target="../media/image8630.png"/><Relationship Id="rId26" Type="http://schemas.openxmlformats.org/officeDocument/2006/relationships/image" Target="../media/image2502.png"/><Relationship Id="rId39" Type="http://schemas.openxmlformats.org/officeDocument/2006/relationships/customXml" Target="../ink/ink3298.xml"/><Relationship Id="rId21" Type="http://schemas.openxmlformats.org/officeDocument/2006/relationships/customXml" Target="../ink/ink3289.xml"/><Relationship Id="rId34" Type="http://schemas.openxmlformats.org/officeDocument/2006/relationships/image" Target="../media/image2506.png"/><Relationship Id="rId7" Type="http://schemas.openxmlformats.org/officeDocument/2006/relationships/customXml" Target="../ink/ink3282.xml"/><Relationship Id="rId12" Type="http://schemas.openxmlformats.org/officeDocument/2006/relationships/image" Target="../media/image8600.png"/><Relationship Id="rId17" Type="http://schemas.openxmlformats.org/officeDocument/2006/relationships/customXml" Target="../ink/ink3287.xml"/><Relationship Id="rId25" Type="http://schemas.openxmlformats.org/officeDocument/2006/relationships/customXml" Target="../ink/ink3291.xml"/><Relationship Id="rId33" Type="http://schemas.openxmlformats.org/officeDocument/2006/relationships/customXml" Target="../ink/ink3295.xml"/><Relationship Id="rId38" Type="http://schemas.openxmlformats.org/officeDocument/2006/relationships/image" Target="../media/image2508.png"/><Relationship Id="rId2" Type="http://schemas.openxmlformats.org/officeDocument/2006/relationships/image" Target="../media/image2465.jpeg"/><Relationship Id="rId16" Type="http://schemas.openxmlformats.org/officeDocument/2006/relationships/image" Target="../media/image8620.png"/><Relationship Id="rId20" Type="http://schemas.openxmlformats.org/officeDocument/2006/relationships/image" Target="../media/image8640.png"/><Relationship Id="rId29" Type="http://schemas.openxmlformats.org/officeDocument/2006/relationships/customXml" Target="../ink/ink329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70.png"/><Relationship Id="rId11" Type="http://schemas.openxmlformats.org/officeDocument/2006/relationships/customXml" Target="../ink/ink3284.xml"/><Relationship Id="rId24" Type="http://schemas.openxmlformats.org/officeDocument/2006/relationships/image" Target="../media/image2501.png"/><Relationship Id="rId32" Type="http://schemas.openxmlformats.org/officeDocument/2006/relationships/image" Target="../media/image2505.png"/><Relationship Id="rId37" Type="http://schemas.openxmlformats.org/officeDocument/2006/relationships/customXml" Target="../ink/ink3297.xml"/><Relationship Id="rId40" Type="http://schemas.openxmlformats.org/officeDocument/2006/relationships/image" Target="../media/image2509.png"/><Relationship Id="rId5" Type="http://schemas.openxmlformats.org/officeDocument/2006/relationships/customXml" Target="../ink/ink3281.xml"/><Relationship Id="rId15" Type="http://schemas.openxmlformats.org/officeDocument/2006/relationships/customXml" Target="../ink/ink3286.xml"/><Relationship Id="rId23" Type="http://schemas.openxmlformats.org/officeDocument/2006/relationships/customXml" Target="../ink/ink3290.xml"/><Relationship Id="rId28" Type="http://schemas.openxmlformats.org/officeDocument/2006/relationships/image" Target="../media/image2503.png"/><Relationship Id="rId36" Type="http://schemas.openxmlformats.org/officeDocument/2006/relationships/image" Target="../media/image2507.png"/><Relationship Id="rId10" Type="http://schemas.openxmlformats.org/officeDocument/2006/relationships/image" Target="../media/image8590.png"/><Relationship Id="rId19" Type="http://schemas.openxmlformats.org/officeDocument/2006/relationships/customXml" Target="../ink/ink3288.xml"/><Relationship Id="rId31" Type="http://schemas.openxmlformats.org/officeDocument/2006/relationships/customXml" Target="../ink/ink3294.xml"/><Relationship Id="rId4" Type="http://schemas.openxmlformats.org/officeDocument/2006/relationships/image" Target="../media/image8560.png"/><Relationship Id="rId9" Type="http://schemas.openxmlformats.org/officeDocument/2006/relationships/customXml" Target="../ink/ink3283.xml"/><Relationship Id="rId14" Type="http://schemas.openxmlformats.org/officeDocument/2006/relationships/image" Target="../media/image8610.png"/><Relationship Id="rId22" Type="http://schemas.openxmlformats.org/officeDocument/2006/relationships/image" Target="../media/image8650.png"/><Relationship Id="rId27" Type="http://schemas.openxmlformats.org/officeDocument/2006/relationships/customXml" Target="../ink/ink3292.xml"/><Relationship Id="rId30" Type="http://schemas.openxmlformats.org/officeDocument/2006/relationships/image" Target="../media/image2504.png"/><Relationship Id="rId35" Type="http://schemas.openxmlformats.org/officeDocument/2006/relationships/customXml" Target="../ink/ink3296.xml"/><Relationship Id="rId8" Type="http://schemas.openxmlformats.org/officeDocument/2006/relationships/image" Target="../media/image8580.png"/><Relationship Id="rId3" Type="http://schemas.openxmlformats.org/officeDocument/2006/relationships/customXml" Target="../ink/ink3280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04.xml"/><Relationship Id="rId18" Type="http://schemas.openxmlformats.org/officeDocument/2006/relationships/image" Target="../media/image8740.png"/><Relationship Id="rId26" Type="http://schemas.openxmlformats.org/officeDocument/2006/relationships/image" Target="../media/image8780.png"/><Relationship Id="rId39" Type="http://schemas.openxmlformats.org/officeDocument/2006/relationships/customXml" Target="../ink/ink3317.xml"/><Relationship Id="rId21" Type="http://schemas.openxmlformats.org/officeDocument/2006/relationships/customXml" Target="../ink/ink3308.xml"/><Relationship Id="rId34" Type="http://schemas.openxmlformats.org/officeDocument/2006/relationships/image" Target="../media/image8820.png"/><Relationship Id="rId42" Type="http://schemas.openxmlformats.org/officeDocument/2006/relationships/image" Target="../media/image8860.png"/><Relationship Id="rId47" Type="http://schemas.openxmlformats.org/officeDocument/2006/relationships/customXml" Target="../ink/ink3321.xml"/><Relationship Id="rId50" Type="http://schemas.openxmlformats.org/officeDocument/2006/relationships/image" Target="../media/image8900.png"/><Relationship Id="rId7" Type="http://schemas.openxmlformats.org/officeDocument/2006/relationships/customXml" Target="../ink/ink3301.xml"/><Relationship Id="rId2" Type="http://schemas.openxmlformats.org/officeDocument/2006/relationships/image" Target="../media/image2466.jpeg"/><Relationship Id="rId16" Type="http://schemas.openxmlformats.org/officeDocument/2006/relationships/image" Target="../media/image8730.png"/><Relationship Id="rId29" Type="http://schemas.openxmlformats.org/officeDocument/2006/relationships/customXml" Target="../ink/ink3312.xml"/><Relationship Id="rId11" Type="http://schemas.openxmlformats.org/officeDocument/2006/relationships/customXml" Target="../ink/ink3303.xml"/><Relationship Id="rId24" Type="http://schemas.openxmlformats.org/officeDocument/2006/relationships/image" Target="../media/image8770.png"/><Relationship Id="rId32" Type="http://schemas.openxmlformats.org/officeDocument/2006/relationships/image" Target="../media/image8810.png"/><Relationship Id="rId37" Type="http://schemas.openxmlformats.org/officeDocument/2006/relationships/customXml" Target="../ink/ink3316.xml"/><Relationship Id="rId40" Type="http://schemas.openxmlformats.org/officeDocument/2006/relationships/image" Target="../media/image8850.png"/><Relationship Id="rId45" Type="http://schemas.openxmlformats.org/officeDocument/2006/relationships/customXml" Target="../ink/ink3320.xml"/><Relationship Id="rId5" Type="http://schemas.openxmlformats.org/officeDocument/2006/relationships/customXml" Target="../ink/ink3300.xml"/><Relationship Id="rId15" Type="http://schemas.openxmlformats.org/officeDocument/2006/relationships/customXml" Target="../ink/ink3305.xml"/><Relationship Id="rId23" Type="http://schemas.openxmlformats.org/officeDocument/2006/relationships/customXml" Target="../ink/ink3309.xml"/><Relationship Id="rId28" Type="http://schemas.openxmlformats.org/officeDocument/2006/relationships/image" Target="../media/image8790.png"/><Relationship Id="rId36" Type="http://schemas.openxmlformats.org/officeDocument/2006/relationships/image" Target="../media/image8830.png"/><Relationship Id="rId49" Type="http://schemas.openxmlformats.org/officeDocument/2006/relationships/customXml" Target="../ink/ink3322.xml"/><Relationship Id="rId10" Type="http://schemas.openxmlformats.org/officeDocument/2006/relationships/image" Target="../media/image8700.png"/><Relationship Id="rId19" Type="http://schemas.openxmlformats.org/officeDocument/2006/relationships/customXml" Target="../ink/ink3307.xml"/><Relationship Id="rId31" Type="http://schemas.openxmlformats.org/officeDocument/2006/relationships/customXml" Target="../ink/ink3313.xml"/><Relationship Id="rId44" Type="http://schemas.openxmlformats.org/officeDocument/2006/relationships/image" Target="../media/image8870.png"/><Relationship Id="rId4" Type="http://schemas.openxmlformats.org/officeDocument/2006/relationships/image" Target="../media/image8670.png"/><Relationship Id="rId9" Type="http://schemas.openxmlformats.org/officeDocument/2006/relationships/customXml" Target="../ink/ink3302.xml"/><Relationship Id="rId14" Type="http://schemas.openxmlformats.org/officeDocument/2006/relationships/image" Target="../media/image8720.png"/><Relationship Id="rId22" Type="http://schemas.openxmlformats.org/officeDocument/2006/relationships/image" Target="../media/image8760.png"/><Relationship Id="rId27" Type="http://schemas.openxmlformats.org/officeDocument/2006/relationships/customXml" Target="../ink/ink3311.xml"/><Relationship Id="rId30" Type="http://schemas.openxmlformats.org/officeDocument/2006/relationships/image" Target="../media/image8800.png"/><Relationship Id="rId35" Type="http://schemas.openxmlformats.org/officeDocument/2006/relationships/customXml" Target="../ink/ink3315.xml"/><Relationship Id="rId43" Type="http://schemas.openxmlformats.org/officeDocument/2006/relationships/customXml" Target="../ink/ink3319.xml"/><Relationship Id="rId48" Type="http://schemas.openxmlformats.org/officeDocument/2006/relationships/image" Target="../media/image8890.png"/><Relationship Id="rId8" Type="http://schemas.openxmlformats.org/officeDocument/2006/relationships/image" Target="../media/image8690.png"/><Relationship Id="rId3" Type="http://schemas.openxmlformats.org/officeDocument/2006/relationships/customXml" Target="../ink/ink3299.xml"/><Relationship Id="rId12" Type="http://schemas.openxmlformats.org/officeDocument/2006/relationships/image" Target="../media/image8710.png"/><Relationship Id="rId17" Type="http://schemas.openxmlformats.org/officeDocument/2006/relationships/customXml" Target="../ink/ink3306.xml"/><Relationship Id="rId25" Type="http://schemas.openxmlformats.org/officeDocument/2006/relationships/customXml" Target="../ink/ink3310.xml"/><Relationship Id="rId33" Type="http://schemas.openxmlformats.org/officeDocument/2006/relationships/customXml" Target="../ink/ink3314.xml"/><Relationship Id="rId38" Type="http://schemas.openxmlformats.org/officeDocument/2006/relationships/image" Target="../media/image8840.png"/><Relationship Id="rId46" Type="http://schemas.openxmlformats.org/officeDocument/2006/relationships/image" Target="../media/image8880.png"/><Relationship Id="rId20" Type="http://schemas.openxmlformats.org/officeDocument/2006/relationships/image" Target="../media/image8750.png"/><Relationship Id="rId41" Type="http://schemas.openxmlformats.org/officeDocument/2006/relationships/customXml" Target="../ink/ink33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23.xml"/><Relationship Id="rId2" Type="http://schemas.openxmlformats.org/officeDocument/2006/relationships/image" Target="../media/image246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1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5.png"/><Relationship Id="rId3" Type="http://schemas.openxmlformats.org/officeDocument/2006/relationships/customXml" Target="../ink/ink3324.xml"/><Relationship Id="rId7" Type="http://schemas.openxmlformats.org/officeDocument/2006/relationships/customXml" Target="../ink/ink3326.xml"/><Relationship Id="rId2" Type="http://schemas.openxmlformats.org/officeDocument/2006/relationships/image" Target="../media/image246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14.png"/><Relationship Id="rId5" Type="http://schemas.openxmlformats.org/officeDocument/2006/relationships/customXml" Target="../ink/ink3325.xml"/><Relationship Id="rId10" Type="http://schemas.openxmlformats.org/officeDocument/2006/relationships/image" Target="../media/image2516.png"/><Relationship Id="rId4" Type="http://schemas.openxmlformats.org/officeDocument/2006/relationships/image" Target="../media/image8930.png"/><Relationship Id="rId9" Type="http://schemas.openxmlformats.org/officeDocument/2006/relationships/customXml" Target="../ink/ink3327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33.xml"/><Relationship Id="rId18" Type="http://schemas.openxmlformats.org/officeDocument/2006/relationships/image" Target="../media/image2525.png"/><Relationship Id="rId26" Type="http://schemas.openxmlformats.org/officeDocument/2006/relationships/image" Target="../media/image2529.png"/><Relationship Id="rId39" Type="http://schemas.openxmlformats.org/officeDocument/2006/relationships/customXml" Target="../ink/ink3346.xml"/><Relationship Id="rId21" Type="http://schemas.openxmlformats.org/officeDocument/2006/relationships/customXml" Target="../ink/ink3337.xml"/><Relationship Id="rId34" Type="http://schemas.openxmlformats.org/officeDocument/2006/relationships/image" Target="../media/image2533.png"/><Relationship Id="rId42" Type="http://schemas.openxmlformats.org/officeDocument/2006/relationships/image" Target="../media/image2537.png"/><Relationship Id="rId47" Type="http://schemas.openxmlformats.org/officeDocument/2006/relationships/customXml" Target="../ink/ink3350.xml"/><Relationship Id="rId50" Type="http://schemas.openxmlformats.org/officeDocument/2006/relationships/image" Target="../media/image2541.png"/><Relationship Id="rId7" Type="http://schemas.openxmlformats.org/officeDocument/2006/relationships/customXml" Target="../ink/ink3330.xml"/><Relationship Id="rId2" Type="http://schemas.openxmlformats.org/officeDocument/2006/relationships/image" Target="../media/image2469.jpeg"/><Relationship Id="rId16" Type="http://schemas.openxmlformats.org/officeDocument/2006/relationships/image" Target="../media/image2524.png"/><Relationship Id="rId29" Type="http://schemas.openxmlformats.org/officeDocument/2006/relationships/customXml" Target="../ink/ink3341.xml"/><Relationship Id="rId11" Type="http://schemas.openxmlformats.org/officeDocument/2006/relationships/customXml" Target="../ink/ink3332.xml"/><Relationship Id="rId24" Type="http://schemas.openxmlformats.org/officeDocument/2006/relationships/image" Target="../media/image2528.png"/><Relationship Id="rId32" Type="http://schemas.openxmlformats.org/officeDocument/2006/relationships/image" Target="../media/image2532.png"/><Relationship Id="rId37" Type="http://schemas.openxmlformats.org/officeDocument/2006/relationships/customXml" Target="../ink/ink3345.xml"/><Relationship Id="rId40" Type="http://schemas.openxmlformats.org/officeDocument/2006/relationships/image" Target="../media/image2536.png"/><Relationship Id="rId45" Type="http://schemas.openxmlformats.org/officeDocument/2006/relationships/customXml" Target="../ink/ink3349.xml"/><Relationship Id="rId53" Type="http://schemas.openxmlformats.org/officeDocument/2006/relationships/customXml" Target="../ink/ink3353.xml"/><Relationship Id="rId5" Type="http://schemas.openxmlformats.org/officeDocument/2006/relationships/customXml" Target="../ink/ink3329.xml"/><Relationship Id="rId10" Type="http://schemas.openxmlformats.org/officeDocument/2006/relationships/image" Target="../media/image2521.png"/><Relationship Id="rId19" Type="http://schemas.openxmlformats.org/officeDocument/2006/relationships/customXml" Target="../ink/ink3336.xml"/><Relationship Id="rId31" Type="http://schemas.openxmlformats.org/officeDocument/2006/relationships/customXml" Target="../ink/ink3342.xml"/><Relationship Id="rId44" Type="http://schemas.openxmlformats.org/officeDocument/2006/relationships/image" Target="../media/image2538.png"/><Relationship Id="rId52" Type="http://schemas.openxmlformats.org/officeDocument/2006/relationships/image" Target="../media/image2542.png"/><Relationship Id="rId4" Type="http://schemas.openxmlformats.org/officeDocument/2006/relationships/image" Target="../media/image2518.png"/><Relationship Id="rId9" Type="http://schemas.openxmlformats.org/officeDocument/2006/relationships/customXml" Target="../ink/ink3331.xml"/><Relationship Id="rId14" Type="http://schemas.openxmlformats.org/officeDocument/2006/relationships/image" Target="../media/image2523.png"/><Relationship Id="rId22" Type="http://schemas.openxmlformats.org/officeDocument/2006/relationships/image" Target="../media/image2527.png"/><Relationship Id="rId27" Type="http://schemas.openxmlformats.org/officeDocument/2006/relationships/customXml" Target="../ink/ink3340.xml"/><Relationship Id="rId30" Type="http://schemas.openxmlformats.org/officeDocument/2006/relationships/image" Target="../media/image2531.png"/><Relationship Id="rId35" Type="http://schemas.openxmlformats.org/officeDocument/2006/relationships/customXml" Target="../ink/ink3344.xml"/><Relationship Id="rId43" Type="http://schemas.openxmlformats.org/officeDocument/2006/relationships/customXml" Target="../ink/ink3348.xml"/><Relationship Id="rId48" Type="http://schemas.openxmlformats.org/officeDocument/2006/relationships/image" Target="../media/image2540.png"/><Relationship Id="rId8" Type="http://schemas.openxmlformats.org/officeDocument/2006/relationships/image" Target="../media/image2520.png"/><Relationship Id="rId51" Type="http://schemas.openxmlformats.org/officeDocument/2006/relationships/customXml" Target="../ink/ink3352.xml"/><Relationship Id="rId3" Type="http://schemas.openxmlformats.org/officeDocument/2006/relationships/customXml" Target="../ink/ink3328.xml"/><Relationship Id="rId12" Type="http://schemas.openxmlformats.org/officeDocument/2006/relationships/image" Target="../media/image2522.png"/><Relationship Id="rId17" Type="http://schemas.openxmlformats.org/officeDocument/2006/relationships/customXml" Target="../ink/ink3335.xml"/><Relationship Id="rId25" Type="http://schemas.openxmlformats.org/officeDocument/2006/relationships/customXml" Target="../ink/ink3339.xml"/><Relationship Id="rId33" Type="http://schemas.openxmlformats.org/officeDocument/2006/relationships/customXml" Target="../ink/ink3343.xml"/><Relationship Id="rId38" Type="http://schemas.openxmlformats.org/officeDocument/2006/relationships/image" Target="../media/image2535.png"/><Relationship Id="rId46" Type="http://schemas.openxmlformats.org/officeDocument/2006/relationships/image" Target="../media/image2539.png"/><Relationship Id="rId20" Type="http://schemas.openxmlformats.org/officeDocument/2006/relationships/image" Target="../media/image2526.png"/><Relationship Id="rId41" Type="http://schemas.openxmlformats.org/officeDocument/2006/relationships/customXml" Target="../ink/ink3347.xml"/><Relationship Id="rId54" Type="http://schemas.openxmlformats.org/officeDocument/2006/relationships/image" Target="../media/image25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19.png"/><Relationship Id="rId15" Type="http://schemas.openxmlformats.org/officeDocument/2006/relationships/customXml" Target="../ink/ink3334.xml"/><Relationship Id="rId23" Type="http://schemas.openxmlformats.org/officeDocument/2006/relationships/customXml" Target="../ink/ink3338.xml"/><Relationship Id="rId28" Type="http://schemas.openxmlformats.org/officeDocument/2006/relationships/image" Target="../media/image2530.png"/><Relationship Id="rId36" Type="http://schemas.openxmlformats.org/officeDocument/2006/relationships/image" Target="../media/image2534.png"/><Relationship Id="rId49" Type="http://schemas.openxmlformats.org/officeDocument/2006/relationships/customXml" Target="../ink/ink3351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59.xml"/><Relationship Id="rId18" Type="http://schemas.openxmlformats.org/officeDocument/2006/relationships/image" Target="../media/image9030.png"/><Relationship Id="rId26" Type="http://schemas.openxmlformats.org/officeDocument/2006/relationships/image" Target="../media/image9070.png"/><Relationship Id="rId3" Type="http://schemas.openxmlformats.org/officeDocument/2006/relationships/customXml" Target="../ink/ink3354.xml"/><Relationship Id="rId21" Type="http://schemas.openxmlformats.org/officeDocument/2006/relationships/customXml" Target="../ink/ink3363.xml"/><Relationship Id="rId34" Type="http://schemas.openxmlformats.org/officeDocument/2006/relationships/image" Target="../media/image9110.png"/><Relationship Id="rId7" Type="http://schemas.openxmlformats.org/officeDocument/2006/relationships/customXml" Target="../ink/ink3356.xml"/><Relationship Id="rId12" Type="http://schemas.openxmlformats.org/officeDocument/2006/relationships/image" Target="../media/image9000.png"/><Relationship Id="rId17" Type="http://schemas.openxmlformats.org/officeDocument/2006/relationships/customXml" Target="../ink/ink3361.xml"/><Relationship Id="rId25" Type="http://schemas.openxmlformats.org/officeDocument/2006/relationships/customXml" Target="../ink/ink3365.xml"/><Relationship Id="rId33" Type="http://schemas.openxmlformats.org/officeDocument/2006/relationships/customXml" Target="../ink/ink3369.xml"/><Relationship Id="rId2" Type="http://schemas.openxmlformats.org/officeDocument/2006/relationships/image" Target="../media/image2470.jpg"/><Relationship Id="rId16" Type="http://schemas.openxmlformats.org/officeDocument/2006/relationships/image" Target="../media/image9020.png"/><Relationship Id="rId20" Type="http://schemas.openxmlformats.org/officeDocument/2006/relationships/image" Target="../media/image9040.png"/><Relationship Id="rId29" Type="http://schemas.openxmlformats.org/officeDocument/2006/relationships/customXml" Target="../ink/ink33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70.png"/><Relationship Id="rId11" Type="http://schemas.openxmlformats.org/officeDocument/2006/relationships/customXml" Target="../ink/ink3358.xml"/><Relationship Id="rId24" Type="http://schemas.openxmlformats.org/officeDocument/2006/relationships/image" Target="../media/image9060.png"/><Relationship Id="rId32" Type="http://schemas.openxmlformats.org/officeDocument/2006/relationships/image" Target="../media/image9100.png"/><Relationship Id="rId5" Type="http://schemas.openxmlformats.org/officeDocument/2006/relationships/customXml" Target="../ink/ink3355.xml"/><Relationship Id="rId15" Type="http://schemas.openxmlformats.org/officeDocument/2006/relationships/customXml" Target="../ink/ink3360.xml"/><Relationship Id="rId23" Type="http://schemas.openxmlformats.org/officeDocument/2006/relationships/customXml" Target="../ink/ink3364.xml"/><Relationship Id="rId28" Type="http://schemas.openxmlformats.org/officeDocument/2006/relationships/image" Target="../media/image9080.png"/><Relationship Id="rId10" Type="http://schemas.openxmlformats.org/officeDocument/2006/relationships/image" Target="../media/image8990.png"/><Relationship Id="rId19" Type="http://schemas.openxmlformats.org/officeDocument/2006/relationships/customXml" Target="../ink/ink3362.xml"/><Relationship Id="rId31" Type="http://schemas.openxmlformats.org/officeDocument/2006/relationships/customXml" Target="../ink/ink3368.xml"/><Relationship Id="rId4" Type="http://schemas.openxmlformats.org/officeDocument/2006/relationships/image" Target="../media/image8960.png"/><Relationship Id="rId9" Type="http://schemas.openxmlformats.org/officeDocument/2006/relationships/customXml" Target="../ink/ink3357.xml"/><Relationship Id="rId14" Type="http://schemas.openxmlformats.org/officeDocument/2006/relationships/image" Target="../media/image9010.png"/><Relationship Id="rId22" Type="http://schemas.openxmlformats.org/officeDocument/2006/relationships/image" Target="../media/image9050.png"/><Relationship Id="rId27" Type="http://schemas.openxmlformats.org/officeDocument/2006/relationships/customXml" Target="../ink/ink3366.xml"/><Relationship Id="rId30" Type="http://schemas.openxmlformats.org/officeDocument/2006/relationships/image" Target="../media/image9090.png"/><Relationship Id="rId8" Type="http://schemas.openxmlformats.org/officeDocument/2006/relationships/image" Target="../media/image898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2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58.png"/><Relationship Id="rId21" Type="http://schemas.openxmlformats.org/officeDocument/2006/relationships/customXml" Target="../ink/ink3379.xml"/><Relationship Id="rId34" Type="http://schemas.openxmlformats.org/officeDocument/2006/relationships/image" Target="../media/image2562.png"/><Relationship Id="rId42" Type="http://schemas.openxmlformats.org/officeDocument/2006/relationships/image" Target="../media/image2566.png"/><Relationship Id="rId47" Type="http://schemas.openxmlformats.org/officeDocument/2006/relationships/customXml" Target="../ink/ink3392.xml"/><Relationship Id="rId50" Type="http://schemas.openxmlformats.org/officeDocument/2006/relationships/image" Target="../media/image2570.png"/><Relationship Id="rId55" Type="http://schemas.openxmlformats.org/officeDocument/2006/relationships/customXml" Target="../ink/ink3396.xml"/><Relationship Id="rId63" Type="http://schemas.openxmlformats.org/officeDocument/2006/relationships/customXml" Target="../ink/ink3400.xml"/><Relationship Id="rId68" Type="http://schemas.openxmlformats.org/officeDocument/2006/relationships/image" Target="../media/image2579.png"/><Relationship Id="rId7" Type="http://schemas.openxmlformats.org/officeDocument/2006/relationships/customXml" Target="../ink/ink3372.xml"/><Relationship Id="rId2" Type="http://schemas.openxmlformats.org/officeDocument/2006/relationships/image" Target="../media/image2473.jpg"/><Relationship Id="rId16" Type="http://schemas.openxmlformats.org/officeDocument/2006/relationships/image" Target="../media/image2553.png"/><Relationship Id="rId29" Type="http://schemas.openxmlformats.org/officeDocument/2006/relationships/customXml" Target="../ink/ink3383.xml"/><Relationship Id="rId11" Type="http://schemas.openxmlformats.org/officeDocument/2006/relationships/customXml" Target="../ink/ink3374.xml"/><Relationship Id="rId24" Type="http://schemas.openxmlformats.org/officeDocument/2006/relationships/image" Target="../media/image2557.png"/><Relationship Id="rId32" Type="http://schemas.openxmlformats.org/officeDocument/2006/relationships/image" Target="../media/image2561.png"/><Relationship Id="rId37" Type="http://schemas.openxmlformats.org/officeDocument/2006/relationships/customXml" Target="../ink/ink3387.xml"/><Relationship Id="rId40" Type="http://schemas.openxmlformats.org/officeDocument/2006/relationships/image" Target="../media/image2565.png"/><Relationship Id="rId45" Type="http://schemas.openxmlformats.org/officeDocument/2006/relationships/customXml" Target="../ink/ink3391.xml"/><Relationship Id="rId53" Type="http://schemas.openxmlformats.org/officeDocument/2006/relationships/customXml" Target="../ink/ink3395.xml"/><Relationship Id="rId58" Type="http://schemas.openxmlformats.org/officeDocument/2006/relationships/image" Target="../media/image2574.png"/><Relationship Id="rId66" Type="http://schemas.openxmlformats.org/officeDocument/2006/relationships/image" Target="../media/image2578.png"/><Relationship Id="rId5" Type="http://schemas.openxmlformats.org/officeDocument/2006/relationships/customXml" Target="../ink/ink3371.xml"/><Relationship Id="rId61" Type="http://schemas.openxmlformats.org/officeDocument/2006/relationships/customXml" Target="../ink/ink3399.xml"/><Relationship Id="rId19" Type="http://schemas.openxmlformats.org/officeDocument/2006/relationships/customXml" Target="../ink/ink3378.xml"/><Relationship Id="rId14" Type="http://schemas.openxmlformats.org/officeDocument/2006/relationships/image" Target="../media/image2552.png"/><Relationship Id="rId22" Type="http://schemas.openxmlformats.org/officeDocument/2006/relationships/image" Target="../media/image2556.png"/><Relationship Id="rId27" Type="http://schemas.openxmlformats.org/officeDocument/2006/relationships/customXml" Target="../ink/ink3382.xml"/><Relationship Id="rId30" Type="http://schemas.openxmlformats.org/officeDocument/2006/relationships/image" Target="../media/image2560.png"/><Relationship Id="rId35" Type="http://schemas.openxmlformats.org/officeDocument/2006/relationships/customXml" Target="../ink/ink3386.xml"/><Relationship Id="rId43" Type="http://schemas.openxmlformats.org/officeDocument/2006/relationships/customXml" Target="../ink/ink3390.xml"/><Relationship Id="rId48" Type="http://schemas.openxmlformats.org/officeDocument/2006/relationships/image" Target="../media/image2569.png"/><Relationship Id="rId56" Type="http://schemas.openxmlformats.org/officeDocument/2006/relationships/image" Target="../media/image2573.png"/><Relationship Id="rId64" Type="http://schemas.openxmlformats.org/officeDocument/2006/relationships/image" Target="../media/image2577.png"/><Relationship Id="rId8" Type="http://schemas.openxmlformats.org/officeDocument/2006/relationships/image" Target="../media/image2549.png"/><Relationship Id="rId51" Type="http://schemas.openxmlformats.org/officeDocument/2006/relationships/customXml" Target="../ink/ink3394.xml"/><Relationship Id="rId3" Type="http://schemas.openxmlformats.org/officeDocument/2006/relationships/customXml" Target="../ink/ink3370.xml"/><Relationship Id="rId12" Type="http://schemas.openxmlformats.org/officeDocument/2006/relationships/image" Target="../media/image2551.png"/><Relationship Id="rId17" Type="http://schemas.openxmlformats.org/officeDocument/2006/relationships/customXml" Target="../ink/ink3377.xml"/><Relationship Id="rId25" Type="http://schemas.openxmlformats.org/officeDocument/2006/relationships/customXml" Target="../ink/ink3381.xml"/><Relationship Id="rId33" Type="http://schemas.openxmlformats.org/officeDocument/2006/relationships/customXml" Target="../ink/ink3385.xml"/><Relationship Id="rId38" Type="http://schemas.openxmlformats.org/officeDocument/2006/relationships/image" Target="../media/image2564.png"/><Relationship Id="rId46" Type="http://schemas.openxmlformats.org/officeDocument/2006/relationships/image" Target="../media/image2568.png"/><Relationship Id="rId59" Type="http://schemas.openxmlformats.org/officeDocument/2006/relationships/customXml" Target="../ink/ink3398.xml"/><Relationship Id="rId67" Type="http://schemas.openxmlformats.org/officeDocument/2006/relationships/customXml" Target="../ink/ink3402.xml"/><Relationship Id="rId20" Type="http://schemas.openxmlformats.org/officeDocument/2006/relationships/image" Target="../media/image2555.png"/><Relationship Id="rId41" Type="http://schemas.openxmlformats.org/officeDocument/2006/relationships/customXml" Target="../ink/ink3389.xml"/><Relationship Id="rId54" Type="http://schemas.openxmlformats.org/officeDocument/2006/relationships/image" Target="../media/image2572.png"/><Relationship Id="rId62" Type="http://schemas.openxmlformats.org/officeDocument/2006/relationships/image" Target="../media/image25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48.png"/><Relationship Id="rId15" Type="http://schemas.openxmlformats.org/officeDocument/2006/relationships/customXml" Target="../ink/ink3376.xml"/><Relationship Id="rId23" Type="http://schemas.openxmlformats.org/officeDocument/2006/relationships/customXml" Target="../ink/ink3380.xml"/><Relationship Id="rId28" Type="http://schemas.openxmlformats.org/officeDocument/2006/relationships/image" Target="../media/image2559.png"/><Relationship Id="rId36" Type="http://schemas.openxmlformats.org/officeDocument/2006/relationships/image" Target="../media/image2563.png"/><Relationship Id="rId49" Type="http://schemas.openxmlformats.org/officeDocument/2006/relationships/customXml" Target="../ink/ink3393.xml"/><Relationship Id="rId57" Type="http://schemas.openxmlformats.org/officeDocument/2006/relationships/customXml" Target="../ink/ink3397.xml"/><Relationship Id="rId10" Type="http://schemas.openxmlformats.org/officeDocument/2006/relationships/image" Target="../media/image2550.png"/><Relationship Id="rId31" Type="http://schemas.openxmlformats.org/officeDocument/2006/relationships/customXml" Target="../ink/ink3384.xml"/><Relationship Id="rId44" Type="http://schemas.openxmlformats.org/officeDocument/2006/relationships/image" Target="../media/image2567.png"/><Relationship Id="rId52" Type="http://schemas.openxmlformats.org/officeDocument/2006/relationships/image" Target="../media/image2571.png"/><Relationship Id="rId60" Type="http://schemas.openxmlformats.org/officeDocument/2006/relationships/image" Target="../media/image2575.png"/><Relationship Id="rId65" Type="http://schemas.openxmlformats.org/officeDocument/2006/relationships/customXml" Target="../ink/ink3401.xml"/><Relationship Id="rId4" Type="http://schemas.openxmlformats.org/officeDocument/2006/relationships/image" Target="../media/image1216.png"/><Relationship Id="rId9" Type="http://schemas.openxmlformats.org/officeDocument/2006/relationships/customXml" Target="../ink/ink3373.xml"/><Relationship Id="rId13" Type="http://schemas.openxmlformats.org/officeDocument/2006/relationships/customXml" Target="../ink/ink3375.xml"/><Relationship Id="rId18" Type="http://schemas.openxmlformats.org/officeDocument/2006/relationships/image" Target="../media/image2554.png"/><Relationship Id="rId39" Type="http://schemas.openxmlformats.org/officeDocument/2006/relationships/customXml" Target="../ink/ink338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0.png"/><Relationship Id="rId2" Type="http://schemas.openxmlformats.org/officeDocument/2006/relationships/image" Target="../media/image40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10.png"/></Relationships>
</file>

<file path=ppt/slides/_rels/slide6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460.xml"/><Relationship Id="rId21" Type="http://schemas.openxmlformats.org/officeDocument/2006/relationships/customXml" Target="../ink/ink3412.xml"/><Relationship Id="rId42" Type="http://schemas.openxmlformats.org/officeDocument/2006/relationships/image" Target="../media/image9350.png"/><Relationship Id="rId63" Type="http://schemas.openxmlformats.org/officeDocument/2006/relationships/customXml" Target="../ink/ink3433.xml"/><Relationship Id="rId84" Type="http://schemas.openxmlformats.org/officeDocument/2006/relationships/image" Target="../media/image9560.png"/><Relationship Id="rId138" Type="http://schemas.openxmlformats.org/officeDocument/2006/relationships/image" Target="../media/image2607.png"/><Relationship Id="rId159" Type="http://schemas.openxmlformats.org/officeDocument/2006/relationships/customXml" Target="../ink/ink3481.xml"/><Relationship Id="rId170" Type="http://schemas.openxmlformats.org/officeDocument/2006/relationships/image" Target="../media/image2623.png"/><Relationship Id="rId191" Type="http://schemas.openxmlformats.org/officeDocument/2006/relationships/customXml" Target="../ink/ink3497.xml"/><Relationship Id="rId205" Type="http://schemas.openxmlformats.org/officeDocument/2006/relationships/customXml" Target="../ink/ink3504.xml"/><Relationship Id="rId226" Type="http://schemas.openxmlformats.org/officeDocument/2006/relationships/image" Target="../media/image2651.png"/><Relationship Id="rId247" Type="http://schemas.openxmlformats.org/officeDocument/2006/relationships/customXml" Target="../ink/ink3525.xml"/><Relationship Id="rId107" Type="http://schemas.openxmlformats.org/officeDocument/2006/relationships/customXml" Target="../ink/ink3455.xml"/><Relationship Id="rId11" Type="http://schemas.openxmlformats.org/officeDocument/2006/relationships/customXml" Target="../ink/ink3407.xml"/><Relationship Id="rId32" Type="http://schemas.openxmlformats.org/officeDocument/2006/relationships/image" Target="../media/image9300.png"/><Relationship Id="rId53" Type="http://schemas.openxmlformats.org/officeDocument/2006/relationships/customXml" Target="../ink/ink3428.xml"/><Relationship Id="rId74" Type="http://schemas.openxmlformats.org/officeDocument/2006/relationships/image" Target="../media/image9510.png"/><Relationship Id="rId128" Type="http://schemas.openxmlformats.org/officeDocument/2006/relationships/image" Target="../media/image2602.png"/><Relationship Id="rId149" Type="http://schemas.openxmlformats.org/officeDocument/2006/relationships/customXml" Target="../ink/ink3476.xml"/><Relationship Id="rId5" Type="http://schemas.openxmlformats.org/officeDocument/2006/relationships/customXml" Target="../ink/ink3404.xml"/><Relationship Id="rId95" Type="http://schemas.openxmlformats.org/officeDocument/2006/relationships/customXml" Target="../ink/ink3449.xml"/><Relationship Id="rId160" Type="http://schemas.openxmlformats.org/officeDocument/2006/relationships/image" Target="../media/image2618.png"/><Relationship Id="rId181" Type="http://schemas.openxmlformats.org/officeDocument/2006/relationships/customXml" Target="../ink/ink3492.xml"/><Relationship Id="rId216" Type="http://schemas.openxmlformats.org/officeDocument/2006/relationships/image" Target="../media/image2646.png"/><Relationship Id="rId237" Type="http://schemas.openxmlformats.org/officeDocument/2006/relationships/customXml" Target="../ink/ink3520.xml"/><Relationship Id="rId22" Type="http://schemas.openxmlformats.org/officeDocument/2006/relationships/image" Target="../media/image9250.png"/><Relationship Id="rId43" Type="http://schemas.openxmlformats.org/officeDocument/2006/relationships/customXml" Target="../ink/ink3423.xml"/><Relationship Id="rId64" Type="http://schemas.openxmlformats.org/officeDocument/2006/relationships/image" Target="../media/image9460.png"/><Relationship Id="rId118" Type="http://schemas.openxmlformats.org/officeDocument/2006/relationships/image" Target="../media/image2597.png"/><Relationship Id="rId139" Type="http://schemas.openxmlformats.org/officeDocument/2006/relationships/customXml" Target="../ink/ink3471.xml"/><Relationship Id="rId85" Type="http://schemas.openxmlformats.org/officeDocument/2006/relationships/customXml" Target="../ink/ink3444.xml"/><Relationship Id="rId150" Type="http://schemas.openxmlformats.org/officeDocument/2006/relationships/image" Target="../media/image2613.png"/><Relationship Id="rId171" Type="http://schemas.openxmlformats.org/officeDocument/2006/relationships/customXml" Target="../ink/ink3487.xml"/><Relationship Id="rId192" Type="http://schemas.openxmlformats.org/officeDocument/2006/relationships/image" Target="../media/image2634.png"/><Relationship Id="rId206" Type="http://schemas.openxmlformats.org/officeDocument/2006/relationships/image" Target="../media/image2641.png"/><Relationship Id="rId227" Type="http://schemas.openxmlformats.org/officeDocument/2006/relationships/customXml" Target="../ink/ink3515.xml"/><Relationship Id="rId248" Type="http://schemas.openxmlformats.org/officeDocument/2006/relationships/image" Target="../media/image2662.png"/><Relationship Id="rId12" Type="http://schemas.openxmlformats.org/officeDocument/2006/relationships/image" Target="../media/image9200.png"/><Relationship Id="rId33" Type="http://schemas.openxmlformats.org/officeDocument/2006/relationships/customXml" Target="../ink/ink3418.xml"/><Relationship Id="rId108" Type="http://schemas.openxmlformats.org/officeDocument/2006/relationships/image" Target="../media/image2592.png"/><Relationship Id="rId129" Type="http://schemas.openxmlformats.org/officeDocument/2006/relationships/customXml" Target="../ink/ink3466.xml"/><Relationship Id="rId54" Type="http://schemas.openxmlformats.org/officeDocument/2006/relationships/image" Target="../media/image9410.png"/><Relationship Id="rId75" Type="http://schemas.openxmlformats.org/officeDocument/2006/relationships/customXml" Target="../ink/ink3439.xml"/><Relationship Id="rId96" Type="http://schemas.openxmlformats.org/officeDocument/2006/relationships/image" Target="../media/image2586.png"/><Relationship Id="rId140" Type="http://schemas.openxmlformats.org/officeDocument/2006/relationships/image" Target="../media/image2608.png"/><Relationship Id="rId161" Type="http://schemas.openxmlformats.org/officeDocument/2006/relationships/customXml" Target="../ink/ink3482.xml"/><Relationship Id="rId182" Type="http://schemas.openxmlformats.org/officeDocument/2006/relationships/image" Target="../media/image2629.png"/><Relationship Id="rId217" Type="http://schemas.openxmlformats.org/officeDocument/2006/relationships/customXml" Target="../ink/ink3510.xml"/><Relationship Id="rId6" Type="http://schemas.openxmlformats.org/officeDocument/2006/relationships/image" Target="../media/image9170.png"/><Relationship Id="rId238" Type="http://schemas.openxmlformats.org/officeDocument/2006/relationships/image" Target="../media/image2657.png"/><Relationship Id="rId23" Type="http://schemas.openxmlformats.org/officeDocument/2006/relationships/customXml" Target="../ink/ink3413.xml"/><Relationship Id="rId119" Type="http://schemas.openxmlformats.org/officeDocument/2006/relationships/customXml" Target="../ink/ink3461.xml"/><Relationship Id="rId44" Type="http://schemas.openxmlformats.org/officeDocument/2006/relationships/image" Target="../media/image9360.png"/><Relationship Id="rId65" Type="http://schemas.openxmlformats.org/officeDocument/2006/relationships/customXml" Target="../ink/ink3434.xml"/><Relationship Id="rId86" Type="http://schemas.openxmlformats.org/officeDocument/2006/relationships/image" Target="../media/image2581.png"/><Relationship Id="rId130" Type="http://schemas.openxmlformats.org/officeDocument/2006/relationships/image" Target="../media/image2603.png"/><Relationship Id="rId151" Type="http://schemas.openxmlformats.org/officeDocument/2006/relationships/customXml" Target="../ink/ink3477.xml"/><Relationship Id="rId172" Type="http://schemas.openxmlformats.org/officeDocument/2006/relationships/image" Target="../media/image2624.png"/><Relationship Id="rId193" Type="http://schemas.openxmlformats.org/officeDocument/2006/relationships/customXml" Target="../ink/ink3498.xml"/><Relationship Id="rId207" Type="http://schemas.openxmlformats.org/officeDocument/2006/relationships/customXml" Target="../ink/ink3505.xml"/><Relationship Id="rId228" Type="http://schemas.openxmlformats.org/officeDocument/2006/relationships/image" Target="../media/image2652.png"/><Relationship Id="rId13" Type="http://schemas.openxmlformats.org/officeDocument/2006/relationships/customXml" Target="../ink/ink3408.xml"/><Relationship Id="rId109" Type="http://schemas.openxmlformats.org/officeDocument/2006/relationships/customXml" Target="../ink/ink3456.xml"/><Relationship Id="rId34" Type="http://schemas.openxmlformats.org/officeDocument/2006/relationships/image" Target="../media/image9310.png"/><Relationship Id="rId55" Type="http://schemas.openxmlformats.org/officeDocument/2006/relationships/customXml" Target="../ink/ink3429.xml"/><Relationship Id="rId76" Type="http://schemas.openxmlformats.org/officeDocument/2006/relationships/image" Target="../media/image9520.png"/><Relationship Id="rId97" Type="http://schemas.openxmlformats.org/officeDocument/2006/relationships/customXml" Target="../ink/ink3450.xml"/><Relationship Id="rId120" Type="http://schemas.openxmlformats.org/officeDocument/2006/relationships/image" Target="../media/image2598.png"/><Relationship Id="rId141" Type="http://schemas.openxmlformats.org/officeDocument/2006/relationships/customXml" Target="../ink/ink3472.xml"/><Relationship Id="rId7" Type="http://schemas.openxmlformats.org/officeDocument/2006/relationships/customXml" Target="../ink/ink3405.xml"/><Relationship Id="rId162" Type="http://schemas.openxmlformats.org/officeDocument/2006/relationships/image" Target="../media/image2619.png"/><Relationship Id="rId183" Type="http://schemas.openxmlformats.org/officeDocument/2006/relationships/customXml" Target="../ink/ink3493.xml"/><Relationship Id="rId218" Type="http://schemas.openxmlformats.org/officeDocument/2006/relationships/image" Target="../media/image2647.png"/><Relationship Id="rId239" Type="http://schemas.openxmlformats.org/officeDocument/2006/relationships/customXml" Target="../ink/ink3521.xml"/><Relationship Id="rId24" Type="http://schemas.openxmlformats.org/officeDocument/2006/relationships/image" Target="../media/image9260.png"/><Relationship Id="rId45" Type="http://schemas.openxmlformats.org/officeDocument/2006/relationships/customXml" Target="../ink/ink3424.xml"/><Relationship Id="rId66" Type="http://schemas.openxmlformats.org/officeDocument/2006/relationships/image" Target="../media/image9470.png"/><Relationship Id="rId87" Type="http://schemas.openxmlformats.org/officeDocument/2006/relationships/customXml" Target="../ink/ink3445.xml"/><Relationship Id="rId110" Type="http://schemas.openxmlformats.org/officeDocument/2006/relationships/image" Target="../media/image2593.png"/><Relationship Id="rId131" Type="http://schemas.openxmlformats.org/officeDocument/2006/relationships/customXml" Target="../ink/ink3467.xml"/><Relationship Id="rId152" Type="http://schemas.openxmlformats.org/officeDocument/2006/relationships/image" Target="../media/image2614.png"/><Relationship Id="rId173" Type="http://schemas.openxmlformats.org/officeDocument/2006/relationships/customXml" Target="../ink/ink3488.xml"/><Relationship Id="rId194" Type="http://schemas.openxmlformats.org/officeDocument/2006/relationships/image" Target="../media/image2635.png"/><Relationship Id="rId208" Type="http://schemas.openxmlformats.org/officeDocument/2006/relationships/image" Target="../media/image2642.png"/><Relationship Id="rId229" Type="http://schemas.openxmlformats.org/officeDocument/2006/relationships/customXml" Target="../ink/ink3516.xml"/><Relationship Id="rId240" Type="http://schemas.openxmlformats.org/officeDocument/2006/relationships/image" Target="../media/image2658.png"/><Relationship Id="rId14" Type="http://schemas.openxmlformats.org/officeDocument/2006/relationships/image" Target="../media/image9210.png"/><Relationship Id="rId35" Type="http://schemas.openxmlformats.org/officeDocument/2006/relationships/customXml" Target="../ink/ink3419.xml"/><Relationship Id="rId56" Type="http://schemas.openxmlformats.org/officeDocument/2006/relationships/image" Target="../media/image9420.png"/><Relationship Id="rId77" Type="http://schemas.openxmlformats.org/officeDocument/2006/relationships/customXml" Target="../ink/ink3440.xml"/><Relationship Id="rId100" Type="http://schemas.openxmlformats.org/officeDocument/2006/relationships/image" Target="../media/image2588.png"/><Relationship Id="rId8" Type="http://schemas.openxmlformats.org/officeDocument/2006/relationships/image" Target="../media/image9180.png"/><Relationship Id="rId98" Type="http://schemas.openxmlformats.org/officeDocument/2006/relationships/image" Target="../media/image2587.png"/><Relationship Id="rId121" Type="http://schemas.openxmlformats.org/officeDocument/2006/relationships/customXml" Target="../ink/ink3462.xml"/><Relationship Id="rId142" Type="http://schemas.openxmlformats.org/officeDocument/2006/relationships/image" Target="../media/image2609.png"/><Relationship Id="rId163" Type="http://schemas.openxmlformats.org/officeDocument/2006/relationships/customXml" Target="../ink/ink3483.xml"/><Relationship Id="rId184" Type="http://schemas.openxmlformats.org/officeDocument/2006/relationships/image" Target="../media/image2630.png"/><Relationship Id="rId219" Type="http://schemas.openxmlformats.org/officeDocument/2006/relationships/customXml" Target="../ink/ink3511.xml"/><Relationship Id="rId230" Type="http://schemas.openxmlformats.org/officeDocument/2006/relationships/image" Target="../media/image2653.png"/><Relationship Id="rId25" Type="http://schemas.openxmlformats.org/officeDocument/2006/relationships/customXml" Target="../ink/ink3414.xml"/><Relationship Id="rId46" Type="http://schemas.openxmlformats.org/officeDocument/2006/relationships/image" Target="../media/image9370.png"/><Relationship Id="rId67" Type="http://schemas.openxmlformats.org/officeDocument/2006/relationships/customXml" Target="../ink/ink3435.xml"/><Relationship Id="rId88" Type="http://schemas.openxmlformats.org/officeDocument/2006/relationships/image" Target="../media/image2582.png"/><Relationship Id="rId111" Type="http://schemas.openxmlformats.org/officeDocument/2006/relationships/customXml" Target="../ink/ink3457.xml"/><Relationship Id="rId132" Type="http://schemas.openxmlformats.org/officeDocument/2006/relationships/image" Target="../media/image2604.png"/><Relationship Id="rId153" Type="http://schemas.openxmlformats.org/officeDocument/2006/relationships/customXml" Target="../ink/ink3478.xml"/><Relationship Id="rId174" Type="http://schemas.openxmlformats.org/officeDocument/2006/relationships/image" Target="../media/image2625.png"/><Relationship Id="rId195" Type="http://schemas.openxmlformats.org/officeDocument/2006/relationships/customXml" Target="../ink/ink3499.xml"/><Relationship Id="rId209" Type="http://schemas.openxmlformats.org/officeDocument/2006/relationships/customXml" Target="../ink/ink3506.xml"/><Relationship Id="rId220" Type="http://schemas.openxmlformats.org/officeDocument/2006/relationships/image" Target="../media/image2648.png"/><Relationship Id="rId241" Type="http://schemas.openxmlformats.org/officeDocument/2006/relationships/customXml" Target="../ink/ink3522.xml"/><Relationship Id="rId15" Type="http://schemas.openxmlformats.org/officeDocument/2006/relationships/customXml" Target="../ink/ink3409.xml"/><Relationship Id="rId36" Type="http://schemas.openxmlformats.org/officeDocument/2006/relationships/image" Target="../media/image9320.png"/><Relationship Id="rId57" Type="http://schemas.openxmlformats.org/officeDocument/2006/relationships/customXml" Target="../ink/ink3430.xml"/><Relationship Id="rId10" Type="http://schemas.openxmlformats.org/officeDocument/2006/relationships/image" Target="../media/image9190.png"/><Relationship Id="rId31" Type="http://schemas.openxmlformats.org/officeDocument/2006/relationships/customXml" Target="../ink/ink3417.xml"/><Relationship Id="rId52" Type="http://schemas.openxmlformats.org/officeDocument/2006/relationships/image" Target="../media/image9400.png"/><Relationship Id="rId73" Type="http://schemas.openxmlformats.org/officeDocument/2006/relationships/customXml" Target="../ink/ink3438.xml"/><Relationship Id="rId78" Type="http://schemas.openxmlformats.org/officeDocument/2006/relationships/image" Target="../media/image9530.png"/><Relationship Id="rId94" Type="http://schemas.openxmlformats.org/officeDocument/2006/relationships/image" Target="../media/image2585.png"/><Relationship Id="rId99" Type="http://schemas.openxmlformats.org/officeDocument/2006/relationships/customXml" Target="../ink/ink3451.xml"/><Relationship Id="rId101" Type="http://schemas.openxmlformats.org/officeDocument/2006/relationships/customXml" Target="../ink/ink3452.xml"/><Relationship Id="rId122" Type="http://schemas.openxmlformats.org/officeDocument/2006/relationships/image" Target="../media/image2599.png"/><Relationship Id="rId143" Type="http://schemas.openxmlformats.org/officeDocument/2006/relationships/customXml" Target="../ink/ink3473.xml"/><Relationship Id="rId148" Type="http://schemas.openxmlformats.org/officeDocument/2006/relationships/image" Target="../media/image2612.png"/><Relationship Id="rId164" Type="http://schemas.openxmlformats.org/officeDocument/2006/relationships/image" Target="../media/image2620.png"/><Relationship Id="rId169" Type="http://schemas.openxmlformats.org/officeDocument/2006/relationships/customXml" Target="../ink/ink3486.xml"/><Relationship Id="rId185" Type="http://schemas.openxmlformats.org/officeDocument/2006/relationships/customXml" Target="../ink/ink3494.xml"/><Relationship Id="rId4" Type="http://schemas.openxmlformats.org/officeDocument/2006/relationships/image" Target="../media/image9160.png"/><Relationship Id="rId9" Type="http://schemas.openxmlformats.org/officeDocument/2006/relationships/customXml" Target="../ink/ink3406.xml"/><Relationship Id="rId180" Type="http://schemas.openxmlformats.org/officeDocument/2006/relationships/image" Target="../media/image2628.png"/><Relationship Id="rId210" Type="http://schemas.openxmlformats.org/officeDocument/2006/relationships/image" Target="../media/image2643.png"/><Relationship Id="rId215" Type="http://schemas.openxmlformats.org/officeDocument/2006/relationships/customXml" Target="../ink/ink3509.xml"/><Relationship Id="rId236" Type="http://schemas.openxmlformats.org/officeDocument/2006/relationships/image" Target="../media/image2656.png"/><Relationship Id="rId26" Type="http://schemas.openxmlformats.org/officeDocument/2006/relationships/image" Target="../media/image9270.png"/><Relationship Id="rId231" Type="http://schemas.openxmlformats.org/officeDocument/2006/relationships/customXml" Target="../ink/ink3517.xml"/><Relationship Id="rId47" Type="http://schemas.openxmlformats.org/officeDocument/2006/relationships/customXml" Target="../ink/ink3425.xml"/><Relationship Id="rId68" Type="http://schemas.openxmlformats.org/officeDocument/2006/relationships/image" Target="../media/image9480.png"/><Relationship Id="rId89" Type="http://schemas.openxmlformats.org/officeDocument/2006/relationships/customXml" Target="../ink/ink3446.xml"/><Relationship Id="rId112" Type="http://schemas.openxmlformats.org/officeDocument/2006/relationships/image" Target="../media/image2594.png"/><Relationship Id="rId133" Type="http://schemas.openxmlformats.org/officeDocument/2006/relationships/customXml" Target="../ink/ink3468.xml"/><Relationship Id="rId154" Type="http://schemas.openxmlformats.org/officeDocument/2006/relationships/image" Target="../media/image2615.png"/><Relationship Id="rId175" Type="http://schemas.openxmlformats.org/officeDocument/2006/relationships/customXml" Target="../ink/ink3489.xml"/><Relationship Id="rId196" Type="http://schemas.openxmlformats.org/officeDocument/2006/relationships/image" Target="../media/image2636.png"/><Relationship Id="rId200" Type="http://schemas.openxmlformats.org/officeDocument/2006/relationships/image" Target="../media/image2638.png"/><Relationship Id="rId16" Type="http://schemas.openxmlformats.org/officeDocument/2006/relationships/image" Target="../media/image9220.png"/><Relationship Id="rId221" Type="http://schemas.openxmlformats.org/officeDocument/2006/relationships/customXml" Target="../ink/ink3512.xml"/><Relationship Id="rId242" Type="http://schemas.openxmlformats.org/officeDocument/2006/relationships/image" Target="../media/image2659.png"/><Relationship Id="rId37" Type="http://schemas.openxmlformats.org/officeDocument/2006/relationships/customXml" Target="../ink/ink3420.xml"/><Relationship Id="rId58" Type="http://schemas.openxmlformats.org/officeDocument/2006/relationships/image" Target="../media/image9430.png"/><Relationship Id="rId79" Type="http://schemas.openxmlformats.org/officeDocument/2006/relationships/customXml" Target="../ink/ink3441.xml"/><Relationship Id="rId102" Type="http://schemas.openxmlformats.org/officeDocument/2006/relationships/image" Target="../media/image2589.png"/><Relationship Id="rId123" Type="http://schemas.openxmlformats.org/officeDocument/2006/relationships/customXml" Target="../ink/ink3463.xml"/><Relationship Id="rId144" Type="http://schemas.openxmlformats.org/officeDocument/2006/relationships/image" Target="../media/image2610.png"/><Relationship Id="rId90" Type="http://schemas.openxmlformats.org/officeDocument/2006/relationships/image" Target="../media/image2583.png"/><Relationship Id="rId165" Type="http://schemas.openxmlformats.org/officeDocument/2006/relationships/customXml" Target="../ink/ink3484.xml"/><Relationship Id="rId186" Type="http://schemas.openxmlformats.org/officeDocument/2006/relationships/image" Target="../media/image2631.png"/><Relationship Id="rId211" Type="http://schemas.openxmlformats.org/officeDocument/2006/relationships/customXml" Target="../ink/ink3507.xml"/><Relationship Id="rId232" Type="http://schemas.openxmlformats.org/officeDocument/2006/relationships/image" Target="../media/image2654.png"/><Relationship Id="rId27" Type="http://schemas.openxmlformats.org/officeDocument/2006/relationships/customXml" Target="../ink/ink3415.xml"/><Relationship Id="rId48" Type="http://schemas.openxmlformats.org/officeDocument/2006/relationships/image" Target="../media/image9380.png"/><Relationship Id="rId69" Type="http://schemas.openxmlformats.org/officeDocument/2006/relationships/customXml" Target="../ink/ink3436.xml"/><Relationship Id="rId113" Type="http://schemas.openxmlformats.org/officeDocument/2006/relationships/customXml" Target="../ink/ink3458.xml"/><Relationship Id="rId134" Type="http://schemas.openxmlformats.org/officeDocument/2006/relationships/image" Target="../media/image2605.png"/><Relationship Id="rId80" Type="http://schemas.openxmlformats.org/officeDocument/2006/relationships/image" Target="../media/image9540.png"/><Relationship Id="rId155" Type="http://schemas.openxmlformats.org/officeDocument/2006/relationships/customXml" Target="../ink/ink3479.xml"/><Relationship Id="rId176" Type="http://schemas.openxmlformats.org/officeDocument/2006/relationships/image" Target="../media/image2626.png"/><Relationship Id="rId197" Type="http://schemas.openxmlformats.org/officeDocument/2006/relationships/customXml" Target="../ink/ink3500.xml"/><Relationship Id="rId201" Type="http://schemas.openxmlformats.org/officeDocument/2006/relationships/customXml" Target="../ink/ink3502.xml"/><Relationship Id="rId222" Type="http://schemas.openxmlformats.org/officeDocument/2006/relationships/image" Target="../media/image2649.png"/><Relationship Id="rId243" Type="http://schemas.openxmlformats.org/officeDocument/2006/relationships/customXml" Target="../ink/ink3523.xml"/><Relationship Id="rId17" Type="http://schemas.openxmlformats.org/officeDocument/2006/relationships/customXml" Target="../ink/ink3410.xml"/><Relationship Id="rId38" Type="http://schemas.openxmlformats.org/officeDocument/2006/relationships/image" Target="../media/image9330.png"/><Relationship Id="rId59" Type="http://schemas.openxmlformats.org/officeDocument/2006/relationships/customXml" Target="../ink/ink3431.xml"/><Relationship Id="rId103" Type="http://schemas.openxmlformats.org/officeDocument/2006/relationships/customXml" Target="../ink/ink3453.xml"/><Relationship Id="rId124" Type="http://schemas.openxmlformats.org/officeDocument/2006/relationships/image" Target="../media/image2600.png"/><Relationship Id="rId70" Type="http://schemas.openxmlformats.org/officeDocument/2006/relationships/image" Target="../media/image9490.png"/><Relationship Id="rId91" Type="http://schemas.openxmlformats.org/officeDocument/2006/relationships/customXml" Target="../ink/ink3447.xml"/><Relationship Id="rId145" Type="http://schemas.openxmlformats.org/officeDocument/2006/relationships/customXml" Target="../ink/ink3474.xml"/><Relationship Id="rId166" Type="http://schemas.openxmlformats.org/officeDocument/2006/relationships/image" Target="../media/image2621.png"/><Relationship Id="rId187" Type="http://schemas.openxmlformats.org/officeDocument/2006/relationships/customXml" Target="../ink/ink349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644.png"/><Relationship Id="rId233" Type="http://schemas.openxmlformats.org/officeDocument/2006/relationships/customXml" Target="../ink/ink3518.xml"/><Relationship Id="rId28" Type="http://schemas.openxmlformats.org/officeDocument/2006/relationships/image" Target="../media/image9280.png"/><Relationship Id="rId49" Type="http://schemas.openxmlformats.org/officeDocument/2006/relationships/customXml" Target="../ink/ink3426.xml"/><Relationship Id="rId114" Type="http://schemas.openxmlformats.org/officeDocument/2006/relationships/image" Target="../media/image2595.png"/><Relationship Id="rId60" Type="http://schemas.openxmlformats.org/officeDocument/2006/relationships/image" Target="../media/image9440.png"/><Relationship Id="rId81" Type="http://schemas.openxmlformats.org/officeDocument/2006/relationships/customXml" Target="../ink/ink3442.xml"/><Relationship Id="rId135" Type="http://schemas.openxmlformats.org/officeDocument/2006/relationships/customXml" Target="../ink/ink3469.xml"/><Relationship Id="rId156" Type="http://schemas.openxmlformats.org/officeDocument/2006/relationships/image" Target="../media/image2616.png"/><Relationship Id="rId177" Type="http://schemas.openxmlformats.org/officeDocument/2006/relationships/customXml" Target="../ink/ink3490.xml"/><Relationship Id="rId198" Type="http://schemas.openxmlformats.org/officeDocument/2006/relationships/image" Target="../media/image2637.png"/><Relationship Id="rId202" Type="http://schemas.openxmlformats.org/officeDocument/2006/relationships/image" Target="../media/image2639.png"/><Relationship Id="rId223" Type="http://schemas.openxmlformats.org/officeDocument/2006/relationships/customXml" Target="../ink/ink3513.xml"/><Relationship Id="rId244" Type="http://schemas.openxmlformats.org/officeDocument/2006/relationships/image" Target="../media/image2660.png"/><Relationship Id="rId18" Type="http://schemas.openxmlformats.org/officeDocument/2006/relationships/image" Target="../media/image9230.png"/><Relationship Id="rId39" Type="http://schemas.openxmlformats.org/officeDocument/2006/relationships/customXml" Target="../ink/ink3421.xml"/><Relationship Id="rId50" Type="http://schemas.openxmlformats.org/officeDocument/2006/relationships/image" Target="../media/image9390.png"/><Relationship Id="rId104" Type="http://schemas.openxmlformats.org/officeDocument/2006/relationships/image" Target="../media/image2590.png"/><Relationship Id="rId125" Type="http://schemas.openxmlformats.org/officeDocument/2006/relationships/customXml" Target="../ink/ink3464.xml"/><Relationship Id="rId146" Type="http://schemas.openxmlformats.org/officeDocument/2006/relationships/image" Target="../media/image2611.png"/><Relationship Id="rId167" Type="http://schemas.openxmlformats.org/officeDocument/2006/relationships/customXml" Target="../ink/ink3485.xml"/><Relationship Id="rId188" Type="http://schemas.openxmlformats.org/officeDocument/2006/relationships/image" Target="../media/image2632.png"/><Relationship Id="rId71" Type="http://schemas.openxmlformats.org/officeDocument/2006/relationships/customXml" Target="../ink/ink3437.xml"/><Relationship Id="rId92" Type="http://schemas.openxmlformats.org/officeDocument/2006/relationships/image" Target="../media/image2584.png"/><Relationship Id="rId213" Type="http://schemas.openxmlformats.org/officeDocument/2006/relationships/customXml" Target="../ink/ink3508.xml"/><Relationship Id="rId234" Type="http://schemas.openxmlformats.org/officeDocument/2006/relationships/image" Target="../media/image2655.png"/><Relationship Id="rId2" Type="http://schemas.openxmlformats.org/officeDocument/2006/relationships/image" Target="../media/image2500.png"/><Relationship Id="rId29" Type="http://schemas.openxmlformats.org/officeDocument/2006/relationships/customXml" Target="../ink/ink3416.xml"/><Relationship Id="rId40" Type="http://schemas.openxmlformats.org/officeDocument/2006/relationships/image" Target="../media/image9340.png"/><Relationship Id="rId115" Type="http://schemas.openxmlformats.org/officeDocument/2006/relationships/customXml" Target="../ink/ink3459.xml"/><Relationship Id="rId136" Type="http://schemas.openxmlformats.org/officeDocument/2006/relationships/image" Target="../media/image2606.png"/><Relationship Id="rId157" Type="http://schemas.openxmlformats.org/officeDocument/2006/relationships/customXml" Target="../ink/ink3480.xml"/><Relationship Id="rId178" Type="http://schemas.openxmlformats.org/officeDocument/2006/relationships/image" Target="../media/image2627.png"/><Relationship Id="rId61" Type="http://schemas.openxmlformats.org/officeDocument/2006/relationships/customXml" Target="../ink/ink3432.xml"/><Relationship Id="rId82" Type="http://schemas.openxmlformats.org/officeDocument/2006/relationships/image" Target="../media/image9550.png"/><Relationship Id="rId199" Type="http://schemas.openxmlformats.org/officeDocument/2006/relationships/customXml" Target="../ink/ink3501.xml"/><Relationship Id="rId203" Type="http://schemas.openxmlformats.org/officeDocument/2006/relationships/customXml" Target="../ink/ink3503.xml"/><Relationship Id="rId19" Type="http://schemas.openxmlformats.org/officeDocument/2006/relationships/customXml" Target="../ink/ink3411.xml"/><Relationship Id="rId224" Type="http://schemas.openxmlformats.org/officeDocument/2006/relationships/image" Target="../media/image2650.png"/><Relationship Id="rId245" Type="http://schemas.openxmlformats.org/officeDocument/2006/relationships/customXml" Target="../ink/ink3524.xml"/><Relationship Id="rId30" Type="http://schemas.openxmlformats.org/officeDocument/2006/relationships/image" Target="../media/image9290.png"/><Relationship Id="rId105" Type="http://schemas.openxmlformats.org/officeDocument/2006/relationships/customXml" Target="../ink/ink3454.xml"/><Relationship Id="rId126" Type="http://schemas.openxmlformats.org/officeDocument/2006/relationships/image" Target="../media/image2601.png"/><Relationship Id="rId147" Type="http://schemas.openxmlformats.org/officeDocument/2006/relationships/customXml" Target="../ink/ink3475.xml"/><Relationship Id="rId168" Type="http://schemas.openxmlformats.org/officeDocument/2006/relationships/image" Target="../media/image2622.png"/><Relationship Id="rId51" Type="http://schemas.openxmlformats.org/officeDocument/2006/relationships/customXml" Target="../ink/ink3427.xml"/><Relationship Id="rId72" Type="http://schemas.openxmlformats.org/officeDocument/2006/relationships/image" Target="../media/image9500.png"/><Relationship Id="rId93" Type="http://schemas.openxmlformats.org/officeDocument/2006/relationships/customXml" Target="../ink/ink3448.xml"/><Relationship Id="rId189" Type="http://schemas.openxmlformats.org/officeDocument/2006/relationships/customXml" Target="../ink/ink3496.xml"/><Relationship Id="rId3" Type="http://schemas.openxmlformats.org/officeDocument/2006/relationships/customXml" Target="../ink/ink3403.xml"/><Relationship Id="rId214" Type="http://schemas.openxmlformats.org/officeDocument/2006/relationships/image" Target="../media/image2645.png"/><Relationship Id="rId235" Type="http://schemas.openxmlformats.org/officeDocument/2006/relationships/customXml" Target="../ink/ink3519.xml"/><Relationship Id="rId116" Type="http://schemas.openxmlformats.org/officeDocument/2006/relationships/image" Target="../media/image2596.png"/><Relationship Id="rId137" Type="http://schemas.openxmlformats.org/officeDocument/2006/relationships/customXml" Target="../ink/ink3470.xml"/><Relationship Id="rId158" Type="http://schemas.openxmlformats.org/officeDocument/2006/relationships/image" Target="../media/image2617.png"/><Relationship Id="rId20" Type="http://schemas.openxmlformats.org/officeDocument/2006/relationships/image" Target="../media/image9240.png"/><Relationship Id="rId41" Type="http://schemas.openxmlformats.org/officeDocument/2006/relationships/customXml" Target="../ink/ink3422.xml"/><Relationship Id="rId62" Type="http://schemas.openxmlformats.org/officeDocument/2006/relationships/image" Target="../media/image9450.png"/><Relationship Id="rId83" Type="http://schemas.openxmlformats.org/officeDocument/2006/relationships/customXml" Target="../ink/ink3443.xml"/><Relationship Id="rId179" Type="http://schemas.openxmlformats.org/officeDocument/2006/relationships/customXml" Target="../ink/ink3491.xml"/><Relationship Id="rId190" Type="http://schemas.openxmlformats.org/officeDocument/2006/relationships/image" Target="../media/image2633.png"/><Relationship Id="rId204" Type="http://schemas.openxmlformats.org/officeDocument/2006/relationships/image" Target="../media/image2640.png"/><Relationship Id="rId225" Type="http://schemas.openxmlformats.org/officeDocument/2006/relationships/customXml" Target="../ink/ink3514.xml"/><Relationship Id="rId246" Type="http://schemas.openxmlformats.org/officeDocument/2006/relationships/image" Target="../media/image2661.png"/><Relationship Id="rId106" Type="http://schemas.openxmlformats.org/officeDocument/2006/relationships/image" Target="../media/image2591.png"/><Relationship Id="rId127" Type="http://schemas.openxmlformats.org/officeDocument/2006/relationships/customXml" Target="../ink/ink3465.xml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31.xml"/><Relationship Id="rId18" Type="http://schemas.openxmlformats.org/officeDocument/2006/relationships/image" Target="../media/image2665.png"/><Relationship Id="rId26" Type="http://schemas.openxmlformats.org/officeDocument/2006/relationships/image" Target="../media/image2669.png"/><Relationship Id="rId39" Type="http://schemas.openxmlformats.org/officeDocument/2006/relationships/customXml" Target="../ink/ink3544.xml"/><Relationship Id="rId21" Type="http://schemas.openxmlformats.org/officeDocument/2006/relationships/customXml" Target="../ink/ink3535.xml"/><Relationship Id="rId34" Type="http://schemas.openxmlformats.org/officeDocument/2006/relationships/image" Target="../media/image2673.png"/><Relationship Id="rId42" Type="http://schemas.openxmlformats.org/officeDocument/2006/relationships/image" Target="../media/image2676.png"/><Relationship Id="rId47" Type="http://schemas.openxmlformats.org/officeDocument/2006/relationships/customXml" Target="../ink/ink3548.xml"/><Relationship Id="rId50" Type="http://schemas.openxmlformats.org/officeDocument/2006/relationships/image" Target="../media/image2680.png"/><Relationship Id="rId7" Type="http://schemas.openxmlformats.org/officeDocument/2006/relationships/customXml" Target="../ink/ink3528.xml"/><Relationship Id="rId2" Type="http://schemas.openxmlformats.org/officeDocument/2006/relationships/image" Target="../media/image2513.png"/><Relationship Id="rId16" Type="http://schemas.openxmlformats.org/officeDocument/2006/relationships/image" Target="../media/image2664.png"/><Relationship Id="rId29" Type="http://schemas.openxmlformats.org/officeDocument/2006/relationships/customXml" Target="../ink/ink3539.xml"/><Relationship Id="rId11" Type="http://schemas.openxmlformats.org/officeDocument/2006/relationships/customXml" Target="../ink/ink3530.xml"/><Relationship Id="rId24" Type="http://schemas.openxmlformats.org/officeDocument/2006/relationships/image" Target="../media/image2668.png"/><Relationship Id="rId32" Type="http://schemas.openxmlformats.org/officeDocument/2006/relationships/image" Target="../media/image2672.png"/><Relationship Id="rId37" Type="http://schemas.openxmlformats.org/officeDocument/2006/relationships/customXml" Target="../ink/ink3543.xml"/><Relationship Id="rId40" Type="http://schemas.openxmlformats.org/officeDocument/2006/relationships/image" Target="../media/image2675.png"/><Relationship Id="rId45" Type="http://schemas.openxmlformats.org/officeDocument/2006/relationships/customXml" Target="../ink/ink3547.xml"/><Relationship Id="rId53" Type="http://schemas.openxmlformats.org/officeDocument/2006/relationships/customXml" Target="../ink/ink3551.xml"/><Relationship Id="rId5" Type="http://schemas.openxmlformats.org/officeDocument/2006/relationships/customXml" Target="../ink/ink3527.xml"/><Relationship Id="rId10" Type="http://schemas.openxmlformats.org/officeDocument/2006/relationships/image" Target="../media/image9610.png"/><Relationship Id="rId19" Type="http://schemas.openxmlformats.org/officeDocument/2006/relationships/customXml" Target="../ink/ink3534.xml"/><Relationship Id="rId31" Type="http://schemas.openxmlformats.org/officeDocument/2006/relationships/customXml" Target="../ink/ink3540.xml"/><Relationship Id="rId44" Type="http://schemas.openxmlformats.org/officeDocument/2006/relationships/image" Target="../media/image2677.png"/><Relationship Id="rId52" Type="http://schemas.openxmlformats.org/officeDocument/2006/relationships/image" Target="../media/image2681.png"/><Relationship Id="rId4" Type="http://schemas.openxmlformats.org/officeDocument/2006/relationships/image" Target="../media/image9580.png"/><Relationship Id="rId9" Type="http://schemas.openxmlformats.org/officeDocument/2006/relationships/customXml" Target="../ink/ink3529.xml"/><Relationship Id="rId14" Type="http://schemas.openxmlformats.org/officeDocument/2006/relationships/image" Target="../media/image9630.png"/><Relationship Id="rId22" Type="http://schemas.openxmlformats.org/officeDocument/2006/relationships/image" Target="../media/image2667.png"/><Relationship Id="rId27" Type="http://schemas.openxmlformats.org/officeDocument/2006/relationships/customXml" Target="../ink/ink3538.xml"/><Relationship Id="rId30" Type="http://schemas.openxmlformats.org/officeDocument/2006/relationships/image" Target="../media/image2671.png"/><Relationship Id="rId35" Type="http://schemas.openxmlformats.org/officeDocument/2006/relationships/customXml" Target="../ink/ink3542.xml"/><Relationship Id="rId43" Type="http://schemas.openxmlformats.org/officeDocument/2006/relationships/customXml" Target="../ink/ink3546.xml"/><Relationship Id="rId48" Type="http://schemas.openxmlformats.org/officeDocument/2006/relationships/image" Target="../media/image2679.png"/><Relationship Id="rId8" Type="http://schemas.openxmlformats.org/officeDocument/2006/relationships/image" Target="../media/image9600.png"/><Relationship Id="rId51" Type="http://schemas.openxmlformats.org/officeDocument/2006/relationships/customXml" Target="../ink/ink3550.xml"/><Relationship Id="rId3" Type="http://schemas.openxmlformats.org/officeDocument/2006/relationships/customXml" Target="../ink/ink3526.xml"/><Relationship Id="rId12" Type="http://schemas.openxmlformats.org/officeDocument/2006/relationships/image" Target="../media/image9620.png"/><Relationship Id="rId17" Type="http://schemas.openxmlformats.org/officeDocument/2006/relationships/customXml" Target="../ink/ink3533.xml"/><Relationship Id="rId25" Type="http://schemas.openxmlformats.org/officeDocument/2006/relationships/customXml" Target="../ink/ink3537.xml"/><Relationship Id="rId33" Type="http://schemas.openxmlformats.org/officeDocument/2006/relationships/customXml" Target="../ink/ink3541.xml"/><Relationship Id="rId38" Type="http://schemas.openxmlformats.org/officeDocument/2006/relationships/image" Target="../media/image74.png"/><Relationship Id="rId46" Type="http://schemas.openxmlformats.org/officeDocument/2006/relationships/image" Target="../media/image2678.png"/><Relationship Id="rId20" Type="http://schemas.openxmlformats.org/officeDocument/2006/relationships/image" Target="../media/image2666.png"/><Relationship Id="rId41" Type="http://schemas.openxmlformats.org/officeDocument/2006/relationships/customXml" Target="../ink/ink3545.xml"/><Relationship Id="rId54" Type="http://schemas.openxmlformats.org/officeDocument/2006/relationships/image" Target="../media/image26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90.png"/><Relationship Id="rId15" Type="http://schemas.openxmlformats.org/officeDocument/2006/relationships/customXml" Target="../ink/ink3532.xml"/><Relationship Id="rId23" Type="http://schemas.openxmlformats.org/officeDocument/2006/relationships/customXml" Target="../ink/ink3536.xml"/><Relationship Id="rId28" Type="http://schemas.openxmlformats.org/officeDocument/2006/relationships/image" Target="../media/image2670.png"/><Relationship Id="rId36" Type="http://schemas.openxmlformats.org/officeDocument/2006/relationships/image" Target="../media/image2674.png"/><Relationship Id="rId49" Type="http://schemas.openxmlformats.org/officeDocument/2006/relationships/customXml" Target="../ink/ink3549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55.xml"/><Relationship Id="rId13" Type="http://schemas.openxmlformats.org/officeDocument/2006/relationships/image" Target="../media/image2688.png"/><Relationship Id="rId3" Type="http://schemas.openxmlformats.org/officeDocument/2006/relationships/image" Target="../media/image2683.png"/><Relationship Id="rId7" Type="http://schemas.openxmlformats.org/officeDocument/2006/relationships/image" Target="../media/image2685.png"/><Relationship Id="rId12" Type="http://schemas.openxmlformats.org/officeDocument/2006/relationships/customXml" Target="../ink/ink3557.xml"/><Relationship Id="rId17" Type="http://schemas.openxmlformats.org/officeDocument/2006/relationships/image" Target="../media/image2690.png"/><Relationship Id="rId2" Type="http://schemas.openxmlformats.org/officeDocument/2006/relationships/customXml" Target="../ink/ink3552.xml"/><Relationship Id="rId16" Type="http://schemas.openxmlformats.org/officeDocument/2006/relationships/customXml" Target="../ink/ink355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54.xml"/><Relationship Id="rId11" Type="http://schemas.openxmlformats.org/officeDocument/2006/relationships/image" Target="../media/image2687.png"/><Relationship Id="rId5" Type="http://schemas.openxmlformats.org/officeDocument/2006/relationships/image" Target="../media/image2684.png"/><Relationship Id="rId15" Type="http://schemas.openxmlformats.org/officeDocument/2006/relationships/image" Target="../media/image2689.png"/><Relationship Id="rId10" Type="http://schemas.openxmlformats.org/officeDocument/2006/relationships/customXml" Target="../ink/ink3556.xml"/><Relationship Id="rId4" Type="http://schemas.openxmlformats.org/officeDocument/2006/relationships/customXml" Target="../ink/ink3553.xml"/><Relationship Id="rId9" Type="http://schemas.openxmlformats.org/officeDocument/2006/relationships/image" Target="../media/image2686.png"/><Relationship Id="rId14" Type="http://schemas.openxmlformats.org/officeDocument/2006/relationships/customXml" Target="../ink/ink355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hprc.tamu.edu/apply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DE20-E231-4248-D7F3-A8126F1C5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Concepts in Machine Learning for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478C7-0901-A4E4-29A2-7B00E9BB0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Time: April 7, 9, 11, 14, 15, 1:00 pm - 5:30 pm (in-person students)</a:t>
            </a:r>
          </a:p>
          <a:p>
            <a:r>
              <a:rPr lang="en-US" dirty="0"/>
              <a:t>          April 7 to 25, 2025 (distance students)</a:t>
            </a:r>
          </a:p>
          <a:p>
            <a:r>
              <a:rPr lang="en-US" dirty="0"/>
              <a:t>Location: GERB 315 and Zoom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E3CF57-8E16-EA3B-7482-31EFEEDFAA73}"/>
                  </a:ext>
                </a:extLst>
              </p14:cNvPr>
              <p14:cNvContentPartPr/>
              <p14:nvPr/>
            </p14:nvContentPartPr>
            <p14:xfrm>
              <a:off x="2531520" y="3268080"/>
              <a:ext cx="6234840" cy="1763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E3CF57-8E16-EA3B-7482-31EFEEDFAA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2160" y="3258720"/>
                <a:ext cx="6253560" cy="178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425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1679-8B36-13B3-EABE-B9506A77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37AC4-CEAE-B836-5CF0-7C706A18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Yalong Pi</a:t>
            </a:r>
          </a:p>
          <a:p>
            <a:r>
              <a:rPr lang="en-US" dirty="0"/>
              <a:t>Associate Research Scientist</a:t>
            </a:r>
          </a:p>
          <a:p>
            <a:r>
              <a:rPr lang="en-US" dirty="0"/>
              <a:t>Texas A&amp;M Institute of Data Science</a:t>
            </a:r>
          </a:p>
          <a:p>
            <a:r>
              <a:rPr lang="en-US" dirty="0"/>
              <a:t>Address: Office 221C, John R. Blocker Building</a:t>
            </a:r>
          </a:p>
          <a:p>
            <a:r>
              <a:rPr lang="en-US" dirty="0"/>
              <a:t>Email: piyalong@tamu.edu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41C014-CB02-456A-FC64-4773D6385429}"/>
                  </a:ext>
                </a:extLst>
              </p14:cNvPr>
              <p14:cNvContentPartPr/>
              <p14:nvPr/>
            </p14:nvContentPartPr>
            <p14:xfrm>
              <a:off x="2329200" y="1365840"/>
              <a:ext cx="8910360" cy="245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41C014-CB02-456A-FC64-4773D63854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9840" y="1356480"/>
                <a:ext cx="8929080" cy="24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197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516;p3">
            <a:extLst>
              <a:ext uri="{FF2B5EF4-FFF2-40B4-BE49-F238E27FC236}">
                <a16:creationId xmlns:a16="http://schemas.microsoft.com/office/drawing/2014/main" id="{0CB4CB1F-E381-58E5-09F1-83CD1CA2C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445898"/>
              </p:ext>
            </p:extLst>
          </p:nvPr>
        </p:nvGraphicFramePr>
        <p:xfrm>
          <a:off x="252663" y="481263"/>
          <a:ext cx="11851105" cy="594875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6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Lecture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Topic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Quiz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8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1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Neural network fundamentals and continuous optimization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 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Image classification, object detection, and pixel segmentation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#1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3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Autoencoder, </a:t>
                      </a:r>
                      <a:r>
                        <a:rPr lang="en-US" sz="2800" u="none" strike="noStrike" cap="none" dirty="0" err="1">
                          <a:latin typeface="+mn-lt"/>
                        </a:rPr>
                        <a:t>autodecoder</a:t>
                      </a:r>
                      <a:r>
                        <a:rPr lang="en-US" sz="2800" u="none" strike="noStrike" cap="none">
                          <a:latin typeface="+mn-lt"/>
                        </a:rPr>
                        <a:t>, and generative adversarial network (GAN)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4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Attention mechanism, transformers (GPT) and reinforcement learning 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#3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5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Final project Q&amp;A, advanced topics review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#4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F571AE-E5D2-0BEB-6CEF-A959CEB33ACB}"/>
                  </a:ext>
                </a:extLst>
              </p14:cNvPr>
              <p14:cNvContentPartPr/>
              <p14:nvPr/>
            </p14:nvContentPartPr>
            <p14:xfrm>
              <a:off x="657000" y="1022760"/>
              <a:ext cx="8122680" cy="5326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F571AE-E5D2-0BEB-6CEF-A959CEB33A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640" y="1013400"/>
                <a:ext cx="8141400" cy="53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682E13-7959-74CA-B403-8BB7AFB981C7}"/>
                  </a:ext>
                </a:extLst>
              </p14:cNvPr>
              <p14:cNvContentPartPr/>
              <p14:nvPr/>
            </p14:nvContentPartPr>
            <p14:xfrm>
              <a:off x="1737285" y="3878489"/>
              <a:ext cx="3961440" cy="196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682E13-7959-74CA-B403-8BB7AFB981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165" y="3872369"/>
                <a:ext cx="39736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6C7DBD-4A76-EEB4-838B-8D6F943838B3}"/>
                  </a:ext>
                </a:extLst>
              </p14:cNvPr>
              <p14:cNvContentPartPr/>
              <p14:nvPr/>
            </p14:nvContentPartPr>
            <p14:xfrm>
              <a:off x="584205" y="2685089"/>
              <a:ext cx="717120" cy="617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6C7DBD-4A76-EEB4-838B-8D6F943838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085" y="2678969"/>
                <a:ext cx="729360" cy="62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5525E98-3E59-74BD-67BF-5A9CE5CA0DE4}"/>
              </a:ext>
            </a:extLst>
          </p:cNvPr>
          <p:cNvGrpSpPr/>
          <p:nvPr/>
        </p:nvGrpSpPr>
        <p:grpSpPr>
          <a:xfrm>
            <a:off x="9209085" y="2656289"/>
            <a:ext cx="1146600" cy="473760"/>
            <a:chOff x="9209085" y="2656289"/>
            <a:chExt cx="1146600" cy="47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273537-54D3-1AFF-1041-C526624D1BF3}"/>
                    </a:ext>
                  </a:extLst>
                </p14:cNvPr>
                <p14:cNvContentPartPr/>
                <p14:nvPr/>
              </p14:nvContentPartPr>
              <p14:xfrm>
                <a:off x="9209085" y="2742329"/>
                <a:ext cx="244080" cy="387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273537-54D3-1AFF-1041-C526624D1B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02965" y="2736209"/>
                  <a:ext cx="2563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37C9B44-9856-803E-56CA-EE8528F1AE3B}"/>
                    </a:ext>
                  </a:extLst>
                </p14:cNvPr>
                <p14:cNvContentPartPr/>
                <p14:nvPr/>
              </p14:nvContentPartPr>
              <p14:xfrm>
                <a:off x="9492045" y="2869769"/>
                <a:ext cx="299520" cy="23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37C9B44-9856-803E-56CA-EE8528F1AE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85925" y="2863649"/>
                  <a:ext cx="311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14E439-783A-60D4-3CE7-09D0989509D5}"/>
                    </a:ext>
                  </a:extLst>
                </p14:cNvPr>
                <p14:cNvContentPartPr/>
                <p14:nvPr/>
              </p14:nvContentPartPr>
              <p14:xfrm>
                <a:off x="9839805" y="2858249"/>
                <a:ext cx="212040" cy="177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14E439-783A-60D4-3CE7-09D0989509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33685" y="2852129"/>
                  <a:ext cx="224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CADF64-7498-06D7-EE04-858455886D0C}"/>
                    </a:ext>
                  </a:extLst>
                </p14:cNvPr>
                <p14:cNvContentPartPr/>
                <p14:nvPr/>
              </p14:nvContentPartPr>
              <p14:xfrm>
                <a:off x="10032765" y="2656289"/>
                <a:ext cx="11160" cy="350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CADF64-7498-06D7-EE04-858455886D0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26645" y="2650169"/>
                  <a:ext cx="23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3856C0-AAB6-B5AC-F902-A5153B05343E}"/>
                    </a:ext>
                  </a:extLst>
                </p14:cNvPr>
                <p14:cNvContentPartPr/>
                <p14:nvPr/>
              </p14:nvContentPartPr>
              <p14:xfrm>
                <a:off x="10033485" y="2806049"/>
                <a:ext cx="252000" cy="150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3856C0-AAB6-B5AC-F902-A5153B0534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27365" y="2799929"/>
                  <a:ext cx="264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80B305-219F-6143-A499-B7610890AA94}"/>
                    </a:ext>
                  </a:extLst>
                </p14:cNvPr>
                <p14:cNvContentPartPr/>
                <p14:nvPr/>
              </p14:nvContentPartPr>
              <p14:xfrm>
                <a:off x="10312845" y="2659169"/>
                <a:ext cx="42840" cy="359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80B305-219F-6143-A499-B7610890AA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06725" y="2653049"/>
                  <a:ext cx="5508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8310A9-B4D5-C729-D980-64542BBC70B1}"/>
              </a:ext>
            </a:extLst>
          </p:cNvPr>
          <p:cNvGrpSpPr/>
          <p:nvPr/>
        </p:nvGrpSpPr>
        <p:grpSpPr>
          <a:xfrm>
            <a:off x="9302325" y="3657089"/>
            <a:ext cx="1418760" cy="462600"/>
            <a:chOff x="9302325" y="3657089"/>
            <a:chExt cx="141876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768641-BB97-CD76-736A-CA0AA3E8BBAB}"/>
                    </a:ext>
                  </a:extLst>
                </p14:cNvPr>
                <p14:cNvContentPartPr/>
                <p14:nvPr/>
              </p14:nvContentPartPr>
              <p14:xfrm>
                <a:off x="9302325" y="3730169"/>
                <a:ext cx="249120" cy="389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768641-BB97-CD76-736A-CA0AA3E8BB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96205" y="3724049"/>
                  <a:ext cx="2613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B86182-B9A8-F789-A956-88487A4D6DFF}"/>
                    </a:ext>
                  </a:extLst>
                </p14:cNvPr>
                <p14:cNvContentPartPr/>
                <p14:nvPr/>
              </p14:nvContentPartPr>
              <p14:xfrm>
                <a:off x="9309165" y="3777689"/>
                <a:ext cx="555840" cy="281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B86182-B9A8-F789-A956-88487A4D6D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03045" y="3771569"/>
                  <a:ext cx="5680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4CF8DF-8C25-8939-3FB0-FD43DAD94E7D}"/>
                    </a:ext>
                  </a:extLst>
                </p14:cNvPr>
                <p14:cNvContentPartPr/>
                <p14:nvPr/>
              </p14:nvContentPartPr>
              <p14:xfrm>
                <a:off x="9935565" y="3836369"/>
                <a:ext cx="207720" cy="182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4CF8DF-8C25-8939-3FB0-FD43DAD94E7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29445" y="3830249"/>
                  <a:ext cx="219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410F234-076E-DC78-6140-948EF65EE418}"/>
                    </a:ext>
                  </a:extLst>
                </p14:cNvPr>
                <p14:cNvContentPartPr/>
                <p14:nvPr/>
              </p14:nvContentPartPr>
              <p14:xfrm>
                <a:off x="10111965" y="3657089"/>
                <a:ext cx="240480" cy="401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410F234-076E-DC78-6140-948EF65EE4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05845" y="3650969"/>
                  <a:ext cx="2527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B70642-D63F-15DF-0EE6-A5E3E5CD2828}"/>
                    </a:ext>
                  </a:extLst>
                </p14:cNvPr>
                <p14:cNvContentPartPr/>
                <p14:nvPr/>
              </p14:nvContentPartPr>
              <p14:xfrm>
                <a:off x="10355325" y="3682289"/>
                <a:ext cx="365760" cy="30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B70642-D63F-15DF-0EE6-A5E3E5CD282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49205" y="3676169"/>
                  <a:ext cx="378000" cy="31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4245374-8CFD-2AB7-6495-636D0C5C007D}"/>
                  </a:ext>
                </a:extLst>
              </p14:cNvPr>
              <p14:cNvContentPartPr/>
              <p14:nvPr/>
            </p14:nvContentPartPr>
            <p14:xfrm>
              <a:off x="710925" y="4127609"/>
              <a:ext cx="766440" cy="11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4245374-8CFD-2AB7-6495-636D0C5C007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4805" y="4121489"/>
                <a:ext cx="778680" cy="12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793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746A-16E7-BA1F-124D-FD1CCED3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FB6E0-CD2F-E0E7-DC7B-23BA9B9C0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Canvas (quiz and final project submission) </a:t>
            </a:r>
          </a:p>
          <a:p>
            <a:r>
              <a:rPr lang="en-US" dirty="0"/>
              <a:t>Dataset: </a:t>
            </a:r>
            <a:r>
              <a:rPr lang="en-US" dirty="0">
                <a:hlinkClick r:id="rId2"/>
              </a:rPr>
              <a:t>https://www.kaggle.com/datasets/piyalong/dataset-for-icpe-639</a:t>
            </a:r>
            <a:r>
              <a:rPr lang="en-US" dirty="0"/>
              <a:t> </a:t>
            </a:r>
          </a:p>
          <a:p>
            <a:r>
              <a:rPr lang="en-US" dirty="0"/>
              <a:t>Code: </a:t>
            </a:r>
            <a:r>
              <a:rPr lang="en-US" dirty="0">
                <a:hlinkClick r:id="rId3"/>
              </a:rPr>
              <a:t>https://github.com/TAMIDSpiyalong/Advanced-Concepts-in-Machine-Learning-for-Energy</a:t>
            </a:r>
            <a:r>
              <a:rPr lang="en-US" dirty="0"/>
              <a:t> </a:t>
            </a:r>
          </a:p>
          <a:p>
            <a:r>
              <a:rPr lang="en-US" dirty="0"/>
              <a:t>Howdy (syllabus and grade)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D7B2D2-094C-AECC-03AA-130C5BEE6939}"/>
                  </a:ext>
                </a:extLst>
              </p14:cNvPr>
              <p14:cNvContentPartPr/>
              <p14:nvPr/>
            </p14:nvContentPartPr>
            <p14:xfrm>
              <a:off x="6214245" y="3765449"/>
              <a:ext cx="185400" cy="226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D7B2D2-094C-AECC-03AA-130C5BEE69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08125" y="3759329"/>
                <a:ext cx="1976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A3A303-B5A4-79AE-60D2-FAE78536BE6A}"/>
                  </a:ext>
                </a:extLst>
              </p14:cNvPr>
              <p14:cNvContentPartPr/>
              <p14:nvPr/>
            </p14:nvContentPartPr>
            <p14:xfrm>
              <a:off x="1915125" y="2673929"/>
              <a:ext cx="831240" cy="613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A3A303-B5A4-79AE-60D2-FAE78536BE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09005" y="2667809"/>
                <a:ext cx="843480" cy="62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7BA133B3-3C55-BDD5-AE91-3EE95FDB7480}"/>
              </a:ext>
            </a:extLst>
          </p:cNvPr>
          <p:cNvGrpSpPr/>
          <p:nvPr/>
        </p:nvGrpSpPr>
        <p:grpSpPr>
          <a:xfrm>
            <a:off x="3208605" y="2759969"/>
            <a:ext cx="624960" cy="426600"/>
            <a:chOff x="3208605" y="2759969"/>
            <a:chExt cx="62496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7975EE6-F6BB-CC07-37D5-A6E5D4F802F2}"/>
                    </a:ext>
                  </a:extLst>
                </p14:cNvPr>
                <p14:cNvContentPartPr/>
                <p14:nvPr/>
              </p14:nvContentPartPr>
              <p14:xfrm>
                <a:off x="3208605" y="2759969"/>
                <a:ext cx="154800" cy="426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7975EE6-F6BB-CC07-37D5-A6E5D4F802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2485" y="2753849"/>
                  <a:ext cx="1670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2C324A-F672-4BD4-3D7F-6DE85348B49A}"/>
                    </a:ext>
                  </a:extLst>
                </p14:cNvPr>
                <p14:cNvContentPartPr/>
                <p14:nvPr/>
              </p14:nvContentPartPr>
              <p14:xfrm>
                <a:off x="3391125" y="2821529"/>
                <a:ext cx="244800" cy="222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2C324A-F672-4BD4-3D7F-6DE85348B4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85005" y="2815409"/>
                  <a:ext cx="2570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5C0694-0AA0-020A-60A8-F2A1C545DD53}"/>
                    </a:ext>
                  </a:extLst>
                </p14:cNvPr>
                <p14:cNvContentPartPr/>
                <p14:nvPr/>
              </p14:nvContentPartPr>
              <p14:xfrm>
                <a:off x="3503805" y="2866529"/>
                <a:ext cx="60480" cy="303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5C0694-0AA0-020A-60A8-F2A1C545DD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97685" y="2860409"/>
                  <a:ext cx="727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39ACB4-68A4-D317-97FE-BD532C8B42DE}"/>
                    </a:ext>
                  </a:extLst>
                </p14:cNvPr>
                <p14:cNvContentPartPr/>
                <p14:nvPr/>
              </p14:nvContentPartPr>
              <p14:xfrm>
                <a:off x="3642405" y="2914409"/>
                <a:ext cx="19116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39ACB4-68A4-D317-97FE-BD532C8B42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36285" y="2908289"/>
                  <a:ext cx="20340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09D3C1-04EB-8FAF-7598-31217994BFB4}"/>
                  </a:ext>
                </a:extLst>
              </p14:cNvPr>
              <p14:cNvContentPartPr/>
              <p14:nvPr/>
            </p14:nvContentPartPr>
            <p14:xfrm>
              <a:off x="1984605" y="3089729"/>
              <a:ext cx="576000" cy="82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09D3C1-04EB-8FAF-7598-31217994BFB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78485" y="3083609"/>
                <a:ext cx="5882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1357E6E-E92A-3002-F407-F408341B413A}"/>
                  </a:ext>
                </a:extLst>
              </p14:cNvPr>
              <p14:cNvContentPartPr/>
              <p14:nvPr/>
            </p14:nvContentPartPr>
            <p14:xfrm>
              <a:off x="2152365" y="3152369"/>
              <a:ext cx="257760" cy="39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1357E6E-E92A-3002-F407-F408341B41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46245" y="3146249"/>
                <a:ext cx="2700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7130BD5-F0C5-3BAC-EDD6-5F345E9CC8B5}"/>
                  </a:ext>
                </a:extLst>
              </p14:cNvPr>
              <p14:cNvContentPartPr/>
              <p14:nvPr/>
            </p14:nvContentPartPr>
            <p14:xfrm>
              <a:off x="1225725" y="4471409"/>
              <a:ext cx="4196880" cy="210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7130BD5-F0C5-3BAC-EDD6-5F345E9CC8B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19605" y="4465289"/>
                <a:ext cx="420912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51816F7-B2B4-AAFD-EA95-48D2D95AF8F9}"/>
              </a:ext>
            </a:extLst>
          </p:cNvPr>
          <p:cNvGrpSpPr/>
          <p:nvPr/>
        </p:nvGrpSpPr>
        <p:grpSpPr>
          <a:xfrm>
            <a:off x="2448645" y="1681409"/>
            <a:ext cx="3263400" cy="695160"/>
            <a:chOff x="2448645" y="1681409"/>
            <a:chExt cx="3263400" cy="69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0848B3C-D801-33FD-B5C0-0E439CF964F5}"/>
                    </a:ext>
                  </a:extLst>
                </p14:cNvPr>
                <p14:cNvContentPartPr/>
                <p14:nvPr/>
              </p14:nvContentPartPr>
              <p14:xfrm>
                <a:off x="2516685" y="2274329"/>
                <a:ext cx="698040" cy="65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0848B3C-D801-33FD-B5C0-0E439CF964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10565" y="2268209"/>
                  <a:ext cx="710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B45DF9-87A1-2286-D265-E954E4E93CF7}"/>
                    </a:ext>
                  </a:extLst>
                </p14:cNvPr>
                <p14:cNvContentPartPr/>
                <p14:nvPr/>
              </p14:nvContentPartPr>
              <p14:xfrm>
                <a:off x="4015005" y="2297369"/>
                <a:ext cx="1697040" cy="79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B45DF9-87A1-2286-D265-E954E4E93C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08885" y="2291249"/>
                  <a:ext cx="1709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8CD41F-B659-E47F-5AB0-C6B8CFDB8073}"/>
                    </a:ext>
                  </a:extLst>
                </p14:cNvPr>
                <p14:cNvContentPartPr/>
                <p14:nvPr/>
              </p14:nvContentPartPr>
              <p14:xfrm>
                <a:off x="2448645" y="1681409"/>
                <a:ext cx="859320" cy="678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8CD41F-B659-E47F-5AB0-C6B8CFDB80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2525" y="1675289"/>
                  <a:ext cx="871560" cy="69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7075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4" name="Google Shape;734;p15"/>
          <p:cNvGraphicFramePr/>
          <p:nvPr>
            <p:extLst>
              <p:ext uri="{D42A27DB-BD31-4B8C-83A1-F6EECF244321}">
                <p14:modId xmlns:p14="http://schemas.microsoft.com/office/powerpoint/2010/main" val="2545274032"/>
              </p:ext>
            </p:extLst>
          </p:nvPr>
        </p:nvGraphicFramePr>
        <p:xfrm>
          <a:off x="268453" y="1098193"/>
          <a:ext cx="11569325" cy="49318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01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6375">
                <a:tc>
                  <a:txBody>
                    <a:bodyPr/>
                    <a:lstStyle/>
                    <a:p>
                      <a:pPr marL="82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TensorFlow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375">
                <a:tc>
                  <a:txBody>
                    <a:bodyPr/>
                    <a:lstStyle/>
                    <a:p>
                      <a:pPr marL="82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Theano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2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University of Montréal, 2009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375">
                <a:tc>
                  <a:txBody>
                    <a:bodyPr/>
                    <a:lstStyle/>
                    <a:p>
                      <a:pPr marL="82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Keras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François Chollet, 2015 (now at Google)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6375">
                <a:tc>
                  <a:txBody>
                    <a:bodyPr/>
                    <a:lstStyle/>
                    <a:p>
                      <a:pPr marL="82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Torch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Facebook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6375">
                <a:tc>
                  <a:txBody>
                    <a:bodyPr/>
                    <a:lstStyle/>
                    <a:p>
                      <a:pPr marL="889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Caffe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Berkeley Vision and Learning Center (BVLC), 2013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68EC90-5B26-DFE8-F2CD-3E333D424C13}"/>
                  </a:ext>
                </a:extLst>
              </p14:cNvPr>
              <p14:cNvContentPartPr/>
              <p14:nvPr/>
            </p14:nvContentPartPr>
            <p14:xfrm>
              <a:off x="780405" y="1625969"/>
              <a:ext cx="1829160" cy="6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68EC90-5B26-DFE8-F2CD-3E333D424C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285" y="1619849"/>
                <a:ext cx="18414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B4F7B1-30A0-B10D-4C68-F8B1EA04A6D9}"/>
                  </a:ext>
                </a:extLst>
              </p14:cNvPr>
              <p14:cNvContentPartPr/>
              <p14:nvPr/>
            </p14:nvContentPartPr>
            <p14:xfrm>
              <a:off x="1178565" y="4506329"/>
              <a:ext cx="970920" cy="160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B4F7B1-30A0-B10D-4C68-F8B1EA04A6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2445" y="4500209"/>
                <a:ext cx="98316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26E5EA7D-1760-35AD-54C4-9C2B28545EF0}"/>
              </a:ext>
            </a:extLst>
          </p:cNvPr>
          <p:cNvGrpSpPr/>
          <p:nvPr/>
        </p:nvGrpSpPr>
        <p:grpSpPr>
          <a:xfrm>
            <a:off x="2261805" y="5224169"/>
            <a:ext cx="718200" cy="510120"/>
            <a:chOff x="2261805" y="5224169"/>
            <a:chExt cx="718200" cy="51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D429CB-98E4-4744-83F0-42011FF659FB}"/>
                    </a:ext>
                  </a:extLst>
                </p14:cNvPr>
                <p14:cNvContentPartPr/>
                <p14:nvPr/>
              </p14:nvContentPartPr>
              <p14:xfrm>
                <a:off x="2261805" y="5370329"/>
                <a:ext cx="297000" cy="363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D429CB-98E4-4744-83F0-42011FF659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55685" y="5364209"/>
                  <a:ext cx="3092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A62C38-8CB2-0A27-1368-541BF788AFD6}"/>
                    </a:ext>
                  </a:extLst>
                </p14:cNvPr>
                <p14:cNvContentPartPr/>
                <p14:nvPr/>
              </p14:nvContentPartPr>
              <p14:xfrm>
                <a:off x="2570325" y="5243249"/>
                <a:ext cx="165600" cy="17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A62C38-8CB2-0A27-1368-541BF788AF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64205" y="5237129"/>
                  <a:ext cx="177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E62AFE-C457-B5F4-32BC-EA9198DEBDE2}"/>
                    </a:ext>
                  </a:extLst>
                </p14:cNvPr>
                <p14:cNvContentPartPr/>
                <p14:nvPr/>
              </p14:nvContentPartPr>
              <p14:xfrm>
                <a:off x="2790285" y="5336489"/>
                <a:ext cx="189720" cy="15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E62AFE-C457-B5F4-32BC-EA9198DEBD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84165" y="5330369"/>
                  <a:ext cx="20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B5A6FD-E1D5-C4D5-4530-A91F642B735E}"/>
                    </a:ext>
                  </a:extLst>
                </p14:cNvPr>
                <p14:cNvContentPartPr/>
                <p14:nvPr/>
              </p14:nvContentPartPr>
              <p14:xfrm>
                <a:off x="2913405" y="5224169"/>
                <a:ext cx="17280" cy="29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B5A6FD-E1D5-C4D5-4530-A91F642B735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07285" y="5218049"/>
                  <a:ext cx="2952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F24A70-D225-3851-0F0F-F75FC80B224F}"/>
              </a:ext>
            </a:extLst>
          </p:cNvPr>
          <p:cNvGrpSpPr/>
          <p:nvPr/>
        </p:nvGrpSpPr>
        <p:grpSpPr>
          <a:xfrm>
            <a:off x="2419125" y="2179649"/>
            <a:ext cx="686520" cy="521640"/>
            <a:chOff x="2419125" y="2179649"/>
            <a:chExt cx="68652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7DC35C-51A5-48D5-D492-697A29C98593}"/>
                    </a:ext>
                  </a:extLst>
                </p14:cNvPr>
                <p14:cNvContentPartPr/>
                <p14:nvPr/>
              </p14:nvContentPartPr>
              <p14:xfrm>
                <a:off x="2419125" y="2335529"/>
                <a:ext cx="276120" cy="365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7DC35C-51A5-48D5-D492-697A29C985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13005" y="2329409"/>
                  <a:ext cx="2883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E908D6-507B-2BE5-FC7F-D5A60C73E548}"/>
                    </a:ext>
                  </a:extLst>
                </p14:cNvPr>
                <p14:cNvContentPartPr/>
                <p14:nvPr/>
              </p14:nvContentPartPr>
              <p14:xfrm>
                <a:off x="2711085" y="2278649"/>
                <a:ext cx="16092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E908D6-507B-2BE5-FC7F-D5A60C73E54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04965" y="2272529"/>
                  <a:ext cx="173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5CCB94-5CF0-3A5B-D94A-06A949B1DB31}"/>
                    </a:ext>
                  </a:extLst>
                </p14:cNvPr>
                <p14:cNvContentPartPr/>
                <p14:nvPr/>
              </p14:nvContentPartPr>
              <p14:xfrm>
                <a:off x="2775885" y="2207729"/>
                <a:ext cx="42120" cy="252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5CCB94-5CF0-3A5B-D94A-06A949B1DB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69765" y="2201609"/>
                  <a:ext cx="54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68CE9DF-2145-81EE-20E2-65C950B38121}"/>
                    </a:ext>
                  </a:extLst>
                </p14:cNvPr>
                <p14:cNvContentPartPr/>
                <p14:nvPr/>
              </p14:nvContentPartPr>
              <p14:xfrm>
                <a:off x="2931765" y="2311409"/>
                <a:ext cx="173880" cy="8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68CE9DF-2145-81EE-20E2-65C950B3812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25645" y="2305289"/>
                  <a:ext cx="186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5B0AFA-369B-5784-1C17-F72E193C4F61}"/>
                    </a:ext>
                  </a:extLst>
                </p14:cNvPr>
                <p14:cNvContentPartPr/>
                <p14:nvPr/>
              </p14:nvContentPartPr>
              <p14:xfrm>
                <a:off x="3038685" y="2179649"/>
                <a:ext cx="21600" cy="321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5B0AFA-369B-5784-1C17-F72E193C4F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32565" y="2173529"/>
                  <a:ext cx="3384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98A2205-94B0-B909-6218-B85746265252}"/>
              </a:ext>
            </a:extLst>
          </p:cNvPr>
          <p:cNvGrpSpPr/>
          <p:nvPr/>
        </p:nvGrpSpPr>
        <p:grpSpPr>
          <a:xfrm>
            <a:off x="2564565" y="3771929"/>
            <a:ext cx="4135320" cy="952560"/>
            <a:chOff x="2564565" y="3771929"/>
            <a:chExt cx="4135320" cy="95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09A7D31-DC7E-79D1-A964-2D192BB62A8A}"/>
                    </a:ext>
                  </a:extLst>
                </p14:cNvPr>
                <p14:cNvContentPartPr/>
                <p14:nvPr/>
              </p14:nvContentPartPr>
              <p14:xfrm>
                <a:off x="3765885" y="4358009"/>
                <a:ext cx="2934000" cy="116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09A7D31-DC7E-79D1-A964-2D192BB62A8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59765" y="4351889"/>
                  <a:ext cx="2946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F38066-F01B-FC8A-61AA-189F5323E093}"/>
                    </a:ext>
                  </a:extLst>
                </p14:cNvPr>
                <p14:cNvContentPartPr/>
                <p14:nvPr/>
              </p14:nvContentPartPr>
              <p14:xfrm>
                <a:off x="3615405" y="4276649"/>
                <a:ext cx="286920" cy="242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F38066-F01B-FC8A-61AA-189F5323E09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609285" y="4270529"/>
                  <a:ext cx="299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333E88-5563-A076-5735-65C184E46B88}"/>
                    </a:ext>
                  </a:extLst>
                </p14:cNvPr>
                <p14:cNvContentPartPr/>
                <p14:nvPr/>
              </p14:nvContentPartPr>
              <p14:xfrm>
                <a:off x="2631885" y="4164329"/>
                <a:ext cx="67320" cy="556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333E88-5563-A076-5735-65C184E46B8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25765" y="4158209"/>
                  <a:ext cx="795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F3A5A5-5FB0-C23E-B403-3F62AE2447D5}"/>
                    </a:ext>
                  </a:extLst>
                </p14:cNvPr>
                <p14:cNvContentPartPr/>
                <p14:nvPr/>
              </p14:nvContentPartPr>
              <p14:xfrm>
                <a:off x="2564565" y="4187369"/>
                <a:ext cx="238680" cy="21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F3A5A5-5FB0-C23E-B403-3F62AE2447D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58445" y="4181249"/>
                  <a:ext cx="250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6E413A-D277-C64E-4751-8EBB81070F9E}"/>
                    </a:ext>
                  </a:extLst>
                </p14:cNvPr>
                <p14:cNvContentPartPr/>
                <p14:nvPr/>
              </p14:nvContentPartPr>
              <p14:xfrm>
                <a:off x="2872005" y="4108529"/>
                <a:ext cx="210600" cy="615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6E413A-D277-C64E-4751-8EBB81070F9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65885" y="4102409"/>
                  <a:ext cx="22284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BCEBE7-E503-A5FA-1E94-89617AC67A31}"/>
                    </a:ext>
                  </a:extLst>
                </p14:cNvPr>
                <p14:cNvContentPartPr/>
                <p14:nvPr/>
              </p14:nvContentPartPr>
              <p14:xfrm>
                <a:off x="3205005" y="3906569"/>
                <a:ext cx="128520" cy="439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BCEBE7-E503-A5FA-1E94-89617AC67A3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98885" y="3900449"/>
                  <a:ext cx="1407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D56207-633F-F2E8-1B45-EC8261D1E5C0}"/>
                    </a:ext>
                  </a:extLst>
                </p14:cNvPr>
                <p14:cNvContentPartPr/>
                <p14:nvPr/>
              </p14:nvContentPartPr>
              <p14:xfrm>
                <a:off x="3142725" y="4023929"/>
                <a:ext cx="295200" cy="68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D56207-633F-F2E8-1B45-EC8261D1E5C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36605" y="4017809"/>
                  <a:ext cx="307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B4874E-9786-09A2-5722-7B9B30366E85}"/>
                    </a:ext>
                  </a:extLst>
                </p14:cNvPr>
                <p14:cNvContentPartPr/>
                <p14:nvPr/>
              </p14:nvContentPartPr>
              <p14:xfrm>
                <a:off x="3441165" y="3771929"/>
                <a:ext cx="223560" cy="430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B4874E-9786-09A2-5722-7B9B30366E8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35045" y="3765809"/>
                  <a:ext cx="2358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4134D0-95EF-8DC1-A24B-D2258C23913A}"/>
                    </a:ext>
                  </a:extLst>
                </p14:cNvPr>
                <p14:cNvContentPartPr/>
                <p14:nvPr/>
              </p14:nvContentPartPr>
              <p14:xfrm>
                <a:off x="3635205" y="3950129"/>
                <a:ext cx="337680" cy="279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F4134D0-95EF-8DC1-A24B-D2258C23913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29085" y="3944009"/>
                  <a:ext cx="349920" cy="29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4C463FF-CAAF-7962-AD80-702F336F216B}"/>
                  </a:ext>
                </a:extLst>
              </p14:cNvPr>
              <p14:cNvContentPartPr/>
              <p14:nvPr/>
            </p14:nvContentPartPr>
            <p14:xfrm>
              <a:off x="1358205" y="3113849"/>
              <a:ext cx="1041120" cy="569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4C463FF-CAAF-7962-AD80-702F336F216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52085" y="3107729"/>
                <a:ext cx="1053360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9CA32C4-D44F-940C-624E-38A1DDACCD59}"/>
                  </a:ext>
                </a:extLst>
              </p14:cNvPr>
              <p14:cNvContentPartPr/>
              <p14:nvPr/>
            </p14:nvContentPartPr>
            <p14:xfrm>
              <a:off x="4769925" y="3486089"/>
              <a:ext cx="2435400" cy="228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9CA32C4-D44F-940C-624E-38A1DDACCD5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763805" y="3479969"/>
                <a:ext cx="24476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FE79A8D-BCFC-B07F-6180-7E3EC27B9640}"/>
                  </a:ext>
                </a:extLst>
              </p14:cNvPr>
              <p14:cNvContentPartPr/>
              <p14:nvPr/>
            </p14:nvContentPartPr>
            <p14:xfrm>
              <a:off x="2939685" y="1710209"/>
              <a:ext cx="561600" cy="134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FE79A8D-BCFC-B07F-6180-7E3EC27B964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933565" y="1704089"/>
                <a:ext cx="5738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5" name="Group 704">
            <a:extLst>
              <a:ext uri="{FF2B5EF4-FFF2-40B4-BE49-F238E27FC236}">
                <a16:creationId xmlns:a16="http://schemas.microsoft.com/office/drawing/2014/main" id="{8E05F949-1889-DA28-9A43-670475C83EAA}"/>
              </a:ext>
            </a:extLst>
          </p:cNvPr>
          <p:cNvGrpSpPr/>
          <p:nvPr/>
        </p:nvGrpSpPr>
        <p:grpSpPr>
          <a:xfrm>
            <a:off x="1666725" y="3608129"/>
            <a:ext cx="646560" cy="304200"/>
            <a:chOff x="1666725" y="3608129"/>
            <a:chExt cx="64656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0CE324A-32E5-839D-4F91-4F561AACD777}"/>
                    </a:ext>
                  </a:extLst>
                </p14:cNvPr>
                <p14:cNvContentPartPr/>
                <p14:nvPr/>
              </p14:nvContentPartPr>
              <p14:xfrm>
                <a:off x="1666725" y="3702089"/>
                <a:ext cx="232920" cy="21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0CE324A-32E5-839D-4F91-4F561AACD77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60605" y="3695969"/>
                  <a:ext cx="245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3C04B28-2855-97E2-1D1D-620C69BC3AFA}"/>
                    </a:ext>
                  </a:extLst>
                </p14:cNvPr>
                <p14:cNvContentPartPr/>
                <p14:nvPr/>
              </p14:nvContentPartPr>
              <p14:xfrm>
                <a:off x="1993965" y="3825209"/>
                <a:ext cx="80280" cy="48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3C04B28-2855-97E2-1D1D-620C69BC3AF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987845" y="3819089"/>
                  <a:ext cx="92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45050859-A92A-C87F-2056-504CC918EB9C}"/>
                    </a:ext>
                  </a:extLst>
                </p14:cNvPr>
                <p14:cNvContentPartPr/>
                <p14:nvPr/>
              </p14:nvContentPartPr>
              <p14:xfrm>
                <a:off x="2153445" y="3608129"/>
                <a:ext cx="159840" cy="23148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45050859-A92A-C87F-2056-504CC918EB9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147325" y="3602009"/>
                  <a:ext cx="17208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8" name="Group 707">
            <a:extLst>
              <a:ext uri="{FF2B5EF4-FFF2-40B4-BE49-F238E27FC236}">
                <a16:creationId xmlns:a16="http://schemas.microsoft.com/office/drawing/2014/main" id="{231330A8-D2DF-8EB4-3935-33A31CBC6C40}"/>
              </a:ext>
            </a:extLst>
          </p:cNvPr>
          <p:cNvGrpSpPr/>
          <p:nvPr/>
        </p:nvGrpSpPr>
        <p:grpSpPr>
          <a:xfrm>
            <a:off x="-257835" y="1140689"/>
            <a:ext cx="1734120" cy="2851920"/>
            <a:chOff x="-257835" y="1140689"/>
            <a:chExt cx="1734120" cy="28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A5F8EC-13DF-2CDA-87F2-50CA34A9D73B}"/>
                    </a:ext>
                  </a:extLst>
                </p14:cNvPr>
                <p14:cNvContentPartPr/>
                <p14:nvPr/>
              </p14:nvContentPartPr>
              <p14:xfrm>
                <a:off x="645" y="1512569"/>
                <a:ext cx="1463400" cy="2022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A5F8EC-13DF-2CDA-87F2-50CA34A9D73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-5475" y="1506449"/>
                  <a:ext cx="1475640" cy="20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7411BD-7FC4-CA2D-7025-589426DCCF49}"/>
                    </a:ext>
                  </a:extLst>
                </p14:cNvPr>
                <p14:cNvContentPartPr/>
                <p14:nvPr/>
              </p14:nvContentPartPr>
              <p14:xfrm>
                <a:off x="546045" y="1457129"/>
                <a:ext cx="209880" cy="144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7411BD-7FC4-CA2D-7025-589426DCCF4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39925" y="1451009"/>
                  <a:ext cx="222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F49894D-526E-89E1-0C25-A80B1558693F}"/>
                    </a:ext>
                  </a:extLst>
                </p14:cNvPr>
                <p14:cNvContentPartPr/>
                <p14:nvPr/>
              </p14:nvContentPartPr>
              <p14:xfrm>
                <a:off x="-257835" y="1140689"/>
                <a:ext cx="1365480" cy="2814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F49894D-526E-89E1-0C25-A80B1558693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-263955" y="1134569"/>
                  <a:ext cx="1377720" cy="28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7D68AF7-35DD-8942-98FD-D7908AAAEA70}"/>
                    </a:ext>
                  </a:extLst>
                </p14:cNvPr>
                <p14:cNvContentPartPr/>
                <p14:nvPr/>
              </p14:nvContentPartPr>
              <p14:xfrm>
                <a:off x="1007925" y="3699209"/>
                <a:ext cx="242640" cy="293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7D68AF7-35DD-8942-98FD-D7908AAAEA7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1805" y="3693089"/>
                  <a:ext cx="2548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7720C407-F18A-3E37-4158-619765CA7298}"/>
                    </a:ext>
                  </a:extLst>
                </p14:cNvPr>
                <p14:cNvContentPartPr/>
                <p14:nvPr/>
              </p14:nvContentPartPr>
              <p14:xfrm>
                <a:off x="1378725" y="3435689"/>
                <a:ext cx="97560" cy="10008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7720C407-F18A-3E37-4158-619765CA729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72605" y="3429569"/>
                  <a:ext cx="109800" cy="11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07" name="Ink 706">
                <a:extLst>
                  <a:ext uri="{FF2B5EF4-FFF2-40B4-BE49-F238E27FC236}">
                    <a16:creationId xmlns:a16="http://schemas.microsoft.com/office/drawing/2014/main" id="{A8B4DAFB-5FDA-9184-F7D1-B8A2FBFAA42B}"/>
                  </a:ext>
                </a:extLst>
              </p14:cNvPr>
              <p14:cNvContentPartPr/>
              <p14:nvPr/>
            </p14:nvContentPartPr>
            <p14:xfrm>
              <a:off x="2304645" y="3433889"/>
              <a:ext cx="32040" cy="54360"/>
            </p14:xfrm>
          </p:contentPart>
        </mc:Choice>
        <mc:Fallback xmlns="">
          <p:pic>
            <p:nvPicPr>
              <p:cNvPr id="707" name="Ink 706">
                <a:extLst>
                  <a:ext uri="{FF2B5EF4-FFF2-40B4-BE49-F238E27FC236}">
                    <a16:creationId xmlns:a16="http://schemas.microsoft.com/office/drawing/2014/main" id="{A8B4DAFB-5FDA-9184-F7D1-B8A2FBFAA42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298525" y="3427769"/>
                <a:ext cx="4428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2" name="Group 711">
            <a:extLst>
              <a:ext uri="{FF2B5EF4-FFF2-40B4-BE49-F238E27FC236}">
                <a16:creationId xmlns:a16="http://schemas.microsoft.com/office/drawing/2014/main" id="{C1937321-B78D-7BA0-CE92-6130212B9386}"/>
              </a:ext>
            </a:extLst>
          </p:cNvPr>
          <p:cNvGrpSpPr/>
          <p:nvPr/>
        </p:nvGrpSpPr>
        <p:grpSpPr>
          <a:xfrm>
            <a:off x="2587245" y="528329"/>
            <a:ext cx="4158000" cy="1162080"/>
            <a:chOff x="2587245" y="528329"/>
            <a:chExt cx="4158000" cy="11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B652F5-F278-E367-E98F-ECAC03B6A0C7}"/>
                    </a:ext>
                  </a:extLst>
                </p14:cNvPr>
                <p14:cNvContentPartPr/>
                <p14:nvPr/>
              </p14:nvContentPartPr>
              <p14:xfrm>
                <a:off x="3682725" y="1453529"/>
                <a:ext cx="3062520" cy="61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B652F5-F278-E367-E98F-ECAC03B6A0C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76605" y="1447409"/>
                  <a:ext cx="30747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C5E82D-7714-30A8-7F37-C89BDA3769A6}"/>
                    </a:ext>
                  </a:extLst>
                </p14:cNvPr>
                <p14:cNvContentPartPr/>
                <p14:nvPr/>
              </p14:nvContentPartPr>
              <p14:xfrm>
                <a:off x="3560325" y="1304849"/>
                <a:ext cx="257760" cy="313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C5E82D-7714-30A8-7F37-C89BDA3769A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54205" y="1298729"/>
                  <a:ext cx="2700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52A605F-88A4-6FF7-7078-CCB64DD81081}"/>
                    </a:ext>
                  </a:extLst>
                </p14:cNvPr>
                <p14:cNvContentPartPr/>
                <p14:nvPr/>
              </p14:nvContentPartPr>
              <p14:xfrm>
                <a:off x="2784525" y="803369"/>
                <a:ext cx="45720" cy="564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52A605F-88A4-6FF7-7078-CCB64DD8108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78405" y="797249"/>
                  <a:ext cx="5796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F5F98F-569A-5C75-2EA9-156098A14B32}"/>
                    </a:ext>
                  </a:extLst>
                </p14:cNvPr>
                <p14:cNvContentPartPr/>
                <p14:nvPr/>
              </p14:nvContentPartPr>
              <p14:xfrm>
                <a:off x="2705685" y="842609"/>
                <a:ext cx="277200" cy="257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F5F98F-569A-5C75-2EA9-156098A14B3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699565" y="836489"/>
                  <a:ext cx="2894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B3FB66-B765-2500-9BDE-C58B0400D6EF}"/>
                    </a:ext>
                  </a:extLst>
                </p14:cNvPr>
                <p14:cNvContentPartPr/>
                <p14:nvPr/>
              </p14:nvContentPartPr>
              <p14:xfrm>
                <a:off x="3010605" y="819209"/>
                <a:ext cx="212040" cy="500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B3FB66-B765-2500-9BDE-C58B0400D6E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004485" y="813089"/>
                  <a:ext cx="22428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263F91-672E-B769-1C96-1D6AF4390414}"/>
                    </a:ext>
                  </a:extLst>
                </p14:cNvPr>
                <p14:cNvContentPartPr/>
                <p14:nvPr/>
              </p14:nvContentPartPr>
              <p14:xfrm>
                <a:off x="3411285" y="693569"/>
                <a:ext cx="38160" cy="347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263F91-672E-B769-1C96-1D6AF439041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405165" y="687449"/>
                  <a:ext cx="504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EF85C5-4F60-002B-5416-4A434D802F9A}"/>
                    </a:ext>
                  </a:extLst>
                </p14:cNvPr>
                <p14:cNvContentPartPr/>
                <p14:nvPr/>
              </p14:nvContentPartPr>
              <p14:xfrm>
                <a:off x="3304005" y="800129"/>
                <a:ext cx="250920" cy="1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EF85C5-4F60-002B-5416-4A434D802F9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97885" y="794009"/>
                  <a:ext cx="263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C28FB2-CDCC-B5E1-58EA-F98BFCFE7158}"/>
                    </a:ext>
                  </a:extLst>
                </p14:cNvPr>
                <p14:cNvContentPartPr/>
                <p14:nvPr/>
              </p14:nvContentPartPr>
              <p14:xfrm>
                <a:off x="3632325" y="528329"/>
                <a:ext cx="356400" cy="480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C28FB2-CDCC-B5E1-58EA-F98BFCFE715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626205" y="522209"/>
                  <a:ext cx="3686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310132E-EA20-49EA-4DF4-F54C4F959867}"/>
                    </a:ext>
                  </a:extLst>
                </p14:cNvPr>
                <p14:cNvContentPartPr/>
                <p14:nvPr/>
              </p14:nvContentPartPr>
              <p14:xfrm>
                <a:off x="4032645" y="796169"/>
                <a:ext cx="214200" cy="198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310132E-EA20-49EA-4DF4-F54C4F95986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026525" y="790049"/>
                  <a:ext cx="226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697D655-30D6-34D6-20ED-FD528991427C}"/>
                    </a:ext>
                  </a:extLst>
                </p14:cNvPr>
                <p14:cNvContentPartPr/>
                <p14:nvPr/>
              </p14:nvContentPartPr>
              <p14:xfrm>
                <a:off x="2897205" y="1537769"/>
                <a:ext cx="40320" cy="152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97D655-30D6-34D6-20ED-FD528991427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891085" y="1531649"/>
                  <a:ext cx="52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9C749C9-1BDE-6C96-6B8D-372E363A713E}"/>
                    </a:ext>
                  </a:extLst>
                </p14:cNvPr>
                <p14:cNvContentPartPr/>
                <p14:nvPr/>
              </p14:nvContentPartPr>
              <p14:xfrm>
                <a:off x="3024645" y="1618769"/>
                <a:ext cx="45720" cy="48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9C749C9-1BDE-6C96-6B8D-372E363A713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018525" y="1612649"/>
                  <a:ext cx="57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3818E62-607C-677E-A2C9-7B8CBBC1563D}"/>
                    </a:ext>
                  </a:extLst>
                </p14:cNvPr>
                <p14:cNvContentPartPr/>
                <p14:nvPr/>
              </p14:nvContentPartPr>
              <p14:xfrm>
                <a:off x="3167565" y="1478369"/>
                <a:ext cx="169920" cy="191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3818E62-607C-677E-A2C9-7B8CBBC1563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161445" y="1472249"/>
                  <a:ext cx="182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2D41CC35-8B97-8173-3B48-CCF35D17FD7D}"/>
                    </a:ext>
                  </a:extLst>
                </p14:cNvPr>
                <p14:cNvContentPartPr/>
                <p14:nvPr/>
              </p14:nvContentPartPr>
              <p14:xfrm>
                <a:off x="2694165" y="1652609"/>
                <a:ext cx="360" cy="36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2D41CC35-8B97-8173-3B48-CCF35D17FD7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88045" y="16464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BC410239-2A98-7C05-EB3D-74000405AF50}"/>
                    </a:ext>
                  </a:extLst>
                </p14:cNvPr>
                <p14:cNvContentPartPr/>
                <p14:nvPr/>
              </p14:nvContentPartPr>
              <p14:xfrm>
                <a:off x="2587245" y="1596449"/>
                <a:ext cx="48240" cy="900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BC410239-2A98-7C05-EB3D-74000405AF5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581125" y="1590329"/>
                  <a:ext cx="60480" cy="21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7E9E-5FB5-120C-3E3A-1E0AA122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quizzes and one 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8FA2E-D63B-3D50-91CC-AD9498FD4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In-class quiz (10 points each)</a:t>
            </a:r>
          </a:p>
          <a:p>
            <a:pPr lvl="1"/>
            <a:r>
              <a:rPr lang="en-US" dirty="0"/>
              <a:t>Some calculation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quiz.ipynb</a:t>
            </a:r>
            <a:r>
              <a:rPr lang="en-US" dirty="0"/>
              <a:t> on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Emphasis on fundamentals, no code test</a:t>
            </a:r>
          </a:p>
          <a:p>
            <a:r>
              <a:rPr lang="en-US" dirty="0"/>
              <a:t>Final project (60 points)</a:t>
            </a:r>
          </a:p>
          <a:p>
            <a:pPr lvl="1"/>
            <a:r>
              <a:rPr lang="en-US" dirty="0"/>
              <a:t>Track 1 </a:t>
            </a:r>
          </a:p>
          <a:p>
            <a:pPr lvl="1"/>
            <a:r>
              <a:rPr lang="en-US" dirty="0"/>
              <a:t>Track 2</a:t>
            </a:r>
          </a:p>
          <a:p>
            <a:r>
              <a:rPr lang="en-US" dirty="0"/>
              <a:t>Due April 15&amp;25</a:t>
            </a:r>
          </a:p>
          <a:p>
            <a:r>
              <a:rPr lang="en-US" dirty="0"/>
              <a:t>Total open book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7A0CFC-9987-561F-2DFC-8E94D3E718C6}"/>
                  </a:ext>
                </a:extLst>
              </p14:cNvPr>
              <p14:cNvContentPartPr/>
              <p14:nvPr/>
            </p14:nvContentPartPr>
            <p14:xfrm>
              <a:off x="2190885" y="3009449"/>
              <a:ext cx="360360" cy="57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7A0CFC-9987-561F-2DFC-8E94D3E718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4765" y="3003329"/>
                <a:ext cx="3726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C41CB2-D664-A731-7B89-B70959E100AB}"/>
                  </a:ext>
                </a:extLst>
              </p14:cNvPr>
              <p14:cNvContentPartPr/>
              <p14:nvPr/>
            </p14:nvContentPartPr>
            <p14:xfrm>
              <a:off x="2214645" y="2630729"/>
              <a:ext cx="2811240" cy="464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C41CB2-D664-A731-7B89-B70959E100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08525" y="2624609"/>
                <a:ext cx="282348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61EADA-B1A5-E073-F37E-6F59436A2BE5}"/>
                  </a:ext>
                </a:extLst>
              </p14:cNvPr>
              <p14:cNvContentPartPr/>
              <p14:nvPr/>
            </p14:nvContentPartPr>
            <p14:xfrm>
              <a:off x="1534245" y="5699009"/>
              <a:ext cx="1726200" cy="198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61EADA-B1A5-E073-F37E-6F59436A2B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28125" y="5692889"/>
                <a:ext cx="17384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0B437B-95E5-9A1D-9E30-995345D41887}"/>
                  </a:ext>
                </a:extLst>
              </p14:cNvPr>
              <p14:cNvContentPartPr/>
              <p14:nvPr/>
            </p14:nvContentPartPr>
            <p14:xfrm>
              <a:off x="2222565" y="2990009"/>
              <a:ext cx="2709720" cy="116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0B437B-95E5-9A1D-9E30-995345D4188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6445" y="2983889"/>
                <a:ext cx="272196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9EB690A-5450-BB23-7B33-253A8343895A}"/>
                  </a:ext>
                </a:extLst>
              </p14:cNvPr>
              <p14:cNvContentPartPr/>
              <p14:nvPr/>
            </p14:nvContentPartPr>
            <p14:xfrm>
              <a:off x="2652045" y="2199449"/>
              <a:ext cx="2015640" cy="91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9EB690A-5450-BB23-7B33-253A834389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45925" y="2193329"/>
                <a:ext cx="20278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0F1C5E1-76B5-3E57-9764-88738C2F2216}"/>
                  </a:ext>
                </a:extLst>
              </p14:cNvPr>
              <p14:cNvContentPartPr/>
              <p14:nvPr/>
            </p14:nvContentPartPr>
            <p14:xfrm>
              <a:off x="1655925" y="2513369"/>
              <a:ext cx="2368080" cy="219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0F1C5E1-76B5-3E57-9764-88738C2F22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49805" y="2507249"/>
                <a:ext cx="23803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FD7D9C7-16B4-E5FE-A607-736BBEA72CAB}"/>
                  </a:ext>
                </a:extLst>
              </p14:cNvPr>
              <p14:cNvContentPartPr/>
              <p14:nvPr/>
            </p14:nvContentPartPr>
            <p14:xfrm>
              <a:off x="1364685" y="3812609"/>
              <a:ext cx="3308760" cy="235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FD7D9C7-16B4-E5FE-A607-736BBEA72C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58565" y="3806489"/>
                <a:ext cx="33210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933962-D10C-BE99-9804-A757E69F97FF}"/>
                  </a:ext>
                </a:extLst>
              </p14:cNvPr>
              <p14:cNvContentPartPr/>
              <p14:nvPr/>
            </p14:nvContentPartPr>
            <p14:xfrm>
              <a:off x="1375845" y="4248209"/>
              <a:ext cx="1191960" cy="93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933962-D10C-BE99-9804-A757E69F97F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69725" y="4242089"/>
                <a:ext cx="1204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AD11B78-B82E-AA80-41E7-9FCEB1183375}"/>
                  </a:ext>
                </a:extLst>
              </p14:cNvPr>
              <p14:cNvContentPartPr/>
              <p14:nvPr/>
            </p14:nvContentPartPr>
            <p14:xfrm>
              <a:off x="1322565" y="4599569"/>
              <a:ext cx="1322280" cy="141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AD11B78-B82E-AA80-41E7-9FCEB11833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16445" y="4593449"/>
                <a:ext cx="133452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86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2ECB-7E24-A0BF-DC57-E61D70DE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A8F7-EB91-4CEC-8297-EBDBCCB44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 (1:00-1:30 pm)</a:t>
            </a:r>
          </a:p>
          <a:p>
            <a:r>
              <a:rPr lang="en-US" dirty="0"/>
              <a:t>Break (1:30-1:40 pm)</a:t>
            </a:r>
          </a:p>
          <a:p>
            <a:r>
              <a:rPr lang="en-US" dirty="0"/>
              <a:t>Neural network optimization 1 (1:40-2:40 pm)</a:t>
            </a:r>
          </a:p>
          <a:p>
            <a:r>
              <a:rPr lang="en-US" dirty="0"/>
              <a:t>Break (2:53-3:00 pm) </a:t>
            </a:r>
          </a:p>
          <a:p>
            <a:r>
              <a:rPr lang="en-US" dirty="0"/>
              <a:t>Neural network optimization 2 (2:40-3:40 pm)</a:t>
            </a:r>
          </a:p>
          <a:p>
            <a:r>
              <a:rPr lang="en-US" b="1" dirty="0"/>
              <a:t>Break (3:23-3:50 pm)</a:t>
            </a:r>
          </a:p>
          <a:p>
            <a:r>
              <a:rPr lang="en-US" dirty="0"/>
              <a:t>Excel machine learning (3:50-4:30 pm)</a:t>
            </a:r>
          </a:p>
          <a:p>
            <a:r>
              <a:rPr lang="en-US" dirty="0"/>
              <a:t>Break (4:30- 4:40 pm)</a:t>
            </a:r>
          </a:p>
          <a:p>
            <a:r>
              <a:rPr lang="en-US" dirty="0"/>
              <a:t>Computing fundamentals and HPRC set up (4:40-5:30 pm)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329160-AE16-6D72-2E83-E295CB8EC54E}"/>
                  </a:ext>
                </a:extLst>
              </p14:cNvPr>
              <p14:cNvContentPartPr/>
              <p14:nvPr/>
            </p14:nvContentPartPr>
            <p14:xfrm>
              <a:off x="5584965" y="3127529"/>
              <a:ext cx="2480400" cy="223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329160-AE16-6D72-2E83-E295CB8EC5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8845" y="3121409"/>
                <a:ext cx="24926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25E6BB-5269-B5A5-DCEA-492DF5492103}"/>
                  </a:ext>
                </a:extLst>
              </p14:cNvPr>
              <p14:cNvContentPartPr/>
              <p14:nvPr/>
            </p14:nvContentPartPr>
            <p14:xfrm>
              <a:off x="5452125" y="4054889"/>
              <a:ext cx="2566080" cy="14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25E6BB-5269-B5A5-DCEA-492DF54921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6005" y="4048769"/>
                <a:ext cx="25783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03E5B0D-82C9-2231-8E95-2DA66A3C7B63}"/>
                  </a:ext>
                </a:extLst>
              </p14:cNvPr>
              <p14:cNvContentPartPr/>
              <p14:nvPr/>
            </p14:nvContentPartPr>
            <p14:xfrm>
              <a:off x="3857325" y="3118889"/>
              <a:ext cx="1472040" cy="119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03E5B0D-82C9-2231-8E95-2DA66A3C7B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1205" y="3112769"/>
                <a:ext cx="14842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62CEC4-5FB5-ACE7-A960-5C8711298A8E}"/>
                  </a:ext>
                </a:extLst>
              </p14:cNvPr>
              <p14:cNvContentPartPr/>
              <p14:nvPr/>
            </p14:nvContentPartPr>
            <p14:xfrm>
              <a:off x="3772725" y="4117529"/>
              <a:ext cx="1523520" cy="106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62CEC4-5FB5-ACE7-A960-5C8711298A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66605" y="4111409"/>
                <a:ext cx="15357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354D66-2539-892A-FE7D-6CA666A1C43D}"/>
                  </a:ext>
                </a:extLst>
              </p14:cNvPr>
              <p14:cNvContentPartPr/>
              <p14:nvPr/>
            </p14:nvContentPartPr>
            <p14:xfrm>
              <a:off x="2331645" y="4962089"/>
              <a:ext cx="2045160" cy="120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354D66-2539-892A-FE7D-6CA666A1C4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25525" y="4955969"/>
                <a:ext cx="20574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BC3E237-65B5-C5C4-ED61-C6B771810D4B}"/>
                  </a:ext>
                </a:extLst>
              </p14:cNvPr>
              <p14:cNvContentPartPr/>
              <p14:nvPr/>
            </p14:nvContentPartPr>
            <p14:xfrm>
              <a:off x="1332285" y="5000969"/>
              <a:ext cx="1209600" cy="66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BC3E237-65B5-C5C4-ED61-C6B771810D4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6165" y="4994849"/>
                <a:ext cx="1221840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BBAA785-E0C7-6CE8-554A-E0450E054D3E}"/>
              </a:ext>
            </a:extLst>
          </p:cNvPr>
          <p:cNvGrpSpPr/>
          <p:nvPr/>
        </p:nvGrpSpPr>
        <p:grpSpPr>
          <a:xfrm>
            <a:off x="1488885" y="5917889"/>
            <a:ext cx="5129640" cy="150480"/>
            <a:chOff x="1488885" y="5917889"/>
            <a:chExt cx="512964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FFD014-B2EE-C38B-3FB4-84A5F8A0D701}"/>
                    </a:ext>
                  </a:extLst>
                </p14:cNvPr>
                <p14:cNvContentPartPr/>
                <p14:nvPr/>
              </p14:nvContentPartPr>
              <p14:xfrm>
                <a:off x="1488885" y="5919329"/>
                <a:ext cx="1180800" cy="14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FFD014-B2EE-C38B-3FB4-84A5F8A0D7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82765" y="5913209"/>
                  <a:ext cx="1193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09228C-5834-C272-1453-1B8A9FA343A3}"/>
                    </a:ext>
                  </a:extLst>
                </p14:cNvPr>
                <p14:cNvContentPartPr/>
                <p14:nvPr/>
              </p14:nvContentPartPr>
              <p14:xfrm>
                <a:off x="5874765" y="5958569"/>
                <a:ext cx="743760" cy="5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09228C-5834-C272-1453-1B8A9FA343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68645" y="5952449"/>
                  <a:ext cx="756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216940-5CBE-CA10-F0B0-D6FED54E223E}"/>
                    </a:ext>
                  </a:extLst>
                </p14:cNvPr>
                <p14:cNvContentPartPr/>
                <p14:nvPr/>
              </p14:nvContentPartPr>
              <p14:xfrm>
                <a:off x="2810085" y="5917889"/>
                <a:ext cx="2089800" cy="12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216940-5CBE-CA10-F0B0-D6FED54E22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3965" y="5911769"/>
                  <a:ext cx="210204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0E3E0A-0714-84F9-6559-7A64C5A122F9}"/>
                  </a:ext>
                </a:extLst>
              </p14:cNvPr>
              <p14:cNvContentPartPr/>
              <p14:nvPr/>
            </p14:nvContentPartPr>
            <p14:xfrm>
              <a:off x="12493840" y="2982413"/>
              <a:ext cx="1080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0E3E0A-0714-84F9-6559-7A64C5A122F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487720" y="2976293"/>
                <a:ext cx="2304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37EB773-11DD-C618-5064-D989A1A8A36D}"/>
              </a:ext>
            </a:extLst>
          </p:cNvPr>
          <p:cNvGrpSpPr/>
          <p:nvPr/>
        </p:nvGrpSpPr>
        <p:grpSpPr>
          <a:xfrm>
            <a:off x="4296280" y="651773"/>
            <a:ext cx="2501640" cy="532800"/>
            <a:chOff x="4296280" y="651773"/>
            <a:chExt cx="250164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FF599D-0882-F208-0445-9A1B0F91709F}"/>
                    </a:ext>
                  </a:extLst>
                </p14:cNvPr>
                <p14:cNvContentPartPr/>
                <p14:nvPr/>
              </p14:nvContentPartPr>
              <p14:xfrm>
                <a:off x="4327960" y="790013"/>
                <a:ext cx="260280" cy="292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9FF599D-0882-F208-0445-9A1B0F9170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21840" y="783893"/>
                  <a:ext cx="272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27BAC3-8486-02E0-F2A1-23B5B41CB487}"/>
                    </a:ext>
                  </a:extLst>
                </p14:cNvPr>
                <p14:cNvContentPartPr/>
                <p14:nvPr/>
              </p14:nvContentPartPr>
              <p14:xfrm>
                <a:off x="4296280" y="726653"/>
                <a:ext cx="329040" cy="90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27BAC3-8486-02E0-F2A1-23B5B41CB4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90160" y="720533"/>
                  <a:ext cx="341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0F37FA-900C-D3D2-1D77-9F76840E197E}"/>
                    </a:ext>
                  </a:extLst>
                </p14:cNvPr>
                <p14:cNvContentPartPr/>
                <p14:nvPr/>
              </p14:nvContentPartPr>
              <p14:xfrm>
                <a:off x="4695880" y="651773"/>
                <a:ext cx="6840" cy="112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0F37FA-900C-D3D2-1D77-9F76840E19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89760" y="645653"/>
                  <a:ext cx="19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4C2A86-B29A-811C-68F7-B024EA9B4626}"/>
                    </a:ext>
                  </a:extLst>
                </p14:cNvPr>
                <p14:cNvContentPartPr/>
                <p14:nvPr/>
              </p14:nvContentPartPr>
              <p14:xfrm>
                <a:off x="4817920" y="865973"/>
                <a:ext cx="142200" cy="1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4C2A86-B29A-811C-68F7-B024EA9B46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11800" y="859853"/>
                  <a:ext cx="154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5FE9D3-0FA1-653B-C169-B6B3735B1FCC}"/>
                    </a:ext>
                  </a:extLst>
                </p14:cNvPr>
                <p14:cNvContentPartPr/>
                <p14:nvPr/>
              </p14:nvContentPartPr>
              <p14:xfrm>
                <a:off x="4849240" y="913853"/>
                <a:ext cx="245160" cy="62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5FE9D3-0FA1-653B-C169-B6B3735B1F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43120" y="907733"/>
                  <a:ext cx="257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D31A3C-66C4-0D61-F715-16C1DCE56C4B}"/>
                    </a:ext>
                  </a:extLst>
                </p14:cNvPr>
                <p14:cNvContentPartPr/>
                <p14:nvPr/>
              </p14:nvContentPartPr>
              <p14:xfrm>
                <a:off x="5179720" y="834653"/>
                <a:ext cx="213480" cy="206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1D31A3C-66C4-0D61-F715-16C1DCE56C4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73600" y="828533"/>
                  <a:ext cx="225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F3CBF7-0828-2E5B-BDCD-F236FC08881D}"/>
                    </a:ext>
                  </a:extLst>
                </p14:cNvPr>
                <p14:cNvContentPartPr/>
                <p14:nvPr/>
              </p14:nvContentPartPr>
              <p14:xfrm>
                <a:off x="5161360" y="720173"/>
                <a:ext cx="223560" cy="73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F3CBF7-0828-2E5B-BDCD-F236FC0888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55240" y="714053"/>
                  <a:ext cx="235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53D93A-DB27-9A6C-2258-B4C9AA34A702}"/>
                    </a:ext>
                  </a:extLst>
                </p14:cNvPr>
                <p14:cNvContentPartPr/>
                <p14:nvPr/>
              </p14:nvContentPartPr>
              <p14:xfrm>
                <a:off x="5593000" y="896213"/>
                <a:ext cx="100440" cy="1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53D93A-DB27-9A6C-2258-B4C9AA34A7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86880" y="890093"/>
                  <a:ext cx="112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ECE12E-0FE3-D94B-FEEA-8014168C0452}"/>
                    </a:ext>
                  </a:extLst>
                </p14:cNvPr>
                <p14:cNvContentPartPr/>
                <p14:nvPr/>
              </p14:nvContentPartPr>
              <p14:xfrm>
                <a:off x="5892160" y="824933"/>
                <a:ext cx="237240" cy="165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ECE12E-0FE3-D94B-FEEA-8014168C04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86040" y="818813"/>
                  <a:ext cx="249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013C42-3ADF-5271-6655-6DF65E476D97}"/>
                    </a:ext>
                  </a:extLst>
                </p14:cNvPr>
                <p14:cNvContentPartPr/>
                <p14:nvPr/>
              </p14:nvContentPartPr>
              <p14:xfrm>
                <a:off x="6265120" y="917453"/>
                <a:ext cx="4680" cy="3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013C42-3ADF-5271-6655-6DF65E476D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59000" y="911333"/>
                  <a:ext cx="16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DEEED95-B1CA-EF0F-F2E5-A89F3BC638F4}"/>
                    </a:ext>
                  </a:extLst>
                </p14:cNvPr>
                <p14:cNvContentPartPr/>
                <p14:nvPr/>
              </p14:nvContentPartPr>
              <p14:xfrm>
                <a:off x="6393640" y="799013"/>
                <a:ext cx="178200" cy="211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DEEED95-B1CA-EF0F-F2E5-A89F3BC638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87520" y="792893"/>
                  <a:ext cx="190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B879B1-1C56-FA07-4127-58BCD596E726}"/>
                    </a:ext>
                  </a:extLst>
                </p14:cNvPr>
                <p14:cNvContentPartPr/>
                <p14:nvPr/>
              </p14:nvContentPartPr>
              <p14:xfrm>
                <a:off x="6567880" y="790373"/>
                <a:ext cx="230040" cy="248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B879B1-1C56-FA07-4127-58BCD596E7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61760" y="784253"/>
                  <a:ext cx="242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96488B5-402E-B2B6-A0F6-053BC58B9394}"/>
                    </a:ext>
                  </a:extLst>
                </p14:cNvPr>
                <p14:cNvContentPartPr/>
                <p14:nvPr/>
              </p14:nvContentPartPr>
              <p14:xfrm>
                <a:off x="6407680" y="1075853"/>
                <a:ext cx="139320" cy="10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96488B5-402E-B2B6-A0F6-053BC58B93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01560" y="1069733"/>
                  <a:ext cx="15156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A97CD37-72FC-FD7D-7FC5-E8F64596F573}"/>
              </a:ext>
            </a:extLst>
          </p:cNvPr>
          <p:cNvGrpSpPr/>
          <p:nvPr/>
        </p:nvGrpSpPr>
        <p:grpSpPr>
          <a:xfrm>
            <a:off x="7516120" y="493013"/>
            <a:ext cx="3016080" cy="1836360"/>
            <a:chOff x="7516120" y="493013"/>
            <a:chExt cx="3016080" cy="183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511C33F-025D-B8AE-DE3A-00BC2B66FF1B}"/>
                    </a:ext>
                  </a:extLst>
                </p14:cNvPr>
                <p14:cNvContentPartPr/>
                <p14:nvPr/>
              </p14:nvContentPartPr>
              <p14:xfrm>
                <a:off x="7516120" y="493013"/>
                <a:ext cx="3016080" cy="1836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511C33F-025D-B8AE-DE3A-00BC2B66FF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10000" y="486893"/>
                  <a:ext cx="3028320" cy="18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04E225-92E3-B091-50A3-204EA3FDD274}"/>
                    </a:ext>
                  </a:extLst>
                </p14:cNvPr>
                <p14:cNvContentPartPr/>
                <p14:nvPr/>
              </p14:nvContentPartPr>
              <p14:xfrm>
                <a:off x="9771880" y="1142093"/>
                <a:ext cx="642600" cy="949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04E225-92E3-B091-50A3-204EA3FDD2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65760" y="1135973"/>
                  <a:ext cx="65484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CF26CA5-248A-19F3-B528-0C0ECED3997A}"/>
                    </a:ext>
                  </a:extLst>
                </p14:cNvPr>
                <p14:cNvContentPartPr/>
                <p14:nvPr/>
              </p14:nvContentPartPr>
              <p14:xfrm>
                <a:off x="9779080" y="1948493"/>
                <a:ext cx="61200" cy="130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CF26CA5-248A-19F3-B528-0C0ECED3997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72960" y="1942373"/>
                  <a:ext cx="73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FAB5BC-FCEE-8561-B8BF-B84A3CEF5877}"/>
                    </a:ext>
                  </a:extLst>
                </p14:cNvPr>
                <p14:cNvContentPartPr/>
                <p14:nvPr/>
              </p14:nvContentPartPr>
              <p14:xfrm>
                <a:off x="7979800" y="1754093"/>
                <a:ext cx="1812600" cy="34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FAB5BC-FCEE-8561-B8BF-B84A3CEF58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73680" y="1747973"/>
                  <a:ext cx="18248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82913A-602E-F615-52F5-99D528725B7A}"/>
                    </a:ext>
                  </a:extLst>
                </p14:cNvPr>
                <p14:cNvContentPartPr/>
                <p14:nvPr/>
              </p14:nvContentPartPr>
              <p14:xfrm>
                <a:off x="7995640" y="1716653"/>
                <a:ext cx="79200" cy="69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82913A-602E-F615-52F5-99D528725B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89520" y="1710533"/>
                  <a:ext cx="91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0B6580-22C3-7923-49B8-8F9900C15952}"/>
                    </a:ext>
                  </a:extLst>
                </p14:cNvPr>
                <p14:cNvContentPartPr/>
                <p14:nvPr/>
              </p14:nvContentPartPr>
              <p14:xfrm>
                <a:off x="8066200" y="1758773"/>
                <a:ext cx="2077560" cy="110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0B6580-22C3-7923-49B8-8F9900C159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60080" y="1752653"/>
                  <a:ext cx="208980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BEB6AC8-740D-6B0D-8B9B-B49BFCB489FA}"/>
                  </a:ext>
                </a:extLst>
              </p14:cNvPr>
              <p14:cNvContentPartPr/>
              <p14:nvPr/>
            </p14:nvContentPartPr>
            <p14:xfrm>
              <a:off x="12549640" y="3370853"/>
              <a:ext cx="26640" cy="15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BEB6AC8-740D-6B0D-8B9B-B49BFCB489F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543520" y="3364733"/>
                <a:ext cx="3888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C6A98D71-CC76-5D2A-880E-ED1A70EE1EDC}"/>
              </a:ext>
            </a:extLst>
          </p:cNvPr>
          <p:cNvGrpSpPr/>
          <p:nvPr/>
        </p:nvGrpSpPr>
        <p:grpSpPr>
          <a:xfrm>
            <a:off x="6458800" y="115733"/>
            <a:ext cx="5113080" cy="2886480"/>
            <a:chOff x="6458800" y="115733"/>
            <a:chExt cx="5113080" cy="28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610485-4CB3-4A8A-B19B-36F122F47CF0}"/>
                    </a:ext>
                  </a:extLst>
                </p14:cNvPr>
                <p14:cNvContentPartPr/>
                <p14:nvPr/>
              </p14:nvContentPartPr>
              <p14:xfrm>
                <a:off x="10361560" y="1200773"/>
                <a:ext cx="35640" cy="104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610485-4CB3-4A8A-B19B-36F122F47CF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55440" y="1194653"/>
                  <a:ext cx="47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E9961A-0C61-D65C-D198-871F4C69204B}"/>
                    </a:ext>
                  </a:extLst>
                </p14:cNvPr>
                <p14:cNvContentPartPr/>
                <p14:nvPr/>
              </p14:nvContentPartPr>
              <p14:xfrm>
                <a:off x="10329160" y="1267733"/>
                <a:ext cx="47520" cy="68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E9961A-0C61-D65C-D198-871F4C69204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23040" y="1261613"/>
                  <a:ext cx="59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8370C9-ED22-F267-730D-A14499A30191}"/>
                    </a:ext>
                  </a:extLst>
                </p14:cNvPr>
                <p14:cNvContentPartPr/>
                <p14:nvPr/>
              </p14:nvContentPartPr>
              <p14:xfrm>
                <a:off x="10294240" y="1323533"/>
                <a:ext cx="41760" cy="91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8370C9-ED22-F267-730D-A14499A301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88120" y="1317413"/>
                  <a:ext cx="54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BD5D5BA-1AAC-DEE4-C262-9510067F0D87}"/>
                    </a:ext>
                  </a:extLst>
                </p14:cNvPr>
                <p14:cNvContentPartPr/>
                <p14:nvPr/>
              </p14:nvContentPartPr>
              <p14:xfrm>
                <a:off x="10266160" y="1390853"/>
                <a:ext cx="36720" cy="83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BD5D5BA-1AAC-DEE4-C262-9510067F0D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60040" y="1384733"/>
                  <a:ext cx="48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4AA9004-1DD5-FF7F-340B-CEC34AD727CC}"/>
                    </a:ext>
                  </a:extLst>
                </p14:cNvPr>
                <p14:cNvContentPartPr/>
                <p14:nvPr/>
              </p14:nvContentPartPr>
              <p14:xfrm>
                <a:off x="10249600" y="1426493"/>
                <a:ext cx="47880" cy="74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4AA9004-1DD5-FF7F-340B-CEC34AD727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43480" y="1420373"/>
                  <a:ext cx="60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A202FBE-AF1C-9178-9091-5D9D638BE09F}"/>
                    </a:ext>
                  </a:extLst>
                </p14:cNvPr>
                <p14:cNvContentPartPr/>
                <p14:nvPr/>
              </p14:nvContentPartPr>
              <p14:xfrm>
                <a:off x="10223320" y="1484453"/>
                <a:ext cx="72720" cy="88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A202FBE-AF1C-9178-9091-5D9D638BE0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17200" y="1478333"/>
                  <a:ext cx="84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6B271C-3AEC-F80F-641A-B827BCDF018D}"/>
                    </a:ext>
                  </a:extLst>
                </p14:cNvPr>
                <p14:cNvContentPartPr/>
                <p14:nvPr/>
              </p14:nvContentPartPr>
              <p14:xfrm>
                <a:off x="10165000" y="1533413"/>
                <a:ext cx="77040" cy="127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6B271C-3AEC-F80F-641A-B827BCDF01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58880" y="1527293"/>
                  <a:ext cx="89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05EF24-BC84-60F9-206F-AAD02AE2E61A}"/>
                    </a:ext>
                  </a:extLst>
                </p14:cNvPr>
                <p14:cNvContentPartPr/>
                <p14:nvPr/>
              </p14:nvContentPartPr>
              <p14:xfrm>
                <a:off x="9942520" y="1634213"/>
                <a:ext cx="243360" cy="308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05EF24-BC84-60F9-206F-AAD02AE2E6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936400" y="1628093"/>
                  <a:ext cx="255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CA4BF2-D541-46FD-AD06-3838C1578455}"/>
                    </a:ext>
                  </a:extLst>
                </p14:cNvPr>
                <p14:cNvContentPartPr/>
                <p14:nvPr/>
              </p14:nvContentPartPr>
              <p14:xfrm>
                <a:off x="9506560" y="1946693"/>
                <a:ext cx="427320" cy="302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CA4BF2-D541-46FD-AD06-3838C15784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00440" y="1940573"/>
                  <a:ext cx="439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A0813E-9EDD-0CE1-CDE5-3EB0B06594D7}"/>
                    </a:ext>
                  </a:extLst>
                </p14:cNvPr>
                <p14:cNvContentPartPr/>
                <p14:nvPr/>
              </p14:nvContentPartPr>
              <p14:xfrm>
                <a:off x="9441040" y="2196533"/>
                <a:ext cx="117720" cy="80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A0813E-9EDD-0CE1-CDE5-3EB0B06594D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34920" y="2190413"/>
                  <a:ext cx="129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7A22CA7-F209-5271-B0A2-D364275876B6}"/>
                    </a:ext>
                  </a:extLst>
                </p14:cNvPr>
                <p14:cNvContentPartPr/>
                <p14:nvPr/>
              </p14:nvContentPartPr>
              <p14:xfrm>
                <a:off x="9346360" y="2225693"/>
                <a:ext cx="101880" cy="58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7A22CA7-F209-5271-B0A2-D364275876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40240" y="2219573"/>
                  <a:ext cx="114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3B0FEE3-AA59-27A3-6EC3-EA1886684A45}"/>
                    </a:ext>
                  </a:extLst>
                </p14:cNvPr>
                <p14:cNvContentPartPr/>
                <p14:nvPr/>
              </p14:nvContentPartPr>
              <p14:xfrm>
                <a:off x="9317560" y="2216693"/>
                <a:ext cx="41400" cy="72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3B0FEE3-AA59-27A3-6EC3-EA1886684A4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11440" y="2210573"/>
                  <a:ext cx="53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D9B96E4-3F0C-3BC4-D297-E54EEE2B98C5}"/>
                    </a:ext>
                  </a:extLst>
                </p14:cNvPr>
                <p14:cNvContentPartPr/>
                <p14:nvPr/>
              </p14:nvContentPartPr>
              <p14:xfrm>
                <a:off x="9261400" y="2250173"/>
                <a:ext cx="86040" cy="62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D9B96E4-3F0C-3BC4-D297-E54EEE2B98C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55280" y="2244053"/>
                  <a:ext cx="98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C202C5D-FEA6-86DB-79EA-332CF1EE1B57}"/>
                    </a:ext>
                  </a:extLst>
                </p14:cNvPr>
                <p14:cNvContentPartPr/>
                <p14:nvPr/>
              </p14:nvContentPartPr>
              <p14:xfrm>
                <a:off x="9192640" y="2259173"/>
                <a:ext cx="87120" cy="69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C202C5D-FEA6-86DB-79EA-332CF1EE1B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86520" y="2253053"/>
                  <a:ext cx="99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452874-EE8A-1581-312E-1123996BBEFA}"/>
                    </a:ext>
                  </a:extLst>
                </p14:cNvPr>
                <p14:cNvContentPartPr/>
                <p14:nvPr/>
              </p14:nvContentPartPr>
              <p14:xfrm>
                <a:off x="9137560" y="2299133"/>
                <a:ext cx="39240" cy="42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452874-EE8A-1581-312E-1123996BBEF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31440" y="2293013"/>
                  <a:ext cx="51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F120C4A-A6BC-5471-4672-FED94D436809}"/>
                    </a:ext>
                  </a:extLst>
                </p14:cNvPr>
                <p14:cNvContentPartPr/>
                <p14:nvPr/>
              </p14:nvContentPartPr>
              <p14:xfrm>
                <a:off x="7196080" y="238493"/>
                <a:ext cx="65160" cy="2763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F120C4A-A6BC-5471-4672-FED94D4368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89960" y="232373"/>
                  <a:ext cx="77400" cy="27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91C8F9-E609-10C6-51B8-755622005AA3}"/>
                    </a:ext>
                  </a:extLst>
                </p14:cNvPr>
                <p14:cNvContentPartPr/>
                <p14:nvPr/>
              </p14:nvContentPartPr>
              <p14:xfrm>
                <a:off x="6458800" y="2424053"/>
                <a:ext cx="4687560" cy="109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91C8F9-E609-10C6-51B8-755622005AA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52680" y="2417933"/>
                  <a:ext cx="46998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0DA15A-F3D9-7B50-1EC5-8CE4632195BF}"/>
                    </a:ext>
                  </a:extLst>
                </p14:cNvPr>
                <p14:cNvContentPartPr/>
                <p14:nvPr/>
              </p14:nvContentPartPr>
              <p14:xfrm>
                <a:off x="11065360" y="2460053"/>
                <a:ext cx="167760" cy="149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0DA15A-F3D9-7B50-1EC5-8CE4632195B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59240" y="2453933"/>
                  <a:ext cx="180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78F497-4868-4FC1-BE44-C7D35BACA268}"/>
                    </a:ext>
                  </a:extLst>
                </p14:cNvPr>
                <p14:cNvContentPartPr/>
                <p14:nvPr/>
              </p14:nvContentPartPr>
              <p14:xfrm>
                <a:off x="11294320" y="2549333"/>
                <a:ext cx="277560" cy="19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78F497-4868-4FC1-BE44-C7D35BACA2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88200" y="2543213"/>
                  <a:ext cx="289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0C6BF8F-B979-B01D-55D2-4F3ECADDE883}"/>
                    </a:ext>
                  </a:extLst>
                </p14:cNvPr>
                <p14:cNvContentPartPr/>
                <p14:nvPr/>
              </p14:nvContentPartPr>
              <p14:xfrm>
                <a:off x="6616840" y="115733"/>
                <a:ext cx="21960" cy="293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0C6BF8F-B979-B01D-55D2-4F3ECADDE8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10720" y="109613"/>
                  <a:ext cx="34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AD1FE7-BD6A-7587-2D2D-DD2D9D2E5552}"/>
                    </a:ext>
                  </a:extLst>
                </p14:cNvPr>
                <p14:cNvContentPartPr/>
                <p14:nvPr/>
              </p14:nvContentPartPr>
              <p14:xfrm>
                <a:off x="6705760" y="321653"/>
                <a:ext cx="77400" cy="99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AD1FE7-BD6A-7587-2D2D-DD2D9D2E555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99640" y="315533"/>
                  <a:ext cx="89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44F92D6-3FE4-11E1-E5CC-5F06A7D4C01C}"/>
                    </a:ext>
                  </a:extLst>
                </p14:cNvPr>
                <p14:cNvContentPartPr/>
                <p14:nvPr/>
              </p14:nvContentPartPr>
              <p14:xfrm>
                <a:off x="6814840" y="296813"/>
                <a:ext cx="156600" cy="145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44F92D6-3FE4-11E1-E5CC-5F06A7D4C0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08720" y="290693"/>
                  <a:ext cx="168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B85B890-FA0B-51C2-AA95-E1CC3AAAC4F2}"/>
                    </a:ext>
                  </a:extLst>
                </p14:cNvPr>
                <p14:cNvContentPartPr/>
                <p14:nvPr/>
              </p14:nvContentPartPr>
              <p14:xfrm>
                <a:off x="7155400" y="208613"/>
                <a:ext cx="128880" cy="129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B85B890-FA0B-51C2-AA95-E1CC3AAAC4F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49280" y="202493"/>
                  <a:ext cx="141120" cy="14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034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B0EB-FAA5-D4DD-79ED-01125081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37C71F4-75FF-0EF9-46CF-C158C3BEAC19}"/>
              </a:ext>
            </a:extLst>
          </p:cNvPr>
          <p:cNvGrpSpPr/>
          <p:nvPr/>
        </p:nvGrpSpPr>
        <p:grpSpPr>
          <a:xfrm>
            <a:off x="692681" y="631295"/>
            <a:ext cx="5106527" cy="2740966"/>
            <a:chOff x="692681" y="631295"/>
            <a:chExt cx="5106527" cy="274096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4022E415-05A8-C85F-F452-5C2710B2A713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E65E2284-8277-9B0D-4BC3-4522D1F58055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D6FA8D1-6712-C1D6-6BC8-5307D3772E23}"/>
                </a:ext>
              </a:extLst>
            </p:cNvPr>
            <p:cNvCxnSpPr>
              <a:cxnSpLocks/>
              <a:stCxn id="3" idx="6"/>
              <a:endCxn id="7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094BF52-43C6-8B43-45DE-BC9BDC5CF2C8}"/>
                </a:ext>
              </a:extLst>
            </p:cNvPr>
            <p:cNvCxnSpPr>
              <a:cxnSpLocks/>
              <a:stCxn id="3" idx="6"/>
              <a:endCxn id="8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BB32E8A4-0731-BB34-4708-0F57836D7F6D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FF3CD54-F6D1-778C-5C36-48D9F316B17F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D96BC7-EEDB-09A2-4EC3-8BCA873D32C2}"/>
                </a:ext>
              </a:extLst>
            </p:cNvPr>
            <p:cNvCxnSpPr>
              <a:cxnSpLocks/>
              <a:stCxn id="8" idx="6"/>
              <a:endCxn id="4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95B474B-68C7-8F41-DFB8-0BE2624737F5}"/>
                </a:ext>
              </a:extLst>
            </p:cNvPr>
            <p:cNvCxnSpPr>
              <a:cxnSpLocks/>
              <a:stCxn id="7" idx="6"/>
              <a:endCxn id="4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168E70-51C3-19FB-85D5-8B3603FF6410}"/>
                </a:ext>
              </a:extLst>
            </p:cNvPr>
            <p:cNvSpPr txBox="1"/>
            <p:nvPr/>
          </p:nvSpPr>
          <p:spPr>
            <a:xfrm>
              <a:off x="1757954" y="10481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7C5438-B9AE-0118-4491-D61515472E45}"/>
                </a:ext>
              </a:extLst>
            </p:cNvPr>
            <p:cNvSpPr txBox="1"/>
            <p:nvPr/>
          </p:nvSpPr>
          <p:spPr>
            <a:xfrm rot="2700000">
              <a:off x="1706345" y="241379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06B654-0EA8-AEAC-BD61-F253E5C9BF19}"/>
                </a:ext>
              </a:extLst>
            </p:cNvPr>
            <p:cNvSpPr txBox="1"/>
            <p:nvPr/>
          </p:nvSpPr>
          <p:spPr>
            <a:xfrm rot="2700000">
              <a:off x="4056167" y="12880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5AEA27-EFB8-5E47-4D4B-4434F6CEF622}"/>
                </a:ext>
              </a:extLst>
            </p:cNvPr>
            <p:cNvSpPr txBox="1"/>
            <p:nvPr/>
          </p:nvSpPr>
          <p:spPr>
            <a:xfrm rot="18940069">
              <a:off x="3598755" y="1838879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7C35779-D37D-A85B-61E1-4FA8D802D7FB}"/>
              </a:ext>
            </a:extLst>
          </p:cNvPr>
          <p:cNvGraphicFramePr>
            <a:graphicFrameLocks noGrp="1"/>
          </p:cNvGraphicFramePr>
          <p:nvPr/>
        </p:nvGraphicFramePr>
        <p:xfrm>
          <a:off x="319393" y="4403559"/>
          <a:ext cx="6779240" cy="431696"/>
        </p:xfrm>
        <a:graphic>
          <a:graphicData uri="http://schemas.openxmlformats.org/drawingml/2006/table">
            <a:tbl>
              <a:tblPr firstRow="1" firstCol="1" bandRow="1"/>
              <a:tblGrid>
                <a:gridCol w="6779240">
                  <a:extLst>
                    <a:ext uri="{9D8B030D-6E8A-4147-A177-3AD203B41FA5}">
                      <a16:colId xmlns:a16="http://schemas.microsoft.com/office/drawing/2014/main" val="1010133478"/>
                    </a:ext>
                  </a:extLst>
                </a:gridCol>
              </a:tblGrid>
              <a:tr h="43169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i="1" baseline="-25000" dirty="0">
                        <a:effectLst/>
                        <a:latin typeface="+mj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91027" marR="9102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60247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1FE55D3-A4B5-95DC-266E-F62B4B8AC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04383"/>
              </p:ext>
            </p:extLst>
          </p:nvPr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120CF4-20A2-758D-D41F-99FF6DE52561}"/>
                  </a:ext>
                </a:extLst>
              </p:cNvPr>
              <p:cNvSpPr txBox="1"/>
              <p:nvPr/>
            </p:nvSpPr>
            <p:spPr>
              <a:xfrm>
                <a:off x="0" y="4005643"/>
                <a:ext cx="7341924" cy="626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120CF4-20A2-758D-D41F-99FF6DE5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05643"/>
                <a:ext cx="7341924" cy="6260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D633234-5E1F-E3AC-E202-6CC96D4AD58F}"/>
              </a:ext>
            </a:extLst>
          </p:cNvPr>
          <p:cNvGrpSpPr/>
          <p:nvPr/>
        </p:nvGrpSpPr>
        <p:grpSpPr>
          <a:xfrm>
            <a:off x="8009925" y="6158009"/>
            <a:ext cx="1504800" cy="475920"/>
            <a:chOff x="8009925" y="6158009"/>
            <a:chExt cx="150480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E383BB-5906-1D2F-7BBB-91CE0AAF622D}"/>
                    </a:ext>
                  </a:extLst>
                </p14:cNvPr>
                <p14:cNvContentPartPr/>
                <p14:nvPr/>
              </p14:nvContentPartPr>
              <p14:xfrm>
                <a:off x="8009925" y="6158009"/>
                <a:ext cx="259560" cy="47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E383BB-5906-1D2F-7BBB-91CE0AAF622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03805" y="6151889"/>
                  <a:ext cx="2718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74B8DB-D968-67E3-2502-6D56CB5B06A8}"/>
                    </a:ext>
                  </a:extLst>
                </p14:cNvPr>
                <p14:cNvContentPartPr/>
                <p14:nvPr/>
              </p14:nvContentPartPr>
              <p14:xfrm>
                <a:off x="8318085" y="6324329"/>
                <a:ext cx="191880" cy="275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74B8DB-D968-67E3-2502-6D56CB5B06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11965" y="6318209"/>
                  <a:ext cx="204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8737BFE-21BE-770B-2249-78F55703D6BD}"/>
                    </a:ext>
                  </a:extLst>
                </p14:cNvPr>
                <p14:cNvContentPartPr/>
                <p14:nvPr/>
              </p14:nvContentPartPr>
              <p14:xfrm>
                <a:off x="8607885" y="6188609"/>
                <a:ext cx="41040" cy="356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8737BFE-21BE-770B-2249-78F55703D6B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01765" y="6182489"/>
                  <a:ext cx="532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A9A6E5-C1CD-1B97-CD17-9FCB823BDFD5}"/>
                    </a:ext>
                  </a:extLst>
                </p14:cNvPr>
                <p14:cNvContentPartPr/>
                <p14:nvPr/>
              </p14:nvContentPartPr>
              <p14:xfrm>
                <a:off x="8522925" y="6303809"/>
                <a:ext cx="204480" cy="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A9A6E5-C1CD-1B97-CD17-9FCB823BDF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16805" y="6297689"/>
                  <a:ext cx="216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E29A2C7-551B-3C2B-0EA6-E8C87F280827}"/>
                    </a:ext>
                  </a:extLst>
                </p14:cNvPr>
                <p14:cNvContentPartPr/>
                <p14:nvPr/>
              </p14:nvContentPartPr>
              <p14:xfrm>
                <a:off x="8736405" y="6274289"/>
                <a:ext cx="140400" cy="232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E29A2C7-551B-3C2B-0EA6-E8C87F28082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30285" y="6268169"/>
                  <a:ext cx="152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8E2355-63CA-99C1-8F2D-A2B721CE7ADB}"/>
                    </a:ext>
                  </a:extLst>
                </p14:cNvPr>
                <p14:cNvContentPartPr/>
                <p14:nvPr/>
              </p14:nvContentPartPr>
              <p14:xfrm>
                <a:off x="8940525" y="6278249"/>
                <a:ext cx="131760" cy="267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8E2355-63CA-99C1-8F2D-A2B721CE7A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34405" y="6272129"/>
                  <a:ext cx="144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C9CE36-5065-1221-6D88-D6D90308B8BD}"/>
                    </a:ext>
                  </a:extLst>
                </p14:cNvPr>
                <p14:cNvContentPartPr/>
                <p14:nvPr/>
              </p14:nvContentPartPr>
              <p14:xfrm>
                <a:off x="9081645" y="6224249"/>
                <a:ext cx="408600" cy="38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C9CE36-5065-1221-6D88-D6D90308B8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75525" y="6218129"/>
                  <a:ext cx="4208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E3BBF6-25C7-4CDA-D36D-D34D48811129}"/>
                    </a:ext>
                  </a:extLst>
                </p14:cNvPr>
                <p14:cNvContentPartPr/>
                <p14:nvPr/>
              </p14:nvContentPartPr>
              <p14:xfrm>
                <a:off x="9296925" y="6303449"/>
                <a:ext cx="217800" cy="1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E3BBF6-25C7-4CDA-D36D-D34D4881112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290805" y="6297329"/>
                  <a:ext cx="2300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E783B8-E875-DD5A-EDC2-AA9155FBB6C9}"/>
              </a:ext>
            </a:extLst>
          </p:cNvPr>
          <p:cNvGrpSpPr/>
          <p:nvPr/>
        </p:nvGrpSpPr>
        <p:grpSpPr>
          <a:xfrm>
            <a:off x="9781485" y="3244889"/>
            <a:ext cx="2282040" cy="1087200"/>
            <a:chOff x="9781485" y="3244889"/>
            <a:chExt cx="2282040" cy="10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810D35-1AC2-F734-BB38-07C7B7180516}"/>
                    </a:ext>
                  </a:extLst>
                </p14:cNvPr>
                <p14:cNvContentPartPr/>
                <p14:nvPr/>
              </p14:nvContentPartPr>
              <p14:xfrm>
                <a:off x="9781485" y="4007369"/>
                <a:ext cx="194040" cy="32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810D35-1AC2-F734-BB38-07C7B71805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75365" y="4001249"/>
                  <a:ext cx="2062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85F4BC-D373-1BC9-975D-AE10D86B5F4A}"/>
                    </a:ext>
                  </a:extLst>
                </p14:cNvPr>
                <p14:cNvContentPartPr/>
                <p14:nvPr/>
              </p14:nvContentPartPr>
              <p14:xfrm>
                <a:off x="10081365" y="3945809"/>
                <a:ext cx="561240" cy="187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85F4BC-D373-1BC9-975D-AE10D86B5F4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75245" y="3939689"/>
                  <a:ext cx="573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D46618-5D36-E905-7FA2-73D19145DB21}"/>
                    </a:ext>
                  </a:extLst>
                </p14:cNvPr>
                <p14:cNvContentPartPr/>
                <p14:nvPr/>
              </p14:nvContentPartPr>
              <p14:xfrm>
                <a:off x="10705245" y="3675449"/>
                <a:ext cx="182160" cy="540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D46618-5D36-E905-7FA2-73D19145DB2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99125" y="3669329"/>
                  <a:ext cx="19440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32A57C-419F-97C9-2F73-6045FCFC115A}"/>
                    </a:ext>
                  </a:extLst>
                </p14:cNvPr>
                <p14:cNvContentPartPr/>
                <p14:nvPr/>
              </p14:nvContentPartPr>
              <p14:xfrm>
                <a:off x="11315805" y="3749609"/>
                <a:ext cx="153720" cy="317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32A57C-419F-97C9-2F73-6045FCFC115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309685" y="3743489"/>
                  <a:ext cx="1659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DB7436-1AF4-DB25-2F44-C6DCE620B3C4}"/>
                    </a:ext>
                  </a:extLst>
                </p14:cNvPr>
                <p14:cNvContentPartPr/>
                <p14:nvPr/>
              </p14:nvContentPartPr>
              <p14:xfrm>
                <a:off x="11255685" y="3735929"/>
                <a:ext cx="568800" cy="29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DB7436-1AF4-DB25-2F44-C6DCE620B3C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49565" y="3729809"/>
                  <a:ext cx="5810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620271F-3F32-325A-3C13-C342B78520B3}"/>
                    </a:ext>
                  </a:extLst>
                </p14:cNvPr>
                <p14:cNvContentPartPr/>
                <p14:nvPr/>
              </p14:nvContentPartPr>
              <p14:xfrm>
                <a:off x="11701725" y="3652769"/>
                <a:ext cx="361800" cy="43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620271F-3F32-325A-3C13-C342B78520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695605" y="3646649"/>
                  <a:ext cx="3740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741A40F-4830-9B51-DB9D-4EDE6C11A9DB}"/>
                    </a:ext>
                  </a:extLst>
                </p14:cNvPr>
                <p14:cNvContentPartPr/>
                <p14:nvPr/>
              </p14:nvContentPartPr>
              <p14:xfrm>
                <a:off x="10427685" y="3244889"/>
                <a:ext cx="143640" cy="360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741A40F-4830-9B51-DB9D-4EDE6C11A9D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421565" y="3238769"/>
                  <a:ext cx="155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97F3FC-F2F9-B15B-CA66-7448D1019FDB}"/>
                    </a:ext>
                  </a:extLst>
                </p14:cNvPr>
                <p14:cNvContentPartPr/>
                <p14:nvPr/>
              </p14:nvContentPartPr>
              <p14:xfrm>
                <a:off x="10290525" y="3383129"/>
                <a:ext cx="323640" cy="5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97F3FC-F2F9-B15B-CA66-7448D1019FD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84405" y="3377009"/>
                  <a:ext cx="335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766539-F622-69C8-EF88-3BA689E6528F}"/>
                    </a:ext>
                  </a:extLst>
                </p14:cNvPr>
                <p14:cNvContentPartPr/>
                <p14:nvPr/>
              </p14:nvContentPartPr>
              <p14:xfrm>
                <a:off x="10617765" y="3310769"/>
                <a:ext cx="136800" cy="23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766539-F622-69C8-EF88-3BA689E6528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11645" y="3304649"/>
                  <a:ext cx="149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E31D15-4FDF-90BA-5D6B-59C26124E256}"/>
                    </a:ext>
                  </a:extLst>
                </p14:cNvPr>
                <p14:cNvContentPartPr/>
                <p14:nvPr/>
              </p14:nvContentPartPr>
              <p14:xfrm>
                <a:off x="10767165" y="3278729"/>
                <a:ext cx="323280" cy="273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E31D15-4FDF-90BA-5D6B-59C26124E2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61045" y="3272609"/>
                  <a:ext cx="33552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0CC4923-B906-8D62-6844-8D40C03C4CAE}"/>
                  </a:ext>
                </a:extLst>
              </p14:cNvPr>
              <p14:cNvContentPartPr/>
              <p14:nvPr/>
            </p14:nvContentPartPr>
            <p14:xfrm>
              <a:off x="10245165" y="903449"/>
              <a:ext cx="720" cy="1602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0CC4923-B906-8D62-6844-8D40C03C4CA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232925" y="897329"/>
                <a:ext cx="25200" cy="161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912D4B3-6E4F-9462-5AD7-823A898128A2}"/>
              </a:ext>
            </a:extLst>
          </p:cNvPr>
          <p:cNvGrpSpPr/>
          <p:nvPr/>
        </p:nvGrpSpPr>
        <p:grpSpPr>
          <a:xfrm>
            <a:off x="7072485" y="130529"/>
            <a:ext cx="4860720" cy="2860200"/>
            <a:chOff x="7072485" y="130529"/>
            <a:chExt cx="4860720" cy="28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BDEF0AA-1BAA-A493-7AF5-F438564EA07F}"/>
                    </a:ext>
                  </a:extLst>
                </p14:cNvPr>
                <p14:cNvContentPartPr/>
                <p14:nvPr/>
              </p14:nvContentPartPr>
              <p14:xfrm>
                <a:off x="7348605" y="2503649"/>
                <a:ext cx="4131720" cy="52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BDEF0AA-1BAA-A493-7AF5-F438564EA0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42485" y="2497529"/>
                  <a:ext cx="4143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DF67E9-27DA-C4EB-BCAA-32C3BB127203}"/>
                    </a:ext>
                  </a:extLst>
                </p14:cNvPr>
                <p14:cNvContentPartPr/>
                <p14:nvPr/>
              </p14:nvContentPartPr>
              <p14:xfrm>
                <a:off x="11461965" y="2446049"/>
                <a:ext cx="160920" cy="148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DF67E9-27DA-C4EB-BCAA-32C3BB12720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455845" y="2439929"/>
                  <a:ext cx="173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C3D7704-6363-BF0F-D115-4417EB34F10D}"/>
                    </a:ext>
                  </a:extLst>
                </p14:cNvPr>
                <p14:cNvContentPartPr/>
                <p14:nvPr/>
              </p14:nvContentPartPr>
              <p14:xfrm>
                <a:off x="11602725" y="2751329"/>
                <a:ext cx="288000" cy="193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C3D7704-6363-BF0F-D115-4417EB34F10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596605" y="2745209"/>
                  <a:ext cx="300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815850-2224-6BCD-20CF-71079007F05E}"/>
                    </a:ext>
                  </a:extLst>
                </p14:cNvPr>
                <p14:cNvContentPartPr/>
                <p14:nvPr/>
              </p14:nvContentPartPr>
              <p14:xfrm>
                <a:off x="11913405" y="2796329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815850-2224-6BCD-20CF-71079007F0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907285" y="279020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A9C32B-FE9E-3EAB-19F6-7E3BE69ADE55}"/>
                    </a:ext>
                  </a:extLst>
                </p14:cNvPr>
                <p14:cNvContentPartPr/>
                <p14:nvPr/>
              </p14:nvContentPartPr>
              <p14:xfrm>
                <a:off x="11738085" y="2714969"/>
                <a:ext cx="195120" cy="275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A9C32B-FE9E-3EAB-19F6-7E3BE69ADE5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731965" y="2708849"/>
                  <a:ext cx="207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EAC9B5-BE57-E3BB-06C6-3F3E651444B9}"/>
                    </a:ext>
                  </a:extLst>
                </p14:cNvPr>
                <p14:cNvContentPartPr/>
                <p14:nvPr/>
              </p14:nvContentPartPr>
              <p14:xfrm>
                <a:off x="7695645" y="130529"/>
                <a:ext cx="181440" cy="2795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EAC9B5-BE57-E3BB-06C6-3F3E651444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89525" y="124409"/>
                  <a:ext cx="193680" cy="28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54ECB27-C729-2271-8FE6-CD4143592283}"/>
                    </a:ext>
                  </a:extLst>
                </p14:cNvPr>
                <p14:cNvContentPartPr/>
                <p14:nvPr/>
              </p14:nvContentPartPr>
              <p14:xfrm>
                <a:off x="8469645" y="2364689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54ECB27-C729-2271-8FE6-CD41435922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63525" y="235856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37102EF-5D8D-8208-9814-708309E544D5}"/>
                    </a:ext>
                  </a:extLst>
                </p14:cNvPr>
                <p14:cNvContentPartPr/>
                <p14:nvPr/>
              </p14:nvContentPartPr>
              <p14:xfrm>
                <a:off x="8382165" y="2398169"/>
                <a:ext cx="35640" cy="153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37102EF-5D8D-8208-9814-708309E544D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76045" y="2392049"/>
                  <a:ext cx="47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4070165-AC3D-396B-1A20-E79B7F0DABFA}"/>
                    </a:ext>
                  </a:extLst>
                </p14:cNvPr>
                <p14:cNvContentPartPr/>
                <p14:nvPr/>
              </p14:nvContentPartPr>
              <p14:xfrm>
                <a:off x="8345085" y="2631089"/>
                <a:ext cx="9000" cy="150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4070165-AC3D-396B-1A20-E79B7F0DAB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38965" y="2624969"/>
                  <a:ext cx="21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3451B2-C2A9-F86F-E0A1-770E8D742539}"/>
                    </a:ext>
                  </a:extLst>
                </p14:cNvPr>
                <p14:cNvContentPartPr/>
                <p14:nvPr/>
              </p14:nvContentPartPr>
              <p14:xfrm>
                <a:off x="8989125" y="2370089"/>
                <a:ext cx="14760" cy="171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3451B2-C2A9-F86F-E0A1-770E8D7425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83005" y="2363969"/>
                  <a:ext cx="27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16B19AA-3422-BB5E-B387-2CAA5632BDC7}"/>
                    </a:ext>
                  </a:extLst>
                </p14:cNvPr>
                <p14:cNvContentPartPr/>
                <p14:nvPr/>
              </p14:nvContentPartPr>
              <p14:xfrm>
                <a:off x="8946645" y="2644409"/>
                <a:ext cx="224280" cy="19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16B19AA-3422-BB5E-B387-2CAA5632BDC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40525" y="2638289"/>
                  <a:ext cx="236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A92B32-2800-50C8-646F-0AEB4B6C2A69}"/>
                    </a:ext>
                  </a:extLst>
                </p14:cNvPr>
                <p14:cNvContentPartPr/>
                <p14:nvPr/>
              </p14:nvContentPartPr>
              <p14:xfrm>
                <a:off x="7775565" y="1895609"/>
                <a:ext cx="159480" cy="3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A92B32-2800-50C8-646F-0AEB4B6C2A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69445" y="1889489"/>
                  <a:ext cx="1717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667DFE-DA15-5E0E-080B-B38BFD443ABB}"/>
                    </a:ext>
                  </a:extLst>
                </p14:cNvPr>
                <p14:cNvContentPartPr/>
                <p14:nvPr/>
              </p14:nvContentPartPr>
              <p14:xfrm>
                <a:off x="7342125" y="1717049"/>
                <a:ext cx="41400" cy="213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667DFE-DA15-5E0E-080B-B38BFD443AB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36005" y="1710929"/>
                  <a:ext cx="53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D102C0B-3DA0-685D-7992-6B53C52A9973}"/>
                    </a:ext>
                  </a:extLst>
                </p14:cNvPr>
                <p14:cNvContentPartPr/>
                <p14:nvPr/>
              </p14:nvContentPartPr>
              <p14:xfrm>
                <a:off x="7447965" y="1773209"/>
                <a:ext cx="135720" cy="196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D102C0B-3DA0-685D-7992-6B53C52A99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41845" y="1767089"/>
                  <a:ext cx="147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F26C10-1862-8C7D-9A42-55ACD12512BB}"/>
                    </a:ext>
                  </a:extLst>
                </p14:cNvPr>
                <p14:cNvContentPartPr/>
                <p14:nvPr/>
              </p14:nvContentPartPr>
              <p14:xfrm>
                <a:off x="7752525" y="1309169"/>
                <a:ext cx="186120" cy="32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F26C10-1862-8C7D-9A42-55ACD12512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46405" y="1303049"/>
                  <a:ext cx="198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8A5E81-C7B0-FE02-CBD7-B5B7A57A4173}"/>
                    </a:ext>
                  </a:extLst>
                </p14:cNvPr>
                <p14:cNvContentPartPr/>
                <p14:nvPr/>
              </p14:nvContentPartPr>
              <p14:xfrm>
                <a:off x="7204965" y="1161929"/>
                <a:ext cx="266400" cy="235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8A5E81-C7B0-FE02-CBD7-B5B7A57A417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98845" y="1155809"/>
                  <a:ext cx="278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C46EDD-28A1-6FCC-151D-8F92E52E90F5}"/>
                    </a:ext>
                  </a:extLst>
                </p14:cNvPr>
                <p14:cNvContentPartPr/>
                <p14:nvPr/>
              </p14:nvContentPartPr>
              <p14:xfrm>
                <a:off x="7444365" y="1236089"/>
                <a:ext cx="138600" cy="142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C46EDD-28A1-6FCC-151D-8F92E52E90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38245" y="1229969"/>
                  <a:ext cx="150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9FA44B-33B4-5488-85EF-C68A04EA48A3}"/>
                    </a:ext>
                  </a:extLst>
                </p14:cNvPr>
                <p14:cNvContentPartPr/>
                <p14:nvPr/>
              </p14:nvContentPartPr>
              <p14:xfrm>
                <a:off x="7769085" y="739649"/>
                <a:ext cx="185760" cy="2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9FA44B-33B4-5488-85EF-C68A04EA48A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62965" y="733529"/>
                  <a:ext cx="19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0E72181-67A3-C77F-7451-ED081DCFC204}"/>
                    </a:ext>
                  </a:extLst>
                </p14:cNvPr>
                <p14:cNvContentPartPr/>
                <p14:nvPr/>
              </p14:nvContentPartPr>
              <p14:xfrm>
                <a:off x="7203525" y="530489"/>
                <a:ext cx="443880" cy="371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0E72181-67A3-C77F-7451-ED081DCFC2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97405" y="524369"/>
                  <a:ext cx="4561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CB1B953-5891-3C28-B6E3-3C2370EA0A43}"/>
                    </a:ext>
                  </a:extLst>
                </p14:cNvPr>
                <p14:cNvContentPartPr/>
                <p14:nvPr/>
              </p14:nvContentPartPr>
              <p14:xfrm>
                <a:off x="8417805" y="1862849"/>
                <a:ext cx="133560" cy="135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CB1B953-5891-3C28-B6E3-3C2370EA0A4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11685" y="1856729"/>
                  <a:ext cx="145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F26DCFE-94A7-34CF-E044-913168A592F3}"/>
                    </a:ext>
                  </a:extLst>
                </p14:cNvPr>
                <p14:cNvContentPartPr/>
                <p14:nvPr/>
              </p14:nvContentPartPr>
              <p14:xfrm>
                <a:off x="9058965" y="1251569"/>
                <a:ext cx="115200" cy="90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F26DCFE-94A7-34CF-E044-913168A592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52845" y="1245449"/>
                  <a:ext cx="127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E7F266-425F-41C8-F338-28A6FA1C1CDF}"/>
                    </a:ext>
                  </a:extLst>
                </p14:cNvPr>
                <p14:cNvContentPartPr/>
                <p14:nvPr/>
              </p14:nvContentPartPr>
              <p14:xfrm>
                <a:off x="10878765" y="674129"/>
                <a:ext cx="129240" cy="177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E7F266-425F-41C8-F338-28A6FA1C1CD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72645" y="668009"/>
                  <a:ext cx="141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A4D8AEB-E85C-2CDA-84C0-4A5E0FBEC05E}"/>
                    </a:ext>
                  </a:extLst>
                </p14:cNvPr>
                <p14:cNvContentPartPr/>
                <p14:nvPr/>
              </p14:nvContentPartPr>
              <p14:xfrm>
                <a:off x="7072485" y="262649"/>
                <a:ext cx="4557960" cy="2388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A4D8AEB-E85C-2CDA-84C0-4A5E0FBEC0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66365" y="256529"/>
                  <a:ext cx="4570200" cy="24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C5080D2-6F83-E958-63A2-A03087A17EA3}"/>
                    </a:ext>
                  </a:extLst>
                </p14:cNvPr>
                <p14:cNvContentPartPr/>
                <p14:nvPr/>
              </p14:nvContentPartPr>
              <p14:xfrm>
                <a:off x="8490525" y="275969"/>
                <a:ext cx="196560" cy="371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C5080D2-6F83-E958-63A2-A03087A17EA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84405" y="269849"/>
                  <a:ext cx="2088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49D79DC-78B6-5F36-CECB-0E3F7BF6FFDE}"/>
                    </a:ext>
                  </a:extLst>
                </p14:cNvPr>
                <p14:cNvContentPartPr/>
                <p14:nvPr/>
              </p14:nvContentPartPr>
              <p14:xfrm>
                <a:off x="8757285" y="393689"/>
                <a:ext cx="193320" cy="25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49D79DC-78B6-5F36-CECB-0E3F7BF6FFD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51165" y="387569"/>
                  <a:ext cx="20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58D8F58-9379-D07A-EFA7-956E49635AA3}"/>
                    </a:ext>
                  </a:extLst>
                </p14:cNvPr>
                <p14:cNvContentPartPr/>
                <p14:nvPr/>
              </p14:nvContentPartPr>
              <p14:xfrm>
                <a:off x="8822085" y="320969"/>
                <a:ext cx="445680" cy="225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58D8F58-9379-D07A-EFA7-956E49635AA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5965" y="314849"/>
                  <a:ext cx="457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60F12A6-9568-295C-8B16-183B6B2EE313}"/>
                    </a:ext>
                  </a:extLst>
                </p14:cNvPr>
                <p14:cNvContentPartPr/>
                <p14:nvPr/>
              </p14:nvContentPartPr>
              <p14:xfrm>
                <a:off x="9293685" y="306929"/>
                <a:ext cx="225720" cy="232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60F12A6-9568-295C-8B16-183B6B2EE3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87565" y="300809"/>
                  <a:ext cx="237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A3BE80-7AE1-56DC-6755-29CB31369763}"/>
                    </a:ext>
                  </a:extLst>
                </p14:cNvPr>
                <p14:cNvContentPartPr/>
                <p14:nvPr/>
              </p14:nvContentPartPr>
              <p14:xfrm>
                <a:off x="9575925" y="388289"/>
                <a:ext cx="150120" cy="14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A3BE80-7AE1-56DC-6755-29CB313697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69805" y="382169"/>
                  <a:ext cx="162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81A323F-D9BD-FF39-2282-D24CCBD90271}"/>
                    </a:ext>
                  </a:extLst>
                </p14:cNvPr>
                <p14:cNvContentPartPr/>
                <p14:nvPr/>
              </p14:nvContentPartPr>
              <p14:xfrm>
                <a:off x="9672045" y="264809"/>
                <a:ext cx="54720" cy="321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81A323F-D9BD-FF39-2282-D24CCBD902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65925" y="258689"/>
                  <a:ext cx="669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89FF3C1-1F9B-A040-6B77-8BC5E6AE882B}"/>
                    </a:ext>
                  </a:extLst>
                </p14:cNvPr>
                <p14:cNvContentPartPr/>
                <p14:nvPr/>
              </p14:nvContentPartPr>
              <p14:xfrm>
                <a:off x="9790845" y="171929"/>
                <a:ext cx="251280" cy="425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89FF3C1-1F9B-A040-6B77-8BC5E6AE88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84725" y="165809"/>
                  <a:ext cx="2635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6D74AA3-E064-A417-AD77-455C19432B81}"/>
                    </a:ext>
                  </a:extLst>
                </p14:cNvPr>
                <p14:cNvContentPartPr/>
                <p14:nvPr/>
              </p14:nvContentPartPr>
              <p14:xfrm>
                <a:off x="9070125" y="615089"/>
                <a:ext cx="170280" cy="105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6D74AA3-E064-A417-AD77-455C19432B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64005" y="608969"/>
                  <a:ext cx="182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13FEC5-BD92-3D08-51B4-8FF283251914}"/>
                    </a:ext>
                  </a:extLst>
                </p14:cNvPr>
                <p14:cNvContentPartPr/>
                <p14:nvPr/>
              </p14:nvContentPartPr>
              <p14:xfrm>
                <a:off x="9803805" y="679529"/>
                <a:ext cx="172800" cy="123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13FEC5-BD92-3D08-51B4-8FF28325191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97685" y="673409"/>
                  <a:ext cx="185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1E0FC7-7F82-2DAC-2189-5226F196B554}"/>
                    </a:ext>
                  </a:extLst>
                </p14:cNvPr>
                <p14:cNvContentPartPr/>
                <p14:nvPr/>
              </p14:nvContentPartPr>
              <p14:xfrm>
                <a:off x="10774365" y="2434529"/>
                <a:ext cx="21600" cy="132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1E0FC7-7F82-2DAC-2189-5226F196B5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768245" y="2428409"/>
                  <a:ext cx="33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AFDBB7C-09DE-731D-D4C9-2B1E09CCBF05}"/>
                    </a:ext>
                  </a:extLst>
                </p14:cNvPr>
                <p14:cNvContentPartPr/>
                <p14:nvPr/>
              </p14:nvContentPartPr>
              <p14:xfrm>
                <a:off x="10688325" y="2659169"/>
                <a:ext cx="213480" cy="316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AFDBB7C-09DE-731D-D4C9-2B1E09CCBF0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82205" y="2653049"/>
                  <a:ext cx="2257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BCD0837-BCEB-78A0-3EF0-3511747D5441}"/>
                    </a:ext>
                  </a:extLst>
                </p14:cNvPr>
                <p14:cNvContentPartPr/>
                <p14:nvPr/>
              </p14:nvContentPartPr>
              <p14:xfrm>
                <a:off x="10781205" y="2661689"/>
                <a:ext cx="160200" cy="6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BCD0837-BCEB-78A0-3EF0-3511747D544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75085" y="2655569"/>
                  <a:ext cx="1724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CCDAF0B-FBC5-C4F2-B433-57945CC99ECA}"/>
                    </a:ext>
                  </a:extLst>
                </p14:cNvPr>
                <p14:cNvContentPartPr/>
                <p14:nvPr/>
              </p14:nvContentPartPr>
              <p14:xfrm>
                <a:off x="10191525" y="2442449"/>
                <a:ext cx="44640" cy="123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CCDAF0B-FBC5-C4F2-B433-57945CC99E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85405" y="2436329"/>
                  <a:ext cx="56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8C8379A-1018-4C07-1DF1-6938B3D959DB}"/>
                    </a:ext>
                  </a:extLst>
                </p14:cNvPr>
                <p14:cNvContentPartPr/>
                <p14:nvPr/>
              </p14:nvContentPartPr>
              <p14:xfrm>
                <a:off x="10151565" y="2707409"/>
                <a:ext cx="187200" cy="163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8C8379A-1018-4C07-1DF1-6938B3D959D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45445" y="2701289"/>
                  <a:ext cx="199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9986369-7553-434F-BF4F-803E72B299A2}"/>
                    </a:ext>
                  </a:extLst>
                </p14:cNvPr>
                <p14:cNvContentPartPr/>
                <p14:nvPr/>
              </p14:nvContentPartPr>
              <p14:xfrm>
                <a:off x="10377645" y="2782289"/>
                <a:ext cx="80640" cy="97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9986369-7553-434F-BF4F-803E72B299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371525" y="2776169"/>
                  <a:ext cx="92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A01FFB0-048E-DC9E-67F1-FAC5B328A5D4}"/>
                    </a:ext>
                  </a:extLst>
                </p14:cNvPr>
                <p14:cNvContentPartPr/>
                <p14:nvPr/>
              </p14:nvContentPartPr>
              <p14:xfrm>
                <a:off x="9989565" y="915329"/>
                <a:ext cx="89640" cy="9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A01FFB0-048E-DC9E-67F1-FAC5B328A5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83445" y="909209"/>
                  <a:ext cx="101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C8D00C7-5B32-A59F-1581-ED7748105A65}"/>
                    </a:ext>
                  </a:extLst>
                </p14:cNvPr>
                <p14:cNvContentPartPr/>
                <p14:nvPr/>
              </p14:nvContentPartPr>
              <p14:xfrm>
                <a:off x="8848005" y="905969"/>
                <a:ext cx="1058400" cy="48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C8D00C7-5B32-A59F-1581-ED7748105A6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41885" y="899849"/>
                  <a:ext cx="1070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1137A64-11CC-80B0-B41E-DDB1616EC783}"/>
                    </a:ext>
                  </a:extLst>
                </p14:cNvPr>
                <p14:cNvContentPartPr/>
                <p14:nvPr/>
              </p14:nvContentPartPr>
              <p14:xfrm>
                <a:off x="8429325" y="918209"/>
                <a:ext cx="74160" cy="15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1137A64-11CC-80B0-B41E-DDB1616EC78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23205" y="912089"/>
                  <a:ext cx="86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3041E68-E8E6-BC11-1E6F-6591E88EB858}"/>
                    </a:ext>
                  </a:extLst>
                </p14:cNvPr>
                <p14:cNvContentPartPr/>
                <p14:nvPr/>
              </p14:nvContentPartPr>
              <p14:xfrm>
                <a:off x="8254005" y="923609"/>
                <a:ext cx="55080" cy="16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3041E68-E8E6-BC11-1E6F-6591E88EB85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47885" y="917489"/>
                  <a:ext cx="67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206C457-D3B3-FFF7-01F3-A3589B3C89F8}"/>
                    </a:ext>
                  </a:extLst>
                </p14:cNvPr>
                <p14:cNvContentPartPr/>
                <p14:nvPr/>
              </p14:nvContentPartPr>
              <p14:xfrm>
                <a:off x="8047725" y="924689"/>
                <a:ext cx="95040" cy="7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206C457-D3B3-FFF7-01F3-A3589B3C89F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41605" y="918569"/>
                  <a:ext cx="107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ECF430-CAAD-BF61-3AD8-FF6DCC79AE7C}"/>
                    </a:ext>
                  </a:extLst>
                </p14:cNvPr>
                <p14:cNvContentPartPr/>
                <p14:nvPr/>
              </p14:nvContentPartPr>
              <p14:xfrm>
                <a:off x="7922805" y="909569"/>
                <a:ext cx="44640" cy="6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ECF430-CAAD-BF61-3AD8-FF6DCC79AE7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16685" y="903449"/>
                  <a:ext cx="568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7540EA-75BF-666B-6259-647C8DCD72C0}"/>
                    </a:ext>
                  </a:extLst>
                </p14:cNvPr>
                <p14:cNvContentPartPr/>
                <p14:nvPr/>
              </p14:nvContentPartPr>
              <p14:xfrm>
                <a:off x="7771965" y="912449"/>
                <a:ext cx="57240" cy="25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7540EA-75BF-666B-6259-647C8DCD72C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65845" y="906329"/>
                  <a:ext cx="69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D2F5556-919A-F5C7-0434-4B4763988F99}"/>
                    </a:ext>
                  </a:extLst>
                </p14:cNvPr>
                <p14:cNvContentPartPr/>
                <p14:nvPr/>
              </p14:nvContentPartPr>
              <p14:xfrm>
                <a:off x="7553085" y="896969"/>
                <a:ext cx="122040" cy="209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D2F5556-919A-F5C7-0434-4B4763988F9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46965" y="890849"/>
                  <a:ext cx="134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309090B-6B15-4BFB-BDD8-8111A32979A4}"/>
                    </a:ext>
                  </a:extLst>
                </p14:cNvPr>
                <p14:cNvContentPartPr/>
                <p14:nvPr/>
              </p14:nvContentPartPr>
              <p14:xfrm>
                <a:off x="7730205" y="1025129"/>
                <a:ext cx="56160" cy="44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309090B-6B15-4BFB-BDD8-8111A32979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24085" y="1019009"/>
                  <a:ext cx="6840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1D89894-9BFA-D8D4-7553-F90C1AECBC6F}"/>
              </a:ext>
            </a:extLst>
          </p:cNvPr>
          <p:cNvGrpSpPr/>
          <p:nvPr/>
        </p:nvGrpSpPr>
        <p:grpSpPr>
          <a:xfrm>
            <a:off x="3620085" y="892289"/>
            <a:ext cx="235080" cy="194040"/>
            <a:chOff x="3620085" y="892289"/>
            <a:chExt cx="23508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26B9D61-CE4A-EECE-D653-6594A526737E}"/>
                    </a:ext>
                  </a:extLst>
                </p14:cNvPr>
                <p14:cNvContentPartPr/>
                <p14:nvPr/>
              </p14:nvContentPartPr>
              <p14:xfrm>
                <a:off x="3620085" y="980129"/>
                <a:ext cx="235080" cy="106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26B9D61-CE4A-EECE-D653-6594A52673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13965" y="974009"/>
                  <a:ext cx="247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D744333-39E6-4696-1760-14E201EF4066}"/>
                    </a:ext>
                  </a:extLst>
                </p14:cNvPr>
                <p14:cNvContentPartPr/>
                <p14:nvPr/>
              </p14:nvContentPartPr>
              <p14:xfrm>
                <a:off x="3662205" y="892289"/>
                <a:ext cx="145800" cy="29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D744333-39E6-4696-1760-14E201EF40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56085" y="886169"/>
                  <a:ext cx="1580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FA5E6E2-5356-DEF3-8F21-A9495A0B470A}"/>
              </a:ext>
            </a:extLst>
          </p:cNvPr>
          <p:cNvGrpSpPr/>
          <p:nvPr/>
        </p:nvGrpSpPr>
        <p:grpSpPr>
          <a:xfrm>
            <a:off x="4057125" y="534089"/>
            <a:ext cx="914760" cy="438480"/>
            <a:chOff x="4057125" y="534089"/>
            <a:chExt cx="914760" cy="4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24C9386-072B-7A52-6F6F-181F03919F81}"/>
                    </a:ext>
                  </a:extLst>
                </p14:cNvPr>
                <p14:cNvContentPartPr/>
                <p14:nvPr/>
              </p14:nvContentPartPr>
              <p14:xfrm>
                <a:off x="4057125" y="608969"/>
                <a:ext cx="303840" cy="339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24C9386-072B-7A52-6F6F-181F03919F8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51005" y="602849"/>
                  <a:ext cx="3160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4DCD209-F8C9-7823-EE50-63ECCB1CA7D7}"/>
                    </a:ext>
                  </a:extLst>
                </p14:cNvPr>
                <p14:cNvContentPartPr/>
                <p14:nvPr/>
              </p14:nvContentPartPr>
              <p14:xfrm>
                <a:off x="4562565" y="548129"/>
                <a:ext cx="304560" cy="291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4DCD209-F8C9-7823-EE50-63ECCB1CA7D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56445" y="542009"/>
                  <a:ext cx="3168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1DBE04-577F-1161-0EA4-4A99451C5F91}"/>
                    </a:ext>
                  </a:extLst>
                </p14:cNvPr>
                <p14:cNvContentPartPr/>
                <p14:nvPr/>
              </p14:nvContentPartPr>
              <p14:xfrm>
                <a:off x="4695045" y="534089"/>
                <a:ext cx="144720" cy="278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1DBE04-577F-1161-0EA4-4A99451C5F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88925" y="527969"/>
                  <a:ext cx="1569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4494A9-1140-9D15-5B68-DE2018F5E842}"/>
                    </a:ext>
                  </a:extLst>
                </p14:cNvPr>
                <p14:cNvContentPartPr/>
                <p14:nvPr/>
              </p14:nvContentPartPr>
              <p14:xfrm>
                <a:off x="4963245" y="626609"/>
                <a:ext cx="8640" cy="280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4494A9-1140-9D15-5B68-DE2018F5E8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57125" y="620489"/>
                  <a:ext cx="208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884D120-D211-6854-098A-B152AD3B5D08}"/>
                    </a:ext>
                  </a:extLst>
                </p14:cNvPr>
                <p14:cNvContentPartPr/>
                <p14:nvPr/>
              </p14:nvContentPartPr>
              <p14:xfrm>
                <a:off x="4448085" y="794729"/>
                <a:ext cx="33480" cy="177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884D120-D211-6854-098A-B152AD3B5D0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41965" y="788609"/>
                  <a:ext cx="45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9C9AB87-4383-FDBD-3480-7669E08CE8B1}"/>
                    </a:ext>
                  </a:extLst>
                </p14:cNvPr>
                <p14:cNvContentPartPr/>
                <p14:nvPr/>
              </p14:nvContentPartPr>
              <p14:xfrm>
                <a:off x="4560045" y="749729"/>
                <a:ext cx="39600" cy="195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9C9AB87-4383-FDBD-3480-7669E08CE8B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53925" y="743609"/>
                  <a:ext cx="5184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06F3805-03F5-0511-67CA-A981EE800461}"/>
              </a:ext>
            </a:extLst>
          </p:cNvPr>
          <p:cNvGrpSpPr/>
          <p:nvPr/>
        </p:nvGrpSpPr>
        <p:grpSpPr>
          <a:xfrm>
            <a:off x="1901085" y="1243649"/>
            <a:ext cx="849960" cy="1482480"/>
            <a:chOff x="1901085" y="1243649"/>
            <a:chExt cx="849960" cy="148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24285A-ED06-C2EA-4C60-74F3CFD8F897}"/>
                    </a:ext>
                  </a:extLst>
                </p14:cNvPr>
                <p14:cNvContentPartPr/>
                <p14:nvPr/>
              </p14:nvContentPartPr>
              <p14:xfrm>
                <a:off x="1904685" y="1243649"/>
                <a:ext cx="846360" cy="707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24285A-ED06-C2EA-4C60-74F3CFD8F89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898565" y="1237529"/>
                  <a:ext cx="85860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8ABD65B-FEAB-EBCC-6126-633B3E285B7F}"/>
                    </a:ext>
                  </a:extLst>
                </p14:cNvPr>
                <p14:cNvContentPartPr/>
                <p14:nvPr/>
              </p14:nvContentPartPr>
              <p14:xfrm>
                <a:off x="1901085" y="1969409"/>
                <a:ext cx="808920" cy="756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8ABD65B-FEAB-EBCC-6126-633B3E285B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94965" y="1963289"/>
                  <a:ext cx="821160" cy="76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E5956BE-D705-0018-A97A-C0ED59B8CB49}"/>
              </a:ext>
            </a:extLst>
          </p:cNvPr>
          <p:cNvGrpSpPr/>
          <p:nvPr/>
        </p:nvGrpSpPr>
        <p:grpSpPr>
          <a:xfrm>
            <a:off x="3908085" y="1240409"/>
            <a:ext cx="875880" cy="1461240"/>
            <a:chOff x="3908085" y="1240409"/>
            <a:chExt cx="875880" cy="14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6DB08A1-F99D-02C4-63C3-E0AF7A9221F6}"/>
                    </a:ext>
                  </a:extLst>
                </p14:cNvPr>
                <p14:cNvContentPartPr/>
                <p14:nvPr/>
              </p14:nvContentPartPr>
              <p14:xfrm>
                <a:off x="3908085" y="1240409"/>
                <a:ext cx="835920" cy="743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6DB08A1-F99D-02C4-63C3-E0AF7A9221F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01965" y="1234289"/>
                  <a:ext cx="84816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EA76632-BB0C-D9B6-B1F0-9716938C16D6}"/>
                    </a:ext>
                  </a:extLst>
                </p14:cNvPr>
                <p14:cNvContentPartPr/>
                <p14:nvPr/>
              </p14:nvContentPartPr>
              <p14:xfrm>
                <a:off x="4051725" y="2037809"/>
                <a:ext cx="732240" cy="663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EA76632-BB0C-D9B6-B1F0-9716938C16D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45605" y="2031689"/>
                  <a:ext cx="744480" cy="67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19D0C92-905C-C8FC-392E-405A5F9F729F}"/>
              </a:ext>
            </a:extLst>
          </p:cNvPr>
          <p:cNvGrpSpPr/>
          <p:nvPr/>
        </p:nvGrpSpPr>
        <p:grpSpPr>
          <a:xfrm>
            <a:off x="5231805" y="479009"/>
            <a:ext cx="638280" cy="358560"/>
            <a:chOff x="5231805" y="479009"/>
            <a:chExt cx="6382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FD0853B-51EA-431A-0601-BE29013F4F5E}"/>
                    </a:ext>
                  </a:extLst>
                </p14:cNvPr>
                <p14:cNvContentPartPr/>
                <p14:nvPr/>
              </p14:nvContentPartPr>
              <p14:xfrm>
                <a:off x="5231805" y="479009"/>
                <a:ext cx="316080" cy="339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FD0853B-51EA-431A-0601-BE29013F4F5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25685" y="472889"/>
                  <a:ext cx="328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CBEED92-BB49-5D15-B550-BE989060CE7B}"/>
                    </a:ext>
                  </a:extLst>
                </p14:cNvPr>
                <p14:cNvContentPartPr/>
                <p14:nvPr/>
              </p14:nvContentPartPr>
              <p14:xfrm>
                <a:off x="5621685" y="660089"/>
                <a:ext cx="202680" cy="86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CBEED92-BB49-5D15-B550-BE989060CE7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15565" y="653969"/>
                  <a:ext cx="214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CC865E7-E3FC-EBB1-F847-02239AB97E1C}"/>
                    </a:ext>
                  </a:extLst>
                </p14:cNvPr>
                <p14:cNvContentPartPr/>
                <p14:nvPr/>
              </p14:nvContentPartPr>
              <p14:xfrm>
                <a:off x="5844165" y="620849"/>
                <a:ext cx="25920" cy="216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CC865E7-E3FC-EBB1-F847-02239AB97E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38045" y="614729"/>
                  <a:ext cx="3816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3E7AEBB-6F35-0217-49C2-510745CA53AF}"/>
              </a:ext>
            </a:extLst>
          </p:cNvPr>
          <p:cNvGrpSpPr/>
          <p:nvPr/>
        </p:nvGrpSpPr>
        <p:grpSpPr>
          <a:xfrm>
            <a:off x="5796285" y="2921969"/>
            <a:ext cx="801720" cy="412560"/>
            <a:chOff x="5796285" y="2921969"/>
            <a:chExt cx="80172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7B139E0-921E-8A35-DEC1-7A866FF96FFD}"/>
                    </a:ext>
                  </a:extLst>
                </p14:cNvPr>
                <p14:cNvContentPartPr/>
                <p14:nvPr/>
              </p14:nvContentPartPr>
              <p14:xfrm>
                <a:off x="5796285" y="2921969"/>
                <a:ext cx="308160" cy="41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7B139E0-921E-8A35-DEC1-7A866FF96FF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90165" y="2915849"/>
                  <a:ext cx="3204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6747F3D-C329-A56D-6EE8-EF9B04AF7102}"/>
                    </a:ext>
                  </a:extLst>
                </p14:cNvPr>
                <p14:cNvContentPartPr/>
                <p14:nvPr/>
              </p14:nvContentPartPr>
              <p14:xfrm>
                <a:off x="6160605" y="3134009"/>
                <a:ext cx="437400" cy="180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6747F3D-C329-A56D-6EE8-EF9B04AF710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54485" y="3127889"/>
                  <a:ext cx="449640" cy="19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19AB3AE-7B25-A043-E721-F6EE238C1AF6}"/>
                  </a:ext>
                </a:extLst>
              </p14:cNvPr>
              <p14:cNvContentPartPr/>
              <p14:nvPr/>
            </p14:nvContentPartPr>
            <p14:xfrm>
              <a:off x="726765" y="4680209"/>
              <a:ext cx="5827680" cy="1436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19AB3AE-7B25-A043-E721-F6EE238C1AF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20645" y="4674089"/>
                <a:ext cx="58399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E712D02-2274-4E3B-4102-A84B79084B39}"/>
                  </a:ext>
                </a:extLst>
              </p14:cNvPr>
              <p14:cNvContentPartPr/>
              <p14:nvPr/>
            </p14:nvContentPartPr>
            <p14:xfrm>
              <a:off x="2112765" y="1475849"/>
              <a:ext cx="97200" cy="1263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E712D02-2274-4E3B-4102-A84B79084B3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106645" y="1469729"/>
                <a:ext cx="1094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F52AD47-C1A1-0965-D535-E4775294E9A8}"/>
                  </a:ext>
                </a:extLst>
              </p14:cNvPr>
              <p14:cNvContentPartPr/>
              <p14:nvPr/>
            </p14:nvContentPartPr>
            <p14:xfrm>
              <a:off x="1903245" y="2592209"/>
              <a:ext cx="127800" cy="1346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F52AD47-C1A1-0965-D535-E4775294E9A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897125" y="2586089"/>
                <a:ext cx="1400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6687E83-0DDF-EC8D-9974-3E3B0D39215A}"/>
              </a:ext>
            </a:extLst>
          </p:cNvPr>
          <p:cNvGrpSpPr/>
          <p:nvPr/>
        </p:nvGrpSpPr>
        <p:grpSpPr>
          <a:xfrm>
            <a:off x="2046525" y="3144089"/>
            <a:ext cx="215640" cy="392760"/>
            <a:chOff x="2046525" y="3144089"/>
            <a:chExt cx="215640" cy="39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B56EB09-DADF-F682-2379-96DB5E9F3BB2}"/>
                    </a:ext>
                  </a:extLst>
                </p14:cNvPr>
                <p14:cNvContentPartPr/>
                <p14:nvPr/>
              </p14:nvContentPartPr>
              <p14:xfrm>
                <a:off x="2132565" y="3272609"/>
                <a:ext cx="23760" cy="136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B56EB09-DADF-F682-2379-96DB5E9F3BB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26445" y="3266489"/>
                  <a:ext cx="36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73A2C79-29B0-9DBD-E04D-9B795C8DF40C}"/>
                    </a:ext>
                  </a:extLst>
                </p14:cNvPr>
                <p14:cNvContentPartPr/>
                <p14:nvPr/>
              </p14:nvContentPartPr>
              <p14:xfrm>
                <a:off x="2046525" y="3144089"/>
                <a:ext cx="215640" cy="392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73A2C79-29B0-9DBD-E04D-9B795C8DF40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40405" y="3137969"/>
                  <a:ext cx="227880" cy="40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A402B5B-7807-F439-2569-F5C23CDAE292}"/>
              </a:ext>
            </a:extLst>
          </p:cNvPr>
          <p:cNvGrpSpPr/>
          <p:nvPr/>
        </p:nvGrpSpPr>
        <p:grpSpPr>
          <a:xfrm>
            <a:off x="3704685" y="2879849"/>
            <a:ext cx="1894680" cy="749520"/>
            <a:chOff x="3704685" y="2879849"/>
            <a:chExt cx="1894680" cy="7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B0865AD-AC83-4DC7-ADF1-00F878D25469}"/>
                    </a:ext>
                  </a:extLst>
                </p14:cNvPr>
                <p14:cNvContentPartPr/>
                <p14:nvPr/>
              </p14:nvContentPartPr>
              <p14:xfrm>
                <a:off x="3769485" y="2897489"/>
                <a:ext cx="165600" cy="128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B0865AD-AC83-4DC7-ADF1-00F878D2546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63365" y="2891369"/>
                  <a:ext cx="177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3C12F34-2589-0C7A-E4CC-90CA4597B9DF}"/>
                    </a:ext>
                  </a:extLst>
                </p14:cNvPr>
                <p14:cNvContentPartPr/>
                <p14:nvPr/>
              </p14:nvContentPartPr>
              <p14:xfrm>
                <a:off x="3704685" y="3059849"/>
                <a:ext cx="179280" cy="91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3C12F34-2589-0C7A-E4CC-90CA4597B9D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98565" y="3053729"/>
                  <a:ext cx="191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56423D0-6352-0772-6B62-84585F6ED4A1}"/>
                    </a:ext>
                  </a:extLst>
                </p14:cNvPr>
                <p14:cNvContentPartPr/>
                <p14:nvPr/>
              </p14:nvContentPartPr>
              <p14:xfrm>
                <a:off x="4162605" y="2879849"/>
                <a:ext cx="406080" cy="408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56423D0-6352-0772-6B62-84585F6ED4A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56485" y="2873729"/>
                  <a:ext cx="4183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A43A51D-A092-8C09-C002-968B143566A7}"/>
                    </a:ext>
                  </a:extLst>
                </p14:cNvPr>
                <p14:cNvContentPartPr/>
                <p14:nvPr/>
              </p14:nvContentPartPr>
              <p14:xfrm>
                <a:off x="4761645" y="3146609"/>
                <a:ext cx="14040" cy="240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A43A51D-A092-8C09-C002-968B143566A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55525" y="3140489"/>
                  <a:ext cx="26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68703AF-37A5-6AE5-9F65-DF35921A7D0A}"/>
                    </a:ext>
                  </a:extLst>
                </p14:cNvPr>
                <p14:cNvContentPartPr/>
                <p14:nvPr/>
              </p14:nvContentPartPr>
              <p14:xfrm>
                <a:off x="4831125" y="3191609"/>
                <a:ext cx="210240" cy="11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68703AF-37A5-6AE5-9F65-DF35921A7D0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25005" y="3185489"/>
                  <a:ext cx="222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CE072FD-9D1F-E4EB-0B93-388AC9583E19}"/>
                    </a:ext>
                  </a:extLst>
                </p14:cNvPr>
                <p14:cNvContentPartPr/>
                <p14:nvPr/>
              </p14:nvContentPartPr>
              <p14:xfrm>
                <a:off x="5175645" y="3045809"/>
                <a:ext cx="238320" cy="30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CE072FD-9D1F-E4EB-0B93-388AC9583E1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69525" y="3039689"/>
                  <a:ext cx="250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F808BCC-E1B0-69D7-1B75-419F56008C88}"/>
                    </a:ext>
                  </a:extLst>
                </p14:cNvPr>
                <p14:cNvContentPartPr/>
                <p14:nvPr/>
              </p14:nvContentPartPr>
              <p14:xfrm>
                <a:off x="5254125" y="2947889"/>
                <a:ext cx="223560" cy="314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F808BCC-E1B0-69D7-1B75-419F56008C8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48005" y="2941769"/>
                  <a:ext cx="235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8AE51C-BBD9-F345-B73D-30BB4838BC31}"/>
                    </a:ext>
                  </a:extLst>
                </p14:cNvPr>
                <p14:cNvContentPartPr/>
                <p14:nvPr/>
              </p14:nvContentPartPr>
              <p14:xfrm>
                <a:off x="5569845" y="3169289"/>
                <a:ext cx="29520" cy="316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8AE51C-BBD9-F345-B73D-30BB4838BC3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63725" y="3163169"/>
                  <a:ext cx="41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7ADE83F-9CBC-7D88-9098-6901682D2702}"/>
                    </a:ext>
                  </a:extLst>
                </p14:cNvPr>
                <p14:cNvContentPartPr/>
                <p14:nvPr/>
              </p14:nvContentPartPr>
              <p14:xfrm>
                <a:off x="4032645" y="3375929"/>
                <a:ext cx="183240" cy="136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7ADE83F-9CBC-7D88-9098-6901682D270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26525" y="3369809"/>
                  <a:ext cx="195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8306B0E-48B0-4D40-799D-D3095524A29C}"/>
                    </a:ext>
                  </a:extLst>
                </p14:cNvPr>
                <p14:cNvContentPartPr/>
                <p14:nvPr/>
              </p14:nvContentPartPr>
              <p14:xfrm>
                <a:off x="3982605" y="3272609"/>
                <a:ext cx="356040" cy="356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8306B0E-48B0-4D40-799D-D3095524A29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76485" y="3266489"/>
                  <a:ext cx="368280" cy="36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8C2A788-5127-1CFF-A197-FB75047BB6B2}"/>
                  </a:ext>
                </a:extLst>
              </p14:cNvPr>
              <p14:cNvContentPartPr/>
              <p14:nvPr/>
            </p14:nvContentPartPr>
            <p14:xfrm>
              <a:off x="1049325" y="2267489"/>
              <a:ext cx="541440" cy="4860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8C2A788-5127-1CFF-A197-FB75047BB6B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43205" y="2261369"/>
                <a:ext cx="55368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3730898-AAE0-2482-37C4-EDB0D43A21FA}"/>
                  </a:ext>
                </a:extLst>
              </p14:cNvPr>
              <p14:cNvContentPartPr/>
              <p14:nvPr/>
            </p14:nvContentPartPr>
            <p14:xfrm>
              <a:off x="4962885" y="2266409"/>
              <a:ext cx="454680" cy="410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3730898-AAE0-2482-37C4-EDB0D43A21F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956765" y="2260289"/>
                <a:ext cx="46692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B96FEFB-4990-28AA-ACEB-E6AAA28C9BFD}"/>
                  </a:ext>
                </a:extLst>
              </p14:cNvPr>
              <p14:cNvContentPartPr/>
              <p14:nvPr/>
            </p14:nvContentPartPr>
            <p14:xfrm>
              <a:off x="964840" y="1828253"/>
              <a:ext cx="360" cy="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B96FEFB-4990-28AA-ACEB-E6AAA28C9BF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58720" y="182213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8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C377-511E-A8EC-A36A-C38964DF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9FD184-6635-BA4D-558B-AB8E4DB46800}"/>
              </a:ext>
            </a:extLst>
          </p:cNvPr>
          <p:cNvGrpSpPr/>
          <p:nvPr/>
        </p:nvGrpSpPr>
        <p:grpSpPr>
          <a:xfrm>
            <a:off x="692681" y="631295"/>
            <a:ext cx="5106527" cy="2740966"/>
            <a:chOff x="692681" y="631295"/>
            <a:chExt cx="5106527" cy="274096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E57F19FE-FE63-388E-5F91-40EDA542D5B9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1D94A2D0-B34D-7F42-4F57-150839C9002C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93F2A05-54B0-E600-9510-3F2C59203C6B}"/>
                </a:ext>
              </a:extLst>
            </p:cNvPr>
            <p:cNvCxnSpPr>
              <a:cxnSpLocks/>
              <a:stCxn id="3" idx="6"/>
              <a:endCxn id="7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9A44C70-3192-AB49-085D-FA0E843B00D9}"/>
                </a:ext>
              </a:extLst>
            </p:cNvPr>
            <p:cNvCxnSpPr>
              <a:cxnSpLocks/>
              <a:stCxn id="3" idx="6"/>
              <a:endCxn id="8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1F366AF6-FB26-50D8-D723-E2D5A0944097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A82EA346-8919-5915-211C-643DF351570C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EFED550-C3C2-11B4-C8D1-CB869F9B542D}"/>
                </a:ext>
              </a:extLst>
            </p:cNvPr>
            <p:cNvCxnSpPr>
              <a:cxnSpLocks/>
              <a:stCxn id="8" idx="6"/>
              <a:endCxn id="4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230801-6B8E-D3E4-418C-9EEE9CD186A1}"/>
                </a:ext>
              </a:extLst>
            </p:cNvPr>
            <p:cNvCxnSpPr>
              <a:cxnSpLocks/>
              <a:stCxn id="7" idx="6"/>
              <a:endCxn id="4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75D041-EA12-7BBD-B6C4-55A97348D00C}"/>
                </a:ext>
              </a:extLst>
            </p:cNvPr>
            <p:cNvSpPr txBox="1"/>
            <p:nvPr/>
          </p:nvSpPr>
          <p:spPr>
            <a:xfrm>
              <a:off x="1757954" y="10481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B1AFE4-C279-226C-E582-A910A479C580}"/>
                </a:ext>
              </a:extLst>
            </p:cNvPr>
            <p:cNvSpPr txBox="1"/>
            <p:nvPr/>
          </p:nvSpPr>
          <p:spPr>
            <a:xfrm rot="2700000">
              <a:off x="1706345" y="241379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5E5715-9F4C-3ACE-31B1-2F19F17BAD52}"/>
                </a:ext>
              </a:extLst>
            </p:cNvPr>
            <p:cNvSpPr txBox="1"/>
            <p:nvPr/>
          </p:nvSpPr>
          <p:spPr>
            <a:xfrm rot="2700000">
              <a:off x="4056167" y="12880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0D90C8-2312-9610-4516-F2E7095A052F}"/>
                </a:ext>
              </a:extLst>
            </p:cNvPr>
            <p:cNvSpPr txBox="1"/>
            <p:nvPr/>
          </p:nvSpPr>
          <p:spPr>
            <a:xfrm rot="18940069">
              <a:off x="3598755" y="1838879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BCBFF15-0242-926E-3D5F-5DEA12D7C4C1}"/>
              </a:ext>
            </a:extLst>
          </p:cNvPr>
          <p:cNvGraphicFramePr>
            <a:graphicFrameLocks noGrp="1"/>
          </p:cNvGraphicFramePr>
          <p:nvPr/>
        </p:nvGraphicFramePr>
        <p:xfrm>
          <a:off x="319393" y="4403559"/>
          <a:ext cx="6779240" cy="431696"/>
        </p:xfrm>
        <a:graphic>
          <a:graphicData uri="http://schemas.openxmlformats.org/drawingml/2006/table">
            <a:tbl>
              <a:tblPr firstRow="1" firstCol="1" bandRow="1"/>
              <a:tblGrid>
                <a:gridCol w="6779240">
                  <a:extLst>
                    <a:ext uri="{9D8B030D-6E8A-4147-A177-3AD203B41FA5}">
                      <a16:colId xmlns:a16="http://schemas.microsoft.com/office/drawing/2014/main" val="1010133478"/>
                    </a:ext>
                  </a:extLst>
                </a:gridCol>
              </a:tblGrid>
              <a:tr h="43169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i="1" baseline="-25000" dirty="0">
                        <a:effectLst/>
                        <a:latin typeface="+mj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91027" marR="9102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60247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400D42E-FDD3-FC9E-54E3-A8B4DDB93D23}"/>
              </a:ext>
            </a:extLst>
          </p:cNvPr>
          <p:cNvGraphicFramePr>
            <a:graphicFrameLocks noGrp="1"/>
          </p:cNvGraphicFramePr>
          <p:nvPr/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68EC70-CB76-9154-662B-58DC427CBB68}"/>
                  </a:ext>
                </a:extLst>
              </p:cNvPr>
              <p:cNvSpPr txBox="1"/>
              <p:nvPr/>
            </p:nvSpPr>
            <p:spPr>
              <a:xfrm>
                <a:off x="0" y="4005643"/>
                <a:ext cx="7341924" cy="626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68EC70-CB76-9154-662B-58DC427C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05643"/>
                <a:ext cx="7341924" cy="6260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59FB3B-743E-6ED8-9410-9B858DFD521B}"/>
                  </a:ext>
                </a:extLst>
              </p:cNvPr>
              <p:cNvSpPr txBox="1"/>
              <p:nvPr/>
            </p:nvSpPr>
            <p:spPr>
              <a:xfrm>
                <a:off x="12143" y="4759872"/>
                <a:ext cx="7329781" cy="608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b="0" i="0" dirty="0">
                    <a:solidFill>
                      <a:schemeClr val="tx1"/>
                    </a:solidFill>
                    <a:latin typeface="+mj-lt"/>
                  </a:rPr>
                  <a:t>)</a:t>
                </a:r>
                <a:r>
                  <a:rPr lang="en-US" sz="2800" b="0" i="0" baseline="30000" dirty="0">
                    <a:solidFill>
                      <a:schemeClr val="tx1"/>
                    </a:solidFill>
                    <a:latin typeface="+mj-lt"/>
                  </a:rPr>
                  <a:t>2</a:t>
                </a:r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59FB3B-743E-6ED8-9410-9B858DFD5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" y="4759872"/>
                <a:ext cx="7329781" cy="608693"/>
              </a:xfrm>
              <a:prstGeom prst="rect">
                <a:avLst/>
              </a:prstGeom>
              <a:blipFill>
                <a:blip r:embed="rId3"/>
                <a:stretch>
                  <a:fillRect t="-1000" b="-2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4B0DE09-8571-0541-3E0B-56B63F211503}"/>
              </a:ext>
            </a:extLst>
          </p:cNvPr>
          <p:cNvGrpSpPr/>
          <p:nvPr/>
        </p:nvGrpSpPr>
        <p:grpSpPr>
          <a:xfrm>
            <a:off x="9661965" y="5027609"/>
            <a:ext cx="490320" cy="1253160"/>
            <a:chOff x="9661965" y="5027609"/>
            <a:chExt cx="490320" cy="12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31B1BB-DD05-D312-4F1D-B61A1588AE8C}"/>
                    </a:ext>
                  </a:extLst>
                </p14:cNvPr>
                <p14:cNvContentPartPr/>
                <p14:nvPr/>
              </p14:nvContentPartPr>
              <p14:xfrm>
                <a:off x="9698325" y="5027609"/>
                <a:ext cx="436680" cy="398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31B1BB-DD05-D312-4F1D-B61A1588AE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92205" y="5021489"/>
                  <a:ext cx="4489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253E37-5A36-234A-645F-34A0050A20CB}"/>
                    </a:ext>
                  </a:extLst>
                </p14:cNvPr>
                <p14:cNvContentPartPr/>
                <p14:nvPr/>
              </p14:nvContentPartPr>
              <p14:xfrm>
                <a:off x="9736485" y="5377889"/>
                <a:ext cx="345240" cy="465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253E37-5A36-234A-645F-34A0050A20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30365" y="5371769"/>
                  <a:ext cx="35748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AC00D1-8DFD-EBE6-5752-917D92B3F447}"/>
                    </a:ext>
                  </a:extLst>
                </p14:cNvPr>
                <p14:cNvContentPartPr/>
                <p14:nvPr/>
              </p14:nvContentPartPr>
              <p14:xfrm>
                <a:off x="9661965" y="5735009"/>
                <a:ext cx="490320" cy="54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AC00D1-8DFD-EBE6-5752-917D92B3F4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55845" y="5728889"/>
                  <a:ext cx="502560" cy="55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9645B0E-8E64-C1D1-BDD9-A3DC6B992940}"/>
              </a:ext>
            </a:extLst>
          </p:cNvPr>
          <p:cNvGrpSpPr/>
          <p:nvPr/>
        </p:nvGrpSpPr>
        <p:grpSpPr>
          <a:xfrm>
            <a:off x="3076845" y="5274569"/>
            <a:ext cx="2260800" cy="382320"/>
            <a:chOff x="3076845" y="5274569"/>
            <a:chExt cx="226080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439B4A8-BD18-FB87-760F-CCE9CDCD6149}"/>
                    </a:ext>
                  </a:extLst>
                </p14:cNvPr>
                <p14:cNvContentPartPr/>
                <p14:nvPr/>
              </p14:nvContentPartPr>
              <p14:xfrm>
                <a:off x="3076845" y="5274569"/>
                <a:ext cx="2260800" cy="109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439B4A8-BD18-FB87-760F-CCE9CDCD61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70725" y="5268449"/>
                  <a:ext cx="2273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9348D3E-8F36-E743-4116-18164700C38D}"/>
                    </a:ext>
                  </a:extLst>
                </p14:cNvPr>
                <p14:cNvContentPartPr/>
                <p14:nvPr/>
              </p14:nvContentPartPr>
              <p14:xfrm>
                <a:off x="4044525" y="5432609"/>
                <a:ext cx="166320" cy="224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9348D3E-8F36-E743-4116-18164700C3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38405" y="5426489"/>
                  <a:ext cx="17856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1ED6A39-31B5-652E-199F-A941B848855D}"/>
              </a:ext>
            </a:extLst>
          </p:cNvPr>
          <p:cNvGrpSpPr/>
          <p:nvPr/>
        </p:nvGrpSpPr>
        <p:grpSpPr>
          <a:xfrm>
            <a:off x="3183405" y="5827169"/>
            <a:ext cx="2412360" cy="802080"/>
            <a:chOff x="3183405" y="5827169"/>
            <a:chExt cx="241236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4FADFC1-5880-528E-57C6-1EAEA23C9A7A}"/>
                    </a:ext>
                  </a:extLst>
                </p14:cNvPr>
                <p14:cNvContentPartPr/>
                <p14:nvPr/>
              </p14:nvContentPartPr>
              <p14:xfrm>
                <a:off x="3183405" y="5908169"/>
                <a:ext cx="47160" cy="686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4FADFC1-5880-528E-57C6-1EAEA23C9A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77285" y="5902049"/>
                  <a:ext cx="5940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F5FE3E-562B-3F2F-D901-CB087B858D0E}"/>
                    </a:ext>
                  </a:extLst>
                </p14:cNvPr>
                <p14:cNvContentPartPr/>
                <p14:nvPr/>
              </p14:nvContentPartPr>
              <p14:xfrm>
                <a:off x="5370045" y="5827169"/>
                <a:ext cx="56160" cy="641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F5FE3E-562B-3F2F-D901-CB087B858D0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3925" y="5821049"/>
                  <a:ext cx="6840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B1E9D5-2197-67A5-D57F-2A09BC490230}"/>
                    </a:ext>
                  </a:extLst>
                </p14:cNvPr>
                <p14:cNvContentPartPr/>
                <p14:nvPr/>
              </p14:nvContentPartPr>
              <p14:xfrm>
                <a:off x="3386085" y="6115889"/>
                <a:ext cx="223200" cy="513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2B1E9D5-2197-67A5-D57F-2A09BC4902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79965" y="6109769"/>
                  <a:ext cx="2354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FCF6A0-B09D-1F28-8B55-72BF72B631CC}"/>
                    </a:ext>
                  </a:extLst>
                </p14:cNvPr>
                <p14:cNvContentPartPr/>
                <p14:nvPr/>
              </p14:nvContentPartPr>
              <p14:xfrm>
                <a:off x="3680925" y="6384809"/>
                <a:ext cx="92520" cy="202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FCF6A0-B09D-1F28-8B55-72BF72B631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74805" y="6378689"/>
                  <a:ext cx="104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DFB514-EA46-A0DE-CB5F-3FA65AC15FF9}"/>
                    </a:ext>
                  </a:extLst>
                </p14:cNvPr>
                <p14:cNvContentPartPr/>
                <p14:nvPr/>
              </p14:nvContentPartPr>
              <p14:xfrm>
                <a:off x="3662205" y="6380849"/>
                <a:ext cx="535680" cy="167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DFB514-EA46-A0DE-CB5F-3FA65AC15F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56085" y="6374729"/>
                  <a:ext cx="547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4F7F60-15A1-FF07-C56B-2CE1C173BB82}"/>
                    </a:ext>
                  </a:extLst>
                </p14:cNvPr>
                <p14:cNvContentPartPr/>
                <p14:nvPr/>
              </p14:nvContentPartPr>
              <p14:xfrm>
                <a:off x="4258005" y="6362849"/>
                <a:ext cx="249480" cy="9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4F7F60-15A1-FF07-C56B-2CE1C173BB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51885" y="6356729"/>
                  <a:ext cx="261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09A633-9302-2964-2E8B-8AA8B9F85A5D}"/>
                    </a:ext>
                  </a:extLst>
                </p14:cNvPr>
                <p14:cNvContentPartPr/>
                <p14:nvPr/>
              </p14:nvContentPartPr>
              <p14:xfrm>
                <a:off x="4659045" y="5981969"/>
                <a:ext cx="235800" cy="573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09A633-9302-2964-2E8B-8AA8B9F85A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52925" y="5975849"/>
                  <a:ext cx="2480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1F1D75-F11C-0649-AEA5-0F1B50523F98}"/>
                    </a:ext>
                  </a:extLst>
                </p14:cNvPr>
                <p14:cNvContentPartPr/>
                <p14:nvPr/>
              </p14:nvContentPartPr>
              <p14:xfrm>
                <a:off x="4991685" y="6308849"/>
                <a:ext cx="497520" cy="286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1F1D75-F11C-0649-AEA5-0F1B50523F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85565" y="6302729"/>
                  <a:ext cx="509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6BB95DD-D023-39FF-6A50-5C67BD969CDC}"/>
                    </a:ext>
                  </a:extLst>
                </p14:cNvPr>
                <p14:cNvContentPartPr/>
                <p14:nvPr/>
              </p14:nvContentPartPr>
              <p14:xfrm>
                <a:off x="5499645" y="6196889"/>
                <a:ext cx="96120" cy="26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6BB95DD-D023-39FF-6A50-5C67BD969C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93525" y="6190769"/>
                  <a:ext cx="108360" cy="27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EF01C5F-9A20-1721-32A7-C93CB79796DD}"/>
                  </a:ext>
                </a:extLst>
              </p14:cNvPr>
              <p14:cNvContentPartPr/>
              <p14:nvPr/>
            </p14:nvContentPartPr>
            <p14:xfrm>
              <a:off x="6033525" y="5445929"/>
              <a:ext cx="947880" cy="96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EF01C5F-9A20-1721-32A7-C93CB79796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27405" y="5439809"/>
                <a:ext cx="96012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A3D349C8-CE9D-50C1-C992-CB4116696AD0}"/>
              </a:ext>
            </a:extLst>
          </p:cNvPr>
          <p:cNvGrpSpPr/>
          <p:nvPr/>
        </p:nvGrpSpPr>
        <p:grpSpPr>
          <a:xfrm>
            <a:off x="6640485" y="446969"/>
            <a:ext cx="608040" cy="292320"/>
            <a:chOff x="6640485" y="446969"/>
            <a:chExt cx="60804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4736CC-50B0-1C48-BE0E-8331EE21C2EC}"/>
                    </a:ext>
                  </a:extLst>
                </p14:cNvPr>
                <p14:cNvContentPartPr/>
                <p14:nvPr/>
              </p14:nvContentPartPr>
              <p14:xfrm>
                <a:off x="6640485" y="446969"/>
                <a:ext cx="31320" cy="292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4736CC-50B0-1C48-BE0E-8331EE21C2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34365" y="440849"/>
                  <a:ext cx="43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3712BC-64B4-D90A-AB2B-F2D166AFD366}"/>
                    </a:ext>
                  </a:extLst>
                </p14:cNvPr>
                <p14:cNvContentPartPr/>
                <p14:nvPr/>
              </p14:nvContentPartPr>
              <p14:xfrm>
                <a:off x="6778365" y="574769"/>
                <a:ext cx="126000" cy="146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3712BC-64B4-D90A-AB2B-F2D166AFD3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72245" y="568649"/>
                  <a:ext cx="138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CB5D41E-6123-5B0E-C44F-B551E65F9489}"/>
                    </a:ext>
                  </a:extLst>
                </p14:cNvPr>
                <p14:cNvContentPartPr/>
                <p14:nvPr/>
              </p14:nvContentPartPr>
              <p14:xfrm>
                <a:off x="6949725" y="559289"/>
                <a:ext cx="108000" cy="165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CB5D41E-6123-5B0E-C44F-B551E65F94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43605" y="553169"/>
                  <a:ext cx="120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1F2DFD6-C035-0885-CFD9-872331C9C48F}"/>
                    </a:ext>
                  </a:extLst>
                </p14:cNvPr>
                <p14:cNvContentPartPr/>
                <p14:nvPr/>
              </p14:nvContentPartPr>
              <p14:xfrm>
                <a:off x="7132245" y="550289"/>
                <a:ext cx="116280" cy="187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1F2DFD6-C035-0885-CFD9-872331C9C4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26125" y="544169"/>
                  <a:ext cx="1285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AEA5378-BA3E-A423-2450-5E3BEC557942}"/>
              </a:ext>
            </a:extLst>
          </p:cNvPr>
          <p:cNvGrpSpPr/>
          <p:nvPr/>
        </p:nvGrpSpPr>
        <p:grpSpPr>
          <a:xfrm>
            <a:off x="5942085" y="4918529"/>
            <a:ext cx="1791720" cy="441000"/>
            <a:chOff x="5942085" y="4918529"/>
            <a:chExt cx="179172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ADCDAA2-876C-31A3-8E8D-526BEAD4B17C}"/>
                    </a:ext>
                  </a:extLst>
                </p14:cNvPr>
                <p14:cNvContentPartPr/>
                <p14:nvPr/>
              </p14:nvContentPartPr>
              <p14:xfrm>
                <a:off x="5942085" y="4986209"/>
                <a:ext cx="358920" cy="372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ADCDAA2-876C-31A3-8E8D-526BEAD4B1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35965" y="4980089"/>
                  <a:ext cx="3711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DD309F-6741-3E12-5A1B-A7629FFE803B}"/>
                    </a:ext>
                  </a:extLst>
                </p14:cNvPr>
                <p14:cNvContentPartPr/>
                <p14:nvPr/>
              </p14:nvContentPartPr>
              <p14:xfrm>
                <a:off x="6437445" y="4946969"/>
                <a:ext cx="171000" cy="370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DD309F-6741-3E12-5A1B-A7629FFE80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31325" y="4940849"/>
                  <a:ext cx="1832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A4E2EF-CF21-1E13-8167-CAD6EC5FF674}"/>
                    </a:ext>
                  </a:extLst>
                </p14:cNvPr>
                <p14:cNvContentPartPr/>
                <p14:nvPr/>
              </p14:nvContentPartPr>
              <p14:xfrm>
                <a:off x="6666045" y="4922129"/>
                <a:ext cx="186120" cy="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A4E2EF-CF21-1E13-8167-CAD6EC5FF67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59925" y="4916009"/>
                  <a:ext cx="1983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289BFAC-0A00-D6AC-932A-B5A3650CA4D0}"/>
                    </a:ext>
                  </a:extLst>
                </p14:cNvPr>
                <p14:cNvContentPartPr/>
                <p14:nvPr/>
              </p14:nvContentPartPr>
              <p14:xfrm>
                <a:off x="6702765" y="5024729"/>
                <a:ext cx="192240" cy="62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289BFAC-0A00-D6AC-932A-B5A3650CA4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96645" y="5018609"/>
                  <a:ext cx="204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1E5E04F-C935-D938-D9D5-B6F31502A731}"/>
                    </a:ext>
                  </a:extLst>
                </p14:cNvPr>
                <p14:cNvContentPartPr/>
                <p14:nvPr/>
              </p14:nvContentPartPr>
              <p14:xfrm>
                <a:off x="6707445" y="4918529"/>
                <a:ext cx="190800" cy="441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1E5E04F-C935-D938-D9D5-B6F31502A7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01325" y="4912409"/>
                  <a:ext cx="2030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6E4A29-A766-1A9B-4574-4C30E0299ABA}"/>
                    </a:ext>
                  </a:extLst>
                </p14:cNvPr>
                <p14:cNvContentPartPr/>
                <p14:nvPr/>
              </p14:nvContentPartPr>
              <p14:xfrm>
                <a:off x="7193445" y="5131649"/>
                <a:ext cx="20520" cy="125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6E4A29-A766-1A9B-4574-4C30E0299AB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87325" y="5125529"/>
                  <a:ext cx="32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1EF6688-535C-9572-C6C2-21CAC7999B2D}"/>
                    </a:ext>
                  </a:extLst>
                </p14:cNvPr>
                <p14:cNvContentPartPr/>
                <p14:nvPr/>
              </p14:nvContentPartPr>
              <p14:xfrm>
                <a:off x="7055205" y="5010689"/>
                <a:ext cx="242280" cy="324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1EF6688-535C-9572-C6C2-21CAC7999B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49085" y="5004569"/>
                  <a:ext cx="2545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2DE94C5-9A7C-D1D8-02B7-5A1E9049C233}"/>
                    </a:ext>
                  </a:extLst>
                </p14:cNvPr>
                <p14:cNvContentPartPr/>
                <p14:nvPr/>
              </p14:nvContentPartPr>
              <p14:xfrm>
                <a:off x="7392885" y="4966409"/>
                <a:ext cx="340920" cy="37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2DE94C5-9A7C-D1D8-02B7-5A1E9049C2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86765" y="4960289"/>
                  <a:ext cx="353160" cy="39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593CF3C-26D0-605D-82E3-52535A11EA8D}"/>
                  </a:ext>
                </a:extLst>
              </p14:cNvPr>
              <p14:cNvContentPartPr/>
              <p14:nvPr/>
            </p14:nvContentPartPr>
            <p14:xfrm>
              <a:off x="746565" y="4579409"/>
              <a:ext cx="597240" cy="56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593CF3C-26D0-605D-82E3-52535A11EA8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0445" y="4573289"/>
                <a:ext cx="60948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D1335B1D-11DF-284B-D5B2-532AE994ACA8}"/>
              </a:ext>
            </a:extLst>
          </p:cNvPr>
          <p:cNvGrpSpPr/>
          <p:nvPr/>
        </p:nvGrpSpPr>
        <p:grpSpPr>
          <a:xfrm>
            <a:off x="2976405" y="3702089"/>
            <a:ext cx="279720" cy="398160"/>
            <a:chOff x="2976405" y="3702089"/>
            <a:chExt cx="27972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E427073-B309-1DF6-F3A7-1B5E199F5320}"/>
                    </a:ext>
                  </a:extLst>
                </p14:cNvPr>
                <p14:cNvContentPartPr/>
                <p14:nvPr/>
              </p14:nvContentPartPr>
              <p14:xfrm>
                <a:off x="2976405" y="3927809"/>
                <a:ext cx="123480" cy="94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E427073-B309-1DF6-F3A7-1B5E199F532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70285" y="3921689"/>
                  <a:ext cx="135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3876B23-6A4E-B06C-7F3A-21206D250A9E}"/>
                    </a:ext>
                  </a:extLst>
                </p14:cNvPr>
                <p14:cNvContentPartPr/>
                <p14:nvPr/>
              </p14:nvContentPartPr>
              <p14:xfrm>
                <a:off x="3007725" y="3962729"/>
                <a:ext cx="145440" cy="137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3876B23-6A4E-B06C-7F3A-21206D250A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01605" y="3956609"/>
                  <a:ext cx="157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AEF178-DF4F-2A7B-9E0E-DC5745E0548A}"/>
                    </a:ext>
                  </a:extLst>
                </p14:cNvPr>
                <p14:cNvContentPartPr/>
                <p14:nvPr/>
              </p14:nvContentPartPr>
              <p14:xfrm>
                <a:off x="3208245" y="3702089"/>
                <a:ext cx="47880" cy="21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AEF178-DF4F-2A7B-9E0E-DC5745E054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02125" y="3695969"/>
                  <a:ext cx="6012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79C644B-5318-4239-C082-6CD851416DA9}"/>
              </a:ext>
            </a:extLst>
          </p:cNvPr>
          <p:cNvGrpSpPr/>
          <p:nvPr/>
        </p:nvGrpSpPr>
        <p:grpSpPr>
          <a:xfrm>
            <a:off x="3834285" y="3727289"/>
            <a:ext cx="421560" cy="457200"/>
            <a:chOff x="3834285" y="3727289"/>
            <a:chExt cx="42156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8E7F5DF-7AB2-B6CE-0649-730243A5B0E6}"/>
                    </a:ext>
                  </a:extLst>
                </p14:cNvPr>
                <p14:cNvContentPartPr/>
                <p14:nvPr/>
              </p14:nvContentPartPr>
              <p14:xfrm>
                <a:off x="3834285" y="3955889"/>
                <a:ext cx="169200" cy="82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8E7F5DF-7AB2-B6CE-0649-730243A5B0E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28165" y="3949769"/>
                  <a:ext cx="181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3BB3CB-459B-B5F7-6FE6-5A571CA08681}"/>
                    </a:ext>
                  </a:extLst>
                </p14:cNvPr>
                <p14:cNvContentPartPr/>
                <p14:nvPr/>
              </p14:nvContentPartPr>
              <p14:xfrm>
                <a:off x="3930765" y="4052369"/>
                <a:ext cx="180360" cy="132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3BB3CB-459B-B5F7-6FE6-5A571CA0868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24645" y="4046249"/>
                  <a:ext cx="192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BB7E78-13AE-48AA-A161-898FBD5DEAAF}"/>
                    </a:ext>
                  </a:extLst>
                </p14:cNvPr>
                <p14:cNvContentPartPr/>
                <p14:nvPr/>
              </p14:nvContentPartPr>
              <p14:xfrm>
                <a:off x="4195725" y="3727289"/>
                <a:ext cx="60120" cy="221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BB7E78-13AE-48AA-A161-898FBD5DEA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89605" y="3721169"/>
                  <a:ext cx="72360" cy="23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2148DC8-C1EE-DB7B-5BFE-7CB87416B8D7}"/>
                  </a:ext>
                </a:extLst>
              </p14:cNvPr>
              <p14:cNvContentPartPr/>
              <p14:nvPr/>
            </p14:nvContentPartPr>
            <p14:xfrm>
              <a:off x="6156645" y="4586609"/>
              <a:ext cx="544320" cy="586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2148DC8-C1EE-DB7B-5BFE-7CB87416B8D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50525" y="4580489"/>
                <a:ext cx="55656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136654E5-B7FD-1ABE-EFA7-29BDA5246B7C}"/>
              </a:ext>
            </a:extLst>
          </p:cNvPr>
          <p:cNvGrpSpPr/>
          <p:nvPr/>
        </p:nvGrpSpPr>
        <p:grpSpPr>
          <a:xfrm>
            <a:off x="7492605" y="581249"/>
            <a:ext cx="193680" cy="126720"/>
            <a:chOff x="7492605" y="581249"/>
            <a:chExt cx="193680" cy="1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3BDDD38-47BE-0AF2-8E7A-E0E3AD5239B5}"/>
                    </a:ext>
                  </a:extLst>
                </p14:cNvPr>
                <p14:cNvContentPartPr/>
                <p14:nvPr/>
              </p14:nvContentPartPr>
              <p14:xfrm>
                <a:off x="7492605" y="581249"/>
                <a:ext cx="191160" cy="48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3BDDD38-47BE-0AF2-8E7A-E0E3AD5239B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86485" y="575129"/>
                  <a:ext cx="203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E74A3E-274E-CF28-88CD-A19C107725E8}"/>
                    </a:ext>
                  </a:extLst>
                </p14:cNvPr>
                <p14:cNvContentPartPr/>
                <p14:nvPr/>
              </p14:nvContentPartPr>
              <p14:xfrm>
                <a:off x="7563885" y="690689"/>
                <a:ext cx="122400" cy="17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E74A3E-274E-CF28-88CD-A19C107725E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57765" y="684569"/>
                  <a:ext cx="13464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EA5977C-8AD4-7D32-219B-5B1B88605FC8}"/>
                  </a:ext>
                </a:extLst>
              </p14:cNvPr>
              <p14:cNvContentPartPr/>
              <p14:nvPr/>
            </p14:nvContentPartPr>
            <p14:xfrm>
              <a:off x="7944045" y="379649"/>
              <a:ext cx="68400" cy="5439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EA5977C-8AD4-7D32-219B-5B1B88605FC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937925" y="373529"/>
                <a:ext cx="80640" cy="55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4C8EC6EF-8195-131A-6AD9-79E503A9A227}"/>
              </a:ext>
            </a:extLst>
          </p:cNvPr>
          <p:cNvGrpSpPr/>
          <p:nvPr/>
        </p:nvGrpSpPr>
        <p:grpSpPr>
          <a:xfrm>
            <a:off x="8203605" y="405209"/>
            <a:ext cx="294840" cy="362160"/>
            <a:chOff x="8203605" y="405209"/>
            <a:chExt cx="29484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6532D66-8BA2-B340-78FB-2B40043BDEAB}"/>
                    </a:ext>
                  </a:extLst>
                </p14:cNvPr>
                <p14:cNvContentPartPr/>
                <p14:nvPr/>
              </p14:nvContentPartPr>
              <p14:xfrm>
                <a:off x="8203605" y="405209"/>
                <a:ext cx="54360" cy="362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6532D66-8BA2-B340-78FB-2B40043BDE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97485" y="399089"/>
                  <a:ext cx="666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EB0B285-F8BD-2D70-47A8-4B12B489CCB2}"/>
                    </a:ext>
                  </a:extLst>
                </p14:cNvPr>
                <p14:cNvContentPartPr/>
                <p14:nvPr/>
              </p14:nvContentPartPr>
              <p14:xfrm>
                <a:off x="8383245" y="522929"/>
                <a:ext cx="115200" cy="181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B0B285-F8BD-2D70-47A8-4B12B489CC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77125" y="516809"/>
                  <a:ext cx="127440" cy="19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E4C40CB-5945-7BCA-4DCC-6FF973E8EEFA}"/>
                  </a:ext>
                </a:extLst>
              </p14:cNvPr>
              <p14:cNvContentPartPr/>
              <p14:nvPr/>
            </p14:nvContentPartPr>
            <p14:xfrm>
              <a:off x="8762685" y="623729"/>
              <a:ext cx="246960" cy="219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E4C40CB-5945-7BCA-4DCC-6FF973E8EEF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756565" y="617609"/>
                <a:ext cx="259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F3EE88B-FF00-3B1C-3B14-2034F3FF2C5D}"/>
                  </a:ext>
                </a:extLst>
              </p14:cNvPr>
              <p14:cNvContentPartPr/>
              <p14:nvPr/>
            </p14:nvContentPartPr>
            <p14:xfrm>
              <a:off x="1934205" y="4655369"/>
              <a:ext cx="1993680" cy="864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F3EE88B-FF00-3B1C-3B14-2034F3FF2C5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28085" y="4649249"/>
                <a:ext cx="20059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2861391-D1AC-6962-AA18-3B0E89254E60}"/>
                  </a:ext>
                </a:extLst>
              </p14:cNvPr>
              <p14:cNvContentPartPr/>
              <p14:nvPr/>
            </p14:nvContentPartPr>
            <p14:xfrm>
              <a:off x="9325005" y="435809"/>
              <a:ext cx="11160" cy="488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2861391-D1AC-6962-AA18-3B0E89254E6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18885" y="429689"/>
                <a:ext cx="2340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D67C54C-CB81-8297-4624-D763D37D3BB7}"/>
                  </a:ext>
                </a:extLst>
              </p14:cNvPr>
              <p14:cNvContentPartPr/>
              <p14:nvPr/>
            </p14:nvContentPartPr>
            <p14:xfrm>
              <a:off x="9638205" y="607529"/>
              <a:ext cx="367200" cy="306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D67C54C-CB81-8297-4624-D763D37D3BB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632085" y="601409"/>
                <a:ext cx="3794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1D1A7007-9696-E690-9418-44396CF71E14}"/>
              </a:ext>
            </a:extLst>
          </p:cNvPr>
          <p:cNvGrpSpPr/>
          <p:nvPr/>
        </p:nvGrpSpPr>
        <p:grpSpPr>
          <a:xfrm>
            <a:off x="4312005" y="4461689"/>
            <a:ext cx="347040" cy="480960"/>
            <a:chOff x="4312005" y="4461689"/>
            <a:chExt cx="34704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5F25C3-4BB1-DD8D-6F3A-131DEB211745}"/>
                    </a:ext>
                  </a:extLst>
                </p14:cNvPr>
                <p14:cNvContentPartPr/>
                <p14:nvPr/>
              </p14:nvContentPartPr>
              <p14:xfrm>
                <a:off x="4478325" y="4646729"/>
                <a:ext cx="104760" cy="187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5F25C3-4BB1-DD8D-6F3A-131DEB21174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72205" y="4640609"/>
                  <a:ext cx="117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42BF6B-35EA-08DC-A055-783DBB889F04}"/>
                    </a:ext>
                  </a:extLst>
                </p14:cNvPr>
                <p14:cNvContentPartPr/>
                <p14:nvPr/>
              </p14:nvContentPartPr>
              <p14:xfrm>
                <a:off x="4544205" y="4671929"/>
                <a:ext cx="114840" cy="113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42BF6B-35EA-08DC-A055-783DBB889F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38085" y="4665809"/>
                  <a:ext cx="127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62A1761-4266-30E1-CDAF-940994DB0CF7}"/>
                    </a:ext>
                  </a:extLst>
                </p14:cNvPr>
                <p14:cNvContentPartPr/>
                <p14:nvPr/>
              </p14:nvContentPartPr>
              <p14:xfrm>
                <a:off x="4455645" y="4728089"/>
                <a:ext cx="163080" cy="214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62A1761-4266-30E1-CDAF-940994DB0CF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49525" y="4721969"/>
                  <a:ext cx="175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B0DE7F7-C14B-D253-6CFB-F9B9A16F48CC}"/>
                    </a:ext>
                  </a:extLst>
                </p14:cNvPr>
                <p14:cNvContentPartPr/>
                <p14:nvPr/>
              </p14:nvContentPartPr>
              <p14:xfrm>
                <a:off x="4312005" y="4461689"/>
                <a:ext cx="172440" cy="320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B0DE7F7-C14B-D253-6CFB-F9B9A16F48C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05885" y="4455569"/>
                  <a:ext cx="184680" cy="33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4E6F733-9538-47DA-22EA-F5B781DC96A3}"/>
                  </a:ext>
                </a:extLst>
              </p14:cNvPr>
              <p14:cNvContentPartPr/>
              <p14:nvPr/>
            </p14:nvContentPartPr>
            <p14:xfrm>
              <a:off x="4142085" y="5156849"/>
              <a:ext cx="129600" cy="1321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4E6F733-9538-47DA-22EA-F5B781DC96A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135965" y="5150729"/>
                <a:ext cx="14184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D6266FA-503F-7AD2-EC45-6ED0E0E35497}"/>
              </a:ext>
            </a:extLst>
          </p:cNvPr>
          <p:cNvGrpSpPr/>
          <p:nvPr/>
        </p:nvGrpSpPr>
        <p:grpSpPr>
          <a:xfrm>
            <a:off x="10275765" y="309809"/>
            <a:ext cx="1195200" cy="736920"/>
            <a:chOff x="10275765" y="309809"/>
            <a:chExt cx="1195200" cy="73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D8AD981-CD1E-174C-1492-E262F589A42A}"/>
                    </a:ext>
                  </a:extLst>
                </p14:cNvPr>
                <p14:cNvContentPartPr/>
                <p14:nvPr/>
              </p14:nvContentPartPr>
              <p14:xfrm>
                <a:off x="10275765" y="500249"/>
                <a:ext cx="276480" cy="315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D8AD981-CD1E-174C-1492-E262F589A4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69645" y="494129"/>
                  <a:ext cx="288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3B48197-3899-89FB-49D2-BC8BAD3A730E}"/>
                    </a:ext>
                  </a:extLst>
                </p14:cNvPr>
                <p14:cNvContentPartPr/>
                <p14:nvPr/>
              </p14:nvContentPartPr>
              <p14:xfrm>
                <a:off x="10608765" y="677009"/>
                <a:ext cx="106200" cy="155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3B48197-3899-89FB-49D2-BC8BAD3A73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02645" y="670889"/>
                  <a:ext cx="118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EF8778-9DD7-2849-A169-044D9000B502}"/>
                    </a:ext>
                  </a:extLst>
                </p14:cNvPr>
                <p14:cNvContentPartPr/>
                <p14:nvPr/>
              </p14:nvContentPartPr>
              <p14:xfrm>
                <a:off x="10775805" y="671249"/>
                <a:ext cx="162360" cy="175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8EF8778-9DD7-2849-A169-044D9000B50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69685" y="665129"/>
                  <a:ext cx="174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C82573-958E-1D73-48AD-686BBBFAFB11}"/>
                    </a:ext>
                  </a:extLst>
                </p14:cNvPr>
                <p14:cNvContentPartPr/>
                <p14:nvPr/>
              </p14:nvContentPartPr>
              <p14:xfrm>
                <a:off x="11002965" y="410609"/>
                <a:ext cx="131040" cy="636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C82573-958E-1D73-48AD-686BBBFAFB1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96845" y="404489"/>
                  <a:ext cx="14328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765BC38-72E2-AE5C-CA94-81BC9150F160}"/>
                    </a:ext>
                  </a:extLst>
                </p14:cNvPr>
                <p14:cNvContentPartPr/>
                <p14:nvPr/>
              </p14:nvContentPartPr>
              <p14:xfrm>
                <a:off x="11244165" y="309809"/>
                <a:ext cx="226800" cy="20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765BC38-72E2-AE5C-CA94-81BC9150F1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238045" y="303689"/>
                  <a:ext cx="2390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0A74169-BA2E-A401-2E3E-FA7101FB878B}"/>
              </a:ext>
            </a:extLst>
          </p:cNvPr>
          <p:cNvGrpSpPr/>
          <p:nvPr/>
        </p:nvGrpSpPr>
        <p:grpSpPr>
          <a:xfrm>
            <a:off x="5514045" y="3727289"/>
            <a:ext cx="1315800" cy="947880"/>
            <a:chOff x="5514045" y="3727289"/>
            <a:chExt cx="1315800" cy="94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64A75AC-9170-9DD4-098F-380189835934}"/>
                    </a:ext>
                  </a:extLst>
                </p14:cNvPr>
                <p14:cNvContentPartPr/>
                <p14:nvPr/>
              </p14:nvContentPartPr>
              <p14:xfrm>
                <a:off x="5514045" y="3917009"/>
                <a:ext cx="149040" cy="87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64A75AC-9170-9DD4-098F-3801898359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07925" y="3910889"/>
                  <a:ext cx="161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E0B934-E8C1-3D3B-FE73-FE97457F65F9}"/>
                    </a:ext>
                  </a:extLst>
                </p14:cNvPr>
                <p14:cNvContentPartPr/>
                <p14:nvPr/>
              </p14:nvContentPartPr>
              <p14:xfrm>
                <a:off x="5533845" y="4045169"/>
                <a:ext cx="205200" cy="142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E0B934-E8C1-3D3B-FE73-FE97457F65F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27725" y="4039049"/>
                  <a:ext cx="217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8823CFF-B253-D497-DD14-7FAF36BF5820}"/>
                    </a:ext>
                  </a:extLst>
                </p14:cNvPr>
                <p14:cNvContentPartPr/>
                <p14:nvPr/>
              </p14:nvContentPartPr>
              <p14:xfrm>
                <a:off x="5782605" y="3727289"/>
                <a:ext cx="99000" cy="280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8823CFF-B253-D497-DD14-7FAF36BF582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76485" y="3721169"/>
                  <a:ext cx="111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95AAA8-FBD9-F2FF-92EB-9F88CB2BDF0E}"/>
                    </a:ext>
                  </a:extLst>
                </p14:cNvPr>
                <p14:cNvContentPartPr/>
                <p14:nvPr/>
              </p14:nvContentPartPr>
              <p14:xfrm>
                <a:off x="6026325" y="4016369"/>
                <a:ext cx="803520" cy="658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95AAA8-FBD9-F2FF-92EB-9F88CB2BDF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20205" y="4010249"/>
                  <a:ext cx="815760" cy="67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330577-866B-DD6D-6CB6-2839AB66B3F9}"/>
              </a:ext>
            </a:extLst>
          </p:cNvPr>
          <p:cNvGrpSpPr/>
          <p:nvPr/>
        </p:nvGrpSpPr>
        <p:grpSpPr>
          <a:xfrm>
            <a:off x="7498725" y="1058249"/>
            <a:ext cx="2630160" cy="576360"/>
            <a:chOff x="7498725" y="1058249"/>
            <a:chExt cx="263016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45504C-985F-C890-3D82-418FBE05A894}"/>
                    </a:ext>
                  </a:extLst>
                </p14:cNvPr>
                <p14:cNvContentPartPr/>
                <p14:nvPr/>
              </p14:nvContentPartPr>
              <p14:xfrm>
                <a:off x="7554885" y="1287929"/>
                <a:ext cx="192240" cy="14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45504C-985F-C890-3D82-418FBE05A89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48765" y="1281809"/>
                  <a:ext cx="204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55D8FBB-FC16-4C3F-125E-BA89DED9F5DD}"/>
                    </a:ext>
                  </a:extLst>
                </p14:cNvPr>
                <p14:cNvContentPartPr/>
                <p14:nvPr/>
              </p14:nvContentPartPr>
              <p14:xfrm>
                <a:off x="7498725" y="1425449"/>
                <a:ext cx="263160" cy="42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55D8FBB-FC16-4C3F-125E-BA89DED9F5D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492605" y="1419329"/>
                  <a:ext cx="275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CBFB26-94ED-52F7-1BD8-992523DAA70E}"/>
                    </a:ext>
                  </a:extLst>
                </p14:cNvPr>
                <p14:cNvContentPartPr/>
                <p14:nvPr/>
              </p14:nvContentPartPr>
              <p14:xfrm>
                <a:off x="7969245" y="1103249"/>
                <a:ext cx="74520" cy="393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CBFB26-94ED-52F7-1BD8-992523DAA70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63125" y="1097129"/>
                  <a:ext cx="867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908AB6E-F138-4807-39B1-9495076385BF}"/>
                    </a:ext>
                  </a:extLst>
                </p14:cNvPr>
                <p14:cNvContentPartPr/>
                <p14:nvPr/>
              </p14:nvContentPartPr>
              <p14:xfrm>
                <a:off x="8132325" y="1163009"/>
                <a:ext cx="117720" cy="471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908AB6E-F138-4807-39B1-9495076385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26205" y="1156889"/>
                  <a:ext cx="1299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BA579BF-49F7-5B0B-8A8C-773DBC873E88}"/>
                    </a:ext>
                  </a:extLst>
                </p14:cNvPr>
                <p14:cNvContentPartPr/>
                <p14:nvPr/>
              </p14:nvContentPartPr>
              <p14:xfrm>
                <a:off x="8387925" y="1307729"/>
                <a:ext cx="370440" cy="10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BA579BF-49F7-5B0B-8A8C-773DBC873E8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81805" y="1301609"/>
                  <a:ext cx="382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626DCB6-B1C9-A711-6B98-69CBD2D0BEA1}"/>
                    </a:ext>
                  </a:extLst>
                </p14:cNvPr>
                <p14:cNvContentPartPr/>
                <p14:nvPr/>
              </p14:nvContentPartPr>
              <p14:xfrm>
                <a:off x="9046365" y="1105769"/>
                <a:ext cx="354960" cy="436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626DCB6-B1C9-A711-6B98-69CBD2D0BEA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40245" y="1099649"/>
                  <a:ext cx="3672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BEB2425-3453-334F-5C5F-DD97C7FD33E0}"/>
                    </a:ext>
                  </a:extLst>
                </p14:cNvPr>
                <p14:cNvContentPartPr/>
                <p14:nvPr/>
              </p14:nvContentPartPr>
              <p14:xfrm>
                <a:off x="9420765" y="1447769"/>
                <a:ext cx="155160" cy="106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BEB2425-3453-334F-5C5F-DD97C7FD33E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14645" y="1441649"/>
                  <a:ext cx="167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A334123-0C64-7FE4-45B9-A95570B7DF0F}"/>
                    </a:ext>
                  </a:extLst>
                </p14:cNvPr>
                <p14:cNvContentPartPr/>
                <p14:nvPr/>
              </p14:nvContentPartPr>
              <p14:xfrm>
                <a:off x="9598245" y="1439489"/>
                <a:ext cx="175680" cy="137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A334123-0C64-7FE4-45B9-A95570B7DF0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92125" y="1433369"/>
                  <a:ext cx="187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45E52D2-FBD5-2917-15BB-0BD4DDCAF464}"/>
                    </a:ext>
                  </a:extLst>
                </p14:cNvPr>
                <p14:cNvContentPartPr/>
                <p14:nvPr/>
              </p14:nvContentPartPr>
              <p14:xfrm>
                <a:off x="9853485" y="1145369"/>
                <a:ext cx="37440" cy="433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45E52D2-FBD5-2917-15BB-0BD4DDCAF46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47365" y="1139249"/>
                  <a:ext cx="496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F05E34-AA78-AAA3-4BC3-4C2792D95C21}"/>
                    </a:ext>
                  </a:extLst>
                </p14:cNvPr>
                <p14:cNvContentPartPr/>
                <p14:nvPr/>
              </p14:nvContentPartPr>
              <p14:xfrm>
                <a:off x="9962925" y="1058249"/>
                <a:ext cx="165960" cy="178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F05E34-AA78-AAA3-4BC3-4C2792D95C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56805" y="1052129"/>
                  <a:ext cx="1782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9F8DEF8-5A5A-FCB7-17EE-95D35882BD86}"/>
              </a:ext>
            </a:extLst>
          </p:cNvPr>
          <p:cNvGrpSpPr/>
          <p:nvPr/>
        </p:nvGrpSpPr>
        <p:grpSpPr>
          <a:xfrm>
            <a:off x="7281285" y="3698129"/>
            <a:ext cx="4602240" cy="630000"/>
            <a:chOff x="7281285" y="3698129"/>
            <a:chExt cx="460224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2E390BB-1462-01E8-3294-D0E771AFD0BE}"/>
                    </a:ext>
                  </a:extLst>
                </p14:cNvPr>
                <p14:cNvContentPartPr/>
                <p14:nvPr/>
              </p14:nvContentPartPr>
              <p14:xfrm>
                <a:off x="7281285" y="3698129"/>
                <a:ext cx="4602240" cy="27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2E390BB-1462-01E8-3294-D0E771AFD0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75165" y="3692009"/>
                  <a:ext cx="4614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3F2C7D-1656-C1ED-211C-E37811741664}"/>
                    </a:ext>
                  </a:extLst>
                </p14:cNvPr>
                <p14:cNvContentPartPr/>
                <p14:nvPr/>
              </p14:nvContentPartPr>
              <p14:xfrm>
                <a:off x="11184765" y="3940769"/>
                <a:ext cx="235080" cy="324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3F2C7D-1656-C1ED-211C-E378117416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78645" y="3934649"/>
                  <a:ext cx="2473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910F3E4-403B-DB70-0FBA-941F7CFDE1CA}"/>
                    </a:ext>
                  </a:extLst>
                </p14:cNvPr>
                <p14:cNvContentPartPr/>
                <p14:nvPr/>
              </p14:nvContentPartPr>
              <p14:xfrm>
                <a:off x="11412285" y="4164329"/>
                <a:ext cx="161280" cy="134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910F3E4-403B-DB70-0FBA-941F7CFDE1C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406165" y="4158209"/>
                  <a:ext cx="173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D5E6EAB-331D-A023-66B3-0404211FAB2C}"/>
                    </a:ext>
                  </a:extLst>
                </p14:cNvPr>
                <p14:cNvContentPartPr/>
                <p14:nvPr/>
              </p14:nvContentPartPr>
              <p14:xfrm>
                <a:off x="11581485" y="4127969"/>
                <a:ext cx="154080" cy="200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D5E6EAB-331D-A023-66B3-0404211FAB2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75365" y="4121849"/>
                  <a:ext cx="16632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1144C23-18A7-AEDD-8CC8-9192A77D84C6}"/>
              </a:ext>
            </a:extLst>
          </p:cNvPr>
          <p:cNvGrpSpPr/>
          <p:nvPr/>
        </p:nvGrpSpPr>
        <p:grpSpPr>
          <a:xfrm>
            <a:off x="6716085" y="1288289"/>
            <a:ext cx="3845160" cy="2907000"/>
            <a:chOff x="6716085" y="1288289"/>
            <a:chExt cx="3845160" cy="29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35440BB-7415-088C-AB8C-63537812739C}"/>
                    </a:ext>
                  </a:extLst>
                </p14:cNvPr>
                <p14:cNvContentPartPr/>
                <p14:nvPr/>
              </p14:nvContentPartPr>
              <p14:xfrm>
                <a:off x="7414125" y="1597889"/>
                <a:ext cx="154440" cy="2597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35440BB-7415-088C-AB8C-63537812739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408005" y="1591769"/>
                  <a:ext cx="166680" cy="26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947F515-6684-C8D4-F299-4C86077A2CBE}"/>
                    </a:ext>
                  </a:extLst>
                </p14:cNvPr>
                <p14:cNvContentPartPr/>
                <p14:nvPr/>
              </p14:nvContentPartPr>
              <p14:xfrm>
                <a:off x="6716085" y="1288289"/>
                <a:ext cx="62640" cy="527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947F515-6684-C8D4-F299-4C86077A2CB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09965" y="1282169"/>
                  <a:ext cx="748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FAC1886-7CBC-A320-E2F5-531CC71ED83C}"/>
                    </a:ext>
                  </a:extLst>
                </p14:cNvPr>
                <p14:cNvContentPartPr/>
                <p14:nvPr/>
              </p14:nvContentPartPr>
              <p14:xfrm>
                <a:off x="6804285" y="1640729"/>
                <a:ext cx="93600" cy="118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FAC1886-7CBC-A320-E2F5-531CC71ED8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98165" y="1634609"/>
                  <a:ext cx="10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1EA9FB2-8BFC-69D5-09F2-4735D6AA78C5}"/>
                    </a:ext>
                  </a:extLst>
                </p14:cNvPr>
                <p14:cNvContentPartPr/>
                <p14:nvPr/>
              </p14:nvContentPartPr>
              <p14:xfrm>
                <a:off x="6929925" y="1560089"/>
                <a:ext cx="122040" cy="230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1EA9FB2-8BFC-69D5-09F2-4735D6AA78C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23805" y="1553969"/>
                  <a:ext cx="134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1B6F769-9B42-A506-287E-DF4B4D453206}"/>
                    </a:ext>
                  </a:extLst>
                </p14:cNvPr>
                <p14:cNvContentPartPr/>
                <p14:nvPr/>
              </p14:nvContentPartPr>
              <p14:xfrm>
                <a:off x="7084365" y="1596449"/>
                <a:ext cx="150840" cy="225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1B6F769-9B42-A506-287E-DF4B4D45320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78245" y="1590329"/>
                  <a:ext cx="1630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1496D2B-B79B-8D59-9F74-669BDB4F2607}"/>
                    </a:ext>
                  </a:extLst>
                </p14:cNvPr>
                <p14:cNvContentPartPr/>
                <p14:nvPr/>
              </p14:nvContentPartPr>
              <p14:xfrm>
                <a:off x="6841005" y="1580969"/>
                <a:ext cx="3720240" cy="1905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1496D2B-B79B-8D59-9F74-669BDB4F260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34885" y="1574849"/>
                  <a:ext cx="3732480" cy="191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006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2F9C-9AD8-F008-5C17-7EEEE6D4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0AEBB07-7F88-407A-F052-DD3FEFC8166B}"/>
              </a:ext>
            </a:extLst>
          </p:cNvPr>
          <p:cNvGraphicFramePr>
            <a:graphicFrameLocks noGrp="1"/>
          </p:cNvGraphicFramePr>
          <p:nvPr/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33638DD4-5E58-7B00-1BD7-BEB3D63F0D55}"/>
              </a:ext>
            </a:extLst>
          </p:cNvPr>
          <p:cNvGrpSpPr/>
          <p:nvPr/>
        </p:nvGrpSpPr>
        <p:grpSpPr>
          <a:xfrm>
            <a:off x="9661965" y="5027609"/>
            <a:ext cx="490320" cy="1253160"/>
            <a:chOff x="9661965" y="5027609"/>
            <a:chExt cx="490320" cy="12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80DFE3-5BCD-E675-05AC-D03A3C1C761C}"/>
                    </a:ext>
                  </a:extLst>
                </p14:cNvPr>
                <p14:cNvContentPartPr/>
                <p14:nvPr/>
              </p14:nvContentPartPr>
              <p14:xfrm>
                <a:off x="9698325" y="5027609"/>
                <a:ext cx="436680" cy="398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80DFE3-5BCD-E675-05AC-D03A3C1C761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92205" y="5021489"/>
                  <a:ext cx="4489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0C9FF6E-7F21-94AF-6A8C-D0D73361068E}"/>
                    </a:ext>
                  </a:extLst>
                </p14:cNvPr>
                <p14:cNvContentPartPr/>
                <p14:nvPr/>
              </p14:nvContentPartPr>
              <p14:xfrm>
                <a:off x="9736485" y="5377889"/>
                <a:ext cx="345240" cy="465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0C9FF6E-7F21-94AF-6A8C-D0D7336106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30365" y="5371769"/>
                  <a:ext cx="35748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4833AC9-DE42-A837-07E8-DE9AC60AD609}"/>
                    </a:ext>
                  </a:extLst>
                </p14:cNvPr>
                <p14:cNvContentPartPr/>
                <p14:nvPr/>
              </p14:nvContentPartPr>
              <p14:xfrm>
                <a:off x="9661965" y="5735009"/>
                <a:ext cx="490320" cy="54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4833AC9-DE42-A837-07E8-DE9AC60AD60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5845" y="5728889"/>
                  <a:ext cx="502560" cy="55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977194A-804C-703D-0385-CF8B6FE95D1C}"/>
              </a:ext>
            </a:extLst>
          </p:cNvPr>
          <p:cNvGrpSpPr/>
          <p:nvPr/>
        </p:nvGrpSpPr>
        <p:grpSpPr>
          <a:xfrm>
            <a:off x="6640485" y="446969"/>
            <a:ext cx="608040" cy="292320"/>
            <a:chOff x="6640485" y="446969"/>
            <a:chExt cx="60804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FC3AC83-6CDC-53E3-898E-FC0916924691}"/>
                    </a:ext>
                  </a:extLst>
                </p14:cNvPr>
                <p14:cNvContentPartPr/>
                <p14:nvPr/>
              </p14:nvContentPartPr>
              <p14:xfrm>
                <a:off x="6640485" y="446969"/>
                <a:ext cx="31320" cy="292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FC3AC83-6CDC-53E3-898E-FC09169246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34365" y="440849"/>
                  <a:ext cx="43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68D9F75-E6E6-55E6-18BE-C695C8921F79}"/>
                    </a:ext>
                  </a:extLst>
                </p14:cNvPr>
                <p14:cNvContentPartPr/>
                <p14:nvPr/>
              </p14:nvContentPartPr>
              <p14:xfrm>
                <a:off x="6778365" y="574769"/>
                <a:ext cx="126000" cy="146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68D9F75-E6E6-55E6-18BE-C695C8921F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72245" y="568649"/>
                  <a:ext cx="138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65ADF7-E8A2-BA92-8AC7-5B00C7323140}"/>
                    </a:ext>
                  </a:extLst>
                </p14:cNvPr>
                <p14:cNvContentPartPr/>
                <p14:nvPr/>
              </p14:nvContentPartPr>
              <p14:xfrm>
                <a:off x="6949725" y="559289"/>
                <a:ext cx="108000" cy="165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65ADF7-E8A2-BA92-8AC7-5B00C73231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43605" y="553169"/>
                  <a:ext cx="120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16588C1-F454-40B9-BAEB-6B16324CCD5B}"/>
                    </a:ext>
                  </a:extLst>
                </p14:cNvPr>
                <p14:cNvContentPartPr/>
                <p14:nvPr/>
              </p14:nvContentPartPr>
              <p14:xfrm>
                <a:off x="7132245" y="550289"/>
                <a:ext cx="116280" cy="187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16588C1-F454-40B9-BAEB-6B16324CCD5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26125" y="544169"/>
                  <a:ext cx="1285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83AF7A6-1C73-3222-A003-5B3417E8763A}"/>
              </a:ext>
            </a:extLst>
          </p:cNvPr>
          <p:cNvGrpSpPr/>
          <p:nvPr/>
        </p:nvGrpSpPr>
        <p:grpSpPr>
          <a:xfrm>
            <a:off x="7492605" y="581249"/>
            <a:ext cx="193680" cy="126720"/>
            <a:chOff x="7492605" y="581249"/>
            <a:chExt cx="193680" cy="1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67A1266-9EE4-BB15-C30E-C6113914D8EF}"/>
                    </a:ext>
                  </a:extLst>
                </p14:cNvPr>
                <p14:cNvContentPartPr/>
                <p14:nvPr/>
              </p14:nvContentPartPr>
              <p14:xfrm>
                <a:off x="7492605" y="581249"/>
                <a:ext cx="191160" cy="48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67A1266-9EE4-BB15-C30E-C6113914D8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86485" y="575129"/>
                  <a:ext cx="203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69B391-AAE2-AF26-77FD-692A5382C16C}"/>
                    </a:ext>
                  </a:extLst>
                </p14:cNvPr>
                <p14:cNvContentPartPr/>
                <p14:nvPr/>
              </p14:nvContentPartPr>
              <p14:xfrm>
                <a:off x="7563885" y="690689"/>
                <a:ext cx="122400" cy="17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69B391-AAE2-AF26-77FD-692A5382C1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57765" y="684569"/>
                  <a:ext cx="13464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BACAFE3-839A-5374-32B7-BF5C05C0DB29}"/>
                  </a:ext>
                </a:extLst>
              </p14:cNvPr>
              <p14:cNvContentPartPr/>
              <p14:nvPr/>
            </p14:nvContentPartPr>
            <p14:xfrm>
              <a:off x="7944045" y="379649"/>
              <a:ext cx="68400" cy="5439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BACAFE3-839A-5374-32B7-BF5C05C0DB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37925" y="373529"/>
                <a:ext cx="80640" cy="55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3213C391-E10D-F4F5-FF25-A3F7996EDE11}"/>
              </a:ext>
            </a:extLst>
          </p:cNvPr>
          <p:cNvGrpSpPr/>
          <p:nvPr/>
        </p:nvGrpSpPr>
        <p:grpSpPr>
          <a:xfrm>
            <a:off x="8203605" y="405209"/>
            <a:ext cx="294840" cy="362160"/>
            <a:chOff x="8203605" y="405209"/>
            <a:chExt cx="29484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4C594C9-3969-FA01-5DA8-77FAF4E7D907}"/>
                    </a:ext>
                  </a:extLst>
                </p14:cNvPr>
                <p14:cNvContentPartPr/>
                <p14:nvPr/>
              </p14:nvContentPartPr>
              <p14:xfrm>
                <a:off x="8203605" y="405209"/>
                <a:ext cx="54360" cy="362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4C594C9-3969-FA01-5DA8-77FAF4E7D9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97485" y="399089"/>
                  <a:ext cx="666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218D7B7-039A-7C74-B891-8A390E2E11FB}"/>
                    </a:ext>
                  </a:extLst>
                </p14:cNvPr>
                <p14:cNvContentPartPr/>
                <p14:nvPr/>
              </p14:nvContentPartPr>
              <p14:xfrm>
                <a:off x="8383245" y="522929"/>
                <a:ext cx="115200" cy="181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218D7B7-039A-7C74-B891-8A390E2E11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77125" y="516809"/>
                  <a:ext cx="127440" cy="19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4089C24-8BC2-1126-5FBE-686E13DD720B}"/>
                  </a:ext>
                </a:extLst>
              </p14:cNvPr>
              <p14:cNvContentPartPr/>
              <p14:nvPr/>
            </p14:nvContentPartPr>
            <p14:xfrm>
              <a:off x="8762685" y="623729"/>
              <a:ext cx="246960" cy="219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4089C24-8BC2-1126-5FBE-686E13DD720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56565" y="617609"/>
                <a:ext cx="259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A394B95-524A-AE20-C243-D5C482A55BFD}"/>
                  </a:ext>
                </a:extLst>
              </p14:cNvPr>
              <p14:cNvContentPartPr/>
              <p14:nvPr/>
            </p14:nvContentPartPr>
            <p14:xfrm>
              <a:off x="9325005" y="435809"/>
              <a:ext cx="11160" cy="488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A394B95-524A-AE20-C243-D5C482A55BF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18885" y="429689"/>
                <a:ext cx="2340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1E93AC82-C8BE-6DA3-2EA3-B5FA7340C317}"/>
                  </a:ext>
                </a:extLst>
              </p14:cNvPr>
              <p14:cNvContentPartPr/>
              <p14:nvPr/>
            </p14:nvContentPartPr>
            <p14:xfrm>
              <a:off x="9638205" y="607529"/>
              <a:ext cx="367200" cy="306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1E93AC82-C8BE-6DA3-2EA3-B5FA7340C3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32085" y="601409"/>
                <a:ext cx="3794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E9664B6-781B-704A-B1F3-8D75540225F3}"/>
              </a:ext>
            </a:extLst>
          </p:cNvPr>
          <p:cNvGrpSpPr/>
          <p:nvPr/>
        </p:nvGrpSpPr>
        <p:grpSpPr>
          <a:xfrm>
            <a:off x="10275765" y="309809"/>
            <a:ext cx="1195200" cy="736920"/>
            <a:chOff x="10275765" y="309809"/>
            <a:chExt cx="1195200" cy="73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659F86B-9C02-D61E-D87A-51B43CA92A88}"/>
                    </a:ext>
                  </a:extLst>
                </p14:cNvPr>
                <p14:cNvContentPartPr/>
                <p14:nvPr/>
              </p14:nvContentPartPr>
              <p14:xfrm>
                <a:off x="10275765" y="500249"/>
                <a:ext cx="276480" cy="315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659F86B-9C02-D61E-D87A-51B43CA92A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69645" y="494129"/>
                  <a:ext cx="288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F3C5AE-80CE-7A50-5DD9-604CAD91436D}"/>
                    </a:ext>
                  </a:extLst>
                </p14:cNvPr>
                <p14:cNvContentPartPr/>
                <p14:nvPr/>
              </p14:nvContentPartPr>
              <p14:xfrm>
                <a:off x="10608765" y="677009"/>
                <a:ext cx="106200" cy="155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F3C5AE-80CE-7A50-5DD9-604CAD9143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02645" y="670889"/>
                  <a:ext cx="118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BF190AA-6BB6-E1AB-D895-690984DEE933}"/>
                    </a:ext>
                  </a:extLst>
                </p14:cNvPr>
                <p14:cNvContentPartPr/>
                <p14:nvPr/>
              </p14:nvContentPartPr>
              <p14:xfrm>
                <a:off x="10775805" y="671249"/>
                <a:ext cx="162360" cy="175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BF190AA-6BB6-E1AB-D895-690984DEE9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69685" y="665129"/>
                  <a:ext cx="174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166B63E-8E93-8C44-17F3-450329405CB5}"/>
                    </a:ext>
                  </a:extLst>
                </p14:cNvPr>
                <p14:cNvContentPartPr/>
                <p14:nvPr/>
              </p14:nvContentPartPr>
              <p14:xfrm>
                <a:off x="11002965" y="410609"/>
                <a:ext cx="131040" cy="636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166B63E-8E93-8C44-17F3-450329405C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96845" y="404489"/>
                  <a:ext cx="14328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377A9D-BF6C-0647-8364-59D087C424E4}"/>
                    </a:ext>
                  </a:extLst>
                </p14:cNvPr>
                <p14:cNvContentPartPr/>
                <p14:nvPr/>
              </p14:nvContentPartPr>
              <p14:xfrm>
                <a:off x="11244165" y="309809"/>
                <a:ext cx="226800" cy="20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377A9D-BF6C-0647-8364-59D087C424E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38045" y="303689"/>
                  <a:ext cx="2390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9F21608-B445-68F4-B466-9DCFEADE9E58}"/>
              </a:ext>
            </a:extLst>
          </p:cNvPr>
          <p:cNvGrpSpPr/>
          <p:nvPr/>
        </p:nvGrpSpPr>
        <p:grpSpPr>
          <a:xfrm>
            <a:off x="7498725" y="1058249"/>
            <a:ext cx="2630160" cy="576360"/>
            <a:chOff x="7498725" y="1058249"/>
            <a:chExt cx="263016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8C92DB1-EDFC-30E8-E84E-45726F34CFC0}"/>
                    </a:ext>
                  </a:extLst>
                </p14:cNvPr>
                <p14:cNvContentPartPr/>
                <p14:nvPr/>
              </p14:nvContentPartPr>
              <p14:xfrm>
                <a:off x="7554885" y="1287929"/>
                <a:ext cx="192240" cy="14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8C92DB1-EDFC-30E8-E84E-45726F34CF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48765" y="1281809"/>
                  <a:ext cx="204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FF7A154-23AB-CF3A-6981-C017F7E432D8}"/>
                    </a:ext>
                  </a:extLst>
                </p14:cNvPr>
                <p14:cNvContentPartPr/>
                <p14:nvPr/>
              </p14:nvContentPartPr>
              <p14:xfrm>
                <a:off x="7498725" y="1425449"/>
                <a:ext cx="263160" cy="42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FF7A154-23AB-CF3A-6981-C017F7E432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92605" y="1419329"/>
                  <a:ext cx="275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2824C7-3C09-732C-6945-C1B782E347D3}"/>
                    </a:ext>
                  </a:extLst>
                </p14:cNvPr>
                <p14:cNvContentPartPr/>
                <p14:nvPr/>
              </p14:nvContentPartPr>
              <p14:xfrm>
                <a:off x="7969245" y="1103249"/>
                <a:ext cx="74520" cy="393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2824C7-3C09-732C-6945-C1B782E347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63125" y="1097129"/>
                  <a:ext cx="867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AC764D5-58C0-40CA-1DBB-CB59F80EA846}"/>
                    </a:ext>
                  </a:extLst>
                </p14:cNvPr>
                <p14:cNvContentPartPr/>
                <p14:nvPr/>
              </p14:nvContentPartPr>
              <p14:xfrm>
                <a:off x="8132325" y="1163009"/>
                <a:ext cx="117720" cy="471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AC764D5-58C0-40CA-1DBB-CB59F80EA84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26205" y="1156889"/>
                  <a:ext cx="1299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41822AA-BBD5-715D-99D9-5DCD9BDE6F30}"/>
                    </a:ext>
                  </a:extLst>
                </p14:cNvPr>
                <p14:cNvContentPartPr/>
                <p14:nvPr/>
              </p14:nvContentPartPr>
              <p14:xfrm>
                <a:off x="8387925" y="1307729"/>
                <a:ext cx="370440" cy="10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41822AA-BBD5-715D-99D9-5DCD9BDE6F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81805" y="1301609"/>
                  <a:ext cx="382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12E4467-3AF9-78E8-687C-41D070B64ED6}"/>
                    </a:ext>
                  </a:extLst>
                </p14:cNvPr>
                <p14:cNvContentPartPr/>
                <p14:nvPr/>
              </p14:nvContentPartPr>
              <p14:xfrm>
                <a:off x="9046365" y="1105769"/>
                <a:ext cx="354960" cy="436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12E4467-3AF9-78E8-687C-41D070B64ED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40245" y="1099649"/>
                  <a:ext cx="3672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E10CE74-E650-8072-697C-977EB4F2B6DD}"/>
                    </a:ext>
                  </a:extLst>
                </p14:cNvPr>
                <p14:cNvContentPartPr/>
                <p14:nvPr/>
              </p14:nvContentPartPr>
              <p14:xfrm>
                <a:off x="9420765" y="1447769"/>
                <a:ext cx="155160" cy="106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E10CE74-E650-8072-697C-977EB4F2B6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14645" y="1441649"/>
                  <a:ext cx="167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02D7F60-38FF-A344-094C-AAE45BBB3268}"/>
                    </a:ext>
                  </a:extLst>
                </p14:cNvPr>
                <p14:cNvContentPartPr/>
                <p14:nvPr/>
              </p14:nvContentPartPr>
              <p14:xfrm>
                <a:off x="9598245" y="1439489"/>
                <a:ext cx="175680" cy="137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02D7F60-38FF-A344-094C-AAE45BBB32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92125" y="1433369"/>
                  <a:ext cx="187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DBC8181-692E-9A71-1DA0-936E66ED371F}"/>
                    </a:ext>
                  </a:extLst>
                </p14:cNvPr>
                <p14:cNvContentPartPr/>
                <p14:nvPr/>
              </p14:nvContentPartPr>
              <p14:xfrm>
                <a:off x="9853485" y="1145369"/>
                <a:ext cx="37440" cy="433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DBC8181-692E-9A71-1DA0-936E66ED371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47365" y="1139249"/>
                  <a:ext cx="496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241EDF9-A099-B9C2-06E6-3FA208397C33}"/>
                    </a:ext>
                  </a:extLst>
                </p14:cNvPr>
                <p14:cNvContentPartPr/>
                <p14:nvPr/>
              </p14:nvContentPartPr>
              <p14:xfrm>
                <a:off x="9962925" y="1058249"/>
                <a:ext cx="165960" cy="178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241EDF9-A099-B9C2-06E6-3FA208397C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56805" y="1052129"/>
                  <a:ext cx="1782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EBC9472-422A-B7DB-5C3F-8DBE567049C7}"/>
              </a:ext>
            </a:extLst>
          </p:cNvPr>
          <p:cNvGrpSpPr/>
          <p:nvPr/>
        </p:nvGrpSpPr>
        <p:grpSpPr>
          <a:xfrm>
            <a:off x="7281285" y="3698129"/>
            <a:ext cx="4602240" cy="630000"/>
            <a:chOff x="7281285" y="3698129"/>
            <a:chExt cx="460224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7AE1E32-E4A0-50C5-9CFC-A3B6EABC5C43}"/>
                    </a:ext>
                  </a:extLst>
                </p14:cNvPr>
                <p14:cNvContentPartPr/>
                <p14:nvPr/>
              </p14:nvContentPartPr>
              <p14:xfrm>
                <a:off x="7281285" y="3698129"/>
                <a:ext cx="4602240" cy="27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7AE1E32-E4A0-50C5-9CFC-A3B6EABC5C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75165" y="3692009"/>
                  <a:ext cx="4614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D08FF7D-DB09-7502-5935-827386D1A752}"/>
                    </a:ext>
                  </a:extLst>
                </p14:cNvPr>
                <p14:cNvContentPartPr/>
                <p14:nvPr/>
              </p14:nvContentPartPr>
              <p14:xfrm>
                <a:off x="11184765" y="3940769"/>
                <a:ext cx="235080" cy="324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D08FF7D-DB09-7502-5935-827386D1A75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78645" y="3934649"/>
                  <a:ext cx="2473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A1520D0-1445-6FBA-1360-6E346B862F5C}"/>
                    </a:ext>
                  </a:extLst>
                </p14:cNvPr>
                <p14:cNvContentPartPr/>
                <p14:nvPr/>
              </p14:nvContentPartPr>
              <p14:xfrm>
                <a:off x="11412285" y="4164329"/>
                <a:ext cx="161280" cy="134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A1520D0-1445-6FBA-1360-6E346B862F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06165" y="4158209"/>
                  <a:ext cx="173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D2E3847-2523-FD84-248B-3ACF26A7075C}"/>
                    </a:ext>
                  </a:extLst>
                </p14:cNvPr>
                <p14:cNvContentPartPr/>
                <p14:nvPr/>
              </p14:nvContentPartPr>
              <p14:xfrm>
                <a:off x="11581485" y="4127969"/>
                <a:ext cx="154080" cy="200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D2E3847-2523-FD84-248B-3ACF26A707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75365" y="4121849"/>
                  <a:ext cx="16632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22E6DAB-01A8-547C-42F6-567B41C32271}"/>
              </a:ext>
            </a:extLst>
          </p:cNvPr>
          <p:cNvGrpSpPr/>
          <p:nvPr/>
        </p:nvGrpSpPr>
        <p:grpSpPr>
          <a:xfrm>
            <a:off x="6716085" y="1288289"/>
            <a:ext cx="3845160" cy="2907000"/>
            <a:chOff x="6716085" y="1288289"/>
            <a:chExt cx="3845160" cy="29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4BCECF2-40D5-560C-C4E6-687B9F7E3531}"/>
                    </a:ext>
                  </a:extLst>
                </p14:cNvPr>
                <p14:cNvContentPartPr/>
                <p14:nvPr/>
              </p14:nvContentPartPr>
              <p14:xfrm>
                <a:off x="7414125" y="1597889"/>
                <a:ext cx="154440" cy="2597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4BCECF2-40D5-560C-C4E6-687B9F7E35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08005" y="1591769"/>
                  <a:ext cx="166680" cy="26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498A474-CCE5-4752-DECF-FCC15ECD86E3}"/>
                    </a:ext>
                  </a:extLst>
                </p14:cNvPr>
                <p14:cNvContentPartPr/>
                <p14:nvPr/>
              </p14:nvContentPartPr>
              <p14:xfrm>
                <a:off x="6716085" y="1288289"/>
                <a:ext cx="62640" cy="527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498A474-CCE5-4752-DECF-FCC15ECD86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09965" y="1282169"/>
                  <a:ext cx="748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72B584B-CC26-B52F-D06D-4C3E31331C24}"/>
                    </a:ext>
                  </a:extLst>
                </p14:cNvPr>
                <p14:cNvContentPartPr/>
                <p14:nvPr/>
              </p14:nvContentPartPr>
              <p14:xfrm>
                <a:off x="6804285" y="1640729"/>
                <a:ext cx="93600" cy="118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72B584B-CC26-B52F-D06D-4C3E31331C2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98165" y="1634609"/>
                  <a:ext cx="10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CE72A3C-7702-0F91-FF00-FA4BD425510E}"/>
                    </a:ext>
                  </a:extLst>
                </p14:cNvPr>
                <p14:cNvContentPartPr/>
                <p14:nvPr/>
              </p14:nvContentPartPr>
              <p14:xfrm>
                <a:off x="6929925" y="1560089"/>
                <a:ext cx="122040" cy="230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CE72A3C-7702-0F91-FF00-FA4BD42551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23805" y="1553969"/>
                  <a:ext cx="134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4917357-6519-1D51-1F71-8DD13AB54164}"/>
                    </a:ext>
                  </a:extLst>
                </p14:cNvPr>
                <p14:cNvContentPartPr/>
                <p14:nvPr/>
              </p14:nvContentPartPr>
              <p14:xfrm>
                <a:off x="7084365" y="1596449"/>
                <a:ext cx="150840" cy="225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4917357-6519-1D51-1F71-8DD13AB541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78245" y="1590329"/>
                  <a:ext cx="1630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DE2993F-3CE8-AAC8-7873-27C43DED2C5E}"/>
                    </a:ext>
                  </a:extLst>
                </p14:cNvPr>
                <p14:cNvContentPartPr/>
                <p14:nvPr/>
              </p14:nvContentPartPr>
              <p14:xfrm>
                <a:off x="6841005" y="1580969"/>
                <a:ext cx="3720240" cy="1905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DE2993F-3CE8-AAC8-7873-27C43DED2C5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34885" y="1574849"/>
                  <a:ext cx="3732480" cy="19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23A466E-75F6-3203-DC73-40A14A34589B}"/>
                  </a:ext>
                </a:extLst>
              </p14:cNvPr>
              <p14:cNvContentPartPr/>
              <p14:nvPr/>
            </p14:nvContentPartPr>
            <p14:xfrm>
              <a:off x="8624445" y="4027169"/>
              <a:ext cx="6120" cy="94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23A466E-75F6-3203-DC73-40A14A34589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18325" y="4021049"/>
                <a:ext cx="183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C8F7D2C-63D1-6B33-46FE-87130EDDD8B9}"/>
                  </a:ext>
                </a:extLst>
              </p14:cNvPr>
              <p14:cNvContentPartPr/>
              <p14:nvPr/>
            </p14:nvContentPartPr>
            <p14:xfrm>
              <a:off x="8626605" y="4257209"/>
              <a:ext cx="15840" cy="101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C8F7D2C-63D1-6B33-46FE-87130EDDD8B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20485" y="4251089"/>
                <a:ext cx="280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8462CDB-50D8-D09D-759D-B18BFCFD8C00}"/>
                  </a:ext>
                </a:extLst>
              </p14:cNvPr>
              <p14:cNvContentPartPr/>
              <p14:nvPr/>
            </p14:nvContentPartPr>
            <p14:xfrm>
              <a:off x="11307885" y="4399769"/>
              <a:ext cx="251280" cy="167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8462CDB-50D8-D09D-759D-B18BFCFD8C0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301765" y="4393649"/>
                <a:ext cx="2635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DA401E7-D843-8F95-C8D9-2834D21FBB8C}"/>
                  </a:ext>
                </a:extLst>
              </p:cNvPr>
              <p:cNvSpPr txBox="1"/>
              <p:nvPr/>
            </p:nvSpPr>
            <p:spPr>
              <a:xfrm>
                <a:off x="2511561" y="6042780"/>
                <a:ext cx="7341924" cy="626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DA401E7-D843-8F95-C8D9-2834D21FB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561" y="6042780"/>
                <a:ext cx="7341924" cy="626069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A3F83C1-FC5F-6BE0-03CC-B680CFBE18F6}"/>
                  </a:ext>
                </a:extLst>
              </p14:cNvPr>
              <p14:cNvContentPartPr/>
              <p14:nvPr/>
            </p14:nvContentPartPr>
            <p14:xfrm>
              <a:off x="8443365" y="6061169"/>
              <a:ext cx="860760" cy="645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A3F83C1-FC5F-6BE0-03CC-B680CFBE18F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437245" y="6055049"/>
                <a:ext cx="873000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A8FF38C-EC2A-8487-A383-BCFCAD2F024F}"/>
                  </a:ext>
                </a:extLst>
              </p14:cNvPr>
              <p14:cNvContentPartPr/>
              <p14:nvPr/>
            </p14:nvContentPartPr>
            <p14:xfrm>
              <a:off x="424725" y="494129"/>
              <a:ext cx="192240" cy="3052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A8FF38C-EC2A-8487-A383-BCFCAD2F024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18605" y="488009"/>
                <a:ext cx="2044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B947B87-1BD2-6056-942C-BAD6F9265E0D}"/>
                  </a:ext>
                </a:extLst>
              </p14:cNvPr>
              <p14:cNvContentPartPr/>
              <p14:nvPr/>
            </p14:nvContentPartPr>
            <p14:xfrm>
              <a:off x="671325" y="536969"/>
              <a:ext cx="535680" cy="2419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B947B87-1BD2-6056-942C-BAD6F9265E0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65205" y="530849"/>
                <a:ext cx="5479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32A6809-C3B2-9938-532A-8BB1E69B67B9}"/>
                  </a:ext>
                </a:extLst>
              </p14:cNvPr>
              <p14:cNvContentPartPr/>
              <p14:nvPr/>
            </p14:nvContentPartPr>
            <p14:xfrm>
              <a:off x="1223205" y="747209"/>
              <a:ext cx="360" cy="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32A6809-C3B2-9938-532A-8BB1E69B67B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217085" y="7410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DE0B80FC-79BA-7342-9FD4-2122F88E4FAE}"/>
                  </a:ext>
                </a:extLst>
              </p14:cNvPr>
              <p14:cNvContentPartPr/>
              <p14:nvPr/>
            </p14:nvContentPartPr>
            <p14:xfrm>
              <a:off x="2496885" y="1826849"/>
              <a:ext cx="865080" cy="100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DE0B80FC-79BA-7342-9FD4-2122F88E4FA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490765" y="1820729"/>
                <a:ext cx="8773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39417585-BE6C-99AD-C7B4-DF56632DA6DF}"/>
                  </a:ext>
                </a:extLst>
              </p14:cNvPr>
              <p14:cNvContentPartPr/>
              <p14:nvPr/>
            </p14:nvContentPartPr>
            <p14:xfrm>
              <a:off x="8585205" y="6525929"/>
              <a:ext cx="600840" cy="990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39417585-BE6C-99AD-C7B4-DF56632DA6DF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579085" y="6519809"/>
                <a:ext cx="6130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A432A2F-4971-A2D1-D0A0-3B215EF0CEFA}"/>
                  </a:ext>
                </a:extLst>
              </p14:cNvPr>
              <p14:cNvContentPartPr/>
              <p14:nvPr/>
            </p14:nvContentPartPr>
            <p14:xfrm>
              <a:off x="7729845" y="6574889"/>
              <a:ext cx="497520" cy="770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A432A2F-4971-A2D1-D0A0-3B215EF0CEF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723725" y="6568769"/>
                <a:ext cx="5097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5FF2889B-B2F2-222C-BDB5-0EC14381AFB8}"/>
                  </a:ext>
                </a:extLst>
              </p14:cNvPr>
              <p14:cNvContentPartPr/>
              <p14:nvPr/>
            </p14:nvContentPartPr>
            <p14:xfrm>
              <a:off x="7842885" y="6552929"/>
              <a:ext cx="331200" cy="763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5FF2889B-B2F2-222C-BDB5-0EC14381AFB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836765" y="6546809"/>
                <a:ext cx="34344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707CC72A-B1B0-C352-6AA6-AEBD100E5E42}"/>
              </a:ext>
            </a:extLst>
          </p:cNvPr>
          <p:cNvGrpSpPr/>
          <p:nvPr/>
        </p:nvGrpSpPr>
        <p:grpSpPr>
          <a:xfrm>
            <a:off x="424005" y="2373689"/>
            <a:ext cx="780840" cy="321480"/>
            <a:chOff x="424005" y="2373689"/>
            <a:chExt cx="78084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28FF916-C2C4-A22F-18D5-44A9E1AF06C6}"/>
                    </a:ext>
                  </a:extLst>
                </p14:cNvPr>
                <p14:cNvContentPartPr/>
                <p14:nvPr/>
              </p14:nvContentPartPr>
              <p14:xfrm>
                <a:off x="424005" y="2415089"/>
                <a:ext cx="159120" cy="2800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28FF916-C2C4-A22F-18D5-44A9E1AF06C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17885" y="2408969"/>
                  <a:ext cx="1713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0E84679-8468-1B65-04D4-B1BE86B74455}"/>
                    </a:ext>
                  </a:extLst>
                </p14:cNvPr>
                <p14:cNvContentPartPr/>
                <p14:nvPr/>
              </p14:nvContentPartPr>
              <p14:xfrm>
                <a:off x="619845" y="2373689"/>
                <a:ext cx="270720" cy="2494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0E84679-8468-1B65-04D4-B1BE86B7445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3725" y="2367569"/>
                  <a:ext cx="282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AE372EC-54A3-3058-A4B9-8BC18CF74DA8}"/>
                    </a:ext>
                  </a:extLst>
                </p14:cNvPr>
                <p14:cNvContentPartPr/>
                <p14:nvPr/>
              </p14:nvContentPartPr>
              <p14:xfrm>
                <a:off x="926565" y="2401049"/>
                <a:ext cx="278280" cy="241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AE372EC-54A3-3058-A4B9-8BC18CF74DA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20445" y="2394929"/>
                  <a:ext cx="29052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66E35E59-180D-BBD0-EAF4-FFE4926FC51D}"/>
              </a:ext>
            </a:extLst>
          </p:cNvPr>
          <p:cNvGrpSpPr/>
          <p:nvPr/>
        </p:nvGrpSpPr>
        <p:grpSpPr>
          <a:xfrm>
            <a:off x="5406765" y="3780569"/>
            <a:ext cx="2239200" cy="1272960"/>
            <a:chOff x="5406765" y="3780569"/>
            <a:chExt cx="2239200" cy="12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7BD0736-A3C0-22F6-70B3-4C80B22E327B}"/>
                    </a:ext>
                  </a:extLst>
                </p14:cNvPr>
                <p14:cNvContentPartPr/>
                <p14:nvPr/>
              </p14:nvContentPartPr>
              <p14:xfrm>
                <a:off x="5479845" y="3780569"/>
                <a:ext cx="2166120" cy="1262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7BD0736-A3C0-22F6-70B3-4C80B22E327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73725" y="3774449"/>
                  <a:ext cx="2178360" cy="12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5100182-66FB-AFE3-9F31-2C175F8A3D5B}"/>
                    </a:ext>
                  </a:extLst>
                </p14:cNvPr>
                <p14:cNvContentPartPr/>
                <p14:nvPr/>
              </p14:nvContentPartPr>
              <p14:xfrm>
                <a:off x="5440605" y="4761569"/>
                <a:ext cx="172800" cy="291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5100182-66FB-AFE3-9F31-2C175F8A3D5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34485" y="4755449"/>
                  <a:ext cx="1850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EAFBCD0-B09C-36F7-B7AA-1654E6A4AD18}"/>
                    </a:ext>
                  </a:extLst>
                </p14:cNvPr>
                <p14:cNvContentPartPr/>
                <p14:nvPr/>
              </p14:nvContentPartPr>
              <p14:xfrm>
                <a:off x="5406765" y="4237409"/>
                <a:ext cx="295920" cy="406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EAFBCD0-B09C-36F7-B7AA-1654E6A4AD1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00645" y="4231289"/>
                  <a:ext cx="3081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653F462-A8D3-2B87-35A8-6F63E1D8ECD7}"/>
                    </a:ext>
                  </a:extLst>
                </p14:cNvPr>
                <p14:cNvContentPartPr/>
                <p14:nvPr/>
              </p14:nvContentPartPr>
              <p14:xfrm>
                <a:off x="5833005" y="4380329"/>
                <a:ext cx="25920" cy="2098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653F462-A8D3-2B87-35A8-6F63E1D8ECD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826885" y="4374209"/>
                  <a:ext cx="38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FBEF123-5909-1BAC-2A6F-AB3FDD6AA6A3}"/>
                    </a:ext>
                  </a:extLst>
                </p14:cNvPr>
                <p14:cNvContentPartPr/>
                <p14:nvPr/>
              </p14:nvContentPartPr>
              <p14:xfrm>
                <a:off x="5889525" y="4366289"/>
                <a:ext cx="257760" cy="1098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FBEF123-5909-1BAC-2A6F-AB3FDD6AA6A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83405" y="4360169"/>
                  <a:ext cx="2700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083B9BF-4D1B-85A3-DCD4-DD28FBE717B4}"/>
              </a:ext>
            </a:extLst>
          </p:cNvPr>
          <p:cNvGrpSpPr/>
          <p:nvPr/>
        </p:nvGrpSpPr>
        <p:grpSpPr>
          <a:xfrm>
            <a:off x="1477005" y="332129"/>
            <a:ext cx="10294920" cy="3565800"/>
            <a:chOff x="1477005" y="332129"/>
            <a:chExt cx="10294920" cy="356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43E2A0-EE3B-5D86-72D0-019A3DC6B783}"/>
                    </a:ext>
                  </a:extLst>
                </p14:cNvPr>
                <p14:cNvContentPartPr/>
                <p14:nvPr/>
              </p14:nvContentPartPr>
              <p14:xfrm>
                <a:off x="8557485" y="853769"/>
                <a:ext cx="11520" cy="141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43E2A0-EE3B-5D86-72D0-019A3DC6B78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551365" y="847649"/>
                  <a:ext cx="23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D2776F-0F61-8B45-FA7B-5BBC10FB1ABA}"/>
                    </a:ext>
                  </a:extLst>
                </p14:cNvPr>
                <p14:cNvContentPartPr/>
                <p14:nvPr/>
              </p14:nvContentPartPr>
              <p14:xfrm>
                <a:off x="8557485" y="1187129"/>
                <a:ext cx="10800" cy="174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1D2776F-0F61-8B45-FA7B-5BBC10FB1AB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551365" y="1181009"/>
                  <a:ext cx="23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7BC09E-1523-55FB-6830-25959343D440}"/>
                    </a:ext>
                  </a:extLst>
                </p14:cNvPr>
                <p14:cNvContentPartPr/>
                <p14:nvPr/>
              </p14:nvContentPartPr>
              <p14:xfrm>
                <a:off x="8562885" y="1532009"/>
                <a:ext cx="7560" cy="116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7BC09E-1523-55FB-6830-25959343D44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556765" y="1525889"/>
                  <a:ext cx="19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89CA56-454F-FD35-32E4-5A58EBA57E52}"/>
                    </a:ext>
                  </a:extLst>
                </p14:cNvPr>
                <p14:cNvContentPartPr/>
                <p14:nvPr/>
              </p14:nvContentPartPr>
              <p14:xfrm>
                <a:off x="8568285" y="1843409"/>
                <a:ext cx="6120" cy="142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89CA56-454F-FD35-32E4-5A58EBA57E5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562165" y="1837289"/>
                  <a:ext cx="183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010A6F-7E91-39A1-B8D0-3386D348CEAD}"/>
                    </a:ext>
                  </a:extLst>
                </p14:cNvPr>
                <p14:cNvContentPartPr/>
                <p14:nvPr/>
              </p14:nvContentPartPr>
              <p14:xfrm>
                <a:off x="8562885" y="2176769"/>
                <a:ext cx="16200" cy="213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010A6F-7E91-39A1-B8D0-3386D348CEA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56765" y="2170649"/>
                  <a:ext cx="28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83E60A-5CD6-3FC1-2CF8-3A96DEAE6289}"/>
                    </a:ext>
                  </a:extLst>
                </p14:cNvPr>
                <p14:cNvContentPartPr/>
                <p14:nvPr/>
              </p14:nvContentPartPr>
              <p14:xfrm>
                <a:off x="8613285" y="2555489"/>
                <a:ext cx="6120" cy="14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83E60A-5CD6-3FC1-2CF8-3A96DEAE628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07165" y="2549369"/>
                  <a:ext cx="18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1DADE88-A604-89F4-A8F6-F68F5748B90C}"/>
                    </a:ext>
                  </a:extLst>
                </p14:cNvPr>
                <p14:cNvContentPartPr/>
                <p14:nvPr/>
              </p14:nvContentPartPr>
              <p14:xfrm>
                <a:off x="10970565" y="1406729"/>
                <a:ext cx="158400" cy="232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1DADE88-A604-89F4-A8F6-F68F5748B90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964445" y="1400609"/>
                  <a:ext cx="170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93062DF-CCD7-9606-1747-AEF26CF37080}"/>
                    </a:ext>
                  </a:extLst>
                </p14:cNvPr>
                <p14:cNvContentPartPr/>
                <p14:nvPr/>
              </p14:nvContentPartPr>
              <p14:xfrm>
                <a:off x="11187645" y="1271369"/>
                <a:ext cx="185040" cy="329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93062DF-CCD7-9606-1747-AEF26CF3708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181525" y="1265249"/>
                  <a:ext cx="1972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2832954-AF13-7D81-CD16-A4F040823A2C}"/>
                    </a:ext>
                  </a:extLst>
                </p14:cNvPr>
                <p14:cNvContentPartPr/>
                <p14:nvPr/>
              </p14:nvContentPartPr>
              <p14:xfrm>
                <a:off x="11426325" y="1366409"/>
                <a:ext cx="60840" cy="448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2832954-AF13-7D81-CD16-A4F040823A2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420205" y="1360289"/>
                  <a:ext cx="730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799863F-81B7-514C-1D54-EB1139E18DCD}"/>
                    </a:ext>
                  </a:extLst>
                </p14:cNvPr>
                <p14:cNvContentPartPr/>
                <p14:nvPr/>
              </p14:nvContentPartPr>
              <p14:xfrm>
                <a:off x="11458725" y="1373249"/>
                <a:ext cx="120600" cy="192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799863F-81B7-514C-1D54-EB1139E18DC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452605" y="1367129"/>
                  <a:ext cx="132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175FE7-678B-7C3F-8A5E-1C9EBD9B20AB}"/>
                    </a:ext>
                  </a:extLst>
                </p14:cNvPr>
                <p14:cNvContentPartPr/>
                <p14:nvPr/>
              </p14:nvContentPartPr>
              <p14:xfrm>
                <a:off x="11570685" y="1388729"/>
                <a:ext cx="201240" cy="231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175FE7-678B-7C3F-8A5E-1C9EBD9B20A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564565" y="1382609"/>
                  <a:ext cx="213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E24A9E6-C82A-9D2C-1736-F867C4642F6F}"/>
                    </a:ext>
                  </a:extLst>
                </p14:cNvPr>
                <p14:cNvContentPartPr/>
                <p14:nvPr/>
              </p14:nvContentPartPr>
              <p14:xfrm>
                <a:off x="10792725" y="2264609"/>
                <a:ext cx="187200" cy="30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E24A9E6-C82A-9D2C-1736-F867C4642F6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786605" y="2258489"/>
                  <a:ext cx="199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BCD0C5F-EFAB-4DB5-8206-F3F4C7BB982E}"/>
                    </a:ext>
                  </a:extLst>
                </p14:cNvPr>
                <p14:cNvContentPartPr/>
                <p14:nvPr/>
              </p14:nvContentPartPr>
              <p14:xfrm>
                <a:off x="10891725" y="2134649"/>
                <a:ext cx="11520" cy="36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BCD0C5F-EFAB-4DB5-8206-F3F4C7BB982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885605" y="2128529"/>
                  <a:ext cx="237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82F887-E80A-46D1-4C47-6064E81CA591}"/>
                    </a:ext>
                  </a:extLst>
                </p14:cNvPr>
                <p14:cNvContentPartPr/>
                <p14:nvPr/>
              </p14:nvContentPartPr>
              <p14:xfrm>
                <a:off x="8607525" y="2919809"/>
                <a:ext cx="9360" cy="187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82F887-E80A-46D1-4C47-6064E81CA59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01405" y="2913689"/>
                  <a:ext cx="21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D974A41-B91D-C4E8-38C8-514F9788DA78}"/>
                    </a:ext>
                  </a:extLst>
                </p14:cNvPr>
                <p14:cNvContentPartPr/>
                <p14:nvPr/>
              </p14:nvContentPartPr>
              <p14:xfrm>
                <a:off x="8599245" y="3244889"/>
                <a:ext cx="15480" cy="653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D974A41-B91D-C4E8-38C8-514F9788DA7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593125" y="3238769"/>
                  <a:ext cx="2772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C75B831-9DDC-0E6C-759E-689282213E2D}"/>
                    </a:ext>
                  </a:extLst>
                </p14:cNvPr>
                <p14:cNvContentPartPr/>
                <p14:nvPr/>
              </p14:nvContentPartPr>
              <p14:xfrm>
                <a:off x="8085165" y="3343169"/>
                <a:ext cx="17640" cy="11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C75B831-9DDC-0E6C-759E-689282213E2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079045" y="3337049"/>
                  <a:ext cx="29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A6144F6-4F94-DA5F-089D-265B4F2BD913}"/>
                    </a:ext>
                  </a:extLst>
                </p14:cNvPr>
                <p14:cNvContentPartPr/>
                <p14:nvPr/>
              </p14:nvContentPartPr>
              <p14:xfrm>
                <a:off x="8076885" y="3396449"/>
                <a:ext cx="6120" cy="23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A6144F6-4F94-DA5F-089D-265B4F2BD91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070765" y="3390329"/>
                  <a:ext cx="18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149E107-C12A-D9B2-66C6-8F90195278B3}"/>
                    </a:ext>
                  </a:extLst>
                </p14:cNvPr>
                <p14:cNvContentPartPr/>
                <p14:nvPr/>
              </p14:nvContentPartPr>
              <p14:xfrm>
                <a:off x="8083365" y="3452249"/>
                <a:ext cx="25200" cy="60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149E107-C12A-D9B2-66C6-8F90195278B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077245" y="3446129"/>
                  <a:ext cx="37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D06925D-67BB-0A9F-9D05-1C60E83A0AB5}"/>
                    </a:ext>
                  </a:extLst>
                </p14:cNvPr>
                <p14:cNvContentPartPr/>
                <p14:nvPr/>
              </p14:nvContentPartPr>
              <p14:xfrm>
                <a:off x="8094525" y="3567449"/>
                <a:ext cx="9000" cy="74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D06925D-67BB-0A9F-9D05-1C60E83A0AB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88405" y="3561329"/>
                  <a:ext cx="21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429D44F-FA40-03A0-7DCE-50E223520829}"/>
                    </a:ext>
                  </a:extLst>
                </p14:cNvPr>
                <p14:cNvContentPartPr/>
                <p14:nvPr/>
              </p14:nvContentPartPr>
              <p14:xfrm>
                <a:off x="8117565" y="3581489"/>
                <a:ext cx="13320" cy="86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429D44F-FA40-03A0-7DCE-50E22352082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111445" y="3575369"/>
                  <a:ext cx="255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81D647C-8395-6D57-70BC-0C888AADE88D}"/>
                    </a:ext>
                  </a:extLst>
                </p14:cNvPr>
                <p14:cNvContentPartPr/>
                <p14:nvPr/>
              </p14:nvContentPartPr>
              <p14:xfrm>
                <a:off x="8125485" y="3676889"/>
                <a:ext cx="8280" cy="75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81D647C-8395-6D57-70BC-0C888AADE88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119365" y="3670769"/>
                  <a:ext cx="20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8CB9091-653D-8AE8-83DD-6F049187F5B0}"/>
                    </a:ext>
                  </a:extLst>
                </p14:cNvPr>
                <p14:cNvContentPartPr/>
                <p14:nvPr/>
              </p14:nvContentPartPr>
              <p14:xfrm>
                <a:off x="7402965" y="3069569"/>
                <a:ext cx="628560" cy="284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8CB9091-653D-8AE8-83DD-6F049187F5B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396845" y="3063449"/>
                  <a:ext cx="640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385EB29-3134-6F40-C6B7-17D47C8FC0D3}"/>
                    </a:ext>
                  </a:extLst>
                </p14:cNvPr>
                <p14:cNvContentPartPr/>
                <p14:nvPr/>
              </p14:nvContentPartPr>
              <p14:xfrm>
                <a:off x="8128005" y="3410489"/>
                <a:ext cx="506880" cy="210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385EB29-3134-6F40-C6B7-17D47C8FC0D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21885" y="3404369"/>
                  <a:ext cx="519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8501653-1CA3-1A3E-0119-3BCF62E6892A}"/>
                    </a:ext>
                  </a:extLst>
                </p14:cNvPr>
                <p14:cNvContentPartPr/>
                <p14:nvPr/>
              </p14:nvContentPartPr>
              <p14:xfrm>
                <a:off x="6798525" y="3026369"/>
                <a:ext cx="299880" cy="7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8501653-1CA3-1A3E-0119-3BCF62E6892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792405" y="3020249"/>
                  <a:ext cx="312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E7040A9-AA0C-CA31-69AA-4C7964C5BE66}"/>
                    </a:ext>
                  </a:extLst>
                </p14:cNvPr>
                <p14:cNvContentPartPr/>
                <p14:nvPr/>
              </p14:nvContentPartPr>
              <p14:xfrm>
                <a:off x="1477005" y="342569"/>
                <a:ext cx="423000" cy="493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E7040A9-AA0C-CA31-69AA-4C7964C5BE6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470885" y="336449"/>
                  <a:ext cx="4352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FED9CB8-3992-EBD0-9A0C-CDDA5D271ACC}"/>
                    </a:ext>
                  </a:extLst>
                </p14:cNvPr>
                <p14:cNvContentPartPr/>
                <p14:nvPr/>
              </p14:nvContentPartPr>
              <p14:xfrm>
                <a:off x="1881285" y="685289"/>
                <a:ext cx="374040" cy="183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FED9CB8-3992-EBD0-9A0C-CDDA5D271AC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75165" y="679169"/>
                  <a:ext cx="386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437DEEB-F8D8-5F22-3062-203F849F19E2}"/>
                    </a:ext>
                  </a:extLst>
                </p14:cNvPr>
                <p14:cNvContentPartPr/>
                <p14:nvPr/>
              </p14:nvContentPartPr>
              <p14:xfrm>
                <a:off x="2386365" y="599249"/>
                <a:ext cx="200880" cy="19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437DEEB-F8D8-5F22-3062-203F849F19E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380245" y="593129"/>
                  <a:ext cx="213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1B5E88E-E265-07FF-F207-C5FFB25734B2}"/>
                    </a:ext>
                  </a:extLst>
                </p14:cNvPr>
                <p14:cNvContentPartPr/>
                <p14:nvPr/>
              </p14:nvContentPartPr>
              <p14:xfrm>
                <a:off x="2378445" y="726689"/>
                <a:ext cx="200160" cy="165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1B5E88E-E265-07FF-F207-C5FFB25734B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372325" y="720569"/>
                  <a:ext cx="21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E160419-F5F9-21A4-E829-18A9D09C817C}"/>
                    </a:ext>
                  </a:extLst>
                </p14:cNvPr>
                <p14:cNvContentPartPr/>
                <p14:nvPr/>
              </p14:nvContentPartPr>
              <p14:xfrm>
                <a:off x="2897205" y="545249"/>
                <a:ext cx="158040" cy="169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E160419-F5F9-21A4-E829-18A9D09C817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891085" y="539129"/>
                  <a:ext cx="170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2ECCFA6-CBAA-0284-1868-564030087BDB}"/>
                    </a:ext>
                  </a:extLst>
                </p14:cNvPr>
                <p14:cNvContentPartPr/>
                <p14:nvPr/>
              </p14:nvContentPartPr>
              <p14:xfrm>
                <a:off x="3193125" y="356969"/>
                <a:ext cx="221040" cy="472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2ECCFA6-CBAA-0284-1868-564030087BD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187005" y="350849"/>
                  <a:ext cx="23328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3361437-957C-20E8-7BC3-B81121E7EEE2}"/>
                    </a:ext>
                  </a:extLst>
                </p14:cNvPr>
                <p14:cNvContentPartPr/>
                <p14:nvPr/>
              </p14:nvContentPartPr>
              <p14:xfrm>
                <a:off x="3075405" y="332129"/>
                <a:ext cx="85320" cy="379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3361437-957C-20E8-7BC3-B81121E7EEE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069285" y="326009"/>
                  <a:ext cx="975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6388A66-F0C2-F967-38D6-99C088CCBDB0}"/>
                    </a:ext>
                  </a:extLst>
                </p14:cNvPr>
                <p14:cNvContentPartPr/>
                <p14:nvPr/>
              </p14:nvContentPartPr>
              <p14:xfrm>
                <a:off x="3689565" y="405209"/>
                <a:ext cx="334440" cy="336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6388A66-F0C2-F967-38D6-99C088CCBDB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683445" y="399089"/>
                  <a:ext cx="3466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41B6B0-852B-A319-05E6-35EE6DE8D4C2}"/>
                    </a:ext>
                  </a:extLst>
                </p14:cNvPr>
                <p14:cNvContentPartPr/>
                <p14:nvPr/>
              </p14:nvContentPartPr>
              <p14:xfrm>
                <a:off x="4051725" y="612569"/>
                <a:ext cx="178560" cy="132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41B6B0-852B-A319-05E6-35EE6DE8D4C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45605" y="606449"/>
                  <a:ext cx="190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CAAF910-4959-3776-BE63-8967D7682D35}"/>
                    </a:ext>
                  </a:extLst>
                </p14:cNvPr>
                <p14:cNvContentPartPr/>
                <p14:nvPr/>
              </p14:nvContentPartPr>
              <p14:xfrm>
                <a:off x="4255485" y="614729"/>
                <a:ext cx="182520" cy="164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CAAF910-4959-3776-BE63-8967D7682D3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249365" y="608609"/>
                  <a:ext cx="194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5E9EB08-B3E0-F814-7ED8-E06E5B15EC59}"/>
                    </a:ext>
                  </a:extLst>
                </p14:cNvPr>
                <p14:cNvContentPartPr/>
                <p14:nvPr/>
              </p14:nvContentPartPr>
              <p14:xfrm>
                <a:off x="1745925" y="1492769"/>
                <a:ext cx="302400" cy="37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5E9EB08-B3E0-F814-7ED8-E06E5B15EC5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739805" y="1486649"/>
                  <a:ext cx="314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EB5E5FC-B06F-4941-99E2-DBE0884370AD}"/>
                    </a:ext>
                  </a:extLst>
                </p14:cNvPr>
                <p14:cNvContentPartPr/>
                <p14:nvPr/>
              </p14:nvContentPartPr>
              <p14:xfrm>
                <a:off x="2352885" y="1392689"/>
                <a:ext cx="201240" cy="218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EB5E5FC-B06F-4941-99E2-DBE0884370A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346765" y="1386569"/>
                  <a:ext cx="213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4CCE4AD-202E-C79A-6B32-CC0B751B508A}"/>
                    </a:ext>
                  </a:extLst>
                </p14:cNvPr>
                <p14:cNvContentPartPr/>
                <p14:nvPr/>
              </p14:nvContentPartPr>
              <p14:xfrm>
                <a:off x="2663205" y="1156529"/>
                <a:ext cx="232560" cy="4809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4CCE4AD-202E-C79A-6B32-CC0B751B508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657085" y="1150409"/>
                  <a:ext cx="2448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D2F63F6-9BFB-AC32-FA7F-CD2FF8E3A0DE}"/>
                    </a:ext>
                  </a:extLst>
                </p14:cNvPr>
                <p14:cNvContentPartPr/>
                <p14:nvPr/>
              </p14:nvContentPartPr>
              <p14:xfrm>
                <a:off x="2896485" y="1335809"/>
                <a:ext cx="126360" cy="650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D2F63F6-9BFB-AC32-FA7F-CD2FF8E3A0D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890365" y="1329689"/>
                  <a:ext cx="13860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07939EB-124D-8681-1D34-8CD887BD5A97}"/>
                    </a:ext>
                  </a:extLst>
                </p14:cNvPr>
                <p14:cNvContentPartPr/>
                <p14:nvPr/>
              </p14:nvContentPartPr>
              <p14:xfrm>
                <a:off x="2916645" y="1285409"/>
                <a:ext cx="240120" cy="288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07939EB-124D-8681-1D34-8CD887BD5A9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910525" y="1279289"/>
                  <a:ext cx="252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059DE2C-B1E7-63BD-CFB3-A84FB513D57A}"/>
                    </a:ext>
                  </a:extLst>
                </p14:cNvPr>
                <p14:cNvContentPartPr/>
                <p14:nvPr/>
              </p14:nvContentPartPr>
              <p14:xfrm>
                <a:off x="3157845" y="1336529"/>
                <a:ext cx="267480" cy="2851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059DE2C-B1E7-63BD-CFB3-A84FB513D57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151725" y="1330409"/>
                  <a:ext cx="279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1B2722-C30F-49C8-9345-AB0BA23C3B65}"/>
                    </a:ext>
                  </a:extLst>
                </p14:cNvPr>
                <p14:cNvContentPartPr/>
                <p14:nvPr/>
              </p14:nvContentPartPr>
              <p14:xfrm>
                <a:off x="10202685" y="2973089"/>
                <a:ext cx="7920" cy="88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1B2722-C30F-49C8-9345-AB0BA23C3B6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196565" y="2966969"/>
                  <a:ext cx="20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A525D73-0ED8-637C-A08C-16240CA05AC0}"/>
                    </a:ext>
                  </a:extLst>
                </p14:cNvPr>
                <p14:cNvContentPartPr/>
                <p14:nvPr/>
              </p14:nvContentPartPr>
              <p14:xfrm>
                <a:off x="10230765" y="3124289"/>
                <a:ext cx="7200" cy="97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A525D73-0ED8-637C-A08C-16240CA05AC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24645" y="3118169"/>
                  <a:ext cx="19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E0FC7A2-931C-2703-B330-2B0D10B0EB18}"/>
                    </a:ext>
                  </a:extLst>
                </p14:cNvPr>
                <p14:cNvContentPartPr/>
                <p14:nvPr/>
              </p14:nvContentPartPr>
              <p14:xfrm>
                <a:off x="10245165" y="3303929"/>
                <a:ext cx="6480" cy="120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E0FC7A2-931C-2703-B330-2B0D10B0EB1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39045" y="3297809"/>
                  <a:ext cx="18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F52F940-AFEA-9AAA-B97F-10F7F4706F98}"/>
                    </a:ext>
                  </a:extLst>
                </p14:cNvPr>
                <p14:cNvContentPartPr/>
                <p14:nvPr/>
              </p14:nvContentPartPr>
              <p14:xfrm>
                <a:off x="10233645" y="3483209"/>
                <a:ext cx="17280" cy="93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F52F940-AFEA-9AAA-B97F-10F7F4706F9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227525" y="3477089"/>
                  <a:ext cx="29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0B8EA79-F8CA-D077-506F-F53BE77F3073}"/>
                    </a:ext>
                  </a:extLst>
                </p14:cNvPr>
                <p14:cNvContentPartPr/>
                <p14:nvPr/>
              </p14:nvContentPartPr>
              <p14:xfrm>
                <a:off x="10242285" y="3595529"/>
                <a:ext cx="11880" cy="80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0B8EA79-F8CA-D077-506F-F53BE77F307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236165" y="3589409"/>
                  <a:ext cx="24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536A648-3C02-66AD-1E4C-CFA59D300648}"/>
                    </a:ext>
                  </a:extLst>
                </p14:cNvPr>
                <p14:cNvContentPartPr/>
                <p14:nvPr/>
              </p14:nvContentPartPr>
              <p14:xfrm>
                <a:off x="10242285" y="2350649"/>
                <a:ext cx="59760" cy="36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536A648-3C02-66AD-1E4C-CFA59D30064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236165" y="2344529"/>
                  <a:ext cx="72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2D5F284-FACB-DA4F-E345-BEFE25181AF4}"/>
                    </a:ext>
                  </a:extLst>
                </p14:cNvPr>
                <p14:cNvContentPartPr/>
                <p14:nvPr/>
              </p14:nvContentPartPr>
              <p14:xfrm>
                <a:off x="10229325" y="2392769"/>
                <a:ext cx="12960" cy="2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2D5F284-FACB-DA4F-E345-BEFE25181AF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223205" y="2386649"/>
                  <a:ext cx="25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3817AB4-C031-78FA-1E2D-69AADFCC4F62}"/>
                    </a:ext>
                  </a:extLst>
                </p14:cNvPr>
                <p14:cNvContentPartPr/>
                <p14:nvPr/>
              </p14:nvContentPartPr>
              <p14:xfrm>
                <a:off x="10220685" y="2471249"/>
                <a:ext cx="15840" cy="14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3817AB4-C031-78FA-1E2D-69AADFCC4F6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214565" y="2465129"/>
                  <a:ext cx="280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E28BF3-7D36-BBDC-C063-9628678D563B}"/>
                    </a:ext>
                  </a:extLst>
                </p14:cNvPr>
                <p14:cNvContentPartPr/>
                <p14:nvPr/>
              </p14:nvContentPartPr>
              <p14:xfrm>
                <a:off x="10193685" y="2572049"/>
                <a:ext cx="22320" cy="243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E28BF3-7D36-BBDC-C063-9628678D563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187565" y="2565929"/>
                  <a:ext cx="34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759D940-C495-91BB-0D20-654A1B72F0E9}"/>
                    </a:ext>
                  </a:extLst>
                </p14:cNvPr>
                <p14:cNvContentPartPr/>
                <p14:nvPr/>
              </p14:nvContentPartPr>
              <p14:xfrm>
                <a:off x="10211685" y="2342009"/>
                <a:ext cx="87120" cy="66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759D940-C495-91BB-0D20-654A1B72F0E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205565" y="2335889"/>
                  <a:ext cx="99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5BF3D9D-6C30-EFA7-659A-EA5B9FA075AE}"/>
                    </a:ext>
                  </a:extLst>
                </p14:cNvPr>
                <p14:cNvContentPartPr/>
                <p14:nvPr/>
              </p14:nvContentPartPr>
              <p14:xfrm>
                <a:off x="9838725" y="2511929"/>
                <a:ext cx="331200" cy="468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5BF3D9D-6C30-EFA7-659A-EA5B9FA075A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832605" y="2505809"/>
                  <a:ext cx="34344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A42469B-D467-92E2-DB0E-100B7CB568B3}"/>
                    </a:ext>
                  </a:extLst>
                </p14:cNvPr>
                <p14:cNvContentPartPr/>
                <p14:nvPr/>
              </p14:nvContentPartPr>
              <p14:xfrm>
                <a:off x="9874725" y="1915409"/>
                <a:ext cx="735840" cy="1038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A42469B-D467-92E2-DB0E-100B7CB568B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68605" y="1909289"/>
                  <a:ext cx="748080" cy="10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2FF61E0-CC2E-62B0-C067-85376F6D8F78}"/>
                    </a:ext>
                  </a:extLst>
                </p14:cNvPr>
                <p14:cNvContentPartPr/>
                <p14:nvPr/>
              </p14:nvContentPartPr>
              <p14:xfrm>
                <a:off x="10239405" y="2502209"/>
                <a:ext cx="360" cy="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2FF61E0-CC2E-62B0-C067-85376F6D8F7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233285" y="24960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ED94DED-2FF4-6CC9-1FAE-39CD01DFE672}"/>
                    </a:ext>
                  </a:extLst>
                </p14:cNvPr>
                <p14:cNvContentPartPr/>
                <p14:nvPr/>
              </p14:nvContentPartPr>
              <p14:xfrm>
                <a:off x="10160565" y="2357489"/>
                <a:ext cx="120600" cy="168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ED94DED-2FF4-6CC9-1FAE-39CD01DFE67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54445" y="2351369"/>
                  <a:ext cx="132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3AE9DC6-7AC2-E6EE-8803-C1037D7D14B2}"/>
                    </a:ext>
                  </a:extLst>
                </p14:cNvPr>
                <p14:cNvContentPartPr/>
                <p14:nvPr/>
              </p14:nvContentPartPr>
              <p14:xfrm>
                <a:off x="3694245" y="1308089"/>
                <a:ext cx="37440" cy="53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3AE9DC6-7AC2-E6EE-8803-C1037D7D14B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88125" y="1301969"/>
                  <a:ext cx="49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77989D0-81F7-94D2-2F3D-05DBC47BE42A}"/>
                    </a:ext>
                  </a:extLst>
                </p14:cNvPr>
                <p14:cNvContentPartPr/>
                <p14:nvPr/>
              </p14:nvContentPartPr>
              <p14:xfrm>
                <a:off x="3859125" y="1136729"/>
                <a:ext cx="289800" cy="456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77989D0-81F7-94D2-2F3D-05DBC47BE42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853005" y="1130609"/>
                  <a:ext cx="3020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90FC66C-1E2B-FBEC-1178-D95FF6023FC4}"/>
                    </a:ext>
                  </a:extLst>
                </p14:cNvPr>
                <p14:cNvContentPartPr/>
                <p14:nvPr/>
              </p14:nvContentPartPr>
              <p14:xfrm>
                <a:off x="4214805" y="1083449"/>
                <a:ext cx="466560" cy="606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90FC66C-1E2B-FBEC-1178-D95FF6023F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08685" y="1077329"/>
                  <a:ext cx="47880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9D5C43E-8832-0A2B-6D5F-5209BE355653}"/>
                    </a:ext>
                  </a:extLst>
                </p14:cNvPr>
                <p14:cNvContentPartPr/>
                <p14:nvPr/>
              </p14:nvContentPartPr>
              <p14:xfrm>
                <a:off x="3918885" y="1680689"/>
                <a:ext cx="780840" cy="78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9D5C43E-8832-0A2B-6D5F-5209BE35565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12765" y="1674569"/>
                  <a:ext cx="793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84E20AE-4FA5-68A3-FF24-86E700C48FE0}"/>
                    </a:ext>
                  </a:extLst>
                </p14:cNvPr>
                <p14:cNvContentPartPr/>
                <p14:nvPr/>
              </p14:nvContentPartPr>
              <p14:xfrm>
                <a:off x="4921845" y="1223849"/>
                <a:ext cx="129240" cy="183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84E20AE-4FA5-68A3-FF24-86E700C48FE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915725" y="1217729"/>
                  <a:ext cx="141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AC57645-408F-AF87-6FAB-81C200E0F2AD}"/>
                    </a:ext>
                  </a:extLst>
                </p14:cNvPr>
                <p14:cNvContentPartPr/>
                <p14:nvPr/>
              </p14:nvContentPartPr>
              <p14:xfrm>
                <a:off x="5107605" y="1344089"/>
                <a:ext cx="36360" cy="38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AC57645-408F-AF87-6FAB-81C200E0F2A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01485" y="1337969"/>
                  <a:ext cx="48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62D155C-10B5-3B55-D0FE-C3D921FED5A4}"/>
                    </a:ext>
                  </a:extLst>
                </p14:cNvPr>
                <p14:cNvContentPartPr/>
                <p14:nvPr/>
              </p14:nvContentPartPr>
              <p14:xfrm>
                <a:off x="5201205" y="1229249"/>
                <a:ext cx="123480" cy="165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62D155C-10B5-3B55-D0FE-C3D921FED5A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95085" y="1223129"/>
                  <a:ext cx="135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3747406-DC80-DB99-4F1C-190CB8517DAB}"/>
                    </a:ext>
                  </a:extLst>
                </p14:cNvPr>
                <p14:cNvContentPartPr/>
                <p14:nvPr/>
              </p14:nvContentPartPr>
              <p14:xfrm>
                <a:off x="5397405" y="1243289"/>
                <a:ext cx="123120" cy="131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3747406-DC80-DB99-4F1C-190CB8517DA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91285" y="1237169"/>
                  <a:ext cx="135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8DBC889-E696-F1DA-E635-5EB80B387BD4}"/>
                    </a:ext>
                  </a:extLst>
                </p14:cNvPr>
                <p14:cNvContentPartPr/>
                <p14:nvPr/>
              </p14:nvContentPartPr>
              <p14:xfrm>
                <a:off x="5571285" y="1251569"/>
                <a:ext cx="116280" cy="124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8DBC889-E696-F1DA-E635-5EB80B387BD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65165" y="1245449"/>
                  <a:ext cx="1285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98B25AA-3015-5C0E-9D50-D583C461DEE5}"/>
                    </a:ext>
                  </a:extLst>
                </p14:cNvPr>
                <p14:cNvContentPartPr/>
                <p14:nvPr/>
              </p14:nvContentPartPr>
              <p14:xfrm>
                <a:off x="5817165" y="1086329"/>
                <a:ext cx="27360" cy="380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98B25AA-3015-5C0E-9D50-D583C461DEE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11045" y="1080209"/>
                  <a:ext cx="3960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A1FEA8C-A750-5D8B-76F8-9DED2D87AAC5}"/>
                    </a:ext>
                  </a:extLst>
                </p14:cNvPr>
                <p14:cNvContentPartPr/>
                <p14:nvPr/>
              </p14:nvContentPartPr>
              <p14:xfrm>
                <a:off x="1596525" y="2193689"/>
                <a:ext cx="367200" cy="4201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A1FEA8C-A750-5D8B-76F8-9DED2D87AAC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590405" y="2187569"/>
                  <a:ext cx="3794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6495F49-0D61-CC2E-9C3C-C5D6D902B697}"/>
                    </a:ext>
                  </a:extLst>
                </p14:cNvPr>
                <p14:cNvContentPartPr/>
                <p14:nvPr/>
              </p14:nvContentPartPr>
              <p14:xfrm>
                <a:off x="2019525" y="2552609"/>
                <a:ext cx="277560" cy="199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6495F49-0D61-CC2E-9C3C-C5D6D902B69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13405" y="2546489"/>
                  <a:ext cx="289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BC96BAB-F934-0806-39E3-81EC17AD9FF3}"/>
                    </a:ext>
                  </a:extLst>
                </p14:cNvPr>
                <p14:cNvContentPartPr/>
                <p14:nvPr/>
              </p14:nvContentPartPr>
              <p14:xfrm>
                <a:off x="2409045" y="2361809"/>
                <a:ext cx="212040" cy="26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BC96BAB-F934-0806-39E3-81EC17AD9FF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02925" y="2355689"/>
                  <a:ext cx="224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ADC69E6-EA47-B4EB-6119-2C2E5C26F911}"/>
                    </a:ext>
                  </a:extLst>
                </p14:cNvPr>
                <p14:cNvContentPartPr/>
                <p14:nvPr/>
              </p14:nvContentPartPr>
              <p14:xfrm>
                <a:off x="2389245" y="2474129"/>
                <a:ext cx="213480" cy="15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ADC69E6-EA47-B4EB-6119-2C2E5C26F91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383125" y="2468009"/>
                  <a:ext cx="225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B46FD66-2723-9C0D-287E-893E086F2018}"/>
                    </a:ext>
                  </a:extLst>
                </p14:cNvPr>
                <p14:cNvContentPartPr/>
                <p14:nvPr/>
              </p14:nvContentPartPr>
              <p14:xfrm>
                <a:off x="2892525" y="2360729"/>
                <a:ext cx="176040" cy="210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B46FD66-2723-9C0D-287E-893E086F201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886405" y="2354609"/>
                  <a:ext cx="188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99D6337-1CB5-DD41-A88E-EEE54AC37F1E}"/>
                    </a:ext>
                  </a:extLst>
                </p14:cNvPr>
                <p14:cNvContentPartPr/>
                <p14:nvPr/>
              </p14:nvContentPartPr>
              <p14:xfrm>
                <a:off x="3165765" y="2168489"/>
                <a:ext cx="275400" cy="445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99D6337-1CB5-DD41-A88E-EEE54AC37F1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159645" y="2162369"/>
                  <a:ext cx="2876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224A7FC-B1D9-9584-4FD3-63D01219BD2E}"/>
                    </a:ext>
                  </a:extLst>
                </p14:cNvPr>
                <p14:cNvContentPartPr/>
                <p14:nvPr/>
              </p14:nvContentPartPr>
              <p14:xfrm>
                <a:off x="3673365" y="2184689"/>
                <a:ext cx="281160" cy="3618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224A7FC-B1D9-9584-4FD3-63D01219BD2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67245" y="2178569"/>
                  <a:ext cx="2934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7996737-FD54-5C54-ED20-69941F23DEE7}"/>
                    </a:ext>
                  </a:extLst>
                </p14:cNvPr>
                <p14:cNvContentPartPr/>
                <p14:nvPr/>
              </p14:nvContentPartPr>
              <p14:xfrm>
                <a:off x="4057125" y="2364689"/>
                <a:ext cx="11160" cy="2167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7996737-FD54-5C54-ED20-69941F23DEE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51005" y="2358569"/>
                  <a:ext cx="23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D79374D-B909-7EDA-F0C1-5515AB4BD681}"/>
                    </a:ext>
                  </a:extLst>
                </p14:cNvPr>
                <p14:cNvContentPartPr/>
                <p14:nvPr/>
              </p14:nvContentPartPr>
              <p14:xfrm>
                <a:off x="4142085" y="2367569"/>
                <a:ext cx="168480" cy="186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D79374D-B909-7EDA-F0C1-5515AB4BD68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135965" y="2361449"/>
                  <a:ext cx="180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4B953B2-CD03-9DE3-E0C4-E18EF8C6833E}"/>
                    </a:ext>
                  </a:extLst>
                </p14:cNvPr>
                <p14:cNvContentPartPr/>
                <p14:nvPr/>
              </p14:nvContentPartPr>
              <p14:xfrm>
                <a:off x="4472205" y="2358929"/>
                <a:ext cx="176040" cy="25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4B953B2-CD03-9DE3-E0C4-E18EF8C6833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66085" y="2352809"/>
                  <a:ext cx="188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EBD0806-FBAD-BE49-DFA6-352279B371EE}"/>
                    </a:ext>
                  </a:extLst>
                </p14:cNvPr>
                <p14:cNvContentPartPr/>
                <p14:nvPr/>
              </p14:nvContentPartPr>
              <p14:xfrm>
                <a:off x="4923285" y="2201969"/>
                <a:ext cx="186480" cy="278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EBD0806-FBAD-BE49-DFA6-352279B371E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917165" y="2195849"/>
                  <a:ext cx="198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737C1E1-161D-1A90-82F8-3039D7F810F6}"/>
                    </a:ext>
                  </a:extLst>
                </p14:cNvPr>
                <p14:cNvContentPartPr/>
                <p14:nvPr/>
              </p14:nvContentPartPr>
              <p14:xfrm>
                <a:off x="5183565" y="1988849"/>
                <a:ext cx="41760" cy="497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737C1E1-161D-1A90-82F8-3039D7F810F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77445" y="1982729"/>
                  <a:ext cx="540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BF6C6D0-B00B-8986-5626-2A0CA4A95E3D}"/>
                    </a:ext>
                  </a:extLst>
                </p14:cNvPr>
                <p14:cNvContentPartPr/>
                <p14:nvPr/>
              </p14:nvContentPartPr>
              <p14:xfrm>
                <a:off x="5271405" y="2257769"/>
                <a:ext cx="82080" cy="147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BF6C6D0-B00B-8986-5626-2A0CA4A95E3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265285" y="2251649"/>
                  <a:ext cx="943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B0B2C04-DDFF-EC17-FD5A-220054F13621}"/>
                    </a:ext>
                  </a:extLst>
                </p14:cNvPr>
                <p14:cNvContentPartPr/>
                <p14:nvPr/>
              </p14:nvContentPartPr>
              <p14:xfrm>
                <a:off x="5353125" y="2196569"/>
                <a:ext cx="76680" cy="5176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B0B2C04-DDFF-EC17-FD5A-220054F1362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347005" y="2190449"/>
                  <a:ext cx="8892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10DD576-799E-3125-05A1-8AFF83C6C73F}"/>
                    </a:ext>
                  </a:extLst>
                </p14:cNvPr>
                <p14:cNvContentPartPr/>
                <p14:nvPr/>
              </p14:nvContentPartPr>
              <p14:xfrm>
                <a:off x="5393445" y="2235809"/>
                <a:ext cx="145800" cy="185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10DD576-799E-3125-05A1-8AFF83C6C73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387325" y="2229689"/>
                  <a:ext cx="158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3A56B9E-2006-E2C7-6CAD-97F98085ADED}"/>
                    </a:ext>
                  </a:extLst>
                </p14:cNvPr>
                <p14:cNvContentPartPr/>
                <p14:nvPr/>
              </p14:nvContentPartPr>
              <p14:xfrm>
                <a:off x="5550765" y="2205209"/>
                <a:ext cx="197280" cy="1882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3A56B9E-2006-E2C7-6CAD-97F98085ADE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44645" y="2199089"/>
                  <a:ext cx="209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F630967-866C-99A9-EFB5-09F8EAB8FB02}"/>
                    </a:ext>
                  </a:extLst>
                </p14:cNvPr>
                <p14:cNvContentPartPr/>
                <p14:nvPr/>
              </p14:nvContentPartPr>
              <p14:xfrm>
                <a:off x="5841645" y="2056889"/>
                <a:ext cx="272160" cy="268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F630967-866C-99A9-EFB5-09F8EAB8FB0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835525" y="2050769"/>
                  <a:ext cx="284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02E370F-15A1-4893-6291-3EB8E6BED8A7}"/>
                    </a:ext>
                  </a:extLst>
                </p14:cNvPr>
                <p14:cNvContentPartPr/>
                <p14:nvPr/>
              </p14:nvContentPartPr>
              <p14:xfrm>
                <a:off x="6152685" y="1962569"/>
                <a:ext cx="376560" cy="488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02E370F-15A1-4893-6291-3EB8E6BED8A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46565" y="1956449"/>
                  <a:ext cx="3888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07AB3B8-2FA3-8EB5-EB91-8999FF330D21}"/>
                    </a:ext>
                  </a:extLst>
                </p14:cNvPr>
                <p14:cNvContentPartPr/>
                <p14:nvPr/>
              </p14:nvContentPartPr>
              <p14:xfrm>
                <a:off x="6192285" y="885809"/>
                <a:ext cx="352440" cy="346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07AB3B8-2FA3-8EB5-EB91-8999FF330D2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86165" y="879689"/>
                  <a:ext cx="3646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854FCB8-97AF-3CA3-784F-C7CEA9FDC94F}"/>
                    </a:ext>
                  </a:extLst>
                </p14:cNvPr>
                <p14:cNvContentPartPr/>
                <p14:nvPr/>
              </p14:nvContentPartPr>
              <p14:xfrm>
                <a:off x="6421605" y="1091729"/>
                <a:ext cx="201600" cy="162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854FCB8-97AF-3CA3-784F-C7CEA9FDC94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415485" y="1085609"/>
                  <a:ext cx="213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7CB3351-278F-538C-B6FD-31CC7D4121AC}"/>
                    </a:ext>
                  </a:extLst>
                </p14:cNvPr>
                <p14:cNvContentPartPr/>
                <p14:nvPr/>
              </p14:nvContentPartPr>
              <p14:xfrm>
                <a:off x="6630405" y="1600049"/>
                <a:ext cx="4125240" cy="10508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7CB3351-278F-538C-B6FD-31CC7D4121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24285" y="1593929"/>
                  <a:ext cx="4137480" cy="10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04449FC8-EFB2-75EF-4DED-B7A677CA3D3C}"/>
              </a:ext>
            </a:extLst>
          </p:cNvPr>
          <p:cNvGrpSpPr/>
          <p:nvPr/>
        </p:nvGrpSpPr>
        <p:grpSpPr>
          <a:xfrm>
            <a:off x="6798525" y="4973249"/>
            <a:ext cx="550080" cy="444600"/>
            <a:chOff x="6798525" y="4973249"/>
            <a:chExt cx="550080" cy="44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D6DCAAE-28DE-5E38-9A3D-924502366364}"/>
                    </a:ext>
                  </a:extLst>
                </p14:cNvPr>
                <p14:cNvContentPartPr/>
                <p14:nvPr/>
              </p14:nvContentPartPr>
              <p14:xfrm>
                <a:off x="6798525" y="5273489"/>
                <a:ext cx="192600" cy="1443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D6DCAAE-28DE-5E38-9A3D-92450236636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92405" y="5267369"/>
                  <a:ext cx="204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A8E3152-95B4-C358-B5CE-F4C139F0A6F2}"/>
                    </a:ext>
                  </a:extLst>
                </p14:cNvPr>
                <p14:cNvContentPartPr/>
                <p14:nvPr/>
              </p14:nvContentPartPr>
              <p14:xfrm>
                <a:off x="7049445" y="5123009"/>
                <a:ext cx="124920" cy="74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A8E3152-95B4-C358-B5CE-F4C139F0A6F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43325" y="5116889"/>
                  <a:ext cx="137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7D5BD37-E441-8E99-430F-7A52D5C1BCCD}"/>
                    </a:ext>
                  </a:extLst>
                </p14:cNvPr>
                <p14:cNvContentPartPr/>
                <p14:nvPr/>
              </p14:nvContentPartPr>
              <p14:xfrm>
                <a:off x="7151325" y="4973249"/>
                <a:ext cx="197280" cy="186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7D5BD37-E441-8E99-430F-7A52D5C1BCC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45205" y="4967129"/>
                  <a:ext cx="2095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ADDD0638-7C7E-54A7-ECFD-7E4FE916067F}"/>
              </a:ext>
            </a:extLst>
          </p:cNvPr>
          <p:cNvGrpSpPr/>
          <p:nvPr/>
        </p:nvGrpSpPr>
        <p:grpSpPr>
          <a:xfrm>
            <a:off x="7574685" y="4593089"/>
            <a:ext cx="232920" cy="236160"/>
            <a:chOff x="7574685" y="4593089"/>
            <a:chExt cx="23292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99DFECF-7C38-29D4-CDC5-FB9ADA567A65}"/>
                    </a:ext>
                  </a:extLst>
                </p14:cNvPr>
                <p14:cNvContentPartPr/>
                <p14:nvPr/>
              </p14:nvContentPartPr>
              <p14:xfrm>
                <a:off x="7608525" y="4677329"/>
                <a:ext cx="144360" cy="57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99DFECF-7C38-29D4-CDC5-FB9ADA567A6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02405" y="4671209"/>
                  <a:ext cx="156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3719E62-0F4D-9BFB-F00B-FAC5B37B3C74}"/>
                    </a:ext>
                  </a:extLst>
                </p14:cNvPr>
                <p14:cNvContentPartPr/>
                <p14:nvPr/>
              </p14:nvContentPartPr>
              <p14:xfrm>
                <a:off x="7574685" y="4730609"/>
                <a:ext cx="88920" cy="986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3719E62-0F4D-9BFB-F00B-FAC5B37B3C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68565" y="4724489"/>
                  <a:ext cx="101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F37FC81-2FD4-8BE1-AF72-FF20A0C88075}"/>
                    </a:ext>
                  </a:extLst>
                </p14:cNvPr>
                <p14:cNvContentPartPr/>
                <p14:nvPr/>
              </p14:nvContentPartPr>
              <p14:xfrm>
                <a:off x="7730205" y="4593089"/>
                <a:ext cx="77400" cy="89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F37FC81-2FD4-8BE1-AF72-FF20A0C8807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24085" y="4586969"/>
                  <a:ext cx="8964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EE8EEAD7-97F0-17A1-A135-F04D173F20FC}"/>
              </a:ext>
            </a:extLst>
          </p:cNvPr>
          <p:cNvGrpSpPr/>
          <p:nvPr/>
        </p:nvGrpSpPr>
        <p:grpSpPr>
          <a:xfrm>
            <a:off x="8006685" y="3200249"/>
            <a:ext cx="2196000" cy="1175040"/>
            <a:chOff x="8006685" y="3200249"/>
            <a:chExt cx="2196000" cy="11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6CE361B-1FB5-2F22-C5D1-5D8F6B26E08D}"/>
                    </a:ext>
                  </a:extLst>
                </p14:cNvPr>
                <p14:cNvContentPartPr/>
                <p14:nvPr/>
              </p14:nvContentPartPr>
              <p14:xfrm>
                <a:off x="8139525" y="3558809"/>
                <a:ext cx="153360" cy="622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6CE361B-1FB5-2F22-C5D1-5D8F6B26E08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33405" y="3552689"/>
                  <a:ext cx="165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DC4B8F6-45BA-34DC-8C55-B6C46A2E35A2}"/>
                    </a:ext>
                  </a:extLst>
                </p14:cNvPr>
                <p14:cNvContentPartPr/>
                <p14:nvPr/>
              </p14:nvContentPartPr>
              <p14:xfrm>
                <a:off x="8309445" y="3508409"/>
                <a:ext cx="64800" cy="137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DC4B8F6-45BA-34DC-8C55-B6C46A2E35A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03325" y="3502289"/>
                  <a:ext cx="77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180F6A2-A414-4701-6F58-05B8D4D74784}"/>
                    </a:ext>
                  </a:extLst>
                </p14:cNvPr>
                <p14:cNvContentPartPr/>
                <p14:nvPr/>
              </p14:nvContentPartPr>
              <p14:xfrm>
                <a:off x="8220885" y="3557369"/>
                <a:ext cx="15480" cy="32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180F6A2-A414-4701-6F58-05B8D4D7478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214765" y="3551249"/>
                  <a:ext cx="27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40CDBB8-0F2E-E1B2-08B5-FEF13CB39AEF}"/>
                    </a:ext>
                  </a:extLst>
                </p14:cNvPr>
                <p14:cNvContentPartPr/>
                <p14:nvPr/>
              </p14:nvContentPartPr>
              <p14:xfrm>
                <a:off x="8209725" y="3510209"/>
                <a:ext cx="175320" cy="128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40CDBB8-0F2E-E1B2-08B5-FEF13CB39AE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203605" y="3504089"/>
                  <a:ext cx="187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961F58B-D400-2BFC-8ADC-B2976F248BC9}"/>
                    </a:ext>
                  </a:extLst>
                </p14:cNvPr>
                <p14:cNvContentPartPr/>
                <p14:nvPr/>
              </p14:nvContentPartPr>
              <p14:xfrm>
                <a:off x="9953925" y="3389249"/>
                <a:ext cx="248760" cy="24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961F58B-D400-2BFC-8ADC-B2976F248BC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947805" y="3383129"/>
                  <a:ext cx="261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26BC8F7-CB63-1B25-11C5-F5253A439642}"/>
                    </a:ext>
                  </a:extLst>
                </p14:cNvPr>
                <p14:cNvContentPartPr/>
                <p14:nvPr/>
              </p14:nvContentPartPr>
              <p14:xfrm>
                <a:off x="9940965" y="3301049"/>
                <a:ext cx="103680" cy="131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26BC8F7-CB63-1B25-11C5-F5253A43964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934845" y="3294929"/>
                  <a:ext cx="115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27BA26F-E498-3383-AD60-FB2BBF89BD82}"/>
                    </a:ext>
                  </a:extLst>
                </p14:cNvPr>
                <p14:cNvContentPartPr/>
                <p14:nvPr/>
              </p14:nvContentPartPr>
              <p14:xfrm>
                <a:off x="9883365" y="3340289"/>
                <a:ext cx="104400" cy="536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27BA26F-E498-3383-AD60-FB2BBF89BD8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877245" y="3334169"/>
                  <a:ext cx="116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97E7BA8-AA86-33FE-7D6F-BBFDCFDA4D4B}"/>
                    </a:ext>
                  </a:extLst>
                </p14:cNvPr>
                <p14:cNvContentPartPr/>
                <p14:nvPr/>
              </p14:nvContentPartPr>
              <p14:xfrm>
                <a:off x="9824685" y="3317969"/>
                <a:ext cx="135720" cy="38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97E7BA8-AA86-33FE-7D6F-BBFDCFDA4D4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818565" y="3311849"/>
                  <a:ext cx="147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AE629BB-CDA6-93BD-ED45-8AD97B6DC69E}"/>
                    </a:ext>
                  </a:extLst>
                </p14:cNvPr>
                <p14:cNvContentPartPr/>
                <p14:nvPr/>
              </p14:nvContentPartPr>
              <p14:xfrm>
                <a:off x="9819645" y="3290609"/>
                <a:ext cx="66240" cy="32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AE629BB-CDA6-93BD-ED45-8AD97B6DC69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813525" y="3284489"/>
                  <a:ext cx="78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8223056-214C-AE2D-879E-93E88FFD6807}"/>
                    </a:ext>
                  </a:extLst>
                </p14:cNvPr>
                <p14:cNvContentPartPr/>
                <p14:nvPr/>
              </p14:nvContentPartPr>
              <p14:xfrm>
                <a:off x="9804525" y="3230849"/>
                <a:ext cx="68400" cy="154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8223056-214C-AE2D-879E-93E88FFD680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798405" y="3224729"/>
                  <a:ext cx="80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84A8CB9-D75A-016E-6734-D575F5038856}"/>
                    </a:ext>
                  </a:extLst>
                </p14:cNvPr>
                <p14:cNvContentPartPr/>
                <p14:nvPr/>
              </p14:nvContentPartPr>
              <p14:xfrm>
                <a:off x="9696885" y="3292769"/>
                <a:ext cx="100080" cy="98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84A8CB9-D75A-016E-6734-D575F503885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90765" y="3286649"/>
                  <a:ext cx="112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7BA9DC0-DD1F-5C51-21AD-4FF993205DCB}"/>
                    </a:ext>
                  </a:extLst>
                </p14:cNvPr>
                <p14:cNvContentPartPr/>
                <p14:nvPr/>
              </p14:nvContentPartPr>
              <p14:xfrm>
                <a:off x="9677805" y="3295649"/>
                <a:ext cx="71280" cy="84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7BA9DC0-DD1F-5C51-21AD-4FF993205DC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71685" y="3289529"/>
                  <a:ext cx="83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E836035-A05F-C80A-FBAC-DD67DEC868F1}"/>
                    </a:ext>
                  </a:extLst>
                </p14:cNvPr>
                <p14:cNvContentPartPr/>
                <p14:nvPr/>
              </p14:nvContentPartPr>
              <p14:xfrm>
                <a:off x="9611565" y="3298169"/>
                <a:ext cx="123120" cy="42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E836035-A05F-C80A-FBAC-DD67DEC868F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605445" y="3292049"/>
                  <a:ext cx="135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BB5F677-8560-C1B1-38B2-29B54B509FCE}"/>
                    </a:ext>
                  </a:extLst>
                </p14:cNvPr>
                <p14:cNvContentPartPr/>
                <p14:nvPr/>
              </p14:nvContentPartPr>
              <p14:xfrm>
                <a:off x="9576285" y="3289529"/>
                <a:ext cx="65160" cy="88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BB5F677-8560-C1B1-38B2-29B54B509FC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70165" y="3283409"/>
                  <a:ext cx="77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3A97BF4-FC5C-458B-8525-71F6E1142A7F}"/>
                    </a:ext>
                  </a:extLst>
                </p14:cNvPr>
                <p14:cNvContentPartPr/>
                <p14:nvPr/>
              </p14:nvContentPartPr>
              <p14:xfrm>
                <a:off x="9497445" y="3294929"/>
                <a:ext cx="124200" cy="896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3A97BF4-FC5C-458B-8525-71F6E1142A7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91325" y="3288809"/>
                  <a:ext cx="136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D4F7419-F7A0-06D6-7CE9-263508ABDB12}"/>
                    </a:ext>
                  </a:extLst>
                </p14:cNvPr>
                <p14:cNvContentPartPr/>
                <p14:nvPr/>
              </p14:nvContentPartPr>
              <p14:xfrm>
                <a:off x="9299445" y="3289529"/>
                <a:ext cx="245880" cy="80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D4F7419-F7A0-06D6-7CE9-263508ABDB1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93325" y="3283409"/>
                  <a:ext cx="258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1C0B3BE-C1EA-6419-128D-00F2AE0EFF52}"/>
                    </a:ext>
                  </a:extLst>
                </p14:cNvPr>
                <p14:cNvContentPartPr/>
                <p14:nvPr/>
              </p14:nvContentPartPr>
              <p14:xfrm>
                <a:off x="9075885" y="3289169"/>
                <a:ext cx="277200" cy="69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1C0B3BE-C1EA-6419-128D-00F2AE0EFF5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69765" y="3283049"/>
                  <a:ext cx="289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03D68E0-9BC9-D63A-7B01-655D46986E44}"/>
                    </a:ext>
                  </a:extLst>
                </p14:cNvPr>
                <p14:cNvContentPartPr/>
                <p14:nvPr/>
              </p14:nvContentPartPr>
              <p14:xfrm>
                <a:off x="8695725" y="3200249"/>
                <a:ext cx="468720" cy="154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03D68E0-9BC9-D63A-7B01-655D46986E4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89605" y="3194129"/>
                  <a:ext cx="480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D935176-81F4-76D0-8595-9ADEC6D697BE}"/>
                    </a:ext>
                  </a:extLst>
                </p14:cNvPr>
                <p14:cNvContentPartPr/>
                <p14:nvPr/>
              </p14:nvContentPartPr>
              <p14:xfrm>
                <a:off x="8522565" y="3320489"/>
                <a:ext cx="202680" cy="52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D935176-81F4-76D0-8595-9ADEC6D697B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516445" y="3314369"/>
                  <a:ext cx="2149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BAFAE96-D387-5D6E-D034-49F3985D4DBB}"/>
                    </a:ext>
                  </a:extLst>
                </p14:cNvPr>
                <p14:cNvContentPartPr/>
                <p14:nvPr/>
              </p14:nvContentPartPr>
              <p14:xfrm>
                <a:off x="8509965" y="3340289"/>
                <a:ext cx="67680" cy="630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BAFAE96-D387-5D6E-D034-49F3985D4DB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03845" y="3334169"/>
                  <a:ext cx="79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07089A8-247B-C0EA-A488-5193B435B726}"/>
                    </a:ext>
                  </a:extLst>
                </p14:cNvPr>
                <p14:cNvContentPartPr/>
                <p14:nvPr/>
              </p14:nvContentPartPr>
              <p14:xfrm>
                <a:off x="8610765" y="3236609"/>
                <a:ext cx="360" cy="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07089A8-247B-C0EA-A488-5193B435B72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604645" y="32304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9690689-7B5A-5285-031E-1FB715FC7320}"/>
                    </a:ext>
                  </a:extLst>
                </p14:cNvPr>
                <p14:cNvContentPartPr/>
                <p14:nvPr/>
              </p14:nvContentPartPr>
              <p14:xfrm>
                <a:off x="8544525" y="3318689"/>
                <a:ext cx="210960" cy="86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9690689-7B5A-5285-031E-1FB715FC732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538405" y="3312569"/>
                  <a:ext cx="223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85B5065-7B97-099F-5769-E45943332774}"/>
                    </a:ext>
                  </a:extLst>
                </p14:cNvPr>
                <p14:cNvContentPartPr/>
                <p14:nvPr/>
              </p14:nvContentPartPr>
              <p14:xfrm>
                <a:off x="8589165" y="3430649"/>
                <a:ext cx="141480" cy="65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85B5065-7B97-099F-5769-E4594333277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583045" y="3424529"/>
                  <a:ext cx="153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18D8E94-5249-4C6B-7428-F7A68475C235}"/>
                    </a:ext>
                  </a:extLst>
                </p14:cNvPr>
                <p14:cNvContentPartPr/>
                <p14:nvPr/>
              </p14:nvContentPartPr>
              <p14:xfrm>
                <a:off x="8949885" y="3462689"/>
                <a:ext cx="197640" cy="200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18D8E94-5249-4C6B-7428-F7A68475C23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943765" y="3456569"/>
                  <a:ext cx="209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916F115-3190-B7BC-3149-329F9C6F6DF5}"/>
                    </a:ext>
                  </a:extLst>
                </p14:cNvPr>
                <p14:cNvContentPartPr/>
                <p14:nvPr/>
              </p14:nvContentPartPr>
              <p14:xfrm>
                <a:off x="8888685" y="3612449"/>
                <a:ext cx="83520" cy="860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916F115-3190-B7BC-3149-329F9C6F6DF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882565" y="3606329"/>
                  <a:ext cx="95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C6D1226-66FE-827C-9092-2D8074F74FD8}"/>
                    </a:ext>
                  </a:extLst>
                </p14:cNvPr>
                <p14:cNvContentPartPr/>
                <p14:nvPr/>
              </p14:nvContentPartPr>
              <p14:xfrm>
                <a:off x="8830725" y="3651689"/>
                <a:ext cx="99720" cy="1576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C6D1226-66FE-827C-9092-2D8074F74FD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824605" y="3645569"/>
                  <a:ext cx="111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D0128D4-A68B-CBA2-C704-0EC976F147E4}"/>
                    </a:ext>
                  </a:extLst>
                </p14:cNvPr>
                <p14:cNvContentPartPr/>
                <p14:nvPr/>
              </p14:nvContentPartPr>
              <p14:xfrm>
                <a:off x="8726685" y="3763649"/>
                <a:ext cx="70920" cy="1148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D0128D4-A68B-CBA2-C704-0EC976F147E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720565" y="3757529"/>
                  <a:ext cx="83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7D14CF9-FEF9-19AB-A994-61DE71D90C60}"/>
                    </a:ext>
                  </a:extLst>
                </p14:cNvPr>
                <p14:cNvContentPartPr/>
                <p14:nvPr/>
              </p14:nvContentPartPr>
              <p14:xfrm>
                <a:off x="8567205" y="3802889"/>
                <a:ext cx="185040" cy="2055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7D14CF9-FEF9-19AB-A994-61DE71D90C6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61085" y="3796769"/>
                  <a:ext cx="197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5C4A539-AF58-4335-09FE-796F252E3E04}"/>
                    </a:ext>
                  </a:extLst>
                </p14:cNvPr>
                <p14:cNvContentPartPr/>
                <p14:nvPr/>
              </p14:nvContentPartPr>
              <p14:xfrm>
                <a:off x="8517165" y="3979649"/>
                <a:ext cx="46080" cy="87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5C4A539-AF58-4335-09FE-796F252E3E0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511045" y="3973529"/>
                  <a:ext cx="583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A8C8C88-1618-11D2-81CF-74CA3D15F5FB}"/>
                    </a:ext>
                  </a:extLst>
                </p14:cNvPr>
                <p14:cNvContentPartPr/>
                <p14:nvPr/>
              </p14:nvContentPartPr>
              <p14:xfrm>
                <a:off x="8356605" y="4077569"/>
                <a:ext cx="85320" cy="1022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A8C8C88-1618-11D2-81CF-74CA3D15F5F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350485" y="4071449"/>
                  <a:ext cx="97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4E8F37B-C1DF-D560-02E6-4A023D1A6120}"/>
                    </a:ext>
                  </a:extLst>
                </p14:cNvPr>
                <p14:cNvContentPartPr/>
                <p14:nvPr/>
              </p14:nvContentPartPr>
              <p14:xfrm>
                <a:off x="8314845" y="4080449"/>
                <a:ext cx="62280" cy="1119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4E8F37B-C1DF-D560-02E6-4A023D1A612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308725" y="4074329"/>
                  <a:ext cx="74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BC4BE9F-77E4-E44B-AF6A-427024B1299E}"/>
                    </a:ext>
                  </a:extLst>
                </p14:cNvPr>
                <p14:cNvContentPartPr/>
                <p14:nvPr/>
              </p14:nvContentPartPr>
              <p14:xfrm>
                <a:off x="8183085" y="4147769"/>
                <a:ext cx="104040" cy="1216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BC4BE9F-77E4-E44B-AF6A-427024B1299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176965" y="4141649"/>
                  <a:ext cx="116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FBEBBA7-AEB2-E6E2-5AF3-86C2837FCDEB}"/>
                    </a:ext>
                  </a:extLst>
                </p14:cNvPr>
                <p14:cNvContentPartPr/>
                <p14:nvPr/>
              </p14:nvContentPartPr>
              <p14:xfrm>
                <a:off x="8006685" y="4313009"/>
                <a:ext cx="61920" cy="62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FBEBBA7-AEB2-E6E2-5AF3-86C2837FCDE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00565" y="4306889"/>
                  <a:ext cx="7416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358A7E4A-1185-5F2D-94EC-3E4EA2E3805C}"/>
                  </a:ext>
                </a:extLst>
              </p14:cNvPr>
              <p14:cNvContentPartPr/>
              <p14:nvPr/>
            </p14:nvContentPartPr>
            <p14:xfrm>
              <a:off x="5500005" y="4672649"/>
              <a:ext cx="471600" cy="10620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358A7E4A-1185-5F2D-94EC-3E4EA2E3805C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493885" y="4666529"/>
                <a:ext cx="4838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E7261BF8-BF6E-E27E-CD50-9C74D417062D}"/>
                  </a:ext>
                </a:extLst>
              </p14:cNvPr>
              <p14:cNvContentPartPr/>
              <p14:nvPr/>
            </p14:nvContentPartPr>
            <p14:xfrm>
              <a:off x="6210645" y="6606209"/>
              <a:ext cx="167400" cy="2372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E7261BF8-BF6E-E27E-CD50-9C74D417062D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6204525" y="6600089"/>
                <a:ext cx="1796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5441C178-9388-EE43-CADD-F8516339E8EA}"/>
                  </a:ext>
                </a:extLst>
              </p14:cNvPr>
              <p14:cNvContentPartPr/>
              <p14:nvPr/>
            </p14:nvContentPartPr>
            <p14:xfrm>
              <a:off x="5379405" y="6533849"/>
              <a:ext cx="232920" cy="3776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5441C178-9388-EE43-CADD-F8516339E8EA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373285" y="6527729"/>
                <a:ext cx="24516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C41A0605-2FB6-557D-CD61-18A4FD0F181D}"/>
                  </a:ext>
                </a:extLst>
              </p14:cNvPr>
              <p14:cNvContentPartPr/>
              <p14:nvPr/>
            </p14:nvContentPartPr>
            <p14:xfrm>
              <a:off x="6391725" y="6475220"/>
              <a:ext cx="24480" cy="378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C41A0605-2FB6-557D-CD61-18A4FD0F181D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385605" y="6469100"/>
                <a:ext cx="367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208AE0F-9C11-FCB9-9AA3-20AA640844D1}"/>
                  </a:ext>
                </a:extLst>
              </p14:cNvPr>
              <p14:cNvContentPartPr/>
              <p14:nvPr/>
            </p14:nvContentPartPr>
            <p14:xfrm>
              <a:off x="6770445" y="1793420"/>
              <a:ext cx="500760" cy="17856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208AE0F-9C11-FCB9-9AA3-20AA640844D1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764325" y="1787300"/>
                <a:ext cx="5130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DD63CBD7-EA31-D0E3-C9EB-DF220BF6E216}"/>
                  </a:ext>
                </a:extLst>
              </p14:cNvPr>
              <p14:cNvContentPartPr/>
              <p14:nvPr/>
            </p14:nvContentPartPr>
            <p14:xfrm>
              <a:off x="11189085" y="3818060"/>
              <a:ext cx="693360" cy="66816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DD63CBD7-EA31-D0E3-C9EB-DF220BF6E216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1182965" y="3811940"/>
                <a:ext cx="70560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3F815B8-9CA6-7967-E557-33139D1C11B4}"/>
                  </a:ext>
                </a:extLst>
              </p14:cNvPr>
              <p14:cNvContentPartPr/>
              <p14:nvPr/>
            </p14:nvContentPartPr>
            <p14:xfrm>
              <a:off x="5310645" y="4009580"/>
              <a:ext cx="974520" cy="78120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3F815B8-9CA6-7967-E557-33139D1C11B4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304525" y="4003460"/>
                <a:ext cx="986760" cy="79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71FC0AB6-83FB-8990-7211-6AA085999954}"/>
              </a:ext>
            </a:extLst>
          </p:cNvPr>
          <p:cNvGrpSpPr/>
          <p:nvPr/>
        </p:nvGrpSpPr>
        <p:grpSpPr>
          <a:xfrm>
            <a:off x="3704685" y="4024340"/>
            <a:ext cx="234360" cy="219600"/>
            <a:chOff x="3704685" y="4024340"/>
            <a:chExt cx="23436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6B39D9D-7471-9F6E-A83A-8DF122E6E39B}"/>
                    </a:ext>
                  </a:extLst>
                </p14:cNvPr>
                <p14:cNvContentPartPr/>
                <p14:nvPr/>
              </p14:nvContentPartPr>
              <p14:xfrm>
                <a:off x="3704685" y="4024340"/>
                <a:ext cx="229680" cy="738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6B39D9D-7471-9F6E-A83A-8DF122E6E39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698565" y="4018220"/>
                  <a:ext cx="241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1649C3AA-94AF-9296-891B-5CBF39F9BA95}"/>
                    </a:ext>
                  </a:extLst>
                </p14:cNvPr>
                <p14:cNvContentPartPr/>
                <p14:nvPr/>
              </p14:nvContentPartPr>
              <p14:xfrm>
                <a:off x="3707925" y="4206860"/>
                <a:ext cx="231120" cy="370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1649C3AA-94AF-9296-891B-5CBF39F9BA9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701805" y="4200740"/>
                  <a:ext cx="24336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92CE51A4-5B48-B5A6-8BBF-56759097C94C}"/>
                  </a:ext>
                </a:extLst>
              </p14:cNvPr>
              <p14:cNvContentPartPr/>
              <p14:nvPr/>
            </p14:nvContentPartPr>
            <p14:xfrm>
              <a:off x="4336485" y="3754340"/>
              <a:ext cx="468720" cy="5464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92CE51A4-5B48-B5A6-8BBF-56759097C94C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4330365" y="3748220"/>
                <a:ext cx="480960" cy="55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5" name="Group 364">
            <a:extLst>
              <a:ext uri="{FF2B5EF4-FFF2-40B4-BE49-F238E27FC236}">
                <a16:creationId xmlns:a16="http://schemas.microsoft.com/office/drawing/2014/main" id="{1CB511A0-2721-0B3C-C531-154EAB03597D}"/>
              </a:ext>
            </a:extLst>
          </p:cNvPr>
          <p:cNvGrpSpPr/>
          <p:nvPr/>
        </p:nvGrpSpPr>
        <p:grpSpPr>
          <a:xfrm>
            <a:off x="4423245" y="2543609"/>
            <a:ext cx="1752480" cy="883851"/>
            <a:chOff x="4423245" y="2543609"/>
            <a:chExt cx="1752480" cy="88385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89F8A8D-C187-B97D-DEF9-C51482D45C0C}"/>
                    </a:ext>
                  </a:extLst>
                </p14:cNvPr>
                <p14:cNvContentPartPr/>
                <p14:nvPr/>
              </p14:nvContentPartPr>
              <p14:xfrm>
                <a:off x="5776125" y="2543609"/>
                <a:ext cx="319680" cy="2865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89F8A8D-C187-B97D-DEF9-C51482D45C0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770005" y="2537489"/>
                  <a:ext cx="331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3492EC5-EC9E-C30F-3258-7D6EB2A8BB6C}"/>
                    </a:ext>
                  </a:extLst>
                </p14:cNvPr>
                <p14:cNvContentPartPr/>
                <p14:nvPr/>
              </p14:nvContentPartPr>
              <p14:xfrm>
                <a:off x="5977005" y="2723609"/>
                <a:ext cx="198720" cy="1087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3492EC5-EC9E-C30F-3258-7D6EB2A8BB6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70885" y="2717489"/>
                  <a:ext cx="21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4B3FEE7-D50F-8AB3-E290-36DEA38E062B}"/>
                    </a:ext>
                  </a:extLst>
                </p14:cNvPr>
                <p14:cNvContentPartPr/>
                <p14:nvPr/>
              </p14:nvContentPartPr>
              <p14:xfrm>
                <a:off x="4423245" y="3080420"/>
                <a:ext cx="218520" cy="3470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4B3FEE7-D50F-8AB3-E290-36DEA38E062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417125" y="3074300"/>
                  <a:ext cx="2307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AAFD947-1356-103A-D1AB-D76A4A70A750}"/>
                    </a:ext>
                  </a:extLst>
                </p14:cNvPr>
                <p14:cNvContentPartPr/>
                <p14:nvPr/>
              </p14:nvContentPartPr>
              <p14:xfrm>
                <a:off x="4700805" y="3035060"/>
                <a:ext cx="211680" cy="2358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AAFD947-1356-103A-D1AB-D76A4A70A75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694685" y="3028940"/>
                  <a:ext cx="2239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B1032966-0B48-6458-258E-8725BA252B52}"/>
                    </a:ext>
                  </a:extLst>
                </p14:cNvPr>
                <p14:cNvContentPartPr/>
                <p14:nvPr/>
              </p14:nvContentPartPr>
              <p14:xfrm>
                <a:off x="4942365" y="3012380"/>
                <a:ext cx="113040" cy="2264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B1032966-0B48-6458-258E-8725BA252B5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936245" y="3006260"/>
                  <a:ext cx="125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801948F-C689-535F-2042-8424658BB240}"/>
                    </a:ext>
                  </a:extLst>
                </p14:cNvPr>
                <p14:cNvContentPartPr/>
                <p14:nvPr/>
              </p14:nvContentPartPr>
              <p14:xfrm>
                <a:off x="5115165" y="2798180"/>
                <a:ext cx="179640" cy="4363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801948F-C689-535F-2042-8424658BB24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109045" y="2792060"/>
                  <a:ext cx="1918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98BEC5C7-74E8-7C96-C4ED-76E903CC8689}"/>
                    </a:ext>
                  </a:extLst>
                </p14:cNvPr>
                <p14:cNvContentPartPr/>
                <p14:nvPr/>
              </p14:nvContentPartPr>
              <p14:xfrm>
                <a:off x="5384445" y="3023900"/>
                <a:ext cx="21240" cy="1299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98BEC5C7-74E8-7C96-C4ED-76E903CC868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378325" y="3017780"/>
                  <a:ext cx="33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2F8F9B7-B37E-429E-4358-747E9CD8D4D2}"/>
                    </a:ext>
                  </a:extLst>
                </p14:cNvPr>
                <p14:cNvContentPartPr/>
                <p14:nvPr/>
              </p14:nvContentPartPr>
              <p14:xfrm>
                <a:off x="5438085" y="2866940"/>
                <a:ext cx="360" cy="997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2F8F9B7-B37E-429E-4358-747E9CD8D4D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431965" y="2860820"/>
                  <a:ext cx="12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55613377-EE2A-17C6-2487-54BB485CE12B}"/>
                    </a:ext>
                  </a:extLst>
                </p14:cNvPr>
                <p14:cNvContentPartPr/>
                <p14:nvPr/>
              </p14:nvContentPartPr>
              <p14:xfrm>
                <a:off x="5485965" y="2975300"/>
                <a:ext cx="358560" cy="2055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55613377-EE2A-17C6-2487-54BB485CE12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479845" y="2969180"/>
                  <a:ext cx="370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F21DF39-284E-F0D5-9DB1-36BE42EF8B04}"/>
                    </a:ext>
                  </a:extLst>
                </p14:cNvPr>
                <p14:cNvContentPartPr/>
                <p14:nvPr/>
              </p14:nvContentPartPr>
              <p14:xfrm>
                <a:off x="6029565" y="2816540"/>
                <a:ext cx="90720" cy="3193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F21DF39-284E-F0D5-9DB1-36BE42EF8B0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023445" y="2810420"/>
                  <a:ext cx="1029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BED36A1-F53D-7FF2-7114-833167C0B2E0}"/>
                    </a:ext>
                  </a:extLst>
                </p14:cNvPr>
                <p14:cNvContentPartPr/>
                <p14:nvPr/>
              </p14:nvContentPartPr>
              <p14:xfrm>
                <a:off x="5965485" y="2959460"/>
                <a:ext cx="140400" cy="201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BED36A1-F53D-7FF2-7114-833167C0B2E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959365" y="2953340"/>
                  <a:ext cx="1526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1CE344D8-0F57-21DB-7D60-A4D643F136B9}"/>
              </a:ext>
            </a:extLst>
          </p:cNvPr>
          <p:cNvGrpSpPr/>
          <p:nvPr/>
        </p:nvGrpSpPr>
        <p:grpSpPr>
          <a:xfrm>
            <a:off x="1434885" y="2863700"/>
            <a:ext cx="1895040" cy="3769200"/>
            <a:chOff x="1434885" y="2863700"/>
            <a:chExt cx="1895040" cy="37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64ABE47-7FE9-34CF-8D9E-F135C7CEC592}"/>
                    </a:ext>
                  </a:extLst>
                </p14:cNvPr>
                <p14:cNvContentPartPr/>
                <p14:nvPr/>
              </p14:nvContentPartPr>
              <p14:xfrm>
                <a:off x="1652685" y="3098780"/>
                <a:ext cx="541800" cy="3610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64ABE47-7FE9-34CF-8D9E-F135C7CEC59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646565" y="3092660"/>
                  <a:ext cx="5540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FE923E3-0F87-7530-E0E0-580AB73D1D65}"/>
                    </a:ext>
                  </a:extLst>
                </p14:cNvPr>
                <p14:cNvContentPartPr/>
                <p14:nvPr/>
              </p14:nvContentPartPr>
              <p14:xfrm>
                <a:off x="2247765" y="3012740"/>
                <a:ext cx="11880" cy="372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FE923E3-0F87-7530-E0E0-580AB73D1D6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241645" y="3006620"/>
                  <a:ext cx="241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2C41411-B767-E641-2C57-86055AE621FD}"/>
                    </a:ext>
                  </a:extLst>
                </p14:cNvPr>
                <p14:cNvContentPartPr/>
                <p14:nvPr/>
              </p14:nvContentPartPr>
              <p14:xfrm>
                <a:off x="2341365" y="3225860"/>
                <a:ext cx="146160" cy="1814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2C41411-B767-E641-2C57-86055AE621F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335245" y="3219740"/>
                  <a:ext cx="158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28AA9A2-971F-92AE-E5F3-9D16107BE0C3}"/>
                    </a:ext>
                  </a:extLst>
                </p14:cNvPr>
                <p14:cNvContentPartPr/>
                <p14:nvPr/>
              </p14:nvContentPartPr>
              <p14:xfrm>
                <a:off x="2533605" y="3208940"/>
                <a:ext cx="102240" cy="1882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28AA9A2-971F-92AE-E5F3-9D16107BE0C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527485" y="3202820"/>
                  <a:ext cx="114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C14C669-D87C-B065-758B-3B7BF7C6D435}"/>
                    </a:ext>
                  </a:extLst>
                </p14:cNvPr>
                <p14:cNvContentPartPr/>
                <p14:nvPr/>
              </p14:nvContentPartPr>
              <p14:xfrm>
                <a:off x="2707485" y="3194900"/>
                <a:ext cx="121680" cy="254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C14C669-D87C-B065-758B-3B7BF7C6D43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701365" y="3188780"/>
                  <a:ext cx="133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4EE5FAD-03B7-AC25-380D-BA14CC85FCF9}"/>
                    </a:ext>
                  </a:extLst>
                </p14:cNvPr>
                <p14:cNvContentPartPr/>
                <p14:nvPr/>
              </p14:nvContentPartPr>
              <p14:xfrm>
                <a:off x="1650165" y="3500180"/>
                <a:ext cx="1335600" cy="370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4EE5FAD-03B7-AC25-380D-BA14CC85FCF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644045" y="3494060"/>
                  <a:ext cx="1347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C79B8138-0613-21DB-1310-D250513FA5E7}"/>
                    </a:ext>
                  </a:extLst>
                </p14:cNvPr>
                <p14:cNvContentPartPr/>
                <p14:nvPr/>
              </p14:nvContentPartPr>
              <p14:xfrm>
                <a:off x="1838805" y="3542300"/>
                <a:ext cx="533880" cy="3664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C79B8138-0613-21DB-1310-D250513FA5E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832685" y="3536180"/>
                  <a:ext cx="5461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9FA1D95-FD0A-C4FE-D382-42610283909D}"/>
                    </a:ext>
                  </a:extLst>
                </p14:cNvPr>
                <p14:cNvContentPartPr/>
                <p14:nvPr/>
              </p14:nvContentPartPr>
              <p14:xfrm>
                <a:off x="2434605" y="3691340"/>
                <a:ext cx="220680" cy="2070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9FA1D95-FD0A-C4FE-D382-42610283909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428485" y="3685220"/>
                  <a:ext cx="232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BA4A4CE-6F0F-20F7-60E1-BC782A7801CD}"/>
                    </a:ext>
                  </a:extLst>
                </p14:cNvPr>
                <p14:cNvContentPartPr/>
                <p14:nvPr/>
              </p14:nvContentPartPr>
              <p14:xfrm>
                <a:off x="2702805" y="3739220"/>
                <a:ext cx="165600" cy="1605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BA4A4CE-6F0F-20F7-60E1-BC782A7801C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696685" y="3733100"/>
                  <a:ext cx="177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93000F2A-5294-30C3-1BCD-5A1480B9E912}"/>
                    </a:ext>
                  </a:extLst>
                </p14:cNvPr>
                <p14:cNvContentPartPr/>
                <p14:nvPr/>
              </p14:nvContentPartPr>
              <p14:xfrm>
                <a:off x="2945445" y="3680180"/>
                <a:ext cx="178560" cy="187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93000F2A-5294-30C3-1BCD-5A1480B9E91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939325" y="3674060"/>
                  <a:ext cx="190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884DCCF-F4F0-E5EE-2E80-E04FF61F5EC1}"/>
                    </a:ext>
                  </a:extLst>
                </p14:cNvPr>
                <p14:cNvContentPartPr/>
                <p14:nvPr/>
              </p14:nvContentPartPr>
              <p14:xfrm>
                <a:off x="1531365" y="2863700"/>
                <a:ext cx="183240" cy="25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884DCCF-F4F0-E5EE-2E80-E04FF61F5EC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525245" y="2857580"/>
                  <a:ext cx="195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CB0F53F-255C-B5FE-F325-8E1AD0A3E4A9}"/>
                    </a:ext>
                  </a:extLst>
                </p14:cNvPr>
                <p14:cNvContentPartPr/>
                <p14:nvPr/>
              </p14:nvContentPartPr>
              <p14:xfrm>
                <a:off x="1434885" y="2940020"/>
                <a:ext cx="234000" cy="36712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CB0F53F-255C-B5FE-F325-8E1AD0A3E4A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428765" y="2933900"/>
                  <a:ext cx="246240" cy="36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7141743-F122-2193-9484-9FECDF8EE553}"/>
                    </a:ext>
                  </a:extLst>
                </p14:cNvPr>
                <p14:cNvContentPartPr/>
                <p14:nvPr/>
              </p14:nvContentPartPr>
              <p14:xfrm>
                <a:off x="2955885" y="2951180"/>
                <a:ext cx="374040" cy="36817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7141743-F122-2193-9484-9FECDF8EE55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949765" y="2945060"/>
                  <a:ext cx="386280" cy="36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70669AE-A9D2-5099-3ABB-DF8EBA57D0F1}"/>
                    </a:ext>
                  </a:extLst>
                </p14:cNvPr>
                <p14:cNvContentPartPr/>
                <p14:nvPr/>
              </p14:nvContentPartPr>
              <p14:xfrm>
                <a:off x="1876605" y="3966020"/>
                <a:ext cx="406440" cy="405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70669AE-A9D2-5099-3ABB-DF8EBA57D0F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870485" y="3959900"/>
                  <a:ext cx="4186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D01CCED-AB29-535E-C818-A4C25725FA0C}"/>
                    </a:ext>
                  </a:extLst>
                </p14:cNvPr>
                <p14:cNvContentPartPr/>
                <p14:nvPr/>
              </p14:nvContentPartPr>
              <p14:xfrm>
                <a:off x="2338845" y="3988340"/>
                <a:ext cx="180720" cy="3445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D01CCED-AB29-535E-C818-A4C25725FA0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332725" y="3982220"/>
                  <a:ext cx="1929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8C17DBC-C9D4-0F68-8AAA-491C847A5230}"/>
                    </a:ext>
                  </a:extLst>
                </p14:cNvPr>
                <p14:cNvContentPartPr/>
                <p14:nvPr/>
              </p14:nvContentPartPr>
              <p14:xfrm>
                <a:off x="2594805" y="4076540"/>
                <a:ext cx="301320" cy="2556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8C17DBC-C9D4-0F68-8AAA-491C847A523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588685" y="4070420"/>
                  <a:ext cx="313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FF35773-2F47-B086-E245-C863BBD5B141}"/>
                    </a:ext>
                  </a:extLst>
                </p14:cNvPr>
                <p14:cNvContentPartPr/>
                <p14:nvPr/>
              </p14:nvContentPartPr>
              <p14:xfrm>
                <a:off x="1855725" y="4360940"/>
                <a:ext cx="1013760" cy="129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FF35773-2F47-B086-E245-C863BBD5B14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849605" y="4354820"/>
                  <a:ext cx="1026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E6D7389-1E39-BA23-2B84-253AA5391E8D}"/>
                    </a:ext>
                  </a:extLst>
                </p14:cNvPr>
                <p14:cNvContentPartPr/>
                <p14:nvPr/>
              </p14:nvContentPartPr>
              <p14:xfrm>
                <a:off x="2014125" y="4434380"/>
                <a:ext cx="415080" cy="2710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E6D7389-1E39-BA23-2B84-253AA5391E8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008005" y="4428260"/>
                  <a:ext cx="4273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5C8F5BE-04E0-C856-3420-E8E779A1241D}"/>
                    </a:ext>
                  </a:extLst>
                </p14:cNvPr>
                <p14:cNvContentPartPr/>
                <p14:nvPr/>
              </p14:nvContentPartPr>
              <p14:xfrm>
                <a:off x="2009085" y="4837940"/>
                <a:ext cx="525600" cy="3567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5C8F5BE-04E0-C856-3420-E8E779A1241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002965" y="4831820"/>
                  <a:ext cx="5378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21EB5C9-BDE0-135F-1D67-6561F1D9F680}"/>
                    </a:ext>
                  </a:extLst>
                </p14:cNvPr>
                <p14:cNvContentPartPr/>
                <p14:nvPr/>
              </p14:nvContentPartPr>
              <p14:xfrm>
                <a:off x="2562765" y="4792940"/>
                <a:ext cx="190800" cy="373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21EB5C9-BDE0-135F-1D67-6561F1D9F68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556645" y="4786820"/>
                  <a:ext cx="2030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3BA793E2-B6F2-D64A-97E0-726F2D97D9A3}"/>
                    </a:ext>
                  </a:extLst>
                </p14:cNvPr>
                <p14:cNvContentPartPr/>
                <p14:nvPr/>
              </p14:nvContentPartPr>
              <p14:xfrm>
                <a:off x="2775885" y="4899500"/>
                <a:ext cx="115560" cy="2124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3BA793E2-B6F2-D64A-97E0-726F2D97D9A3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769765" y="4893380"/>
                  <a:ext cx="127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EF5DE73-EE05-92D7-CB20-E75FF5B940CC}"/>
                    </a:ext>
                  </a:extLst>
                </p14:cNvPr>
                <p14:cNvContentPartPr/>
                <p14:nvPr/>
              </p14:nvContentPartPr>
              <p14:xfrm>
                <a:off x="2962005" y="4916780"/>
                <a:ext cx="91080" cy="1944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EF5DE73-EE05-92D7-CB20-E75FF5B940C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955885" y="4910660"/>
                  <a:ext cx="103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DA8900E-18F4-3C7B-AEB8-39E8CB8DE8E3}"/>
                    </a:ext>
                  </a:extLst>
                </p14:cNvPr>
                <p14:cNvContentPartPr/>
                <p14:nvPr/>
              </p14:nvContentPartPr>
              <p14:xfrm>
                <a:off x="1790925" y="5155820"/>
                <a:ext cx="1229760" cy="572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DA8900E-18F4-3C7B-AEB8-39E8CB8DE8E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784805" y="5149700"/>
                  <a:ext cx="1242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E3C1D35-1F32-37FF-F804-71B788C504C7}"/>
                    </a:ext>
                  </a:extLst>
                </p14:cNvPr>
                <p14:cNvContentPartPr/>
                <p14:nvPr/>
              </p14:nvContentPartPr>
              <p14:xfrm>
                <a:off x="2075685" y="5232860"/>
                <a:ext cx="681480" cy="2617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E3C1D35-1F32-37FF-F804-71B788C504C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069565" y="5226740"/>
                  <a:ext cx="693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4E128D4-831F-E5CF-EC3C-87047D89247E}"/>
                    </a:ext>
                  </a:extLst>
                </p14:cNvPr>
                <p14:cNvContentPartPr/>
                <p14:nvPr/>
              </p14:nvContentPartPr>
              <p14:xfrm>
                <a:off x="2823765" y="5325740"/>
                <a:ext cx="14040" cy="174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4E128D4-831F-E5CF-EC3C-87047D89247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817645" y="5319620"/>
                  <a:ext cx="26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564C18D-6FDC-0F56-108B-D65EE322849A}"/>
                    </a:ext>
                  </a:extLst>
                </p14:cNvPr>
                <p14:cNvContentPartPr/>
                <p14:nvPr/>
              </p14:nvContentPartPr>
              <p14:xfrm>
                <a:off x="1937805" y="5536340"/>
                <a:ext cx="540720" cy="3074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564C18D-6FDC-0F56-108B-D65EE322849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931685" y="5530220"/>
                  <a:ext cx="552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86203D9-6E42-1704-CCFF-85A71DC60C5F}"/>
                    </a:ext>
                  </a:extLst>
                </p14:cNvPr>
                <p14:cNvContentPartPr/>
                <p14:nvPr/>
              </p14:nvContentPartPr>
              <p14:xfrm>
                <a:off x="2524965" y="5604740"/>
                <a:ext cx="217080" cy="161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86203D9-6E42-1704-CCFF-85A71DC60C5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518845" y="5598620"/>
                  <a:ext cx="229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A6328F7-390C-2D26-A9B4-272EDA6B50B1}"/>
                    </a:ext>
                  </a:extLst>
                </p14:cNvPr>
                <p14:cNvContentPartPr/>
                <p14:nvPr/>
              </p14:nvContentPartPr>
              <p14:xfrm>
                <a:off x="2773365" y="5591780"/>
                <a:ext cx="107640" cy="2062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A6328F7-390C-2D26-A9B4-272EDA6B50B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767245" y="5585660"/>
                  <a:ext cx="119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A39F849-672C-34D1-546B-B962A09EA6C5}"/>
                    </a:ext>
                  </a:extLst>
                </p14:cNvPr>
                <p14:cNvContentPartPr/>
                <p14:nvPr/>
              </p14:nvContentPartPr>
              <p14:xfrm>
                <a:off x="1774005" y="5838740"/>
                <a:ext cx="1168920" cy="511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A39F849-672C-34D1-546B-B962A09EA6C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767885" y="5832620"/>
                  <a:ext cx="1181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EBF9161-F8C4-0E67-55DF-5B9656DA099B}"/>
                    </a:ext>
                  </a:extLst>
                </p14:cNvPr>
                <p14:cNvContentPartPr/>
                <p14:nvPr/>
              </p14:nvContentPartPr>
              <p14:xfrm>
                <a:off x="1930605" y="5910740"/>
                <a:ext cx="442440" cy="5767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EBF9161-F8C4-0E67-55DF-5B9656DA099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924485" y="5904620"/>
                  <a:ext cx="45468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D0DB8EC2-62BF-5C1F-CCAB-7B8EE1F95657}"/>
                    </a:ext>
                  </a:extLst>
                </p14:cNvPr>
                <p14:cNvContentPartPr/>
                <p14:nvPr/>
              </p14:nvContentPartPr>
              <p14:xfrm>
                <a:off x="2482485" y="6004700"/>
                <a:ext cx="305640" cy="4420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D0DB8EC2-62BF-5C1F-CCAB-7B8EE1F9565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476365" y="5998580"/>
                  <a:ext cx="3178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A89B4FB-27EC-195F-FD65-6B9779C59DAA}"/>
                    </a:ext>
                  </a:extLst>
                </p14:cNvPr>
                <p14:cNvContentPartPr/>
                <p14:nvPr/>
              </p14:nvContentPartPr>
              <p14:xfrm>
                <a:off x="2874885" y="6242300"/>
                <a:ext cx="82080" cy="1656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A89B4FB-27EC-195F-FD65-6B9779C59DA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868765" y="6236180"/>
                  <a:ext cx="94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BFD9748-157A-14E8-15D1-26BFBB3A02F0}"/>
                    </a:ext>
                  </a:extLst>
                </p14:cNvPr>
                <p14:cNvContentPartPr/>
                <p14:nvPr/>
              </p14:nvContentPartPr>
              <p14:xfrm>
                <a:off x="2982165" y="6222860"/>
                <a:ext cx="42840" cy="1998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BFD9748-157A-14E8-15D1-26BFBB3A02F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976045" y="6216740"/>
                  <a:ext cx="55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82000C2-AA3F-BBEE-2E85-935BF337B00F}"/>
                    </a:ext>
                  </a:extLst>
                </p14:cNvPr>
                <p14:cNvContentPartPr/>
                <p14:nvPr/>
              </p14:nvContentPartPr>
              <p14:xfrm>
                <a:off x="2557725" y="4397660"/>
                <a:ext cx="320760" cy="2689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82000C2-AA3F-BBEE-2E85-935BF337B00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551605" y="4391540"/>
                  <a:ext cx="33300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FCE0D945-1D63-58DD-73B2-7F76F1A40E1E}"/>
              </a:ext>
            </a:extLst>
          </p:cNvPr>
          <p:cNvGrpSpPr/>
          <p:nvPr/>
        </p:nvGrpSpPr>
        <p:grpSpPr>
          <a:xfrm>
            <a:off x="2959845" y="4540580"/>
            <a:ext cx="236880" cy="148680"/>
            <a:chOff x="2959845" y="4540580"/>
            <a:chExt cx="23688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2A80240-9A82-FF82-25F7-DCE1479BA80F}"/>
                    </a:ext>
                  </a:extLst>
                </p14:cNvPr>
                <p14:cNvContentPartPr/>
                <p14:nvPr/>
              </p14:nvContentPartPr>
              <p14:xfrm>
                <a:off x="2959845" y="4540580"/>
                <a:ext cx="12600" cy="1378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2A80240-9A82-FF82-25F7-DCE1479BA80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953725" y="4534460"/>
                  <a:ext cx="24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3126B23-F81D-9320-5512-771C6F07159E}"/>
                    </a:ext>
                  </a:extLst>
                </p14:cNvPr>
                <p14:cNvContentPartPr/>
                <p14:nvPr/>
              </p14:nvContentPartPr>
              <p14:xfrm>
                <a:off x="3041205" y="4548860"/>
                <a:ext cx="155520" cy="1404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3126B23-F81D-9320-5512-771C6F07159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035085" y="4542740"/>
                  <a:ext cx="167760" cy="15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76391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B8169-51C1-FE3C-B8BB-C2A973A5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B93A3E3-0FE4-2DEA-B225-80502AA90CD9}"/>
              </a:ext>
            </a:extLst>
          </p:cNvPr>
          <p:cNvGrpSpPr/>
          <p:nvPr/>
        </p:nvGrpSpPr>
        <p:grpSpPr>
          <a:xfrm>
            <a:off x="692681" y="631295"/>
            <a:ext cx="5106527" cy="2740966"/>
            <a:chOff x="692681" y="631295"/>
            <a:chExt cx="5106527" cy="274096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B7F0F60C-21E5-3C0F-C72F-5234EE59AA75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F7227DA8-B098-C479-60F8-B0025A11A88A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E7516D-7777-A016-CE75-EDAE8CBFC232}"/>
                </a:ext>
              </a:extLst>
            </p:cNvPr>
            <p:cNvCxnSpPr>
              <a:cxnSpLocks/>
              <a:stCxn id="3" idx="6"/>
              <a:endCxn id="7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BAF26D-FF74-D1C7-1BD2-3BC1F894CAFF}"/>
                </a:ext>
              </a:extLst>
            </p:cNvPr>
            <p:cNvCxnSpPr>
              <a:cxnSpLocks/>
              <a:stCxn id="3" idx="6"/>
              <a:endCxn id="8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3480F91-228F-D859-05D8-1FA5B5B1D643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AB4EAC00-DBA8-4403-B64D-51B939DF8FAC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86F2338-0B27-A927-51D6-67EAB6EBBC9F}"/>
                </a:ext>
              </a:extLst>
            </p:cNvPr>
            <p:cNvCxnSpPr>
              <a:cxnSpLocks/>
              <a:stCxn id="8" idx="6"/>
              <a:endCxn id="4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74551C-46AE-E7F6-7ADD-0A5D76FA11AD}"/>
                </a:ext>
              </a:extLst>
            </p:cNvPr>
            <p:cNvCxnSpPr>
              <a:cxnSpLocks/>
              <a:stCxn id="7" idx="6"/>
              <a:endCxn id="4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65F54F-B42F-800A-15B1-71AA9F1E2EAC}"/>
                </a:ext>
              </a:extLst>
            </p:cNvPr>
            <p:cNvSpPr txBox="1"/>
            <p:nvPr/>
          </p:nvSpPr>
          <p:spPr>
            <a:xfrm>
              <a:off x="1757954" y="10481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AEA1CC-7FFA-B943-D94A-1E9BF001E5DC}"/>
                </a:ext>
              </a:extLst>
            </p:cNvPr>
            <p:cNvSpPr txBox="1"/>
            <p:nvPr/>
          </p:nvSpPr>
          <p:spPr>
            <a:xfrm rot="2700000">
              <a:off x="1706345" y="241379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DCD414-BAC3-2784-9587-FE12AA101D07}"/>
                </a:ext>
              </a:extLst>
            </p:cNvPr>
            <p:cNvSpPr txBox="1"/>
            <p:nvPr/>
          </p:nvSpPr>
          <p:spPr>
            <a:xfrm rot="2700000">
              <a:off x="4056167" y="12880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3B3F93-D8CC-3E9C-1AC6-C58679CC7D47}"/>
                </a:ext>
              </a:extLst>
            </p:cNvPr>
            <p:cNvSpPr txBox="1"/>
            <p:nvPr/>
          </p:nvSpPr>
          <p:spPr>
            <a:xfrm rot="18940069">
              <a:off x="3598755" y="1838879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A2F55E4-8056-0BBF-D3E9-400444C3E344}"/>
              </a:ext>
            </a:extLst>
          </p:cNvPr>
          <p:cNvGraphicFramePr>
            <a:graphicFrameLocks noGrp="1"/>
          </p:cNvGraphicFramePr>
          <p:nvPr/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A52DF3-A165-4D9C-A98C-C5B275AF743B}"/>
                  </a:ext>
                </a:extLst>
              </p:cNvPr>
              <p:cNvSpPr txBox="1"/>
              <p:nvPr/>
            </p:nvSpPr>
            <p:spPr>
              <a:xfrm>
                <a:off x="12143" y="4759872"/>
                <a:ext cx="7329781" cy="608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b="0" i="0" dirty="0">
                    <a:solidFill>
                      <a:schemeClr val="tx1"/>
                    </a:solidFill>
                    <a:latin typeface="+mj-lt"/>
                  </a:rPr>
                  <a:t>)</a:t>
                </a:r>
                <a:r>
                  <a:rPr lang="en-US" sz="2800" b="0" i="0" baseline="30000" dirty="0">
                    <a:solidFill>
                      <a:schemeClr val="tx1"/>
                    </a:solidFill>
                    <a:latin typeface="+mj-lt"/>
                  </a:rPr>
                  <a:t>2</a:t>
                </a:r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A52DF3-A165-4D9C-A98C-C5B275AF7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" y="4759872"/>
                <a:ext cx="7329781" cy="608693"/>
              </a:xfrm>
              <a:prstGeom prst="rect">
                <a:avLst/>
              </a:prstGeom>
              <a:blipFill>
                <a:blip r:embed="rId2"/>
                <a:stretch>
                  <a:fillRect t="-1000" b="-2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3DCAB6-2F98-D464-4574-89B6DC434B4E}"/>
                  </a:ext>
                </a:extLst>
              </p:cNvPr>
              <p:cNvSpPr txBox="1"/>
              <p:nvPr/>
            </p:nvSpPr>
            <p:spPr>
              <a:xfrm>
                <a:off x="0" y="4005643"/>
                <a:ext cx="7341924" cy="626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3DCAB6-2F98-D464-4574-89B6DC434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05643"/>
                <a:ext cx="7341924" cy="626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702D5-B4F0-6747-D068-56251EE2858B}"/>
                  </a:ext>
                </a:extLst>
              </p:cNvPr>
              <p:cNvSpPr txBox="1"/>
              <p:nvPr/>
            </p:nvSpPr>
            <p:spPr>
              <a:xfrm>
                <a:off x="135237" y="5565436"/>
                <a:ext cx="7206687" cy="1194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𝑜𝑙𝑑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𝑙𝑜𝑠𝑠</m:t>
                              </m:r>
                            </m:e>
                          </m:acc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702D5-B4F0-6747-D068-56251EE28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7" y="5565436"/>
                <a:ext cx="7206687" cy="11941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B3726CB-3976-63BC-30DC-E4AAAE82D14E}"/>
                  </a:ext>
                </a:extLst>
              </p14:cNvPr>
              <p14:cNvContentPartPr/>
              <p14:nvPr/>
            </p14:nvContentPartPr>
            <p14:xfrm>
              <a:off x="1480605" y="6578129"/>
              <a:ext cx="4334400" cy="128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B3726CB-3976-63BC-30DC-E4AAAE82D1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4485" y="6572009"/>
                <a:ext cx="4346640" cy="1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60F4A59B-F801-68CB-9A47-4FB15A8688B7}"/>
              </a:ext>
            </a:extLst>
          </p:cNvPr>
          <p:cNvGrpSpPr/>
          <p:nvPr/>
        </p:nvGrpSpPr>
        <p:grpSpPr>
          <a:xfrm>
            <a:off x="6644445" y="356969"/>
            <a:ext cx="1032480" cy="3434400"/>
            <a:chOff x="6644445" y="356969"/>
            <a:chExt cx="1032480" cy="34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39C0CD-8C77-90F9-4D29-1BB6EC0833F6}"/>
                    </a:ext>
                  </a:extLst>
                </p14:cNvPr>
                <p14:cNvContentPartPr/>
                <p14:nvPr/>
              </p14:nvContentPartPr>
              <p14:xfrm>
                <a:off x="6733725" y="484049"/>
                <a:ext cx="331920" cy="29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39C0CD-8C77-90F9-4D29-1BB6EC0833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27605" y="477929"/>
                  <a:ext cx="3441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1A3317-CE50-BABB-433C-67C8A2898407}"/>
                    </a:ext>
                  </a:extLst>
                </p14:cNvPr>
                <p14:cNvContentPartPr/>
                <p14:nvPr/>
              </p14:nvContentPartPr>
              <p14:xfrm>
                <a:off x="6753165" y="356969"/>
                <a:ext cx="400680" cy="79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1A3317-CE50-BABB-433C-67C8A28984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47045" y="350849"/>
                  <a:ext cx="412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3A128D-C63E-4626-C54A-A7927C5CD486}"/>
                    </a:ext>
                  </a:extLst>
                </p14:cNvPr>
                <p14:cNvContentPartPr/>
                <p14:nvPr/>
              </p14:nvContentPartPr>
              <p14:xfrm>
                <a:off x="6708165" y="1064009"/>
                <a:ext cx="202680" cy="123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3A128D-C63E-4626-C54A-A7927C5CD48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02045" y="1057889"/>
                  <a:ext cx="214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97EE33-4F54-5CEB-B2F7-8D8ED9EA9B01}"/>
                    </a:ext>
                  </a:extLst>
                </p14:cNvPr>
                <p14:cNvContentPartPr/>
                <p14:nvPr/>
              </p14:nvContentPartPr>
              <p14:xfrm>
                <a:off x="6644445" y="1142489"/>
                <a:ext cx="184320" cy="2648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97EE33-4F54-5CEB-B2F7-8D8ED9EA9B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38325" y="1136369"/>
                  <a:ext cx="196560" cy="26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5F4D26-BA99-522E-A55A-D8A401A9412E}"/>
                    </a:ext>
                  </a:extLst>
                </p14:cNvPr>
                <p14:cNvContentPartPr/>
                <p14:nvPr/>
              </p14:nvContentPartPr>
              <p14:xfrm>
                <a:off x="6968085" y="1190009"/>
                <a:ext cx="166680" cy="173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5F4D26-BA99-522E-A55A-D8A401A9412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61965" y="1183889"/>
                  <a:ext cx="1789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B843AF0-CF08-64ED-A72A-99DF357AF767}"/>
                    </a:ext>
                  </a:extLst>
                </p14:cNvPr>
                <p14:cNvContentPartPr/>
                <p14:nvPr/>
              </p14:nvContentPartPr>
              <p14:xfrm>
                <a:off x="7233405" y="1299089"/>
                <a:ext cx="97200" cy="84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B843AF0-CF08-64ED-A72A-99DF357AF7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27285" y="1292969"/>
                  <a:ext cx="109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8CFC20-0383-B0B7-5608-0EE2925ABD32}"/>
                    </a:ext>
                  </a:extLst>
                </p14:cNvPr>
                <p14:cNvContentPartPr/>
                <p14:nvPr/>
              </p14:nvContentPartPr>
              <p14:xfrm>
                <a:off x="7371645" y="1265609"/>
                <a:ext cx="28440" cy="206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8CFC20-0383-B0B7-5608-0EE2925ABD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65525" y="1259489"/>
                  <a:ext cx="40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00EF76D-0AA1-07D8-F7A6-70CAD8CBD5FA}"/>
                    </a:ext>
                  </a:extLst>
                </p14:cNvPr>
                <p14:cNvContentPartPr/>
                <p14:nvPr/>
              </p14:nvContentPartPr>
              <p14:xfrm>
                <a:off x="6973485" y="1705889"/>
                <a:ext cx="175680" cy="246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00EF76D-0AA1-07D8-F7A6-70CAD8CBD5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67365" y="1699769"/>
                  <a:ext cx="1879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9E693A-D7E5-A136-E77E-391199D6BF66}"/>
                    </a:ext>
                  </a:extLst>
                </p14:cNvPr>
                <p14:cNvContentPartPr/>
                <p14:nvPr/>
              </p14:nvContentPartPr>
              <p14:xfrm>
                <a:off x="7224765" y="1882649"/>
                <a:ext cx="92160" cy="97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9E693A-D7E5-A136-E77E-391199D6BF6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18645" y="1876529"/>
                  <a:ext cx="104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8ADF606-FBBB-0D56-AB46-A31ACF7C5BF6}"/>
                    </a:ext>
                  </a:extLst>
                </p14:cNvPr>
                <p14:cNvContentPartPr/>
                <p14:nvPr/>
              </p14:nvContentPartPr>
              <p14:xfrm>
                <a:off x="7347885" y="1865729"/>
                <a:ext cx="103680" cy="141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8ADF606-FBBB-0D56-AB46-A31ACF7C5BF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41765" y="1859609"/>
                  <a:ext cx="115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88458F-9892-E59B-24BD-4D1E603216B8}"/>
                    </a:ext>
                  </a:extLst>
                </p14:cNvPr>
                <p14:cNvContentPartPr/>
                <p14:nvPr/>
              </p14:nvContentPartPr>
              <p14:xfrm>
                <a:off x="6951165" y="2333729"/>
                <a:ext cx="192240" cy="297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88458F-9892-E59B-24BD-4D1E603216B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45045" y="2327609"/>
                  <a:ext cx="204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1E110C-DE0B-9F50-7F61-0BEA2FBB575C}"/>
                    </a:ext>
                  </a:extLst>
                </p14:cNvPr>
                <p14:cNvContentPartPr/>
                <p14:nvPr/>
              </p14:nvContentPartPr>
              <p14:xfrm>
                <a:off x="7202445" y="2507609"/>
                <a:ext cx="7920" cy="118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1E110C-DE0B-9F50-7F61-0BEA2FBB575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96325" y="2501489"/>
                  <a:ext cx="201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0D23CA-6956-CDE8-5EDE-BA65E2FA2450}"/>
                    </a:ext>
                  </a:extLst>
                </p14:cNvPr>
                <p14:cNvContentPartPr/>
                <p14:nvPr/>
              </p14:nvContentPartPr>
              <p14:xfrm>
                <a:off x="7320525" y="2490689"/>
                <a:ext cx="12960" cy="137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0D23CA-6956-CDE8-5EDE-BA65E2FA245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14405" y="2484569"/>
                  <a:ext cx="25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ECD330A-C87B-9A4C-E044-ECE5594DF546}"/>
                    </a:ext>
                  </a:extLst>
                </p14:cNvPr>
                <p14:cNvContentPartPr/>
                <p14:nvPr/>
              </p14:nvContentPartPr>
              <p14:xfrm>
                <a:off x="6938925" y="3100529"/>
                <a:ext cx="249480" cy="33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ECD330A-C87B-9A4C-E044-ECE5594DF54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32805" y="3094409"/>
                  <a:ext cx="2617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3C7637-7F45-76D1-C2AA-AD1D7D487087}"/>
                    </a:ext>
                  </a:extLst>
                </p14:cNvPr>
                <p14:cNvContentPartPr/>
                <p14:nvPr/>
              </p14:nvContentPartPr>
              <p14:xfrm>
                <a:off x="7272285" y="3315089"/>
                <a:ext cx="8640" cy="137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3C7637-7F45-76D1-C2AA-AD1D7D48708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66165" y="3308969"/>
                  <a:ext cx="20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1AA0BF7-71D7-C7DD-F758-7E98749571AC}"/>
                    </a:ext>
                  </a:extLst>
                </p14:cNvPr>
                <p14:cNvContentPartPr/>
                <p14:nvPr/>
              </p14:nvContentPartPr>
              <p14:xfrm>
                <a:off x="7340685" y="3222569"/>
                <a:ext cx="196920" cy="180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1AA0BF7-71D7-C7DD-F758-7E98749571A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34565" y="3216449"/>
                  <a:ext cx="209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AF6D4E-188D-505A-522B-F2D37BCEF247}"/>
                    </a:ext>
                  </a:extLst>
                </p14:cNvPr>
                <p14:cNvContentPartPr/>
                <p14:nvPr/>
              </p14:nvContentPartPr>
              <p14:xfrm>
                <a:off x="7472445" y="988049"/>
                <a:ext cx="204480" cy="2742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AF6D4E-188D-505A-522B-F2D37BCEF2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66325" y="981929"/>
                  <a:ext cx="216720" cy="27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61246FA-DED0-C6B8-C091-EC5B00561B27}"/>
                  </a:ext>
                </a:extLst>
              </p14:cNvPr>
              <p14:cNvContentPartPr/>
              <p14:nvPr/>
            </p14:nvContentPartPr>
            <p14:xfrm>
              <a:off x="7316205" y="189209"/>
              <a:ext cx="67320" cy="183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61246FA-DED0-C6B8-C091-EC5B00561B2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310085" y="183089"/>
                <a:ext cx="7956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E7E66492-5598-D1DE-5C6B-4B26A5A43F1B}"/>
              </a:ext>
            </a:extLst>
          </p:cNvPr>
          <p:cNvGrpSpPr/>
          <p:nvPr/>
        </p:nvGrpSpPr>
        <p:grpSpPr>
          <a:xfrm>
            <a:off x="11330205" y="262289"/>
            <a:ext cx="622080" cy="423720"/>
            <a:chOff x="11330205" y="262289"/>
            <a:chExt cx="62208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ED6372E-496C-C5C1-243B-8D6DF1AE2D22}"/>
                    </a:ext>
                  </a:extLst>
                </p14:cNvPr>
                <p14:cNvContentPartPr/>
                <p14:nvPr/>
              </p14:nvContentPartPr>
              <p14:xfrm>
                <a:off x="11330205" y="262289"/>
                <a:ext cx="622080" cy="423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ED6372E-496C-C5C1-243B-8D6DF1AE2D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324085" y="256169"/>
                  <a:ext cx="63432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8B2A59-FA9C-3459-9DEB-19ADCBA3C9EE}"/>
                    </a:ext>
                  </a:extLst>
                </p14:cNvPr>
                <p14:cNvContentPartPr/>
                <p14:nvPr/>
              </p14:nvContentPartPr>
              <p14:xfrm>
                <a:off x="11696685" y="521849"/>
                <a:ext cx="212040" cy="149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8B2A59-FA9C-3459-9DEB-19ADCBA3C9E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690565" y="515729"/>
                  <a:ext cx="22428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5EB38C9-D291-1845-1F69-EB9ED6924D8E}"/>
              </a:ext>
            </a:extLst>
          </p:cNvPr>
          <p:cNvGrpSpPr/>
          <p:nvPr/>
        </p:nvGrpSpPr>
        <p:grpSpPr>
          <a:xfrm>
            <a:off x="9753045" y="339329"/>
            <a:ext cx="1238040" cy="440640"/>
            <a:chOff x="9753045" y="339329"/>
            <a:chExt cx="1238040" cy="44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43DB36B-24A6-525D-A116-2388F7189F76}"/>
                    </a:ext>
                  </a:extLst>
                </p14:cNvPr>
                <p14:cNvContentPartPr/>
                <p14:nvPr/>
              </p14:nvContentPartPr>
              <p14:xfrm>
                <a:off x="9753045" y="385769"/>
                <a:ext cx="303840" cy="345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43DB36B-24A6-525D-A116-2388F7189F7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46925" y="379649"/>
                  <a:ext cx="3160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5E584E-68E6-890B-4D9B-DAE762833EDA}"/>
                    </a:ext>
                  </a:extLst>
                </p14:cNvPr>
                <p14:cNvContentPartPr/>
                <p14:nvPr/>
              </p14:nvContentPartPr>
              <p14:xfrm>
                <a:off x="9776445" y="397649"/>
                <a:ext cx="126360" cy="16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5E584E-68E6-890B-4D9B-DAE762833ED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70325" y="391529"/>
                  <a:ext cx="138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FC9E57-63E3-976E-2D68-9ACF56498785}"/>
                    </a:ext>
                  </a:extLst>
                </p14:cNvPr>
                <p14:cNvContentPartPr/>
                <p14:nvPr/>
              </p14:nvContentPartPr>
              <p14:xfrm>
                <a:off x="10149765" y="541289"/>
                <a:ext cx="32760" cy="26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FC9E57-63E3-976E-2D68-9ACF5649878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143645" y="535169"/>
                  <a:ext cx="45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CE260C2-B548-BED5-E17F-A2265D0FCDC3}"/>
                    </a:ext>
                  </a:extLst>
                </p14:cNvPr>
                <p14:cNvContentPartPr/>
                <p14:nvPr/>
              </p14:nvContentPartPr>
              <p14:xfrm>
                <a:off x="10375845" y="369209"/>
                <a:ext cx="226440" cy="318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CE260C2-B548-BED5-E17F-A2265D0FCDC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69725" y="363089"/>
                  <a:ext cx="2386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518998-EAFA-6175-3455-B351D78D714D}"/>
                    </a:ext>
                  </a:extLst>
                </p14:cNvPr>
                <p14:cNvContentPartPr/>
                <p14:nvPr/>
              </p14:nvContentPartPr>
              <p14:xfrm>
                <a:off x="10651245" y="339329"/>
                <a:ext cx="339840" cy="440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518998-EAFA-6175-3455-B351D78D71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645125" y="333209"/>
                  <a:ext cx="352080" cy="45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96531D4-0E50-7854-93F8-ECBB18779B16}"/>
              </a:ext>
            </a:extLst>
          </p:cNvPr>
          <p:cNvGrpSpPr/>
          <p:nvPr/>
        </p:nvGrpSpPr>
        <p:grpSpPr>
          <a:xfrm>
            <a:off x="9269857" y="1400927"/>
            <a:ext cx="1087654" cy="2163324"/>
            <a:chOff x="9057658" y="831266"/>
            <a:chExt cx="1895040" cy="376920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B03915D-B5A1-5D97-A40D-6282A8572573}"/>
                </a:ext>
              </a:extLst>
            </p:cNvPr>
            <p:cNvGrpSpPr/>
            <p:nvPr/>
          </p:nvGrpSpPr>
          <p:grpSpPr>
            <a:xfrm>
              <a:off x="9057658" y="831266"/>
              <a:ext cx="1895040" cy="3769200"/>
              <a:chOff x="1434885" y="2863700"/>
              <a:chExt cx="1895040" cy="3769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2309EF41-E96A-A612-5EAF-D5EA2AF11005}"/>
                      </a:ext>
                    </a:extLst>
                  </p14:cNvPr>
                  <p14:cNvContentPartPr/>
                  <p14:nvPr/>
                </p14:nvContentPartPr>
                <p14:xfrm>
                  <a:off x="1652685" y="3098780"/>
                  <a:ext cx="541800" cy="36108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2309EF41-E96A-A612-5EAF-D5EA2AF11005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642025" y="3088123"/>
                    <a:ext cx="563121" cy="3823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0B8BC1A9-0C27-7F06-CC48-59F64C1C74B2}"/>
                      </a:ext>
                    </a:extLst>
                  </p14:cNvPr>
                  <p14:cNvContentPartPr/>
                  <p14:nvPr/>
                </p14:nvContentPartPr>
                <p14:xfrm>
                  <a:off x="2247765" y="3012740"/>
                  <a:ext cx="11880" cy="37260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0B8BC1A9-0C27-7F06-CC48-59F64C1C74B2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2237136" y="3002094"/>
                    <a:ext cx="33139" cy="393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10C24658-36C1-EF73-A0D9-BDB88F6F3797}"/>
                      </a:ext>
                    </a:extLst>
                  </p14:cNvPr>
                  <p14:cNvContentPartPr/>
                  <p14:nvPr/>
                </p14:nvContentPartPr>
                <p14:xfrm>
                  <a:off x="2341365" y="3225860"/>
                  <a:ext cx="146160" cy="1814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10C24658-36C1-EF73-A0D9-BDB88F6F3797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2330701" y="3215224"/>
                    <a:ext cx="167488" cy="2027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15238C3F-D078-229F-9D21-647E7DEE1373}"/>
                      </a:ext>
                    </a:extLst>
                  </p14:cNvPr>
                  <p14:cNvContentPartPr/>
                  <p14:nvPr/>
                </p14:nvContentPartPr>
                <p14:xfrm>
                  <a:off x="2533605" y="3208940"/>
                  <a:ext cx="102240" cy="18828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15238C3F-D078-229F-9D21-647E7DEE1373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2522942" y="3198306"/>
                    <a:ext cx="123566" cy="2095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E1AE99E6-F4E3-05D3-AF9C-958B04E24057}"/>
                      </a:ext>
                    </a:extLst>
                  </p14:cNvPr>
                  <p14:cNvContentPartPr/>
                  <p14:nvPr/>
                </p14:nvContentPartPr>
                <p14:xfrm>
                  <a:off x="2707485" y="3194900"/>
                  <a:ext cx="121680" cy="25488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E1AE99E6-F4E3-05D3-AF9C-958B04E24057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2696822" y="3184254"/>
                    <a:ext cx="143005" cy="2761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6904D775-A70B-D6E1-E846-BDCE78E93D02}"/>
                      </a:ext>
                    </a:extLst>
                  </p14:cNvPr>
                  <p14:cNvContentPartPr/>
                  <p14:nvPr/>
                </p14:nvContentPartPr>
                <p14:xfrm>
                  <a:off x="1650165" y="3500180"/>
                  <a:ext cx="1335600" cy="370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6904D775-A70B-D6E1-E846-BDCE78E93D02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1639500" y="3489674"/>
                    <a:ext cx="1356929" cy="580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52458CDF-1EAC-3DC2-2FEC-F5D4315C6685}"/>
                      </a:ext>
                    </a:extLst>
                  </p14:cNvPr>
                  <p14:cNvContentPartPr/>
                  <p14:nvPr/>
                </p14:nvContentPartPr>
                <p14:xfrm>
                  <a:off x="1838805" y="3542300"/>
                  <a:ext cx="533880" cy="36648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52458CDF-1EAC-3DC2-2FEC-F5D4315C6685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1828152" y="3531650"/>
                    <a:ext cx="555185" cy="387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CCCE942B-9B4D-95F2-492A-FB8CC5818D40}"/>
                      </a:ext>
                    </a:extLst>
                  </p14:cNvPr>
                  <p14:cNvContentPartPr/>
                  <p14:nvPr/>
                </p14:nvContentPartPr>
                <p14:xfrm>
                  <a:off x="2434605" y="3691340"/>
                  <a:ext cx="220680" cy="207000"/>
                </p14:xfrm>
              </p:contentPart>
            </mc:Choice>
            <mc:Fallback xmlns=""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CCCE942B-9B4D-95F2-492A-FB8CC5818D40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2423947" y="3680709"/>
                    <a:ext cx="241996" cy="2282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120F5DCF-A92E-76A6-B85C-45CD0B486598}"/>
                      </a:ext>
                    </a:extLst>
                  </p14:cNvPr>
                  <p14:cNvContentPartPr/>
                  <p14:nvPr/>
                </p14:nvContentPartPr>
                <p14:xfrm>
                  <a:off x="2702805" y="3739220"/>
                  <a:ext cx="165600" cy="160560"/>
                </p14:xfrm>
              </p:contentPart>
            </mc:Choice>
            <mc:Fallback xmlns=""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120F5DCF-A92E-76A6-B85C-45CD0B486598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2692141" y="3728558"/>
                    <a:ext cx="186927" cy="1818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7F91B99E-3DCD-0675-B96C-7968392040F2}"/>
                      </a:ext>
                    </a:extLst>
                  </p14:cNvPr>
                  <p14:cNvContentPartPr/>
                  <p14:nvPr/>
                </p14:nvContentPartPr>
                <p14:xfrm>
                  <a:off x="2945445" y="3680180"/>
                  <a:ext cx="178560" cy="18720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7F91B99E-3DCD-0675-B96C-7968392040F2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2934794" y="3669537"/>
                    <a:ext cx="199862" cy="2084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A6544581-960F-F5EC-1455-72FDF4710125}"/>
                      </a:ext>
                    </a:extLst>
                  </p14:cNvPr>
                  <p14:cNvContentPartPr/>
                  <p14:nvPr/>
                </p14:nvContentPartPr>
                <p14:xfrm>
                  <a:off x="1531365" y="2863700"/>
                  <a:ext cx="183240" cy="25920"/>
                </p14:xfrm>
              </p:contentPart>
            </mc:Choice>
            <mc:Fallback xmlns=""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A6544581-960F-F5EC-1455-72FDF4710125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1520697" y="2853209"/>
                    <a:ext cx="204576" cy="469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95DA3905-D037-BC6F-FB41-BD525C39F696}"/>
                      </a:ext>
                    </a:extLst>
                  </p14:cNvPr>
                  <p14:cNvContentPartPr/>
                  <p14:nvPr/>
                </p14:nvContentPartPr>
                <p14:xfrm>
                  <a:off x="1434885" y="2940020"/>
                  <a:ext cx="234000" cy="3671280"/>
                </p14:xfrm>
              </p:contentPart>
            </mc:Choice>
            <mc:Fallback xmlns=""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95DA3905-D037-BC6F-FB41-BD525C39F696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1424220" y="2929357"/>
                    <a:ext cx="255330" cy="36926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440D4B84-4D8E-156C-75F0-322220FC45B6}"/>
                      </a:ext>
                    </a:extLst>
                  </p14:cNvPr>
                  <p14:cNvContentPartPr/>
                  <p14:nvPr/>
                </p14:nvContentPartPr>
                <p14:xfrm>
                  <a:off x="2955885" y="2951180"/>
                  <a:ext cx="374040" cy="3681720"/>
                </p14:xfrm>
              </p:contentPart>
            </mc:Choice>
            <mc:Fallback xmlns=""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440D4B84-4D8E-156C-75F0-322220FC45B6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2945234" y="2940517"/>
                    <a:ext cx="395342" cy="37030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BA0088A5-0611-01DA-F861-6D0746282FF6}"/>
                      </a:ext>
                    </a:extLst>
                  </p14:cNvPr>
                  <p14:cNvContentPartPr/>
                  <p14:nvPr/>
                </p14:nvContentPartPr>
                <p14:xfrm>
                  <a:off x="1876605" y="3966020"/>
                  <a:ext cx="406440" cy="405720"/>
                </p14:xfrm>
              </p:contentPart>
            </mc:Choice>
            <mc:Fallback xmlns=""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BA0088A5-0611-01DA-F861-6D0746282FF6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1865942" y="3955360"/>
                    <a:ext cx="427766" cy="4270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2694C72A-07C2-9CA7-6B8D-50B1886B9C4C}"/>
                      </a:ext>
                    </a:extLst>
                  </p14:cNvPr>
                  <p14:cNvContentPartPr/>
                  <p14:nvPr/>
                </p14:nvContentPartPr>
                <p14:xfrm>
                  <a:off x="2338845" y="3988340"/>
                  <a:ext cx="180720" cy="344520"/>
                </p14:xfrm>
              </p:contentPart>
            </mc:Choice>
            <mc:Fallback xmlns=""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2694C72A-07C2-9CA7-6B8D-50B1886B9C4C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2328214" y="3977672"/>
                    <a:ext cx="201981" cy="3658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9381856D-AF9A-ABA3-E201-4D5DFA4AC55C}"/>
                      </a:ext>
                    </a:extLst>
                  </p14:cNvPr>
                  <p14:cNvContentPartPr/>
                  <p14:nvPr/>
                </p14:nvContentPartPr>
                <p14:xfrm>
                  <a:off x="2594805" y="4076540"/>
                  <a:ext cx="301320" cy="25560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9381856D-AF9A-ABA3-E201-4D5DFA4AC55C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2584155" y="4065890"/>
                    <a:ext cx="322619" cy="2769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35D131E3-E720-4119-0272-B9C50538C2DE}"/>
                      </a:ext>
                    </a:extLst>
                  </p14:cNvPr>
                  <p14:cNvContentPartPr/>
                  <p14:nvPr/>
                </p14:nvContentPartPr>
                <p14:xfrm>
                  <a:off x="1855725" y="4360940"/>
                  <a:ext cx="1013760" cy="1296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35D131E3-E720-4119-0272-B9C50538C2DE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1845067" y="4350449"/>
                    <a:ext cx="1035076" cy="339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5ECE8945-1D81-BBD2-F189-48BCBEF103EF}"/>
                      </a:ext>
                    </a:extLst>
                  </p14:cNvPr>
                  <p14:cNvContentPartPr/>
                  <p14:nvPr/>
                </p14:nvContentPartPr>
                <p14:xfrm>
                  <a:off x="2014125" y="4434380"/>
                  <a:ext cx="415080" cy="27108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5ECE8945-1D81-BBD2-F189-48BCBEF103EF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2003466" y="4423737"/>
                    <a:ext cx="436398" cy="2923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A652D401-7D04-EE9C-0EAB-9F64317CAB30}"/>
                      </a:ext>
                    </a:extLst>
                  </p14:cNvPr>
                  <p14:cNvContentPartPr/>
                  <p14:nvPr/>
                </p14:nvContentPartPr>
                <p14:xfrm>
                  <a:off x="2009085" y="4837940"/>
                  <a:ext cx="525600" cy="356760"/>
                </p14:xfrm>
              </p:contentPart>
            </mc:Choice>
            <mc:Fallback xmlns=""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A652D401-7D04-EE9C-0EAB-9F64317CAB30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1998422" y="4827281"/>
                    <a:ext cx="546925" cy="3780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F0F7E5B3-CC85-755E-46C2-510C6D27C115}"/>
                      </a:ext>
                    </a:extLst>
                  </p14:cNvPr>
                  <p14:cNvContentPartPr/>
                  <p14:nvPr/>
                </p14:nvContentPartPr>
                <p14:xfrm>
                  <a:off x="2562765" y="4792940"/>
                  <a:ext cx="190800" cy="373680"/>
                </p14:xfrm>
              </p:contentPart>
            </mc:Choice>
            <mc:Fallback xmlns=""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F0F7E5B3-CC85-755E-46C2-510C6D27C115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2552095" y="4782281"/>
                    <a:ext cx="212139" cy="3949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406217B2-5C04-1FAC-EDA2-44CE78BB57C3}"/>
                      </a:ext>
                    </a:extLst>
                  </p14:cNvPr>
                  <p14:cNvContentPartPr/>
                  <p14:nvPr/>
                </p14:nvContentPartPr>
                <p14:xfrm>
                  <a:off x="2775885" y="4899500"/>
                  <a:ext cx="115560" cy="21240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406217B2-5C04-1FAC-EDA2-44CE78BB57C3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2765266" y="4888849"/>
                    <a:ext cx="136798" cy="2337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9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E028D9FB-6F8A-AAE6-7AC2-66289A3FEFE4}"/>
                      </a:ext>
                    </a:extLst>
                  </p14:cNvPr>
                  <p14:cNvContentPartPr/>
                  <p14:nvPr/>
                </p14:nvContentPartPr>
                <p14:xfrm>
                  <a:off x="2962005" y="4916780"/>
                  <a:ext cx="91080" cy="194400"/>
                </p14:xfrm>
              </p:contentPart>
            </mc:Choice>
            <mc:Fallback xmlns=""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E028D9FB-6F8A-AAE6-7AC2-66289A3FEFE4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2951327" y="4906119"/>
                    <a:ext cx="112437" cy="215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1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53D7715B-3818-E7DC-422D-A59D430F4839}"/>
                      </a:ext>
                    </a:extLst>
                  </p14:cNvPr>
                  <p14:cNvContentPartPr/>
                  <p14:nvPr/>
                </p14:nvContentPartPr>
                <p14:xfrm>
                  <a:off x="1790925" y="5155820"/>
                  <a:ext cx="1229760" cy="57240"/>
                </p14:xfrm>
              </p:contentPart>
            </mc:Choice>
            <mc:Fallback xmlns=""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53D7715B-3818-E7DC-422D-A59D430F4839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1780264" y="5145243"/>
                    <a:ext cx="1251082" cy="783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BCE3376F-1D42-3EBC-E4F6-8AEB10AD7BE0}"/>
                      </a:ext>
                    </a:extLst>
                  </p14:cNvPr>
                  <p14:cNvContentPartPr/>
                  <p14:nvPr/>
                </p14:nvContentPartPr>
                <p14:xfrm>
                  <a:off x="2075685" y="5232860"/>
                  <a:ext cx="681480" cy="26172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BCE3376F-1D42-3EBC-E4F6-8AEB10AD7BE0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2065027" y="5222216"/>
                    <a:ext cx="702796" cy="28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5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28AC3384-4D4E-C2DB-7FDD-A7724A07EBB4}"/>
                      </a:ext>
                    </a:extLst>
                  </p14:cNvPr>
                  <p14:cNvContentPartPr/>
                  <p14:nvPr/>
                </p14:nvContentPartPr>
                <p14:xfrm>
                  <a:off x="2823765" y="5325740"/>
                  <a:ext cx="14040" cy="17496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28AC3384-4D4E-C2DB-7FDD-A7724A07EBB4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2813388" y="5315079"/>
                    <a:ext cx="34795" cy="1962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7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CA7ACBD4-F42F-AF2D-3C20-6D6777AADDA4}"/>
                      </a:ext>
                    </a:extLst>
                  </p14:cNvPr>
                  <p14:cNvContentPartPr/>
                  <p14:nvPr/>
                </p14:nvContentPartPr>
                <p14:xfrm>
                  <a:off x="1937805" y="5536340"/>
                  <a:ext cx="540720" cy="30744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CA7ACBD4-F42F-AF2D-3C20-6D6777AADDA4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1927141" y="5525695"/>
                    <a:ext cx="562048" cy="3287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9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FBCD6542-C30C-A091-19B7-C3EB7D06248C}"/>
                      </a:ext>
                    </a:extLst>
                  </p14:cNvPr>
                  <p14:cNvContentPartPr/>
                  <p14:nvPr/>
                </p14:nvContentPartPr>
                <p14:xfrm>
                  <a:off x="2524965" y="5604740"/>
                  <a:ext cx="217080" cy="16128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FBCD6542-C30C-A091-19B7-C3EB7D06248C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2514299" y="5594113"/>
                    <a:ext cx="238412" cy="1825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1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97D47175-D44A-86AC-4BB0-3EC9565739F9}"/>
                      </a:ext>
                    </a:extLst>
                  </p14:cNvPr>
                  <p14:cNvContentPartPr/>
                  <p14:nvPr/>
                </p14:nvContentPartPr>
                <p14:xfrm>
                  <a:off x="2773365" y="5591780"/>
                  <a:ext cx="107640" cy="20628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97D47175-D44A-86AC-4BB0-3EC9565739F9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2762726" y="5581121"/>
                    <a:ext cx="128918" cy="2275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3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E65543D7-388E-31EB-8055-100E82CFA250}"/>
                      </a:ext>
                    </a:extLst>
                  </p14:cNvPr>
                  <p14:cNvContentPartPr/>
                  <p14:nvPr/>
                </p14:nvContentPartPr>
                <p14:xfrm>
                  <a:off x="1774005" y="5838740"/>
                  <a:ext cx="1168920" cy="5112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E65543D7-388E-31EB-8055-100E82CFA250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1763344" y="5828142"/>
                    <a:ext cx="1190242" cy="723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5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21CD3DB9-352F-8979-093B-F60F558BA3C5}"/>
                      </a:ext>
                    </a:extLst>
                  </p14:cNvPr>
                  <p14:cNvContentPartPr/>
                  <p14:nvPr/>
                </p14:nvContentPartPr>
                <p14:xfrm>
                  <a:off x="1930605" y="5910740"/>
                  <a:ext cx="442440" cy="57672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21CD3DB9-352F-8979-093B-F60F558BA3C5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1919951" y="5900083"/>
                    <a:ext cx="463747" cy="5980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7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927448D9-2F19-4FD3-78EF-62AA4E3E7762}"/>
                      </a:ext>
                    </a:extLst>
                  </p14:cNvPr>
                  <p14:cNvContentPartPr/>
                  <p14:nvPr/>
                </p14:nvContentPartPr>
                <p14:xfrm>
                  <a:off x="2482485" y="6004700"/>
                  <a:ext cx="305640" cy="44208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927448D9-2F19-4FD3-78EF-62AA4E3E7762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2471838" y="5994040"/>
                    <a:ext cx="326935" cy="463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9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1BCD8E9E-8B56-A5D6-AE28-A4789C9F9654}"/>
                      </a:ext>
                    </a:extLst>
                  </p14:cNvPr>
                  <p14:cNvContentPartPr/>
                  <p14:nvPr/>
                </p14:nvContentPartPr>
                <p14:xfrm>
                  <a:off x="2874885" y="6242300"/>
                  <a:ext cx="82080" cy="16560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1BCD8E9E-8B56-A5D6-AE28-A4789C9F9654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2864233" y="6231677"/>
                    <a:ext cx="103383" cy="1868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1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08543B5-C0FE-635D-5509-87EC1EBC60DB}"/>
                      </a:ext>
                    </a:extLst>
                  </p14:cNvPr>
                  <p14:cNvContentPartPr/>
                  <p14:nvPr/>
                </p14:nvContentPartPr>
                <p14:xfrm>
                  <a:off x="2982165" y="6222860"/>
                  <a:ext cx="42840" cy="19980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08543B5-C0FE-635D-5509-87EC1EBC60DB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2971610" y="6212212"/>
                    <a:ext cx="63950" cy="2210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3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64323F64-C08C-8806-5CA8-6F5E14CF8C7D}"/>
                      </a:ext>
                    </a:extLst>
                  </p14:cNvPr>
                  <p14:cNvContentPartPr/>
                  <p14:nvPr/>
                </p14:nvContentPartPr>
                <p14:xfrm>
                  <a:off x="2557725" y="4397660"/>
                  <a:ext cx="320760" cy="268920"/>
                </p14:xfrm>
              </p:contentPart>
            </mc:Choice>
            <mc:Fallback xmlns=""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64323F64-C08C-8806-5CA8-6F5E14CF8C7D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2547075" y="4387003"/>
                    <a:ext cx="342060" cy="29023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3ABB8B0-BFB3-A48E-B19B-9F397D0B809D}"/>
                </a:ext>
              </a:extLst>
            </p:cNvPr>
            <p:cNvGrpSpPr/>
            <p:nvPr/>
          </p:nvGrpSpPr>
          <p:grpSpPr>
            <a:xfrm>
              <a:off x="10582618" y="2508146"/>
              <a:ext cx="236880" cy="148680"/>
              <a:chOff x="2959845" y="4540580"/>
              <a:chExt cx="236880" cy="148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5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319DA7E1-3A86-A8F5-5022-07F61A5E5659}"/>
                      </a:ext>
                    </a:extLst>
                  </p14:cNvPr>
                  <p14:cNvContentPartPr/>
                  <p14:nvPr/>
                </p14:nvContentPartPr>
                <p14:xfrm>
                  <a:off x="2959845" y="4540580"/>
                  <a:ext cx="12600" cy="137880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319DA7E1-3A86-A8F5-5022-07F61A5E5659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2949135" y="4529926"/>
                    <a:ext cx="34020" cy="1591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7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15A4D512-1DAF-6DCE-7D2A-56EF7ED58AFD}"/>
                      </a:ext>
                    </a:extLst>
                  </p14:cNvPr>
                  <p14:cNvContentPartPr/>
                  <p14:nvPr/>
                </p14:nvContentPartPr>
                <p14:xfrm>
                  <a:off x="3041205" y="4548860"/>
                  <a:ext cx="155520" cy="14040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15A4D512-1DAF-6DCE-7D2A-56EF7ED58AFD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3030544" y="4538205"/>
                    <a:ext cx="176841" cy="16171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25F87A-741D-A02E-D806-6ACC0501227D}"/>
              </a:ext>
            </a:extLst>
          </p:cNvPr>
          <p:cNvGrpSpPr/>
          <p:nvPr/>
        </p:nvGrpSpPr>
        <p:grpSpPr>
          <a:xfrm>
            <a:off x="2503365" y="3253529"/>
            <a:ext cx="2239560" cy="472320"/>
            <a:chOff x="2503365" y="3253529"/>
            <a:chExt cx="223956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DCE1898-A78B-7ED1-636B-0EF099AA379B}"/>
                    </a:ext>
                  </a:extLst>
                </p14:cNvPr>
                <p14:cNvContentPartPr/>
                <p14:nvPr/>
              </p14:nvContentPartPr>
              <p14:xfrm>
                <a:off x="2503365" y="3508409"/>
                <a:ext cx="106920" cy="208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DCE1898-A78B-7ED1-636B-0EF099AA379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497245" y="3502289"/>
                  <a:ext cx="1191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A6BBC1-E708-FAB8-EE0B-EDADFC60A1FB}"/>
                    </a:ext>
                  </a:extLst>
                </p14:cNvPr>
                <p14:cNvContentPartPr/>
                <p14:nvPr/>
              </p14:nvContentPartPr>
              <p14:xfrm>
                <a:off x="2660685" y="3514889"/>
                <a:ext cx="132480" cy="182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A6BBC1-E708-FAB8-EE0B-EDADFC60A1F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654565" y="3508769"/>
                  <a:ext cx="144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99DE37-F2C4-A68E-5D40-7FF57976DCB7}"/>
                    </a:ext>
                  </a:extLst>
                </p14:cNvPr>
                <p14:cNvContentPartPr/>
                <p14:nvPr/>
              </p14:nvContentPartPr>
              <p14:xfrm>
                <a:off x="2852565" y="3528209"/>
                <a:ext cx="189000" cy="197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99DE37-F2C4-A68E-5D40-7FF57976DCB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846445" y="3522089"/>
                  <a:ext cx="201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4817D03-0FBB-3973-951C-3BD428DD3006}"/>
                    </a:ext>
                  </a:extLst>
                </p14:cNvPr>
                <p14:cNvContentPartPr/>
                <p14:nvPr/>
              </p14:nvContentPartPr>
              <p14:xfrm>
                <a:off x="3127245" y="3320849"/>
                <a:ext cx="120240" cy="375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4817D03-0FBB-3973-951C-3BD428DD300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121125" y="3314729"/>
                  <a:ext cx="1324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FA9245D-E27C-476B-AA44-68A3BCCFB2B0}"/>
                    </a:ext>
                  </a:extLst>
                </p14:cNvPr>
                <p14:cNvContentPartPr/>
                <p14:nvPr/>
              </p14:nvContentPartPr>
              <p14:xfrm>
                <a:off x="3301125" y="3490049"/>
                <a:ext cx="100080" cy="182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FA9245D-E27C-476B-AA44-68A3BCCFB2B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295005" y="3483929"/>
                  <a:ext cx="112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180C3E-F840-658E-4B1A-9CC1CEA98960}"/>
                    </a:ext>
                  </a:extLst>
                </p14:cNvPr>
                <p14:cNvContentPartPr/>
                <p14:nvPr/>
              </p14:nvContentPartPr>
              <p14:xfrm>
                <a:off x="3458445" y="3491489"/>
                <a:ext cx="102960" cy="156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180C3E-F840-658E-4B1A-9CC1CEA9896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52325" y="3485369"/>
                  <a:ext cx="115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5A9B379-8EAA-C250-EBD3-A708465DB631}"/>
                    </a:ext>
                  </a:extLst>
                </p14:cNvPr>
                <p14:cNvContentPartPr/>
                <p14:nvPr/>
              </p14:nvContentPartPr>
              <p14:xfrm>
                <a:off x="3939045" y="3253529"/>
                <a:ext cx="92520" cy="416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5A9B379-8EAA-C250-EBD3-A708465DB63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932925" y="3247409"/>
                  <a:ext cx="1047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FA502B0-6046-247A-E86D-611F95C11918}"/>
                    </a:ext>
                  </a:extLst>
                </p14:cNvPr>
                <p14:cNvContentPartPr/>
                <p14:nvPr/>
              </p14:nvContentPartPr>
              <p14:xfrm>
                <a:off x="4081605" y="3540089"/>
                <a:ext cx="86040" cy="123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FA502B0-6046-247A-E86D-611F95C1191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075485" y="3533969"/>
                  <a:ext cx="98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FAFA59-58BB-E0D3-6D0F-DCA3A9EA2FF3}"/>
                    </a:ext>
                  </a:extLst>
                </p14:cNvPr>
                <p14:cNvContentPartPr/>
                <p14:nvPr/>
              </p14:nvContentPartPr>
              <p14:xfrm>
                <a:off x="4258005" y="3298169"/>
                <a:ext cx="42480" cy="296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FAFA59-58BB-E0D3-6D0F-DCA3A9EA2FF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251885" y="3292049"/>
                  <a:ext cx="547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1EC853A-8618-40BC-D7DC-D020E7477B29}"/>
                    </a:ext>
                  </a:extLst>
                </p14:cNvPr>
                <p14:cNvContentPartPr/>
                <p14:nvPr/>
              </p14:nvContentPartPr>
              <p14:xfrm>
                <a:off x="4324605" y="3358289"/>
                <a:ext cx="158400" cy="293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1EC853A-8618-40BC-D7DC-D020E7477B2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318485" y="3352169"/>
                  <a:ext cx="1706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900FDE8-8A91-C4A4-B0F1-F3D252666EE3}"/>
                    </a:ext>
                  </a:extLst>
                </p14:cNvPr>
                <p14:cNvContentPartPr/>
                <p14:nvPr/>
              </p14:nvContentPartPr>
              <p14:xfrm>
                <a:off x="4480485" y="3487169"/>
                <a:ext cx="113400" cy="17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900FDE8-8A91-C4A4-B0F1-F3D252666EE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474365" y="3481049"/>
                  <a:ext cx="125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EBADD29-F986-D611-5CE6-7B77FFD83FEC}"/>
                    </a:ext>
                  </a:extLst>
                </p14:cNvPr>
                <p14:cNvContentPartPr/>
                <p14:nvPr/>
              </p14:nvContentPartPr>
              <p14:xfrm>
                <a:off x="4650405" y="3486089"/>
                <a:ext cx="92520" cy="144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EBADD29-F986-D611-5CE6-7B77FFD83FE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644285" y="3479969"/>
                  <a:ext cx="1047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C39E87F-279A-BE17-3121-453698568099}"/>
              </a:ext>
            </a:extLst>
          </p:cNvPr>
          <p:cNvGrpSpPr/>
          <p:nvPr/>
        </p:nvGrpSpPr>
        <p:grpSpPr>
          <a:xfrm>
            <a:off x="239685" y="1871489"/>
            <a:ext cx="469080" cy="203760"/>
            <a:chOff x="239685" y="1871489"/>
            <a:chExt cx="46908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36EC523-5A5F-E7AB-47BB-87D4F5002B67}"/>
                    </a:ext>
                  </a:extLst>
                </p14:cNvPr>
                <p14:cNvContentPartPr/>
                <p14:nvPr/>
              </p14:nvContentPartPr>
              <p14:xfrm>
                <a:off x="239685" y="1991729"/>
                <a:ext cx="314640" cy="24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36EC523-5A5F-E7AB-47BB-87D4F5002B6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33565" y="1985609"/>
                  <a:ext cx="326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294B1B3-8D12-17E3-FAAE-08DD7E79BC4D}"/>
                    </a:ext>
                  </a:extLst>
                </p14:cNvPr>
                <p14:cNvContentPartPr/>
                <p14:nvPr/>
              </p14:nvContentPartPr>
              <p14:xfrm>
                <a:off x="560445" y="1871489"/>
                <a:ext cx="148320" cy="203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294B1B3-8D12-17E3-FAAE-08DD7E79BC4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54325" y="1865369"/>
                  <a:ext cx="16056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7818CEA-FF5A-02D2-E7F7-2239393641DA}"/>
              </a:ext>
            </a:extLst>
          </p:cNvPr>
          <p:cNvGrpSpPr/>
          <p:nvPr/>
        </p:nvGrpSpPr>
        <p:grpSpPr>
          <a:xfrm>
            <a:off x="5395605" y="1963649"/>
            <a:ext cx="671760" cy="173880"/>
            <a:chOff x="5395605" y="1963649"/>
            <a:chExt cx="67176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1393053-6C35-37CB-3B58-3A951F6C8356}"/>
                    </a:ext>
                  </a:extLst>
                </p14:cNvPr>
                <p14:cNvContentPartPr/>
                <p14:nvPr/>
              </p14:nvContentPartPr>
              <p14:xfrm>
                <a:off x="5395605" y="2042129"/>
                <a:ext cx="456120" cy="32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1393053-6C35-37CB-3B58-3A951F6C835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389485" y="2036009"/>
                  <a:ext cx="4683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94C6B0C-8A35-8ED1-7D08-04962AD4AD7D}"/>
                    </a:ext>
                  </a:extLst>
                </p14:cNvPr>
                <p14:cNvContentPartPr/>
                <p14:nvPr/>
              </p14:nvContentPartPr>
              <p14:xfrm>
                <a:off x="5903925" y="1963649"/>
                <a:ext cx="163440" cy="173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94C6B0C-8A35-8ED1-7D08-04962AD4AD7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897805" y="1957529"/>
                  <a:ext cx="17568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00013773-E468-93EF-6C17-ECC23B0D70B0}"/>
                  </a:ext>
                </a:extLst>
              </p14:cNvPr>
              <p14:cNvContentPartPr/>
              <p14:nvPr/>
            </p14:nvContentPartPr>
            <p14:xfrm>
              <a:off x="1911885" y="1077689"/>
              <a:ext cx="595800" cy="5785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00013773-E468-93EF-6C17-ECC23B0D70B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905765" y="1071569"/>
                <a:ext cx="60804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002452D-DFCE-C1D4-8302-776A587C61CD}"/>
                  </a:ext>
                </a:extLst>
              </p14:cNvPr>
              <p14:cNvContentPartPr/>
              <p14:nvPr/>
            </p14:nvContentPartPr>
            <p14:xfrm>
              <a:off x="1919085" y="2245889"/>
              <a:ext cx="459000" cy="710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002452D-DFCE-C1D4-8302-776A587C61C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912965" y="2239769"/>
                <a:ext cx="47124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5255B7A8-3C60-D919-07C1-4821B9C25681}"/>
                  </a:ext>
                </a:extLst>
              </p14:cNvPr>
              <p14:cNvContentPartPr/>
              <p14:nvPr/>
            </p14:nvContentPartPr>
            <p14:xfrm>
              <a:off x="3803685" y="2016209"/>
              <a:ext cx="499320" cy="5720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5255B7A8-3C60-D919-07C1-4821B9C2568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797565" y="2010089"/>
                <a:ext cx="51156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90D38171-D20B-CEC2-220B-60F0285B9C5D}"/>
                  </a:ext>
                </a:extLst>
              </p14:cNvPr>
              <p14:cNvContentPartPr/>
              <p14:nvPr/>
            </p14:nvContentPartPr>
            <p14:xfrm>
              <a:off x="4141725" y="1139969"/>
              <a:ext cx="531720" cy="6354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90D38171-D20B-CEC2-220B-60F0285B9C5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135605" y="1133849"/>
                <a:ext cx="54396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F895504-130B-A0F3-7FC4-0A79E1962088}"/>
                  </a:ext>
                </a:extLst>
              </p14:cNvPr>
              <p14:cNvContentPartPr/>
              <p14:nvPr/>
            </p14:nvContentPartPr>
            <p14:xfrm>
              <a:off x="7842885" y="549929"/>
              <a:ext cx="177120" cy="18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F895504-130B-A0F3-7FC4-0A79E1962088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836765" y="543809"/>
                <a:ext cx="1893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DEF3303-03A1-85CB-8AB0-3DCDE38C1864}"/>
                  </a:ext>
                </a:extLst>
              </p14:cNvPr>
              <p14:cNvContentPartPr/>
              <p14:nvPr/>
            </p14:nvContentPartPr>
            <p14:xfrm>
              <a:off x="7882845" y="657209"/>
              <a:ext cx="181440" cy="144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DEF3303-03A1-85CB-8AB0-3DCDE38C1864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876725" y="651089"/>
                <a:ext cx="1936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EA33483-C296-3D93-4DFB-E6ECFA81B84D}"/>
                  </a:ext>
                </a:extLst>
              </p14:cNvPr>
              <p14:cNvContentPartPr/>
              <p14:nvPr/>
            </p14:nvContentPartPr>
            <p14:xfrm>
              <a:off x="8417445" y="449489"/>
              <a:ext cx="381240" cy="3240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EA33483-C296-3D93-4DFB-E6ECFA81B84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411325" y="443369"/>
                <a:ext cx="3934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A345EB-40D2-F0E7-3403-B25F7E345171}"/>
                  </a:ext>
                </a:extLst>
              </p14:cNvPr>
              <p14:cNvContentPartPr/>
              <p14:nvPr/>
            </p14:nvContentPartPr>
            <p14:xfrm>
              <a:off x="8435805" y="289649"/>
              <a:ext cx="297000" cy="864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A345EB-40D2-F0E7-3403-B25F7E34517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429685" y="283529"/>
                <a:ext cx="309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7EC152B-A04A-6FF0-9359-EE1369BCA614}"/>
                  </a:ext>
                </a:extLst>
              </p14:cNvPr>
              <p14:cNvContentPartPr/>
              <p14:nvPr/>
            </p14:nvContentPartPr>
            <p14:xfrm>
              <a:off x="9124125" y="542369"/>
              <a:ext cx="273600" cy="16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7EC152B-A04A-6FF0-9359-EE1369BCA614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118005" y="536249"/>
                <a:ext cx="28584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5A3C5F-AF16-A90F-7007-6276D34E187D}"/>
              </a:ext>
            </a:extLst>
          </p:cNvPr>
          <p:cNvGrpSpPr/>
          <p:nvPr/>
        </p:nvGrpSpPr>
        <p:grpSpPr>
          <a:xfrm>
            <a:off x="7722285" y="878969"/>
            <a:ext cx="1538640" cy="2886840"/>
            <a:chOff x="7722285" y="878969"/>
            <a:chExt cx="1538640" cy="28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BE99CD4-35A3-D69E-79D6-384F22FCC2DF}"/>
                    </a:ext>
                  </a:extLst>
                </p14:cNvPr>
                <p14:cNvContentPartPr/>
                <p14:nvPr/>
              </p14:nvContentPartPr>
              <p14:xfrm>
                <a:off x="7722285" y="878969"/>
                <a:ext cx="87120" cy="183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BE99CD4-35A3-D69E-79D6-384F22FCC2D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716165" y="872849"/>
                  <a:ext cx="99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814ECEF-7402-1864-1F99-0EFB27750467}"/>
                    </a:ext>
                  </a:extLst>
                </p14:cNvPr>
                <p14:cNvContentPartPr/>
                <p14:nvPr/>
              </p14:nvContentPartPr>
              <p14:xfrm>
                <a:off x="7840365" y="1921889"/>
                <a:ext cx="181440" cy="24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814ECEF-7402-1864-1F99-0EFB2775046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834245" y="1915769"/>
                  <a:ext cx="193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62E5753-0E56-3ECD-918A-BBC297A1AE29}"/>
                    </a:ext>
                  </a:extLst>
                </p14:cNvPr>
                <p14:cNvContentPartPr/>
                <p14:nvPr/>
              </p14:nvContentPartPr>
              <p14:xfrm>
                <a:off x="7873845" y="2187929"/>
                <a:ext cx="182160" cy="6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62E5753-0E56-3ECD-918A-BBC297A1AE2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867725" y="2181809"/>
                  <a:ext cx="194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19C9F0D-FF75-8FC9-ABE2-FFB76119EA51}"/>
                    </a:ext>
                  </a:extLst>
                </p14:cNvPr>
                <p14:cNvContentPartPr/>
                <p14:nvPr/>
              </p14:nvContentPartPr>
              <p14:xfrm>
                <a:off x="8182005" y="917849"/>
                <a:ext cx="222120" cy="45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19C9F0D-FF75-8FC9-ABE2-FFB76119EA5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75885" y="911729"/>
                  <a:ext cx="234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EC6B98D-0DDB-3592-38D6-E5B700CC7E19}"/>
                    </a:ext>
                  </a:extLst>
                </p14:cNvPr>
                <p14:cNvContentPartPr/>
                <p14:nvPr/>
              </p14:nvContentPartPr>
              <p14:xfrm>
                <a:off x="8095965" y="1007849"/>
                <a:ext cx="206280" cy="2752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EC6B98D-0DDB-3592-38D6-E5B700CC7E1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89845" y="1001729"/>
                  <a:ext cx="218520" cy="27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B86D5F6-4808-157E-4985-F43590E8DE53}"/>
                    </a:ext>
                  </a:extLst>
                </p14:cNvPr>
                <p14:cNvContentPartPr/>
                <p14:nvPr/>
              </p14:nvContentPartPr>
              <p14:xfrm>
                <a:off x="8861325" y="957449"/>
                <a:ext cx="275040" cy="2808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B86D5F6-4808-157E-4985-F43590E8DE5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855205" y="951329"/>
                  <a:ext cx="287280" cy="28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7730C8A-9A65-D562-48D2-FC0F9EF920AA}"/>
                    </a:ext>
                  </a:extLst>
                </p14:cNvPr>
                <p14:cNvContentPartPr/>
                <p14:nvPr/>
              </p14:nvContentPartPr>
              <p14:xfrm>
                <a:off x="8430045" y="1169129"/>
                <a:ext cx="217800" cy="194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7730C8A-9A65-D562-48D2-FC0F9EF920A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23925" y="1163009"/>
                  <a:ext cx="230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D5C4471-CD9E-36FA-468C-CEA845D3FD03}"/>
                    </a:ext>
                  </a:extLst>
                </p14:cNvPr>
                <p14:cNvContentPartPr/>
                <p14:nvPr/>
              </p14:nvContentPartPr>
              <p14:xfrm>
                <a:off x="8713725" y="1267409"/>
                <a:ext cx="182160" cy="143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D5C4471-CD9E-36FA-468C-CEA845D3FD0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707605" y="1261289"/>
                  <a:ext cx="194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CB42C96-7407-D47F-8834-5930D6B956D2}"/>
                    </a:ext>
                  </a:extLst>
                </p14:cNvPr>
                <p14:cNvContentPartPr/>
                <p14:nvPr/>
              </p14:nvContentPartPr>
              <p14:xfrm>
                <a:off x="8437605" y="1750529"/>
                <a:ext cx="203400" cy="250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CB42C96-7407-D47F-8834-5930D6B956D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31485" y="1744409"/>
                  <a:ext cx="215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DCDDE07-1606-FE9F-76C1-D7446ADEE56A}"/>
                    </a:ext>
                  </a:extLst>
                </p14:cNvPr>
                <p14:cNvContentPartPr/>
                <p14:nvPr/>
              </p14:nvContentPartPr>
              <p14:xfrm>
                <a:off x="8703645" y="1933049"/>
                <a:ext cx="126360" cy="98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DCDDE07-1606-FE9F-76C1-D7446ADEE56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697525" y="1926929"/>
                  <a:ext cx="138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4FEAC50-C645-5D40-DE8D-1AD663C249AE}"/>
                    </a:ext>
                  </a:extLst>
                </p14:cNvPr>
                <p14:cNvContentPartPr/>
                <p14:nvPr/>
              </p14:nvContentPartPr>
              <p14:xfrm>
                <a:off x="8860965" y="1893809"/>
                <a:ext cx="111240" cy="185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4FEAC50-C645-5D40-DE8D-1AD663C249A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854845" y="1887689"/>
                  <a:ext cx="123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8569BB-2E24-35AF-E2A6-DD325D5C0DAB}"/>
                    </a:ext>
                  </a:extLst>
                </p14:cNvPr>
                <p14:cNvContentPartPr/>
                <p14:nvPr/>
              </p14:nvContentPartPr>
              <p14:xfrm>
                <a:off x="8418885" y="2322569"/>
                <a:ext cx="212040" cy="268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8569BB-2E24-35AF-E2A6-DD325D5C0DA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412765" y="2316449"/>
                  <a:ext cx="2242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6668708-BD2B-26B7-CFF2-4622AA5F2924}"/>
                    </a:ext>
                  </a:extLst>
                </p14:cNvPr>
                <p14:cNvContentPartPr/>
                <p14:nvPr/>
              </p14:nvContentPartPr>
              <p14:xfrm>
                <a:off x="8718045" y="2482409"/>
                <a:ext cx="6840" cy="113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6668708-BD2B-26B7-CFF2-4622AA5F292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711925" y="2476289"/>
                  <a:ext cx="19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E3BA237-6269-C2B9-A3EA-AF0A0569BECE}"/>
                    </a:ext>
                  </a:extLst>
                </p14:cNvPr>
                <p14:cNvContentPartPr/>
                <p14:nvPr/>
              </p14:nvContentPartPr>
              <p14:xfrm>
                <a:off x="8802645" y="2476649"/>
                <a:ext cx="27720" cy="162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E3BA237-6269-C2B9-A3EA-AF0A0569BEC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796525" y="2470529"/>
                  <a:ext cx="39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1226987-5033-41B2-1443-48071D2F2CB4}"/>
                    </a:ext>
                  </a:extLst>
                </p14:cNvPr>
                <p14:cNvContentPartPr/>
                <p14:nvPr/>
              </p14:nvContentPartPr>
              <p14:xfrm>
                <a:off x="8388645" y="2981369"/>
                <a:ext cx="213840" cy="415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1226987-5033-41B2-1443-48071D2F2CB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382525" y="2975249"/>
                  <a:ext cx="2260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C459A55-1DBD-F37D-BB47-D1D6291AFDE0}"/>
                    </a:ext>
                  </a:extLst>
                </p14:cNvPr>
                <p14:cNvContentPartPr/>
                <p14:nvPr/>
              </p14:nvContentPartPr>
              <p14:xfrm>
                <a:off x="8630565" y="3261809"/>
                <a:ext cx="9000" cy="135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C459A55-1DBD-F37D-BB47-D1D6291AFDE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624445" y="3255689"/>
                  <a:ext cx="21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C822A6D-9512-4DED-1EE1-611A1B1C5B01}"/>
                    </a:ext>
                  </a:extLst>
                </p14:cNvPr>
                <p14:cNvContentPartPr/>
                <p14:nvPr/>
              </p14:nvContentPartPr>
              <p14:xfrm>
                <a:off x="8726325" y="3236609"/>
                <a:ext cx="100080" cy="126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C822A6D-9512-4DED-1EE1-611A1B1C5B0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720205" y="3230489"/>
                  <a:ext cx="112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5167768-1365-D651-DC53-1AF3EBCDB3EF}"/>
                    </a:ext>
                  </a:extLst>
                </p14:cNvPr>
                <p14:cNvContentPartPr/>
                <p14:nvPr/>
              </p14:nvContentPartPr>
              <p14:xfrm>
                <a:off x="9152925" y="2291969"/>
                <a:ext cx="108000" cy="17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5167768-1365-D651-DC53-1AF3EBCDB3E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146805" y="2285849"/>
                  <a:ext cx="12024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F1CB1FC-CCF3-59D2-85D2-5E214F1FC848}"/>
              </a:ext>
            </a:extLst>
          </p:cNvPr>
          <p:cNvGrpSpPr/>
          <p:nvPr/>
        </p:nvGrpSpPr>
        <p:grpSpPr>
          <a:xfrm>
            <a:off x="10549365" y="2101169"/>
            <a:ext cx="697320" cy="441360"/>
            <a:chOff x="10549365" y="2101169"/>
            <a:chExt cx="69732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E8833CD-099D-CC82-A8F2-D6E0D412654A}"/>
                    </a:ext>
                  </a:extLst>
                </p14:cNvPr>
                <p14:cNvContentPartPr/>
                <p14:nvPr/>
              </p14:nvContentPartPr>
              <p14:xfrm>
                <a:off x="10549365" y="2342369"/>
                <a:ext cx="18000" cy="22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E8833CD-099D-CC82-A8F2-D6E0D412654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543245" y="2336249"/>
                  <a:ext cx="30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12A37CA-50A6-7B38-D372-0FC4AEEA4F0D}"/>
                    </a:ext>
                  </a:extLst>
                </p14:cNvPr>
                <p14:cNvContentPartPr/>
                <p14:nvPr/>
              </p14:nvContentPartPr>
              <p14:xfrm>
                <a:off x="10715685" y="2148689"/>
                <a:ext cx="170640" cy="294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12A37CA-50A6-7B38-D372-0FC4AEEA4F0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709565" y="2142569"/>
                  <a:ext cx="1828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09EC541-7D3A-2676-768B-878D639DFDF0}"/>
                    </a:ext>
                  </a:extLst>
                </p14:cNvPr>
                <p14:cNvContentPartPr/>
                <p14:nvPr/>
              </p14:nvContentPartPr>
              <p14:xfrm>
                <a:off x="10968045" y="2101169"/>
                <a:ext cx="41400" cy="441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09EC541-7D3A-2676-768B-878D639DFDF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961925" y="2095049"/>
                  <a:ext cx="536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2D0C13-EDF7-C38F-8E1B-8C5A5C3A4732}"/>
                    </a:ext>
                  </a:extLst>
                </p14:cNvPr>
                <p14:cNvContentPartPr/>
                <p14:nvPr/>
              </p14:nvContentPartPr>
              <p14:xfrm>
                <a:off x="11009805" y="2110169"/>
                <a:ext cx="236880" cy="308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2D0C13-EDF7-C38F-8E1B-8C5A5C3A473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003685" y="2104049"/>
                  <a:ext cx="24912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EF7D077-DE60-9781-4EE9-F6DB25C26526}"/>
              </a:ext>
            </a:extLst>
          </p:cNvPr>
          <p:cNvGrpSpPr/>
          <p:nvPr/>
        </p:nvGrpSpPr>
        <p:grpSpPr>
          <a:xfrm>
            <a:off x="11518125" y="1879769"/>
            <a:ext cx="572040" cy="574920"/>
            <a:chOff x="11518125" y="1879769"/>
            <a:chExt cx="572040" cy="57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A975956-196A-6E88-8BB5-464E5CD73EA9}"/>
                    </a:ext>
                  </a:extLst>
                </p14:cNvPr>
                <p14:cNvContentPartPr/>
                <p14:nvPr/>
              </p14:nvContentPartPr>
              <p14:xfrm>
                <a:off x="11518125" y="1879769"/>
                <a:ext cx="572040" cy="574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A975956-196A-6E88-8BB5-464E5CD73EA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512005" y="1873649"/>
                  <a:ext cx="58428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1BEF7D6-6721-C867-4FC0-C47174B6F013}"/>
                    </a:ext>
                  </a:extLst>
                </p14:cNvPr>
                <p14:cNvContentPartPr/>
                <p14:nvPr/>
              </p14:nvContentPartPr>
              <p14:xfrm>
                <a:off x="11870565" y="2201969"/>
                <a:ext cx="214200" cy="167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1BEF7D6-6721-C867-4FC0-C47174B6F01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864445" y="2195849"/>
                  <a:ext cx="22644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BD251C3-D2B2-E739-A35C-8AAF04185981}"/>
              </a:ext>
            </a:extLst>
          </p:cNvPr>
          <p:cNvGrpSpPr/>
          <p:nvPr/>
        </p:nvGrpSpPr>
        <p:grpSpPr>
          <a:xfrm>
            <a:off x="6174285" y="5866409"/>
            <a:ext cx="510120" cy="504360"/>
            <a:chOff x="6174285" y="5866409"/>
            <a:chExt cx="51012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EC01B50-45A2-3FF3-8516-C54E81FE88E9}"/>
                    </a:ext>
                  </a:extLst>
                </p14:cNvPr>
                <p14:cNvContentPartPr/>
                <p14:nvPr/>
              </p14:nvContentPartPr>
              <p14:xfrm>
                <a:off x="6174285" y="5866409"/>
                <a:ext cx="443880" cy="504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EC01B50-45A2-3FF3-8516-C54E81FE88E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68165" y="5860289"/>
                  <a:ext cx="45612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7122745-65C3-FDD2-37CA-0253B3B15461}"/>
                    </a:ext>
                  </a:extLst>
                </p14:cNvPr>
                <p14:cNvContentPartPr/>
                <p14:nvPr/>
              </p14:nvContentPartPr>
              <p14:xfrm>
                <a:off x="6516285" y="6096089"/>
                <a:ext cx="168120" cy="249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7122745-65C3-FDD2-37CA-0253B3B1546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510165" y="6089969"/>
                  <a:ext cx="18036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4708A3D0-64EF-05AB-1DB4-50AA5092A32A}"/>
                  </a:ext>
                </a:extLst>
              </p14:cNvPr>
              <p14:cNvContentPartPr/>
              <p14:nvPr/>
            </p14:nvContentPartPr>
            <p14:xfrm>
              <a:off x="9886245" y="842609"/>
              <a:ext cx="9360" cy="25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4708A3D0-64EF-05AB-1DB4-50AA5092A32A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9880125" y="836489"/>
                <a:ext cx="2160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4E4C570B-1B2A-AA1D-C0AA-91C3F6584749}"/>
              </a:ext>
            </a:extLst>
          </p:cNvPr>
          <p:cNvGrpSpPr/>
          <p:nvPr/>
        </p:nvGrpSpPr>
        <p:grpSpPr>
          <a:xfrm>
            <a:off x="7055565" y="4929329"/>
            <a:ext cx="3157920" cy="1314360"/>
            <a:chOff x="7055565" y="4929329"/>
            <a:chExt cx="3157920" cy="13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7565A64-8205-5E69-9C23-16624A7699E3}"/>
                    </a:ext>
                  </a:extLst>
                </p14:cNvPr>
                <p14:cNvContentPartPr/>
                <p14:nvPr/>
              </p14:nvContentPartPr>
              <p14:xfrm>
                <a:off x="7145565" y="5072969"/>
                <a:ext cx="31680" cy="233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7565A64-8205-5E69-9C23-16624A7699E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139445" y="5066849"/>
                  <a:ext cx="43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88BAEF8-D2D2-DED6-51CC-13021490CBFE}"/>
                    </a:ext>
                  </a:extLst>
                </p14:cNvPr>
                <p14:cNvContentPartPr/>
                <p14:nvPr/>
              </p14:nvContentPartPr>
              <p14:xfrm>
                <a:off x="7055565" y="4929329"/>
                <a:ext cx="292320" cy="442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88BAEF8-D2D2-DED6-51CC-13021490CBF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049445" y="4923209"/>
                  <a:ext cx="3045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A29F756-170C-DED0-FF99-FC3D164E6896}"/>
                    </a:ext>
                  </a:extLst>
                </p14:cNvPr>
                <p14:cNvContentPartPr/>
                <p14:nvPr/>
              </p14:nvContentPartPr>
              <p14:xfrm>
                <a:off x="7473525" y="5280329"/>
                <a:ext cx="2739960" cy="115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A29F756-170C-DED0-FF99-FC3D164E689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467405" y="5274209"/>
                  <a:ext cx="2752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42FF450-B1E4-2968-EBCE-29FDC2401595}"/>
                    </a:ext>
                  </a:extLst>
                </p14:cNvPr>
                <p14:cNvContentPartPr/>
                <p14:nvPr/>
              </p14:nvContentPartPr>
              <p14:xfrm>
                <a:off x="7133685" y="5518649"/>
                <a:ext cx="214560" cy="168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42FF450-B1E4-2968-EBCE-29FDC240159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127565" y="5512529"/>
                  <a:ext cx="226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B69D315-A8F7-911F-6C43-874E7999D82F}"/>
                    </a:ext>
                  </a:extLst>
                </p14:cNvPr>
                <p14:cNvContentPartPr/>
                <p14:nvPr/>
              </p14:nvContentPartPr>
              <p14:xfrm>
                <a:off x="7118565" y="5413529"/>
                <a:ext cx="306720" cy="460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B69D315-A8F7-911F-6C43-874E7999D82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112445" y="5407409"/>
                  <a:ext cx="3189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4F90AF3-19D3-D758-B4F9-55CDE587BF74}"/>
                    </a:ext>
                  </a:extLst>
                </p14:cNvPr>
                <p14:cNvContentPartPr/>
                <p14:nvPr/>
              </p14:nvContentPartPr>
              <p14:xfrm>
                <a:off x="7180485" y="5796209"/>
                <a:ext cx="183960" cy="355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4F90AF3-19D3-D758-B4F9-55CDE587BF7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174365" y="5790089"/>
                  <a:ext cx="1962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F8283E6-C705-76D0-48F2-9E192D7F415E}"/>
                    </a:ext>
                  </a:extLst>
                </p14:cNvPr>
                <p14:cNvContentPartPr/>
                <p14:nvPr/>
              </p14:nvContentPartPr>
              <p14:xfrm>
                <a:off x="7109205" y="5689289"/>
                <a:ext cx="392040" cy="554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F8283E6-C705-76D0-48F2-9E192D7F415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103085" y="5683169"/>
                  <a:ext cx="404280" cy="56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EA54F70F-C61B-3E76-5265-1681B7ACFA18}"/>
                  </a:ext>
                </a:extLst>
              </p14:cNvPr>
              <p14:cNvContentPartPr/>
              <p14:nvPr/>
            </p14:nvContentPartPr>
            <p14:xfrm>
              <a:off x="9807765" y="873209"/>
              <a:ext cx="19440" cy="3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EA54F70F-C61B-3E76-5265-1681B7ACFA18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9801645" y="867089"/>
                <a:ext cx="3168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BF7548A-B565-E1C7-C326-0AE9C19E512F}"/>
              </a:ext>
            </a:extLst>
          </p:cNvPr>
          <p:cNvGrpSpPr/>
          <p:nvPr/>
        </p:nvGrpSpPr>
        <p:grpSpPr>
          <a:xfrm>
            <a:off x="11168205" y="4942649"/>
            <a:ext cx="413640" cy="1271520"/>
            <a:chOff x="11168205" y="4942649"/>
            <a:chExt cx="413640" cy="127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6CDDBDC-7E07-2BF5-7734-5EA45E8A4CC2}"/>
                    </a:ext>
                  </a:extLst>
                </p14:cNvPr>
                <p14:cNvContentPartPr/>
                <p14:nvPr/>
              </p14:nvContentPartPr>
              <p14:xfrm>
                <a:off x="11168205" y="4942649"/>
                <a:ext cx="295560" cy="414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6CDDBDC-7E07-2BF5-7734-5EA45E8A4CC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162085" y="4936529"/>
                  <a:ext cx="3078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0ACE46-FF22-21D5-4398-64C7D842092A}"/>
                    </a:ext>
                  </a:extLst>
                </p14:cNvPr>
                <p14:cNvContentPartPr/>
                <p14:nvPr/>
              </p14:nvContentPartPr>
              <p14:xfrm>
                <a:off x="11478885" y="5207249"/>
                <a:ext cx="14400" cy="177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0ACE46-FF22-21D5-4398-64C7D842092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472765" y="5201129"/>
                  <a:ext cx="26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8E7A796-77CB-AF79-A0EC-61EA146E9B5D}"/>
                    </a:ext>
                  </a:extLst>
                </p14:cNvPr>
                <p14:cNvContentPartPr/>
                <p14:nvPr/>
              </p14:nvContentPartPr>
              <p14:xfrm>
                <a:off x="11246685" y="5448449"/>
                <a:ext cx="227160" cy="302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8E7A796-77CB-AF79-A0EC-61EA146E9B5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240565" y="5442329"/>
                  <a:ext cx="2394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80B2583-A4B7-D904-008E-0E5225726CEA}"/>
                    </a:ext>
                  </a:extLst>
                </p14:cNvPr>
                <p14:cNvContentPartPr/>
                <p14:nvPr/>
              </p14:nvContentPartPr>
              <p14:xfrm>
                <a:off x="11436405" y="5585969"/>
                <a:ext cx="127440" cy="122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80B2583-A4B7-D904-008E-0E5225726CE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430285" y="5579849"/>
                  <a:ext cx="139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89A0B56-CBA1-94A4-E24D-6BD755841909}"/>
                    </a:ext>
                  </a:extLst>
                </p14:cNvPr>
                <p14:cNvContentPartPr/>
                <p14:nvPr/>
              </p14:nvContentPartPr>
              <p14:xfrm>
                <a:off x="11244165" y="5867849"/>
                <a:ext cx="235080" cy="228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89A0B56-CBA1-94A4-E24D-6BD75584190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238045" y="5861729"/>
                  <a:ext cx="247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5FAB841-4262-6397-2414-F79CBCEA85AB}"/>
                    </a:ext>
                  </a:extLst>
                </p14:cNvPr>
                <p14:cNvContentPartPr/>
                <p14:nvPr/>
              </p14:nvContentPartPr>
              <p14:xfrm>
                <a:off x="11451885" y="5930489"/>
                <a:ext cx="129960" cy="2836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5FAB841-4262-6397-2414-F79CBCEA85A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445765" y="5924369"/>
                  <a:ext cx="14220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68FFE3E-52C9-F30B-69A3-2FAA85BEA22E}"/>
              </a:ext>
            </a:extLst>
          </p:cNvPr>
          <p:cNvGrpSpPr/>
          <p:nvPr/>
        </p:nvGrpSpPr>
        <p:grpSpPr>
          <a:xfrm>
            <a:off x="2420925" y="239609"/>
            <a:ext cx="987480" cy="289800"/>
            <a:chOff x="2420925" y="239609"/>
            <a:chExt cx="98748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7CB276-EF0C-E1D5-C6C6-1088361DAE34}"/>
                    </a:ext>
                  </a:extLst>
                </p14:cNvPr>
                <p14:cNvContentPartPr/>
                <p14:nvPr/>
              </p14:nvContentPartPr>
              <p14:xfrm>
                <a:off x="2420925" y="239609"/>
                <a:ext cx="118080" cy="273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7CB276-EF0C-E1D5-C6C6-1088361DAE3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414805" y="233489"/>
                  <a:ext cx="130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FFA227D-0D60-16D1-8308-3D5543BDBE41}"/>
                    </a:ext>
                  </a:extLst>
                </p14:cNvPr>
                <p14:cNvContentPartPr/>
                <p14:nvPr/>
              </p14:nvContentPartPr>
              <p14:xfrm>
                <a:off x="2615325" y="379649"/>
                <a:ext cx="360" cy="130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FFA227D-0D60-16D1-8308-3D5543BDBE4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609205" y="373529"/>
                  <a:ext cx="12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9E773D0-B33F-5DA6-B363-9AAAE6403E7D}"/>
                    </a:ext>
                  </a:extLst>
                </p14:cNvPr>
                <p14:cNvContentPartPr/>
                <p14:nvPr/>
              </p14:nvContentPartPr>
              <p14:xfrm>
                <a:off x="2652045" y="292889"/>
                <a:ext cx="13680" cy="66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9E773D0-B33F-5DA6-B363-9AAAE6403E7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645925" y="286769"/>
                  <a:ext cx="25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CD352FB-3722-6CC6-F590-A9720F30060E}"/>
                    </a:ext>
                  </a:extLst>
                </p14:cNvPr>
                <p14:cNvContentPartPr/>
                <p14:nvPr/>
              </p14:nvContentPartPr>
              <p14:xfrm>
                <a:off x="2745645" y="253649"/>
                <a:ext cx="145440" cy="275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CD352FB-3722-6CC6-F590-A9720F30060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739525" y="247529"/>
                  <a:ext cx="1576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8BDE25B-AAE5-0D30-88FB-92BA51A548EB}"/>
                    </a:ext>
                  </a:extLst>
                </p14:cNvPr>
                <p14:cNvContentPartPr/>
                <p14:nvPr/>
              </p14:nvContentPartPr>
              <p14:xfrm>
                <a:off x="2922405" y="259049"/>
                <a:ext cx="147600" cy="2520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8BDE25B-AAE5-0D30-88FB-92BA51A548E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916285" y="252929"/>
                  <a:ext cx="159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CC0F0F0-D78C-65B2-BC79-DF5E4C9FE1AA}"/>
                    </a:ext>
                  </a:extLst>
                </p14:cNvPr>
                <p14:cNvContentPartPr/>
                <p14:nvPr/>
              </p14:nvContentPartPr>
              <p14:xfrm>
                <a:off x="3106725" y="360569"/>
                <a:ext cx="301680" cy="158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CC0F0F0-D78C-65B2-BC79-DF5E4C9FE1A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100605" y="354449"/>
                  <a:ext cx="31392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2245B3F-1B74-415F-D69D-275AF0B9F695}"/>
              </a:ext>
            </a:extLst>
          </p:cNvPr>
          <p:cNvGrpSpPr/>
          <p:nvPr/>
        </p:nvGrpSpPr>
        <p:grpSpPr>
          <a:xfrm>
            <a:off x="3873525" y="169409"/>
            <a:ext cx="908640" cy="555480"/>
            <a:chOff x="3873525" y="169409"/>
            <a:chExt cx="908640" cy="55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63523A5-7F7D-F6EB-4A86-C993F1510584}"/>
                    </a:ext>
                  </a:extLst>
                </p14:cNvPr>
                <p14:cNvContentPartPr/>
                <p14:nvPr/>
              </p14:nvContentPartPr>
              <p14:xfrm>
                <a:off x="3873525" y="169409"/>
                <a:ext cx="9720" cy="313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63523A5-7F7D-F6EB-4A86-C993F151058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867405" y="163289"/>
                  <a:ext cx="219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B067517-6CDE-36E1-DB65-2CF7CBF2E285}"/>
                    </a:ext>
                  </a:extLst>
                </p14:cNvPr>
                <p14:cNvContentPartPr/>
                <p14:nvPr/>
              </p14:nvContentPartPr>
              <p14:xfrm>
                <a:off x="3984765" y="298289"/>
                <a:ext cx="126360" cy="163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B067517-6CDE-36E1-DB65-2CF7CBF2E28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978645" y="292169"/>
                  <a:ext cx="138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D575DA2-ED89-1B87-8A5B-350B56022C6E}"/>
                    </a:ext>
                  </a:extLst>
                </p14:cNvPr>
                <p14:cNvContentPartPr/>
                <p14:nvPr/>
              </p14:nvContentPartPr>
              <p14:xfrm>
                <a:off x="4153965" y="288929"/>
                <a:ext cx="156600" cy="435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D575DA2-ED89-1B87-8A5B-350B56022C6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147845" y="282809"/>
                  <a:ext cx="1688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C09C7DC-08C8-E4BA-FB68-0F743CFD03AE}"/>
                    </a:ext>
                  </a:extLst>
                </p14:cNvPr>
                <p14:cNvContentPartPr/>
                <p14:nvPr/>
              </p14:nvContentPartPr>
              <p14:xfrm>
                <a:off x="4381845" y="282089"/>
                <a:ext cx="182520" cy="2188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C09C7DC-08C8-E4BA-FB68-0F743CFD03A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375725" y="275969"/>
                  <a:ext cx="194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F4E3C90-F74D-3F3E-29FB-C213D3DCD11D}"/>
                    </a:ext>
                  </a:extLst>
                </p14:cNvPr>
                <p14:cNvContentPartPr/>
                <p14:nvPr/>
              </p14:nvContentPartPr>
              <p14:xfrm>
                <a:off x="4624845" y="315209"/>
                <a:ext cx="157320" cy="1688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F4E3C90-F74D-3F3E-29FB-C213D3DCD11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618725" y="309089"/>
                  <a:ext cx="169560" cy="181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3307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625A5-BCC3-F6F9-CE5D-FB9BD741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788D483-BD0B-8B69-58D6-F1B145389793}"/>
              </a:ext>
            </a:extLst>
          </p:cNvPr>
          <p:cNvGraphicFramePr>
            <a:graphicFrameLocks noGrp="1"/>
          </p:cNvGraphicFramePr>
          <p:nvPr/>
        </p:nvGraphicFramePr>
        <p:xfrm>
          <a:off x="319393" y="4403559"/>
          <a:ext cx="6779240" cy="431696"/>
        </p:xfrm>
        <a:graphic>
          <a:graphicData uri="http://schemas.openxmlformats.org/drawingml/2006/table">
            <a:tbl>
              <a:tblPr firstRow="1" firstCol="1" bandRow="1"/>
              <a:tblGrid>
                <a:gridCol w="6779240">
                  <a:extLst>
                    <a:ext uri="{9D8B030D-6E8A-4147-A177-3AD203B41FA5}">
                      <a16:colId xmlns:a16="http://schemas.microsoft.com/office/drawing/2014/main" val="1010133478"/>
                    </a:ext>
                  </a:extLst>
                </a:gridCol>
              </a:tblGrid>
              <a:tr h="43169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i="1" baseline="-25000" dirty="0">
                        <a:effectLst/>
                        <a:latin typeface="+mj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91027" marR="9102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60247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12884DF-49C1-2DC4-EEA4-B54EDDE63FAD}"/>
              </a:ext>
            </a:extLst>
          </p:cNvPr>
          <p:cNvGraphicFramePr>
            <a:graphicFrameLocks noGrp="1"/>
          </p:cNvGraphicFramePr>
          <p:nvPr/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C9764B-10AD-204D-8E99-2C54E8F0023C}"/>
                  </a:ext>
                </a:extLst>
              </p:cNvPr>
              <p:cNvSpPr txBox="1"/>
              <p:nvPr/>
            </p:nvSpPr>
            <p:spPr>
              <a:xfrm>
                <a:off x="135237" y="5565436"/>
                <a:ext cx="7206687" cy="1194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𝑜𝑙𝑑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𝑙𝑜𝑠𝑠</m:t>
                              </m:r>
                            </m:e>
                          </m:acc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C9764B-10AD-204D-8E99-2C54E8F00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7" y="5565436"/>
                <a:ext cx="7206687" cy="11941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041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605;p6">
            <a:extLst>
              <a:ext uri="{FF2B5EF4-FFF2-40B4-BE49-F238E27FC236}">
                <a16:creationId xmlns:a16="http://schemas.microsoft.com/office/drawing/2014/main" id="{D0B03619-12AD-34C2-F997-5DB12540E722}"/>
              </a:ext>
            </a:extLst>
          </p:cNvPr>
          <p:cNvSpPr txBox="1"/>
          <p:nvPr/>
        </p:nvSpPr>
        <p:spPr>
          <a:xfrm>
            <a:off x="577442" y="1434798"/>
            <a:ext cx="3925088" cy="4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marR="5080" lvl="0" indent="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each neuron H: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42361CE-0644-B920-E58E-A81FF43C9A48}"/>
              </a:ext>
            </a:extLst>
          </p:cNvPr>
          <p:cNvGrpSpPr/>
          <p:nvPr/>
        </p:nvGrpSpPr>
        <p:grpSpPr>
          <a:xfrm>
            <a:off x="4781202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BED20129-694A-330C-D04C-3AECF973FD9B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C57E2C23-3705-53B7-901F-5B5C8169CEE6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2D2C330B-2BC7-3BC8-60F3-62274E811EE1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1A5D0A94-9010-DF8C-148E-C5BCC719C8D6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6390B8B9-786D-F27E-ADC7-95F7176BCAD1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9968CD88-3A5F-7F77-B0C5-8E98C02E2863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5D141B47-43B9-CE28-1B21-59F5F9DE4B52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05FA9F0A-0070-E5FB-0E94-B8A21EB7190D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34110BF4-F5A4-9855-33EF-16351DDC9798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6A3C98C4-4538-0E7D-97B5-A4272C8D7021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721F05E7-3AAB-E891-C08E-C9156380B83D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16B597B9-6457-AF1C-D3D8-219CAFED1460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A0031230-69D6-9BD9-FC0D-923E041E0B6A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FBC5174F-7AFF-DEF6-A036-5D2D7295E241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F5CE9451-C18A-C88A-2BE5-301C34D7BFA2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BF461B0D-88B2-49A2-FDD4-2DC949F27D52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B9EFFBD8-3F5D-5015-E068-90F26D6B29A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A276C45E-215D-09DD-338A-FCFAB4393216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74913A44-9DD6-E859-B79A-BE4170B65A23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B0A2A549-3DDD-9E1D-6D5F-E80E014E4D71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42C91081-594D-D602-24A9-151EBA111F6A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A75153FD-D13A-DD96-40FD-0BEE5760C72A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3174AECD-8C35-4BF0-0F21-7579ADB3DE3A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DFB2E223-6FFF-CC96-7335-9BE3636D189C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A7350826-A1E2-C86C-6EF3-8412F356E632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2C79F7B7-1572-2B6F-CD0D-52C11E0C0E56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B4C3A2C7-C6A8-9BF5-6B16-CFD4B7A2ACFE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11D8AB88-09D9-7126-F7E1-66408BBC5021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D1A437A6-C6CD-2439-7DB3-706670EE5D78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71E8E4B9-5D92-3414-98F2-32E998DF10FF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D212B1EA-A6AE-FAD6-6A5B-130B84B5BC6F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83E1329D-07CB-648E-36BA-E28C3614FDD3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DF0DB335-1E99-8DD9-9326-DFB7D2CC0069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E3A4A25A-D83F-ED6F-DE47-00890EE0A902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43444AB2-FE72-86FA-2C94-86AC3557D962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B6161394-29BE-081B-E065-D7399E156F2A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FF604BA0-6A22-8ED4-D7A2-BA7978E1446B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19680AF0-3BE9-12D4-C7EB-A6025C68C470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26C1BFA1-AA0A-3C93-839B-770C85CA21F8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E0F65922-C82D-5D7F-412B-C1277F13B19A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AC550341-D126-4216-1145-9AE35D8116C0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BFEFB273-C22D-8BAE-E177-BAC55759EBA8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2DA6C0DA-6216-9908-7D84-9024ED3632A4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38B46D6B-59E8-74EE-C843-C513D89A1C10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3141C01C-613F-BB0E-1F4D-90AD3DEC8294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C6CF82D9-FE43-795E-4202-A3E1FD1A5536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0A2F4ACF-7E72-7DD7-B8A1-18D2711D24DC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12ADF441-F6C5-FE74-FC36-8219A9405DE1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AD5EEC1F-E4C7-936D-9696-ED54F5B8E0A4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27C93190-2110-04A9-CD66-A92E7DBC833C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BBDB811B-5839-7995-1CDE-003B522CE9A7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EF97DE5C-B013-76D5-88B2-E99A001CDB78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696606FA-32C4-7D35-2641-8932BF85498C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5EB905EC-CFAB-E59F-F15E-9379F27B8150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849A3B30-3E69-F1A8-43F6-169E2CCCA606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A486798B-A5BC-7C37-E75D-162B5429978E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0A169091-714B-1FF9-438D-2958DE869ED0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ED094813-F8DA-0A75-8403-D368104CF7DD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181B14CB-B5F5-649D-E371-52FE6683840C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762896C7-DB78-1792-C673-15A1686423CB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8DDAEC5E-DE06-2995-F607-7A81376C1738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0AB010F8-969F-99FB-EA91-539F3CA15B66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C91F071C-7DD0-381B-B757-0415591E98AE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1798DCCD-4B4D-85C8-9949-173EDE30D0F1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82375156-FDA4-1485-63CF-3DFE85D04F83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4D761FE9-4B3C-69F9-D5CC-DA7EFF20C0D0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8B06AF51-5F55-B234-A387-26F7B5D30C2A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BFC9882E-4C16-0300-73BC-F717D2B112DA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0837A9C3-F08C-4C97-C010-E54939EC0596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7B382320-8BEB-B357-E9D3-51F110F76BE8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EF9F63D1-FFDF-99EA-88E6-FEE1714C17A1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FED74201-0E37-61C4-8FD8-FCB95B32DC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2852498"/>
                  </p:ext>
                </p:extLst>
              </p:nvPr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9240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i="1" dirty="0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FED74201-0E37-61C4-8FD8-FCB95B32DC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2852498"/>
                  </p:ext>
                </p:extLst>
              </p:nvPr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11882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913EBFF-9021-99F7-1976-861E28705963}"/>
                  </a:ext>
                </a:extLst>
              </p14:cNvPr>
              <p14:cNvContentPartPr/>
              <p14:nvPr/>
            </p14:nvContentPartPr>
            <p14:xfrm>
              <a:off x="8805885" y="545609"/>
              <a:ext cx="678240" cy="5004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913EBFF-9021-99F7-1976-861E287059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9765" y="539489"/>
                <a:ext cx="690480" cy="51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F2835401-7140-28EA-EE92-7FE4ECC4B522}"/>
              </a:ext>
            </a:extLst>
          </p:cNvPr>
          <p:cNvGrpSpPr/>
          <p:nvPr/>
        </p:nvGrpSpPr>
        <p:grpSpPr>
          <a:xfrm>
            <a:off x="300165" y="246089"/>
            <a:ext cx="11895840" cy="6594120"/>
            <a:chOff x="300165" y="246089"/>
            <a:chExt cx="11895840" cy="65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CEAE873-F649-29B2-0EE0-AE1DB3C31DE3}"/>
                    </a:ext>
                  </a:extLst>
                </p14:cNvPr>
                <p14:cNvContentPartPr/>
                <p14:nvPr/>
              </p14:nvContentPartPr>
              <p14:xfrm>
                <a:off x="5085285" y="5563289"/>
                <a:ext cx="81360" cy="1225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CEAE873-F649-29B2-0EE0-AE1DB3C31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79165" y="5557169"/>
                  <a:ext cx="93600" cy="12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B317E4D-2540-F865-D65D-1325B31E3BDB}"/>
                    </a:ext>
                  </a:extLst>
                </p14:cNvPr>
                <p14:cNvContentPartPr/>
                <p14:nvPr/>
              </p14:nvContentPartPr>
              <p14:xfrm>
                <a:off x="6880245" y="5501729"/>
                <a:ext cx="36000" cy="1240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B317E4D-2540-F865-D65D-1325B31E3B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74125" y="5495609"/>
                  <a:ext cx="48240" cy="12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B00E1E-E911-5F40-1D47-B25FEA8EEAA4}"/>
                    </a:ext>
                  </a:extLst>
                </p14:cNvPr>
                <p14:cNvContentPartPr/>
                <p14:nvPr/>
              </p14:nvContentPartPr>
              <p14:xfrm>
                <a:off x="5518005" y="6070889"/>
                <a:ext cx="257400" cy="446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4B00E1E-E911-5F40-1D47-B25FEA8EEA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11885" y="6064769"/>
                  <a:ext cx="26964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E622193-2C52-9F2A-7411-F2060B975A59}"/>
                    </a:ext>
                  </a:extLst>
                </p14:cNvPr>
                <p14:cNvContentPartPr/>
                <p14:nvPr/>
              </p14:nvContentPartPr>
              <p14:xfrm>
                <a:off x="5926605" y="6149369"/>
                <a:ext cx="152640" cy="249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622193-2C52-9F2A-7411-F2060B975A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20485" y="6143249"/>
                  <a:ext cx="1648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EAF4021-84D0-1FCF-0AA8-EE77364FB260}"/>
                    </a:ext>
                  </a:extLst>
                </p14:cNvPr>
                <p14:cNvContentPartPr/>
                <p14:nvPr/>
              </p14:nvContentPartPr>
              <p14:xfrm>
                <a:off x="5923365" y="6188609"/>
                <a:ext cx="178560" cy="235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EAF4021-84D0-1FCF-0AA8-EE77364FB26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17245" y="6182489"/>
                  <a:ext cx="190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63496DB-3793-C97F-B7C4-8723CC481CAD}"/>
                    </a:ext>
                  </a:extLst>
                </p14:cNvPr>
                <p14:cNvContentPartPr/>
                <p14:nvPr/>
              </p14:nvContentPartPr>
              <p14:xfrm>
                <a:off x="6101925" y="6104369"/>
                <a:ext cx="198000" cy="41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63496DB-3793-C97F-B7C4-8723CC481C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95805" y="6098249"/>
                  <a:ext cx="2102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AD1342-C949-3A1C-F2FB-3CB830311ED3}"/>
                    </a:ext>
                  </a:extLst>
                </p14:cNvPr>
                <p14:cNvContentPartPr/>
                <p14:nvPr/>
              </p14:nvContentPartPr>
              <p14:xfrm>
                <a:off x="6186165" y="6159809"/>
                <a:ext cx="136440" cy="32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AD1342-C949-3A1C-F2FB-3CB830311E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80045" y="6153689"/>
                  <a:ext cx="148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B7D6E41-14B7-55C2-188F-3036463D1816}"/>
                    </a:ext>
                  </a:extLst>
                </p14:cNvPr>
                <p14:cNvContentPartPr/>
                <p14:nvPr/>
              </p14:nvContentPartPr>
              <p14:xfrm>
                <a:off x="9023685" y="5515769"/>
                <a:ext cx="78840" cy="1224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B7D6E41-14B7-55C2-188F-3036463D18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17565" y="5509649"/>
                  <a:ext cx="91080" cy="12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42DFF74-3F64-EAA3-29B2-EEA33063B91D}"/>
                    </a:ext>
                  </a:extLst>
                </p14:cNvPr>
                <p14:cNvContentPartPr/>
                <p14:nvPr/>
              </p14:nvContentPartPr>
              <p14:xfrm>
                <a:off x="7125405" y="5577329"/>
                <a:ext cx="130680" cy="1262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42DFF74-3F64-EAA3-29B2-EEA33063B9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19285" y="5571209"/>
                  <a:ext cx="142920" cy="12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D45AA7C-BD1A-E3E5-F79E-18B8399AD56C}"/>
                    </a:ext>
                  </a:extLst>
                </p14:cNvPr>
                <p14:cNvContentPartPr/>
                <p14:nvPr/>
              </p14:nvContentPartPr>
              <p14:xfrm>
                <a:off x="7760805" y="6196889"/>
                <a:ext cx="187920" cy="372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D45AA7C-BD1A-E3E5-F79E-18B8399AD56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54685" y="6190769"/>
                  <a:ext cx="2001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79BAB75-80E0-7082-0D98-E6507E9D5BBE}"/>
                    </a:ext>
                  </a:extLst>
                </p14:cNvPr>
                <p14:cNvContentPartPr/>
                <p14:nvPr/>
              </p14:nvContentPartPr>
              <p14:xfrm>
                <a:off x="7814805" y="6271049"/>
                <a:ext cx="217080" cy="11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79BAB75-80E0-7082-0D98-E6507E9D5B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08685" y="6264929"/>
                  <a:ext cx="229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2966516-B002-2761-1480-8A16FF98F363}"/>
                    </a:ext>
                  </a:extLst>
                </p14:cNvPr>
                <p14:cNvContentPartPr/>
                <p14:nvPr/>
              </p14:nvContentPartPr>
              <p14:xfrm>
                <a:off x="8086605" y="6250169"/>
                <a:ext cx="123480" cy="186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2966516-B002-2761-1480-8A16FF98F36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080485" y="6244049"/>
                  <a:ext cx="135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760E6AF-CBF6-715B-8D7A-24A1CF1B4EDE}"/>
                    </a:ext>
                  </a:extLst>
                </p14:cNvPr>
                <p14:cNvContentPartPr/>
                <p14:nvPr/>
              </p14:nvContentPartPr>
              <p14:xfrm>
                <a:off x="8113605" y="6253049"/>
                <a:ext cx="141480" cy="171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760E6AF-CBF6-715B-8D7A-24A1CF1B4ED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07485" y="6246929"/>
                  <a:ext cx="153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6089CB7-0A08-B0AE-231A-3C68019780E5}"/>
                    </a:ext>
                  </a:extLst>
                </p14:cNvPr>
                <p14:cNvContentPartPr/>
                <p14:nvPr/>
              </p14:nvContentPartPr>
              <p14:xfrm>
                <a:off x="8294325" y="6158009"/>
                <a:ext cx="153720" cy="394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6089CB7-0A08-B0AE-231A-3C68019780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88205" y="6151889"/>
                  <a:ext cx="165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FE06E0-5F6A-6098-4D83-1B71D87C4AD4}"/>
                    </a:ext>
                  </a:extLst>
                </p14:cNvPr>
                <p14:cNvContentPartPr/>
                <p14:nvPr/>
              </p14:nvContentPartPr>
              <p14:xfrm>
                <a:off x="8308725" y="6197249"/>
                <a:ext cx="167760" cy="19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FE06E0-5F6A-6098-4D83-1B71D87C4AD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02605" y="6191129"/>
                  <a:ext cx="180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0510F73-B2FD-ACA5-2EFE-5C77590FF052}"/>
                    </a:ext>
                  </a:extLst>
                </p14:cNvPr>
                <p14:cNvContentPartPr/>
                <p14:nvPr/>
              </p14:nvContentPartPr>
              <p14:xfrm>
                <a:off x="10993245" y="4156049"/>
                <a:ext cx="61200" cy="2604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0510F73-B2FD-ACA5-2EFE-5C77590FF05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987125" y="4149929"/>
                  <a:ext cx="73440" cy="26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C1A1D08-2717-1D6D-42A4-14B95584D235}"/>
                    </a:ext>
                  </a:extLst>
                </p14:cNvPr>
                <p14:cNvContentPartPr/>
                <p14:nvPr/>
              </p14:nvContentPartPr>
              <p14:xfrm>
                <a:off x="9127005" y="5506049"/>
                <a:ext cx="51840" cy="1056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C1A1D08-2717-1D6D-42A4-14B95584D23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20885" y="5499929"/>
                  <a:ext cx="64080" cy="10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BCC9AA9-12A5-426B-5B71-98A0B031B93C}"/>
                    </a:ext>
                  </a:extLst>
                </p14:cNvPr>
                <p14:cNvContentPartPr/>
                <p14:nvPr/>
              </p14:nvContentPartPr>
              <p14:xfrm>
                <a:off x="9852405" y="5948129"/>
                <a:ext cx="248400" cy="252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BCC9AA9-12A5-426B-5B71-98A0B031B93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46285" y="5942009"/>
                  <a:ext cx="260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31A99F3-DC9B-60F7-DF77-FD047E9CC465}"/>
                    </a:ext>
                  </a:extLst>
                </p14:cNvPr>
                <p14:cNvContentPartPr/>
                <p14:nvPr/>
              </p14:nvContentPartPr>
              <p14:xfrm>
                <a:off x="10182885" y="5815649"/>
                <a:ext cx="191880" cy="218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31A99F3-DC9B-60F7-DF77-FD047E9CC46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76765" y="5809529"/>
                  <a:ext cx="204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9B8DC3D-4D0D-252C-9B3D-85857D275011}"/>
                    </a:ext>
                  </a:extLst>
                </p14:cNvPr>
                <p14:cNvContentPartPr/>
                <p14:nvPr/>
              </p14:nvContentPartPr>
              <p14:xfrm>
                <a:off x="10225005" y="5771009"/>
                <a:ext cx="174600" cy="321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9B8DC3D-4D0D-252C-9B3D-85857D2750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18885" y="5764889"/>
                  <a:ext cx="1868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6FFE02A-5D4E-29A8-A8EE-ED0A403B05B6}"/>
                    </a:ext>
                  </a:extLst>
                </p14:cNvPr>
                <p14:cNvContentPartPr/>
                <p14:nvPr/>
              </p14:nvContentPartPr>
              <p14:xfrm>
                <a:off x="10420485" y="5667329"/>
                <a:ext cx="236520" cy="522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6FFE02A-5D4E-29A8-A8EE-ED0A403B05B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14365" y="5661209"/>
                  <a:ext cx="24876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AA4F94-3287-AC4D-1693-1D9D0FE2C88C}"/>
                    </a:ext>
                  </a:extLst>
                </p14:cNvPr>
                <p14:cNvContentPartPr/>
                <p14:nvPr/>
              </p14:nvContentPartPr>
              <p14:xfrm>
                <a:off x="10479165" y="5730689"/>
                <a:ext cx="261360" cy="48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AA4F94-3287-AC4D-1693-1D9D0FE2C88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73045" y="5724569"/>
                  <a:ext cx="273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CAE9122-23BB-52A9-E8A3-1DD53C18A7E9}"/>
                    </a:ext>
                  </a:extLst>
                </p14:cNvPr>
                <p14:cNvContentPartPr/>
                <p14:nvPr/>
              </p14:nvContentPartPr>
              <p14:xfrm>
                <a:off x="8164725" y="918569"/>
                <a:ext cx="219960" cy="280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CAE9122-23BB-52A9-E8A3-1DD53C18A7E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158605" y="912449"/>
                  <a:ext cx="2322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D1ECC3A-21C6-FA26-F7BB-C76ADDF0EA2C}"/>
                    </a:ext>
                  </a:extLst>
                </p14:cNvPr>
                <p14:cNvContentPartPr/>
                <p14:nvPr/>
              </p14:nvContentPartPr>
              <p14:xfrm>
                <a:off x="8250045" y="794729"/>
                <a:ext cx="274320" cy="255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D1ECC3A-21C6-FA26-F7BB-C76ADDF0EA2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43925" y="788609"/>
                  <a:ext cx="286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B586C74-F7A1-872E-EB80-D18E18F6C3EC}"/>
                    </a:ext>
                  </a:extLst>
                </p14:cNvPr>
                <p14:cNvContentPartPr/>
                <p14:nvPr/>
              </p14:nvContentPartPr>
              <p14:xfrm>
                <a:off x="10716765" y="522929"/>
                <a:ext cx="411120" cy="323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B586C74-F7A1-872E-EB80-D18E18F6C3E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10645" y="516809"/>
                  <a:ext cx="4233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E0C133-C0A9-46F4-FB3B-EBC14DA38017}"/>
                    </a:ext>
                  </a:extLst>
                </p14:cNvPr>
                <p14:cNvContentPartPr/>
                <p14:nvPr/>
              </p14:nvContentPartPr>
              <p14:xfrm>
                <a:off x="10758885" y="350849"/>
                <a:ext cx="430560" cy="112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E0C133-C0A9-46F4-FB3B-EBC14DA3801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52765" y="344729"/>
                  <a:ext cx="442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42675DF-C31C-F7B4-9E3B-459A64D4974A}"/>
                    </a:ext>
                  </a:extLst>
                </p14:cNvPr>
                <p14:cNvContentPartPr/>
                <p14:nvPr/>
              </p14:nvContentPartPr>
              <p14:xfrm>
                <a:off x="10632165" y="920729"/>
                <a:ext cx="159840" cy="11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42675DF-C31C-F7B4-9E3B-459A64D4974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626045" y="914609"/>
                  <a:ext cx="172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E093DEF-4C77-E658-A8EC-8D52DD4401B2}"/>
                    </a:ext>
                  </a:extLst>
                </p14:cNvPr>
                <p14:cNvContentPartPr/>
                <p14:nvPr/>
              </p14:nvContentPartPr>
              <p14:xfrm>
                <a:off x="10597605" y="968609"/>
                <a:ext cx="135000" cy="1142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E093DEF-4C77-E658-A8EC-8D52DD4401B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591485" y="962489"/>
                  <a:ext cx="147240" cy="11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23E14B-BDA2-F5C4-B242-94A963E6574F}"/>
                    </a:ext>
                  </a:extLst>
                </p14:cNvPr>
                <p14:cNvContentPartPr/>
                <p14:nvPr/>
              </p14:nvContentPartPr>
              <p14:xfrm>
                <a:off x="10990725" y="953129"/>
                <a:ext cx="292320" cy="1199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23E14B-BDA2-F5C4-B242-94A963E6574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84605" y="947009"/>
                  <a:ext cx="304560" cy="12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E8C2D2D-78BC-7CCC-EBA7-1A54A4755D58}"/>
                    </a:ext>
                  </a:extLst>
                </p14:cNvPr>
                <p14:cNvContentPartPr/>
                <p14:nvPr/>
              </p14:nvContentPartPr>
              <p14:xfrm>
                <a:off x="11428125" y="1111529"/>
                <a:ext cx="28440" cy="193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E8C2D2D-78BC-7CCC-EBA7-1A54A4755D5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22005" y="1105409"/>
                  <a:ext cx="40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8787833-C4C5-56AC-A872-45D007C3AAE8}"/>
                    </a:ext>
                  </a:extLst>
                </p14:cNvPr>
                <p14:cNvContentPartPr/>
                <p14:nvPr/>
              </p14:nvContentPartPr>
              <p14:xfrm>
                <a:off x="11496165" y="1083089"/>
                <a:ext cx="169560" cy="262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8787833-C4C5-56AC-A872-45D007C3AAE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490045" y="1076969"/>
                  <a:ext cx="181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FACE242-4511-9EEE-E3C6-089C93AB1373}"/>
                    </a:ext>
                  </a:extLst>
                </p14:cNvPr>
                <p14:cNvContentPartPr/>
                <p14:nvPr/>
              </p14:nvContentPartPr>
              <p14:xfrm>
                <a:off x="11532165" y="1139969"/>
                <a:ext cx="201600" cy="32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FACE242-4511-9EEE-E3C6-089C93AB13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526045" y="1133849"/>
                  <a:ext cx="213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77D86A5-DA81-9B38-A46E-EFE44F49A2C9}"/>
                    </a:ext>
                  </a:extLst>
                </p14:cNvPr>
                <p14:cNvContentPartPr/>
                <p14:nvPr/>
              </p14:nvContentPartPr>
              <p14:xfrm>
                <a:off x="11408325" y="1403129"/>
                <a:ext cx="163080" cy="144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77D86A5-DA81-9B38-A46E-EFE44F49A2C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402205" y="1397009"/>
                  <a:ext cx="175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0AF1E9-F8DE-0F63-F667-582480397675}"/>
                    </a:ext>
                  </a:extLst>
                </p14:cNvPr>
                <p14:cNvContentPartPr/>
                <p14:nvPr/>
              </p14:nvContentPartPr>
              <p14:xfrm>
                <a:off x="11591925" y="1408529"/>
                <a:ext cx="114120" cy="205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0AF1E9-F8DE-0F63-F667-58248039767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85805" y="1402409"/>
                  <a:ext cx="126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EC7E9F-F758-A055-35AD-5B8F0E1B94A4}"/>
                    </a:ext>
                  </a:extLst>
                </p14:cNvPr>
                <p14:cNvContentPartPr/>
                <p14:nvPr/>
              </p14:nvContentPartPr>
              <p14:xfrm>
                <a:off x="11625765" y="1411409"/>
                <a:ext cx="149040" cy="25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EC7E9F-F758-A055-35AD-5B8F0E1B94A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619645" y="1405289"/>
                  <a:ext cx="161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898808-DB53-398E-D84D-6B6E63EF59BF}"/>
                    </a:ext>
                  </a:extLst>
                </p14:cNvPr>
                <p14:cNvContentPartPr/>
                <p14:nvPr/>
              </p14:nvContentPartPr>
              <p14:xfrm>
                <a:off x="11492925" y="1639289"/>
                <a:ext cx="11520" cy="183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898808-DB53-398E-D84D-6B6E63EF59B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86805" y="1633169"/>
                  <a:ext cx="237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FCE83D6-A279-F870-B625-2DC6F3EC7A5F}"/>
                    </a:ext>
                  </a:extLst>
                </p14:cNvPr>
                <p14:cNvContentPartPr/>
                <p14:nvPr/>
              </p14:nvContentPartPr>
              <p14:xfrm>
                <a:off x="11578605" y="1660889"/>
                <a:ext cx="111240" cy="124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FCE83D6-A279-F870-B625-2DC6F3EC7A5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572485" y="1654769"/>
                  <a:ext cx="123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AC27D8E-CB95-352D-17BA-8874011F32EF}"/>
                    </a:ext>
                  </a:extLst>
                </p14:cNvPr>
                <p14:cNvContentPartPr/>
                <p14:nvPr/>
              </p14:nvContentPartPr>
              <p14:xfrm>
                <a:off x="11329125" y="1778609"/>
                <a:ext cx="519840" cy="51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AC27D8E-CB95-352D-17BA-8874011F32E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323005" y="1772489"/>
                  <a:ext cx="532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ED55AD6-68C0-D2AD-CB99-668BEA91D2DF}"/>
                    </a:ext>
                  </a:extLst>
                </p14:cNvPr>
                <p14:cNvContentPartPr/>
                <p14:nvPr/>
              </p14:nvContentPartPr>
              <p14:xfrm>
                <a:off x="11497965" y="1910729"/>
                <a:ext cx="97200" cy="227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ED55AD6-68C0-D2AD-CB99-668BEA91D2D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491845" y="1904609"/>
                  <a:ext cx="109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EAE561E-1424-7F26-E84C-61D6C31DB808}"/>
                    </a:ext>
                  </a:extLst>
                </p14:cNvPr>
                <p14:cNvContentPartPr/>
                <p14:nvPr/>
              </p14:nvContentPartPr>
              <p14:xfrm>
                <a:off x="11512365" y="1902089"/>
                <a:ext cx="122400" cy="9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EAE561E-1424-7F26-E84C-61D6C31DB80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506245" y="1895969"/>
                  <a:ext cx="134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6C46F11-9634-3E74-D426-1B64C542B797}"/>
                    </a:ext>
                  </a:extLst>
                </p14:cNvPr>
                <p14:cNvContentPartPr/>
                <p14:nvPr/>
              </p14:nvContentPartPr>
              <p14:xfrm>
                <a:off x="11697045" y="1929809"/>
                <a:ext cx="104400" cy="122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6C46F11-9634-3E74-D426-1B64C542B79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690925" y="1923689"/>
                  <a:ext cx="116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5304EA5-1958-0BE5-79DB-390F3C7B42C1}"/>
                    </a:ext>
                  </a:extLst>
                </p14:cNvPr>
                <p14:cNvContentPartPr/>
                <p14:nvPr/>
              </p14:nvContentPartPr>
              <p14:xfrm>
                <a:off x="10846365" y="982649"/>
                <a:ext cx="164160" cy="181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5304EA5-1958-0BE5-79DB-390F3C7B42C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40245" y="976529"/>
                  <a:ext cx="176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EDE14EF-4F52-CB7C-7342-00FFED287D03}"/>
                    </a:ext>
                  </a:extLst>
                </p14:cNvPr>
                <p14:cNvContentPartPr/>
                <p14:nvPr/>
              </p14:nvContentPartPr>
              <p14:xfrm>
                <a:off x="11096565" y="1083449"/>
                <a:ext cx="10080" cy="117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EDE14EF-4F52-CB7C-7342-00FFED287D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090445" y="1077329"/>
                  <a:ext cx="22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AD6BB6-370A-BECF-8BC2-368CB0759AE9}"/>
                    </a:ext>
                  </a:extLst>
                </p14:cNvPr>
                <p14:cNvContentPartPr/>
                <p14:nvPr/>
              </p14:nvContentPartPr>
              <p14:xfrm>
                <a:off x="10871205" y="1178849"/>
                <a:ext cx="155520" cy="200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AD6BB6-370A-BECF-8BC2-368CB0759AE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65085" y="1172729"/>
                  <a:ext cx="167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EE3CA97-AACE-0BFA-003F-4740D59C9085}"/>
                    </a:ext>
                  </a:extLst>
                </p14:cNvPr>
                <p14:cNvContentPartPr/>
                <p14:nvPr/>
              </p14:nvContentPartPr>
              <p14:xfrm>
                <a:off x="11074965" y="1299449"/>
                <a:ext cx="68400" cy="97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EE3CA97-AACE-0BFA-003F-4740D59C908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68845" y="1293329"/>
                  <a:ext cx="80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87B7000-6706-6404-E4D7-4AD033BE86EF}"/>
                    </a:ext>
                  </a:extLst>
                </p14:cNvPr>
                <p14:cNvContentPartPr/>
                <p14:nvPr/>
              </p14:nvContentPartPr>
              <p14:xfrm>
                <a:off x="10964805" y="1436609"/>
                <a:ext cx="360" cy="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87B7000-6706-6404-E4D7-4AD033BE86E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58685" y="14304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CA5A89D-ED0E-33DF-D8C1-FCB66995CE64}"/>
                    </a:ext>
                  </a:extLst>
                </p14:cNvPr>
                <p14:cNvContentPartPr/>
                <p14:nvPr/>
              </p14:nvContentPartPr>
              <p14:xfrm>
                <a:off x="10940685" y="1540649"/>
                <a:ext cx="7200" cy="33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CA5A89D-ED0E-33DF-D8C1-FCB66995CE6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934565" y="1534529"/>
                  <a:ext cx="19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AD700F6-FC53-F863-2188-EE1870A3AFFF}"/>
                    </a:ext>
                  </a:extLst>
                </p14:cNvPr>
                <p14:cNvContentPartPr/>
                <p14:nvPr/>
              </p14:nvContentPartPr>
              <p14:xfrm>
                <a:off x="10939605" y="1635689"/>
                <a:ext cx="7920" cy="73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AD700F6-FC53-F863-2188-EE1870A3AFF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33485" y="1629569"/>
                  <a:ext cx="20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F17673D-A34E-8449-EBF8-5FB85A48AB11}"/>
                    </a:ext>
                  </a:extLst>
                </p14:cNvPr>
                <p14:cNvContentPartPr/>
                <p14:nvPr/>
              </p14:nvContentPartPr>
              <p14:xfrm>
                <a:off x="10964805" y="1795529"/>
                <a:ext cx="6120" cy="29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F17673D-A34E-8449-EBF8-5FB85A48AB1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958685" y="1789409"/>
                  <a:ext cx="18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CDD6CF5-ECCA-B139-57E4-BF904A31E5B5}"/>
                    </a:ext>
                  </a:extLst>
                </p14:cNvPr>
                <p14:cNvContentPartPr/>
                <p14:nvPr/>
              </p14:nvContentPartPr>
              <p14:xfrm>
                <a:off x="10803525" y="1865369"/>
                <a:ext cx="158040" cy="204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CDD6CF5-ECCA-B139-57E4-BF904A31E5B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797405" y="1859249"/>
                  <a:ext cx="170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3518CE3-F27B-615D-C917-C1FD49795F11}"/>
                    </a:ext>
                  </a:extLst>
                </p14:cNvPr>
                <p14:cNvContentPartPr/>
                <p14:nvPr/>
              </p14:nvContentPartPr>
              <p14:xfrm>
                <a:off x="10985325" y="1941329"/>
                <a:ext cx="70200" cy="162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3518CE3-F27B-615D-C917-C1FD49795F1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979205" y="1935209"/>
                  <a:ext cx="82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5F9EE74-EEB2-8EC5-9C15-75562634D2CE}"/>
                    </a:ext>
                  </a:extLst>
                </p14:cNvPr>
                <p14:cNvContentPartPr/>
                <p14:nvPr/>
              </p14:nvContentPartPr>
              <p14:xfrm>
                <a:off x="10964805" y="1983449"/>
                <a:ext cx="158400" cy="128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5F9EE74-EEB2-8EC5-9C15-75562634D2C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58685" y="1977329"/>
                  <a:ext cx="170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FCDDDC-2F92-94DF-32DC-BE7D9E0420D8}"/>
                    </a:ext>
                  </a:extLst>
                </p14:cNvPr>
                <p14:cNvContentPartPr/>
                <p14:nvPr/>
              </p14:nvContentPartPr>
              <p14:xfrm>
                <a:off x="300165" y="360209"/>
                <a:ext cx="51480" cy="565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9FCDDDC-2F92-94DF-32DC-BE7D9E0420D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94045" y="354089"/>
                  <a:ext cx="6372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7A1C867-B2D3-1F79-D2C6-EF80B2387BB7}"/>
                    </a:ext>
                  </a:extLst>
                </p14:cNvPr>
                <p14:cNvContentPartPr/>
                <p14:nvPr/>
              </p14:nvContentPartPr>
              <p14:xfrm>
                <a:off x="300885" y="424289"/>
                <a:ext cx="390960" cy="568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7A1C867-B2D3-1F79-D2C6-EF80B2387BB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94765" y="418169"/>
                  <a:ext cx="40320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55A0701-ED31-2920-0BEA-7D7D05D8CE61}"/>
                    </a:ext>
                  </a:extLst>
                </p14:cNvPr>
                <p14:cNvContentPartPr/>
                <p14:nvPr/>
              </p14:nvContentPartPr>
              <p14:xfrm>
                <a:off x="6065205" y="1211969"/>
                <a:ext cx="236880" cy="244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55A0701-ED31-2920-0BEA-7D7D05D8CE6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059085" y="1205849"/>
                  <a:ext cx="249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73CD157-F607-48FF-6A0E-78A20AC55EF9}"/>
                    </a:ext>
                  </a:extLst>
                </p14:cNvPr>
                <p14:cNvContentPartPr/>
                <p14:nvPr/>
              </p14:nvContentPartPr>
              <p14:xfrm>
                <a:off x="6106245" y="2190809"/>
                <a:ext cx="197640" cy="251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73CD157-F607-48FF-6A0E-78A20AC55EF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00125" y="2184689"/>
                  <a:ext cx="209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D1D2B67-3922-D337-D4A8-B17BFCBAF7DC}"/>
                    </a:ext>
                  </a:extLst>
                </p14:cNvPr>
                <p14:cNvContentPartPr/>
                <p14:nvPr/>
              </p14:nvContentPartPr>
              <p14:xfrm>
                <a:off x="5705205" y="837569"/>
                <a:ext cx="1062720" cy="2536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D1D2B67-3922-D337-D4A8-B17BFCBAF7D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99085" y="831449"/>
                  <a:ext cx="1074960" cy="25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673C84-4888-29F0-3234-0ECBE1FF0648}"/>
                    </a:ext>
                  </a:extLst>
                </p14:cNvPr>
                <p14:cNvContentPartPr/>
                <p14:nvPr/>
              </p14:nvContentPartPr>
              <p14:xfrm>
                <a:off x="5737245" y="862049"/>
                <a:ext cx="999360" cy="3750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673C84-4888-29F0-3234-0ECBE1FF064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31125" y="855929"/>
                  <a:ext cx="1011600" cy="37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730D7FA-AA66-A35E-336A-8FB81D0E88E5}"/>
                    </a:ext>
                  </a:extLst>
                </p14:cNvPr>
                <p14:cNvContentPartPr/>
                <p14:nvPr/>
              </p14:nvContentPartPr>
              <p14:xfrm>
                <a:off x="6913365" y="584129"/>
                <a:ext cx="611640" cy="630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730D7FA-AA66-A35E-336A-8FB81D0E88E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07245" y="578009"/>
                  <a:ext cx="62388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CDF41B-8234-64D6-64D3-1D4B13AE8ED0}"/>
                    </a:ext>
                  </a:extLst>
                </p14:cNvPr>
                <p14:cNvContentPartPr/>
                <p14:nvPr/>
              </p14:nvContentPartPr>
              <p14:xfrm>
                <a:off x="842685" y="887249"/>
                <a:ext cx="37440" cy="189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CDF41B-8234-64D6-64D3-1D4B13AE8ED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6565" y="881129"/>
                  <a:ext cx="49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4F5307B-8809-A9B1-B680-25F5A2656BED}"/>
                    </a:ext>
                  </a:extLst>
                </p14:cNvPr>
                <p14:cNvContentPartPr/>
                <p14:nvPr/>
              </p14:nvContentPartPr>
              <p14:xfrm>
                <a:off x="1060125" y="660449"/>
                <a:ext cx="186480" cy="33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4F5307B-8809-A9B1-B680-25F5A2656BE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54005" y="654329"/>
                  <a:ext cx="198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8212FEF-F6B0-0DED-17B4-A5E8E88ED9D7}"/>
                    </a:ext>
                  </a:extLst>
                </p14:cNvPr>
                <p14:cNvContentPartPr/>
                <p14:nvPr/>
              </p14:nvContentPartPr>
              <p14:xfrm>
                <a:off x="1136085" y="741809"/>
                <a:ext cx="265680" cy="58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8212FEF-F6B0-0DED-17B4-A5E8E88ED9D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29965" y="735689"/>
                  <a:ext cx="277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0E18E5C-418A-74D3-E7B8-B9ED82867616}"/>
                    </a:ext>
                  </a:extLst>
                </p14:cNvPr>
                <p14:cNvContentPartPr/>
                <p14:nvPr/>
              </p14:nvContentPartPr>
              <p14:xfrm>
                <a:off x="1582845" y="458129"/>
                <a:ext cx="468360" cy="425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0E18E5C-418A-74D3-E7B8-B9ED8286761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76725" y="452009"/>
                  <a:ext cx="4806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FB608BE-D677-C850-A822-8FAB877B308B}"/>
                    </a:ext>
                  </a:extLst>
                </p14:cNvPr>
                <p14:cNvContentPartPr/>
                <p14:nvPr/>
              </p14:nvContentPartPr>
              <p14:xfrm>
                <a:off x="2084325" y="744329"/>
                <a:ext cx="18000" cy="167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FB608BE-D677-C850-A822-8FAB877B308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78205" y="738209"/>
                  <a:ext cx="302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ACC67FC-7C08-7E2E-AE00-ED6F7A49722C}"/>
                    </a:ext>
                  </a:extLst>
                </p14:cNvPr>
                <p14:cNvContentPartPr/>
                <p14:nvPr/>
              </p14:nvContentPartPr>
              <p14:xfrm>
                <a:off x="2172165" y="735689"/>
                <a:ext cx="24840" cy="206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ACC67FC-7C08-7E2E-AE00-ED6F7A49722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66045" y="729569"/>
                  <a:ext cx="37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0EC3B2A-7951-BCA8-1CB3-C2C2EF385A71}"/>
                    </a:ext>
                  </a:extLst>
                </p14:cNvPr>
                <p14:cNvContentPartPr/>
                <p14:nvPr/>
              </p14:nvContentPartPr>
              <p14:xfrm>
                <a:off x="2324445" y="659009"/>
                <a:ext cx="20160" cy="20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0EC3B2A-7951-BCA8-1CB3-C2C2EF385A7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18325" y="652889"/>
                  <a:ext cx="32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80423CD-F811-00B2-3DCF-EB628B1B1D0A}"/>
                    </a:ext>
                  </a:extLst>
                </p14:cNvPr>
                <p14:cNvContentPartPr/>
                <p14:nvPr/>
              </p14:nvContentPartPr>
              <p14:xfrm>
                <a:off x="2465565" y="466769"/>
                <a:ext cx="175680" cy="375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80423CD-F811-00B2-3DCF-EB628B1B1D0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59445" y="460649"/>
                  <a:ext cx="1879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BA774AE-EC8B-3F21-974F-A0F64176143E}"/>
                    </a:ext>
                  </a:extLst>
                </p14:cNvPr>
                <p14:cNvContentPartPr/>
                <p14:nvPr/>
              </p14:nvContentPartPr>
              <p14:xfrm>
                <a:off x="2481765" y="539489"/>
                <a:ext cx="227160" cy="280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BA774AE-EC8B-3F21-974F-A0F64176143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475645" y="533369"/>
                  <a:ext cx="2394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66521F5-E04B-C5AE-980A-5C0BCAAAD792}"/>
                    </a:ext>
                  </a:extLst>
                </p14:cNvPr>
                <p14:cNvContentPartPr/>
                <p14:nvPr/>
              </p14:nvContentPartPr>
              <p14:xfrm>
                <a:off x="2787765" y="716249"/>
                <a:ext cx="35640" cy="185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66521F5-E04B-C5AE-980A-5C0BCAAAD79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781645" y="710129"/>
                  <a:ext cx="47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AFF0494-3CFE-6FF9-C78D-F9349C4AAF86}"/>
                    </a:ext>
                  </a:extLst>
                </p14:cNvPr>
                <p14:cNvContentPartPr/>
                <p14:nvPr/>
              </p14:nvContentPartPr>
              <p14:xfrm>
                <a:off x="2900445" y="664769"/>
                <a:ext cx="209520" cy="18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AFF0494-3CFE-6FF9-C78D-F9349C4AAF8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94325" y="658649"/>
                  <a:ext cx="221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9102F9C-05AE-FB3E-3F48-1CD95ED2840C}"/>
                    </a:ext>
                  </a:extLst>
                </p14:cNvPr>
                <p14:cNvContentPartPr/>
                <p14:nvPr/>
              </p14:nvContentPartPr>
              <p14:xfrm>
                <a:off x="3027525" y="575849"/>
                <a:ext cx="17640" cy="286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9102F9C-05AE-FB3E-3F48-1CD95ED2840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021405" y="569729"/>
                  <a:ext cx="298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ED4A7BF-E048-AEAF-3E1F-388F14BB5FC7}"/>
                    </a:ext>
                  </a:extLst>
                </p14:cNvPr>
                <p14:cNvContentPartPr/>
                <p14:nvPr/>
              </p14:nvContentPartPr>
              <p14:xfrm>
                <a:off x="3341085" y="424649"/>
                <a:ext cx="262440" cy="351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ED4A7BF-E048-AEAF-3E1F-388F14BB5F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34965" y="418529"/>
                  <a:ext cx="2746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EBB6E4D-0742-8C21-6D8C-7C500E1DFBD3}"/>
                    </a:ext>
                  </a:extLst>
                </p14:cNvPr>
                <p14:cNvContentPartPr/>
                <p14:nvPr/>
              </p14:nvContentPartPr>
              <p14:xfrm>
                <a:off x="3727005" y="581609"/>
                <a:ext cx="282240" cy="250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EBB6E4D-0742-8C21-6D8C-7C500E1DFBD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720885" y="575489"/>
                  <a:ext cx="2944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6F7C8C0-3488-7CB1-D81D-2D7D74A5A864}"/>
                    </a:ext>
                  </a:extLst>
                </p14:cNvPr>
                <p14:cNvContentPartPr/>
                <p14:nvPr/>
              </p14:nvContentPartPr>
              <p14:xfrm>
                <a:off x="4099605" y="536969"/>
                <a:ext cx="17640" cy="39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6F7C8C0-3488-7CB1-D81D-2D7D74A5A86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093485" y="530849"/>
                  <a:ext cx="29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1DFEF73-E632-3A9A-F48E-82E44B4F1512}"/>
                    </a:ext>
                  </a:extLst>
                </p14:cNvPr>
                <p14:cNvContentPartPr/>
                <p14:nvPr/>
              </p14:nvContentPartPr>
              <p14:xfrm>
                <a:off x="4305885" y="410609"/>
                <a:ext cx="190800" cy="256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1DFEF73-E632-3A9A-F48E-82E44B4F151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299765" y="404489"/>
                  <a:ext cx="2030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8F5D95F-9F18-0F88-87E2-778C113F7D55}"/>
                    </a:ext>
                  </a:extLst>
                </p14:cNvPr>
                <p14:cNvContentPartPr/>
                <p14:nvPr/>
              </p14:nvContentPartPr>
              <p14:xfrm>
                <a:off x="4299045" y="407729"/>
                <a:ext cx="288000" cy="339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8F5D95F-9F18-0F88-87E2-778C113F7D5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292925" y="401609"/>
                  <a:ext cx="3002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6338EC2-2006-DB4A-3AAD-BEFFCFCDC164}"/>
                    </a:ext>
                  </a:extLst>
                </p14:cNvPr>
                <p14:cNvContentPartPr/>
                <p14:nvPr/>
              </p14:nvContentPartPr>
              <p14:xfrm>
                <a:off x="4603245" y="602489"/>
                <a:ext cx="166680" cy="156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6338EC2-2006-DB4A-3AAD-BEFFCFCDC16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597125" y="596369"/>
                  <a:ext cx="178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3834FCE-E2EA-7EE3-1766-0D8DB7F0ECC2}"/>
                    </a:ext>
                  </a:extLst>
                </p14:cNvPr>
                <p14:cNvContentPartPr/>
                <p14:nvPr/>
              </p14:nvContentPartPr>
              <p14:xfrm>
                <a:off x="4969365" y="470009"/>
                <a:ext cx="186480" cy="16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3834FCE-E2EA-7EE3-1766-0D8DB7F0EC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63245" y="463889"/>
                  <a:ext cx="198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21C36A5-5123-F6F2-F847-BDACB1F5000A}"/>
                    </a:ext>
                  </a:extLst>
                </p14:cNvPr>
                <p14:cNvContentPartPr/>
                <p14:nvPr/>
              </p14:nvContentPartPr>
              <p14:xfrm>
                <a:off x="5064045" y="377129"/>
                <a:ext cx="4320" cy="2768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21C36A5-5123-F6F2-F847-BDACB1F5000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057925" y="371009"/>
                  <a:ext cx="165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39B09A5-AD41-782B-F209-42B8778A8121}"/>
                    </a:ext>
                  </a:extLst>
                </p14:cNvPr>
                <p14:cNvContentPartPr/>
                <p14:nvPr/>
              </p14:nvContentPartPr>
              <p14:xfrm>
                <a:off x="5395245" y="390809"/>
                <a:ext cx="258480" cy="235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39B09A5-AD41-782B-F209-42B8778A812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89125" y="384689"/>
                  <a:ext cx="270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9A53670-AEAD-33CC-2A2D-36B1386A0B16}"/>
                    </a:ext>
                  </a:extLst>
                </p14:cNvPr>
                <p14:cNvContentPartPr/>
                <p14:nvPr/>
              </p14:nvContentPartPr>
              <p14:xfrm>
                <a:off x="5471565" y="349049"/>
                <a:ext cx="228960" cy="286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9A53670-AEAD-33CC-2A2D-36B1386A0B1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465445" y="342929"/>
                  <a:ext cx="241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490A941-BCE8-710E-C709-52E1E8827484}"/>
                    </a:ext>
                  </a:extLst>
                </p14:cNvPr>
                <p14:cNvContentPartPr/>
                <p14:nvPr/>
              </p14:nvContentPartPr>
              <p14:xfrm>
                <a:off x="5895285" y="489089"/>
                <a:ext cx="25920" cy="25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490A941-BCE8-710E-C709-52E1E882748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889165" y="482969"/>
                  <a:ext cx="38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D4A063C-E23C-E6BD-8B35-BC1C60C8F371}"/>
                    </a:ext>
                  </a:extLst>
                </p14:cNvPr>
                <p14:cNvContentPartPr/>
                <p14:nvPr/>
              </p14:nvContentPartPr>
              <p14:xfrm>
                <a:off x="5733645" y="531209"/>
                <a:ext cx="169560" cy="225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D4A063C-E23C-E6BD-8B35-BC1C60C8F37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27525" y="525089"/>
                  <a:ext cx="181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E751C6-BEB6-7188-35AA-C80EC402BC6E}"/>
                    </a:ext>
                  </a:extLst>
                </p14:cNvPr>
                <p14:cNvContentPartPr/>
                <p14:nvPr/>
              </p14:nvContentPartPr>
              <p14:xfrm>
                <a:off x="5975205" y="427529"/>
                <a:ext cx="61560" cy="7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E751C6-BEB6-7188-35AA-C80EC402BC6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969085" y="421409"/>
                  <a:ext cx="73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956B5AE-28FB-7A05-3199-1CC3A2F098ED}"/>
                    </a:ext>
                  </a:extLst>
                </p14:cNvPr>
                <p14:cNvContentPartPr/>
                <p14:nvPr/>
              </p14:nvContentPartPr>
              <p14:xfrm>
                <a:off x="6260325" y="246089"/>
                <a:ext cx="282240" cy="329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956B5AE-28FB-7A05-3199-1CC3A2F098E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254205" y="239969"/>
                  <a:ext cx="2944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960F3E1-9139-45DC-23D8-5533810177C1}"/>
                    </a:ext>
                  </a:extLst>
                </p14:cNvPr>
                <p14:cNvContentPartPr/>
                <p14:nvPr/>
              </p14:nvContentPartPr>
              <p14:xfrm>
                <a:off x="6620325" y="357329"/>
                <a:ext cx="12600" cy="160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960F3E1-9139-45DC-23D8-5533810177C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14205" y="351209"/>
                  <a:ext cx="24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6348F62-98A2-D6D4-4913-C85DBADCB3B2}"/>
                    </a:ext>
                  </a:extLst>
                </p14:cNvPr>
                <p14:cNvContentPartPr/>
                <p14:nvPr/>
              </p14:nvContentPartPr>
              <p14:xfrm>
                <a:off x="6637965" y="267689"/>
                <a:ext cx="190800" cy="3632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6348F62-98A2-D6D4-4913-C85DBADCB3B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31845" y="261569"/>
                  <a:ext cx="2030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D9D6C0E-C708-A3AA-F1D9-4B3720E8F138}"/>
                    </a:ext>
                  </a:extLst>
                </p14:cNvPr>
                <p14:cNvContentPartPr/>
                <p14:nvPr/>
              </p14:nvContentPartPr>
              <p14:xfrm>
                <a:off x="7044765" y="1811009"/>
                <a:ext cx="507600" cy="697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D9D6C0E-C708-A3AA-F1D9-4B3720E8F13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038645" y="1804889"/>
                  <a:ext cx="51984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A4ED4BC-AB82-D1A9-1DBB-4FAC0C09F9AF}"/>
                    </a:ext>
                  </a:extLst>
                </p14:cNvPr>
                <p14:cNvContentPartPr/>
                <p14:nvPr/>
              </p14:nvContentPartPr>
              <p14:xfrm>
                <a:off x="9055725" y="4598849"/>
                <a:ext cx="367200" cy="511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A4ED4BC-AB82-D1A9-1DBB-4FAC0C09F9A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49605" y="4592729"/>
                  <a:ext cx="37944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166A9ED-3731-889B-1765-51CDE9465798}"/>
                    </a:ext>
                  </a:extLst>
                </p14:cNvPr>
                <p14:cNvContentPartPr/>
                <p14:nvPr/>
              </p14:nvContentPartPr>
              <p14:xfrm>
                <a:off x="10768245" y="2356769"/>
                <a:ext cx="557640" cy="648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166A9ED-3731-889B-1765-51CDE946579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762125" y="2350649"/>
                  <a:ext cx="56988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412F3F1-93E2-09B6-7AE9-5DA5C1D090BB}"/>
                    </a:ext>
                  </a:extLst>
                </p14:cNvPr>
                <p14:cNvContentPartPr/>
                <p14:nvPr/>
              </p14:nvContentPartPr>
              <p14:xfrm>
                <a:off x="5609805" y="803369"/>
                <a:ext cx="1445040" cy="1396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412F3F1-93E2-09B6-7AE9-5DA5C1D090B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603685" y="797249"/>
                  <a:ext cx="1457280" cy="14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F02F328-65C8-749E-42E3-97BCE3D7D8F9}"/>
                    </a:ext>
                  </a:extLst>
                </p14:cNvPr>
                <p14:cNvContentPartPr/>
                <p14:nvPr/>
              </p14:nvContentPartPr>
              <p14:xfrm>
                <a:off x="6922725" y="772409"/>
                <a:ext cx="304560" cy="164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F02F328-65C8-749E-42E3-97BCE3D7D8F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916605" y="766289"/>
                  <a:ext cx="316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28DDC79-8489-24F2-8027-6AC41EE1BFBE}"/>
                    </a:ext>
                  </a:extLst>
                </p14:cNvPr>
                <p14:cNvContentPartPr/>
                <p14:nvPr/>
              </p14:nvContentPartPr>
              <p14:xfrm>
                <a:off x="7275885" y="751169"/>
                <a:ext cx="1816560" cy="18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28DDC79-8489-24F2-8027-6AC41EE1BFB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269765" y="745049"/>
                  <a:ext cx="1828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13AD0F6-8301-0CED-3008-7B6F51268845}"/>
                    </a:ext>
                  </a:extLst>
                </p14:cNvPr>
                <p14:cNvContentPartPr/>
                <p14:nvPr/>
              </p14:nvContentPartPr>
              <p14:xfrm>
                <a:off x="9002805" y="749729"/>
                <a:ext cx="299520" cy="119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13AD0F6-8301-0CED-3008-7B6F5126884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996685" y="743609"/>
                  <a:ext cx="311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26CC2F3-5702-A07E-2CF9-89F4D5FA20B2}"/>
                    </a:ext>
                  </a:extLst>
                </p14:cNvPr>
                <p14:cNvContentPartPr/>
                <p14:nvPr/>
              </p14:nvContentPartPr>
              <p14:xfrm>
                <a:off x="9251565" y="660089"/>
                <a:ext cx="1609200" cy="2057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26CC2F3-5702-A07E-2CF9-89F4D5FA20B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245445" y="653969"/>
                  <a:ext cx="1621440" cy="20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131B3CD-F4CA-EF3F-0353-CBBA88398E75}"/>
                    </a:ext>
                  </a:extLst>
                </p14:cNvPr>
                <p14:cNvContentPartPr/>
                <p14:nvPr/>
              </p14:nvContentPartPr>
              <p14:xfrm>
                <a:off x="10677525" y="2560889"/>
                <a:ext cx="284040" cy="158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131B3CD-F4CA-EF3F-0353-CBBA88398E7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671405" y="2554769"/>
                  <a:ext cx="2962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125D720-9E80-8459-D11E-B1DE08509623}"/>
                    </a:ext>
                  </a:extLst>
                </p14:cNvPr>
                <p14:cNvContentPartPr/>
                <p14:nvPr/>
              </p14:nvContentPartPr>
              <p14:xfrm>
                <a:off x="791565" y="3736649"/>
                <a:ext cx="322560" cy="30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125D720-9E80-8459-D11E-B1DE0850962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85445" y="3730529"/>
                  <a:ext cx="334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EAD4AC8-4A07-2C2A-46B2-75BBF7EA8B7D}"/>
                    </a:ext>
                  </a:extLst>
                </p14:cNvPr>
                <p14:cNvContentPartPr/>
                <p14:nvPr/>
              </p14:nvContentPartPr>
              <p14:xfrm>
                <a:off x="781485" y="3856169"/>
                <a:ext cx="276120" cy="418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EAD4AC8-4A07-2C2A-46B2-75BBF7EA8B7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5365" y="3850049"/>
                  <a:ext cx="2883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B4A475D-62D1-BB17-7389-B770C137B802}"/>
                    </a:ext>
                  </a:extLst>
                </p14:cNvPr>
                <p14:cNvContentPartPr/>
                <p14:nvPr/>
              </p14:nvContentPartPr>
              <p14:xfrm>
                <a:off x="1135365" y="4016009"/>
                <a:ext cx="193320" cy="219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B4A475D-62D1-BB17-7389-B770C137B80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29245" y="4009889"/>
                  <a:ext cx="205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B3C6432-0950-F72D-0CF8-487DEDE3E904}"/>
                    </a:ext>
                  </a:extLst>
                </p14:cNvPr>
                <p14:cNvContentPartPr/>
                <p14:nvPr/>
              </p14:nvContentPartPr>
              <p14:xfrm>
                <a:off x="912885" y="3971009"/>
                <a:ext cx="238680" cy="22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B3C6432-0950-F72D-0CF8-487DEDE3E90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06765" y="3964889"/>
                  <a:ext cx="250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3D8E43-C396-B96A-7545-34CDB67B21AF}"/>
                    </a:ext>
                  </a:extLst>
                </p14:cNvPr>
                <p14:cNvContentPartPr/>
                <p14:nvPr/>
              </p14:nvContentPartPr>
              <p14:xfrm>
                <a:off x="1342005" y="4085849"/>
                <a:ext cx="122040" cy="1137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3D8E43-C396-B96A-7545-34CDB67B21A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335885" y="4079729"/>
                  <a:ext cx="134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6AD6048-1B41-D233-C862-A22F6C6F5DFC}"/>
                    </a:ext>
                  </a:extLst>
                </p14:cNvPr>
                <p14:cNvContentPartPr/>
                <p14:nvPr/>
              </p14:nvContentPartPr>
              <p14:xfrm>
                <a:off x="1299165" y="4001969"/>
                <a:ext cx="123840" cy="205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6AD6048-1B41-D233-C862-A22F6C6F5DF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293045" y="3995849"/>
                  <a:ext cx="136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13FCACF-0ED5-AFF0-3A47-4973DC8FC722}"/>
                    </a:ext>
                  </a:extLst>
                </p14:cNvPr>
                <p14:cNvContentPartPr/>
                <p14:nvPr/>
              </p14:nvContentPartPr>
              <p14:xfrm>
                <a:off x="1475205" y="4030049"/>
                <a:ext cx="50400" cy="112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13FCACF-0ED5-AFF0-3A47-4973DC8FC72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469085" y="4023929"/>
                  <a:ext cx="62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60660D8-48E3-430E-E5AE-AF19A20D107E}"/>
                    </a:ext>
                  </a:extLst>
                </p14:cNvPr>
                <p14:cNvContentPartPr/>
                <p14:nvPr/>
              </p14:nvContentPartPr>
              <p14:xfrm>
                <a:off x="1572405" y="4046969"/>
                <a:ext cx="116640" cy="165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60660D8-48E3-430E-E5AE-AF19A20D107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66285" y="4040849"/>
                  <a:ext cx="128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D34767-9BD9-58C7-E4F2-2630222E61C0}"/>
                    </a:ext>
                  </a:extLst>
                </p14:cNvPr>
                <p14:cNvContentPartPr/>
                <p14:nvPr/>
              </p14:nvContentPartPr>
              <p14:xfrm>
                <a:off x="1807845" y="3956969"/>
                <a:ext cx="108000" cy="22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D34767-9BD9-58C7-E4F2-2630222E61C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801725" y="3950849"/>
                  <a:ext cx="120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030D91B-A1F2-41DE-108D-A7E93D354AF8}"/>
                    </a:ext>
                  </a:extLst>
                </p14:cNvPr>
                <p14:cNvContentPartPr/>
                <p14:nvPr/>
              </p14:nvContentPartPr>
              <p14:xfrm>
                <a:off x="1842045" y="4069289"/>
                <a:ext cx="142200" cy="6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030D91B-A1F2-41DE-108D-A7E93D354AF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835925" y="4063169"/>
                  <a:ext cx="1544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F0A221F-6A2E-A744-A979-A8BEA16E8717}"/>
                    </a:ext>
                  </a:extLst>
                </p14:cNvPr>
                <p14:cNvContentPartPr/>
                <p14:nvPr/>
              </p14:nvContentPartPr>
              <p14:xfrm>
                <a:off x="5074125" y="4669409"/>
                <a:ext cx="334080" cy="218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F0A221F-6A2E-A744-A979-A8BEA16E871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068005" y="4663289"/>
                  <a:ext cx="346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2D97B37-D9EB-454E-93E0-68A598B8F2E2}"/>
                    </a:ext>
                  </a:extLst>
                </p14:cNvPr>
                <p14:cNvContentPartPr/>
                <p14:nvPr/>
              </p14:nvContentPartPr>
              <p14:xfrm>
                <a:off x="5190765" y="4498049"/>
                <a:ext cx="222120" cy="412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2D97B37-D9EB-454E-93E0-68A598B8F2E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184645" y="4491929"/>
                  <a:ext cx="2343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94619D1-8741-7DF8-B1F1-5835EBC50384}"/>
                    </a:ext>
                  </a:extLst>
                </p14:cNvPr>
                <p14:cNvContentPartPr/>
                <p14:nvPr/>
              </p14:nvContentPartPr>
              <p14:xfrm>
                <a:off x="5434845" y="4680209"/>
                <a:ext cx="179280" cy="330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94619D1-8741-7DF8-B1F1-5835EBC5038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428725" y="4674089"/>
                  <a:ext cx="1915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4F94AB1-50C5-A6F5-43E5-18E486287154}"/>
                    </a:ext>
                  </a:extLst>
                </p14:cNvPr>
                <p14:cNvContentPartPr/>
                <p14:nvPr/>
              </p14:nvContentPartPr>
              <p14:xfrm>
                <a:off x="2270805" y="3657089"/>
                <a:ext cx="218160" cy="735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4F94AB1-50C5-A6F5-43E5-18E48628715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264685" y="3650969"/>
                  <a:ext cx="2304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0F8BB95-A340-100D-29FC-6913F5B8FBBE}"/>
                    </a:ext>
                  </a:extLst>
                </p14:cNvPr>
                <p14:cNvContentPartPr/>
                <p14:nvPr/>
              </p14:nvContentPartPr>
              <p14:xfrm>
                <a:off x="2587245" y="4254689"/>
                <a:ext cx="155880" cy="194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0F8BB95-A340-100D-29FC-6913F5B8FBB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581125" y="4248569"/>
                  <a:ext cx="168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51809E6-1C81-0439-7200-7BFA05C62147}"/>
                    </a:ext>
                  </a:extLst>
                </p14:cNvPr>
                <p14:cNvContentPartPr/>
                <p14:nvPr/>
              </p14:nvContentPartPr>
              <p14:xfrm>
                <a:off x="2883525" y="4092329"/>
                <a:ext cx="13680" cy="21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51809E6-1C81-0439-7200-7BFA05C6214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877405" y="4086209"/>
                  <a:ext cx="25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B0BB5A1-5F60-4D49-EBE1-334F84219189}"/>
                    </a:ext>
                  </a:extLst>
                </p14:cNvPr>
                <p14:cNvContentPartPr/>
                <p14:nvPr/>
              </p14:nvContentPartPr>
              <p14:xfrm>
                <a:off x="2606685" y="4064969"/>
                <a:ext cx="209520" cy="457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B0BB5A1-5F60-4D49-EBE1-334F8421918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600565" y="4058849"/>
                  <a:ext cx="2217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531BDB4-4612-4620-AC34-4705D7A0976C}"/>
                    </a:ext>
                  </a:extLst>
                </p14:cNvPr>
                <p14:cNvContentPartPr/>
                <p14:nvPr/>
              </p14:nvContentPartPr>
              <p14:xfrm>
                <a:off x="2891805" y="4071809"/>
                <a:ext cx="162360" cy="158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531BDB4-4612-4620-AC34-4705D7A0976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885685" y="4065689"/>
                  <a:ext cx="174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6B78E9A-AB9F-CCEC-627F-7BEB0403DB50}"/>
                    </a:ext>
                  </a:extLst>
                </p14:cNvPr>
                <p14:cNvContentPartPr/>
                <p14:nvPr/>
              </p14:nvContentPartPr>
              <p14:xfrm>
                <a:off x="3027525" y="4080809"/>
                <a:ext cx="187920" cy="162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6B78E9A-AB9F-CCEC-627F-7BEB0403DB5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021405" y="4074689"/>
                  <a:ext cx="200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7788B66-9A9D-EA4F-69D7-A7831F27E71E}"/>
                    </a:ext>
                  </a:extLst>
                </p14:cNvPr>
                <p14:cNvContentPartPr/>
                <p14:nvPr/>
              </p14:nvContentPartPr>
              <p14:xfrm>
                <a:off x="3206085" y="3743849"/>
                <a:ext cx="184680" cy="545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7788B66-9A9D-EA4F-69D7-A7831F27E71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199965" y="3737729"/>
                  <a:ext cx="19692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763ACA0-8126-C980-CF00-CC1864C46E6B}"/>
                    </a:ext>
                  </a:extLst>
                </p14:cNvPr>
                <p14:cNvContentPartPr/>
                <p14:nvPr/>
              </p14:nvContentPartPr>
              <p14:xfrm>
                <a:off x="3637005" y="3965249"/>
                <a:ext cx="181080" cy="230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763ACA0-8126-C980-CF00-CC1864C46E6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630885" y="3959129"/>
                  <a:ext cx="193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526F874-12EF-4EEB-076F-3F2E35DF3FCC}"/>
                    </a:ext>
                  </a:extLst>
                </p14:cNvPr>
                <p14:cNvContentPartPr/>
                <p14:nvPr/>
              </p14:nvContentPartPr>
              <p14:xfrm>
                <a:off x="3870645" y="3653849"/>
                <a:ext cx="318240" cy="683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526F874-12EF-4EEB-076F-3F2E35DF3FC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864525" y="3647729"/>
                  <a:ext cx="33048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84E6E93-4E3B-85E6-D45E-FDA531B86AB0}"/>
                    </a:ext>
                  </a:extLst>
                </p14:cNvPr>
                <p14:cNvContentPartPr/>
                <p14:nvPr/>
              </p14:nvContentPartPr>
              <p14:xfrm>
                <a:off x="4262685" y="3976769"/>
                <a:ext cx="108000" cy="351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84E6E93-4E3B-85E6-D45E-FDA531B86AB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256565" y="3970649"/>
                  <a:ext cx="120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7CA959C-F165-7F2F-792B-DC64C00E0C08}"/>
                    </a:ext>
                  </a:extLst>
                </p14:cNvPr>
                <p14:cNvContentPartPr/>
                <p14:nvPr/>
              </p14:nvContentPartPr>
              <p14:xfrm>
                <a:off x="4193205" y="4105289"/>
                <a:ext cx="224280" cy="23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7CA959C-F165-7F2F-792B-DC64C00E0C0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187085" y="4099169"/>
                  <a:ext cx="236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645F790-18BE-412F-07FA-13479D6EFFF1}"/>
                    </a:ext>
                  </a:extLst>
                </p14:cNvPr>
                <p14:cNvContentPartPr/>
                <p14:nvPr/>
              </p14:nvContentPartPr>
              <p14:xfrm>
                <a:off x="4467165" y="4030049"/>
                <a:ext cx="102240" cy="259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645F790-18BE-412F-07FA-13479D6EFFF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461045" y="4023929"/>
                  <a:ext cx="114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F094A5A-BE66-496C-A07E-20D430F73F29}"/>
                    </a:ext>
                  </a:extLst>
                </p14:cNvPr>
                <p14:cNvContentPartPr/>
                <p14:nvPr/>
              </p14:nvContentPartPr>
              <p14:xfrm>
                <a:off x="4612245" y="4018529"/>
                <a:ext cx="336960" cy="225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F094A5A-BE66-496C-A07E-20D430F73F2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606125" y="4012409"/>
                  <a:ext cx="349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397F981-0CD7-2775-8BB4-B4AE7A0F2C01}"/>
                    </a:ext>
                  </a:extLst>
                </p14:cNvPr>
                <p14:cNvContentPartPr/>
                <p14:nvPr/>
              </p14:nvContentPartPr>
              <p14:xfrm>
                <a:off x="2677605" y="5147849"/>
                <a:ext cx="328680" cy="394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397F981-0CD7-2775-8BB4-B4AE7A0F2C0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671485" y="5141729"/>
                  <a:ext cx="3409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C60C7CB-E907-7C20-2D58-C81C34E4CC25}"/>
                    </a:ext>
                  </a:extLst>
                </p14:cNvPr>
                <p14:cNvContentPartPr/>
                <p14:nvPr/>
              </p14:nvContentPartPr>
              <p14:xfrm>
                <a:off x="3140565" y="4988729"/>
                <a:ext cx="209520" cy="25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C60C7CB-E907-7C20-2D58-C81C34E4CC2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134445" y="4982609"/>
                  <a:ext cx="221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9AFBA65-62CF-7008-223E-59D0B53C9B7C}"/>
                    </a:ext>
                  </a:extLst>
                </p14:cNvPr>
                <p14:cNvContentPartPr/>
                <p14:nvPr/>
              </p14:nvContentPartPr>
              <p14:xfrm>
                <a:off x="3126165" y="5084129"/>
                <a:ext cx="190800" cy="422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9AFBA65-62CF-7008-223E-59D0B53C9B7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120045" y="5078009"/>
                  <a:ext cx="20304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BB8FFF3-CADF-21AA-1EF4-07BB1F483434}"/>
                    </a:ext>
                  </a:extLst>
                </p14:cNvPr>
                <p14:cNvContentPartPr/>
                <p14:nvPr/>
              </p14:nvContentPartPr>
              <p14:xfrm>
                <a:off x="3112485" y="5311649"/>
                <a:ext cx="213480" cy="19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BB8FFF3-CADF-21AA-1EF4-07BB1F48343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106365" y="5305529"/>
                  <a:ext cx="225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073702C-ECB5-D09C-E8DF-B981E898F05E}"/>
                    </a:ext>
                  </a:extLst>
                </p14:cNvPr>
                <p14:cNvContentPartPr/>
                <p14:nvPr/>
              </p14:nvContentPartPr>
              <p14:xfrm>
                <a:off x="3346485" y="5199689"/>
                <a:ext cx="267120" cy="2188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073702C-ECB5-D09C-E8DF-B981E898F05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340365" y="5193569"/>
                  <a:ext cx="279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6CFB681-A777-CD2E-18C6-0A2728A4B6C6}"/>
                    </a:ext>
                  </a:extLst>
                </p14:cNvPr>
                <p14:cNvContentPartPr/>
                <p14:nvPr/>
              </p14:nvContentPartPr>
              <p14:xfrm>
                <a:off x="3621165" y="5229929"/>
                <a:ext cx="95760" cy="1641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6CFB681-A777-CD2E-18C6-0A2728A4B6C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615045" y="5223809"/>
                  <a:ext cx="108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982A990-89BC-616D-857D-AB868F433C69}"/>
                    </a:ext>
                  </a:extLst>
                </p14:cNvPr>
                <p14:cNvContentPartPr/>
                <p14:nvPr/>
              </p14:nvContentPartPr>
              <p14:xfrm>
                <a:off x="3764085" y="5190689"/>
                <a:ext cx="141840" cy="178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982A990-89BC-616D-857D-AB868F433C6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757965" y="5184569"/>
                  <a:ext cx="154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3C74F42-276B-FC18-66C3-31547822BD6B}"/>
                    </a:ext>
                  </a:extLst>
                </p14:cNvPr>
                <p14:cNvContentPartPr/>
                <p14:nvPr/>
              </p14:nvContentPartPr>
              <p14:xfrm>
                <a:off x="2671845" y="5535569"/>
                <a:ext cx="1233720" cy="244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3C74F42-276B-FC18-66C3-31547822BD6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665725" y="5529449"/>
                  <a:ext cx="1245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37A9A8E-5BBA-1686-193E-F2EE9E288B22}"/>
                    </a:ext>
                  </a:extLst>
                </p14:cNvPr>
                <p14:cNvContentPartPr/>
                <p14:nvPr/>
              </p14:nvContentPartPr>
              <p14:xfrm>
                <a:off x="2899005" y="5604689"/>
                <a:ext cx="247320" cy="3621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37A9A8E-5BBA-1686-193E-F2EE9E288B2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892885" y="5598569"/>
                  <a:ext cx="2595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AAA0C92-0C8D-CD6F-E60B-586D189E4328}"/>
                    </a:ext>
                  </a:extLst>
                </p14:cNvPr>
                <p14:cNvContentPartPr/>
                <p14:nvPr/>
              </p14:nvContentPartPr>
              <p14:xfrm>
                <a:off x="3394365" y="5748689"/>
                <a:ext cx="240480" cy="2815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AAA0C92-0C8D-CD6F-E60B-586D189E432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388245" y="5742569"/>
                  <a:ext cx="2527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6FAB427-BEFA-19FC-6546-45C503B9C70B}"/>
                    </a:ext>
                  </a:extLst>
                </p14:cNvPr>
                <p14:cNvContentPartPr/>
                <p14:nvPr/>
              </p14:nvContentPartPr>
              <p14:xfrm>
                <a:off x="3397245" y="5590649"/>
                <a:ext cx="266040" cy="522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6FAB427-BEFA-19FC-6546-45C503B9C70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391125" y="5584529"/>
                  <a:ext cx="278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7B33DF2-56C1-A5B4-997A-12FDBC8DD387}"/>
                    </a:ext>
                  </a:extLst>
                </p14:cNvPr>
                <p14:cNvContentPartPr/>
                <p14:nvPr/>
              </p14:nvContentPartPr>
              <p14:xfrm>
                <a:off x="4123005" y="5512889"/>
                <a:ext cx="360" cy="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7B33DF2-56C1-A5B4-997A-12FDBC8DD38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16885" y="550676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DB43C2A-302D-6CAE-8738-0EBEE611A586}"/>
                    </a:ext>
                  </a:extLst>
                </p14:cNvPr>
                <p14:cNvContentPartPr/>
                <p14:nvPr/>
              </p14:nvContentPartPr>
              <p14:xfrm>
                <a:off x="4346205" y="5353409"/>
                <a:ext cx="189720" cy="361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DB43C2A-302D-6CAE-8738-0EBEE611A58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340085" y="5347289"/>
                  <a:ext cx="2019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76FFA36-BF0E-164B-D730-439CD33E2F88}"/>
                    </a:ext>
                  </a:extLst>
                </p14:cNvPr>
                <p14:cNvContentPartPr/>
                <p14:nvPr/>
              </p14:nvContentPartPr>
              <p14:xfrm>
                <a:off x="4592085" y="5283209"/>
                <a:ext cx="303480" cy="4496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76FFA36-BF0E-164B-D730-439CD33E2F8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585965" y="5277089"/>
                  <a:ext cx="3157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A448AB4-BB43-C0B6-678A-01ABF814D314}"/>
                    </a:ext>
                  </a:extLst>
                </p14:cNvPr>
                <p14:cNvContentPartPr/>
                <p14:nvPr/>
              </p14:nvContentPartPr>
              <p14:xfrm>
                <a:off x="2200245" y="5465369"/>
                <a:ext cx="388440" cy="428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A448AB4-BB43-C0B6-678A-01ABF814D31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194125" y="5459249"/>
                  <a:ext cx="400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4F7C7A0-7695-D1AC-9F8B-404283CF2497}"/>
                    </a:ext>
                  </a:extLst>
                </p14:cNvPr>
                <p14:cNvContentPartPr/>
                <p14:nvPr/>
              </p14:nvContentPartPr>
              <p14:xfrm>
                <a:off x="1342365" y="5215889"/>
                <a:ext cx="262800" cy="415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4F7C7A0-7695-D1AC-9F8B-404283CF249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36245" y="5209769"/>
                  <a:ext cx="2750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B572F0C-4C4B-771E-1791-9F41598E10F1}"/>
                    </a:ext>
                  </a:extLst>
                </p14:cNvPr>
                <p14:cNvContentPartPr/>
                <p14:nvPr/>
              </p14:nvContentPartPr>
              <p14:xfrm>
                <a:off x="1280085" y="5040569"/>
                <a:ext cx="431640" cy="694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B572F0C-4C4B-771E-1791-9F41598E10F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273965" y="5034449"/>
                  <a:ext cx="443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FF132CE-EA0C-F189-368F-94CB53968110}"/>
                    </a:ext>
                  </a:extLst>
                </p14:cNvPr>
                <p14:cNvContentPartPr/>
                <p14:nvPr/>
              </p14:nvContentPartPr>
              <p14:xfrm>
                <a:off x="1051485" y="5288609"/>
                <a:ext cx="208080" cy="71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FF132CE-EA0C-F189-368F-94CB5396811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45365" y="5282489"/>
                  <a:ext cx="220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C262A44-FD7B-37C2-D99A-B0E9D4ADA494}"/>
                    </a:ext>
                  </a:extLst>
                </p14:cNvPr>
                <p14:cNvContentPartPr/>
                <p14:nvPr/>
              </p14:nvContentPartPr>
              <p14:xfrm>
                <a:off x="1040325" y="5432249"/>
                <a:ext cx="279720" cy="33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C262A44-FD7B-37C2-D99A-B0E9D4ADA49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34205" y="5426129"/>
                  <a:ext cx="291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5F10D3C-1020-6A67-12C7-10E622208559}"/>
                    </a:ext>
                  </a:extLst>
                </p14:cNvPr>
                <p14:cNvContentPartPr/>
                <p14:nvPr/>
              </p14:nvContentPartPr>
              <p14:xfrm>
                <a:off x="359925" y="5117609"/>
                <a:ext cx="497160" cy="568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5F10D3C-1020-6A67-12C7-10E62220855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53805" y="5111489"/>
                  <a:ext cx="50940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CAB541F-E9B6-54FB-F030-07B5EA3393D8}"/>
                    </a:ext>
                  </a:extLst>
                </p14:cNvPr>
                <p14:cNvContentPartPr/>
                <p14:nvPr/>
              </p14:nvContentPartPr>
              <p14:xfrm>
                <a:off x="466485" y="4888289"/>
                <a:ext cx="376200" cy="1119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CAB541F-E9B6-54FB-F030-07B5EA3393D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0365" y="4882169"/>
                  <a:ext cx="388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654361D-1850-BA15-A515-6519AD4AC093}"/>
                    </a:ext>
                  </a:extLst>
                </p14:cNvPr>
                <p14:cNvContentPartPr/>
                <p14:nvPr/>
              </p14:nvContentPartPr>
              <p14:xfrm>
                <a:off x="1000725" y="4728089"/>
                <a:ext cx="29520" cy="2253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654361D-1850-BA15-A515-6519AD4AC09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94605" y="4721969"/>
                  <a:ext cx="417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E9CF2EA-A01F-0E86-A628-A3E41CB19BFB}"/>
                    </a:ext>
                  </a:extLst>
                </p14:cNvPr>
                <p14:cNvContentPartPr/>
                <p14:nvPr/>
              </p14:nvContentPartPr>
              <p14:xfrm>
                <a:off x="11636925" y="2577809"/>
                <a:ext cx="533520" cy="37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E9CF2EA-A01F-0E86-A628-A3E41CB19BF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630805" y="2571689"/>
                  <a:ext cx="545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2E9791F-A370-F17C-E2B9-8DEB43E2BE80}"/>
                    </a:ext>
                  </a:extLst>
                </p14:cNvPr>
                <p14:cNvContentPartPr/>
                <p14:nvPr/>
              </p14:nvContentPartPr>
              <p14:xfrm>
                <a:off x="11554485" y="4160729"/>
                <a:ext cx="544680" cy="98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2E9791F-A370-F17C-E2B9-8DEB43E2BE8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548365" y="4154609"/>
                  <a:ext cx="556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E3592AC-2B44-B89D-1326-C9E2879D9B20}"/>
                    </a:ext>
                  </a:extLst>
                </p14:cNvPr>
                <p14:cNvContentPartPr/>
                <p14:nvPr/>
              </p14:nvContentPartPr>
              <p14:xfrm>
                <a:off x="11626845" y="2443889"/>
                <a:ext cx="569160" cy="1811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E3592AC-2B44-B89D-1326-C9E2879D9B2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620725" y="2437769"/>
                  <a:ext cx="581400" cy="18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0F4E9EB-DC22-4208-00FC-267A1419B28B}"/>
                    </a:ext>
                  </a:extLst>
                </p14:cNvPr>
                <p14:cNvContentPartPr/>
                <p14:nvPr/>
              </p14:nvContentPartPr>
              <p14:xfrm>
                <a:off x="10930605" y="2419769"/>
                <a:ext cx="322560" cy="560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0F4E9EB-DC22-4208-00FC-267A1419B28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24485" y="2413649"/>
                  <a:ext cx="33480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A31E1A6-6E2F-9C7B-BA22-8B3537DF4C54}"/>
                    </a:ext>
                  </a:extLst>
                </p14:cNvPr>
                <p14:cNvContentPartPr/>
                <p14:nvPr/>
              </p14:nvContentPartPr>
              <p14:xfrm>
                <a:off x="10843845" y="3956609"/>
                <a:ext cx="489960" cy="7030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A31E1A6-6E2F-9C7B-BA22-8B3537DF4C5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837725" y="3950489"/>
                  <a:ext cx="502200" cy="71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60C1A4DC-3136-7B0A-AC38-918C003FE963}"/>
                  </a:ext>
                </a:extLst>
              </p14:cNvPr>
              <p14:cNvContentPartPr/>
              <p14:nvPr/>
            </p14:nvContentPartPr>
            <p14:xfrm>
              <a:off x="11320125" y="3167489"/>
              <a:ext cx="772920" cy="24120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60C1A4DC-3136-7B0A-AC38-918C003FE963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1314005" y="3161369"/>
                <a:ext cx="7851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E3DECD3B-075E-FB04-7CDA-A43EB79F3CAA}"/>
                  </a:ext>
                </a:extLst>
              </p14:cNvPr>
              <p14:cNvContentPartPr/>
              <p14:nvPr/>
            </p14:nvContentPartPr>
            <p14:xfrm>
              <a:off x="1889925" y="818849"/>
              <a:ext cx="3673080" cy="29340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E3DECD3B-075E-FB04-7CDA-A43EB79F3CAA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883805" y="812729"/>
                <a:ext cx="3685320" cy="3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19BAE42E-23D5-5CDF-9490-1B8F9173C445}"/>
              </a:ext>
            </a:extLst>
          </p:cNvPr>
          <p:cNvGrpSpPr/>
          <p:nvPr/>
        </p:nvGrpSpPr>
        <p:grpSpPr>
          <a:xfrm>
            <a:off x="7088685" y="164009"/>
            <a:ext cx="823680" cy="766800"/>
            <a:chOff x="7088685" y="164009"/>
            <a:chExt cx="823680" cy="76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38C5ECB-EA68-AA9B-908B-BB320053BA89}"/>
                    </a:ext>
                  </a:extLst>
                </p14:cNvPr>
                <p14:cNvContentPartPr/>
                <p14:nvPr/>
              </p14:nvContentPartPr>
              <p14:xfrm>
                <a:off x="7088685" y="323489"/>
                <a:ext cx="312120" cy="45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38C5ECB-EA68-AA9B-908B-BB320053BA8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082565" y="317369"/>
                  <a:ext cx="324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0A208A6-915E-D7BB-3FA4-F40D0941E32B}"/>
                    </a:ext>
                  </a:extLst>
                </p14:cNvPr>
                <p14:cNvContentPartPr/>
                <p14:nvPr/>
              </p14:nvContentPartPr>
              <p14:xfrm>
                <a:off x="7261485" y="256529"/>
                <a:ext cx="31680" cy="219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0A208A6-915E-D7BB-3FA4-F40D0941E32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55365" y="250409"/>
                  <a:ext cx="43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AB06A08-746B-90E3-60D7-F38740BDA8A4}"/>
                    </a:ext>
                  </a:extLst>
                </p14:cNvPr>
                <p14:cNvContentPartPr/>
                <p14:nvPr/>
              </p14:nvContentPartPr>
              <p14:xfrm>
                <a:off x="7588725" y="164009"/>
                <a:ext cx="240120" cy="4104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AB06A08-746B-90E3-60D7-F38740BDA8A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582605" y="157889"/>
                  <a:ext cx="2523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85CD588-1705-1E0F-C8AD-B778DDF92F7E}"/>
                    </a:ext>
                  </a:extLst>
                </p14:cNvPr>
                <p14:cNvContentPartPr/>
                <p14:nvPr/>
              </p14:nvContentPartPr>
              <p14:xfrm>
                <a:off x="7492605" y="789329"/>
                <a:ext cx="168120" cy="6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85CD588-1705-1E0F-C8AD-B778DDF92F7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486485" y="783209"/>
                  <a:ext cx="180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65C0256-07A6-A4A8-AB82-97BE0BE0FB39}"/>
                    </a:ext>
                  </a:extLst>
                </p14:cNvPr>
                <p14:cNvContentPartPr/>
                <p14:nvPr/>
              </p14:nvContentPartPr>
              <p14:xfrm>
                <a:off x="7606005" y="716249"/>
                <a:ext cx="31680" cy="2145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65C0256-07A6-A4A8-AB82-97BE0BE0FB3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599885" y="710129"/>
                  <a:ext cx="43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D620974-88A4-48BF-31C7-997601288550}"/>
                    </a:ext>
                  </a:extLst>
                </p14:cNvPr>
                <p14:cNvContentPartPr/>
                <p14:nvPr/>
              </p14:nvContentPartPr>
              <p14:xfrm>
                <a:off x="7781325" y="617969"/>
                <a:ext cx="131040" cy="2815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D620974-88A4-48BF-31C7-99760128855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775205" y="611849"/>
                  <a:ext cx="14328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709592CF-7E6D-AC25-91DD-BBE4C48984D5}"/>
              </a:ext>
            </a:extLst>
          </p:cNvPr>
          <p:cNvGrpSpPr/>
          <p:nvPr/>
        </p:nvGrpSpPr>
        <p:grpSpPr>
          <a:xfrm>
            <a:off x="7515645" y="1759169"/>
            <a:ext cx="355320" cy="430560"/>
            <a:chOff x="7515645" y="1759169"/>
            <a:chExt cx="35532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EC7B85D-32D9-B9F7-1B71-D1218DD0A8E1}"/>
                    </a:ext>
                  </a:extLst>
                </p14:cNvPr>
                <p14:cNvContentPartPr/>
                <p14:nvPr/>
              </p14:nvContentPartPr>
              <p14:xfrm>
                <a:off x="7515645" y="1943489"/>
                <a:ext cx="181800" cy="374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EC7B85D-32D9-B9F7-1B71-D1218DD0A8E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509525" y="1937369"/>
                  <a:ext cx="194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C8D41D9-0C89-E3FF-8E3C-3CBF48059E0C}"/>
                    </a:ext>
                  </a:extLst>
                </p14:cNvPr>
                <p14:cNvContentPartPr/>
                <p14:nvPr/>
              </p14:nvContentPartPr>
              <p14:xfrm>
                <a:off x="7628325" y="1809569"/>
                <a:ext cx="19440" cy="380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C8D41D9-0C89-E3FF-8E3C-3CBF48059E0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622205" y="1803449"/>
                  <a:ext cx="316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4E1D7E8-C5F2-49C8-2A56-E721F41857A0}"/>
                    </a:ext>
                  </a:extLst>
                </p14:cNvPr>
                <p14:cNvContentPartPr/>
                <p14:nvPr/>
              </p14:nvContentPartPr>
              <p14:xfrm>
                <a:off x="7743165" y="1759169"/>
                <a:ext cx="127800" cy="337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4E1D7E8-C5F2-49C8-2A56-E721F41857A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37045" y="1753049"/>
                  <a:ext cx="140040" cy="34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5882AE28-E74B-6FE5-D138-B549DE49DC3B}"/>
                  </a:ext>
                </a:extLst>
              </p14:cNvPr>
              <p14:cNvContentPartPr/>
              <p14:nvPr/>
            </p14:nvContentPartPr>
            <p14:xfrm>
              <a:off x="10568085" y="287129"/>
              <a:ext cx="714960" cy="73980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5882AE28-E74B-6FE5-D138-B549DE49DC3B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0561965" y="281009"/>
                <a:ext cx="72720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8BAC8A36-1775-64C8-6169-EB52604C0D1A}"/>
                  </a:ext>
                </a:extLst>
              </p14:cNvPr>
              <p14:cNvContentPartPr/>
              <p14:nvPr/>
            </p14:nvContentPartPr>
            <p14:xfrm>
              <a:off x="3490485" y="3050489"/>
              <a:ext cx="573840" cy="867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8BAC8A36-1775-64C8-6169-EB52604C0D1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484365" y="3044369"/>
                <a:ext cx="58608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Group 285">
            <a:extLst>
              <a:ext uri="{FF2B5EF4-FFF2-40B4-BE49-F238E27FC236}">
                <a16:creationId xmlns:a16="http://schemas.microsoft.com/office/drawing/2014/main" id="{256E85AF-05D6-B2A4-DDC4-F8507200FFF3}"/>
              </a:ext>
            </a:extLst>
          </p:cNvPr>
          <p:cNvGrpSpPr/>
          <p:nvPr/>
        </p:nvGrpSpPr>
        <p:grpSpPr>
          <a:xfrm>
            <a:off x="3425685" y="2325809"/>
            <a:ext cx="809640" cy="1083240"/>
            <a:chOff x="3425685" y="2325809"/>
            <a:chExt cx="809640" cy="10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C041D13-4FEC-95AF-2BA8-D097C135DFCF}"/>
                    </a:ext>
                  </a:extLst>
                </p14:cNvPr>
                <p14:cNvContentPartPr/>
                <p14:nvPr/>
              </p14:nvContentPartPr>
              <p14:xfrm>
                <a:off x="3688845" y="3095849"/>
                <a:ext cx="293400" cy="2372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C041D13-4FEC-95AF-2BA8-D097C135DFC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682725" y="3089729"/>
                  <a:ext cx="3056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485285D-EC54-2B51-BCAD-07A296872923}"/>
                    </a:ext>
                  </a:extLst>
                </p14:cNvPr>
                <p14:cNvContentPartPr/>
                <p14:nvPr/>
              </p14:nvContentPartPr>
              <p14:xfrm>
                <a:off x="3425685" y="2325809"/>
                <a:ext cx="725040" cy="1083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485285D-EC54-2B51-BCAD-07A29687292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19565" y="2319689"/>
                  <a:ext cx="737280" cy="10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D16C100-DF06-5D32-9CE0-85407C5B9B72}"/>
                    </a:ext>
                  </a:extLst>
                </p14:cNvPr>
                <p14:cNvContentPartPr/>
                <p14:nvPr/>
              </p14:nvContentPartPr>
              <p14:xfrm>
                <a:off x="3512805" y="2397809"/>
                <a:ext cx="392400" cy="163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D16C100-DF06-5D32-9CE0-85407C5B9B7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06685" y="2391689"/>
                  <a:ext cx="404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72B927E-8ACD-4D3D-8187-0317C702C341}"/>
                    </a:ext>
                  </a:extLst>
                </p14:cNvPr>
                <p14:cNvContentPartPr/>
                <p14:nvPr/>
              </p14:nvContentPartPr>
              <p14:xfrm>
                <a:off x="3521805" y="2433449"/>
                <a:ext cx="455040" cy="234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72B927E-8ACD-4D3D-8187-0317C702C34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515685" y="2427329"/>
                  <a:ext cx="467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6BA9D42-50A0-D26A-4A57-55ABE52749EE}"/>
                    </a:ext>
                  </a:extLst>
                </p14:cNvPr>
                <p14:cNvContentPartPr/>
                <p14:nvPr/>
              </p14:nvContentPartPr>
              <p14:xfrm>
                <a:off x="3476085" y="2509409"/>
                <a:ext cx="570960" cy="2732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6BA9D42-50A0-D26A-4A57-55ABE52749E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469965" y="2503289"/>
                  <a:ext cx="583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9C0965A-FB6E-9CF9-5B5A-156822CDC8E3}"/>
                    </a:ext>
                  </a:extLst>
                </p14:cNvPr>
                <p14:cNvContentPartPr/>
                <p14:nvPr/>
              </p14:nvContentPartPr>
              <p14:xfrm>
                <a:off x="3484725" y="2620289"/>
                <a:ext cx="560880" cy="2300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9C0965A-FB6E-9CF9-5B5A-156822CDC8E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478605" y="2614169"/>
                  <a:ext cx="573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5279A1F-A641-03B5-3DEC-19FC54AB9BBF}"/>
                    </a:ext>
                  </a:extLst>
                </p14:cNvPr>
                <p14:cNvContentPartPr/>
                <p14:nvPr/>
              </p14:nvContentPartPr>
              <p14:xfrm>
                <a:off x="3571845" y="2747729"/>
                <a:ext cx="471600" cy="228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5279A1F-A641-03B5-3DEC-19FC54AB9BB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565725" y="2741609"/>
                  <a:ext cx="483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697F898-22E6-18A3-91B8-4136F596E522}"/>
                    </a:ext>
                  </a:extLst>
                </p14:cNvPr>
                <p14:cNvContentPartPr/>
                <p14:nvPr/>
              </p14:nvContentPartPr>
              <p14:xfrm>
                <a:off x="3569685" y="2776889"/>
                <a:ext cx="665640" cy="3114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697F898-22E6-18A3-91B8-4136F596E52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563565" y="2770769"/>
                  <a:ext cx="677880" cy="32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423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722A-296C-6F0C-1EC8-14BB7B5A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604;p6">
            <a:extLst>
              <a:ext uri="{FF2B5EF4-FFF2-40B4-BE49-F238E27FC236}">
                <a16:creationId xmlns:a16="http://schemas.microsoft.com/office/drawing/2014/main" id="{D142D9BD-C4C2-C6F9-585D-097354C0526D}"/>
              </a:ext>
            </a:extLst>
          </p:cNvPr>
          <p:cNvSpPr txBox="1"/>
          <p:nvPr/>
        </p:nvSpPr>
        <p:spPr>
          <a:xfrm>
            <a:off x="135924" y="4033861"/>
            <a:ext cx="4645277" cy="224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298450" marR="5080" lvl="0" indent="-28575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activation function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sz="2800" i="1" baseline="-250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ij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weight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bias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DNN has millions of weights and biases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05;p6">
            <a:extLst>
              <a:ext uri="{FF2B5EF4-FFF2-40B4-BE49-F238E27FC236}">
                <a16:creationId xmlns:a16="http://schemas.microsoft.com/office/drawing/2014/main" id="{E4850EBE-DF7B-911A-885E-3CAADCB11A5F}"/>
              </a:ext>
            </a:extLst>
          </p:cNvPr>
          <p:cNvSpPr txBox="1"/>
          <p:nvPr/>
        </p:nvSpPr>
        <p:spPr>
          <a:xfrm>
            <a:off x="577442" y="1434798"/>
            <a:ext cx="3925088" cy="4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marR="5080" lvl="0" indent="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each neuron H: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E9D1FBF-4CB0-5EC8-394D-4C91FAF3463C}"/>
              </a:ext>
            </a:extLst>
          </p:cNvPr>
          <p:cNvGrpSpPr/>
          <p:nvPr/>
        </p:nvGrpSpPr>
        <p:grpSpPr>
          <a:xfrm>
            <a:off x="4781202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ECDABD26-561A-BB5F-CA37-0D196E2432FD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D58AC4E0-C093-070A-720C-E8FBEABE7D5A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43EB4EBF-4902-F54C-AFDE-65E8EC739AAF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E8087349-F3B8-7B42-7505-BA170BA89E0C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EA0CBC9B-A1EF-42FA-7E4C-A75FF76D0EA4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46FC39EC-3BAE-1119-75F5-08053BF9E6AC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3C22B427-06CB-B2B2-A385-D681E39AC8A7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14E9F034-A203-B2DE-F1CA-3E3B07C5AC6F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F0B783DC-1559-37EE-C117-FE9F83F4930A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EAE92FB9-94A0-3FA7-DE22-C9756B567C7C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6D8C937C-8426-6E37-EE9C-CE5E0DC1C529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85D4AFD0-CC40-BB62-7069-69E9D172FBB1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A675ABF4-6DF7-6BB7-54C4-E6059E63D6F1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C7B00C0E-318B-3A29-CD27-44848B195073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82C7F777-F5C0-A4C5-9A03-D78644C04403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F35DACC0-E2CB-5FEE-1648-12C24E08D26D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838BCDCD-5B4B-4F66-8CE3-B6EFEFC3F76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36E272A2-883D-9AE5-1384-6A1F046A1315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4D062F09-9EC2-12C9-23AF-AFFF46D963AE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419F5AA4-2EF9-52CB-2807-D7B574E6752F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99815C45-F60A-5BD3-0DC2-208D08B993F5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A078D84D-E3CD-61EF-4333-5A54A8076463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50E4E557-8E73-E6CB-A1B8-55BF9A9573E0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DD93135D-692C-F743-052D-58D60278FD80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4D453EDA-EF1D-2D20-0F74-B12996825A98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CA1A8EA7-E04A-F63A-F0FD-FCCF7810BF2E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BA6D1F2E-30C6-E12D-9087-FEBEE12251B9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0B3A36AD-0772-6A02-87CC-D985AC5B5303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441796AE-B3AA-F740-CCE5-301BFFD46758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85D9C5DF-0713-1CBE-66E4-102AB98C4DC8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E232881A-D49A-9A8E-89F8-5152983E7268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821803F2-A0B3-2F54-079C-077F38CD3FC0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1927BE96-57DC-3C3E-FF74-99368AEE8B30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06971676-89C7-0760-D69D-9840B044C311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D042EEDE-5B23-79BD-E4B1-046CEAF2DA1A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BBA74D29-D96B-33E5-DA1D-B5939D64AC68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2F1B0D82-8FC3-5C9F-71C4-CCB07BC63332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DDDB9592-9D06-ECE6-CC9B-2D4E617F7172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BC9EECA6-246C-A114-2692-E7057C235A7C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962A28A7-312A-6DE8-07D2-21EEC4CAA65F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89C05A7B-9AD3-C0BF-4247-E256C92F82EE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EBFED4B7-A38C-D115-0957-9EE47B9F6BB5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83EC2EB8-E821-6C1B-FEA1-B5ABEA2D829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B381364D-D9F6-55EF-29F5-15247AC84265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0191A48D-B84E-A0C7-133E-0CFEED18E446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CFAFF301-EBDB-F3CB-FB22-13A5CB2CC0CC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FE79B094-6ED8-0C7A-5983-951DCB5B85E3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22F7B036-3EFF-638C-5E9F-8093766ECB42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68FF66D8-5865-C286-822E-A22FED0CDFBD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45C5AF8E-5C76-360E-797C-56055B33D3D4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02DC56C0-8C31-8CBC-736E-5070A0B2D9F9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2B43BD03-62F6-D78C-1DBD-FABE0FF721FA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25EC2697-C7E4-F8F8-E067-A4075CCE50D9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D7B6E5A0-3146-8E42-9807-0327E6B6659D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0CBEF50B-260B-0082-3E5E-DF592BE80B30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D3C142EF-9EAC-2279-BBA4-77A22BE52805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29216E1C-E382-7CA3-D943-77226FE7FDF3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28614DC8-4ECC-4E24-0C2C-67CC6545853E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871A8A25-9EC0-FA3C-888E-AA6758F092BC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2485DA86-89CD-EF94-DEFC-D205C3E69731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1025E231-BAA5-D804-DEA0-E929BBBB1904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90E64731-141F-E7BB-BFCB-B05A8FE04B48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24B034BD-6216-FD73-5BA4-D8684BFE0477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750A897A-FA02-19FA-DE2E-CB9B59D5A012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67A40D5D-C54D-FD6B-3EA3-DAF957B7334B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F309801B-F229-4C7F-F86E-1EB6B4BED58F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781AC9F-481D-A15D-340C-050CEB5F0611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CDA33CCB-B9BB-17E0-DC32-75DB21D66C06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65B46B86-7C5D-4E53-6A2E-B31E18AC3AC0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59AB293E-1000-5AF2-36DD-BB087E8B0BB8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F1DD78EE-0A85-0639-D7B0-DA5E0D9B5147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9240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i="1" dirty="0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11882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E544FFF-FCF9-55C7-AA01-7EDD468C05E2}"/>
                  </a:ext>
                </a:extLst>
              </p14:cNvPr>
              <p14:cNvContentPartPr/>
              <p14:nvPr/>
            </p14:nvContentPartPr>
            <p14:xfrm>
              <a:off x="2512005" y="2911529"/>
              <a:ext cx="319320" cy="702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E544FFF-FCF9-55C7-AA01-7EDD468C05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5885" y="2905409"/>
                <a:ext cx="3315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EEBE548-90F6-0FA1-7E26-1753E09FE260}"/>
                  </a:ext>
                </a:extLst>
              </p14:cNvPr>
              <p14:cNvContentPartPr/>
              <p14:nvPr/>
            </p14:nvContentPartPr>
            <p14:xfrm>
              <a:off x="3769845" y="2943209"/>
              <a:ext cx="230760" cy="47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EEBE548-90F6-0FA1-7E26-1753E09FE2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63725" y="2937089"/>
                <a:ext cx="2430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AD7B656-EC42-4438-42EE-A746F089AA98}"/>
                  </a:ext>
                </a:extLst>
              </p14:cNvPr>
              <p14:cNvContentPartPr/>
              <p14:nvPr/>
            </p14:nvContentPartPr>
            <p14:xfrm>
              <a:off x="6857565" y="506729"/>
              <a:ext cx="694080" cy="694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AD7B656-EC42-4438-42EE-A746F089AA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51445" y="500609"/>
                <a:ext cx="706320" cy="70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ECF175C-0D5F-3A81-238F-1BCD94D0503D}"/>
                  </a:ext>
                </a:extLst>
              </p14:cNvPr>
              <p14:cNvContentPartPr/>
              <p14:nvPr/>
            </p14:nvContentPartPr>
            <p14:xfrm>
              <a:off x="8890125" y="565049"/>
              <a:ext cx="534600" cy="579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ECF175C-0D5F-3A81-238F-1BCD94D050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84005" y="558929"/>
                <a:ext cx="54684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3F423FC-1475-F3CE-08B8-4736C6A8DD32}"/>
                  </a:ext>
                </a:extLst>
              </p14:cNvPr>
              <p14:cNvContentPartPr/>
              <p14:nvPr/>
            </p14:nvContentPartPr>
            <p14:xfrm>
              <a:off x="876525" y="5782169"/>
              <a:ext cx="520200" cy="64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3F423FC-1475-F3CE-08B8-4736C6A8DD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0405" y="5776049"/>
                <a:ext cx="5324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44B0C57-26E1-A9DC-7C69-DF518E3B760E}"/>
                  </a:ext>
                </a:extLst>
              </p14:cNvPr>
              <p14:cNvContentPartPr/>
              <p14:nvPr/>
            </p14:nvContentPartPr>
            <p14:xfrm>
              <a:off x="11685165" y="2613809"/>
              <a:ext cx="345240" cy="2948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44B0C57-26E1-A9DC-7C69-DF518E3B760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679045" y="2607689"/>
                <a:ext cx="35748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B1927CC-5768-A5FF-F722-C2E917938D72}"/>
                  </a:ext>
                </a:extLst>
              </p14:cNvPr>
              <p14:cNvContentPartPr/>
              <p14:nvPr/>
            </p14:nvContentPartPr>
            <p14:xfrm>
              <a:off x="11692365" y="4181249"/>
              <a:ext cx="207720" cy="296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B1927CC-5768-A5FF-F722-C2E917938D7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686245" y="4175129"/>
                <a:ext cx="2199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7345A78-4DD9-2EBE-8887-26646B6F9A33}"/>
                  </a:ext>
                </a:extLst>
              </p14:cNvPr>
              <p14:cNvContentPartPr/>
              <p14:nvPr/>
            </p14:nvContentPartPr>
            <p14:xfrm>
              <a:off x="10073445" y="4946609"/>
              <a:ext cx="301320" cy="3283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7345A78-4DD9-2EBE-8887-26646B6F9A3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067325" y="4940489"/>
                <a:ext cx="313560" cy="34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14BB34F-AB9F-D879-2EB1-4B7F4964CC36}"/>
              </a:ext>
            </a:extLst>
          </p:cNvPr>
          <p:cNvGrpSpPr/>
          <p:nvPr/>
        </p:nvGrpSpPr>
        <p:grpSpPr>
          <a:xfrm>
            <a:off x="9643965" y="248609"/>
            <a:ext cx="484200" cy="425880"/>
            <a:chOff x="9643965" y="248609"/>
            <a:chExt cx="48420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4FE3F4A-299D-E8C8-64D9-CE52152FFAC5}"/>
                    </a:ext>
                  </a:extLst>
                </p14:cNvPr>
                <p14:cNvContentPartPr/>
                <p14:nvPr/>
              </p14:nvContentPartPr>
              <p14:xfrm>
                <a:off x="9643965" y="477929"/>
                <a:ext cx="214560" cy="81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4FE3F4A-299D-E8C8-64D9-CE52152FFAC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37845" y="471809"/>
                  <a:ext cx="226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6167452-D3CB-C009-7A07-02BD1DB27167}"/>
                    </a:ext>
                  </a:extLst>
                </p14:cNvPr>
                <p14:cNvContentPartPr/>
                <p14:nvPr/>
              </p14:nvContentPartPr>
              <p14:xfrm>
                <a:off x="9743325" y="391169"/>
                <a:ext cx="69480" cy="276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6167452-D3CB-C009-7A07-02BD1DB2716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737205" y="385049"/>
                  <a:ext cx="81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631834C-3FDE-9114-C661-C83A8800D5BA}"/>
                    </a:ext>
                  </a:extLst>
                </p14:cNvPr>
                <p14:cNvContentPartPr/>
                <p14:nvPr/>
              </p14:nvContentPartPr>
              <p14:xfrm>
                <a:off x="9915045" y="248609"/>
                <a:ext cx="213120" cy="425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631834C-3FDE-9114-C661-C83A8800D5B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08925" y="242489"/>
                  <a:ext cx="225360" cy="43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DCFF748-86E8-B586-51DA-7E03307A57FD}"/>
                  </a:ext>
                </a:extLst>
              </p14:cNvPr>
              <p14:cNvContentPartPr/>
              <p14:nvPr/>
            </p14:nvContentPartPr>
            <p14:xfrm>
              <a:off x="1703805" y="4464209"/>
              <a:ext cx="2487960" cy="349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DCFF748-86E8-B586-51DA-7E03307A57F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97685" y="4458089"/>
                <a:ext cx="25002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35249CF-5586-549E-E2D3-38EE4720AB6D}"/>
                  </a:ext>
                </a:extLst>
              </p14:cNvPr>
              <p14:cNvContentPartPr/>
              <p14:nvPr/>
            </p14:nvContentPartPr>
            <p14:xfrm>
              <a:off x="589605" y="5249369"/>
              <a:ext cx="1475280" cy="109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35249CF-5586-549E-E2D3-38EE4720AB6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3485" y="5243249"/>
                <a:ext cx="14875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9B676CE-CF22-2E2A-E091-C206F5A68291}"/>
                  </a:ext>
                </a:extLst>
              </p14:cNvPr>
              <p14:cNvContentPartPr/>
              <p14:nvPr/>
            </p14:nvContentPartPr>
            <p14:xfrm>
              <a:off x="2915925" y="2925929"/>
              <a:ext cx="378000" cy="482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9B676CE-CF22-2E2A-E091-C206F5A6829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909805" y="2919809"/>
                <a:ext cx="3902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D3D60920-81C0-130F-FA21-278B0185E663}"/>
                  </a:ext>
                </a:extLst>
              </p14:cNvPr>
              <p14:cNvContentPartPr/>
              <p14:nvPr/>
            </p14:nvContentPartPr>
            <p14:xfrm>
              <a:off x="2426325" y="5651849"/>
              <a:ext cx="680400" cy="1026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D3D60920-81C0-130F-FA21-278B0185E66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20205" y="5645729"/>
                <a:ext cx="6926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EFA28AE-7882-87C1-93B4-79AF3F014586}"/>
                  </a:ext>
                </a:extLst>
              </p14:cNvPr>
              <p14:cNvContentPartPr/>
              <p14:nvPr/>
            </p14:nvContentPartPr>
            <p14:xfrm>
              <a:off x="3996645" y="5378609"/>
              <a:ext cx="323640" cy="3564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EFA28AE-7882-87C1-93B4-79AF3F01458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990525" y="5372489"/>
                <a:ext cx="33588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C9A42CC-2D7D-53EB-745C-1E5658CA9AED}"/>
                  </a:ext>
                </a:extLst>
              </p14:cNvPr>
              <p14:cNvContentPartPr/>
              <p14:nvPr/>
            </p14:nvContentPartPr>
            <p14:xfrm>
              <a:off x="4060725" y="5165489"/>
              <a:ext cx="307800" cy="75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C9A42CC-2D7D-53EB-745C-1E5658CA9AE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054605" y="5159369"/>
                <a:ext cx="320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A97388D-5C3A-15F9-A8A0-38A2517B0697}"/>
                  </a:ext>
                </a:extLst>
              </p14:cNvPr>
              <p14:cNvContentPartPr/>
              <p14:nvPr/>
            </p14:nvContentPartPr>
            <p14:xfrm>
              <a:off x="6622485" y="5776769"/>
              <a:ext cx="244800" cy="5108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A97388D-5C3A-15F9-A8A0-38A2517B069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616365" y="5770649"/>
                <a:ext cx="25704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58E5477-F731-4D5A-42F8-05F60B53EA19}"/>
                  </a:ext>
                </a:extLst>
              </p14:cNvPr>
              <p14:cNvContentPartPr/>
              <p14:nvPr/>
            </p14:nvContentPartPr>
            <p14:xfrm>
              <a:off x="8510325" y="5776769"/>
              <a:ext cx="298080" cy="4953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58E5477-F731-4D5A-42F8-05F60B53EA1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504205" y="5770649"/>
                <a:ext cx="31032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6361749-27E1-1B3E-107F-1CDD8D74FB82}"/>
                  </a:ext>
                </a:extLst>
              </p14:cNvPr>
              <p14:cNvContentPartPr/>
              <p14:nvPr/>
            </p14:nvContentPartPr>
            <p14:xfrm>
              <a:off x="8513925" y="4531889"/>
              <a:ext cx="274320" cy="4258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6361749-27E1-1B3E-107F-1CDD8D74FB8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507805" y="4525769"/>
                <a:ext cx="28656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AF74BE8-4CA7-333D-8EF1-4E06C17BF458}"/>
                  </a:ext>
                </a:extLst>
              </p14:cNvPr>
              <p14:cNvContentPartPr/>
              <p14:nvPr/>
            </p14:nvContentPartPr>
            <p14:xfrm>
              <a:off x="8518965" y="3173609"/>
              <a:ext cx="326160" cy="495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AF74BE8-4CA7-333D-8EF1-4E06C17BF45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512845" y="3167489"/>
                <a:ext cx="33840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2DC2060-FB60-F3D9-52F8-7DD629512E2B}"/>
                  </a:ext>
                </a:extLst>
              </p14:cNvPr>
              <p14:cNvContentPartPr/>
              <p14:nvPr/>
            </p14:nvContentPartPr>
            <p14:xfrm>
              <a:off x="8535525" y="1861769"/>
              <a:ext cx="357840" cy="4046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2DC2060-FB60-F3D9-52F8-7DD629512E2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29405" y="1855649"/>
                <a:ext cx="3700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B8E0C958-EAAD-5E39-11F2-F5AD5BD6043A}"/>
                  </a:ext>
                </a:extLst>
              </p14:cNvPr>
              <p14:cNvContentPartPr/>
              <p14:nvPr/>
            </p14:nvContentPartPr>
            <p14:xfrm>
              <a:off x="8506005" y="623729"/>
              <a:ext cx="342000" cy="5583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B8E0C958-EAAD-5E39-11F2-F5AD5BD6043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499885" y="617609"/>
                <a:ext cx="35424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CBD2598-500C-37D5-52A8-F3E76C6A8C54}"/>
                  </a:ext>
                </a:extLst>
              </p14:cNvPr>
              <p14:cNvContentPartPr/>
              <p14:nvPr/>
            </p14:nvContentPartPr>
            <p14:xfrm>
              <a:off x="10421925" y="2471249"/>
              <a:ext cx="232920" cy="3718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CBD2598-500C-37D5-52A8-F3E76C6A8C5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415805" y="2465129"/>
                <a:ext cx="2451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B9DB934-2AA0-000A-53BA-E49362402A0B}"/>
                  </a:ext>
                </a:extLst>
              </p14:cNvPr>
              <p14:cNvContentPartPr/>
              <p14:nvPr/>
            </p14:nvContentPartPr>
            <p14:xfrm>
              <a:off x="10421205" y="4049489"/>
              <a:ext cx="270000" cy="468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B9DB934-2AA0-000A-53BA-E49362402A0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415085" y="4043369"/>
                <a:ext cx="28224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45BD1E-C959-49FD-1905-2CD0978C19D3}"/>
                  </a:ext>
                </a:extLst>
              </p14:cNvPr>
              <p14:cNvContentPartPr/>
              <p14:nvPr/>
            </p14:nvContentPartPr>
            <p14:xfrm>
              <a:off x="2711085" y="3671129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45BD1E-C959-49FD-1905-2CD0978C19D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704965" y="366500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D4B5CF2-2C5B-423B-9587-1FDC82580B96}"/>
                  </a:ext>
                </a:extLst>
              </p14:cNvPr>
              <p14:cNvContentPartPr/>
              <p14:nvPr/>
            </p14:nvContentPartPr>
            <p14:xfrm>
              <a:off x="495285" y="4889729"/>
              <a:ext cx="2223720" cy="119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D4B5CF2-2C5B-423B-9587-1FDC82580B9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89165" y="4883609"/>
                <a:ext cx="223596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09E019C-893C-43F6-9EBD-08B1F61B4A5B}"/>
                  </a:ext>
                </a:extLst>
              </p14:cNvPr>
              <p14:cNvContentPartPr/>
              <p14:nvPr/>
            </p14:nvContentPartPr>
            <p14:xfrm>
              <a:off x="6862965" y="545969"/>
              <a:ext cx="564840" cy="549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09E019C-893C-43F6-9EBD-08B1F61B4A5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856845" y="539849"/>
                <a:ext cx="57708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93C6C4E-0181-2EC8-CA0C-014F8356462F}"/>
                  </a:ext>
                </a:extLst>
              </p14:cNvPr>
              <p14:cNvContentPartPr/>
              <p14:nvPr/>
            </p14:nvContentPartPr>
            <p14:xfrm>
              <a:off x="5658765" y="752609"/>
              <a:ext cx="1114920" cy="1501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93C6C4E-0181-2EC8-CA0C-014F8356462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652645" y="746489"/>
                <a:ext cx="1127160" cy="15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93A4115-8140-0C93-42E3-313FE05B3CB0}"/>
                  </a:ext>
                </a:extLst>
              </p14:cNvPr>
              <p14:cNvContentPartPr/>
              <p14:nvPr/>
            </p14:nvContentPartPr>
            <p14:xfrm>
              <a:off x="5743725" y="783569"/>
              <a:ext cx="1044360" cy="2814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93A4115-8140-0C93-42E3-313FE05B3CB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737605" y="777449"/>
                <a:ext cx="1056600" cy="28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835D560-2DBB-440A-BDE8-1F77E13E5A2D}"/>
                  </a:ext>
                </a:extLst>
              </p14:cNvPr>
              <p14:cNvContentPartPr/>
              <p14:nvPr/>
            </p14:nvContentPartPr>
            <p14:xfrm>
              <a:off x="5768565" y="876089"/>
              <a:ext cx="954720" cy="38862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835D560-2DBB-440A-BDE8-1F77E13E5A2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762445" y="869969"/>
                <a:ext cx="966960" cy="38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9038A61-49C7-323A-5709-F2BC8C6F416F}"/>
                  </a:ext>
                </a:extLst>
              </p14:cNvPr>
              <p14:cNvContentPartPr/>
              <p14:nvPr/>
            </p14:nvContentPartPr>
            <p14:xfrm>
              <a:off x="882285" y="347249"/>
              <a:ext cx="337680" cy="383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9038A61-49C7-323A-5709-F2BC8C6F416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76165" y="341129"/>
                <a:ext cx="34992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60DB1DF-3100-1C6A-E861-FA69299150E9}"/>
                  </a:ext>
                </a:extLst>
              </p14:cNvPr>
              <p14:cNvContentPartPr/>
              <p14:nvPr/>
            </p14:nvContentPartPr>
            <p14:xfrm>
              <a:off x="1421925" y="559289"/>
              <a:ext cx="12240" cy="1980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60DB1DF-3100-1C6A-E861-FA69299150E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415805" y="553169"/>
                <a:ext cx="244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69F7139-612D-927C-FB95-BCC0C96A6EDA}"/>
                  </a:ext>
                </a:extLst>
              </p14:cNvPr>
              <p14:cNvContentPartPr/>
              <p14:nvPr/>
            </p14:nvContentPartPr>
            <p14:xfrm>
              <a:off x="1519845" y="637769"/>
              <a:ext cx="18720" cy="1854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69F7139-612D-927C-FB95-BCC0C96A6ED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513725" y="631649"/>
                <a:ext cx="309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DF23761-E149-3D68-7539-310F13FEA299}"/>
                  </a:ext>
                </a:extLst>
              </p14:cNvPr>
              <p14:cNvContentPartPr/>
              <p14:nvPr/>
            </p14:nvContentPartPr>
            <p14:xfrm>
              <a:off x="1669605" y="570449"/>
              <a:ext cx="9360" cy="73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DF23761-E149-3D68-7539-310F13FEA29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663485" y="564329"/>
                <a:ext cx="216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5FDB107-8FCD-290C-952A-696C258E682E}"/>
                  </a:ext>
                </a:extLst>
              </p14:cNvPr>
              <p14:cNvContentPartPr/>
              <p14:nvPr/>
            </p14:nvContentPartPr>
            <p14:xfrm>
              <a:off x="1788765" y="433289"/>
              <a:ext cx="310320" cy="303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5FDB107-8FCD-290C-952A-696C258E682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782645" y="427169"/>
                <a:ext cx="3225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407D9A9-52EB-0C7C-C1D1-E5EA511B0901}"/>
                  </a:ext>
                </a:extLst>
              </p14:cNvPr>
              <p14:cNvContentPartPr/>
              <p14:nvPr/>
            </p14:nvContentPartPr>
            <p14:xfrm>
              <a:off x="1898205" y="379649"/>
              <a:ext cx="195480" cy="393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407D9A9-52EB-0C7C-C1D1-E5EA511B090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92085" y="373529"/>
                <a:ext cx="20772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45B8F29-C714-D80F-E488-0E1164BF10BF}"/>
                  </a:ext>
                </a:extLst>
              </p14:cNvPr>
              <p14:cNvContentPartPr/>
              <p14:nvPr/>
            </p14:nvContentPartPr>
            <p14:xfrm>
              <a:off x="2146605" y="589889"/>
              <a:ext cx="28440" cy="1936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45B8F29-C714-D80F-E488-0E1164BF10B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140485" y="583769"/>
                <a:ext cx="406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6D2825C-723C-57F1-ACDD-DF0ACB063EDD}"/>
                  </a:ext>
                </a:extLst>
              </p14:cNvPr>
              <p14:cNvContentPartPr/>
              <p14:nvPr/>
            </p14:nvContentPartPr>
            <p14:xfrm>
              <a:off x="2313285" y="566129"/>
              <a:ext cx="309960" cy="27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6D2825C-723C-57F1-ACDD-DF0ACB063ED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307165" y="560009"/>
                <a:ext cx="3222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7C861A2-AC69-2247-4DF6-B07E8BEE7610}"/>
                  </a:ext>
                </a:extLst>
              </p14:cNvPr>
              <p14:cNvContentPartPr/>
              <p14:nvPr/>
            </p14:nvContentPartPr>
            <p14:xfrm>
              <a:off x="2517045" y="435809"/>
              <a:ext cx="36360" cy="3358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7C861A2-AC69-2247-4DF6-B07E8BEE761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510925" y="429689"/>
                <a:ext cx="486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8942D91-A893-BC0D-3D04-0486C2C00208}"/>
                  </a:ext>
                </a:extLst>
              </p14:cNvPr>
              <p14:cNvContentPartPr/>
              <p14:nvPr/>
            </p14:nvContentPartPr>
            <p14:xfrm>
              <a:off x="2734125" y="389369"/>
              <a:ext cx="254160" cy="3585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8942D91-A893-BC0D-3D04-0486C2C0020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728005" y="383249"/>
                <a:ext cx="2664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FC03C4D-5C17-BF69-FABA-1F8A2760498F}"/>
                  </a:ext>
                </a:extLst>
              </p14:cNvPr>
              <p14:cNvContentPartPr/>
              <p14:nvPr/>
            </p14:nvContentPartPr>
            <p14:xfrm>
              <a:off x="3007365" y="607169"/>
              <a:ext cx="297720" cy="2005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FC03C4D-5C17-BF69-FABA-1F8A2760498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001245" y="601049"/>
                <a:ext cx="3099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CA18CE2-2A62-DF30-AFF4-31C09E5F3748}"/>
                  </a:ext>
                </a:extLst>
              </p14:cNvPr>
              <p14:cNvContentPartPr/>
              <p14:nvPr/>
            </p14:nvContentPartPr>
            <p14:xfrm>
              <a:off x="3408405" y="609689"/>
              <a:ext cx="8280" cy="24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CA18CE2-2A62-DF30-AFF4-31C09E5F374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402285" y="603569"/>
                <a:ext cx="205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717B11D-1A4B-D1A1-8595-07E62B07E7B5}"/>
                  </a:ext>
                </a:extLst>
              </p14:cNvPr>
              <p14:cNvContentPartPr/>
              <p14:nvPr/>
            </p14:nvContentPartPr>
            <p14:xfrm>
              <a:off x="3530085" y="483329"/>
              <a:ext cx="203040" cy="2696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717B11D-1A4B-D1A1-8595-07E62B07E7B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523965" y="477209"/>
                <a:ext cx="2152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444F627-E634-71C2-292C-4F75FA65580B}"/>
                  </a:ext>
                </a:extLst>
              </p14:cNvPr>
              <p14:cNvContentPartPr/>
              <p14:nvPr/>
            </p14:nvContentPartPr>
            <p14:xfrm>
              <a:off x="3755805" y="637769"/>
              <a:ext cx="214200" cy="158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444F627-E634-71C2-292C-4F75FA65580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749685" y="631649"/>
                <a:ext cx="2264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86CFFB5-20D5-C1EF-A4A2-244A4EB5EAAF}"/>
                  </a:ext>
                </a:extLst>
              </p14:cNvPr>
              <p14:cNvContentPartPr/>
              <p14:nvPr/>
            </p14:nvContentPartPr>
            <p14:xfrm>
              <a:off x="3995925" y="605009"/>
              <a:ext cx="207360" cy="190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86CFFB5-20D5-C1EF-A4A2-244A4EB5EAA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989805" y="598889"/>
                <a:ext cx="2196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F5DB454-BFBF-B28F-5674-22635D942E7F}"/>
                  </a:ext>
                </a:extLst>
              </p14:cNvPr>
              <p14:cNvContentPartPr/>
              <p14:nvPr/>
            </p14:nvContentPartPr>
            <p14:xfrm>
              <a:off x="4123725" y="433289"/>
              <a:ext cx="42120" cy="370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F5DB454-BFBF-B28F-5674-22635D942E7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117605" y="427169"/>
                <a:ext cx="543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377BF8D-F20A-5278-ECA0-7682AF4A12BF}"/>
                  </a:ext>
                </a:extLst>
              </p14:cNvPr>
              <p14:cNvContentPartPr/>
              <p14:nvPr/>
            </p14:nvContentPartPr>
            <p14:xfrm>
              <a:off x="4328565" y="452729"/>
              <a:ext cx="287280" cy="354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377BF8D-F20A-5278-ECA0-7682AF4A12BF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322445" y="446609"/>
                <a:ext cx="2995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ECF7F18-0BD1-F7AB-D17B-69531EFBAF85}"/>
                  </a:ext>
                </a:extLst>
              </p14:cNvPr>
              <p14:cNvContentPartPr/>
              <p14:nvPr/>
            </p14:nvContentPartPr>
            <p14:xfrm>
              <a:off x="4642125" y="637769"/>
              <a:ext cx="48240" cy="2570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ECF7F18-0BD1-F7AB-D17B-69531EFBAF8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636005" y="631649"/>
                <a:ext cx="604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5F2BDF3-F073-A9B6-34E1-27832A12A592}"/>
                  </a:ext>
                </a:extLst>
              </p14:cNvPr>
              <p14:cNvContentPartPr/>
              <p14:nvPr/>
            </p14:nvContentPartPr>
            <p14:xfrm>
              <a:off x="4718445" y="660089"/>
              <a:ext cx="147960" cy="261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5F2BDF3-F073-A9B6-34E1-27832A12A592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712325" y="653969"/>
                <a:ext cx="16020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EEA5B15-6C55-4A27-4C4C-F20863C2EEB6}"/>
                  </a:ext>
                </a:extLst>
              </p14:cNvPr>
              <p14:cNvContentPartPr/>
              <p14:nvPr/>
            </p14:nvContentPartPr>
            <p14:xfrm>
              <a:off x="5011845" y="719129"/>
              <a:ext cx="18720" cy="648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EEA5B15-6C55-4A27-4C4C-F20863C2EEB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005725" y="713009"/>
                <a:ext cx="309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A4774F3-C9B1-2831-7D18-83129D17D10D}"/>
                  </a:ext>
                </a:extLst>
              </p14:cNvPr>
              <p14:cNvContentPartPr/>
              <p14:nvPr/>
            </p14:nvContentPartPr>
            <p14:xfrm>
              <a:off x="5147205" y="603929"/>
              <a:ext cx="181440" cy="2358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A4774F3-C9B1-2831-7D18-83129D17D10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141085" y="597809"/>
                <a:ext cx="1936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E8DD0EE-AFDA-C31C-E6ED-C4E5CD80D937}"/>
                  </a:ext>
                </a:extLst>
              </p14:cNvPr>
              <p14:cNvContentPartPr/>
              <p14:nvPr/>
            </p14:nvContentPartPr>
            <p14:xfrm>
              <a:off x="5235405" y="489089"/>
              <a:ext cx="231480" cy="4546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E8DD0EE-AFDA-C31C-E6ED-C4E5CD80D937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229285" y="482969"/>
                <a:ext cx="24372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436F80F-C0C4-CAC4-2181-0BCB222907AC}"/>
                  </a:ext>
                </a:extLst>
              </p14:cNvPr>
              <p14:cNvContentPartPr/>
              <p14:nvPr/>
            </p14:nvContentPartPr>
            <p14:xfrm>
              <a:off x="5514405" y="654329"/>
              <a:ext cx="273960" cy="367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436F80F-C0C4-CAC4-2181-0BCB222907A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508285" y="648209"/>
                <a:ext cx="2862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BAE72C5-723D-B663-CECE-26EB400F653C}"/>
                  </a:ext>
                </a:extLst>
              </p14:cNvPr>
              <p14:cNvContentPartPr/>
              <p14:nvPr/>
            </p14:nvContentPartPr>
            <p14:xfrm>
              <a:off x="5682165" y="486569"/>
              <a:ext cx="60120" cy="4208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BAE72C5-723D-B663-CECE-26EB400F653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676045" y="480449"/>
                <a:ext cx="7236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F5B227A-970D-2072-2BD7-5D5DB1374C23}"/>
                  </a:ext>
                </a:extLst>
              </p14:cNvPr>
              <p14:cNvContentPartPr/>
              <p14:nvPr/>
            </p14:nvContentPartPr>
            <p14:xfrm>
              <a:off x="5878725" y="304049"/>
              <a:ext cx="214560" cy="5187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F5B227A-970D-2072-2BD7-5D5DB1374C2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872605" y="297929"/>
                <a:ext cx="226800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47890AC-2E09-23DE-F7AE-29DE9206B9AF}"/>
                  </a:ext>
                </a:extLst>
              </p14:cNvPr>
              <p14:cNvContentPartPr/>
              <p14:nvPr/>
            </p14:nvContentPartPr>
            <p14:xfrm>
              <a:off x="6186525" y="424649"/>
              <a:ext cx="88200" cy="3974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47890AC-2E09-23DE-F7AE-29DE9206B9A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180405" y="418529"/>
                <a:ext cx="1004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FA8513B0-637A-E5C4-5E26-1B9ACE36929B}"/>
                  </a:ext>
                </a:extLst>
              </p14:cNvPr>
              <p14:cNvContentPartPr/>
              <p14:nvPr/>
            </p14:nvContentPartPr>
            <p14:xfrm>
              <a:off x="6962685" y="3109529"/>
              <a:ext cx="220320" cy="3582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FA8513B0-637A-E5C4-5E26-1B9ACE36929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956565" y="3103409"/>
                <a:ext cx="2325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8B0B594-A1DA-4E96-E6FF-B79368CE18A7}"/>
                  </a:ext>
                </a:extLst>
              </p14:cNvPr>
              <p14:cNvContentPartPr/>
              <p14:nvPr/>
            </p14:nvContentPartPr>
            <p14:xfrm>
              <a:off x="7154565" y="3365489"/>
              <a:ext cx="19080" cy="1018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8B0B594-A1DA-4E96-E6FF-B79368CE18A7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148445" y="3359369"/>
                <a:ext cx="313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5BAF50D-CEF2-825C-1AFB-FFB0C696DE7A}"/>
                  </a:ext>
                </a:extLst>
              </p14:cNvPr>
              <p14:cNvContentPartPr/>
              <p14:nvPr/>
            </p14:nvContentPartPr>
            <p14:xfrm>
              <a:off x="7216125" y="3186209"/>
              <a:ext cx="229680" cy="3283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5BAF50D-CEF2-825C-1AFB-FFB0C696DE7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210005" y="3180089"/>
                <a:ext cx="24192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717AD1D-4B47-D8A2-5F66-83BB55365FAA}"/>
                  </a:ext>
                </a:extLst>
              </p14:cNvPr>
              <p14:cNvContentPartPr/>
              <p14:nvPr/>
            </p14:nvContentPartPr>
            <p14:xfrm>
              <a:off x="381165" y="982649"/>
              <a:ext cx="229680" cy="238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717AD1D-4B47-D8A2-5F66-83BB55365FA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75045" y="976529"/>
                <a:ext cx="2419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8D2A24E3-CD86-4017-D892-458B080D9133}"/>
                  </a:ext>
                </a:extLst>
              </p14:cNvPr>
              <p14:cNvContentPartPr/>
              <p14:nvPr/>
            </p14:nvContentPartPr>
            <p14:xfrm>
              <a:off x="6487485" y="611849"/>
              <a:ext cx="469800" cy="472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8D2A24E3-CD86-4017-D892-458B080D913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481365" y="605729"/>
                <a:ext cx="4820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7CBCEAA-DB61-27CF-A242-4A1622619555}"/>
                  </a:ext>
                </a:extLst>
              </p14:cNvPr>
              <p14:cNvContentPartPr/>
              <p14:nvPr/>
            </p14:nvContentPartPr>
            <p14:xfrm>
              <a:off x="6608445" y="1885529"/>
              <a:ext cx="273600" cy="3870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7CBCEAA-DB61-27CF-A242-4A162261955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602325" y="1879409"/>
                <a:ext cx="2858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21F5C6E-FD05-7EA2-CB61-8F32AFDE0BCD}"/>
                  </a:ext>
                </a:extLst>
              </p14:cNvPr>
              <p14:cNvContentPartPr/>
              <p14:nvPr/>
            </p14:nvContentPartPr>
            <p14:xfrm>
              <a:off x="6554805" y="3099089"/>
              <a:ext cx="342720" cy="5126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21F5C6E-FD05-7EA2-CB61-8F32AFDE0BC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548685" y="3092969"/>
                <a:ext cx="35496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444B6E4E-4105-E25B-D134-7656B6260CEA}"/>
                  </a:ext>
                </a:extLst>
              </p14:cNvPr>
              <p14:cNvContentPartPr/>
              <p14:nvPr/>
            </p14:nvContentPartPr>
            <p14:xfrm>
              <a:off x="6605205" y="4462049"/>
              <a:ext cx="317160" cy="4057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444B6E4E-4105-E25B-D134-7656B6260CE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599085" y="4455929"/>
                <a:ext cx="32940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25EB60E-8DBE-9A30-2F0E-DA024918F1CB}"/>
                  </a:ext>
                </a:extLst>
              </p14:cNvPr>
              <p14:cNvContentPartPr/>
              <p14:nvPr/>
            </p14:nvContentPartPr>
            <p14:xfrm>
              <a:off x="683925" y="225569"/>
              <a:ext cx="196200" cy="7804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25EB60E-8DBE-9A30-2F0E-DA024918F1C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77805" y="219449"/>
                <a:ext cx="208440" cy="79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6FB6AB9-A37F-1ADB-43B6-0681EDC2D5C1}"/>
                  </a:ext>
                </a:extLst>
              </p14:cNvPr>
              <p14:cNvContentPartPr/>
              <p14:nvPr/>
            </p14:nvContentPartPr>
            <p14:xfrm>
              <a:off x="363885" y="290369"/>
              <a:ext cx="202680" cy="5810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6FB6AB9-A37F-1ADB-43B6-0681EDC2D5C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57765" y="284249"/>
                <a:ext cx="21492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5A805691-6586-7EA5-883F-FE75813AEA22}"/>
                  </a:ext>
                </a:extLst>
              </p14:cNvPr>
              <p14:cNvContentPartPr/>
              <p14:nvPr/>
            </p14:nvContentPartPr>
            <p14:xfrm>
              <a:off x="247605" y="480449"/>
              <a:ext cx="363960" cy="705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5A805691-6586-7EA5-883F-FE75813AEA2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41485" y="474329"/>
                <a:ext cx="3762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FA81A59D-1887-2128-3C10-6007B0DC82BE}"/>
                  </a:ext>
                </a:extLst>
              </p14:cNvPr>
              <p14:cNvContentPartPr/>
              <p14:nvPr/>
            </p14:nvContentPartPr>
            <p14:xfrm>
              <a:off x="425805" y="952409"/>
              <a:ext cx="272520" cy="2577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FA81A59D-1887-2128-3C10-6007B0DC82B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19685" y="946289"/>
                <a:ext cx="2847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9E73CDA-D93D-FBD2-A940-F99F5B863A5D}"/>
                  </a:ext>
                </a:extLst>
              </p14:cNvPr>
              <p14:cNvContentPartPr/>
              <p14:nvPr/>
            </p14:nvContentPartPr>
            <p14:xfrm>
              <a:off x="6757125" y="767369"/>
              <a:ext cx="22320" cy="75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9E73CDA-D93D-FBD2-A940-F99F5B863A5D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751005" y="761249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491B706-2BAC-DA04-D303-85A61468CEA7}"/>
                  </a:ext>
                </a:extLst>
              </p14:cNvPr>
              <p14:cNvContentPartPr/>
              <p14:nvPr/>
            </p14:nvContentPartPr>
            <p14:xfrm>
              <a:off x="8744325" y="781769"/>
              <a:ext cx="87120" cy="385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491B706-2BAC-DA04-D303-85A61468CEA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738205" y="775649"/>
                <a:ext cx="993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7BE90B9-B847-C8E3-7D28-67448A6B9683}"/>
                  </a:ext>
                </a:extLst>
              </p14:cNvPr>
              <p14:cNvContentPartPr/>
              <p14:nvPr/>
            </p14:nvContentPartPr>
            <p14:xfrm>
              <a:off x="8771685" y="2090009"/>
              <a:ext cx="14040" cy="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7BE90B9-B847-C8E3-7D28-67448A6B9683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765565" y="2083889"/>
                <a:ext cx="262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0A0A175F-CB7A-45D5-F29A-70DCA2736F6B}"/>
                  </a:ext>
                </a:extLst>
              </p14:cNvPr>
              <p14:cNvContentPartPr/>
              <p14:nvPr/>
            </p14:nvContentPartPr>
            <p14:xfrm>
              <a:off x="10462965" y="2535689"/>
              <a:ext cx="20520" cy="406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0A0A175F-CB7A-45D5-F29A-70DCA2736F6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456845" y="2529569"/>
                <a:ext cx="327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78A6F708-536A-0146-34AC-00EE75259E67}"/>
                  </a:ext>
                </a:extLst>
              </p14:cNvPr>
              <p14:cNvContentPartPr/>
              <p14:nvPr/>
            </p14:nvContentPartPr>
            <p14:xfrm>
              <a:off x="8845485" y="3427049"/>
              <a:ext cx="14760" cy="187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78A6F708-536A-0146-34AC-00EE75259E67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839365" y="3420929"/>
                <a:ext cx="270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5D1256F-568C-EA61-F478-3814F355BAF4}"/>
                  </a:ext>
                </a:extLst>
              </p14:cNvPr>
              <p14:cNvContentPartPr/>
              <p14:nvPr/>
            </p14:nvContentPartPr>
            <p14:xfrm>
              <a:off x="10617765" y="4383209"/>
              <a:ext cx="360" cy="3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5D1256F-568C-EA61-F478-3814F355BAF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611645" y="43770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E0BEFBA2-FFE9-50DB-6D8F-80B94810B9DC}"/>
                  </a:ext>
                </a:extLst>
              </p14:cNvPr>
              <p14:cNvContentPartPr/>
              <p14:nvPr/>
            </p14:nvContentPartPr>
            <p14:xfrm>
              <a:off x="990645" y="3752129"/>
              <a:ext cx="2077560" cy="1242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E0BEFBA2-FFE9-50DB-6D8F-80B94810B9D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84525" y="3746009"/>
                <a:ext cx="20898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BB5E284-B2DB-73CF-1EEB-1A2C35F225D5}"/>
                  </a:ext>
                </a:extLst>
              </p14:cNvPr>
              <p14:cNvContentPartPr/>
              <p14:nvPr/>
            </p14:nvContentPartPr>
            <p14:xfrm>
              <a:off x="8548845" y="1812089"/>
              <a:ext cx="360000" cy="5101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BB5E284-B2DB-73CF-1EEB-1A2C35F225D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542725" y="1805969"/>
                <a:ext cx="372240" cy="52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B6B49B9-6AC2-C202-7C5D-93EAC1279D5D}"/>
              </a:ext>
            </a:extLst>
          </p:cNvPr>
          <p:cNvGrpSpPr/>
          <p:nvPr/>
        </p:nvGrpSpPr>
        <p:grpSpPr>
          <a:xfrm>
            <a:off x="10665645" y="721649"/>
            <a:ext cx="569520" cy="653400"/>
            <a:chOff x="10665645" y="721649"/>
            <a:chExt cx="569520" cy="65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D8EFEA5-0898-3A78-5D45-BF6165AACF98}"/>
                    </a:ext>
                  </a:extLst>
                </p14:cNvPr>
                <p14:cNvContentPartPr/>
                <p14:nvPr/>
              </p14:nvContentPartPr>
              <p14:xfrm>
                <a:off x="10698045" y="895529"/>
                <a:ext cx="505080" cy="479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D8EFEA5-0898-3A78-5D45-BF6165AACF9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691925" y="889409"/>
                  <a:ext cx="5173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B2C764E-589C-7833-50E1-2B9231DAF4CD}"/>
                    </a:ext>
                  </a:extLst>
                </p14:cNvPr>
                <p14:cNvContentPartPr/>
                <p14:nvPr/>
              </p14:nvContentPartPr>
              <p14:xfrm>
                <a:off x="10665645" y="721649"/>
                <a:ext cx="569520" cy="98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B2C764E-589C-7833-50E1-2B9231DAF4C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59525" y="715529"/>
                  <a:ext cx="58176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9C99585-9970-F1A1-5619-860C7F9789FE}"/>
                  </a:ext>
                </a:extLst>
              </p14:cNvPr>
              <p14:cNvContentPartPr/>
              <p14:nvPr/>
            </p14:nvContentPartPr>
            <p14:xfrm>
              <a:off x="385485" y="3780569"/>
              <a:ext cx="2687760" cy="1846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9C99585-9970-F1A1-5619-860C7F9789F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79365" y="3774449"/>
                <a:ext cx="270000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B4A28D75-C154-D829-BFFF-DFACF4261040}"/>
              </a:ext>
            </a:extLst>
          </p:cNvPr>
          <p:cNvGrpSpPr/>
          <p:nvPr/>
        </p:nvGrpSpPr>
        <p:grpSpPr>
          <a:xfrm>
            <a:off x="783645" y="1867487"/>
            <a:ext cx="3197880" cy="663840"/>
            <a:chOff x="783645" y="1867487"/>
            <a:chExt cx="3197880" cy="66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B9E9C02-97F2-AE37-D61F-610A807F5D4D}"/>
                    </a:ext>
                  </a:extLst>
                </p14:cNvPr>
                <p14:cNvContentPartPr/>
                <p14:nvPr/>
              </p14:nvContentPartPr>
              <p14:xfrm>
                <a:off x="1316805" y="2259527"/>
                <a:ext cx="280800" cy="267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B9E9C02-97F2-AE37-D61F-610A807F5D4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10685" y="2253407"/>
                  <a:ext cx="293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9FDCAA1-6D91-E8A1-8880-AB071E0F478A}"/>
                    </a:ext>
                  </a:extLst>
                </p14:cNvPr>
                <p14:cNvContentPartPr/>
                <p14:nvPr/>
              </p14:nvContentPartPr>
              <p14:xfrm>
                <a:off x="783645" y="1990967"/>
                <a:ext cx="96840" cy="186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9FDCAA1-6D91-E8A1-8880-AB071E0F478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7525" y="1984847"/>
                  <a:ext cx="109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F19FF70-A9CB-66E0-A6A3-A56A8F8FE834}"/>
                    </a:ext>
                  </a:extLst>
                </p14:cNvPr>
                <p14:cNvContentPartPr/>
                <p14:nvPr/>
              </p14:nvContentPartPr>
              <p14:xfrm>
                <a:off x="929445" y="1989167"/>
                <a:ext cx="126720" cy="143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F19FF70-A9CB-66E0-A6A3-A56A8F8FE83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3325" y="1983047"/>
                  <a:ext cx="138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740FE2A-99D6-6B2F-9940-1649B2DF73EB}"/>
                    </a:ext>
                  </a:extLst>
                </p14:cNvPr>
                <p14:cNvContentPartPr/>
                <p14:nvPr/>
              </p14:nvContentPartPr>
              <p14:xfrm>
                <a:off x="1098285" y="1867487"/>
                <a:ext cx="165600" cy="277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740FE2A-99D6-6B2F-9940-1649B2DF73E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92165" y="1861367"/>
                  <a:ext cx="177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28EFB54-8730-7153-FBC4-E60C9C31F794}"/>
                    </a:ext>
                  </a:extLst>
                </p14:cNvPr>
                <p14:cNvContentPartPr/>
                <p14:nvPr/>
              </p14:nvContentPartPr>
              <p14:xfrm>
                <a:off x="1694805" y="1963247"/>
                <a:ext cx="127440" cy="150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28EFB54-8730-7153-FBC4-E60C9C31F79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88685" y="1957127"/>
                  <a:ext cx="139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95EFDFB-FFC8-DAAD-9134-5088257B7297}"/>
                    </a:ext>
                  </a:extLst>
                </p14:cNvPr>
                <p14:cNvContentPartPr/>
                <p14:nvPr/>
              </p14:nvContentPartPr>
              <p14:xfrm>
                <a:off x="1875525" y="1947767"/>
                <a:ext cx="17280" cy="145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95EFDFB-FFC8-DAAD-9134-5088257B729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869405" y="1941647"/>
                  <a:ext cx="295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F867526-F0BF-3A83-F883-EFF7E55F1968}"/>
                    </a:ext>
                  </a:extLst>
                </p14:cNvPr>
                <p14:cNvContentPartPr/>
                <p14:nvPr/>
              </p14:nvContentPartPr>
              <p14:xfrm>
                <a:off x="1864005" y="1976567"/>
                <a:ext cx="168120" cy="289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F867526-F0BF-3A83-F883-EFF7E55F196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857885" y="1970447"/>
                  <a:ext cx="1803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16380BB-BFED-1F60-EA1C-BA0F66598C2C}"/>
                    </a:ext>
                  </a:extLst>
                </p14:cNvPr>
                <p14:cNvContentPartPr/>
                <p14:nvPr/>
              </p14:nvContentPartPr>
              <p14:xfrm>
                <a:off x="2092965" y="1988087"/>
                <a:ext cx="158760" cy="1076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16380BB-BFED-1F60-EA1C-BA0F66598C2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86845" y="1981967"/>
                  <a:ext cx="171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8A96E8A-7331-A14A-54E4-FD245C90A48D}"/>
                    </a:ext>
                  </a:extLst>
                </p14:cNvPr>
                <p14:cNvContentPartPr/>
                <p14:nvPr/>
              </p14:nvContentPartPr>
              <p14:xfrm>
                <a:off x="2333085" y="2004647"/>
                <a:ext cx="46080" cy="68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8A96E8A-7331-A14A-54E4-FD245C90A48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26965" y="1998527"/>
                  <a:ext cx="58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A6C7A14-C2A8-0D23-D9E0-D33644597650}"/>
                    </a:ext>
                  </a:extLst>
                </p14:cNvPr>
                <p14:cNvContentPartPr/>
                <p14:nvPr/>
              </p14:nvContentPartPr>
              <p14:xfrm>
                <a:off x="2393565" y="1935887"/>
                <a:ext cx="108720" cy="190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A6C7A14-C2A8-0D23-D9E0-D3364459765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87445" y="1929767"/>
                  <a:ext cx="120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9FEC057-CF4B-B332-3B8D-4C5B1EC7A40F}"/>
                    </a:ext>
                  </a:extLst>
                </p14:cNvPr>
                <p14:cNvContentPartPr/>
                <p14:nvPr/>
              </p14:nvContentPartPr>
              <p14:xfrm>
                <a:off x="3091245" y="2015447"/>
                <a:ext cx="128880" cy="153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9FEC057-CF4B-B332-3B8D-4C5B1EC7A40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85125" y="2009327"/>
                  <a:ext cx="141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1F39481-5705-0375-C560-098685A143E7}"/>
                    </a:ext>
                  </a:extLst>
                </p14:cNvPr>
                <p14:cNvContentPartPr/>
                <p14:nvPr/>
              </p14:nvContentPartPr>
              <p14:xfrm>
                <a:off x="3276285" y="2052527"/>
                <a:ext cx="6480" cy="1058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1F39481-5705-0375-C560-098685A143E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70165" y="2046407"/>
                  <a:ext cx="18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A57E5BB-B775-14B1-C9E2-7C88450F99E3}"/>
                    </a:ext>
                  </a:extLst>
                </p14:cNvPr>
                <p14:cNvContentPartPr/>
                <p14:nvPr/>
              </p14:nvContentPartPr>
              <p14:xfrm>
                <a:off x="3326685" y="1917887"/>
                <a:ext cx="11880" cy="770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A57E5BB-B775-14B1-C9E2-7C88450F99E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20565" y="1911767"/>
                  <a:ext cx="24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E8A6E83-DC98-D9E6-19E2-D042B951D6FC}"/>
                    </a:ext>
                  </a:extLst>
                </p14:cNvPr>
                <p14:cNvContentPartPr/>
                <p14:nvPr/>
              </p14:nvContentPartPr>
              <p14:xfrm>
                <a:off x="3360165" y="2052167"/>
                <a:ext cx="142200" cy="117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E8A6E83-DC98-D9E6-19E2-D042B951D6F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54045" y="2046047"/>
                  <a:ext cx="154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439AF16-862B-7951-7019-8D35E433AD8D}"/>
                    </a:ext>
                  </a:extLst>
                </p14:cNvPr>
                <p14:cNvContentPartPr/>
                <p14:nvPr/>
              </p14:nvContentPartPr>
              <p14:xfrm>
                <a:off x="3619725" y="1976927"/>
                <a:ext cx="65520" cy="1998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439AF16-862B-7951-7019-8D35E433AD8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13605" y="1970807"/>
                  <a:ext cx="77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3C515E2-1993-328B-067A-AD6BF886CB1C}"/>
                    </a:ext>
                  </a:extLst>
                </p14:cNvPr>
                <p14:cNvContentPartPr/>
                <p14:nvPr/>
              </p14:nvContentPartPr>
              <p14:xfrm>
                <a:off x="3779205" y="2000327"/>
                <a:ext cx="82080" cy="1551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3C515E2-1993-328B-067A-AD6BF886CB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73085" y="1994207"/>
                  <a:ext cx="943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CCDD910-482E-2E8B-079F-791973C6DFDA}"/>
                    </a:ext>
                  </a:extLst>
                </p14:cNvPr>
                <p14:cNvContentPartPr/>
                <p14:nvPr/>
              </p14:nvContentPartPr>
              <p14:xfrm>
                <a:off x="3792525" y="2046047"/>
                <a:ext cx="86760" cy="20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CCDD910-482E-2E8B-079F-791973C6DFD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86405" y="2039927"/>
                  <a:ext cx="99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57EF441-E29A-F866-DC3E-2A7C1B6769FD}"/>
                    </a:ext>
                  </a:extLst>
                </p14:cNvPr>
                <p14:cNvContentPartPr/>
                <p14:nvPr/>
              </p14:nvContentPartPr>
              <p14:xfrm>
                <a:off x="3924645" y="1979447"/>
                <a:ext cx="56880" cy="185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57EF441-E29A-F866-DC3E-2A7C1B6769F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18525" y="1973327"/>
                  <a:ext cx="69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661D217-D2C4-0619-39C6-67839B6D7D11}"/>
                    </a:ext>
                  </a:extLst>
                </p14:cNvPr>
                <p14:cNvContentPartPr/>
                <p14:nvPr/>
              </p14:nvContentPartPr>
              <p14:xfrm>
                <a:off x="2812245" y="2105807"/>
                <a:ext cx="51840" cy="109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661D217-D2C4-0619-39C6-67839B6D7D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06125" y="2099687"/>
                  <a:ext cx="64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D532A6D-176C-9274-83D5-BD6996C86D14}"/>
                    </a:ext>
                  </a:extLst>
                </p14:cNvPr>
                <p14:cNvContentPartPr/>
                <p14:nvPr/>
              </p14:nvContentPartPr>
              <p14:xfrm>
                <a:off x="1475565" y="2091767"/>
                <a:ext cx="73440" cy="165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D532A6D-176C-9274-83D5-BD6996C86D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69445" y="2085647"/>
                  <a:ext cx="85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C970A28-14A9-EA18-9C84-14556D471801}"/>
                    </a:ext>
                  </a:extLst>
                </p14:cNvPr>
                <p14:cNvContentPartPr/>
                <p14:nvPr/>
              </p14:nvContentPartPr>
              <p14:xfrm>
                <a:off x="1611645" y="2223167"/>
                <a:ext cx="354960" cy="308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C970A28-14A9-EA18-9C84-14556D47180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05525" y="2217047"/>
                  <a:ext cx="367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98B274-B423-D242-BB91-34074A175488}"/>
                    </a:ext>
                  </a:extLst>
                </p14:cNvPr>
                <p14:cNvContentPartPr/>
                <p14:nvPr/>
              </p14:nvContentPartPr>
              <p14:xfrm>
                <a:off x="1698045" y="2268887"/>
                <a:ext cx="1738080" cy="226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98B274-B423-D242-BB91-34074A1754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91925" y="2262767"/>
                  <a:ext cx="175032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4AB33F5-0352-8411-7D03-2A5017996E2A}"/>
              </a:ext>
            </a:extLst>
          </p:cNvPr>
          <p:cNvGrpSpPr/>
          <p:nvPr/>
        </p:nvGrpSpPr>
        <p:grpSpPr>
          <a:xfrm>
            <a:off x="189285" y="3143369"/>
            <a:ext cx="3994200" cy="870480"/>
            <a:chOff x="189285" y="3143369"/>
            <a:chExt cx="3994200" cy="87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B8DA928-A344-2140-CB99-42DFC21098A6}"/>
                    </a:ext>
                  </a:extLst>
                </p14:cNvPr>
                <p14:cNvContentPartPr/>
                <p14:nvPr/>
              </p14:nvContentPartPr>
              <p14:xfrm>
                <a:off x="862845" y="3143369"/>
                <a:ext cx="3320640" cy="54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B8DA928-A344-2140-CB99-42DFC21098A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56725" y="3137249"/>
                  <a:ext cx="3332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1DC0D3A-68CA-C836-A0A4-12BFE3FEE190}"/>
                    </a:ext>
                  </a:extLst>
                </p14:cNvPr>
                <p14:cNvContentPartPr/>
                <p14:nvPr/>
              </p14:nvContentPartPr>
              <p14:xfrm>
                <a:off x="1440645" y="3354329"/>
                <a:ext cx="12240" cy="329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1DC0D3A-68CA-C836-A0A4-12BFE3FEE19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34525" y="3348209"/>
                  <a:ext cx="244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997E67D-118D-C899-502E-BCE0C55FB4F8}"/>
                    </a:ext>
                  </a:extLst>
                </p14:cNvPr>
                <p14:cNvContentPartPr/>
                <p14:nvPr/>
              </p14:nvContentPartPr>
              <p14:xfrm>
                <a:off x="1641525" y="3486089"/>
                <a:ext cx="3600" cy="194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997E67D-118D-C899-502E-BCE0C55FB4F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35405" y="3479969"/>
                  <a:ext cx="15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88378CB-5EA9-3D55-8EA0-00E3102AD736}"/>
                    </a:ext>
                  </a:extLst>
                </p14:cNvPr>
                <p14:cNvContentPartPr/>
                <p14:nvPr/>
              </p14:nvContentPartPr>
              <p14:xfrm>
                <a:off x="1636125" y="3401849"/>
                <a:ext cx="5040" cy="61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88378CB-5EA9-3D55-8EA0-00E3102AD73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30005" y="3395729"/>
                  <a:ext cx="17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E4CA8F7-8327-6384-B7BF-5C688AD345CB}"/>
                    </a:ext>
                  </a:extLst>
                </p14:cNvPr>
                <p14:cNvContentPartPr/>
                <p14:nvPr/>
              </p14:nvContentPartPr>
              <p14:xfrm>
                <a:off x="1751685" y="3460889"/>
                <a:ext cx="106560" cy="192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E4CA8F7-8327-6384-B7BF-5C688AD345C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45565" y="3454769"/>
                  <a:ext cx="1188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45AD7FB-A8F3-1B9F-FA51-F5C6EBAD1EF4}"/>
                    </a:ext>
                  </a:extLst>
                </p14:cNvPr>
                <p14:cNvContentPartPr/>
                <p14:nvPr/>
              </p14:nvContentPartPr>
              <p14:xfrm>
                <a:off x="1935285" y="3402929"/>
                <a:ext cx="207000" cy="209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45AD7FB-A8F3-1B9F-FA51-F5C6EBAD1EF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29165" y="3396809"/>
                  <a:ext cx="219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46DC3E0-9328-A3AF-E5E1-32966D378E69}"/>
                    </a:ext>
                  </a:extLst>
                </p14:cNvPr>
                <p14:cNvContentPartPr/>
                <p14:nvPr/>
              </p14:nvContentPartPr>
              <p14:xfrm>
                <a:off x="2185485" y="3462689"/>
                <a:ext cx="119520" cy="169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46DC3E0-9328-A3AF-E5E1-32966D378E6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79365" y="3456569"/>
                  <a:ext cx="131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BF82E91-842D-05E4-BF76-80BDC6C207BD}"/>
                    </a:ext>
                  </a:extLst>
                </p14:cNvPr>
                <p14:cNvContentPartPr/>
                <p14:nvPr/>
              </p14:nvContentPartPr>
              <p14:xfrm>
                <a:off x="2367645" y="3427049"/>
                <a:ext cx="168120" cy="2174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BF82E91-842D-05E4-BF76-80BDC6C207B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61525" y="3420929"/>
                  <a:ext cx="180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3BAEA8C-7AA2-3781-D72B-7819FDCC2D5D}"/>
                    </a:ext>
                  </a:extLst>
                </p14:cNvPr>
                <p14:cNvContentPartPr/>
                <p14:nvPr/>
              </p14:nvContentPartPr>
              <p14:xfrm>
                <a:off x="898845" y="3530729"/>
                <a:ext cx="138600" cy="207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3BAEA8C-7AA2-3781-D72B-7819FDCC2D5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2725" y="3524609"/>
                  <a:ext cx="150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8F6C601-17B9-E7D4-6D6C-B7085B68D4F7}"/>
                    </a:ext>
                  </a:extLst>
                </p14:cNvPr>
                <p14:cNvContentPartPr/>
                <p14:nvPr/>
              </p14:nvContentPartPr>
              <p14:xfrm>
                <a:off x="1112685" y="3522449"/>
                <a:ext cx="97200" cy="183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8F6C601-17B9-E7D4-6D6C-B7085B68D4F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6565" y="3516329"/>
                  <a:ext cx="109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B9CDDD9-05E7-AE4D-3935-1EC4DB8E04A6}"/>
                    </a:ext>
                  </a:extLst>
                </p14:cNvPr>
                <p14:cNvContentPartPr/>
                <p14:nvPr/>
              </p14:nvContentPartPr>
              <p14:xfrm>
                <a:off x="1280085" y="3505889"/>
                <a:ext cx="141840" cy="180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B9CDDD9-05E7-AE4D-3935-1EC4DB8E04A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73965" y="3499769"/>
                  <a:ext cx="154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FFDD94E-3AD0-310F-DEB3-8C1C71155B09}"/>
                    </a:ext>
                  </a:extLst>
                </p14:cNvPr>
                <p14:cNvContentPartPr/>
                <p14:nvPr/>
              </p14:nvContentPartPr>
              <p14:xfrm>
                <a:off x="2596245" y="3483209"/>
                <a:ext cx="11160" cy="130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FFDD94E-3AD0-310F-DEB3-8C1C71155B0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90125" y="3477089"/>
                  <a:ext cx="23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B7C8AE8-291B-9E52-9AC8-1F17A7EAF52F}"/>
                    </a:ext>
                  </a:extLst>
                </p14:cNvPr>
                <p14:cNvContentPartPr/>
                <p14:nvPr/>
              </p14:nvContentPartPr>
              <p14:xfrm>
                <a:off x="2607045" y="3357209"/>
                <a:ext cx="32040" cy="77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B7C8AE8-291B-9E52-9AC8-1F17A7EAF52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00925" y="3351089"/>
                  <a:ext cx="44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134E79C-01D4-E250-5705-608D9C79E276}"/>
                    </a:ext>
                  </a:extLst>
                </p14:cNvPr>
                <p14:cNvContentPartPr/>
                <p14:nvPr/>
              </p14:nvContentPartPr>
              <p14:xfrm>
                <a:off x="2803605" y="3365489"/>
                <a:ext cx="19440" cy="283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134E79C-01D4-E250-5705-608D9C79E2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797485" y="3359369"/>
                  <a:ext cx="316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24475E6-8C3A-44A1-D4B6-DA847CF5489D}"/>
                    </a:ext>
                  </a:extLst>
                </p14:cNvPr>
                <p14:cNvContentPartPr/>
                <p14:nvPr/>
              </p14:nvContentPartPr>
              <p14:xfrm>
                <a:off x="2731245" y="3429929"/>
                <a:ext cx="191160" cy="31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24475E6-8C3A-44A1-D4B6-DA847CF5489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25125" y="3423809"/>
                  <a:ext cx="203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A62C229-7385-81D0-9AAD-A213ECF02A5C}"/>
                    </a:ext>
                  </a:extLst>
                </p14:cNvPr>
                <p14:cNvContentPartPr/>
                <p14:nvPr/>
              </p14:nvContentPartPr>
              <p14:xfrm>
                <a:off x="2759685" y="3408689"/>
                <a:ext cx="349200" cy="605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A62C229-7385-81D0-9AAD-A213ECF02A5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53565" y="3402569"/>
                  <a:ext cx="3614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4DE0A67-5533-F2DB-21D1-1D455D3FAB5C}"/>
                    </a:ext>
                  </a:extLst>
                </p14:cNvPr>
                <p14:cNvContentPartPr/>
                <p14:nvPr/>
              </p14:nvContentPartPr>
              <p14:xfrm>
                <a:off x="189285" y="3569249"/>
                <a:ext cx="127800" cy="149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4DE0A67-5533-F2DB-21D1-1D455D3FAB5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83165" y="3563129"/>
                  <a:ext cx="140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89A4B43-A79A-543F-6C2D-CF2A3AD8F71B}"/>
                    </a:ext>
                  </a:extLst>
                </p14:cNvPr>
                <p14:cNvContentPartPr/>
                <p14:nvPr/>
              </p14:nvContentPartPr>
              <p14:xfrm>
                <a:off x="383685" y="3377009"/>
                <a:ext cx="153720" cy="335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89A4B43-A79A-543F-6C2D-CF2A3AD8F71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7565" y="3370889"/>
                  <a:ext cx="1659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78D2A6-D0DB-7AFC-B0FA-98B38110D055}"/>
                    </a:ext>
                  </a:extLst>
                </p14:cNvPr>
                <p14:cNvContentPartPr/>
                <p14:nvPr/>
              </p14:nvContentPartPr>
              <p14:xfrm>
                <a:off x="579525" y="3306089"/>
                <a:ext cx="149040" cy="443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78D2A6-D0DB-7AFC-B0FA-98B38110D05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73405" y="3299969"/>
                  <a:ext cx="1612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AE6BAAA-C3EF-435F-3751-45E6A18C9936}"/>
                    </a:ext>
                  </a:extLst>
                </p14:cNvPr>
                <p14:cNvContentPartPr/>
                <p14:nvPr/>
              </p14:nvContentPartPr>
              <p14:xfrm>
                <a:off x="1072005" y="3796367"/>
                <a:ext cx="2055600" cy="145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AE6BAAA-C3EF-435F-3751-45E6A18C993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5885" y="3790247"/>
                  <a:ext cx="2067840" cy="15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5105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B25201-A168-4327-B34F-6ACBE43CC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64" y="93497"/>
            <a:ext cx="8867273" cy="66504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BE3032-21FA-FF5A-F809-E3784F2DE816}"/>
                  </a:ext>
                </a:extLst>
              </p14:cNvPr>
              <p14:cNvContentPartPr/>
              <p14:nvPr/>
            </p14:nvContentPartPr>
            <p14:xfrm>
              <a:off x="4337925" y="375689"/>
              <a:ext cx="912960" cy="672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BE3032-21FA-FF5A-F809-E3784F2DE8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1805" y="369569"/>
                <a:ext cx="92520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4D0121-9CE3-2590-116E-A46B3569FBDB}"/>
                  </a:ext>
                </a:extLst>
              </p14:cNvPr>
              <p14:cNvContentPartPr/>
              <p14:nvPr/>
            </p14:nvContentPartPr>
            <p14:xfrm>
              <a:off x="8336805" y="2165609"/>
              <a:ext cx="14400" cy="377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4D0121-9CE3-2590-116E-A46B3569FB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30834" y="2159489"/>
                <a:ext cx="26341" cy="37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A821D8-0B5E-0A38-BB2E-DE32E121E721}"/>
                  </a:ext>
                </a:extLst>
              </p14:cNvPr>
              <p14:cNvContentPartPr/>
              <p14:nvPr/>
            </p14:nvContentPartPr>
            <p14:xfrm>
              <a:off x="6013725" y="2165609"/>
              <a:ext cx="2279160" cy="95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A821D8-0B5E-0A38-BB2E-DE32E121E7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07605" y="2159489"/>
                <a:ext cx="22914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DD03C05F-0F2F-5FF4-489A-12F4096C4E28}"/>
              </a:ext>
            </a:extLst>
          </p:cNvPr>
          <p:cNvGrpSpPr/>
          <p:nvPr/>
        </p:nvGrpSpPr>
        <p:grpSpPr>
          <a:xfrm>
            <a:off x="6112725" y="1683209"/>
            <a:ext cx="503640" cy="275760"/>
            <a:chOff x="6112725" y="1683209"/>
            <a:chExt cx="50364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4D8E26-5D48-55F5-F48A-205E783E0338}"/>
                    </a:ext>
                  </a:extLst>
                </p14:cNvPr>
                <p14:cNvContentPartPr/>
                <p14:nvPr/>
              </p14:nvContentPartPr>
              <p14:xfrm>
                <a:off x="6112725" y="1683209"/>
                <a:ext cx="133200" cy="243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4D8E26-5D48-55F5-F48A-205E783E03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06605" y="1677089"/>
                  <a:ext cx="145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B9578F6-6567-C5D0-CF59-F4329572E9DC}"/>
                    </a:ext>
                  </a:extLst>
                </p14:cNvPr>
                <p14:cNvContentPartPr/>
                <p14:nvPr/>
              </p14:nvContentPartPr>
              <p14:xfrm>
                <a:off x="6326925" y="1694729"/>
                <a:ext cx="243720" cy="26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B9578F6-6567-C5D0-CF59-F4329572E9D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20805" y="1688609"/>
                  <a:ext cx="255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BF40A3-146B-3E00-EB99-8F02F059BB32}"/>
                    </a:ext>
                  </a:extLst>
                </p14:cNvPr>
                <p14:cNvContentPartPr/>
                <p14:nvPr/>
              </p14:nvContentPartPr>
              <p14:xfrm>
                <a:off x="6406125" y="1737209"/>
                <a:ext cx="210240" cy="39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BF40A3-146B-3E00-EB99-8F02F059BB3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00005" y="1731089"/>
                  <a:ext cx="22248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7EF10E2-9925-3611-C9C7-AF9F1A2C70C6}"/>
                  </a:ext>
                </a:extLst>
              </p14:cNvPr>
              <p14:cNvContentPartPr/>
              <p14:nvPr/>
            </p14:nvContentPartPr>
            <p14:xfrm>
              <a:off x="5925885" y="5674889"/>
              <a:ext cx="82800" cy="105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7EF10E2-9925-3611-C9C7-AF9F1A2C70C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19765" y="5668769"/>
                <a:ext cx="9504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E179256-E7FF-042E-A397-3BFEA8705395}"/>
              </a:ext>
            </a:extLst>
          </p:cNvPr>
          <p:cNvGrpSpPr/>
          <p:nvPr/>
        </p:nvGrpSpPr>
        <p:grpSpPr>
          <a:xfrm>
            <a:off x="5917605" y="3634769"/>
            <a:ext cx="1296000" cy="2434680"/>
            <a:chOff x="5917605" y="3634769"/>
            <a:chExt cx="1296000" cy="243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59048C-21D7-4760-C669-A354A02187FB}"/>
                    </a:ext>
                  </a:extLst>
                </p14:cNvPr>
                <p14:cNvContentPartPr/>
                <p14:nvPr/>
              </p14:nvContentPartPr>
              <p14:xfrm>
                <a:off x="7133325" y="3948689"/>
                <a:ext cx="53280" cy="2120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59048C-21D7-4760-C669-A354A02187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27205" y="3942569"/>
                  <a:ext cx="65520" cy="21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16B5CDB-4BB1-84CF-BC58-6D57B52B9D94}"/>
                    </a:ext>
                  </a:extLst>
                </p14:cNvPr>
                <p14:cNvContentPartPr/>
                <p14:nvPr/>
              </p14:nvContentPartPr>
              <p14:xfrm>
                <a:off x="5917605" y="4004849"/>
                <a:ext cx="1296000" cy="10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16B5CDB-4BB1-84CF-BC58-6D57B52B9D9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11485" y="3998729"/>
                  <a:ext cx="1308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05595E-1066-0628-3939-0B256B9821B4}"/>
                    </a:ext>
                  </a:extLst>
                </p14:cNvPr>
                <p14:cNvContentPartPr/>
                <p14:nvPr/>
              </p14:nvContentPartPr>
              <p14:xfrm>
                <a:off x="6101205" y="3634769"/>
                <a:ext cx="145440" cy="20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05595E-1066-0628-3939-0B256B9821B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95085" y="3628649"/>
                  <a:ext cx="157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8E09B3-8603-6AA9-518C-DDA6C2C2850B}"/>
                    </a:ext>
                  </a:extLst>
                </p14:cNvPr>
                <p14:cNvContentPartPr/>
                <p14:nvPr/>
              </p14:nvContentPartPr>
              <p14:xfrm>
                <a:off x="6193725" y="3721529"/>
                <a:ext cx="20880" cy="178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8E09B3-8603-6AA9-518C-DDA6C2C2850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87605" y="3715409"/>
                  <a:ext cx="33120" cy="19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1241C19-0499-0078-AF1B-7DEE772FD7C0}"/>
                  </a:ext>
                </a:extLst>
              </p14:cNvPr>
              <p14:cNvContentPartPr/>
              <p14:nvPr/>
            </p14:nvContentPartPr>
            <p14:xfrm>
              <a:off x="4598205" y="5636369"/>
              <a:ext cx="1468440" cy="179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1241C19-0499-0078-AF1B-7DEE772FD7C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592085" y="5630249"/>
                <a:ext cx="14806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82FD2A9-F1D4-4CF5-E685-27F76CD0EEF0}"/>
                  </a:ext>
                </a:extLst>
              </p14:cNvPr>
              <p14:cNvContentPartPr/>
              <p14:nvPr/>
            </p14:nvContentPartPr>
            <p14:xfrm>
              <a:off x="4548885" y="833969"/>
              <a:ext cx="566640" cy="61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82FD2A9-F1D4-4CF5-E685-27F76CD0EEF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42765" y="827849"/>
                <a:ext cx="578880" cy="7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2971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1811-3B84-9B45-B6D9-2A48A069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FD7DD-E1C1-6B29-7101-A40811C8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59" y="90238"/>
            <a:ext cx="9023682" cy="6767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FCD503-CD6F-833E-86D6-BBCE91D50F78}"/>
                  </a:ext>
                </a:extLst>
              </p14:cNvPr>
              <p14:cNvContentPartPr/>
              <p14:nvPr/>
            </p14:nvContentPartPr>
            <p14:xfrm>
              <a:off x="4672725" y="842567"/>
              <a:ext cx="847800" cy="27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FCD503-CD6F-833E-86D6-BBCE91D50F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6605" y="836447"/>
                <a:ext cx="8600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B1077BB-9C0A-CB52-63F9-BC39A62BD5D7}"/>
              </a:ext>
            </a:extLst>
          </p:cNvPr>
          <p:cNvGrpSpPr/>
          <p:nvPr/>
        </p:nvGrpSpPr>
        <p:grpSpPr>
          <a:xfrm>
            <a:off x="6163845" y="1942727"/>
            <a:ext cx="547200" cy="4152960"/>
            <a:chOff x="6163845" y="1942727"/>
            <a:chExt cx="547200" cy="41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B6BA84-0C67-5D28-4C4C-E970F8F526AD}"/>
                    </a:ext>
                  </a:extLst>
                </p14:cNvPr>
                <p14:cNvContentPartPr/>
                <p14:nvPr/>
              </p14:nvContentPartPr>
              <p14:xfrm>
                <a:off x="6163845" y="1973687"/>
                <a:ext cx="547200" cy="4122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B6BA84-0C67-5D28-4C4C-E970F8F526A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57725" y="1967567"/>
                  <a:ext cx="559440" cy="41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8A775AD-10FF-F7D2-DBA6-6CEDECF713DE}"/>
                    </a:ext>
                  </a:extLst>
                </p14:cNvPr>
                <p14:cNvContentPartPr/>
                <p14:nvPr/>
              </p14:nvContentPartPr>
              <p14:xfrm>
                <a:off x="6233685" y="1942727"/>
                <a:ext cx="54720" cy="36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8A775AD-10FF-F7D2-DBA6-6CEDECF713D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27565" y="1936607"/>
                  <a:ext cx="6696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DFE6A1E-C16B-E123-7849-47A3F1C3A56E}"/>
                  </a:ext>
                </a:extLst>
              </p14:cNvPr>
              <p14:cNvContentPartPr/>
              <p14:nvPr/>
            </p14:nvContentPartPr>
            <p14:xfrm>
              <a:off x="2753565" y="5551367"/>
              <a:ext cx="2535120" cy="85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DFE6A1E-C16B-E123-7849-47A3F1C3A56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47445" y="5545247"/>
                <a:ext cx="2547360" cy="9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63DD13F-7D8E-E34F-60A8-E52C0F77DB8F}"/>
              </a:ext>
            </a:extLst>
          </p:cNvPr>
          <p:cNvGrpSpPr/>
          <p:nvPr/>
        </p:nvGrpSpPr>
        <p:grpSpPr>
          <a:xfrm>
            <a:off x="1276845" y="870647"/>
            <a:ext cx="1532880" cy="5312520"/>
            <a:chOff x="1276845" y="870647"/>
            <a:chExt cx="1532880" cy="53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624188F-55E1-498A-8645-48B68448C649}"/>
                    </a:ext>
                  </a:extLst>
                </p14:cNvPr>
                <p14:cNvContentPartPr/>
                <p14:nvPr/>
              </p14:nvContentPartPr>
              <p14:xfrm>
                <a:off x="2232645" y="870647"/>
                <a:ext cx="498240" cy="54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624188F-55E1-498A-8645-48B68448C6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26525" y="864527"/>
                  <a:ext cx="51048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A30127-E2DF-7B5D-408D-B6074CAC404C}"/>
                    </a:ext>
                  </a:extLst>
                </p14:cNvPr>
                <p14:cNvContentPartPr/>
                <p14:nvPr/>
              </p14:nvContentPartPr>
              <p14:xfrm>
                <a:off x="2278725" y="5606087"/>
                <a:ext cx="531000" cy="577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A30127-E2DF-7B5D-408D-B6074CAC404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72605" y="5599967"/>
                  <a:ext cx="5432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F43595-A280-BCF3-1648-7F6C8C6AC73A}"/>
                    </a:ext>
                  </a:extLst>
                </p14:cNvPr>
                <p14:cNvContentPartPr/>
                <p14:nvPr/>
              </p14:nvContentPartPr>
              <p14:xfrm>
                <a:off x="1276845" y="1254047"/>
                <a:ext cx="932760" cy="4681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F43595-A280-BCF3-1648-7F6C8C6AC7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70725" y="1247927"/>
                  <a:ext cx="945000" cy="469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3956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CAD2-60BD-5D8D-2D58-5E84D67B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7687-15EC-EBE7-334E-1ACA4E8CF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Regression </a:t>
            </a:r>
          </a:p>
          <a:p>
            <a:r>
              <a:rPr lang="en-US" dirty="0"/>
              <a:t>Classification</a:t>
            </a:r>
          </a:p>
          <a:p>
            <a:r>
              <a:rPr lang="en-US" dirty="0">
                <a:latin typeface="Aptos"/>
              </a:rPr>
              <a:t>Feature extraction</a:t>
            </a:r>
          </a:p>
          <a:p>
            <a:r>
              <a:rPr lang="en-US" dirty="0">
                <a:latin typeface="Aptos"/>
              </a:rPr>
              <a:t>Combination 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A27F129-ED3C-7A22-8E41-B528C9583BFE}"/>
                  </a:ext>
                </a:extLst>
              </p14:cNvPr>
              <p14:cNvContentPartPr/>
              <p14:nvPr/>
            </p14:nvContentPartPr>
            <p14:xfrm>
              <a:off x="1460805" y="2202287"/>
              <a:ext cx="1231920" cy="11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A27F129-ED3C-7A22-8E41-B528C9583B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685" y="2196167"/>
                <a:ext cx="12441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7CBB3E4-60E5-63A2-82BE-363D97494A72}"/>
                  </a:ext>
                </a:extLst>
              </p14:cNvPr>
              <p14:cNvContentPartPr/>
              <p14:nvPr/>
            </p14:nvContentPartPr>
            <p14:xfrm>
              <a:off x="1291605" y="2760287"/>
              <a:ext cx="1964160" cy="586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7CBB3E4-60E5-63A2-82BE-363D97494A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5485" y="2754167"/>
                <a:ext cx="19764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24EE4C-F486-C7E4-8276-8E8C1901576E}"/>
                  </a:ext>
                </a:extLst>
              </p14:cNvPr>
              <p14:cNvContentPartPr/>
              <p14:nvPr/>
            </p14:nvContentPartPr>
            <p14:xfrm>
              <a:off x="2751045" y="169360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24EE4C-F486-C7E4-8276-8E8C190157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4925" y="168748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1D2034-4614-BCE7-D32E-047B79CA6981}"/>
                  </a:ext>
                </a:extLst>
              </p14:cNvPr>
              <p14:cNvContentPartPr/>
              <p14:nvPr/>
            </p14:nvContentPartPr>
            <p14:xfrm>
              <a:off x="1071285" y="1315607"/>
              <a:ext cx="2521440" cy="45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1D2034-4614-BCE7-D32E-047B79CA69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5165" y="1309487"/>
                <a:ext cx="25336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5112094-18CC-8599-3A6E-9FB748FA6AC3}"/>
                  </a:ext>
                </a:extLst>
              </p14:cNvPr>
              <p14:cNvContentPartPr/>
              <p14:nvPr/>
            </p14:nvContentPartPr>
            <p14:xfrm>
              <a:off x="9824685" y="2080607"/>
              <a:ext cx="360" cy="18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5112094-18CC-8599-3A6E-9FB748FA6A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18565" y="2074487"/>
                <a:ext cx="126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92394AF-EEE6-468A-FA97-A95731DF4CB0}"/>
                  </a:ext>
                </a:extLst>
              </p14:cNvPr>
              <p14:cNvContentPartPr/>
              <p14:nvPr/>
            </p14:nvContentPartPr>
            <p14:xfrm>
              <a:off x="9048165" y="1661927"/>
              <a:ext cx="664560" cy="4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92394AF-EEE6-468A-FA97-A95731DF4C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42045" y="1655807"/>
                <a:ext cx="6768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3044C8A-31AD-04E4-F863-3D83F78AFA49}"/>
                  </a:ext>
                </a:extLst>
              </p14:cNvPr>
              <p14:cNvContentPartPr/>
              <p14:nvPr/>
            </p14:nvContentPartPr>
            <p14:xfrm>
              <a:off x="4261605" y="2994287"/>
              <a:ext cx="170640" cy="339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3044C8A-31AD-04E4-F863-3D83F78AFA4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55485" y="2988167"/>
                <a:ext cx="1828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80DDAD4-2A86-F67D-D286-D5B79FB71342}"/>
                  </a:ext>
                </a:extLst>
              </p14:cNvPr>
              <p14:cNvContentPartPr/>
              <p14:nvPr/>
            </p14:nvContentPartPr>
            <p14:xfrm>
              <a:off x="5834805" y="1216247"/>
              <a:ext cx="334800" cy="358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80DDAD4-2A86-F67D-D286-D5B79FB7134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28685" y="1210127"/>
                <a:ext cx="3470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FB69D2D-515F-2B3D-ED25-22B557C276A8}"/>
                  </a:ext>
                </a:extLst>
              </p14:cNvPr>
              <p14:cNvContentPartPr/>
              <p14:nvPr/>
            </p14:nvContentPartPr>
            <p14:xfrm>
              <a:off x="5839845" y="2176007"/>
              <a:ext cx="355320" cy="352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FB69D2D-515F-2B3D-ED25-22B557C276A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33725" y="2169887"/>
                <a:ext cx="36756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A4E18A-97CD-76B2-E75E-F0543D74D25C}"/>
                  </a:ext>
                </a:extLst>
              </p14:cNvPr>
              <p14:cNvContentPartPr/>
              <p14:nvPr/>
            </p14:nvContentPartPr>
            <p14:xfrm>
              <a:off x="4177725" y="1138487"/>
              <a:ext cx="221760" cy="319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A4E18A-97CD-76B2-E75E-F0543D74D2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71605" y="1132367"/>
                <a:ext cx="2340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5D70371-ECB4-2223-E722-75274C150455}"/>
                  </a:ext>
                </a:extLst>
              </p14:cNvPr>
              <p14:cNvContentPartPr/>
              <p14:nvPr/>
            </p14:nvContentPartPr>
            <p14:xfrm>
              <a:off x="4220925" y="1861727"/>
              <a:ext cx="213120" cy="311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5D70371-ECB4-2223-E722-75274C1504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14805" y="1855607"/>
                <a:ext cx="2253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20A2871-5039-9EDE-AAEF-561A946E60E4}"/>
                  </a:ext>
                </a:extLst>
              </p14:cNvPr>
              <p14:cNvContentPartPr/>
              <p14:nvPr/>
            </p14:nvContentPartPr>
            <p14:xfrm>
              <a:off x="4247925" y="2369327"/>
              <a:ext cx="218160" cy="307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20A2871-5039-9EDE-AAEF-561A946E60E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41805" y="2363207"/>
                <a:ext cx="2304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8FF01D-FEBB-ED8B-6616-A54D34E25540}"/>
                  </a:ext>
                </a:extLst>
              </p14:cNvPr>
              <p14:cNvContentPartPr/>
              <p14:nvPr/>
            </p14:nvContentPartPr>
            <p14:xfrm>
              <a:off x="4604325" y="1194287"/>
              <a:ext cx="1184400" cy="1374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8FF01D-FEBB-ED8B-6616-A54D34E2554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98205" y="1188167"/>
                <a:ext cx="1196640" cy="13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2F3729-FBCC-8FD6-DE6B-E7584EA0A3C7}"/>
                  </a:ext>
                </a:extLst>
              </p14:cNvPr>
              <p14:cNvContentPartPr/>
              <p14:nvPr/>
            </p14:nvContentPartPr>
            <p14:xfrm>
              <a:off x="4761285" y="1332167"/>
              <a:ext cx="891360" cy="954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2F3729-FBCC-8FD6-DE6B-E7584EA0A3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55165" y="1326047"/>
                <a:ext cx="903600" cy="9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89E1139-184E-13AE-791D-04C507CC79EA}"/>
                  </a:ext>
                </a:extLst>
              </p14:cNvPr>
              <p14:cNvContentPartPr/>
              <p14:nvPr/>
            </p14:nvContentPartPr>
            <p14:xfrm>
              <a:off x="4797285" y="1310567"/>
              <a:ext cx="794880" cy="1168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89E1139-184E-13AE-791D-04C507CC79E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91165" y="1304447"/>
                <a:ext cx="807120" cy="11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38441E-7799-EE85-134B-1E89BAED9BE3}"/>
                  </a:ext>
                </a:extLst>
              </p14:cNvPr>
              <p14:cNvContentPartPr/>
              <p14:nvPr/>
            </p14:nvContentPartPr>
            <p14:xfrm>
              <a:off x="4062165" y="1065407"/>
              <a:ext cx="507600" cy="24980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38441E-7799-EE85-134B-1E89BAED9BE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56045" y="1059287"/>
                <a:ext cx="519840" cy="25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054CBFB-5A98-EC9B-EEC3-DF530D2F9716}"/>
                  </a:ext>
                </a:extLst>
              </p14:cNvPr>
              <p14:cNvContentPartPr/>
              <p14:nvPr/>
            </p14:nvContentPartPr>
            <p14:xfrm>
              <a:off x="5788365" y="1040567"/>
              <a:ext cx="446400" cy="1656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054CBFB-5A98-EC9B-EEC3-DF530D2F971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82245" y="1034447"/>
                <a:ext cx="458640" cy="16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3240586-0CBC-E24E-384D-44FBF29898B2}"/>
                  </a:ext>
                </a:extLst>
              </p14:cNvPr>
              <p14:cNvContentPartPr/>
              <p14:nvPr/>
            </p14:nvContentPartPr>
            <p14:xfrm>
              <a:off x="4255125" y="1304447"/>
              <a:ext cx="20160" cy="2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3240586-0CBC-E24E-384D-44FBF29898B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49005" y="1298327"/>
                <a:ext cx="324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F42459D-BAA9-2DF8-30D0-6D5DDB7EA11F}"/>
                  </a:ext>
                </a:extLst>
              </p14:cNvPr>
              <p14:cNvContentPartPr/>
              <p14:nvPr/>
            </p14:nvContentPartPr>
            <p14:xfrm>
              <a:off x="3849045" y="1273127"/>
              <a:ext cx="401400" cy="138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F42459D-BAA9-2DF8-30D0-6D5DDB7EA11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42925" y="1267007"/>
                <a:ext cx="41364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57FDC1D-1189-5A27-24CE-720811E5BC6B}"/>
                  </a:ext>
                </a:extLst>
              </p14:cNvPr>
              <p14:cNvContentPartPr/>
              <p14:nvPr/>
            </p14:nvContentPartPr>
            <p14:xfrm>
              <a:off x="3817725" y="2012927"/>
              <a:ext cx="514440" cy="83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57FDC1D-1189-5A27-24CE-720811E5BC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11605" y="2006807"/>
                <a:ext cx="5266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06AECBC-5745-974A-6D5D-FA1B19061D8C}"/>
                  </a:ext>
                </a:extLst>
              </p14:cNvPr>
              <p14:cNvContentPartPr/>
              <p14:nvPr/>
            </p14:nvContentPartPr>
            <p14:xfrm>
              <a:off x="3893325" y="2544647"/>
              <a:ext cx="455400" cy="18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06AECBC-5745-974A-6D5D-FA1B19061D8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87205" y="2538527"/>
                <a:ext cx="4676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69428DC-E479-FDBE-1816-35A2D4D5A113}"/>
                  </a:ext>
                </a:extLst>
              </p14:cNvPr>
              <p14:cNvContentPartPr/>
              <p14:nvPr/>
            </p14:nvContentPartPr>
            <p14:xfrm>
              <a:off x="6055485" y="2362127"/>
              <a:ext cx="48240" cy="504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69428DC-E479-FDBE-1816-35A2D4D5A11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49365" y="2356007"/>
                <a:ext cx="604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543B6C8-D859-8298-D354-A76E17040179}"/>
                  </a:ext>
                </a:extLst>
              </p14:cNvPr>
              <p14:cNvContentPartPr/>
              <p14:nvPr/>
            </p14:nvContentPartPr>
            <p14:xfrm>
              <a:off x="6039285" y="2408567"/>
              <a:ext cx="836280" cy="726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543B6C8-D859-8298-D354-A76E170401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33165" y="2402447"/>
                <a:ext cx="848520" cy="73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B24DAD4-5EB1-D307-4982-842E9F150801}"/>
                  </a:ext>
                </a:extLst>
              </p14:cNvPr>
              <p14:cNvContentPartPr/>
              <p14:nvPr/>
            </p14:nvContentPartPr>
            <p14:xfrm>
              <a:off x="9900645" y="2711327"/>
              <a:ext cx="25920" cy="860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B24DAD4-5EB1-D307-4982-842E9F15080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94525" y="2705207"/>
                <a:ext cx="381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747150B-F273-1561-1045-1D5AE819435A}"/>
                  </a:ext>
                </a:extLst>
              </p14:cNvPr>
              <p14:cNvContentPartPr/>
              <p14:nvPr/>
            </p14:nvContentPartPr>
            <p14:xfrm>
              <a:off x="9920085" y="2787287"/>
              <a:ext cx="35280" cy="1522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747150B-F273-1561-1045-1D5AE819435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913965" y="2781167"/>
                <a:ext cx="475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12D2F86-F5F3-7A13-063D-5F18C72C1736}"/>
                  </a:ext>
                </a:extLst>
              </p14:cNvPr>
              <p14:cNvContentPartPr/>
              <p14:nvPr/>
            </p14:nvContentPartPr>
            <p14:xfrm>
              <a:off x="10003245" y="2764967"/>
              <a:ext cx="10440" cy="252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12D2F86-F5F3-7A13-063D-5F18C72C173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97125" y="2758847"/>
                <a:ext cx="226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A0809C5-A4FD-4F1E-25B8-18349E42FEB2}"/>
                  </a:ext>
                </a:extLst>
              </p14:cNvPr>
              <p14:cNvContentPartPr/>
              <p14:nvPr/>
            </p14:nvContentPartPr>
            <p14:xfrm>
              <a:off x="10041765" y="2686127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A0809C5-A4FD-4F1E-25B8-18349E42FE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5645" y="268000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73628C1-EA95-B7DF-4D23-28A305893182}"/>
                  </a:ext>
                </a:extLst>
              </p14:cNvPr>
              <p14:cNvContentPartPr/>
              <p14:nvPr/>
            </p14:nvContentPartPr>
            <p14:xfrm>
              <a:off x="9098925" y="1883687"/>
              <a:ext cx="331200" cy="4719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73628C1-EA95-B7DF-4D23-28A30589318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092805" y="1877567"/>
                <a:ext cx="34344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697F276-BA6D-02A8-8F11-0E9FFF6AFA82}"/>
                  </a:ext>
                </a:extLst>
              </p14:cNvPr>
              <p14:cNvContentPartPr/>
              <p14:nvPr/>
            </p14:nvContentPartPr>
            <p14:xfrm>
              <a:off x="9129885" y="2114087"/>
              <a:ext cx="277560" cy="18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697F276-BA6D-02A8-8F11-0E9FFF6AFA8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123765" y="2107967"/>
                <a:ext cx="2898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7D8A49E-46CB-7355-8B13-5493361241CF}"/>
                  </a:ext>
                </a:extLst>
              </p14:cNvPr>
              <p14:cNvContentPartPr/>
              <p14:nvPr/>
            </p14:nvContentPartPr>
            <p14:xfrm>
              <a:off x="9488805" y="2052167"/>
              <a:ext cx="211680" cy="2833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7D8A49E-46CB-7355-8B13-5493361241C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482685" y="2046047"/>
                <a:ext cx="2239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689FA9D-067A-2B31-F6FC-5E448B4CE3DF}"/>
                  </a:ext>
                </a:extLst>
              </p14:cNvPr>
              <p14:cNvContentPartPr/>
              <p14:nvPr/>
            </p14:nvContentPartPr>
            <p14:xfrm>
              <a:off x="9659085" y="2060087"/>
              <a:ext cx="151560" cy="2246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689FA9D-067A-2B31-F6FC-5E448B4CE3D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52965" y="2053967"/>
                <a:ext cx="1638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9B3C0B7-EE12-7E87-75E1-996499D9E259}"/>
                  </a:ext>
                </a:extLst>
              </p14:cNvPr>
              <p14:cNvContentPartPr/>
              <p14:nvPr/>
            </p14:nvContentPartPr>
            <p14:xfrm>
              <a:off x="9845205" y="2088887"/>
              <a:ext cx="259560" cy="2494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9B3C0B7-EE12-7E87-75E1-996499D9E25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839085" y="2082767"/>
                <a:ext cx="2718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6A81C5F-33C2-9D52-2C39-8A300254A931}"/>
                  </a:ext>
                </a:extLst>
              </p14:cNvPr>
              <p14:cNvContentPartPr/>
              <p14:nvPr/>
            </p14:nvContentPartPr>
            <p14:xfrm>
              <a:off x="10091805" y="1803047"/>
              <a:ext cx="295200" cy="5198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6A81C5F-33C2-9D52-2C39-8A300254A93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085685" y="1796927"/>
                <a:ext cx="30744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099DC8D-F327-1B48-5B0F-7B6B2C14099E}"/>
                  </a:ext>
                </a:extLst>
              </p14:cNvPr>
              <p14:cNvContentPartPr/>
              <p14:nvPr/>
            </p14:nvContentPartPr>
            <p14:xfrm>
              <a:off x="10554765" y="1831127"/>
              <a:ext cx="51840" cy="549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099DC8D-F327-1B48-5B0F-7B6B2C14099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548645" y="1825007"/>
                <a:ext cx="6408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3925607-24D8-B7EC-B8C8-2CB6A2CF649A}"/>
                  </a:ext>
                </a:extLst>
              </p14:cNvPr>
              <p14:cNvContentPartPr/>
              <p14:nvPr/>
            </p14:nvContentPartPr>
            <p14:xfrm>
              <a:off x="1288365" y="2280767"/>
              <a:ext cx="1413360" cy="27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3925607-24D8-B7EC-B8C8-2CB6A2CF649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282245" y="2274647"/>
                <a:ext cx="1425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239D03C-A2DE-8CE5-50B2-39E02C4D7179}"/>
                  </a:ext>
                </a:extLst>
              </p14:cNvPr>
              <p14:cNvContentPartPr/>
              <p14:nvPr/>
            </p14:nvContentPartPr>
            <p14:xfrm>
              <a:off x="1055085" y="2358887"/>
              <a:ext cx="2412720" cy="5266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239D03C-A2DE-8CE5-50B2-39E02C4D717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48965" y="2352767"/>
                <a:ext cx="2424960" cy="53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C2771AD-033C-E67B-3631-23816BC1264C}"/>
              </a:ext>
            </a:extLst>
          </p:cNvPr>
          <p:cNvGrpSpPr/>
          <p:nvPr/>
        </p:nvGrpSpPr>
        <p:grpSpPr>
          <a:xfrm>
            <a:off x="9588525" y="3884567"/>
            <a:ext cx="506520" cy="559080"/>
            <a:chOff x="9588525" y="3884567"/>
            <a:chExt cx="50652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0B96B77-F54B-D015-30FA-0FEA119A2B53}"/>
                    </a:ext>
                  </a:extLst>
                </p14:cNvPr>
                <p14:cNvContentPartPr/>
                <p14:nvPr/>
              </p14:nvContentPartPr>
              <p14:xfrm>
                <a:off x="9588525" y="4045487"/>
                <a:ext cx="210960" cy="191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0B96B77-F54B-D015-30FA-0FEA119A2B5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82405" y="4039367"/>
                  <a:ext cx="22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D3D78B0-EA2E-FC64-20FA-3FCC168E3CEF}"/>
                    </a:ext>
                  </a:extLst>
                </p14:cNvPr>
                <p14:cNvContentPartPr/>
                <p14:nvPr/>
              </p14:nvContentPartPr>
              <p14:xfrm>
                <a:off x="9861045" y="4180487"/>
                <a:ext cx="28800" cy="44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D3D78B0-EA2E-FC64-20FA-3FCC168E3CE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54925" y="4174367"/>
                  <a:ext cx="41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F152B4C-423B-304D-0FC5-7008195AD182}"/>
                    </a:ext>
                  </a:extLst>
                </p14:cNvPr>
                <p14:cNvContentPartPr/>
                <p14:nvPr/>
              </p14:nvContentPartPr>
              <p14:xfrm>
                <a:off x="9968325" y="3884567"/>
                <a:ext cx="126720" cy="55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F152B4C-423B-304D-0FC5-7008195AD18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962205" y="3878447"/>
                  <a:ext cx="138960" cy="57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2BC4FB8-3E22-FE42-17A5-861F25F9C8F9}"/>
              </a:ext>
            </a:extLst>
          </p:cNvPr>
          <p:cNvGrpSpPr/>
          <p:nvPr/>
        </p:nvGrpSpPr>
        <p:grpSpPr>
          <a:xfrm>
            <a:off x="9578445" y="5178407"/>
            <a:ext cx="763560" cy="397080"/>
            <a:chOff x="9578445" y="5178407"/>
            <a:chExt cx="76356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09B139E-EFC6-927C-9759-92A9DA3CDF92}"/>
                    </a:ext>
                  </a:extLst>
                </p14:cNvPr>
                <p14:cNvContentPartPr/>
                <p14:nvPr/>
              </p14:nvContentPartPr>
              <p14:xfrm>
                <a:off x="9578445" y="5273807"/>
                <a:ext cx="153360" cy="259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09B139E-EFC6-927C-9759-92A9DA3CDF9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72325" y="5267687"/>
                  <a:ext cx="165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538D620-D735-CFE4-F366-3D9B93A82D5E}"/>
                    </a:ext>
                  </a:extLst>
                </p14:cNvPr>
                <p14:cNvContentPartPr/>
                <p14:nvPr/>
              </p14:nvContentPartPr>
              <p14:xfrm>
                <a:off x="9838725" y="5241047"/>
                <a:ext cx="264600" cy="271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538D620-D735-CFE4-F366-3D9B93A82D5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32605" y="5234927"/>
                  <a:ext cx="276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DE720DA-5E33-A2F2-3A57-7E0A70B8263E}"/>
                    </a:ext>
                  </a:extLst>
                </p14:cNvPr>
                <p14:cNvContentPartPr/>
                <p14:nvPr/>
              </p14:nvContentPartPr>
              <p14:xfrm>
                <a:off x="10087845" y="5178407"/>
                <a:ext cx="233640" cy="39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DE720DA-5E33-A2F2-3A57-7E0A70B826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81725" y="5172287"/>
                  <a:ext cx="2458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BB9A41D-2D04-1FA2-DADF-4ABAEF4F0DA7}"/>
                    </a:ext>
                  </a:extLst>
                </p14:cNvPr>
                <p14:cNvContentPartPr/>
                <p14:nvPr/>
              </p14:nvContentPartPr>
              <p14:xfrm>
                <a:off x="10140405" y="5248607"/>
                <a:ext cx="201600" cy="25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BB9A41D-2D04-1FA2-DADF-4ABAEF4F0DA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34285" y="5242487"/>
                  <a:ext cx="2138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3F37392-DD92-7507-C9CA-A14D563950C2}"/>
              </a:ext>
            </a:extLst>
          </p:cNvPr>
          <p:cNvGrpSpPr/>
          <p:nvPr/>
        </p:nvGrpSpPr>
        <p:grpSpPr>
          <a:xfrm>
            <a:off x="9773565" y="5901647"/>
            <a:ext cx="531000" cy="468360"/>
            <a:chOff x="9773565" y="5901647"/>
            <a:chExt cx="53100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0C25C0A-AEA8-088D-FE2D-7C05229109D6}"/>
                    </a:ext>
                  </a:extLst>
                </p14:cNvPr>
                <p14:cNvContentPartPr/>
                <p14:nvPr/>
              </p14:nvContentPartPr>
              <p14:xfrm>
                <a:off x="9773565" y="6055727"/>
                <a:ext cx="156960" cy="268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0C25C0A-AEA8-088D-FE2D-7C05229109D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67445" y="6049607"/>
                  <a:ext cx="169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B5A29FA-DB0E-AFFB-AB65-0A616C8FA68C}"/>
                    </a:ext>
                  </a:extLst>
                </p14:cNvPr>
                <p14:cNvContentPartPr/>
                <p14:nvPr/>
              </p14:nvContentPartPr>
              <p14:xfrm>
                <a:off x="9977325" y="5993807"/>
                <a:ext cx="199080" cy="246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B5A29FA-DB0E-AFFB-AB65-0A616C8FA68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71205" y="5987687"/>
                  <a:ext cx="2113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4E0C99C-2B73-82CE-12C9-6A8369D432FC}"/>
                    </a:ext>
                  </a:extLst>
                </p14:cNvPr>
                <p14:cNvContentPartPr/>
                <p14:nvPr/>
              </p14:nvContentPartPr>
              <p14:xfrm>
                <a:off x="10267485" y="5901647"/>
                <a:ext cx="37080" cy="468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4E0C99C-2B73-82CE-12C9-6A8369D432F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61365" y="5895527"/>
                  <a:ext cx="49320" cy="48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FA907EA-ACCE-F5AE-21C5-2FB0B379F01C}"/>
                  </a:ext>
                </a:extLst>
              </p14:cNvPr>
              <p14:cNvContentPartPr/>
              <p14:nvPr/>
            </p14:nvContentPartPr>
            <p14:xfrm>
              <a:off x="7005885" y="4632287"/>
              <a:ext cx="1713600" cy="1119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FA907EA-ACCE-F5AE-21C5-2FB0B379F01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999765" y="4626167"/>
                <a:ext cx="172584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9951EE1-0CA3-DA0E-2ED2-042F6B34BCA1}"/>
              </a:ext>
            </a:extLst>
          </p:cNvPr>
          <p:cNvGrpSpPr/>
          <p:nvPr/>
        </p:nvGrpSpPr>
        <p:grpSpPr>
          <a:xfrm>
            <a:off x="10981725" y="3211727"/>
            <a:ext cx="1299960" cy="3408480"/>
            <a:chOff x="10981725" y="3211727"/>
            <a:chExt cx="1299960" cy="34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F24F85-2E52-A137-3D90-F27C1D2E69E7}"/>
                    </a:ext>
                  </a:extLst>
                </p14:cNvPr>
                <p14:cNvContentPartPr/>
                <p14:nvPr/>
              </p14:nvContentPartPr>
              <p14:xfrm>
                <a:off x="10993965" y="3211727"/>
                <a:ext cx="484200" cy="3408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F24F85-2E52-A137-3D90-F27C1D2E69E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87845" y="3205607"/>
                  <a:ext cx="496440" cy="34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185FB61-381D-6623-D444-154416BBB58D}"/>
                    </a:ext>
                  </a:extLst>
                </p14:cNvPr>
                <p14:cNvContentPartPr/>
                <p14:nvPr/>
              </p14:nvContentPartPr>
              <p14:xfrm>
                <a:off x="11636205" y="4455167"/>
                <a:ext cx="226080" cy="248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185FB61-381D-6623-D444-154416BBB58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630085" y="4449047"/>
                  <a:ext cx="238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0CD6348-144C-A764-2FB2-057DC99247F8}"/>
                    </a:ext>
                  </a:extLst>
                </p14:cNvPr>
                <p14:cNvContentPartPr/>
                <p14:nvPr/>
              </p14:nvContentPartPr>
              <p14:xfrm>
                <a:off x="11728725" y="4511327"/>
                <a:ext cx="48240" cy="263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0CD6348-144C-A764-2FB2-057DC99247F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722605" y="4505207"/>
                  <a:ext cx="60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7287434-C243-C78F-F1B6-BE0762A5DE39}"/>
                    </a:ext>
                  </a:extLst>
                </p14:cNvPr>
                <p14:cNvContentPartPr/>
                <p14:nvPr/>
              </p14:nvContentPartPr>
              <p14:xfrm>
                <a:off x="11872725" y="4366247"/>
                <a:ext cx="408960" cy="433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7287434-C243-C78F-F1B6-BE0762A5DE3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866605" y="4360127"/>
                  <a:ext cx="4212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6972268-EA9E-7E6C-44DE-974BE694B8AE}"/>
                    </a:ext>
                  </a:extLst>
                </p14:cNvPr>
                <p14:cNvContentPartPr/>
                <p14:nvPr/>
              </p14:nvContentPartPr>
              <p14:xfrm>
                <a:off x="11159565" y="4059887"/>
                <a:ext cx="348480" cy="15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6972268-EA9E-7E6C-44DE-974BE694B8A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153445" y="4053767"/>
                  <a:ext cx="360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A7DFEC0-BE4D-8DFC-A2F1-4C2931CEE053}"/>
                    </a:ext>
                  </a:extLst>
                </p14:cNvPr>
                <p14:cNvContentPartPr/>
                <p14:nvPr/>
              </p14:nvContentPartPr>
              <p14:xfrm>
                <a:off x="11198085" y="4104527"/>
                <a:ext cx="284760" cy="34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7DFEC0-BE4D-8DFC-A2F1-4C2931CEE05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191965" y="4098407"/>
                  <a:ext cx="297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F7AECE-AC8A-778F-16F5-E33AB37DE9DD}"/>
                    </a:ext>
                  </a:extLst>
                </p14:cNvPr>
                <p14:cNvContentPartPr/>
                <p14:nvPr/>
              </p14:nvContentPartPr>
              <p14:xfrm>
                <a:off x="10981725" y="3714647"/>
                <a:ext cx="294120" cy="370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F7AECE-AC8A-778F-16F5-E33AB37DE9D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75605" y="3708527"/>
                  <a:ext cx="306360" cy="38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F7B01D1E-E365-F0BB-94F2-0F615E5508F0}"/>
                  </a:ext>
                </a:extLst>
              </p14:cNvPr>
              <p14:cNvContentPartPr/>
              <p14:nvPr/>
            </p14:nvContentPartPr>
            <p14:xfrm>
              <a:off x="1381605" y="3291287"/>
              <a:ext cx="2388240" cy="316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F7B01D1E-E365-F0BB-94F2-0F615E5508F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375485" y="3285167"/>
                <a:ext cx="240048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4F62CDC-E46D-FB0E-F9E5-0C9B1450E0B9}"/>
              </a:ext>
            </a:extLst>
          </p:cNvPr>
          <p:cNvGrpSpPr/>
          <p:nvPr/>
        </p:nvGrpSpPr>
        <p:grpSpPr>
          <a:xfrm>
            <a:off x="987405" y="3358247"/>
            <a:ext cx="7682400" cy="3530520"/>
            <a:chOff x="987405" y="3358247"/>
            <a:chExt cx="7682400" cy="353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607E15-4792-9A9C-46BC-B6515C500FED}"/>
                    </a:ext>
                  </a:extLst>
                </p14:cNvPr>
                <p14:cNvContentPartPr/>
                <p14:nvPr/>
              </p14:nvContentPartPr>
              <p14:xfrm>
                <a:off x="3871005" y="3995087"/>
                <a:ext cx="79560" cy="928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607E15-4792-9A9C-46BC-B6515C500FE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864885" y="3988967"/>
                  <a:ext cx="91800" cy="9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D8C4771-E197-9941-4496-E1E82A979BD2}"/>
                    </a:ext>
                  </a:extLst>
                </p14:cNvPr>
                <p14:cNvContentPartPr/>
                <p14:nvPr/>
              </p14:nvContentPartPr>
              <p14:xfrm>
                <a:off x="3870645" y="3961607"/>
                <a:ext cx="1085400" cy="1053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D8C4771-E197-9941-4496-E1E82A979BD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64525" y="3955487"/>
                  <a:ext cx="1097640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B3F29FD-805E-07A0-6DEC-4E2A99DCD74A}"/>
                    </a:ext>
                  </a:extLst>
                </p14:cNvPr>
                <p14:cNvContentPartPr/>
                <p14:nvPr/>
              </p14:nvContentPartPr>
              <p14:xfrm>
                <a:off x="7194525" y="5102807"/>
                <a:ext cx="199080" cy="615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B3F29FD-805E-07A0-6DEC-4E2A99DCD74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88405" y="5096687"/>
                  <a:ext cx="21132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801C93A-B880-40D7-933F-38294AC717CE}"/>
                    </a:ext>
                  </a:extLst>
                </p14:cNvPr>
                <p14:cNvContentPartPr/>
                <p14:nvPr/>
              </p14:nvContentPartPr>
              <p14:xfrm>
                <a:off x="7423845" y="5420327"/>
                <a:ext cx="441000" cy="351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801C93A-B880-40D7-933F-38294AC717C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17725" y="5414207"/>
                  <a:ext cx="4532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2E9BC58-7199-6053-148B-A94B234983DD}"/>
                    </a:ext>
                  </a:extLst>
                </p14:cNvPr>
                <p14:cNvContentPartPr/>
                <p14:nvPr/>
              </p14:nvContentPartPr>
              <p14:xfrm>
                <a:off x="7930005" y="5469287"/>
                <a:ext cx="148320" cy="273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2E9BC58-7199-6053-148B-A94B234983D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923885" y="5463167"/>
                  <a:ext cx="160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B8DF592-D17C-97BA-15E8-C1BD696E594A}"/>
                    </a:ext>
                  </a:extLst>
                </p14:cNvPr>
                <p14:cNvContentPartPr/>
                <p14:nvPr/>
              </p14:nvContentPartPr>
              <p14:xfrm>
                <a:off x="8158965" y="5430767"/>
                <a:ext cx="158760" cy="283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B8DF592-D17C-97BA-15E8-C1BD696E594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152845" y="5424647"/>
                  <a:ext cx="171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7C91851-3B18-A425-60FD-D73723E137FA}"/>
                    </a:ext>
                  </a:extLst>
                </p14:cNvPr>
                <p14:cNvContentPartPr/>
                <p14:nvPr/>
              </p14:nvContentPartPr>
              <p14:xfrm>
                <a:off x="8401605" y="5374607"/>
                <a:ext cx="268200" cy="397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7C91851-3B18-A425-60FD-D73723E137F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95485" y="5368487"/>
                  <a:ext cx="2804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CF1F1DA-338E-D919-C468-E4E615210901}"/>
                    </a:ext>
                  </a:extLst>
                </p14:cNvPr>
                <p14:cNvContentPartPr/>
                <p14:nvPr/>
              </p14:nvContentPartPr>
              <p14:xfrm>
                <a:off x="7399005" y="6007127"/>
                <a:ext cx="247680" cy="654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CF1F1DA-338E-D919-C468-E4E61521090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92885" y="6001007"/>
                  <a:ext cx="25992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194717-85C6-EAFE-A000-F758995DC6D5}"/>
                    </a:ext>
                  </a:extLst>
                </p14:cNvPr>
                <p14:cNvContentPartPr/>
                <p14:nvPr/>
              </p14:nvContentPartPr>
              <p14:xfrm>
                <a:off x="7742805" y="6280367"/>
                <a:ext cx="118440" cy="294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194717-85C6-EAFE-A000-F758995DC6D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36685" y="6274247"/>
                  <a:ext cx="1306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3A9EC72-381D-BCBD-BF99-02C51BE76935}"/>
                    </a:ext>
                  </a:extLst>
                </p14:cNvPr>
                <p14:cNvContentPartPr/>
                <p14:nvPr/>
              </p14:nvContentPartPr>
              <p14:xfrm>
                <a:off x="7893285" y="6214487"/>
                <a:ext cx="598680" cy="674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3A9EC72-381D-BCBD-BF99-02C51BE7693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87165" y="6208367"/>
                  <a:ext cx="61092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CC2F221-8344-5BB1-88AC-0B19D6B4E68F}"/>
                    </a:ext>
                  </a:extLst>
                </p14:cNvPr>
                <p14:cNvContentPartPr/>
                <p14:nvPr/>
              </p14:nvContentPartPr>
              <p14:xfrm>
                <a:off x="5141445" y="4121447"/>
                <a:ext cx="384120" cy="514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CC2F221-8344-5BB1-88AC-0B19D6B4E68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135325" y="4115327"/>
                  <a:ext cx="3963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80FEAF5-4222-9463-298B-8DC561A87BD6}"/>
                    </a:ext>
                  </a:extLst>
                </p14:cNvPr>
                <p14:cNvContentPartPr/>
                <p14:nvPr/>
              </p14:nvContentPartPr>
              <p14:xfrm>
                <a:off x="5158365" y="4247807"/>
                <a:ext cx="352800" cy="361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80FEAF5-4222-9463-298B-8DC561A87BD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52245" y="4241687"/>
                  <a:ext cx="3650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26F3486-E25D-BF41-F583-2AD71313747E}"/>
                    </a:ext>
                  </a:extLst>
                </p14:cNvPr>
                <p14:cNvContentPartPr/>
                <p14:nvPr/>
              </p14:nvContentPartPr>
              <p14:xfrm>
                <a:off x="6019845" y="4028927"/>
                <a:ext cx="362880" cy="459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26F3486-E25D-BF41-F583-2AD71313747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013725" y="4022807"/>
                  <a:ext cx="3751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889774-C50D-A96B-6043-564627D8A4E8}"/>
                    </a:ext>
                  </a:extLst>
                </p14:cNvPr>
                <p14:cNvContentPartPr/>
                <p14:nvPr/>
              </p14:nvContentPartPr>
              <p14:xfrm>
                <a:off x="6127125" y="5287847"/>
                <a:ext cx="290520" cy="403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889774-C50D-A96B-6043-564627D8A4E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121005" y="5281727"/>
                  <a:ext cx="3027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4E05F2-7A89-0644-FBFD-227A0671D79B}"/>
                    </a:ext>
                  </a:extLst>
                </p14:cNvPr>
                <p14:cNvContentPartPr/>
                <p14:nvPr/>
              </p14:nvContentPartPr>
              <p14:xfrm>
                <a:off x="6131805" y="6067247"/>
                <a:ext cx="333720" cy="504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4E05F2-7A89-0644-FBFD-227A0671D7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125685" y="6061127"/>
                  <a:ext cx="3459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6783908-9D89-60C4-883C-85240676AF03}"/>
                    </a:ext>
                  </a:extLst>
                </p14:cNvPr>
                <p14:cNvContentPartPr/>
                <p14:nvPr/>
              </p14:nvContentPartPr>
              <p14:xfrm>
                <a:off x="7102005" y="4260407"/>
                <a:ext cx="277200" cy="230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6783908-9D89-60C4-883C-85240676AF0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095885" y="4254287"/>
                  <a:ext cx="289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C33C2A9-3080-B3B4-A50C-4E41BD26A2FE}"/>
                    </a:ext>
                  </a:extLst>
                </p14:cNvPr>
                <p14:cNvContentPartPr/>
                <p14:nvPr/>
              </p14:nvContentPartPr>
              <p14:xfrm>
                <a:off x="7391805" y="3891767"/>
                <a:ext cx="119520" cy="576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C33C2A9-3080-B3B4-A50C-4E41BD26A2F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385685" y="3885647"/>
                  <a:ext cx="13176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E3E1435-740A-9A98-1492-9FB8A3FFE741}"/>
                    </a:ext>
                  </a:extLst>
                </p14:cNvPr>
                <p14:cNvContentPartPr/>
                <p14:nvPr/>
              </p14:nvContentPartPr>
              <p14:xfrm>
                <a:off x="7608525" y="4281287"/>
                <a:ext cx="20880" cy="196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E3E1435-740A-9A98-1492-9FB8A3FFE74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02405" y="4275167"/>
                  <a:ext cx="33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BE81BC2-A480-2368-8265-0C16BD6CD581}"/>
                    </a:ext>
                  </a:extLst>
                </p14:cNvPr>
                <p14:cNvContentPartPr/>
                <p14:nvPr/>
              </p14:nvContentPartPr>
              <p14:xfrm>
                <a:off x="7639845" y="4104527"/>
                <a:ext cx="20160" cy="72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BE81BC2-A480-2368-8265-0C16BD6CD58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633725" y="4098407"/>
                  <a:ext cx="32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AD4106-B1D2-4642-6F5C-C910B7B1780E}"/>
                    </a:ext>
                  </a:extLst>
                </p14:cNvPr>
                <p14:cNvContentPartPr/>
                <p14:nvPr/>
              </p14:nvContentPartPr>
              <p14:xfrm>
                <a:off x="7700325" y="4265807"/>
                <a:ext cx="198720" cy="211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AD4106-B1D2-4642-6F5C-C910B7B1780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694205" y="4259687"/>
                  <a:ext cx="2109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05EE56-9FC7-8E2F-BA62-58E3736D6FB6}"/>
                    </a:ext>
                  </a:extLst>
                </p14:cNvPr>
                <p14:cNvContentPartPr/>
                <p14:nvPr/>
              </p14:nvContentPartPr>
              <p14:xfrm>
                <a:off x="7949805" y="3922367"/>
                <a:ext cx="77040" cy="564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05EE56-9FC7-8E2F-BA62-58E3736D6FB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943685" y="3916247"/>
                  <a:ext cx="892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556C6D2-9654-A407-1E4C-B8B32CECB4DF}"/>
                    </a:ext>
                  </a:extLst>
                </p14:cNvPr>
                <p14:cNvContentPartPr/>
                <p14:nvPr/>
              </p14:nvContentPartPr>
              <p14:xfrm>
                <a:off x="7994445" y="4287047"/>
                <a:ext cx="176760" cy="138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556C6D2-9654-A407-1E4C-B8B32CECB4D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988325" y="4280927"/>
                  <a:ext cx="189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498AEC9-BE2A-29CA-C135-87104158C93D}"/>
                    </a:ext>
                  </a:extLst>
                </p14:cNvPr>
                <p14:cNvContentPartPr/>
                <p14:nvPr/>
              </p14:nvContentPartPr>
              <p14:xfrm>
                <a:off x="8138445" y="4277687"/>
                <a:ext cx="227880" cy="200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498AEC9-BE2A-29CA-C135-87104158C93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132325" y="4271567"/>
                  <a:ext cx="240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DB8FC9C-83AA-5F3E-75FF-D953E494729E}"/>
                    </a:ext>
                  </a:extLst>
                </p14:cNvPr>
                <p14:cNvContentPartPr/>
                <p14:nvPr/>
              </p14:nvContentPartPr>
              <p14:xfrm>
                <a:off x="8380725" y="4236647"/>
                <a:ext cx="165240" cy="269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DB8FC9C-83AA-5F3E-75FF-D953E494729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374605" y="4230527"/>
                  <a:ext cx="177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2506896-F43B-B898-5E89-C4AE56F0BFA2}"/>
                    </a:ext>
                  </a:extLst>
                </p14:cNvPr>
                <p14:cNvContentPartPr/>
                <p14:nvPr/>
              </p14:nvContentPartPr>
              <p14:xfrm>
                <a:off x="987405" y="3358247"/>
                <a:ext cx="2281680" cy="570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2506896-F43B-B898-5E89-C4AE56F0BFA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81285" y="3352127"/>
                  <a:ext cx="2293920" cy="58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BE5BAA2-F30D-EEC6-67A7-E578365B7BB7}"/>
                  </a:ext>
                </a:extLst>
              </p14:cNvPr>
              <p14:cNvContentPartPr/>
              <p14:nvPr/>
            </p14:nvContentPartPr>
            <p14:xfrm>
              <a:off x="10840605" y="683447"/>
              <a:ext cx="252000" cy="2908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BE5BAA2-F30D-EEC6-67A7-E578365B7BB7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0834485" y="677327"/>
                <a:ext cx="264240" cy="30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82AB073-33F6-878A-0F3B-064A5AD8E825}"/>
              </a:ext>
            </a:extLst>
          </p:cNvPr>
          <p:cNvGrpSpPr/>
          <p:nvPr/>
        </p:nvGrpSpPr>
        <p:grpSpPr>
          <a:xfrm>
            <a:off x="6019125" y="216167"/>
            <a:ext cx="3417120" cy="1570680"/>
            <a:chOff x="6019125" y="216167"/>
            <a:chExt cx="3417120" cy="157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9792F7-2043-C751-51A3-F15DAD7D2664}"/>
                    </a:ext>
                  </a:extLst>
                </p14:cNvPr>
                <p14:cNvContentPartPr/>
                <p14:nvPr/>
              </p14:nvContentPartPr>
              <p14:xfrm>
                <a:off x="6551925" y="1193927"/>
                <a:ext cx="139680" cy="158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9792F7-2043-C751-51A3-F15DAD7D266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545805" y="1187807"/>
                  <a:ext cx="151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FA951C5-E8C5-A8F1-CD38-915615507E1A}"/>
                    </a:ext>
                  </a:extLst>
                </p14:cNvPr>
                <p14:cNvContentPartPr/>
                <p14:nvPr/>
              </p14:nvContentPartPr>
              <p14:xfrm>
                <a:off x="6635805" y="1202207"/>
                <a:ext cx="283320" cy="43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FA951C5-E8C5-A8F1-CD38-915615507E1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629685" y="1196087"/>
                  <a:ext cx="2955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2D2C7B-1DC8-746D-E29C-62596888227C}"/>
                    </a:ext>
                  </a:extLst>
                </p14:cNvPr>
                <p14:cNvContentPartPr/>
                <p14:nvPr/>
              </p14:nvContentPartPr>
              <p14:xfrm>
                <a:off x="7024965" y="1209047"/>
                <a:ext cx="204480" cy="168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2D2C7B-1DC8-746D-E29C-62596888227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018845" y="1202927"/>
                  <a:ext cx="216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B046E9-37D1-ADE0-4AC0-C60FD500A5E5}"/>
                    </a:ext>
                  </a:extLst>
                </p14:cNvPr>
                <p14:cNvContentPartPr/>
                <p14:nvPr/>
              </p14:nvContentPartPr>
              <p14:xfrm>
                <a:off x="7594845" y="1262327"/>
                <a:ext cx="196560" cy="15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5B046E9-37D1-ADE0-4AC0-C60FD500A5E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588725" y="1256207"/>
                  <a:ext cx="208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D52FDE-EFD5-40F0-DFA9-E64343D11131}"/>
                    </a:ext>
                  </a:extLst>
                </p14:cNvPr>
                <p14:cNvContentPartPr/>
                <p14:nvPr/>
              </p14:nvContentPartPr>
              <p14:xfrm>
                <a:off x="7267605" y="1396607"/>
                <a:ext cx="98280" cy="225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D52FDE-EFD5-40F0-DFA9-E64343D1113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261485" y="1390487"/>
                  <a:ext cx="110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08B9F4-552F-8BF8-BD93-BCE2F833DFF4}"/>
                    </a:ext>
                  </a:extLst>
                </p14:cNvPr>
                <p14:cNvContentPartPr/>
                <p14:nvPr/>
              </p14:nvContentPartPr>
              <p14:xfrm>
                <a:off x="7173645" y="1514327"/>
                <a:ext cx="237600" cy="8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08B9F4-552F-8BF8-BD93-BCE2F833DFF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167525" y="1508207"/>
                  <a:ext cx="2498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E1F551-D05E-7367-9D2E-E3E0C67E8EBE}"/>
                    </a:ext>
                  </a:extLst>
                </p14:cNvPr>
                <p14:cNvContentPartPr/>
                <p14:nvPr/>
              </p14:nvContentPartPr>
              <p14:xfrm>
                <a:off x="6374085" y="1065767"/>
                <a:ext cx="169200" cy="637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E1F551-D05E-7367-9D2E-E3E0C67E8EB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367965" y="1059647"/>
                  <a:ext cx="18144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EC8D541-639C-17D0-140A-5B7DAAF1115F}"/>
                    </a:ext>
                  </a:extLst>
                </p14:cNvPr>
                <p14:cNvContentPartPr/>
                <p14:nvPr/>
              </p14:nvContentPartPr>
              <p14:xfrm>
                <a:off x="8059965" y="1130207"/>
                <a:ext cx="166680" cy="189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EC8D541-639C-17D0-140A-5B7DAAF1115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053845" y="1124087"/>
                  <a:ext cx="178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B20B1A-59FB-DBC1-B8FB-35FAF0EEF4F4}"/>
                    </a:ext>
                  </a:extLst>
                </p14:cNvPr>
                <p14:cNvContentPartPr/>
                <p14:nvPr/>
              </p14:nvContentPartPr>
              <p14:xfrm>
                <a:off x="8258685" y="1176647"/>
                <a:ext cx="227160" cy="453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B20B1A-59FB-DBC1-B8FB-35FAF0EEF4F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252565" y="1170527"/>
                  <a:ext cx="2394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969DCFC-4429-1B98-FD0C-DD69C1CFBDDD}"/>
                    </a:ext>
                  </a:extLst>
                </p14:cNvPr>
                <p14:cNvContentPartPr/>
                <p14:nvPr/>
              </p14:nvContentPartPr>
              <p14:xfrm>
                <a:off x="8553885" y="1127327"/>
                <a:ext cx="201960" cy="24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969DCFC-4429-1B98-FD0C-DD69C1CFBDD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47765" y="1121207"/>
                  <a:ext cx="2142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667953-161B-2E29-8006-14BE712CE4DE}"/>
                    </a:ext>
                  </a:extLst>
                </p14:cNvPr>
                <p14:cNvContentPartPr/>
                <p14:nvPr/>
              </p14:nvContentPartPr>
              <p14:xfrm>
                <a:off x="8728845" y="1486247"/>
                <a:ext cx="20520" cy="300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667953-161B-2E29-8006-14BE712CE4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722725" y="1480127"/>
                  <a:ext cx="32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2B4D8E-911C-51C6-FDF4-DCE6C940D901}"/>
                    </a:ext>
                  </a:extLst>
                </p14:cNvPr>
                <p14:cNvContentPartPr/>
                <p14:nvPr/>
              </p14:nvContentPartPr>
              <p14:xfrm>
                <a:off x="8706885" y="1469327"/>
                <a:ext cx="191160" cy="158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2B4D8E-911C-51C6-FDF4-DCE6C940D90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00765" y="1463207"/>
                  <a:ext cx="203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FDABF5D-6E97-BBB3-164F-A6CA1FE1F244}"/>
                    </a:ext>
                  </a:extLst>
                </p14:cNvPr>
                <p14:cNvContentPartPr/>
                <p14:nvPr/>
              </p14:nvContentPartPr>
              <p14:xfrm>
                <a:off x="9043845" y="1074767"/>
                <a:ext cx="102600" cy="651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FDABF5D-6E97-BBB3-164F-A6CA1FE1F24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37725" y="1068647"/>
                  <a:ext cx="11484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CC572FF-5ECE-1443-8E35-A25A32F51105}"/>
                    </a:ext>
                  </a:extLst>
                </p14:cNvPr>
                <p14:cNvContentPartPr/>
                <p14:nvPr/>
              </p14:nvContentPartPr>
              <p14:xfrm>
                <a:off x="9140685" y="768407"/>
                <a:ext cx="295560" cy="293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CC572FF-5ECE-1443-8E35-A25A32F5110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134565" y="762287"/>
                  <a:ext cx="3078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C6DF6B7-8157-B2E9-E14D-4AA6C66BB2DA}"/>
                    </a:ext>
                  </a:extLst>
                </p14:cNvPr>
                <p14:cNvContentPartPr/>
                <p14:nvPr/>
              </p14:nvContentPartPr>
              <p14:xfrm>
                <a:off x="6596925" y="395447"/>
                <a:ext cx="273960" cy="188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C6DF6B7-8157-B2E9-E14D-4AA6C66BB2D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590805" y="389327"/>
                  <a:ext cx="286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018E5F-A34E-52D2-0D54-3F800E3C69F5}"/>
                    </a:ext>
                  </a:extLst>
                </p14:cNvPr>
                <p14:cNvContentPartPr/>
                <p14:nvPr/>
              </p14:nvContentPartPr>
              <p14:xfrm>
                <a:off x="7031085" y="216167"/>
                <a:ext cx="174600" cy="627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018E5F-A34E-52D2-0D54-3F800E3C69F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024965" y="210047"/>
                  <a:ext cx="18684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49AA305-7567-EB9C-5A48-86089A9A88FD}"/>
                    </a:ext>
                  </a:extLst>
                </p14:cNvPr>
                <p14:cNvContentPartPr/>
                <p14:nvPr/>
              </p14:nvContentPartPr>
              <p14:xfrm>
                <a:off x="7395405" y="354767"/>
                <a:ext cx="284400" cy="39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49AA305-7567-EB9C-5A48-86089A9A88F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389285" y="348647"/>
                  <a:ext cx="2966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E108638-5753-8BE7-1CD9-59AB7805742C}"/>
                    </a:ext>
                  </a:extLst>
                </p14:cNvPr>
                <p14:cNvContentPartPr/>
                <p14:nvPr/>
              </p14:nvContentPartPr>
              <p14:xfrm>
                <a:off x="6019125" y="1357367"/>
                <a:ext cx="56880" cy="6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E108638-5753-8BE7-1CD9-59AB7805742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13005" y="1351247"/>
                  <a:ext cx="69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EA549CD-A2AA-8814-9778-3CF87D8DBDC1}"/>
                    </a:ext>
                  </a:extLst>
                </p14:cNvPr>
                <p14:cNvContentPartPr/>
                <p14:nvPr/>
              </p14:nvContentPartPr>
              <p14:xfrm>
                <a:off x="6662805" y="1701887"/>
                <a:ext cx="406440" cy="39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EA549CD-A2AA-8814-9778-3CF87D8DBDC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56685" y="1695767"/>
                  <a:ext cx="41868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CE1FB89-78DF-19F3-5756-9078F7E6F990}"/>
              </a:ext>
            </a:extLst>
          </p:cNvPr>
          <p:cNvGrpSpPr/>
          <p:nvPr/>
        </p:nvGrpSpPr>
        <p:grpSpPr>
          <a:xfrm>
            <a:off x="6609165" y="2044247"/>
            <a:ext cx="1313640" cy="757440"/>
            <a:chOff x="6609165" y="2044247"/>
            <a:chExt cx="1313640" cy="75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A52D8D-011D-03A3-D1DF-C8783CD72403}"/>
                    </a:ext>
                  </a:extLst>
                </p14:cNvPr>
                <p14:cNvContentPartPr/>
                <p14:nvPr/>
              </p14:nvContentPartPr>
              <p14:xfrm>
                <a:off x="6609165" y="2212367"/>
                <a:ext cx="155160" cy="24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A52D8D-011D-03A3-D1DF-C8783CD7240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603045" y="2206247"/>
                  <a:ext cx="167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FD8B3D-D669-8758-4BA1-2A6680F1FBD1}"/>
                    </a:ext>
                  </a:extLst>
                </p14:cNvPr>
                <p14:cNvContentPartPr/>
                <p14:nvPr/>
              </p14:nvContentPartPr>
              <p14:xfrm>
                <a:off x="6887805" y="2290847"/>
                <a:ext cx="3600" cy="13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FD8B3D-D669-8758-4BA1-2A6680F1FBD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881685" y="2284727"/>
                  <a:ext cx="15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125891F-3DE5-7885-A871-01F3BC81BBF9}"/>
                    </a:ext>
                  </a:extLst>
                </p14:cNvPr>
                <p14:cNvContentPartPr/>
                <p14:nvPr/>
              </p14:nvContentPartPr>
              <p14:xfrm>
                <a:off x="6908325" y="2254847"/>
                <a:ext cx="191880" cy="18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125891F-3DE5-7885-A871-01F3BC81BBF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902205" y="2248727"/>
                  <a:ext cx="204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A558379-9F42-8E0A-5C82-96F5F67BD1C7}"/>
                    </a:ext>
                  </a:extLst>
                </p14:cNvPr>
                <p14:cNvContentPartPr/>
                <p14:nvPr/>
              </p14:nvContentPartPr>
              <p14:xfrm>
                <a:off x="7154205" y="2181407"/>
                <a:ext cx="42480" cy="247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558379-9F42-8E0A-5C82-96F5F67BD1C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148085" y="2175287"/>
                  <a:ext cx="54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5893AD-A40C-1953-57D5-B01829AD08F1}"/>
                    </a:ext>
                  </a:extLst>
                </p14:cNvPr>
                <p14:cNvContentPartPr/>
                <p14:nvPr/>
              </p14:nvContentPartPr>
              <p14:xfrm>
                <a:off x="7122885" y="2285087"/>
                <a:ext cx="271800" cy="51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5893AD-A40C-1953-57D5-B01829AD08F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116765" y="2278967"/>
                  <a:ext cx="2840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4DBA99-7A9B-5A71-C986-9288918FF716}"/>
                    </a:ext>
                  </a:extLst>
                </p14:cNvPr>
                <p14:cNvContentPartPr/>
                <p14:nvPr/>
              </p14:nvContentPartPr>
              <p14:xfrm>
                <a:off x="7523565" y="2044247"/>
                <a:ext cx="399240" cy="456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4DBA99-7A9B-5A71-C986-9288918FF71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517445" y="2038127"/>
                  <a:ext cx="41148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E7C04F-6F6F-173F-D42A-4976B1C67D49}"/>
                    </a:ext>
                  </a:extLst>
                </p14:cNvPr>
                <p14:cNvContentPartPr/>
                <p14:nvPr/>
              </p14:nvContentPartPr>
              <p14:xfrm>
                <a:off x="7619685" y="2299127"/>
                <a:ext cx="297720" cy="20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E7C04F-6F6F-173F-D42A-4976B1C67D4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613565" y="2293007"/>
                  <a:ext cx="309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F17AD22-88E9-9B36-1C98-E69C4E1DAF3E}"/>
                    </a:ext>
                  </a:extLst>
                </p14:cNvPr>
                <p14:cNvContentPartPr/>
                <p14:nvPr/>
              </p14:nvContentPartPr>
              <p14:xfrm>
                <a:off x="6795285" y="2548607"/>
                <a:ext cx="656280" cy="101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F17AD22-88E9-9B36-1C98-E69C4E1DAF3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789165" y="2542487"/>
                  <a:ext cx="66852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38D1E91-99DB-EA87-952A-808D8AD7EC82}"/>
                  </a:ext>
                </a:extLst>
              </p14:cNvPr>
              <p14:cNvContentPartPr/>
              <p14:nvPr/>
            </p14:nvContentPartPr>
            <p14:xfrm>
              <a:off x="11192325" y="782807"/>
              <a:ext cx="24120" cy="421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38D1E91-99DB-EA87-952A-808D8AD7EC82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1186205" y="776687"/>
                <a:ext cx="36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EF56DFA1-E8E1-B0A2-F41C-2FE275EB53C7}"/>
                  </a:ext>
                </a:extLst>
              </p14:cNvPr>
              <p14:cNvContentPartPr/>
              <p14:nvPr/>
            </p14:nvContentPartPr>
            <p14:xfrm>
              <a:off x="11326245" y="695687"/>
              <a:ext cx="145080" cy="2264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EF56DFA1-E8E1-B0A2-F41C-2FE275EB53C7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1320125" y="689567"/>
                <a:ext cx="1573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CEEEBF9-9B4B-5788-225C-5BF465314DD1}"/>
                  </a:ext>
                </a:extLst>
              </p14:cNvPr>
              <p14:cNvContentPartPr/>
              <p14:nvPr/>
            </p14:nvContentPartPr>
            <p14:xfrm>
              <a:off x="11509845" y="679127"/>
              <a:ext cx="309960" cy="3369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CEEEBF9-9B4B-5788-225C-5BF465314DD1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1503725" y="673007"/>
                <a:ext cx="32220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3530B64-9828-F6DB-0170-BF4AC35A38E8}"/>
                  </a:ext>
                </a:extLst>
              </p14:cNvPr>
              <p14:cNvContentPartPr/>
              <p14:nvPr/>
            </p14:nvContentPartPr>
            <p14:xfrm>
              <a:off x="9530565" y="215447"/>
              <a:ext cx="2583360" cy="12286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3530B64-9828-F6DB-0170-BF4AC35A38E8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9524445" y="209327"/>
                <a:ext cx="2595600" cy="12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568A8F9-B34F-6691-8777-C88040753074}"/>
                  </a:ext>
                </a:extLst>
              </p14:cNvPr>
              <p14:cNvContentPartPr/>
              <p14:nvPr/>
            </p14:nvContentPartPr>
            <p14:xfrm>
              <a:off x="11865525" y="1962887"/>
              <a:ext cx="360" cy="3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568A8F9-B34F-6691-8777-C880407530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59405" y="195676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4DB6841F-3D04-A577-A5E6-4FDE4BF6F9B6}"/>
              </a:ext>
            </a:extLst>
          </p:cNvPr>
          <p:cNvGrpSpPr/>
          <p:nvPr/>
        </p:nvGrpSpPr>
        <p:grpSpPr>
          <a:xfrm>
            <a:off x="11016645" y="1506407"/>
            <a:ext cx="821520" cy="280080"/>
            <a:chOff x="11016645" y="1506407"/>
            <a:chExt cx="82152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F5AF8F5-1F1E-3786-84B7-E680865E0A40}"/>
                    </a:ext>
                  </a:extLst>
                </p14:cNvPr>
                <p14:cNvContentPartPr/>
                <p14:nvPr/>
              </p14:nvContentPartPr>
              <p14:xfrm>
                <a:off x="11016645" y="1506407"/>
                <a:ext cx="189720" cy="240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F5AF8F5-1F1E-3786-84B7-E680865E0A4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010525" y="1500287"/>
                  <a:ext cx="201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DF3E2EB-AC6C-9AE1-0DC7-0613FEFCB641}"/>
                    </a:ext>
                  </a:extLst>
                </p14:cNvPr>
                <p14:cNvContentPartPr/>
                <p14:nvPr/>
              </p14:nvContentPartPr>
              <p14:xfrm>
                <a:off x="11324805" y="1516487"/>
                <a:ext cx="250560" cy="254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DF3E2EB-AC6C-9AE1-0DC7-0613FEFCB64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318685" y="1510367"/>
                  <a:ext cx="262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8979F0E-EE42-60A7-AEE7-E8371F87F446}"/>
                    </a:ext>
                  </a:extLst>
                </p14:cNvPr>
                <p14:cNvContentPartPr/>
                <p14:nvPr/>
              </p14:nvContentPartPr>
              <p14:xfrm>
                <a:off x="11589405" y="1551407"/>
                <a:ext cx="248760" cy="235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8979F0E-EE42-60A7-AEE7-E8371F87F44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83285" y="1545287"/>
                  <a:ext cx="26100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7BCA639-512D-3062-46CD-B9DD5C7F90DD}"/>
              </a:ext>
            </a:extLst>
          </p:cNvPr>
          <p:cNvGrpSpPr/>
          <p:nvPr/>
        </p:nvGrpSpPr>
        <p:grpSpPr>
          <a:xfrm>
            <a:off x="9589605" y="176927"/>
            <a:ext cx="1320840" cy="1208880"/>
            <a:chOff x="9589605" y="176927"/>
            <a:chExt cx="1320840" cy="12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DDEB2EF-6988-C11E-AAA7-096E938357F1}"/>
                    </a:ext>
                  </a:extLst>
                </p14:cNvPr>
                <p14:cNvContentPartPr/>
                <p14:nvPr/>
              </p14:nvContentPartPr>
              <p14:xfrm>
                <a:off x="9706245" y="684527"/>
                <a:ext cx="226800" cy="259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DDEB2EF-6988-C11E-AAA7-096E938357F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700125" y="678407"/>
                  <a:ext cx="2390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B633F69-12F9-C533-22C1-E6FA18FF4B6B}"/>
                    </a:ext>
                  </a:extLst>
                </p14:cNvPr>
                <p14:cNvContentPartPr/>
                <p14:nvPr/>
              </p14:nvContentPartPr>
              <p14:xfrm>
                <a:off x="9674925" y="575807"/>
                <a:ext cx="289800" cy="69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B633F69-12F9-C533-22C1-E6FA18FF4B6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68805" y="569687"/>
                  <a:ext cx="302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71194B5-4068-2986-D70B-958E42B4F717}"/>
                    </a:ext>
                  </a:extLst>
                </p14:cNvPr>
                <p14:cNvContentPartPr/>
                <p14:nvPr/>
              </p14:nvContentPartPr>
              <p14:xfrm>
                <a:off x="10053285" y="518927"/>
                <a:ext cx="8640" cy="179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71194B5-4068-2986-D70B-958E42B4F71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47165" y="512807"/>
                  <a:ext cx="20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9784056-5667-5382-DEF2-549ABB109479}"/>
                    </a:ext>
                  </a:extLst>
                </p14:cNvPr>
                <p14:cNvContentPartPr/>
                <p14:nvPr/>
              </p14:nvContentPartPr>
              <p14:xfrm>
                <a:off x="10160205" y="773807"/>
                <a:ext cx="147960" cy="21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9784056-5667-5382-DEF2-549ABB10947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54085" y="767687"/>
                  <a:ext cx="160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E04117A-F26C-3BD6-B00E-30C33B163608}"/>
                    </a:ext>
                  </a:extLst>
                </p14:cNvPr>
                <p14:cNvContentPartPr/>
                <p14:nvPr/>
              </p14:nvContentPartPr>
              <p14:xfrm>
                <a:off x="10163445" y="859847"/>
                <a:ext cx="263160" cy="63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E04117A-F26C-3BD6-B00E-30C33B16360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57325" y="853727"/>
                  <a:ext cx="275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66CD7D-0992-B2B3-3BFB-DDCD279CAEEB}"/>
                    </a:ext>
                  </a:extLst>
                </p14:cNvPr>
                <p14:cNvContentPartPr/>
                <p14:nvPr/>
              </p14:nvContentPartPr>
              <p14:xfrm>
                <a:off x="10451085" y="720887"/>
                <a:ext cx="242640" cy="250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66CD7D-0992-B2B3-3BFB-DDCD279CAEE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44965" y="714767"/>
                  <a:ext cx="254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DD63C7F-2764-6460-CB78-D369910CBEFC}"/>
                    </a:ext>
                  </a:extLst>
                </p14:cNvPr>
                <p14:cNvContentPartPr/>
                <p14:nvPr/>
              </p14:nvContentPartPr>
              <p14:xfrm>
                <a:off x="10470165" y="605687"/>
                <a:ext cx="231120" cy="51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DD63C7F-2764-6460-CB78-D369910CBEF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64045" y="599567"/>
                  <a:ext cx="243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7ED7661-EEBB-E886-43A6-E5B67045A505}"/>
                    </a:ext>
                  </a:extLst>
                </p14:cNvPr>
                <p14:cNvContentPartPr/>
                <p14:nvPr/>
              </p14:nvContentPartPr>
              <p14:xfrm>
                <a:off x="10795605" y="810527"/>
                <a:ext cx="114840" cy="11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7ED7661-EEBB-E886-43A6-E5B67045A50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89485" y="804407"/>
                  <a:ext cx="127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0C1D416-8046-4FB6-73C6-56B721336426}"/>
                    </a:ext>
                  </a:extLst>
                </p14:cNvPr>
                <p14:cNvContentPartPr/>
                <p14:nvPr/>
              </p14:nvContentPartPr>
              <p14:xfrm>
                <a:off x="9589605" y="176927"/>
                <a:ext cx="55800" cy="1208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0C1D416-8046-4FB6-73C6-56B72133642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83485" y="170807"/>
                  <a:ext cx="68040" cy="122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8792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2028-522E-850B-8FFE-33E9BA2F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4879F-8820-4423-9D2E-729B42A67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 absolute error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Mean square error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32A88-D2A6-EAF8-3815-26356897FDD3}"/>
                  </a:ext>
                </a:extLst>
              </p:cNvPr>
              <p:cNvSpPr txBox="1"/>
              <p:nvPr/>
            </p:nvSpPr>
            <p:spPr>
              <a:xfrm>
                <a:off x="838200" y="2370708"/>
                <a:ext cx="11353800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32A88-D2A6-EAF8-3815-26356897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70708"/>
                <a:ext cx="11353800" cy="9017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C2A1E3-7E1B-B017-EDEC-3D7EB4F43648}"/>
                  </a:ext>
                </a:extLst>
              </p:cNvPr>
              <p:cNvSpPr txBox="1"/>
              <p:nvPr/>
            </p:nvSpPr>
            <p:spPr>
              <a:xfrm>
                <a:off x="838200" y="4096545"/>
                <a:ext cx="11353800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C2A1E3-7E1B-B017-EDEC-3D7EB4F43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96545"/>
                <a:ext cx="11353800" cy="90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DCC71F-A19F-7DD4-4BF3-C9D551A279FC}"/>
                  </a:ext>
                </a:extLst>
              </p14:cNvPr>
              <p14:cNvContentPartPr/>
              <p14:nvPr/>
            </p14:nvContentPartPr>
            <p14:xfrm>
              <a:off x="5081325" y="3086807"/>
              <a:ext cx="12240" cy="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DCC71F-A19F-7DD4-4BF3-C9D551A279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75205" y="3080687"/>
                <a:ext cx="2448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6207B05-1280-EDB7-E11C-60594C3B6825}"/>
                  </a:ext>
                </a:extLst>
              </p14:cNvPr>
              <p14:cNvContentPartPr/>
              <p14:nvPr/>
            </p14:nvContentPartPr>
            <p14:xfrm>
              <a:off x="5344485" y="3053327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6207B05-1280-EDB7-E11C-60594C3B68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38365" y="304720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1978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B173-F4F4-82CC-B6DA-8BBA0EC6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EC27B7E9-0AC5-EE1C-3F93-AA2CB4240405}"/>
              </a:ext>
            </a:extLst>
          </p:cNvPr>
          <p:cNvGrpSpPr/>
          <p:nvPr/>
        </p:nvGrpSpPr>
        <p:grpSpPr>
          <a:xfrm>
            <a:off x="473887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8072D1DA-8F67-A08F-0E87-32BFD7D4695F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74BED602-07A6-03F2-9CE0-20F4E1C2881C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3342C8EA-5C30-F786-ACAA-CC9EFB7451EA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95D64834-9DFE-5FF6-AD3B-899B3368825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20688089-3081-7E26-9AB2-B78DEF24FC3F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1982739D-7143-4064-25DD-F6122A7BA59D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F97CF573-FE44-404E-4EE7-1821FF17C096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A221164C-FA7A-E164-1609-0E1EF819C0A5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64C867D7-5EC0-7178-4C96-913D42EF0F8B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4F0168D8-71D7-2250-6FFC-D1D39E443F48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B8CC1DC8-2EEB-6A4A-8FBC-92B261CF2426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27239552-9BDB-A3D3-7C07-8E42CD242F60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B58A4E92-F1A8-857D-3CFE-7624E9A6CDF1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90B4D146-A7DE-9026-E798-BC5553BADFC7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FD1A579B-618E-011E-EBA6-742FADF938A0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FE1D56AF-FAF8-E2C5-212A-C2422FF10710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17635CF9-390D-DE81-1AF4-D3592FC58DF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BC006A7E-DCF9-35E5-1B72-D981DB88A88E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4FCB2F97-7150-DAC5-14EB-26D41B50F1C4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744C36BB-13BF-9629-BCAB-A70DE45EDAC7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7C4F0FC3-F865-F385-1137-3FE4B65BA89C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DE7EA0B1-E523-729E-7171-9DC25C576FC1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582CFAD5-2D7F-207B-1D48-DE7C9A4660A5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A8999601-5692-80F8-1371-F3FAE0537164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000B5B4B-7255-4C72-54BA-22F984B9A0F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46F77BE3-5166-51F5-D055-CD96794A7338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2AEDB56B-6D00-FCBA-499E-704C4B7D59A3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80CC39A6-EE52-2AEF-325C-64EEAFD096ED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4B72A89E-179F-D50B-11C9-9D9853B55CA5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76B61268-5614-17D9-5441-E1B2228BE4BE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ED45558C-3129-AB61-DA4F-B3A2C69BD663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D48DEF34-9A5D-1ED5-79C9-F858E9A1FF48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E46CFF83-3E17-4B90-AD08-DA1D0BB9797B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693419A3-FB56-C6EA-06AE-824715BA3071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923E53B7-2BA1-386C-8CD6-5D3BBF3F7204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B423505A-3E48-C652-1ABC-49111C8C00B6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62F4DA52-450A-3215-2CB5-3AC0549ABD2B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9A246E75-E859-13FF-6B2E-9AF18F044B29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A4606839-8565-11CF-6CE2-E5A10C82DE51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3C25AE53-DAF3-D574-59E5-D6E225E21552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299E35EE-4461-C840-CFBB-5D23967AE042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111071EC-B5F8-1805-6108-8EF4CE4FFB7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2E7AF522-C80F-C03B-9BCF-996C541BB669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E3D4E211-CF22-79C4-98D9-00529B30893D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0DA12D69-0A3A-905F-280D-E8DBD6F0F02A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E94E2122-F144-4516-1818-27402927BC13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AFDB56DD-5011-1523-86D9-64B9CF46BAEB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61F10A47-AC7B-6A83-9229-45649F0E0359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E6FF1D61-6340-87EE-4E1C-F72999F2F0BE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5C065965-07FE-E3EB-4A67-96436B7C34A3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60819403-C621-EDAA-1CF7-C9D6188DB6F1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69426EB5-50D2-4673-AA79-54E35E89C39E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C11BCA1D-819F-35E8-3BE6-0C4BB513B7A1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FF15A87A-FADA-1103-4C00-5D20EC6FD8A1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E6801A58-930C-B09E-CBA5-F348EF2507B8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F54518E6-AAF6-4746-ED89-19C8062AFC44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42679E1E-4D65-5279-09EB-D788B5324B17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9D72E972-1546-E908-3113-2E58EE3AD45B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1A7713CD-CA12-F514-DFDC-685EEE42FE65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CCF4EE8C-4E7D-C621-C902-BE0E06DC3D45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2498CC82-A885-09B5-3DC5-16A1EE8E73B9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64BF0CA9-4DE4-BA60-B2D4-8A03C92F54DC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3C52779C-5DCF-49CD-256F-F33096B3AFDC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3C56A641-51B8-80AB-51FC-E23B32A6A1E8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3830909B-7E1E-A786-B917-C8DD3A7D36EE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93EB8B49-4D1D-2FB0-A671-76121B07C608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9CC8844-372D-1522-6BE3-B302B1D468C8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8A2856D8-D75F-15F6-197B-1B659618B137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9BD80196-B7A9-4F16-C9AE-E43FC835ADD4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BF08A227-4F51-99CE-3AE4-875D513E1313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F9ECDCF3-77F3-4E3E-EE53-715225CCB63C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45FFFF7-6553-34FC-8D3A-5D2840BD81FB}"/>
                  </a:ext>
                </a:extLst>
              </p14:cNvPr>
              <p14:cNvContentPartPr/>
              <p14:nvPr/>
            </p14:nvContentPartPr>
            <p14:xfrm>
              <a:off x="7481445" y="2412167"/>
              <a:ext cx="293760" cy="4172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45FFFF7-6553-34FC-8D3A-5D2840BD81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5325" y="2406047"/>
                <a:ext cx="30600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55ADEDE-8B00-8DFB-D12A-8294EE6628B8}"/>
                  </a:ext>
                </a:extLst>
              </p14:cNvPr>
              <p14:cNvContentPartPr/>
              <p14:nvPr/>
            </p14:nvContentPartPr>
            <p14:xfrm>
              <a:off x="7514565" y="3925247"/>
              <a:ext cx="285120" cy="5468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55ADEDE-8B00-8DFB-D12A-8294EE6628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08445" y="3919127"/>
                <a:ext cx="297360" cy="55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9162074-1837-FAD6-8138-43DEDBD6EB90}"/>
              </a:ext>
            </a:extLst>
          </p:cNvPr>
          <p:cNvGrpSpPr/>
          <p:nvPr/>
        </p:nvGrpSpPr>
        <p:grpSpPr>
          <a:xfrm>
            <a:off x="5251245" y="312287"/>
            <a:ext cx="4745520" cy="6035760"/>
            <a:chOff x="5251245" y="312287"/>
            <a:chExt cx="4745520" cy="60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B4CD421-E39E-98F9-B40A-1B77AE7D9ED6}"/>
                    </a:ext>
                  </a:extLst>
                </p14:cNvPr>
                <p14:cNvContentPartPr/>
                <p14:nvPr/>
              </p14:nvContentPartPr>
              <p14:xfrm>
                <a:off x="6522045" y="5301167"/>
                <a:ext cx="532080" cy="640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B4CD421-E39E-98F9-B40A-1B77AE7D9E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15925" y="5295047"/>
                  <a:ext cx="54432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26F08BA-EC00-1620-958D-6401AABB4D31}"/>
                    </a:ext>
                  </a:extLst>
                </p14:cNvPr>
                <p14:cNvContentPartPr/>
                <p14:nvPr/>
              </p14:nvContentPartPr>
              <p14:xfrm>
                <a:off x="6854325" y="739247"/>
                <a:ext cx="238320" cy="240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26F08BA-EC00-1620-958D-6401AABB4D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48205" y="733127"/>
                  <a:ext cx="2505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C74CC6B-51B6-1B40-6EEB-843542162547}"/>
                    </a:ext>
                  </a:extLst>
                </p14:cNvPr>
                <p14:cNvContentPartPr/>
                <p14:nvPr/>
              </p14:nvContentPartPr>
              <p14:xfrm>
                <a:off x="7151325" y="493727"/>
                <a:ext cx="79560" cy="48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C74CC6B-51B6-1B40-6EEB-8435421625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45205" y="487607"/>
                  <a:ext cx="9180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4D8509F-BDC7-ADB7-3894-2AD64FB5C2B8}"/>
                    </a:ext>
                  </a:extLst>
                </p14:cNvPr>
                <p14:cNvContentPartPr/>
                <p14:nvPr/>
              </p14:nvContentPartPr>
              <p14:xfrm>
                <a:off x="7299285" y="748247"/>
                <a:ext cx="136080" cy="219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4D8509F-BDC7-ADB7-3894-2AD64FB5C2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93165" y="742127"/>
                  <a:ext cx="148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FA7E04D-3457-FBFC-4DE3-8AE255D24E5F}"/>
                    </a:ext>
                  </a:extLst>
                </p14:cNvPr>
                <p14:cNvContentPartPr/>
                <p14:nvPr/>
              </p14:nvContentPartPr>
              <p14:xfrm>
                <a:off x="7525725" y="760127"/>
                <a:ext cx="147960" cy="204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FA7E04D-3457-FBFC-4DE3-8AE255D24E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19605" y="754007"/>
                  <a:ext cx="160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5250DBB-EFA8-D320-A198-968F3B5CC924}"/>
                    </a:ext>
                  </a:extLst>
                </p14:cNvPr>
                <p14:cNvContentPartPr/>
                <p14:nvPr/>
              </p14:nvContentPartPr>
              <p14:xfrm>
                <a:off x="7724445" y="797567"/>
                <a:ext cx="119520" cy="172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5250DBB-EFA8-D320-A198-968F3B5CC9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18325" y="791447"/>
                  <a:ext cx="131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2DC151A-8804-B7FE-AA36-C9604ED0968D}"/>
                    </a:ext>
                  </a:extLst>
                </p14:cNvPr>
                <p14:cNvContentPartPr/>
                <p14:nvPr/>
              </p14:nvContentPartPr>
              <p14:xfrm>
                <a:off x="7969605" y="793607"/>
                <a:ext cx="22320" cy="179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2DC151A-8804-B7FE-AA36-C9604ED096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63485" y="787487"/>
                  <a:ext cx="345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F8CACA-FC5D-0638-05A3-11DB5390ECE6}"/>
                    </a:ext>
                  </a:extLst>
                </p14:cNvPr>
                <p14:cNvContentPartPr/>
                <p14:nvPr/>
              </p14:nvContentPartPr>
              <p14:xfrm>
                <a:off x="8012085" y="681647"/>
                <a:ext cx="14400" cy="81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F8CACA-FC5D-0638-05A3-11DB5390EC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05965" y="675527"/>
                  <a:ext cx="266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A58EFF7-D8D9-1852-43ED-17F08E41B9BB}"/>
                    </a:ext>
                  </a:extLst>
                </p14:cNvPr>
                <p14:cNvContentPartPr/>
                <p14:nvPr/>
              </p14:nvContentPartPr>
              <p14:xfrm>
                <a:off x="8149965" y="469967"/>
                <a:ext cx="285840" cy="831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A58EFF7-D8D9-1852-43ED-17F08E41B9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43845" y="463847"/>
                  <a:ext cx="29808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FAF263-E598-E1B4-3503-50C36CEC1DF6}"/>
                    </a:ext>
                  </a:extLst>
                </p14:cNvPr>
                <p14:cNvContentPartPr/>
                <p14:nvPr/>
              </p14:nvContentPartPr>
              <p14:xfrm>
                <a:off x="8156085" y="753287"/>
                <a:ext cx="257760" cy="18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FAF263-E598-E1B4-3503-50C36CEC1D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49965" y="747167"/>
                  <a:ext cx="270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CF541AA-D6FE-28FB-EC78-FF792514C8D0}"/>
                    </a:ext>
                  </a:extLst>
                </p14:cNvPr>
                <p14:cNvContentPartPr/>
                <p14:nvPr/>
              </p14:nvContentPartPr>
              <p14:xfrm>
                <a:off x="8485845" y="777047"/>
                <a:ext cx="7560" cy="165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CF541AA-D6FE-28FB-EC78-FF792514C8D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79725" y="770927"/>
                  <a:ext cx="19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58314A-6A49-0F5B-C8A9-B4F2EDCA11CB}"/>
                    </a:ext>
                  </a:extLst>
                </p14:cNvPr>
                <p14:cNvContentPartPr/>
                <p14:nvPr/>
              </p14:nvContentPartPr>
              <p14:xfrm>
                <a:off x="8522925" y="653567"/>
                <a:ext cx="35280" cy="117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58314A-6A49-0F5B-C8A9-B4F2EDCA11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16805" y="647447"/>
                  <a:ext cx="47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6BF78D-A0D1-1AE9-EE36-F98B62454044}"/>
                    </a:ext>
                  </a:extLst>
                </p14:cNvPr>
                <p14:cNvContentPartPr/>
                <p14:nvPr/>
              </p14:nvContentPartPr>
              <p14:xfrm>
                <a:off x="8649645" y="771647"/>
                <a:ext cx="367560" cy="218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6BF78D-A0D1-1AE9-EE36-F98B624540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43525" y="765527"/>
                  <a:ext cx="379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177E9AA-659C-DC10-8251-0C8134EBCACB}"/>
                    </a:ext>
                  </a:extLst>
                </p14:cNvPr>
                <p14:cNvContentPartPr/>
                <p14:nvPr/>
              </p14:nvContentPartPr>
              <p14:xfrm>
                <a:off x="9146445" y="625487"/>
                <a:ext cx="60480" cy="367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177E9AA-659C-DC10-8251-0C8134EBCAC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40325" y="619367"/>
                  <a:ext cx="727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3C81929-1417-C6D5-0119-DCBAAF06FFB6}"/>
                    </a:ext>
                  </a:extLst>
                </p14:cNvPr>
                <p14:cNvContentPartPr/>
                <p14:nvPr/>
              </p14:nvContentPartPr>
              <p14:xfrm>
                <a:off x="9068325" y="734927"/>
                <a:ext cx="274680" cy="42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3C81929-1417-C6D5-0119-DCBAAF06FF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62205" y="728807"/>
                  <a:ext cx="286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1B43E76-8C65-18A3-55D9-D3FA7A17AE32}"/>
                    </a:ext>
                  </a:extLst>
                </p14:cNvPr>
                <p14:cNvContentPartPr/>
                <p14:nvPr/>
              </p14:nvContentPartPr>
              <p14:xfrm>
                <a:off x="9358485" y="768407"/>
                <a:ext cx="14760" cy="187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1B43E76-8C65-18A3-55D9-D3FA7A17AE3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52365" y="762287"/>
                  <a:ext cx="27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3E9C8F4-2037-87E2-E73F-49E80C5E4075}"/>
                    </a:ext>
                  </a:extLst>
                </p14:cNvPr>
                <p14:cNvContentPartPr/>
                <p14:nvPr/>
              </p14:nvContentPartPr>
              <p14:xfrm>
                <a:off x="9457485" y="625487"/>
                <a:ext cx="5760" cy="9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3E9C8F4-2037-87E2-E73F-49E80C5E40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51365" y="619367"/>
                  <a:ext cx="18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F75EFF3-685C-F34B-AE95-570810E4526D}"/>
                    </a:ext>
                  </a:extLst>
                </p14:cNvPr>
                <p14:cNvContentPartPr/>
                <p14:nvPr/>
              </p14:nvContentPartPr>
              <p14:xfrm>
                <a:off x="9469005" y="729167"/>
                <a:ext cx="123480" cy="244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F75EFF3-685C-F34B-AE95-570810E4526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62885" y="723047"/>
                  <a:ext cx="135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EF1DADB-F62E-DD0C-6EBC-3E4C7050A90D}"/>
                    </a:ext>
                  </a:extLst>
                </p14:cNvPr>
                <p14:cNvContentPartPr/>
                <p14:nvPr/>
              </p14:nvContentPartPr>
              <p14:xfrm>
                <a:off x="9618045" y="768047"/>
                <a:ext cx="237600" cy="349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EF1DADB-F62E-DD0C-6EBC-3E4C7050A9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11925" y="761927"/>
                  <a:ext cx="249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707C48D-D622-95AD-0255-B33D52C1C631}"/>
                    </a:ext>
                  </a:extLst>
                </p14:cNvPr>
                <p14:cNvContentPartPr/>
                <p14:nvPr/>
              </p14:nvContentPartPr>
              <p14:xfrm>
                <a:off x="6602685" y="1185287"/>
                <a:ext cx="406080" cy="591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707C48D-D622-95AD-0255-B33D52C1C6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96565" y="1179167"/>
                  <a:ext cx="41832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1BED165-1275-CD10-A5D9-EC0A3B0956CC}"/>
                    </a:ext>
                  </a:extLst>
                </p14:cNvPr>
                <p14:cNvContentPartPr/>
                <p14:nvPr/>
              </p14:nvContentPartPr>
              <p14:xfrm>
                <a:off x="5266005" y="829967"/>
                <a:ext cx="1414080" cy="731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1BED165-1275-CD10-A5D9-EC0A3B0956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59885" y="823847"/>
                  <a:ext cx="142632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0985A26-7554-BFF1-5842-D1CB64FCC400}"/>
                    </a:ext>
                  </a:extLst>
                </p14:cNvPr>
                <p14:cNvContentPartPr/>
                <p14:nvPr/>
              </p14:nvContentPartPr>
              <p14:xfrm>
                <a:off x="5333325" y="1583807"/>
                <a:ext cx="1254960" cy="567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0985A26-7554-BFF1-5842-D1CB64FCC4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27205" y="1577687"/>
                  <a:ext cx="12672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1CA9BB9-430C-C9FA-68C4-1BD494833AC6}"/>
                    </a:ext>
                  </a:extLst>
                </p14:cNvPr>
                <p14:cNvContentPartPr/>
                <p14:nvPr/>
              </p14:nvContentPartPr>
              <p14:xfrm>
                <a:off x="5344125" y="4740647"/>
                <a:ext cx="1076040" cy="896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1CA9BB9-430C-C9FA-68C4-1BD494833AC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38005" y="4734527"/>
                  <a:ext cx="108828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21F2E5-D4DD-F50B-7B03-0EB96D15CA9A}"/>
                    </a:ext>
                  </a:extLst>
                </p14:cNvPr>
                <p14:cNvContentPartPr/>
                <p14:nvPr/>
              </p14:nvContentPartPr>
              <p14:xfrm>
                <a:off x="5406765" y="5766287"/>
                <a:ext cx="1136520" cy="264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21F2E5-D4DD-F50B-7B03-0EB96D15CA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00645" y="5760167"/>
                  <a:ext cx="11487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5E1C814-16C5-57BC-CE7D-6726E3CFC448}"/>
                    </a:ext>
                  </a:extLst>
                </p14:cNvPr>
                <p14:cNvContentPartPr/>
                <p14:nvPr/>
              </p14:nvContentPartPr>
              <p14:xfrm>
                <a:off x="5285805" y="917447"/>
                <a:ext cx="1278720" cy="4776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5E1C814-16C5-57BC-CE7D-6726E3CFC4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79685" y="911327"/>
                  <a:ext cx="1290960" cy="47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CA5ED43-556C-B072-E161-2048B323E212}"/>
                    </a:ext>
                  </a:extLst>
                </p14:cNvPr>
                <p14:cNvContentPartPr/>
                <p14:nvPr/>
              </p14:nvContentPartPr>
              <p14:xfrm>
                <a:off x="5251245" y="1502807"/>
                <a:ext cx="1355760" cy="4845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CA5ED43-556C-B072-E161-2048B323E2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45125" y="1496687"/>
                  <a:ext cx="1368000" cy="48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BD37ABC-A84E-C0DD-F45E-ABF0BE9770A6}"/>
                    </a:ext>
                  </a:extLst>
                </p14:cNvPr>
                <p14:cNvContentPartPr/>
                <p14:nvPr/>
              </p14:nvContentPartPr>
              <p14:xfrm>
                <a:off x="7584405" y="5215127"/>
                <a:ext cx="30240" cy="654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BD37ABC-A84E-C0DD-F45E-ABF0BE9770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78285" y="5209007"/>
                  <a:ext cx="4248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BE5ED6A-3E60-4F71-F7A9-9E65E4195A72}"/>
                    </a:ext>
                  </a:extLst>
                </p14:cNvPr>
                <p14:cNvContentPartPr/>
                <p14:nvPr/>
              </p14:nvContentPartPr>
              <p14:xfrm>
                <a:off x="7475685" y="5268047"/>
                <a:ext cx="594000" cy="616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BE5ED6A-3E60-4F71-F7A9-9E65E4195A7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69565" y="5261927"/>
                  <a:ext cx="60624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BDAA160-3789-4DD2-6672-97477BF6E8A5}"/>
                    </a:ext>
                  </a:extLst>
                </p14:cNvPr>
                <p14:cNvContentPartPr/>
                <p14:nvPr/>
              </p14:nvContentPartPr>
              <p14:xfrm>
                <a:off x="7601325" y="1306967"/>
                <a:ext cx="7560" cy="659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BDAA160-3789-4DD2-6672-97477BF6E8A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95205" y="1300847"/>
                  <a:ext cx="1980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417E807-F6B7-4271-5461-1ED355F70178}"/>
                    </a:ext>
                  </a:extLst>
                </p14:cNvPr>
                <p14:cNvContentPartPr/>
                <p14:nvPr/>
              </p14:nvContentPartPr>
              <p14:xfrm>
                <a:off x="7523925" y="1219127"/>
                <a:ext cx="372600" cy="307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417E807-F6B7-4271-5461-1ED355F7017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17805" y="1213007"/>
                  <a:ext cx="3848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6849D43-5410-03DA-F6BB-6A3BC75DE2C7}"/>
                    </a:ext>
                  </a:extLst>
                </p14:cNvPr>
                <p14:cNvContentPartPr/>
                <p14:nvPr/>
              </p14:nvContentPartPr>
              <p14:xfrm>
                <a:off x="9021525" y="1349087"/>
                <a:ext cx="40680" cy="335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6849D43-5410-03DA-F6BB-6A3BC75DE2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15405" y="1342967"/>
                  <a:ext cx="529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FD23EC5-24A7-0EEF-11BD-8FE5C4871FF1}"/>
                    </a:ext>
                  </a:extLst>
                </p14:cNvPr>
                <p14:cNvContentPartPr/>
                <p14:nvPr/>
              </p14:nvContentPartPr>
              <p14:xfrm>
                <a:off x="9200445" y="1395527"/>
                <a:ext cx="136080" cy="151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FD23EC5-24A7-0EEF-11BD-8FE5C4871F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94325" y="1389407"/>
                  <a:ext cx="148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55CB4B8-2817-56C2-1DE1-2B0753652FD5}"/>
                    </a:ext>
                  </a:extLst>
                </p14:cNvPr>
                <p14:cNvContentPartPr/>
                <p14:nvPr/>
              </p14:nvContentPartPr>
              <p14:xfrm>
                <a:off x="9435885" y="1388327"/>
                <a:ext cx="157680" cy="191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55CB4B8-2817-56C2-1DE1-2B0753652FD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29765" y="1382207"/>
                  <a:ext cx="1699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A20866D-A53B-72C9-672D-37F3D247D7ED}"/>
                    </a:ext>
                  </a:extLst>
                </p14:cNvPr>
                <p14:cNvContentPartPr/>
                <p14:nvPr/>
              </p14:nvContentPartPr>
              <p14:xfrm>
                <a:off x="9653325" y="1411727"/>
                <a:ext cx="125280" cy="201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A20866D-A53B-72C9-672D-37F3D247D7E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47205" y="1405607"/>
                  <a:ext cx="137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4E44DC0-3580-0C59-E7CE-B920EE06E6D3}"/>
                    </a:ext>
                  </a:extLst>
                </p14:cNvPr>
                <p14:cNvContentPartPr/>
                <p14:nvPr/>
              </p14:nvContentPartPr>
              <p14:xfrm>
                <a:off x="8941245" y="2408567"/>
                <a:ext cx="257400" cy="2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4E44DC0-3580-0C59-E7CE-B920EE06E6D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35125" y="2402447"/>
                  <a:ext cx="269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6BC469E-340E-4E78-6A6E-F40763F42B92}"/>
                    </a:ext>
                  </a:extLst>
                </p14:cNvPr>
                <p14:cNvContentPartPr/>
                <p14:nvPr/>
              </p14:nvContentPartPr>
              <p14:xfrm>
                <a:off x="9291165" y="2192567"/>
                <a:ext cx="246960" cy="481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6BC469E-340E-4E78-6A6E-F40763F42B9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85045" y="2186447"/>
                  <a:ext cx="25920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EB49E47-9B40-8DF7-5894-F0E2AF990FD9}"/>
                    </a:ext>
                  </a:extLst>
                </p14:cNvPr>
                <p14:cNvContentPartPr/>
                <p14:nvPr/>
              </p14:nvContentPartPr>
              <p14:xfrm>
                <a:off x="9640725" y="2279687"/>
                <a:ext cx="152640" cy="461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EB49E47-9B40-8DF7-5894-F0E2AF990FD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34605" y="2273567"/>
                  <a:ext cx="1648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921BE4-0CB9-5E4F-E4AF-E87914F9B97D}"/>
                    </a:ext>
                  </a:extLst>
                </p14:cNvPr>
                <p14:cNvContentPartPr/>
                <p14:nvPr/>
              </p14:nvContentPartPr>
              <p14:xfrm>
                <a:off x="9201885" y="3706367"/>
                <a:ext cx="213840" cy="452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921BE4-0CB9-5E4F-E4AF-E87914F9B97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95765" y="3700247"/>
                  <a:ext cx="2260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2A997D-9545-776B-82D9-7D7DF4361300}"/>
                    </a:ext>
                  </a:extLst>
                </p14:cNvPr>
                <p14:cNvContentPartPr/>
                <p14:nvPr/>
              </p14:nvContentPartPr>
              <p14:xfrm>
                <a:off x="9225645" y="3765767"/>
                <a:ext cx="323280" cy="70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2A997D-9545-776B-82D9-7D7DF436130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19525" y="3759647"/>
                  <a:ext cx="335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1237C1-2533-1151-EC29-6245DD65F95A}"/>
                    </a:ext>
                  </a:extLst>
                </p14:cNvPr>
                <p14:cNvContentPartPr/>
                <p14:nvPr/>
              </p14:nvContentPartPr>
              <p14:xfrm>
                <a:off x="9113685" y="5091287"/>
                <a:ext cx="139320" cy="273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1237C1-2533-1151-EC29-6245DD65F9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07565" y="5085167"/>
                  <a:ext cx="151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AF4C43A-1FFB-9B5E-4C6A-CFC2C9C4E3B2}"/>
                    </a:ext>
                  </a:extLst>
                </p14:cNvPr>
                <p14:cNvContentPartPr/>
                <p14:nvPr/>
              </p14:nvContentPartPr>
              <p14:xfrm>
                <a:off x="9376125" y="5083007"/>
                <a:ext cx="314280" cy="298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AF4C43A-1FFB-9B5E-4C6A-CFC2C9C4E3B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70005" y="5076887"/>
                  <a:ext cx="326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33EBB06-22F2-2B37-77C0-E4B5D90256A8}"/>
                    </a:ext>
                  </a:extLst>
                </p14:cNvPr>
                <p14:cNvContentPartPr/>
                <p14:nvPr/>
              </p14:nvContentPartPr>
              <p14:xfrm>
                <a:off x="9795885" y="4926047"/>
                <a:ext cx="16200" cy="660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33EBB06-22F2-2B37-77C0-E4B5D90256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89765" y="4919927"/>
                  <a:ext cx="2844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A9A158B-D484-96C8-825B-188161A0C9C2}"/>
                    </a:ext>
                  </a:extLst>
                </p14:cNvPr>
                <p14:cNvContentPartPr/>
                <p14:nvPr/>
              </p14:nvContentPartPr>
              <p14:xfrm>
                <a:off x="5838405" y="409487"/>
                <a:ext cx="285480" cy="369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A9A158B-D484-96C8-825B-188161A0C9C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32285" y="403367"/>
                  <a:ext cx="2977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588B24A-692F-30CD-5798-0D5952693DBF}"/>
                    </a:ext>
                  </a:extLst>
                </p14:cNvPr>
                <p14:cNvContentPartPr/>
                <p14:nvPr/>
              </p14:nvContentPartPr>
              <p14:xfrm>
                <a:off x="5756685" y="312287"/>
                <a:ext cx="439200" cy="102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588B24A-692F-30CD-5798-0D5952693D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50565" y="306167"/>
                  <a:ext cx="451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185C3E3-AE99-9950-5548-6F453B5931E7}"/>
                    </a:ext>
                  </a:extLst>
                </p14:cNvPr>
                <p14:cNvContentPartPr/>
                <p14:nvPr/>
              </p14:nvContentPartPr>
              <p14:xfrm>
                <a:off x="8777445" y="1180967"/>
                <a:ext cx="222480" cy="17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185C3E3-AE99-9950-5548-6F453B5931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71325" y="1174847"/>
                  <a:ext cx="234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2E1AFD-514E-E54F-38C0-7AE221DD04E7}"/>
                    </a:ext>
                  </a:extLst>
                </p14:cNvPr>
                <p14:cNvContentPartPr/>
                <p14:nvPr/>
              </p14:nvContentPartPr>
              <p14:xfrm>
                <a:off x="8671245" y="1219847"/>
                <a:ext cx="199080" cy="4480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2E1AFD-514E-E54F-38C0-7AE221DD04E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65125" y="1213727"/>
                  <a:ext cx="211320" cy="44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DA192FB-6740-CDEC-24EB-7CBE0BFD9A01}"/>
                    </a:ext>
                  </a:extLst>
                </p14:cNvPr>
                <p14:cNvContentPartPr/>
                <p14:nvPr/>
              </p14:nvContentPartPr>
              <p14:xfrm>
                <a:off x="9638205" y="1295087"/>
                <a:ext cx="358560" cy="4403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DA192FB-6740-CDEC-24EB-7CBE0BFD9A0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32085" y="1288967"/>
                  <a:ext cx="370800" cy="441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11A85AD-324E-CD15-5C23-105265C11873}"/>
              </a:ext>
            </a:extLst>
          </p:cNvPr>
          <p:cNvGrpSpPr/>
          <p:nvPr/>
        </p:nvGrpSpPr>
        <p:grpSpPr>
          <a:xfrm>
            <a:off x="10500045" y="1101407"/>
            <a:ext cx="1308960" cy="4767480"/>
            <a:chOff x="10500045" y="1101407"/>
            <a:chExt cx="1308960" cy="47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10930D4-7DC6-98D1-C904-00FCE716BE59}"/>
                    </a:ext>
                  </a:extLst>
                </p14:cNvPr>
                <p14:cNvContentPartPr/>
                <p14:nvPr/>
              </p14:nvContentPartPr>
              <p14:xfrm>
                <a:off x="10753485" y="1119767"/>
                <a:ext cx="137160" cy="41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10930D4-7DC6-98D1-C904-00FCE716BE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47365" y="1113647"/>
                  <a:ext cx="149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55D4628-1966-25D3-69E2-CC5556B69ADE}"/>
                    </a:ext>
                  </a:extLst>
                </p14:cNvPr>
                <p14:cNvContentPartPr/>
                <p14:nvPr/>
              </p14:nvContentPartPr>
              <p14:xfrm>
                <a:off x="10500045" y="1191767"/>
                <a:ext cx="362160" cy="4677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55D4628-1966-25D3-69E2-CC5556B69A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93925" y="1185647"/>
                  <a:ext cx="374400" cy="46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45E82AF-5257-41F0-D8E0-CA5C956ED89F}"/>
                    </a:ext>
                  </a:extLst>
                </p14:cNvPr>
                <p14:cNvContentPartPr/>
                <p14:nvPr/>
              </p14:nvContentPartPr>
              <p14:xfrm>
                <a:off x="11013405" y="1199687"/>
                <a:ext cx="113400" cy="163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45E82AF-5257-41F0-D8E0-CA5C956ED89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07285" y="1193567"/>
                  <a:ext cx="125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245B04F-42E2-C669-E712-055A53CF6F1B}"/>
                    </a:ext>
                  </a:extLst>
                </p14:cNvPr>
                <p14:cNvContentPartPr/>
                <p14:nvPr/>
              </p14:nvContentPartPr>
              <p14:xfrm>
                <a:off x="11181885" y="1292927"/>
                <a:ext cx="32040" cy="57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245B04F-42E2-C669-E712-055A53CF6F1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75765" y="1286807"/>
                  <a:ext cx="44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B9272ED-69A6-DD8C-9352-278E70F0FFF0}"/>
                    </a:ext>
                  </a:extLst>
                </p14:cNvPr>
                <p14:cNvContentPartPr/>
                <p14:nvPr/>
              </p14:nvContentPartPr>
              <p14:xfrm>
                <a:off x="11307525" y="1118327"/>
                <a:ext cx="111600" cy="395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B9272ED-69A6-DD8C-9352-278E70F0FF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01405" y="1112207"/>
                  <a:ext cx="1238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EFFB03-7322-30DE-4B23-C0E35F3CDBEC}"/>
                    </a:ext>
                  </a:extLst>
                </p14:cNvPr>
                <p14:cNvContentPartPr/>
                <p14:nvPr/>
              </p14:nvContentPartPr>
              <p14:xfrm>
                <a:off x="11444325" y="1160807"/>
                <a:ext cx="157680" cy="28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EFFB03-7322-30DE-4B23-C0E35F3CDB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438205" y="1154687"/>
                  <a:ext cx="169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BFFE3B1-B269-F6BC-F86E-C419AC15D37F}"/>
                    </a:ext>
                  </a:extLst>
                </p14:cNvPr>
                <p14:cNvContentPartPr/>
                <p14:nvPr/>
              </p14:nvContentPartPr>
              <p14:xfrm>
                <a:off x="11271885" y="1101407"/>
                <a:ext cx="537120" cy="47340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BFFE3B1-B269-F6BC-F86E-C419AC15D3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265765" y="1095287"/>
                  <a:ext cx="549360" cy="47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59CFD3C-E88A-0A3F-04E3-09BEADBD934A}"/>
                    </a:ext>
                  </a:extLst>
                </p14:cNvPr>
                <p14:cNvContentPartPr/>
                <p14:nvPr/>
              </p14:nvContentPartPr>
              <p14:xfrm>
                <a:off x="10883085" y="2223527"/>
                <a:ext cx="66240" cy="167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59CFD3C-E88A-0A3F-04E3-09BEADBD93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76965" y="2217407"/>
                  <a:ext cx="78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5D2F10C-614B-40E5-5451-9D974F6CCE87}"/>
                    </a:ext>
                  </a:extLst>
                </p14:cNvPr>
                <p14:cNvContentPartPr/>
                <p14:nvPr/>
              </p14:nvContentPartPr>
              <p14:xfrm>
                <a:off x="11049405" y="2332967"/>
                <a:ext cx="14400" cy="28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5D2F10C-614B-40E5-5451-9D974F6CCE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43285" y="2326847"/>
                  <a:ext cx="26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00E91C9-3307-21C0-535A-ED1C34B1B108}"/>
                    </a:ext>
                  </a:extLst>
                </p14:cNvPr>
                <p14:cNvContentPartPr/>
                <p14:nvPr/>
              </p14:nvContentPartPr>
              <p14:xfrm>
                <a:off x="11163885" y="2217767"/>
                <a:ext cx="112680" cy="129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00E91C9-3307-21C0-535A-ED1C34B1B10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57765" y="2211647"/>
                  <a:ext cx="124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53EB6FF-84A6-98A3-5E19-B226130F99F4}"/>
                    </a:ext>
                  </a:extLst>
                </p14:cNvPr>
                <p14:cNvContentPartPr/>
                <p14:nvPr/>
              </p14:nvContentPartPr>
              <p14:xfrm>
                <a:off x="11377005" y="2164487"/>
                <a:ext cx="6480" cy="239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53EB6FF-84A6-98A3-5E19-B226130F99F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70885" y="2158367"/>
                  <a:ext cx="18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6BE7B01-66E6-7480-4C79-76E104EFF228}"/>
                    </a:ext>
                  </a:extLst>
                </p14:cNvPr>
                <p14:cNvContentPartPr/>
                <p14:nvPr/>
              </p14:nvContentPartPr>
              <p14:xfrm>
                <a:off x="10723605" y="3549767"/>
                <a:ext cx="99000" cy="196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6BE7B01-66E6-7480-4C79-76E104EFF2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717485" y="3543647"/>
                  <a:ext cx="111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5935239-A62F-DF2C-7891-A573405B8831}"/>
                    </a:ext>
                  </a:extLst>
                </p14:cNvPr>
                <p14:cNvContentPartPr/>
                <p14:nvPr/>
              </p14:nvContentPartPr>
              <p14:xfrm>
                <a:off x="10927725" y="3661727"/>
                <a:ext cx="360" cy="18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5935239-A62F-DF2C-7891-A573405B88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921605" y="3655607"/>
                  <a:ext cx="12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5C2E740-9E28-0F77-59D3-6D581DE723D4}"/>
                    </a:ext>
                  </a:extLst>
                </p14:cNvPr>
                <p14:cNvContentPartPr/>
                <p14:nvPr/>
              </p14:nvContentPartPr>
              <p14:xfrm>
                <a:off x="11018085" y="3566327"/>
                <a:ext cx="82800" cy="156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5C2E740-9E28-0F77-59D3-6D581DE723D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11965" y="3560207"/>
                  <a:ext cx="95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14CE45E-F664-6943-3886-C0E30DFB56AE}"/>
                    </a:ext>
                  </a:extLst>
                </p14:cNvPr>
                <p14:cNvContentPartPr/>
                <p14:nvPr/>
              </p14:nvContentPartPr>
              <p14:xfrm>
                <a:off x="11181885" y="3462647"/>
                <a:ext cx="135720" cy="2412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14CE45E-F664-6943-3886-C0E30DFB56A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175765" y="3456527"/>
                  <a:ext cx="1479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664F44C-469E-0799-13B9-7360D040B8CC}"/>
              </a:ext>
            </a:extLst>
          </p:cNvPr>
          <p:cNvGrpSpPr/>
          <p:nvPr/>
        </p:nvGrpSpPr>
        <p:grpSpPr>
          <a:xfrm>
            <a:off x="10680405" y="5081207"/>
            <a:ext cx="372240" cy="236520"/>
            <a:chOff x="10680405" y="5081207"/>
            <a:chExt cx="37224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257D917-332B-E99A-D954-FD97933E3828}"/>
                    </a:ext>
                  </a:extLst>
                </p14:cNvPr>
                <p14:cNvContentPartPr/>
                <p14:nvPr/>
              </p14:nvContentPartPr>
              <p14:xfrm>
                <a:off x="10680405" y="5081207"/>
                <a:ext cx="146160" cy="236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257D917-332B-E99A-D954-FD97933E38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74285" y="5075087"/>
                  <a:ext cx="1584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1224F21-B6DF-1612-DB3C-68F6E103F8B9}"/>
                    </a:ext>
                  </a:extLst>
                </p14:cNvPr>
                <p14:cNvContentPartPr/>
                <p14:nvPr/>
              </p14:nvContentPartPr>
              <p14:xfrm>
                <a:off x="10874445" y="5256167"/>
                <a:ext cx="7200" cy="6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1224F21-B6DF-1612-DB3C-68F6E103F8B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68325" y="5250047"/>
                  <a:ext cx="19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C18AED6-1B62-9FDC-FA97-2D6265FDDF33}"/>
                    </a:ext>
                  </a:extLst>
                </p14:cNvPr>
                <p14:cNvContentPartPr/>
                <p14:nvPr/>
              </p14:nvContentPartPr>
              <p14:xfrm>
                <a:off x="10969485" y="5128727"/>
                <a:ext cx="83160" cy="171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C18AED6-1B62-9FDC-FA97-2D6265FDDF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963365" y="5122607"/>
                  <a:ext cx="9540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4DFE768-9CBE-10C5-93CF-95AC3ADBF1FA}"/>
                  </a:ext>
                </a:extLst>
              </p14:cNvPr>
              <p14:cNvContentPartPr/>
              <p14:nvPr/>
            </p14:nvContentPartPr>
            <p14:xfrm>
              <a:off x="11179725" y="5071847"/>
              <a:ext cx="237240" cy="2221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4DFE768-9CBE-10C5-93CF-95AC3ADBF1F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173605" y="5065727"/>
                <a:ext cx="24948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86BEB0D-C403-7B6F-2D62-B929892287CA}"/>
              </a:ext>
            </a:extLst>
          </p:cNvPr>
          <p:cNvGrpSpPr/>
          <p:nvPr/>
        </p:nvGrpSpPr>
        <p:grpSpPr>
          <a:xfrm>
            <a:off x="10493925" y="219047"/>
            <a:ext cx="696240" cy="358560"/>
            <a:chOff x="10493925" y="219047"/>
            <a:chExt cx="69624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3F4D704-1C17-F7F8-1A32-86621745C400}"/>
                    </a:ext>
                  </a:extLst>
                </p14:cNvPr>
                <p14:cNvContentPartPr/>
                <p14:nvPr/>
              </p14:nvContentPartPr>
              <p14:xfrm>
                <a:off x="10493925" y="219047"/>
                <a:ext cx="157320" cy="358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3F4D704-1C17-F7F8-1A32-86621745C40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87805" y="212927"/>
                  <a:ext cx="1695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D7D3BDB-E446-E9F9-750A-F3A5B974EF8D}"/>
                    </a:ext>
                  </a:extLst>
                </p14:cNvPr>
                <p14:cNvContentPartPr/>
                <p14:nvPr/>
              </p14:nvContentPartPr>
              <p14:xfrm>
                <a:off x="10698045" y="370607"/>
                <a:ext cx="171360" cy="177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D7D3BDB-E446-E9F9-750A-F3A5B974EF8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691925" y="364487"/>
                  <a:ext cx="183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C7D6C82-1B7D-BBDD-90C3-F53AD2C9376E}"/>
                    </a:ext>
                  </a:extLst>
                </p14:cNvPr>
                <p14:cNvContentPartPr/>
                <p14:nvPr/>
              </p14:nvContentPartPr>
              <p14:xfrm>
                <a:off x="10883085" y="380687"/>
                <a:ext cx="307080" cy="184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C7D6C82-1B7D-BBDD-90C3-F53AD2C937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76965" y="374567"/>
                  <a:ext cx="31932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647EF7-DB95-AB86-B4F5-D4BD89276A14}"/>
              </a:ext>
            </a:extLst>
          </p:cNvPr>
          <p:cNvGrpSpPr/>
          <p:nvPr/>
        </p:nvGrpSpPr>
        <p:grpSpPr>
          <a:xfrm>
            <a:off x="11368365" y="222287"/>
            <a:ext cx="306360" cy="281160"/>
            <a:chOff x="11368365" y="222287"/>
            <a:chExt cx="30636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17CFF93-70B5-F635-F952-37D1A13B3607}"/>
                    </a:ext>
                  </a:extLst>
                </p14:cNvPr>
                <p14:cNvContentPartPr/>
                <p14:nvPr/>
              </p14:nvContentPartPr>
              <p14:xfrm>
                <a:off x="11391405" y="320207"/>
                <a:ext cx="87840" cy="8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17CFF93-70B5-F635-F952-37D1A13B360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385285" y="314087"/>
                  <a:ext cx="100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B667EC3-373D-21A2-556E-4E03FA7E5AE2}"/>
                    </a:ext>
                  </a:extLst>
                </p14:cNvPr>
                <p14:cNvContentPartPr/>
                <p14:nvPr/>
              </p14:nvContentPartPr>
              <p14:xfrm>
                <a:off x="11368365" y="404807"/>
                <a:ext cx="165960" cy="34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B667EC3-373D-21A2-556E-4E03FA7E5A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62245" y="398687"/>
                  <a:ext cx="178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EA2105F-9DFA-BC0A-9F2A-226FC22BBD3F}"/>
                    </a:ext>
                  </a:extLst>
                </p14:cNvPr>
                <p14:cNvContentPartPr/>
                <p14:nvPr/>
              </p14:nvContentPartPr>
              <p14:xfrm>
                <a:off x="11650605" y="222287"/>
                <a:ext cx="24120" cy="281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EA2105F-9DFA-BC0A-9F2A-226FC22BBD3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44485" y="216167"/>
                  <a:ext cx="3636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58AE8E0-80C3-4743-E31F-2FCC8080FC16}"/>
                  </a:ext>
                </a:extLst>
              </p14:cNvPr>
              <p14:cNvContentPartPr/>
              <p14:nvPr/>
            </p14:nvContentPartPr>
            <p14:xfrm>
              <a:off x="8023245" y="1546727"/>
              <a:ext cx="14760" cy="75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58AE8E0-80C3-4743-E31F-2FCC8080FC1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017125" y="1540607"/>
                <a:ext cx="27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8F14CC8-5DC1-1EFA-4A22-A054DB794807}"/>
                  </a:ext>
                </a:extLst>
              </p14:cNvPr>
              <p14:cNvContentPartPr/>
              <p14:nvPr/>
            </p14:nvContentPartPr>
            <p14:xfrm>
              <a:off x="7942245" y="2664527"/>
              <a:ext cx="55800" cy="190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8F14CC8-5DC1-1EFA-4A22-A054DB79480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36125" y="2658407"/>
                <a:ext cx="68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0E0E1CD-D552-E5A2-F764-CA31CE3072F7}"/>
                  </a:ext>
                </a:extLst>
              </p14:cNvPr>
              <p14:cNvContentPartPr/>
              <p14:nvPr/>
            </p14:nvContentPartPr>
            <p14:xfrm>
              <a:off x="7992285" y="4104527"/>
              <a:ext cx="11160" cy="180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0E0E1CD-D552-E5A2-F764-CA31CE3072F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986165" y="4098407"/>
                <a:ext cx="234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35044A6-6A59-1584-9BA6-B742DB9FF52D}"/>
                  </a:ext>
                </a:extLst>
              </p14:cNvPr>
              <p14:cNvContentPartPr/>
              <p14:nvPr/>
            </p14:nvContentPartPr>
            <p14:xfrm>
              <a:off x="8246445" y="5425007"/>
              <a:ext cx="87480" cy="946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35044A6-6A59-1584-9BA6-B742DB9FF52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240325" y="5418887"/>
                <a:ext cx="99720" cy="10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7652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4AC3-34A9-2A65-CB20-EBD826AA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for </a:t>
            </a:r>
            <a:r>
              <a:rPr lang="en-US" dirty="0" err="1"/>
              <a:t>y_pred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C668D6-2344-5BCC-D139-E68BF044A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795" y="1825625"/>
            <a:ext cx="8458410" cy="435133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CD4ACF0-E4B4-7D6E-CEA2-184B3076EC1B}"/>
              </a:ext>
            </a:extLst>
          </p:cNvPr>
          <p:cNvGrpSpPr/>
          <p:nvPr/>
        </p:nvGrpSpPr>
        <p:grpSpPr>
          <a:xfrm>
            <a:off x="6346725" y="586247"/>
            <a:ext cx="3195720" cy="803880"/>
            <a:chOff x="6346725" y="586247"/>
            <a:chExt cx="319572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14E5A5B-919C-FEA4-4DE8-D51D93613EEB}"/>
                    </a:ext>
                  </a:extLst>
                </p14:cNvPr>
                <p14:cNvContentPartPr/>
                <p14:nvPr/>
              </p14:nvContentPartPr>
              <p14:xfrm>
                <a:off x="6346725" y="914207"/>
                <a:ext cx="288000" cy="272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14E5A5B-919C-FEA4-4DE8-D51D93613EE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40605" y="908087"/>
                  <a:ext cx="3002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E613EFD-6272-DDA2-9680-FD68E32AD66A}"/>
                    </a:ext>
                  </a:extLst>
                </p14:cNvPr>
                <p14:cNvContentPartPr/>
                <p14:nvPr/>
              </p14:nvContentPartPr>
              <p14:xfrm>
                <a:off x="6699525" y="667607"/>
                <a:ext cx="59760" cy="496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E613EFD-6272-DDA2-9680-FD68E32AD6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93405" y="661487"/>
                  <a:ext cx="7200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EF5E2D-8B25-02E9-9AFD-FD8308A958F0}"/>
                    </a:ext>
                  </a:extLst>
                </p14:cNvPr>
                <p14:cNvContentPartPr/>
                <p14:nvPr/>
              </p14:nvContentPartPr>
              <p14:xfrm>
                <a:off x="6812565" y="903407"/>
                <a:ext cx="434160" cy="212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EF5E2D-8B25-02E9-9AFD-FD8308A958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06445" y="897287"/>
                  <a:ext cx="446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86F083-8329-7393-2C19-748CF14D89C1}"/>
                    </a:ext>
                  </a:extLst>
                </p14:cNvPr>
                <p14:cNvContentPartPr/>
                <p14:nvPr/>
              </p14:nvContentPartPr>
              <p14:xfrm>
                <a:off x="7283805" y="914207"/>
                <a:ext cx="141120" cy="210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86F083-8329-7393-2C19-748CF14D89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77685" y="908087"/>
                  <a:ext cx="153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020347-5EAF-75EF-8CD0-83D50C00A958}"/>
                    </a:ext>
                  </a:extLst>
                </p14:cNvPr>
                <p14:cNvContentPartPr/>
                <p14:nvPr/>
              </p14:nvContentPartPr>
              <p14:xfrm>
                <a:off x="7492605" y="950567"/>
                <a:ext cx="39600" cy="168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020347-5EAF-75EF-8CD0-83D50C00A95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86485" y="944447"/>
                  <a:ext cx="51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8EB9463-474F-DC62-4C1B-0D9D64296BD2}"/>
                    </a:ext>
                  </a:extLst>
                </p14:cNvPr>
                <p14:cNvContentPartPr/>
                <p14:nvPr/>
              </p14:nvContentPartPr>
              <p14:xfrm>
                <a:off x="7526805" y="799367"/>
                <a:ext cx="84240" cy="188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8EB9463-474F-DC62-4C1B-0D9D64296BD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20685" y="793247"/>
                  <a:ext cx="96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0F4963-84BD-EA65-103B-69B1A7A54938}"/>
                    </a:ext>
                  </a:extLst>
                </p14:cNvPr>
                <p14:cNvContentPartPr/>
                <p14:nvPr/>
              </p14:nvContentPartPr>
              <p14:xfrm>
                <a:off x="7703925" y="586247"/>
                <a:ext cx="294120" cy="803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0F4963-84BD-EA65-103B-69B1A7A549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97805" y="580127"/>
                  <a:ext cx="30636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A7306A-BAA8-47CE-EA2A-E10CBD9562F1}"/>
                    </a:ext>
                  </a:extLst>
                </p14:cNvPr>
                <p14:cNvContentPartPr/>
                <p14:nvPr/>
              </p14:nvContentPartPr>
              <p14:xfrm>
                <a:off x="7617165" y="903407"/>
                <a:ext cx="384120" cy="47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A7306A-BAA8-47CE-EA2A-E10CBD9562F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11045" y="897287"/>
                  <a:ext cx="396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176681-D347-636A-B55B-0302A7EFA3A6}"/>
                    </a:ext>
                  </a:extLst>
                </p14:cNvPr>
                <p14:cNvContentPartPr/>
                <p14:nvPr/>
              </p14:nvContentPartPr>
              <p14:xfrm>
                <a:off x="7994445" y="925367"/>
                <a:ext cx="43560" cy="186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176681-D347-636A-B55B-0302A7EFA3A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88325" y="919247"/>
                  <a:ext cx="55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444FAD-582B-BE5D-246F-57E9A1E71D29}"/>
                    </a:ext>
                  </a:extLst>
                </p14:cNvPr>
                <p14:cNvContentPartPr/>
                <p14:nvPr/>
              </p14:nvContentPartPr>
              <p14:xfrm>
                <a:off x="8057445" y="709727"/>
                <a:ext cx="2484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444FAD-582B-BE5D-246F-57E9A1E71D2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51325" y="703607"/>
                  <a:ext cx="37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945054-EAC6-7DC9-78CF-C051DF0C58E8}"/>
                    </a:ext>
                  </a:extLst>
                </p14:cNvPr>
                <p14:cNvContentPartPr/>
                <p14:nvPr/>
              </p14:nvContentPartPr>
              <p14:xfrm>
                <a:off x="8183805" y="784607"/>
                <a:ext cx="613080" cy="39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945054-EAC6-7DC9-78CF-C051DF0C58E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77685" y="778487"/>
                  <a:ext cx="6253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7E9947-503D-2F3D-D45E-FD925BD88024}"/>
                    </a:ext>
                  </a:extLst>
                </p14:cNvPr>
                <p14:cNvContentPartPr/>
                <p14:nvPr/>
              </p14:nvContentPartPr>
              <p14:xfrm>
                <a:off x="8599605" y="925367"/>
                <a:ext cx="269640" cy="53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7E9947-503D-2F3D-D45E-FD925BD8802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93485" y="919247"/>
                  <a:ext cx="281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7761A2-6346-4D25-F4A6-489B060B8AC4}"/>
                    </a:ext>
                  </a:extLst>
                </p14:cNvPr>
                <p14:cNvContentPartPr/>
                <p14:nvPr/>
              </p14:nvContentPartPr>
              <p14:xfrm>
                <a:off x="9044925" y="765527"/>
                <a:ext cx="3600" cy="14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7761A2-6346-4D25-F4A6-489B060B8AC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038805" y="759407"/>
                  <a:ext cx="15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11563C-6B18-1632-2EDE-2B4CDE262F49}"/>
                    </a:ext>
                  </a:extLst>
                </p14:cNvPr>
                <p14:cNvContentPartPr/>
                <p14:nvPr/>
              </p14:nvContentPartPr>
              <p14:xfrm>
                <a:off x="9064005" y="966407"/>
                <a:ext cx="184680" cy="258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11563C-6B18-1632-2EDE-2B4CDE262F4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57885" y="960287"/>
                  <a:ext cx="196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FB9B4B-F5FE-848F-2E48-258414AE43B1}"/>
                    </a:ext>
                  </a:extLst>
                </p14:cNvPr>
                <p14:cNvContentPartPr/>
                <p14:nvPr/>
              </p14:nvContentPartPr>
              <p14:xfrm>
                <a:off x="8927205" y="998447"/>
                <a:ext cx="36720" cy="19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FB9B4B-F5FE-848F-2E48-258414AE43B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21085" y="992327"/>
                  <a:ext cx="48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D350270-B49F-B6B7-EC07-9863BDE1C42E}"/>
                    </a:ext>
                  </a:extLst>
                </p14:cNvPr>
                <p14:cNvContentPartPr/>
                <p14:nvPr/>
              </p14:nvContentPartPr>
              <p14:xfrm>
                <a:off x="9335805" y="970007"/>
                <a:ext cx="206640" cy="287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D350270-B49F-B6B7-EC07-9863BDE1C42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29685" y="963887"/>
                  <a:ext cx="218880" cy="29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307811A-653C-5743-E574-FB5AC932557A}"/>
                  </a:ext>
                </a:extLst>
              </p14:cNvPr>
              <p14:cNvContentPartPr/>
              <p14:nvPr/>
            </p14:nvContentPartPr>
            <p14:xfrm>
              <a:off x="6753165" y="1777847"/>
              <a:ext cx="294840" cy="333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307811A-653C-5743-E574-FB5AC932557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47045" y="1771727"/>
                <a:ext cx="30708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A851C73-1F0A-0B09-C49E-0515DF7C64BD}"/>
                  </a:ext>
                </a:extLst>
              </p14:cNvPr>
              <p14:cNvContentPartPr/>
              <p14:nvPr/>
            </p14:nvContentPartPr>
            <p14:xfrm>
              <a:off x="9039525" y="4073207"/>
              <a:ext cx="721080" cy="327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A851C73-1F0A-0B09-C49E-0515DF7C64B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33405" y="4067087"/>
                <a:ext cx="7333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1B280E6B-BEB1-EC29-B587-A93BFC38F1AE}"/>
              </a:ext>
            </a:extLst>
          </p:cNvPr>
          <p:cNvGrpSpPr/>
          <p:nvPr/>
        </p:nvGrpSpPr>
        <p:grpSpPr>
          <a:xfrm>
            <a:off x="341925" y="2735447"/>
            <a:ext cx="2523240" cy="3517920"/>
            <a:chOff x="341925" y="2735447"/>
            <a:chExt cx="2523240" cy="351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1B6D51-21C8-1FE0-809C-DD082A12955B}"/>
                    </a:ext>
                  </a:extLst>
                </p14:cNvPr>
                <p14:cNvContentPartPr/>
                <p14:nvPr/>
              </p14:nvContentPartPr>
              <p14:xfrm>
                <a:off x="2156685" y="2735447"/>
                <a:ext cx="672120" cy="701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1B6D51-21C8-1FE0-809C-DD082A12955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50565" y="2729327"/>
                  <a:ext cx="6843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07400C8-8DF0-70A0-0648-65B8002C01AD}"/>
                    </a:ext>
                  </a:extLst>
                </p14:cNvPr>
                <p14:cNvContentPartPr/>
                <p14:nvPr/>
              </p14:nvContentPartPr>
              <p14:xfrm>
                <a:off x="2105565" y="3475247"/>
                <a:ext cx="666000" cy="791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07400C8-8DF0-70A0-0648-65B8002C01A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99445" y="3469127"/>
                  <a:ext cx="67824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337328-46D7-D1C6-62A4-809266553C4A}"/>
                    </a:ext>
                  </a:extLst>
                </p14:cNvPr>
                <p14:cNvContentPartPr/>
                <p14:nvPr/>
              </p14:nvContentPartPr>
              <p14:xfrm>
                <a:off x="2112405" y="4148087"/>
                <a:ext cx="685080" cy="733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337328-46D7-D1C6-62A4-809266553C4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06285" y="4141967"/>
                  <a:ext cx="69732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06BE83-CA70-BE99-9961-90B37E3C6B33}"/>
                    </a:ext>
                  </a:extLst>
                </p14:cNvPr>
                <p14:cNvContentPartPr/>
                <p14:nvPr/>
              </p14:nvContentPartPr>
              <p14:xfrm>
                <a:off x="2146605" y="4829567"/>
                <a:ext cx="623880" cy="67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06BE83-CA70-BE99-9961-90B37E3C6B3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40485" y="4823447"/>
                  <a:ext cx="63612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383A54-4FD8-BC62-9D15-E5522EB91603}"/>
                    </a:ext>
                  </a:extLst>
                </p14:cNvPr>
                <p14:cNvContentPartPr/>
                <p14:nvPr/>
              </p14:nvContentPartPr>
              <p14:xfrm>
                <a:off x="2180805" y="5483687"/>
                <a:ext cx="684360" cy="769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383A54-4FD8-BC62-9D15-E5522EB916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74685" y="5477567"/>
                  <a:ext cx="69660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98628D-15DD-7EBE-3890-7E38FAD8661D}"/>
                    </a:ext>
                  </a:extLst>
                </p14:cNvPr>
                <p14:cNvContentPartPr/>
                <p14:nvPr/>
              </p14:nvContentPartPr>
              <p14:xfrm>
                <a:off x="341925" y="3874847"/>
                <a:ext cx="50040" cy="515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98628D-15DD-7EBE-3890-7E38FAD866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5805" y="3868727"/>
                  <a:ext cx="6228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BD8B963-272C-D488-EC3F-196DF5379151}"/>
                    </a:ext>
                  </a:extLst>
                </p14:cNvPr>
                <p14:cNvContentPartPr/>
                <p14:nvPr/>
              </p14:nvContentPartPr>
              <p14:xfrm>
                <a:off x="343005" y="3812567"/>
                <a:ext cx="431640" cy="576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BD8B963-272C-D488-EC3F-196DF53791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36885" y="3806447"/>
                  <a:ext cx="44388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716384-B6CF-6C65-67C5-E736565B7095}"/>
                    </a:ext>
                  </a:extLst>
                </p14:cNvPr>
                <p14:cNvContentPartPr/>
                <p14:nvPr/>
              </p14:nvContentPartPr>
              <p14:xfrm>
                <a:off x="1028805" y="4144127"/>
                <a:ext cx="378360" cy="22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716384-B6CF-6C65-67C5-E736565B709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2685" y="4138007"/>
                  <a:ext cx="390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749BFC-5A31-0876-3B0A-31DE6A273DEE}"/>
                    </a:ext>
                  </a:extLst>
                </p14:cNvPr>
                <p14:cNvContentPartPr/>
                <p14:nvPr/>
              </p14:nvContentPartPr>
              <p14:xfrm>
                <a:off x="1367925" y="4009127"/>
                <a:ext cx="304920" cy="250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749BFC-5A31-0876-3B0A-31DE6A273DE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61805" y="4003007"/>
                  <a:ext cx="31716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9DD575E-7DDE-5325-BDA1-E6422A9BB5FA}"/>
              </a:ext>
            </a:extLst>
          </p:cNvPr>
          <p:cNvGrpSpPr/>
          <p:nvPr/>
        </p:nvGrpSpPr>
        <p:grpSpPr>
          <a:xfrm>
            <a:off x="2533605" y="6177767"/>
            <a:ext cx="384120" cy="663480"/>
            <a:chOff x="2533605" y="6177767"/>
            <a:chExt cx="384120" cy="66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228380-5FE3-A100-7406-D032E0350443}"/>
                    </a:ext>
                  </a:extLst>
                </p14:cNvPr>
                <p14:cNvContentPartPr/>
                <p14:nvPr/>
              </p14:nvContentPartPr>
              <p14:xfrm>
                <a:off x="2565285" y="6271727"/>
                <a:ext cx="240480" cy="569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228380-5FE3-A100-7406-D032E035044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559165" y="6265607"/>
                  <a:ext cx="25272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755C9F-6D95-D815-A79F-29E4FDC5DB89}"/>
                    </a:ext>
                  </a:extLst>
                </p14:cNvPr>
                <p14:cNvContentPartPr/>
                <p14:nvPr/>
              </p14:nvContentPartPr>
              <p14:xfrm>
                <a:off x="2533605" y="6177767"/>
                <a:ext cx="384120" cy="118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755C9F-6D95-D815-A79F-29E4FDC5DB8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27485" y="6171647"/>
                  <a:ext cx="39636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F0ED60D-40A1-D9FE-E458-2249F8510EEC}"/>
                  </a:ext>
                </a:extLst>
              </p14:cNvPr>
              <p14:cNvContentPartPr/>
              <p14:nvPr/>
            </p14:nvContentPartPr>
            <p14:xfrm>
              <a:off x="8161845" y="4000847"/>
              <a:ext cx="1954440" cy="68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F0ED60D-40A1-D9FE-E458-2249F8510EE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155725" y="3994727"/>
                <a:ext cx="19666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E86C455-8DED-0D0D-5919-2E6069B0945B}"/>
                  </a:ext>
                </a:extLst>
              </p14:cNvPr>
              <p14:cNvContentPartPr/>
              <p14:nvPr/>
            </p14:nvContentPartPr>
            <p14:xfrm>
              <a:off x="8371005" y="5730647"/>
              <a:ext cx="360" cy="129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E86C455-8DED-0D0D-5919-2E6069B0945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364885" y="5724527"/>
                <a:ext cx="126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A6FC5C3-3D0C-8C8A-F3FD-A21B73CE458A}"/>
                  </a:ext>
                </a:extLst>
              </p14:cNvPr>
              <p14:cNvContentPartPr/>
              <p14:nvPr/>
            </p14:nvContentPartPr>
            <p14:xfrm>
              <a:off x="13016805" y="3409367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A6FC5C3-3D0C-8C8A-F3FD-A21B73CE458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3010685" y="340324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E3F7E658-9258-763B-E5D0-4C7D2D0FCEBE}"/>
              </a:ext>
            </a:extLst>
          </p:cNvPr>
          <p:cNvGrpSpPr/>
          <p:nvPr/>
        </p:nvGrpSpPr>
        <p:grpSpPr>
          <a:xfrm>
            <a:off x="10950765" y="3605567"/>
            <a:ext cx="678240" cy="441360"/>
            <a:chOff x="10950765" y="3605567"/>
            <a:chExt cx="67824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4E47D9C-3959-C75D-E8AA-A4AD6F7769B9}"/>
                    </a:ext>
                  </a:extLst>
                </p14:cNvPr>
                <p14:cNvContentPartPr/>
                <p14:nvPr/>
              </p14:nvContentPartPr>
              <p14:xfrm>
                <a:off x="10950765" y="3694847"/>
                <a:ext cx="150840" cy="22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4E47D9C-3959-C75D-E8AA-A4AD6F7769B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44645" y="3688727"/>
                  <a:ext cx="163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3EE2EAA-E7E0-DCD5-304E-0C418FBEA403}"/>
                    </a:ext>
                  </a:extLst>
                </p14:cNvPr>
                <p14:cNvContentPartPr/>
                <p14:nvPr/>
              </p14:nvContentPartPr>
              <p14:xfrm>
                <a:off x="11176485" y="3804647"/>
                <a:ext cx="73440" cy="110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3EE2EAA-E7E0-DCD5-304E-0C418FBEA40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70365" y="3798527"/>
                  <a:ext cx="856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B3DE919-19EA-0478-A982-F19752696E23}"/>
                    </a:ext>
                  </a:extLst>
                </p14:cNvPr>
                <p14:cNvContentPartPr/>
                <p14:nvPr/>
              </p14:nvContentPartPr>
              <p14:xfrm>
                <a:off x="11313285" y="3605567"/>
                <a:ext cx="215640" cy="441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B3DE919-19EA-0478-A982-F19752696E2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307165" y="3599447"/>
                  <a:ext cx="2278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8283170-091D-E21B-B91D-C8DB49CB1D2C}"/>
                    </a:ext>
                  </a:extLst>
                </p14:cNvPr>
                <p14:cNvContentPartPr/>
                <p14:nvPr/>
              </p14:nvContentPartPr>
              <p14:xfrm>
                <a:off x="11346045" y="3684407"/>
                <a:ext cx="282960" cy="30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8283170-091D-E21B-B91D-C8DB49CB1D2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339925" y="3678287"/>
                  <a:ext cx="29520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C9A5DE2-7B0E-8245-76A2-28CC6024A555}"/>
                  </a:ext>
                </a:extLst>
              </p14:cNvPr>
              <p14:cNvContentPartPr/>
              <p14:nvPr/>
            </p14:nvContentPartPr>
            <p14:xfrm>
              <a:off x="9392685" y="4057007"/>
              <a:ext cx="372240" cy="86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C9A5DE2-7B0E-8245-76A2-28CC6024A55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386565" y="4050887"/>
                <a:ext cx="38448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7F313D8-7260-662E-2823-F6459CD55619}"/>
              </a:ext>
            </a:extLst>
          </p:cNvPr>
          <p:cNvGrpSpPr/>
          <p:nvPr/>
        </p:nvGrpSpPr>
        <p:grpSpPr>
          <a:xfrm>
            <a:off x="7788525" y="2746967"/>
            <a:ext cx="862920" cy="3965760"/>
            <a:chOff x="7788525" y="2746967"/>
            <a:chExt cx="862920" cy="39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237099-43E3-C2F6-AE48-BC84A7DB6CB7}"/>
                    </a:ext>
                  </a:extLst>
                </p14:cNvPr>
                <p14:cNvContentPartPr/>
                <p14:nvPr/>
              </p14:nvContentPartPr>
              <p14:xfrm>
                <a:off x="8432565" y="4934687"/>
                <a:ext cx="23040" cy="447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237099-43E3-C2F6-AE48-BC84A7DB6CB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26445" y="4928567"/>
                  <a:ext cx="352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C394DB-AB1A-6003-9CF7-CAE765717AD4}"/>
                    </a:ext>
                  </a:extLst>
                </p14:cNvPr>
                <p14:cNvContentPartPr/>
                <p14:nvPr/>
              </p14:nvContentPartPr>
              <p14:xfrm>
                <a:off x="8308725" y="4905527"/>
                <a:ext cx="342720" cy="379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C394DB-AB1A-6003-9CF7-CAE765717AD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02605" y="4899407"/>
                  <a:ext cx="3549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8B68DA-F44B-79C2-DBF2-78299D46A105}"/>
                    </a:ext>
                  </a:extLst>
                </p14:cNvPr>
                <p14:cNvContentPartPr/>
                <p14:nvPr/>
              </p14:nvContentPartPr>
              <p14:xfrm>
                <a:off x="8242125" y="5551007"/>
                <a:ext cx="345960" cy="537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8B68DA-F44B-79C2-DBF2-78299D46A10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36005" y="5544887"/>
                  <a:ext cx="35820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961A2D2-F96D-406A-13B3-5FA6B524FFEA}"/>
                    </a:ext>
                  </a:extLst>
                </p14:cNvPr>
                <p14:cNvContentPartPr/>
                <p14:nvPr/>
              </p14:nvContentPartPr>
              <p14:xfrm>
                <a:off x="8322045" y="3583607"/>
                <a:ext cx="257400" cy="324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961A2D2-F96D-406A-13B3-5FA6B524FFE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15925" y="3577487"/>
                  <a:ext cx="2696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CA7707-5678-448F-C46F-9F16CE5762D5}"/>
                    </a:ext>
                  </a:extLst>
                </p14:cNvPr>
                <p14:cNvContentPartPr/>
                <p14:nvPr/>
              </p14:nvContentPartPr>
              <p14:xfrm>
                <a:off x="8368485" y="4172207"/>
                <a:ext cx="235800" cy="505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CA7707-5678-448F-C46F-9F16CE5762D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62365" y="4166087"/>
                  <a:ext cx="24804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0C72ED-DB60-9250-77D1-DBA4E8C73561}"/>
                    </a:ext>
                  </a:extLst>
                </p14:cNvPr>
                <p14:cNvContentPartPr/>
                <p14:nvPr/>
              </p14:nvContentPartPr>
              <p14:xfrm>
                <a:off x="8237805" y="2860007"/>
                <a:ext cx="28800" cy="570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0C72ED-DB60-9250-77D1-DBA4E8C7356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31685" y="2853887"/>
                  <a:ext cx="4104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CDF2EF-3209-C594-9BA8-0784F13092CF}"/>
                    </a:ext>
                  </a:extLst>
                </p14:cNvPr>
                <p14:cNvContentPartPr/>
                <p14:nvPr/>
              </p14:nvContentPartPr>
              <p14:xfrm>
                <a:off x="8125125" y="2806727"/>
                <a:ext cx="352080" cy="264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CDF2EF-3209-C594-9BA8-0784F13092C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19005" y="2800607"/>
                  <a:ext cx="364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61569BA-0AE4-51E8-0209-4B4E9A4221E8}"/>
                    </a:ext>
                  </a:extLst>
                </p14:cNvPr>
                <p14:cNvContentPartPr/>
                <p14:nvPr/>
              </p14:nvContentPartPr>
              <p14:xfrm>
                <a:off x="8350845" y="6271727"/>
                <a:ext cx="37440" cy="441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61569BA-0AE4-51E8-0209-4B4E9A4221E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44725" y="6265607"/>
                  <a:ext cx="496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DCE5BB-0D6E-A49D-7E0B-FB2B8F359581}"/>
                    </a:ext>
                  </a:extLst>
                </p14:cNvPr>
                <p14:cNvContentPartPr/>
                <p14:nvPr/>
              </p14:nvContentPartPr>
              <p14:xfrm>
                <a:off x="8410245" y="6395207"/>
                <a:ext cx="195840" cy="196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DCE5BB-0D6E-A49D-7E0B-FB2B8F35958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04125" y="6389087"/>
                  <a:ext cx="208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B5C5DB-4FD4-1BB2-E1FB-480D4745A5D0}"/>
                    </a:ext>
                  </a:extLst>
                </p14:cNvPr>
                <p14:cNvContentPartPr/>
                <p14:nvPr/>
              </p14:nvContentPartPr>
              <p14:xfrm>
                <a:off x="7788525" y="2746967"/>
                <a:ext cx="371160" cy="3502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B5C5DB-4FD4-1BB2-E1FB-480D4745A5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82405" y="2740847"/>
                  <a:ext cx="383400" cy="351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D6B5FA2-FE0A-7632-364B-17C86F52C7DA}"/>
              </a:ext>
            </a:extLst>
          </p:cNvPr>
          <p:cNvGrpSpPr/>
          <p:nvPr/>
        </p:nvGrpSpPr>
        <p:grpSpPr>
          <a:xfrm>
            <a:off x="10304205" y="1444127"/>
            <a:ext cx="1308240" cy="619560"/>
            <a:chOff x="10304205" y="1444127"/>
            <a:chExt cx="1308240" cy="61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6AEA55-E5FB-0450-184C-633B38AB2E30}"/>
                    </a:ext>
                  </a:extLst>
                </p14:cNvPr>
                <p14:cNvContentPartPr/>
                <p14:nvPr/>
              </p14:nvContentPartPr>
              <p14:xfrm>
                <a:off x="10304205" y="1444127"/>
                <a:ext cx="192600" cy="367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6AEA55-E5FB-0450-184C-633B38AB2E3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298085" y="1438007"/>
                  <a:ext cx="2048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43CCBB3-B106-3FB4-BD2C-AEB89D4FADD1}"/>
                    </a:ext>
                  </a:extLst>
                </p14:cNvPr>
                <p14:cNvContentPartPr/>
                <p14:nvPr/>
              </p14:nvContentPartPr>
              <p14:xfrm>
                <a:off x="10528125" y="1584527"/>
                <a:ext cx="158400" cy="224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43CCBB3-B106-3FB4-BD2C-AEB89D4FADD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522005" y="1578407"/>
                  <a:ext cx="170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8DB4A6-9F88-B122-6837-87D8F75D8526}"/>
                    </a:ext>
                  </a:extLst>
                </p14:cNvPr>
                <p14:cNvContentPartPr/>
                <p14:nvPr/>
              </p14:nvContentPartPr>
              <p14:xfrm>
                <a:off x="10784085" y="1589927"/>
                <a:ext cx="319320" cy="25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8DB4A6-9F88-B122-6837-87D8F75D852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77965" y="1583807"/>
                  <a:ext cx="331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C6B1B8-39DC-0E36-9BA1-59E0AE9BBD8B}"/>
                    </a:ext>
                  </a:extLst>
                </p14:cNvPr>
                <p14:cNvContentPartPr/>
                <p14:nvPr/>
              </p14:nvContentPartPr>
              <p14:xfrm>
                <a:off x="11233005" y="1640327"/>
                <a:ext cx="128520" cy="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C6B1B8-39DC-0E36-9BA1-59E0AE9BBD8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226885" y="1634207"/>
                  <a:ext cx="1407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3F768B-5552-893F-21A7-B9D49D6E320B}"/>
                    </a:ext>
                  </a:extLst>
                </p14:cNvPr>
                <p14:cNvContentPartPr/>
                <p14:nvPr/>
              </p14:nvContentPartPr>
              <p14:xfrm>
                <a:off x="11264325" y="1510727"/>
                <a:ext cx="314640" cy="552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3F768B-5552-893F-21A7-B9D49D6E320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258205" y="1504607"/>
                  <a:ext cx="3268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573BA0-D59A-8749-F146-ECD0E8FD1CE5}"/>
                    </a:ext>
                  </a:extLst>
                </p14:cNvPr>
                <p14:cNvContentPartPr/>
                <p14:nvPr/>
              </p14:nvContentPartPr>
              <p14:xfrm>
                <a:off x="10416885" y="1960007"/>
                <a:ext cx="1195560" cy="4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573BA0-D59A-8749-F146-ECD0E8FD1CE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10765" y="1953887"/>
                  <a:ext cx="1207800" cy="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438AE92-698B-55CD-5DC5-C32C66B97B62}"/>
              </a:ext>
            </a:extLst>
          </p:cNvPr>
          <p:cNvGrpSpPr/>
          <p:nvPr/>
        </p:nvGrpSpPr>
        <p:grpSpPr>
          <a:xfrm>
            <a:off x="10186845" y="2935607"/>
            <a:ext cx="457920" cy="239760"/>
            <a:chOff x="10186845" y="2935607"/>
            <a:chExt cx="45792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58571B2-2C1B-5774-D2F8-3B2A4ADFD51B}"/>
                    </a:ext>
                  </a:extLst>
                </p14:cNvPr>
                <p14:cNvContentPartPr/>
                <p14:nvPr/>
              </p14:nvContentPartPr>
              <p14:xfrm>
                <a:off x="10186845" y="2969087"/>
                <a:ext cx="139320" cy="17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58571B2-2C1B-5774-D2F8-3B2A4ADFD51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180725" y="2962967"/>
                  <a:ext cx="151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9AD25FA-C2E8-EBFD-F89F-7AB9AE53F0DB}"/>
                    </a:ext>
                  </a:extLst>
                </p14:cNvPr>
                <p14:cNvContentPartPr/>
                <p14:nvPr/>
              </p14:nvContentPartPr>
              <p14:xfrm>
                <a:off x="10425885" y="3106607"/>
                <a:ext cx="2880" cy="11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9AD25FA-C2E8-EBFD-F89F-7AB9AE53F0D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419765" y="3100487"/>
                  <a:ext cx="15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FDE0F6-9791-B23C-7A71-8FCE4FA3BB39}"/>
                    </a:ext>
                  </a:extLst>
                </p14:cNvPr>
                <p14:cNvContentPartPr/>
                <p14:nvPr/>
              </p14:nvContentPartPr>
              <p14:xfrm>
                <a:off x="10470525" y="2935607"/>
                <a:ext cx="174240" cy="239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FDE0F6-9791-B23C-7A71-8FCE4FA3BB3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464405" y="2929487"/>
                  <a:ext cx="18648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C397470-AF05-0FBE-3EE9-6C8E79B236B0}"/>
              </a:ext>
            </a:extLst>
          </p:cNvPr>
          <p:cNvGrpSpPr/>
          <p:nvPr/>
        </p:nvGrpSpPr>
        <p:grpSpPr>
          <a:xfrm>
            <a:off x="10154445" y="3602687"/>
            <a:ext cx="466920" cy="216720"/>
            <a:chOff x="10154445" y="3602687"/>
            <a:chExt cx="46692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5C9C991-6C86-6F3F-35AB-5D31B73F5907}"/>
                    </a:ext>
                  </a:extLst>
                </p14:cNvPr>
                <p14:cNvContentPartPr/>
                <p14:nvPr/>
              </p14:nvContentPartPr>
              <p14:xfrm>
                <a:off x="10154445" y="3625367"/>
                <a:ext cx="117360" cy="154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5C9C991-6C86-6F3F-35AB-5D31B73F590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48325" y="3619247"/>
                  <a:ext cx="129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61B2782-F200-3C54-0D64-619D61E7E152}"/>
                    </a:ext>
                  </a:extLst>
                </p14:cNvPr>
                <p14:cNvContentPartPr/>
                <p14:nvPr/>
              </p14:nvContentPartPr>
              <p14:xfrm>
                <a:off x="10369005" y="3771167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61B2782-F200-3C54-0D64-619D61E7E15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362885" y="37650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A3A836C-DDD2-CF38-2858-22AD18B4A58C}"/>
                    </a:ext>
                  </a:extLst>
                </p14:cNvPr>
                <p14:cNvContentPartPr/>
                <p14:nvPr/>
              </p14:nvContentPartPr>
              <p14:xfrm>
                <a:off x="10496085" y="3602687"/>
                <a:ext cx="125280" cy="216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A3A836C-DDD2-CF38-2858-22AD18B4A58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89965" y="3596567"/>
                  <a:ext cx="13752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32AE7E8-1743-3235-EA5D-50238DD329FE}"/>
              </a:ext>
            </a:extLst>
          </p:cNvPr>
          <p:cNvGrpSpPr/>
          <p:nvPr/>
        </p:nvGrpSpPr>
        <p:grpSpPr>
          <a:xfrm>
            <a:off x="10192965" y="4233767"/>
            <a:ext cx="461160" cy="267840"/>
            <a:chOff x="10192965" y="4233767"/>
            <a:chExt cx="46116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6C0215F-939F-C1F1-20D2-799EB7B0EADD}"/>
                    </a:ext>
                  </a:extLst>
                </p14:cNvPr>
                <p14:cNvContentPartPr/>
                <p14:nvPr/>
              </p14:nvContentPartPr>
              <p14:xfrm>
                <a:off x="10192965" y="4273007"/>
                <a:ext cx="138600" cy="228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6C0215F-939F-C1F1-20D2-799EB7B0EAD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86845" y="4266887"/>
                  <a:ext cx="150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301389F-C411-7AF4-24A9-E128F8ED5411}"/>
                    </a:ext>
                  </a:extLst>
                </p14:cNvPr>
                <p14:cNvContentPartPr/>
                <p14:nvPr/>
              </p14:nvContentPartPr>
              <p14:xfrm>
                <a:off x="10445685" y="4452287"/>
                <a:ext cx="2160" cy="13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301389F-C411-7AF4-24A9-E128F8ED541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439565" y="4446167"/>
                  <a:ext cx="14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6A4031A-34F5-20DB-CCE7-C32D47174747}"/>
                    </a:ext>
                  </a:extLst>
                </p14:cNvPr>
                <p14:cNvContentPartPr/>
                <p14:nvPr/>
              </p14:nvContentPartPr>
              <p14:xfrm>
                <a:off x="10513005" y="4233767"/>
                <a:ext cx="14112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6A4031A-34F5-20DB-CCE7-C32D4717474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06885" y="4227647"/>
                  <a:ext cx="1533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9A2726E-3268-400C-FE5C-DCB834AC7ACA}"/>
              </a:ext>
            </a:extLst>
          </p:cNvPr>
          <p:cNvGrpSpPr/>
          <p:nvPr/>
        </p:nvGrpSpPr>
        <p:grpSpPr>
          <a:xfrm>
            <a:off x="10241565" y="4814087"/>
            <a:ext cx="454680" cy="253800"/>
            <a:chOff x="10241565" y="4814087"/>
            <a:chExt cx="45468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F365267-E74F-D293-5E36-95D7F712683B}"/>
                    </a:ext>
                  </a:extLst>
                </p14:cNvPr>
                <p14:cNvContentPartPr/>
                <p14:nvPr/>
              </p14:nvContentPartPr>
              <p14:xfrm>
                <a:off x="10241565" y="4853327"/>
                <a:ext cx="113400" cy="214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F365267-E74F-D293-5E36-95D7F712683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35445" y="4847207"/>
                  <a:ext cx="125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DE640C2-D7C5-2304-CC26-7077A8960451}"/>
                    </a:ext>
                  </a:extLst>
                </p14:cNvPr>
                <p14:cNvContentPartPr/>
                <p14:nvPr/>
              </p14:nvContentPartPr>
              <p14:xfrm>
                <a:off x="10468005" y="4990487"/>
                <a:ext cx="22680" cy="19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DE640C2-D7C5-2304-CC26-7077A896045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461885" y="4984367"/>
                  <a:ext cx="34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21BBAFC-5A6C-3885-ECD1-91D93EECFD9E}"/>
                    </a:ext>
                  </a:extLst>
                </p14:cNvPr>
                <p14:cNvContentPartPr/>
                <p14:nvPr/>
              </p14:nvContentPartPr>
              <p14:xfrm>
                <a:off x="10519125" y="4814087"/>
                <a:ext cx="177120" cy="210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21BBAFC-5A6C-3885-ECD1-91D93EECFD9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513005" y="4807967"/>
                  <a:ext cx="18936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A8DBBF2-36C8-EDAC-E423-BC77D7C58566}"/>
              </a:ext>
            </a:extLst>
          </p:cNvPr>
          <p:cNvGrpSpPr/>
          <p:nvPr/>
        </p:nvGrpSpPr>
        <p:grpSpPr>
          <a:xfrm>
            <a:off x="10293405" y="5410967"/>
            <a:ext cx="415440" cy="241200"/>
            <a:chOff x="10293405" y="5410967"/>
            <a:chExt cx="41544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0EBA722-8659-1956-221B-D5B76B73644F}"/>
                    </a:ext>
                  </a:extLst>
                </p14:cNvPr>
                <p14:cNvContentPartPr/>
                <p14:nvPr/>
              </p14:nvContentPartPr>
              <p14:xfrm>
                <a:off x="10293405" y="5452367"/>
                <a:ext cx="154080" cy="197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0EBA722-8659-1956-221B-D5B76B73644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287285" y="5446247"/>
                  <a:ext cx="166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1BB3B0D-D9B9-2464-7F81-112379BC0248}"/>
                    </a:ext>
                  </a:extLst>
                </p14:cNvPr>
                <p14:cNvContentPartPr/>
                <p14:nvPr/>
              </p14:nvContentPartPr>
              <p14:xfrm>
                <a:off x="10516245" y="5618687"/>
                <a:ext cx="6120" cy="9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1BB3B0D-D9B9-2464-7F81-112379BC024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510125" y="5612567"/>
                  <a:ext cx="18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34C594-4EB2-90F9-DE41-B94F89FC54D6}"/>
                    </a:ext>
                  </a:extLst>
                </p14:cNvPr>
                <p14:cNvContentPartPr/>
                <p14:nvPr/>
              </p14:nvContentPartPr>
              <p14:xfrm>
                <a:off x="10549725" y="5410967"/>
                <a:ext cx="159120" cy="241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34C594-4EB2-90F9-DE41-B94F89FC54D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543605" y="5404847"/>
                  <a:ext cx="1713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E1D36FD-D422-D73B-28C7-5DD98FB66936}"/>
              </a:ext>
            </a:extLst>
          </p:cNvPr>
          <p:cNvGrpSpPr/>
          <p:nvPr/>
        </p:nvGrpSpPr>
        <p:grpSpPr>
          <a:xfrm>
            <a:off x="641085" y="4828127"/>
            <a:ext cx="358560" cy="323280"/>
            <a:chOff x="641085" y="4828127"/>
            <a:chExt cx="35856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A1BF0FF-7AC9-7E09-04CF-B85B29FC96A2}"/>
                    </a:ext>
                  </a:extLst>
                </p14:cNvPr>
                <p14:cNvContentPartPr/>
                <p14:nvPr/>
              </p14:nvContentPartPr>
              <p14:xfrm>
                <a:off x="641085" y="4828127"/>
                <a:ext cx="23760" cy="323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A1BF0FF-7AC9-7E09-04CF-B85B29FC96A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34965" y="4822007"/>
                  <a:ext cx="360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4E1861-E89D-3356-8932-56356CA75DE9}"/>
                    </a:ext>
                  </a:extLst>
                </p14:cNvPr>
                <p14:cNvContentPartPr/>
                <p14:nvPr/>
              </p14:nvContentPartPr>
              <p14:xfrm>
                <a:off x="774285" y="4923527"/>
                <a:ext cx="225360" cy="133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4E1861-E89D-3356-8932-56356CA75DE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68165" y="4917407"/>
                  <a:ext cx="237600" cy="14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7540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95F3-3E69-FB5F-B5A0-4E28F737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hot encoding for </a:t>
            </a:r>
            <a:r>
              <a:rPr lang="en-US" dirty="0" err="1"/>
              <a:t>y_true</a:t>
            </a:r>
            <a:endParaRPr lang="en-US" dirty="0"/>
          </a:p>
        </p:txBody>
      </p:sp>
      <p:graphicFrame>
        <p:nvGraphicFramePr>
          <p:cNvPr id="38" name="Content Placeholder 37">
            <a:extLst>
              <a:ext uri="{FF2B5EF4-FFF2-40B4-BE49-F238E27FC236}">
                <a16:creationId xmlns:a16="http://schemas.microsoft.com/office/drawing/2014/main" id="{FA8C4283-7983-2B72-14EA-99BB511604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569576"/>
              </p:ext>
            </p:extLst>
          </p:nvPr>
        </p:nvGraphicFramePr>
        <p:xfrm>
          <a:off x="838200" y="3318417"/>
          <a:ext cx="2097906" cy="1554480"/>
        </p:xfrm>
        <a:graphic>
          <a:graphicData uri="http://schemas.openxmlformats.org/drawingml/2006/table">
            <a:tbl>
              <a:tblPr firstRow="1" bandRow="1"/>
              <a:tblGrid>
                <a:gridCol w="2097906">
                  <a:extLst>
                    <a:ext uri="{9D8B030D-6E8A-4147-A177-3AD203B41FA5}">
                      <a16:colId xmlns:a16="http://schemas.microsoft.com/office/drawing/2014/main" val="213654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Chicken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6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Banana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507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73188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E4795C5F-CB8A-A749-D405-7EA9B5F8C2FF}"/>
              </a:ext>
            </a:extLst>
          </p:cNvPr>
          <p:cNvSpPr/>
          <p:nvPr/>
        </p:nvSpPr>
        <p:spPr>
          <a:xfrm>
            <a:off x="6440308" y="2755154"/>
            <a:ext cx="912793" cy="388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hicken - Wikipedia">
            <a:extLst>
              <a:ext uri="{FF2B5EF4-FFF2-40B4-BE49-F238E27FC236}">
                <a16:creationId xmlns:a16="http://schemas.microsoft.com/office/drawing/2014/main" id="{15B6C47B-92A3-C1A9-26B2-02D77ECBC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21" y="1937499"/>
            <a:ext cx="1515776" cy="202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2B3A6-3DC8-26D0-F4A0-80FC50219C3B}"/>
                  </a:ext>
                </a:extLst>
              </p:cNvPr>
              <p:cNvSpPr txBox="1"/>
              <p:nvPr/>
            </p:nvSpPr>
            <p:spPr>
              <a:xfrm>
                <a:off x="8318672" y="258297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2B3A6-3DC8-26D0-F4A0-80FC50219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672" y="2582976"/>
                <a:ext cx="358880" cy="7325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58952F57-B61C-8AF3-AAF8-BC735B7362AD}"/>
              </a:ext>
            </a:extLst>
          </p:cNvPr>
          <p:cNvSpPr/>
          <p:nvPr/>
        </p:nvSpPr>
        <p:spPr>
          <a:xfrm>
            <a:off x="6440308" y="5286997"/>
            <a:ext cx="912793" cy="388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B3207-7CDC-5534-81C8-81BD4AABF134}"/>
                  </a:ext>
                </a:extLst>
              </p:cNvPr>
              <p:cNvSpPr txBox="1"/>
              <p:nvPr/>
            </p:nvSpPr>
            <p:spPr>
              <a:xfrm>
                <a:off x="8318672" y="5114819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B3207-7CDC-5534-81C8-81BD4AABF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672" y="5114819"/>
                <a:ext cx="358880" cy="732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Banana | Rainforest Alliance">
            <a:extLst>
              <a:ext uri="{FF2B5EF4-FFF2-40B4-BE49-F238E27FC236}">
                <a16:creationId xmlns:a16="http://schemas.microsoft.com/office/drawing/2014/main" id="{7A4B30E9-8AE9-C962-0FD3-77597FB8F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913" y="4872897"/>
            <a:ext cx="1404937" cy="13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161E51-A144-4AB5-B24D-ADB00DB1255C}"/>
                  </a:ext>
                </a:extLst>
              </p14:cNvPr>
              <p14:cNvContentPartPr/>
              <p14:nvPr/>
            </p14:nvContentPartPr>
            <p14:xfrm>
              <a:off x="2528205" y="3613487"/>
              <a:ext cx="50400" cy="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161E51-A144-4AB5-B24D-ADB00DB125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22085" y="3607367"/>
                <a:ext cx="626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953252-DE06-56B7-9597-7D951FD3EBBE}"/>
                  </a:ext>
                </a:extLst>
              </p14:cNvPr>
              <p14:cNvContentPartPr/>
              <p14:nvPr/>
            </p14:nvContentPartPr>
            <p14:xfrm>
              <a:off x="2434605" y="4673687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953252-DE06-56B7-9597-7D951FD3EB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28485" y="46675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2FA41C0-A9D9-255E-B65A-36B09E99655E}"/>
                  </a:ext>
                </a:extLst>
              </p14:cNvPr>
              <p14:cNvContentPartPr/>
              <p14:nvPr/>
            </p14:nvContentPartPr>
            <p14:xfrm>
              <a:off x="5595765" y="1297607"/>
              <a:ext cx="1506240" cy="72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2FA41C0-A9D9-255E-B65A-36B09E9965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89645" y="1291487"/>
                <a:ext cx="15184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9C45A92-B288-B3F8-3F24-5AC5D7639699}"/>
                  </a:ext>
                </a:extLst>
              </p14:cNvPr>
              <p14:cNvContentPartPr/>
              <p14:nvPr/>
            </p14:nvContentPartPr>
            <p14:xfrm>
              <a:off x="1212045" y="1203287"/>
              <a:ext cx="3836520" cy="1375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9C45A92-B288-B3F8-3F24-5AC5D763969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5925" y="1197167"/>
                <a:ext cx="38487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A6EC686-BCAB-A6B6-3297-58DAFE566FBC}"/>
                  </a:ext>
                </a:extLst>
              </p14:cNvPr>
              <p14:cNvContentPartPr/>
              <p14:nvPr/>
            </p14:nvContentPartPr>
            <p14:xfrm>
              <a:off x="6180765" y="1394447"/>
              <a:ext cx="780480" cy="550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A6EC686-BCAB-A6B6-3297-58DAFE566F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74645" y="1388327"/>
                <a:ext cx="79272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E83ABC2C-8A76-A15B-F189-C42FD729EA61}"/>
              </a:ext>
            </a:extLst>
          </p:cNvPr>
          <p:cNvGrpSpPr/>
          <p:nvPr/>
        </p:nvGrpSpPr>
        <p:grpSpPr>
          <a:xfrm>
            <a:off x="8358405" y="6072647"/>
            <a:ext cx="532080" cy="728280"/>
            <a:chOff x="8358405" y="6072647"/>
            <a:chExt cx="532080" cy="72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5DCA96-6E5F-63A9-13FE-AC4F674128FB}"/>
                    </a:ext>
                  </a:extLst>
                </p14:cNvPr>
                <p14:cNvContentPartPr/>
                <p14:nvPr/>
              </p14:nvContentPartPr>
              <p14:xfrm>
                <a:off x="8371005" y="6094967"/>
                <a:ext cx="101520" cy="7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5DCA96-6E5F-63A9-13FE-AC4F674128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64885" y="6088847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7018A4-9BA3-F05E-C01F-B4DB147E738A}"/>
                    </a:ext>
                  </a:extLst>
                </p14:cNvPr>
                <p14:cNvContentPartPr/>
                <p14:nvPr/>
              </p14:nvContentPartPr>
              <p14:xfrm>
                <a:off x="8358405" y="6072647"/>
                <a:ext cx="53280" cy="675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7018A4-9BA3-F05E-C01F-B4DB147E73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52285" y="6066527"/>
                  <a:ext cx="6552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BECD9AF-ABE8-E01C-8469-C0F17251F8A4}"/>
                    </a:ext>
                  </a:extLst>
                </p14:cNvPr>
                <p14:cNvContentPartPr/>
                <p14:nvPr/>
              </p14:nvContentPartPr>
              <p14:xfrm>
                <a:off x="8780325" y="6127727"/>
                <a:ext cx="96480" cy="19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BECD9AF-ABE8-E01C-8469-C0F17251F8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74205" y="6121607"/>
                  <a:ext cx="10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D58F93-833F-53FE-30D7-720A8FB46FC8}"/>
                    </a:ext>
                  </a:extLst>
                </p14:cNvPr>
                <p14:cNvContentPartPr/>
                <p14:nvPr/>
              </p14:nvContentPartPr>
              <p14:xfrm>
                <a:off x="8725605" y="6086687"/>
                <a:ext cx="164880" cy="714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D58F93-833F-53FE-30D7-720A8FB46F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19485" y="6080567"/>
                  <a:ext cx="17712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5885ED0-764C-DA23-95EF-B24CE8F37E23}"/>
                    </a:ext>
                  </a:extLst>
                </p14:cNvPr>
                <p14:cNvContentPartPr/>
                <p14:nvPr/>
              </p14:nvContentPartPr>
              <p14:xfrm>
                <a:off x="8587365" y="6074447"/>
                <a:ext cx="150120" cy="18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5885ED0-764C-DA23-95EF-B24CE8F37E2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81245" y="6068327"/>
                  <a:ext cx="162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1DF7328-3B69-A430-8B00-0BC859B01CD2}"/>
                    </a:ext>
                  </a:extLst>
                </p14:cNvPr>
                <p14:cNvContentPartPr/>
                <p14:nvPr/>
              </p14:nvContentPartPr>
              <p14:xfrm>
                <a:off x="8567925" y="6266327"/>
                <a:ext cx="119880" cy="172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1DF7328-3B69-A430-8B00-0BC859B01C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61805" y="6260207"/>
                  <a:ext cx="132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0777DDC-FBBE-5134-50FB-9AE711FB805D}"/>
                    </a:ext>
                  </a:extLst>
                </p14:cNvPr>
                <p14:cNvContentPartPr/>
                <p14:nvPr/>
              </p14:nvContentPartPr>
              <p14:xfrm>
                <a:off x="8607525" y="6519047"/>
                <a:ext cx="48600" cy="152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0777DDC-FBBE-5134-50FB-9AE711FB80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01405" y="6512927"/>
                  <a:ext cx="6084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35" name="Ink 1034">
                <a:extLst>
                  <a:ext uri="{FF2B5EF4-FFF2-40B4-BE49-F238E27FC236}">
                    <a16:creationId xmlns:a16="http://schemas.microsoft.com/office/drawing/2014/main" id="{FCFF0743-257D-F3C2-F4B7-2C1A664F942B}"/>
                  </a:ext>
                </a:extLst>
              </p14:cNvPr>
              <p14:cNvContentPartPr/>
              <p14:nvPr/>
            </p14:nvContentPartPr>
            <p14:xfrm>
              <a:off x="10739445" y="4768367"/>
              <a:ext cx="204840" cy="263880"/>
            </p14:xfrm>
          </p:contentPart>
        </mc:Choice>
        <mc:Fallback xmlns="">
          <p:pic>
            <p:nvPicPr>
              <p:cNvPr id="1035" name="Ink 1034">
                <a:extLst>
                  <a:ext uri="{FF2B5EF4-FFF2-40B4-BE49-F238E27FC236}">
                    <a16:creationId xmlns:a16="http://schemas.microsoft.com/office/drawing/2014/main" id="{FCFF0743-257D-F3C2-F4B7-2C1A664F942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733325" y="4762247"/>
                <a:ext cx="2170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36" name="Ink 1035">
                <a:extLst>
                  <a:ext uri="{FF2B5EF4-FFF2-40B4-BE49-F238E27FC236}">
                    <a16:creationId xmlns:a16="http://schemas.microsoft.com/office/drawing/2014/main" id="{5F5525FC-1C8C-1DDE-C5C0-F5BB8743CC98}"/>
                  </a:ext>
                </a:extLst>
              </p14:cNvPr>
              <p14:cNvContentPartPr/>
              <p14:nvPr/>
            </p14:nvContentPartPr>
            <p14:xfrm>
              <a:off x="12985125" y="2209487"/>
              <a:ext cx="29520" cy="14400"/>
            </p14:xfrm>
          </p:contentPart>
        </mc:Choice>
        <mc:Fallback xmlns="">
          <p:pic>
            <p:nvPicPr>
              <p:cNvPr id="1036" name="Ink 1035">
                <a:extLst>
                  <a:ext uri="{FF2B5EF4-FFF2-40B4-BE49-F238E27FC236}">
                    <a16:creationId xmlns:a16="http://schemas.microsoft.com/office/drawing/2014/main" id="{5F5525FC-1C8C-1DDE-C5C0-F5BB8743CC9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979005" y="2203367"/>
                <a:ext cx="41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7" name="Ink 1056">
                <a:extLst>
                  <a:ext uri="{FF2B5EF4-FFF2-40B4-BE49-F238E27FC236}">
                    <a16:creationId xmlns:a16="http://schemas.microsoft.com/office/drawing/2014/main" id="{2FBBC740-F784-EE42-3A8F-40421E549932}"/>
                  </a:ext>
                </a:extLst>
              </p14:cNvPr>
              <p14:cNvContentPartPr/>
              <p14:nvPr/>
            </p14:nvContentPartPr>
            <p14:xfrm>
              <a:off x="9768525" y="2125607"/>
              <a:ext cx="1194480" cy="580320"/>
            </p14:xfrm>
          </p:contentPart>
        </mc:Choice>
        <mc:Fallback xmlns="">
          <p:pic>
            <p:nvPicPr>
              <p:cNvPr id="1057" name="Ink 1056">
                <a:extLst>
                  <a:ext uri="{FF2B5EF4-FFF2-40B4-BE49-F238E27FC236}">
                    <a16:creationId xmlns:a16="http://schemas.microsoft.com/office/drawing/2014/main" id="{2FBBC740-F784-EE42-3A8F-40421E54993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62405" y="2119487"/>
                <a:ext cx="1206720" cy="59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8" name="Group 1117">
            <a:extLst>
              <a:ext uri="{FF2B5EF4-FFF2-40B4-BE49-F238E27FC236}">
                <a16:creationId xmlns:a16="http://schemas.microsoft.com/office/drawing/2014/main" id="{40CB2331-747B-3091-7DEB-FF6BA3745102}"/>
              </a:ext>
            </a:extLst>
          </p:cNvPr>
          <p:cNvGrpSpPr/>
          <p:nvPr/>
        </p:nvGrpSpPr>
        <p:grpSpPr>
          <a:xfrm>
            <a:off x="8193165" y="4801847"/>
            <a:ext cx="3511080" cy="1035720"/>
            <a:chOff x="8193165" y="4801847"/>
            <a:chExt cx="3511080" cy="10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14B497-FB4E-F5AB-7745-322CAC322F25}"/>
                    </a:ext>
                  </a:extLst>
                </p14:cNvPr>
                <p14:cNvContentPartPr/>
                <p14:nvPr/>
              </p14:nvContentPartPr>
              <p14:xfrm>
                <a:off x="8901285" y="5116847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14B497-FB4E-F5AB-7745-322CAC322F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95165" y="51107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C88BE49-39DB-3232-9645-D03B336BDFF4}"/>
                    </a:ext>
                  </a:extLst>
                </p14:cNvPr>
                <p14:cNvContentPartPr/>
                <p14:nvPr/>
              </p14:nvContentPartPr>
              <p14:xfrm>
                <a:off x="8850885" y="5450207"/>
                <a:ext cx="576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C88BE49-39DB-3232-9645-D03B336BDFF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44765" y="5444087"/>
                  <a:ext cx="1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06A11D-7B1C-5536-D0DF-49ADD5738280}"/>
                    </a:ext>
                  </a:extLst>
                </p14:cNvPr>
                <p14:cNvContentPartPr/>
                <p14:nvPr/>
              </p14:nvContentPartPr>
              <p14:xfrm>
                <a:off x="8850885" y="5711207"/>
                <a:ext cx="360" cy="17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06A11D-7B1C-5536-D0DF-49ADD573828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44765" y="5705087"/>
                  <a:ext cx="12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46BE23-E5BC-6FC7-7541-19A95188B947}"/>
                    </a:ext>
                  </a:extLst>
                </p14:cNvPr>
                <p14:cNvContentPartPr/>
                <p14:nvPr/>
              </p14:nvContentPartPr>
              <p14:xfrm>
                <a:off x="9974085" y="4833527"/>
                <a:ext cx="294840" cy="25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46BE23-E5BC-6FC7-7541-19A95188B94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67965" y="4827407"/>
                  <a:ext cx="30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782C4F-C253-3573-12FC-A652B56D1B52}"/>
                    </a:ext>
                  </a:extLst>
                </p14:cNvPr>
                <p14:cNvContentPartPr/>
                <p14:nvPr/>
              </p14:nvContentPartPr>
              <p14:xfrm>
                <a:off x="10007565" y="4816967"/>
                <a:ext cx="105480" cy="851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782C4F-C253-3573-12FC-A652B56D1B5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001445" y="4810847"/>
                  <a:ext cx="117720" cy="8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97607B-77E1-140C-154E-CBD696770C27}"/>
                    </a:ext>
                  </a:extLst>
                </p14:cNvPr>
                <p14:cNvContentPartPr/>
                <p14:nvPr/>
              </p14:nvContentPartPr>
              <p14:xfrm>
                <a:off x="10609485" y="4801847"/>
                <a:ext cx="164160" cy="1035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97607B-77E1-140C-154E-CBD696770C2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03365" y="4795727"/>
                  <a:ext cx="176400" cy="10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39096B0-721D-7163-8EB0-85CE95227077}"/>
                    </a:ext>
                  </a:extLst>
                </p14:cNvPr>
                <p14:cNvContentPartPr/>
                <p14:nvPr/>
              </p14:nvContentPartPr>
              <p14:xfrm>
                <a:off x="10155165" y="5200007"/>
                <a:ext cx="148680" cy="17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39096B0-721D-7163-8EB0-85CE9522707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149045" y="5193887"/>
                  <a:ext cx="160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5916BBE-6154-4ECE-B05D-36487D92032A}"/>
                    </a:ext>
                  </a:extLst>
                </p14:cNvPr>
                <p14:cNvContentPartPr/>
                <p14:nvPr/>
              </p14:nvContentPartPr>
              <p14:xfrm>
                <a:off x="10332285" y="5254367"/>
                <a:ext cx="37080" cy="60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5916BBE-6154-4ECE-B05D-36487D92032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26165" y="5248247"/>
                  <a:ext cx="49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D5B6B22-CE9A-0F33-626F-DE01CDE051BF}"/>
                    </a:ext>
                  </a:extLst>
                </p14:cNvPr>
                <p14:cNvContentPartPr/>
                <p14:nvPr/>
              </p14:nvContentPartPr>
              <p14:xfrm>
                <a:off x="10420125" y="5105327"/>
                <a:ext cx="127080" cy="22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D5B6B22-CE9A-0F33-626F-DE01CDE051B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14005" y="5099207"/>
                  <a:ext cx="139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FC59D1-2112-416E-A8DE-2DD3A593289E}"/>
                    </a:ext>
                  </a:extLst>
                </p14:cNvPr>
                <p14:cNvContentPartPr/>
                <p14:nvPr/>
              </p14:nvContentPartPr>
              <p14:xfrm>
                <a:off x="10301685" y="4867367"/>
                <a:ext cx="54720" cy="13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FC59D1-2112-416E-A8DE-2DD3A593289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95565" y="4861247"/>
                  <a:ext cx="66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A93445-C40C-ECBB-B69C-955EAFE3B268}"/>
                    </a:ext>
                  </a:extLst>
                </p14:cNvPr>
                <p14:cNvContentPartPr/>
                <p14:nvPr/>
              </p14:nvContentPartPr>
              <p14:xfrm>
                <a:off x="10416885" y="4810847"/>
                <a:ext cx="111600" cy="169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A93445-C40C-ECBB-B69C-955EAFE3B26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10765" y="4804727"/>
                  <a:ext cx="123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A15E105-449F-E1A5-69DF-CD024FA4275D}"/>
                    </a:ext>
                  </a:extLst>
                </p14:cNvPr>
                <p14:cNvContentPartPr/>
                <p14:nvPr/>
              </p14:nvContentPartPr>
              <p14:xfrm>
                <a:off x="10266765" y="5436167"/>
                <a:ext cx="70920" cy="163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A15E105-449F-E1A5-69DF-CD024FA4275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60645" y="5430047"/>
                  <a:ext cx="83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87E2FC8-AAF2-20E1-EC96-39C37C608A5E}"/>
                    </a:ext>
                  </a:extLst>
                </p14:cNvPr>
                <p14:cNvContentPartPr/>
                <p14:nvPr/>
              </p14:nvContentPartPr>
              <p14:xfrm>
                <a:off x="10420125" y="5526167"/>
                <a:ext cx="37800" cy="53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87E2FC8-AAF2-20E1-EC96-39C37C608A5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14005" y="5520047"/>
                  <a:ext cx="50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69B9D6-318D-3C1D-A1B0-9833FCF6AF61}"/>
                    </a:ext>
                  </a:extLst>
                </p14:cNvPr>
                <p14:cNvContentPartPr/>
                <p14:nvPr/>
              </p14:nvContentPartPr>
              <p14:xfrm>
                <a:off x="10541445" y="5357687"/>
                <a:ext cx="19800" cy="261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69B9D6-318D-3C1D-A1B0-9833FCF6AF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35325" y="5351567"/>
                  <a:ext cx="320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7CCDD1F3-5EC3-FA8E-7CE8-7771DAB01D66}"/>
                    </a:ext>
                  </a:extLst>
                </p14:cNvPr>
                <p14:cNvContentPartPr/>
                <p14:nvPr/>
              </p14:nvContentPartPr>
              <p14:xfrm>
                <a:off x="9970845" y="5387927"/>
                <a:ext cx="1110240" cy="63720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7CCDD1F3-5EC3-FA8E-7CE8-7771DAB01D6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64725" y="5381807"/>
                  <a:ext cx="1122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71EA9927-AF8B-54E0-A01C-283EC8CDC0FD}"/>
                    </a:ext>
                  </a:extLst>
                </p14:cNvPr>
                <p14:cNvContentPartPr/>
                <p14:nvPr/>
              </p14:nvContentPartPr>
              <p14:xfrm>
                <a:off x="9979485" y="5083007"/>
                <a:ext cx="1162080" cy="6840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71EA9927-AF8B-54E0-A01C-283EC8CDC0F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73365" y="5076887"/>
                  <a:ext cx="1174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13" name="Ink 1112">
                  <a:extLst>
                    <a:ext uri="{FF2B5EF4-FFF2-40B4-BE49-F238E27FC236}">
                      <a16:creationId xmlns:a16="http://schemas.microsoft.com/office/drawing/2014/main" id="{91A9D582-ADF7-2726-FECB-9C8D12A12E14}"/>
                    </a:ext>
                  </a:extLst>
                </p14:cNvPr>
                <p14:cNvContentPartPr/>
                <p14:nvPr/>
              </p14:nvContentPartPr>
              <p14:xfrm>
                <a:off x="11469885" y="5085887"/>
                <a:ext cx="36360" cy="436320"/>
              </p14:xfrm>
            </p:contentPart>
          </mc:Choice>
          <mc:Fallback xmlns=""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91A9D582-ADF7-2726-FECB-9C8D12A12E1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63765" y="5079767"/>
                  <a:ext cx="486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14" name="Ink 1113">
                  <a:extLst>
                    <a:ext uri="{FF2B5EF4-FFF2-40B4-BE49-F238E27FC236}">
                      <a16:creationId xmlns:a16="http://schemas.microsoft.com/office/drawing/2014/main" id="{3E2E1D6B-576D-3EED-7C15-E87560956020}"/>
                    </a:ext>
                  </a:extLst>
                </p14:cNvPr>
                <p14:cNvContentPartPr/>
                <p14:nvPr/>
              </p14:nvContentPartPr>
              <p14:xfrm>
                <a:off x="11384205" y="5046647"/>
                <a:ext cx="320040" cy="313920"/>
              </p14:xfrm>
            </p:contentPart>
          </mc:Choice>
          <mc:Fallback xmlns="">
            <p:pic>
              <p:nvPicPr>
                <p:cNvPr id="1114" name="Ink 1113">
                  <a:extLst>
                    <a:ext uri="{FF2B5EF4-FFF2-40B4-BE49-F238E27FC236}">
                      <a16:creationId xmlns:a16="http://schemas.microsoft.com/office/drawing/2014/main" id="{3E2E1D6B-576D-3EED-7C15-E8756095602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378085" y="5040527"/>
                  <a:ext cx="3322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D3DA7D5E-B471-F8BE-4FBE-93760023F440}"/>
                    </a:ext>
                  </a:extLst>
                </p14:cNvPr>
                <p14:cNvContentPartPr/>
                <p14:nvPr/>
              </p14:nvContentPartPr>
              <p14:xfrm>
                <a:off x="8193165" y="5452007"/>
                <a:ext cx="2391120" cy="27864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D3DA7D5E-B471-F8BE-4FBE-93760023F44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87045" y="5445887"/>
                  <a:ext cx="2403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FF612292-34B5-B624-0ACA-B669B3CA96CF}"/>
                    </a:ext>
                  </a:extLst>
                </p14:cNvPr>
                <p14:cNvContentPartPr/>
                <p14:nvPr/>
              </p14:nvContentPartPr>
              <p14:xfrm>
                <a:off x="8374605" y="5164007"/>
                <a:ext cx="2630160" cy="21060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FF612292-34B5-B624-0ACA-B669B3CA96C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68485" y="5157887"/>
                  <a:ext cx="264240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52931AD4-8E26-AC36-DDE5-458A32E9A814}"/>
              </a:ext>
            </a:extLst>
          </p:cNvPr>
          <p:cNvGrpSpPr/>
          <p:nvPr/>
        </p:nvGrpSpPr>
        <p:grpSpPr>
          <a:xfrm>
            <a:off x="5658405" y="153527"/>
            <a:ext cx="7478640" cy="3493080"/>
            <a:chOff x="5658405" y="153527"/>
            <a:chExt cx="7478640" cy="349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FC995C-A03F-BB28-6179-8B3E001C0A72}"/>
                    </a:ext>
                  </a:extLst>
                </p14:cNvPr>
                <p14:cNvContentPartPr/>
                <p14:nvPr/>
              </p14:nvContentPartPr>
              <p14:xfrm>
                <a:off x="5658405" y="651767"/>
                <a:ext cx="1693440" cy="901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FC995C-A03F-BB28-6179-8B3E001C0A7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52285" y="645647"/>
                  <a:ext cx="170568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F1ED6FBB-F5A9-099D-6689-337E8FD103F6}"/>
                    </a:ext>
                  </a:extLst>
                </p14:cNvPr>
                <p14:cNvContentPartPr/>
                <p14:nvPr/>
              </p14:nvContentPartPr>
              <p14:xfrm>
                <a:off x="6754245" y="1267367"/>
                <a:ext cx="36000" cy="2268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F1ED6FBB-F5A9-099D-6689-337E8FD103F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48125" y="1261247"/>
                  <a:ext cx="48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4AEB1776-312D-F82F-7EC6-A00D57167F35}"/>
                    </a:ext>
                  </a:extLst>
                </p14:cNvPr>
                <p14:cNvContentPartPr/>
                <p14:nvPr/>
              </p14:nvContentPartPr>
              <p14:xfrm>
                <a:off x="9985245" y="1305167"/>
                <a:ext cx="1739520" cy="6156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4AEB1776-312D-F82F-7EC6-A00D57167F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79125" y="1299047"/>
                  <a:ext cx="175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516592-099B-74BD-F9AA-26C3CF1CE1E6}"/>
                    </a:ext>
                  </a:extLst>
                </p14:cNvPr>
                <p14:cNvContentPartPr/>
                <p14:nvPr/>
              </p14:nvContentPartPr>
              <p14:xfrm>
                <a:off x="8871405" y="2672087"/>
                <a:ext cx="2484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516592-099B-74BD-F9AA-26C3CF1CE1E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865285" y="2665967"/>
                  <a:ext cx="37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4AFA43-634C-2807-0428-873BCCE7539D}"/>
                    </a:ext>
                  </a:extLst>
                </p14:cNvPr>
                <p14:cNvContentPartPr/>
                <p14:nvPr/>
              </p14:nvContentPartPr>
              <p14:xfrm>
                <a:off x="8805885" y="2963687"/>
                <a:ext cx="5400" cy="7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4AFA43-634C-2807-0428-873BCCE7539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99765" y="2957567"/>
                  <a:ext cx="176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CBC227-6DA9-C9C5-5E3A-6AC33354941D}"/>
                    </a:ext>
                  </a:extLst>
                </p14:cNvPr>
                <p14:cNvContentPartPr/>
                <p14:nvPr/>
              </p14:nvContentPartPr>
              <p14:xfrm>
                <a:off x="8833965" y="3216047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CBC227-6DA9-C9C5-5E3A-6AC3335494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27845" y="32099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BA28B2C5-E738-6E3C-98BD-A6F47F7B4F50}"/>
                    </a:ext>
                  </a:extLst>
                </p14:cNvPr>
                <p14:cNvContentPartPr/>
                <p14:nvPr/>
              </p14:nvContentPartPr>
              <p14:xfrm>
                <a:off x="8980485" y="2321087"/>
                <a:ext cx="182880" cy="1800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BA28B2C5-E738-6E3C-98BD-A6F47F7B4F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74365" y="2314967"/>
                  <a:ext cx="195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94ED52C7-4392-F16E-00B3-CBF44CD9DFCD}"/>
                    </a:ext>
                  </a:extLst>
                </p14:cNvPr>
                <p14:cNvContentPartPr/>
                <p14:nvPr/>
              </p14:nvContentPartPr>
              <p14:xfrm>
                <a:off x="8923965" y="2361047"/>
                <a:ext cx="169920" cy="98172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94ED52C7-4392-F16E-00B3-CBF44CD9DF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17845" y="2354927"/>
                  <a:ext cx="182160" cy="9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44C8EBD4-B8AD-F27B-6AD0-0FD66DCFD5F9}"/>
                    </a:ext>
                  </a:extLst>
                </p14:cNvPr>
                <p14:cNvContentPartPr/>
                <p14:nvPr/>
              </p14:nvContentPartPr>
              <p14:xfrm>
                <a:off x="9291165" y="2458967"/>
                <a:ext cx="36720" cy="23040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44C8EBD4-B8AD-F27B-6AD0-0FD66DCFD5F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85045" y="2452847"/>
                  <a:ext cx="489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61B15B12-CD14-D640-0DED-92A7FB93B6E7}"/>
                    </a:ext>
                  </a:extLst>
                </p14:cNvPr>
                <p14:cNvContentPartPr/>
                <p14:nvPr/>
              </p14:nvContentPartPr>
              <p14:xfrm>
                <a:off x="9393405" y="2299487"/>
                <a:ext cx="234720" cy="120528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61B15B12-CD14-D640-0DED-92A7FB93B6E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87285" y="2293367"/>
                  <a:ext cx="246960" cy="12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1DBAF66F-564B-BE61-E14C-2DF6D6341754}"/>
                    </a:ext>
                  </a:extLst>
                </p14:cNvPr>
                <p14:cNvContentPartPr/>
                <p14:nvPr/>
              </p14:nvContentPartPr>
              <p14:xfrm>
                <a:off x="9302685" y="2803847"/>
                <a:ext cx="77040" cy="11592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1DBAF66F-564B-BE61-E14C-2DF6D63417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96565" y="2797727"/>
                  <a:ext cx="89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DE97CC9F-9C86-859A-D882-7AB5E257A92D}"/>
                    </a:ext>
                  </a:extLst>
                </p14:cNvPr>
                <p14:cNvContentPartPr/>
                <p14:nvPr/>
              </p14:nvContentPartPr>
              <p14:xfrm>
                <a:off x="9226725" y="3030287"/>
                <a:ext cx="124200" cy="13032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DE97CC9F-9C86-859A-D882-7AB5E257A92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20605" y="3024167"/>
                  <a:ext cx="136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819D7D2B-231C-22D7-5BC5-7CE8B44D5A88}"/>
                    </a:ext>
                  </a:extLst>
                </p14:cNvPr>
                <p14:cNvContentPartPr/>
                <p14:nvPr/>
              </p14:nvContentPartPr>
              <p14:xfrm>
                <a:off x="5875125" y="1355207"/>
                <a:ext cx="861120" cy="5832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819D7D2B-231C-22D7-5BC5-7CE8B44D5A8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69005" y="1349087"/>
                  <a:ext cx="873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90B1DE7F-FDD2-7A17-6FBE-DAC86778BCB3}"/>
                    </a:ext>
                  </a:extLst>
                </p14:cNvPr>
                <p14:cNvContentPartPr/>
                <p14:nvPr/>
              </p14:nvContentPartPr>
              <p14:xfrm>
                <a:off x="10025205" y="1349087"/>
                <a:ext cx="1544760" cy="14760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90B1DE7F-FDD2-7A17-6FBE-DAC86778BCB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19085" y="1342967"/>
                  <a:ext cx="1557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C1C4BBA-43DC-BA79-332E-86341D7F3AE0}"/>
                    </a:ext>
                  </a:extLst>
                </p14:cNvPr>
                <p14:cNvContentPartPr/>
                <p14:nvPr/>
              </p14:nvContentPartPr>
              <p14:xfrm>
                <a:off x="10056885" y="636647"/>
                <a:ext cx="336240" cy="644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C1C4BBA-43DC-BA79-332E-86341D7F3AE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50765" y="630527"/>
                  <a:ext cx="34848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7D64AA-CC51-56ED-9280-6FF6CD4A8F18}"/>
                    </a:ext>
                  </a:extLst>
                </p14:cNvPr>
                <p14:cNvContentPartPr/>
                <p14:nvPr/>
              </p14:nvContentPartPr>
              <p14:xfrm>
                <a:off x="10541085" y="1001327"/>
                <a:ext cx="113760" cy="386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7D64AA-CC51-56ED-9280-6FF6CD4A8F1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34965" y="995207"/>
                  <a:ext cx="1260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83D34E-E806-E62D-41E7-3350E0480B16}"/>
                    </a:ext>
                  </a:extLst>
                </p14:cNvPr>
                <p14:cNvContentPartPr/>
                <p14:nvPr/>
              </p14:nvContentPartPr>
              <p14:xfrm>
                <a:off x="10552605" y="1028327"/>
                <a:ext cx="168120" cy="179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83D34E-E806-E62D-41E7-3350E0480B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46485" y="1022207"/>
                  <a:ext cx="180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6E9618-5AD4-BB79-AE1F-FA7083DF5708}"/>
                    </a:ext>
                  </a:extLst>
                </p14:cNvPr>
                <p14:cNvContentPartPr/>
                <p14:nvPr/>
              </p14:nvContentPartPr>
              <p14:xfrm>
                <a:off x="10747365" y="995567"/>
                <a:ext cx="150120" cy="262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6E9618-5AD4-BB79-AE1F-FA7083DF570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41245" y="989447"/>
                  <a:ext cx="162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40B417-E41D-642D-2921-C7ED1329C122}"/>
                    </a:ext>
                  </a:extLst>
                </p14:cNvPr>
                <p14:cNvContentPartPr/>
                <p14:nvPr/>
              </p14:nvContentPartPr>
              <p14:xfrm>
                <a:off x="10871205" y="879647"/>
                <a:ext cx="396000" cy="432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40B417-E41D-642D-2921-C7ED1329C12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65085" y="873527"/>
                  <a:ext cx="4082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458DED40-D459-9C06-33B0-B6B1D700C980}"/>
                    </a:ext>
                  </a:extLst>
                </p14:cNvPr>
                <p14:cNvContentPartPr/>
                <p14:nvPr/>
              </p14:nvContentPartPr>
              <p14:xfrm>
                <a:off x="8108565" y="193847"/>
                <a:ext cx="34200" cy="37764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458DED40-D459-9C06-33B0-B6B1D700C9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02445" y="187727"/>
                  <a:ext cx="464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E2368664-E709-3B8F-B0C8-AE3356F60FE4}"/>
                    </a:ext>
                  </a:extLst>
                </p14:cNvPr>
                <p14:cNvContentPartPr/>
                <p14:nvPr/>
              </p14:nvContentPartPr>
              <p14:xfrm>
                <a:off x="8216205" y="393287"/>
                <a:ext cx="113040" cy="15732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E2368664-E709-3B8F-B0C8-AE3356F60F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10085" y="387167"/>
                  <a:ext cx="125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B8748E3D-A4D3-42E8-E9E1-4B687AF49931}"/>
                    </a:ext>
                  </a:extLst>
                </p14:cNvPr>
                <p14:cNvContentPartPr/>
                <p14:nvPr/>
              </p14:nvContentPartPr>
              <p14:xfrm>
                <a:off x="8341485" y="387167"/>
                <a:ext cx="165600" cy="18756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B8748E3D-A4D3-42E8-E9E1-4B687AF4993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35365" y="381047"/>
                  <a:ext cx="177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01966FC0-01A9-7F32-6607-5399FA1E925B}"/>
                    </a:ext>
                  </a:extLst>
                </p14:cNvPr>
                <p14:cNvContentPartPr/>
                <p14:nvPr/>
              </p14:nvContentPartPr>
              <p14:xfrm>
                <a:off x="8541645" y="398327"/>
                <a:ext cx="146880" cy="19116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01966FC0-01A9-7F32-6607-5399FA1E925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35525" y="392207"/>
                  <a:ext cx="159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76" name="Ink 1075">
                  <a:extLst>
                    <a:ext uri="{FF2B5EF4-FFF2-40B4-BE49-F238E27FC236}">
                      <a16:creationId xmlns:a16="http://schemas.microsoft.com/office/drawing/2014/main" id="{6CCB899A-8111-D4DD-0085-64904AB35E93}"/>
                    </a:ext>
                  </a:extLst>
                </p14:cNvPr>
                <p14:cNvContentPartPr/>
                <p14:nvPr/>
              </p14:nvContentPartPr>
              <p14:xfrm>
                <a:off x="8935485" y="213287"/>
                <a:ext cx="161640" cy="36504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6CCB899A-8111-D4DD-0085-64904AB35E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29365" y="207167"/>
                  <a:ext cx="1738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7" name="Ink 1076">
                  <a:extLst>
                    <a:ext uri="{FF2B5EF4-FFF2-40B4-BE49-F238E27FC236}">
                      <a16:creationId xmlns:a16="http://schemas.microsoft.com/office/drawing/2014/main" id="{F8EB9B3D-7D77-5F8A-5FCB-DE48DEFE131C}"/>
                    </a:ext>
                  </a:extLst>
                </p14:cNvPr>
                <p14:cNvContentPartPr/>
                <p14:nvPr/>
              </p14:nvContentPartPr>
              <p14:xfrm>
                <a:off x="9157605" y="228407"/>
                <a:ext cx="363240" cy="23904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F8EB9B3D-7D77-5F8A-5FCB-DE48DEFE131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51485" y="222287"/>
                  <a:ext cx="375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3B3ABDCA-1A4F-0229-D7C0-2FFF542308E9}"/>
                    </a:ext>
                  </a:extLst>
                </p14:cNvPr>
                <p14:cNvContentPartPr/>
                <p14:nvPr/>
              </p14:nvContentPartPr>
              <p14:xfrm>
                <a:off x="9595005" y="244247"/>
                <a:ext cx="82080" cy="17856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3B3ABDCA-1A4F-0229-D7C0-2FFF542308E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88885" y="238127"/>
                  <a:ext cx="94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D431FA96-AFD5-D01E-0867-7102A6A7B4D6}"/>
                    </a:ext>
                  </a:extLst>
                </p14:cNvPr>
                <p14:cNvContentPartPr/>
                <p14:nvPr/>
              </p14:nvContentPartPr>
              <p14:xfrm>
                <a:off x="9719925" y="244247"/>
                <a:ext cx="98280" cy="17604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D431FA96-AFD5-D01E-0867-7102A6A7B4D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13805" y="238127"/>
                  <a:ext cx="110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2A5CD23C-5131-CFD9-4CAE-B0A23A8FC89C}"/>
                    </a:ext>
                  </a:extLst>
                </p14:cNvPr>
                <p14:cNvContentPartPr/>
                <p14:nvPr/>
              </p14:nvContentPartPr>
              <p14:xfrm>
                <a:off x="9821445" y="251087"/>
                <a:ext cx="132120" cy="152280"/>
              </p14:xfrm>
            </p:contentPart>
          </mc:Choice>
          <mc:Fallback xmlns=""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2A5CD23C-5131-CFD9-4CAE-B0A23A8FC89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15325" y="244967"/>
                  <a:ext cx="144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81" name="Ink 1080">
                  <a:extLst>
                    <a:ext uri="{FF2B5EF4-FFF2-40B4-BE49-F238E27FC236}">
                      <a16:creationId xmlns:a16="http://schemas.microsoft.com/office/drawing/2014/main" id="{831328BC-9D62-3AB1-BF12-263EC373E00E}"/>
                    </a:ext>
                  </a:extLst>
                </p14:cNvPr>
                <p14:cNvContentPartPr/>
                <p14:nvPr/>
              </p14:nvContentPartPr>
              <p14:xfrm>
                <a:off x="10033125" y="176927"/>
                <a:ext cx="53640" cy="36720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831328BC-9D62-3AB1-BF12-263EC373E0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27005" y="170807"/>
                  <a:ext cx="658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83" name="Ink 1082">
                  <a:extLst>
                    <a:ext uri="{FF2B5EF4-FFF2-40B4-BE49-F238E27FC236}">
                      <a16:creationId xmlns:a16="http://schemas.microsoft.com/office/drawing/2014/main" id="{A2EBD1F1-03C4-2661-6FBB-BA6FD34FB776}"/>
                    </a:ext>
                  </a:extLst>
                </p14:cNvPr>
                <p14:cNvContentPartPr/>
                <p14:nvPr/>
              </p14:nvContentPartPr>
              <p14:xfrm>
                <a:off x="7673325" y="211487"/>
                <a:ext cx="393480" cy="39600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A2EBD1F1-03C4-2661-6FBB-BA6FD34FB77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67205" y="205367"/>
                  <a:ext cx="4057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01FB5C78-9D49-B144-4F2C-6087AF782D08}"/>
                    </a:ext>
                  </a:extLst>
                </p14:cNvPr>
                <p14:cNvContentPartPr/>
                <p14:nvPr/>
              </p14:nvContentPartPr>
              <p14:xfrm>
                <a:off x="7478925" y="466367"/>
                <a:ext cx="2729880" cy="22140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01FB5C78-9D49-B144-4F2C-6087AF782D0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72805" y="460247"/>
                  <a:ext cx="27421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8B177244-3015-BD14-9B34-2A985D94C3AF}"/>
                    </a:ext>
                  </a:extLst>
                </p14:cNvPr>
                <p14:cNvContentPartPr/>
                <p14:nvPr/>
              </p14:nvContentPartPr>
              <p14:xfrm>
                <a:off x="7876725" y="709367"/>
                <a:ext cx="486000" cy="36360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8B177244-3015-BD14-9B34-2A985D94C3A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70605" y="703247"/>
                  <a:ext cx="498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CEDD723E-E5D3-BD9D-CE83-D5314469BE95}"/>
                    </a:ext>
                  </a:extLst>
                </p14:cNvPr>
                <p14:cNvContentPartPr/>
                <p14:nvPr/>
              </p14:nvContentPartPr>
              <p14:xfrm>
                <a:off x="8508165" y="734927"/>
                <a:ext cx="309240" cy="42408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CEDD723E-E5D3-BD9D-CE83-D5314469BE9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02045" y="728807"/>
                  <a:ext cx="32148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F229F8EC-A32A-12AF-9E52-1527CC1ADF0B}"/>
                    </a:ext>
                  </a:extLst>
                </p14:cNvPr>
                <p14:cNvContentPartPr/>
                <p14:nvPr/>
              </p14:nvContentPartPr>
              <p14:xfrm>
                <a:off x="8441565" y="732047"/>
                <a:ext cx="438480" cy="10692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F229F8EC-A32A-12AF-9E52-1527CC1ADF0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35445" y="725927"/>
                  <a:ext cx="450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842D4474-6969-6A20-0F73-88450654A245}"/>
                    </a:ext>
                  </a:extLst>
                </p14:cNvPr>
                <p14:cNvContentPartPr/>
                <p14:nvPr/>
              </p14:nvContentPartPr>
              <p14:xfrm>
                <a:off x="8162565" y="153527"/>
                <a:ext cx="489960" cy="9504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842D4474-6969-6A20-0F73-88450654A24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56445" y="147407"/>
                  <a:ext cx="5022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AA43BCCB-0B8B-8C13-62D9-FEAB22D599C5}"/>
                    </a:ext>
                  </a:extLst>
                </p14:cNvPr>
                <p14:cNvContentPartPr/>
                <p14:nvPr/>
              </p14:nvContentPartPr>
              <p14:xfrm>
                <a:off x="7023885" y="1629167"/>
                <a:ext cx="14760" cy="40608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AA43BCCB-0B8B-8C13-62D9-FEAB22D599C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17765" y="1623047"/>
                  <a:ext cx="270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A5CED616-037F-F502-D6CB-C05671BA89C9}"/>
                    </a:ext>
                  </a:extLst>
                </p14:cNvPr>
                <p14:cNvContentPartPr/>
                <p14:nvPr/>
              </p14:nvContentPartPr>
              <p14:xfrm>
                <a:off x="7185525" y="1803047"/>
                <a:ext cx="114480" cy="18360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A5CED616-037F-F502-D6CB-C05671BA89C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79405" y="1796927"/>
                  <a:ext cx="126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62BFE0F1-65AB-B763-4D86-70C146783B3F}"/>
                    </a:ext>
                  </a:extLst>
                </p14:cNvPr>
                <p14:cNvContentPartPr/>
                <p14:nvPr/>
              </p14:nvContentPartPr>
              <p14:xfrm>
                <a:off x="7377405" y="1814207"/>
                <a:ext cx="156960" cy="16920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62BFE0F1-65AB-B763-4D86-70C146783B3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71285" y="1808087"/>
                  <a:ext cx="169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93" name="Ink 1092">
                  <a:extLst>
                    <a:ext uri="{FF2B5EF4-FFF2-40B4-BE49-F238E27FC236}">
                      <a16:creationId xmlns:a16="http://schemas.microsoft.com/office/drawing/2014/main" id="{A9983ACA-273B-9E3F-8C40-1DFB82E56443}"/>
                    </a:ext>
                  </a:extLst>
                </p14:cNvPr>
                <p14:cNvContentPartPr/>
                <p14:nvPr/>
              </p14:nvContentPartPr>
              <p14:xfrm>
                <a:off x="7601325" y="1755527"/>
                <a:ext cx="152640" cy="258840"/>
              </p14:xfrm>
            </p:contentPart>
          </mc:Choice>
          <mc:Fallback xmlns=""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A9983ACA-273B-9E3F-8C40-1DFB82E5644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95205" y="1749407"/>
                  <a:ext cx="164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05F4EACA-0E2C-08F2-3DC3-59C4649F0A90}"/>
                    </a:ext>
                  </a:extLst>
                </p14:cNvPr>
                <p14:cNvContentPartPr/>
                <p14:nvPr/>
              </p14:nvContentPartPr>
              <p14:xfrm>
                <a:off x="7877805" y="1640327"/>
                <a:ext cx="232200" cy="36828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05F4EACA-0E2C-08F2-3DC3-59C4649F0A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71685" y="1634207"/>
                  <a:ext cx="2444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F96D3135-AA4A-5FDF-070E-BC3F1F764F5B}"/>
                    </a:ext>
                  </a:extLst>
                </p14:cNvPr>
                <p14:cNvContentPartPr/>
                <p14:nvPr/>
              </p14:nvContentPartPr>
              <p14:xfrm>
                <a:off x="8171925" y="1618007"/>
                <a:ext cx="266040" cy="56124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F96D3135-AA4A-5FDF-070E-BC3F1F764F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65805" y="1611887"/>
                  <a:ext cx="27828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EF7E4594-3BB7-C889-D68F-512FDAC2D7A6}"/>
                    </a:ext>
                  </a:extLst>
                </p14:cNvPr>
                <p14:cNvContentPartPr/>
                <p14:nvPr/>
              </p14:nvContentPartPr>
              <p14:xfrm>
                <a:off x="8565765" y="1861727"/>
                <a:ext cx="78840" cy="313560"/>
              </p14:xfrm>
            </p:contentPart>
          </mc:Choice>
          <mc:Fallback xmlns=""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EF7E4594-3BB7-C889-D68F-512FDAC2D7A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59645" y="1855607"/>
                  <a:ext cx="910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42AA6309-2C87-6136-749B-AA64E37C3242}"/>
                    </a:ext>
                  </a:extLst>
                </p14:cNvPr>
                <p14:cNvContentPartPr/>
                <p14:nvPr/>
              </p14:nvContentPartPr>
              <p14:xfrm>
                <a:off x="8503125" y="1962167"/>
                <a:ext cx="202320" cy="1800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42AA6309-2C87-6136-749B-AA64E37C324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97005" y="1956047"/>
                  <a:ext cx="21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A6E06A08-DC17-5C7F-C785-39EEB6F55179}"/>
                    </a:ext>
                  </a:extLst>
                </p14:cNvPr>
                <p14:cNvContentPartPr/>
                <p14:nvPr/>
              </p14:nvContentPartPr>
              <p14:xfrm>
                <a:off x="8746125" y="1948847"/>
                <a:ext cx="218160" cy="20232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A6E06A08-DC17-5C7F-C785-39EEB6F551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40005" y="1942727"/>
                  <a:ext cx="230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B5920CA8-44D4-4F9F-75CE-CF0363CA6F04}"/>
                    </a:ext>
                  </a:extLst>
                </p14:cNvPr>
                <p14:cNvContentPartPr/>
                <p14:nvPr/>
              </p14:nvContentPartPr>
              <p14:xfrm>
                <a:off x="9011805" y="1948127"/>
                <a:ext cx="182520" cy="21780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B5920CA8-44D4-4F9F-75CE-CF0363CA6F0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05685" y="1942007"/>
                  <a:ext cx="194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0" name="Ink 1099">
                  <a:extLst>
                    <a:ext uri="{FF2B5EF4-FFF2-40B4-BE49-F238E27FC236}">
                      <a16:creationId xmlns:a16="http://schemas.microsoft.com/office/drawing/2014/main" id="{8158C20D-4563-068D-08AC-3F76D764E18F}"/>
                    </a:ext>
                  </a:extLst>
                </p14:cNvPr>
                <p14:cNvContentPartPr/>
                <p14:nvPr/>
              </p14:nvContentPartPr>
              <p14:xfrm>
                <a:off x="9378285" y="1988087"/>
                <a:ext cx="6480" cy="134640"/>
              </p14:xfrm>
            </p:contentPart>
          </mc:Choice>
          <mc:Fallback xmlns=""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8158C20D-4563-068D-08AC-3F76D764E18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72165" y="1981967"/>
                  <a:ext cx="18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9603BBA1-EA2F-9814-4772-FB0BB1ED9117}"/>
                    </a:ext>
                  </a:extLst>
                </p14:cNvPr>
                <p14:cNvContentPartPr/>
                <p14:nvPr/>
              </p14:nvContentPartPr>
              <p14:xfrm>
                <a:off x="9610125" y="1605767"/>
                <a:ext cx="200160" cy="47448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9603BBA1-EA2F-9814-4772-FB0BB1ED911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04005" y="1599647"/>
                  <a:ext cx="2124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BF4B862D-33EE-1A81-AA80-5ABBF15FB27E}"/>
                    </a:ext>
                  </a:extLst>
                </p14:cNvPr>
                <p14:cNvContentPartPr/>
                <p14:nvPr/>
              </p14:nvContentPartPr>
              <p14:xfrm>
                <a:off x="9841965" y="1825367"/>
                <a:ext cx="30240" cy="35568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BF4B862D-33EE-1A81-AA80-5ABBF15FB27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35845" y="1819247"/>
                  <a:ext cx="424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114E2F4F-7119-585C-FA81-6869B0F88B9D}"/>
                    </a:ext>
                  </a:extLst>
                </p14:cNvPr>
                <p14:cNvContentPartPr/>
                <p14:nvPr/>
              </p14:nvContentPartPr>
              <p14:xfrm>
                <a:off x="9826845" y="1848047"/>
                <a:ext cx="283680" cy="15588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114E2F4F-7119-585C-FA81-6869B0F88B9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820725" y="1841927"/>
                  <a:ext cx="295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B948097E-8720-946D-091B-54C6353FEF20}"/>
                    </a:ext>
                  </a:extLst>
                </p14:cNvPr>
                <p14:cNvContentPartPr/>
                <p14:nvPr/>
              </p14:nvContentPartPr>
              <p14:xfrm>
                <a:off x="10114845" y="1705127"/>
                <a:ext cx="318960" cy="33948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B948097E-8720-946D-091B-54C6353FEF2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08725" y="1699007"/>
                  <a:ext cx="3312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021C8F84-F355-8C05-39CF-B72B868DAB8C}"/>
                    </a:ext>
                  </a:extLst>
                </p14:cNvPr>
                <p14:cNvContentPartPr/>
                <p14:nvPr/>
              </p14:nvContentPartPr>
              <p14:xfrm>
                <a:off x="10528485" y="1536647"/>
                <a:ext cx="110160" cy="522720"/>
              </p14:xfrm>
            </p:contentPart>
          </mc:Choice>
          <mc:Fallback xmlns=""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021C8F84-F355-8C05-39CF-B72B868DAB8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22365" y="1530527"/>
                  <a:ext cx="12240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CD5FD7EC-52C8-6BED-1D65-825C699D2A85}"/>
                    </a:ext>
                  </a:extLst>
                </p14:cNvPr>
                <p14:cNvContentPartPr/>
                <p14:nvPr/>
              </p14:nvContentPartPr>
              <p14:xfrm>
                <a:off x="13022205" y="3572087"/>
                <a:ext cx="114840" cy="3348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CD5FD7EC-52C8-6BED-1D65-825C699D2A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016085" y="3565967"/>
                  <a:ext cx="127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AA0B04-D188-7537-604D-EB3D88F2BB83}"/>
                    </a:ext>
                  </a:extLst>
                </p14:cNvPr>
                <p14:cNvContentPartPr/>
                <p14:nvPr/>
              </p14:nvContentPartPr>
              <p14:xfrm>
                <a:off x="9999645" y="2386247"/>
                <a:ext cx="200160" cy="9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AA0B04-D188-7537-604D-EB3D88F2BB8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93525" y="2380127"/>
                  <a:ext cx="212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C6B4B6-1E44-D727-92E4-68970528C6A7}"/>
                    </a:ext>
                  </a:extLst>
                </p14:cNvPr>
                <p14:cNvContentPartPr/>
                <p14:nvPr/>
              </p14:nvContentPartPr>
              <p14:xfrm>
                <a:off x="9967245" y="2355287"/>
                <a:ext cx="120240" cy="1088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5C6B4B6-1E44-D727-92E4-68970528C6A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61125" y="2349167"/>
                  <a:ext cx="132480" cy="11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513118-73CD-9158-430B-87017DF1A739}"/>
                    </a:ext>
                  </a:extLst>
                </p14:cNvPr>
                <p14:cNvContentPartPr/>
                <p14:nvPr/>
              </p14:nvContentPartPr>
              <p14:xfrm>
                <a:off x="10563765" y="2403167"/>
                <a:ext cx="187200" cy="105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513118-73CD-9158-430B-87017DF1A73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57645" y="2397047"/>
                  <a:ext cx="199440" cy="10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EE6850-05D8-C7DD-7F90-1FED7D1FEAAC}"/>
                    </a:ext>
                  </a:extLst>
                </p14:cNvPr>
                <p14:cNvContentPartPr/>
                <p14:nvPr/>
              </p14:nvContentPartPr>
              <p14:xfrm>
                <a:off x="10174245" y="2465807"/>
                <a:ext cx="105120" cy="122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EE6850-05D8-C7DD-7F90-1FED7D1FEAA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68125" y="2459687"/>
                  <a:ext cx="117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B92E23-3D38-6518-8E3B-CD59FB2E9716}"/>
                    </a:ext>
                  </a:extLst>
                </p14:cNvPr>
                <p14:cNvContentPartPr/>
                <p14:nvPr/>
              </p14:nvContentPartPr>
              <p14:xfrm>
                <a:off x="10321125" y="2548607"/>
                <a:ext cx="11520" cy="36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B92E23-3D38-6518-8E3B-CD59FB2E971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315005" y="2542487"/>
                  <a:ext cx="23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93A927-7885-A98F-261F-9DF22496981A}"/>
                    </a:ext>
                  </a:extLst>
                </p14:cNvPr>
                <p14:cNvContentPartPr/>
                <p14:nvPr/>
              </p14:nvContentPartPr>
              <p14:xfrm>
                <a:off x="10379805" y="2392727"/>
                <a:ext cx="108720" cy="239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93A927-7885-A98F-261F-9DF2249698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73685" y="2386607"/>
                  <a:ext cx="120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FF18D1-980E-059A-B211-DBDB60410FCC}"/>
                    </a:ext>
                  </a:extLst>
                </p14:cNvPr>
                <p14:cNvContentPartPr/>
                <p14:nvPr/>
              </p14:nvContentPartPr>
              <p14:xfrm>
                <a:off x="10248045" y="2729687"/>
                <a:ext cx="88920" cy="123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FF18D1-980E-059A-B211-DBDB60410FC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241925" y="2723567"/>
                  <a:ext cx="1011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C1DC7C4-69E4-E046-A06C-2C6C11CDD28B}"/>
                    </a:ext>
                  </a:extLst>
                </p14:cNvPr>
                <p14:cNvContentPartPr/>
                <p14:nvPr/>
              </p14:nvContentPartPr>
              <p14:xfrm>
                <a:off x="10400325" y="2809607"/>
                <a:ext cx="9000" cy="67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C1DC7C4-69E4-E046-A06C-2C6C11CDD28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394205" y="2803487"/>
                  <a:ext cx="21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6A3660-0CD0-AEB8-85CC-6FF98F1C6A53}"/>
                    </a:ext>
                  </a:extLst>
                </p14:cNvPr>
                <p14:cNvContentPartPr/>
                <p14:nvPr/>
              </p14:nvContentPartPr>
              <p14:xfrm>
                <a:off x="10512285" y="2714567"/>
                <a:ext cx="57960" cy="101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6A3660-0CD0-AEB8-85CC-6FF98F1C6A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506165" y="2708447"/>
                  <a:ext cx="70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8AEDC6-DBCA-9366-5ADD-D0168E618B9A}"/>
                    </a:ext>
                  </a:extLst>
                </p14:cNvPr>
                <p14:cNvContentPartPr/>
                <p14:nvPr/>
              </p14:nvContentPartPr>
              <p14:xfrm>
                <a:off x="10548645" y="2689007"/>
                <a:ext cx="131040" cy="179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8AEDC6-DBCA-9366-5ADD-D0168E618B9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542525" y="2682887"/>
                  <a:ext cx="143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18276B-7004-495C-F7DC-36E5F82D6C86}"/>
                    </a:ext>
                  </a:extLst>
                </p14:cNvPr>
                <p14:cNvContentPartPr/>
                <p14:nvPr/>
              </p14:nvContentPartPr>
              <p14:xfrm>
                <a:off x="10233285" y="3120647"/>
                <a:ext cx="77040" cy="105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18276B-7004-495C-F7DC-36E5F82D6C8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27165" y="3114527"/>
                  <a:ext cx="89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717006-8EEA-B609-CB7B-EAB13B87FDE2}"/>
                    </a:ext>
                  </a:extLst>
                </p14:cNvPr>
                <p14:cNvContentPartPr/>
                <p14:nvPr/>
              </p14:nvContentPartPr>
              <p14:xfrm>
                <a:off x="10355325" y="3095807"/>
                <a:ext cx="162720" cy="13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717006-8EEA-B609-CB7B-EAB13B87FDE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49205" y="3089687"/>
                  <a:ext cx="174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7CFC00-CC15-907B-6083-6BFC2F2A84F4}"/>
                    </a:ext>
                  </a:extLst>
                </p14:cNvPr>
                <p14:cNvContentPartPr/>
                <p14:nvPr/>
              </p14:nvContentPartPr>
              <p14:xfrm>
                <a:off x="10524165" y="3042167"/>
                <a:ext cx="205200" cy="227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7CFC00-CC15-907B-6083-6BFC2F2A84F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518045" y="3036047"/>
                  <a:ext cx="217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21571377-D2E3-BD49-EA12-702EBD8CEC51}"/>
                    </a:ext>
                  </a:extLst>
                </p14:cNvPr>
                <p14:cNvContentPartPr/>
                <p14:nvPr/>
              </p14:nvContentPartPr>
              <p14:xfrm>
                <a:off x="10236165" y="2638247"/>
                <a:ext cx="313920" cy="1476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21571377-D2E3-BD49-EA12-702EBD8CEC5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30045" y="2632127"/>
                  <a:ext cx="326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D082CE47-AC32-0F50-C08E-A1DADC76E4BC}"/>
                    </a:ext>
                  </a:extLst>
                </p14:cNvPr>
                <p14:cNvContentPartPr/>
                <p14:nvPr/>
              </p14:nvContentPartPr>
              <p14:xfrm>
                <a:off x="10281885" y="2920847"/>
                <a:ext cx="343080" cy="5472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D082CE47-AC32-0F50-C08E-A1DADC76E4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75765" y="2914727"/>
                  <a:ext cx="355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D873E5CA-E525-3623-16E0-ACDE170E5C4C}"/>
                    </a:ext>
                  </a:extLst>
                </p14:cNvPr>
                <p14:cNvContentPartPr/>
                <p14:nvPr/>
              </p14:nvContentPartPr>
              <p14:xfrm>
                <a:off x="10329765" y="3269327"/>
                <a:ext cx="268920" cy="1476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D873E5CA-E525-3623-16E0-ACDE170E5C4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23645" y="3263207"/>
                  <a:ext cx="281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C1DD80BD-07F8-FE86-23CD-26A4184DF8E0}"/>
                    </a:ext>
                  </a:extLst>
                </p14:cNvPr>
                <p14:cNvContentPartPr/>
                <p14:nvPr/>
              </p14:nvContentPartPr>
              <p14:xfrm>
                <a:off x="10815045" y="2288327"/>
                <a:ext cx="294840" cy="33300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C1DD80BD-07F8-FE86-23CD-26A4184DF8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08925" y="2282207"/>
                  <a:ext cx="3070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9C59D90D-937B-D316-2424-9B68AD480076}"/>
                    </a:ext>
                  </a:extLst>
                </p14:cNvPr>
                <p14:cNvContentPartPr/>
                <p14:nvPr/>
              </p14:nvContentPartPr>
              <p14:xfrm>
                <a:off x="11433165" y="2342327"/>
                <a:ext cx="131760" cy="1404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9C59D90D-937B-D316-2424-9B68AD48007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427045" y="2336207"/>
                  <a:ext cx="144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0BB8D2C8-A3F0-A7BE-19A4-CF6F88B4D61A}"/>
                    </a:ext>
                  </a:extLst>
                </p14:cNvPr>
                <p14:cNvContentPartPr/>
                <p14:nvPr/>
              </p14:nvContentPartPr>
              <p14:xfrm>
                <a:off x="11379165" y="2363567"/>
                <a:ext cx="150480" cy="122832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0BB8D2C8-A3F0-A7BE-19A4-CF6F88B4D61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73045" y="2357447"/>
                  <a:ext cx="162720" cy="12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1A51EB03-300E-164E-8DB8-AA63C270C6E3}"/>
                    </a:ext>
                  </a:extLst>
                </p14:cNvPr>
                <p14:cNvContentPartPr/>
                <p14:nvPr/>
              </p14:nvContentPartPr>
              <p14:xfrm>
                <a:off x="11636925" y="2428007"/>
                <a:ext cx="93240" cy="12348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1A51EB03-300E-164E-8DB8-AA63C270C6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630805" y="2421887"/>
                  <a:ext cx="105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CF9EE5C0-80D7-B30D-41D9-2E94F1F6FF49}"/>
                    </a:ext>
                  </a:extLst>
                </p14:cNvPr>
                <p14:cNvContentPartPr/>
                <p14:nvPr/>
              </p14:nvContentPartPr>
              <p14:xfrm>
                <a:off x="11817285" y="2492807"/>
                <a:ext cx="44640" cy="626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CF9EE5C0-80D7-B30D-41D9-2E94F1F6FF4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811165" y="2486687"/>
                  <a:ext cx="56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A0B1346B-4A29-8BE0-F47E-24E4E2329090}"/>
                    </a:ext>
                  </a:extLst>
                </p14:cNvPr>
                <p14:cNvContentPartPr/>
                <p14:nvPr/>
              </p14:nvContentPartPr>
              <p14:xfrm>
                <a:off x="11896125" y="2310287"/>
                <a:ext cx="116280" cy="31140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A0B1346B-4A29-8BE0-F47E-24E4E232909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890005" y="2304167"/>
                  <a:ext cx="1285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3F6BC08B-1BAA-73F6-2B0F-2224FADDAD1E}"/>
                    </a:ext>
                  </a:extLst>
                </p14:cNvPr>
                <p14:cNvContentPartPr/>
                <p14:nvPr/>
              </p14:nvContentPartPr>
              <p14:xfrm>
                <a:off x="12027885" y="2295167"/>
                <a:ext cx="174240" cy="135144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3F6BC08B-1BAA-73F6-2B0F-2224FADDAD1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2021765" y="2289047"/>
                  <a:ext cx="186480" cy="13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D4D2F417-9CB1-71C7-D9FF-AC0E5E3D1B3B}"/>
                    </a:ext>
                  </a:extLst>
                </p14:cNvPr>
                <p14:cNvContentPartPr/>
                <p14:nvPr/>
              </p14:nvContentPartPr>
              <p14:xfrm>
                <a:off x="11612805" y="3262127"/>
                <a:ext cx="79920" cy="17928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D4D2F417-9CB1-71C7-D9FF-AC0E5E3D1B3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06685" y="3256007"/>
                  <a:ext cx="92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3FE695C9-2A7C-9ED1-195C-78EDB426F477}"/>
                    </a:ext>
                  </a:extLst>
                </p14:cNvPr>
                <p14:cNvContentPartPr/>
                <p14:nvPr/>
              </p14:nvContentPartPr>
              <p14:xfrm>
                <a:off x="11771925" y="3367247"/>
                <a:ext cx="45720" cy="8460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3FE695C9-2A7C-9ED1-195C-78EDB426F47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765805" y="3361127"/>
                  <a:ext cx="57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8116BE16-D7F2-236E-1780-3447F7DE2271}"/>
                    </a:ext>
                  </a:extLst>
                </p14:cNvPr>
                <p14:cNvContentPartPr/>
                <p14:nvPr/>
              </p14:nvContentPartPr>
              <p14:xfrm>
                <a:off x="11897205" y="3252407"/>
                <a:ext cx="96120" cy="17388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8116BE16-D7F2-236E-1780-3447F7DE227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891085" y="3246287"/>
                  <a:ext cx="108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A1F0E9BB-DC75-C7FD-B092-7E24ACCECCC5}"/>
                    </a:ext>
                  </a:extLst>
                </p14:cNvPr>
                <p14:cNvContentPartPr/>
                <p14:nvPr/>
              </p14:nvContentPartPr>
              <p14:xfrm>
                <a:off x="11596245" y="2795207"/>
                <a:ext cx="102960" cy="16056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A1F0E9BB-DC75-C7FD-B092-7E24ACCECCC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90125" y="2789087"/>
                  <a:ext cx="115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D7A4D119-C407-D0F7-9DCD-7BE456B6B93E}"/>
                    </a:ext>
                  </a:extLst>
                </p14:cNvPr>
                <p14:cNvContentPartPr/>
                <p14:nvPr/>
              </p14:nvContentPartPr>
              <p14:xfrm>
                <a:off x="11743845" y="2941007"/>
                <a:ext cx="45360" cy="6624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D7A4D119-C407-D0F7-9DCD-7BE456B6B93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737725" y="2934887"/>
                  <a:ext cx="57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B26B6649-3A84-DF8E-D2A7-D02922A0AD06}"/>
                    </a:ext>
                  </a:extLst>
                </p14:cNvPr>
                <p14:cNvContentPartPr/>
                <p14:nvPr/>
              </p14:nvContentPartPr>
              <p14:xfrm>
                <a:off x="11862285" y="2798447"/>
                <a:ext cx="181080" cy="18900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B26B6649-3A84-DF8E-D2A7-D02922A0AD0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856165" y="2792327"/>
                  <a:ext cx="193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E427B2EF-B007-E96C-AF73-306115D02CA6}"/>
                    </a:ext>
                  </a:extLst>
                </p14:cNvPr>
                <p14:cNvContentPartPr/>
                <p14:nvPr/>
              </p14:nvContentPartPr>
              <p14:xfrm>
                <a:off x="11210685" y="2612687"/>
                <a:ext cx="1270440" cy="3708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E427B2EF-B007-E96C-AF73-306115D02CA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04565" y="2606567"/>
                  <a:ext cx="1282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2CACA8F8-FB7A-5B33-5D09-99E13632C129}"/>
                    </a:ext>
                  </a:extLst>
                </p14:cNvPr>
                <p14:cNvContentPartPr/>
                <p14:nvPr/>
              </p14:nvContentPartPr>
              <p14:xfrm>
                <a:off x="12175845" y="2562647"/>
                <a:ext cx="218160" cy="38412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2CACA8F8-FB7A-5B33-5D09-99E13632C12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2169725" y="2556527"/>
                  <a:ext cx="2304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95751044-132B-2BDD-7765-77B1627D982E}"/>
                    </a:ext>
                  </a:extLst>
                </p14:cNvPr>
                <p14:cNvContentPartPr/>
                <p14:nvPr/>
              </p14:nvContentPartPr>
              <p14:xfrm>
                <a:off x="12157485" y="2938487"/>
                <a:ext cx="231480" cy="52992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95751044-132B-2BDD-7765-77B1627D982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2151365" y="2932367"/>
                  <a:ext cx="2437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92ED32F1-FACD-CF86-111F-BC38872392DB}"/>
                    </a:ext>
                  </a:extLst>
                </p14:cNvPr>
                <p14:cNvContentPartPr/>
                <p14:nvPr/>
              </p14:nvContentPartPr>
              <p14:xfrm>
                <a:off x="10013325" y="2606207"/>
                <a:ext cx="2581200" cy="11700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92ED32F1-FACD-CF86-111F-BC38872392D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07205" y="2600087"/>
                  <a:ext cx="2593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108" name="Ink 1107">
                  <a:extLst>
                    <a:ext uri="{FF2B5EF4-FFF2-40B4-BE49-F238E27FC236}">
                      <a16:creationId xmlns:a16="http://schemas.microsoft.com/office/drawing/2014/main" id="{7DDA59C1-AB9C-D154-0324-BC5D5088E0F8}"/>
                    </a:ext>
                  </a:extLst>
                </p14:cNvPr>
                <p14:cNvContentPartPr/>
                <p14:nvPr/>
              </p14:nvContentPartPr>
              <p14:xfrm>
                <a:off x="12747165" y="2363567"/>
                <a:ext cx="43560" cy="401760"/>
              </p14:xfrm>
            </p:contentPart>
          </mc:Choice>
          <mc:Fallback xmlns=""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7DDA59C1-AB9C-D154-0324-BC5D5088E0F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741045" y="2357447"/>
                  <a:ext cx="558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D12DF840-6E72-6345-956E-30244679B310}"/>
                    </a:ext>
                  </a:extLst>
                </p14:cNvPr>
                <p14:cNvContentPartPr/>
                <p14:nvPr/>
              </p14:nvContentPartPr>
              <p14:xfrm>
                <a:off x="12702165" y="2285807"/>
                <a:ext cx="273960" cy="27504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D12DF840-6E72-6345-956E-30244679B31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2696045" y="2279687"/>
                  <a:ext cx="286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88B09C37-FA49-FD5C-B1B6-7B03B95B0D60}"/>
                    </a:ext>
                  </a:extLst>
                </p14:cNvPr>
                <p14:cNvContentPartPr/>
                <p14:nvPr/>
              </p14:nvContentPartPr>
              <p14:xfrm>
                <a:off x="8198205" y="2709167"/>
                <a:ext cx="4050360" cy="14076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88B09C37-FA49-FD5C-B1B6-7B03B95B0D6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92085" y="2703047"/>
                  <a:ext cx="406260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121" name="Ink 1120">
                <a:extLst>
                  <a:ext uri="{FF2B5EF4-FFF2-40B4-BE49-F238E27FC236}">
                    <a16:creationId xmlns:a16="http://schemas.microsoft.com/office/drawing/2014/main" id="{486419A8-AEB3-3D35-7E0F-A5FE9F35A149}"/>
                  </a:ext>
                </a:extLst>
              </p14:cNvPr>
              <p14:cNvContentPartPr/>
              <p14:nvPr/>
            </p14:nvContentPartPr>
            <p14:xfrm>
              <a:off x="3136520" y="2555827"/>
              <a:ext cx="360" cy="360"/>
            </p14:xfrm>
          </p:contentPart>
        </mc:Choice>
        <mc:Fallback xmlns="">
          <p:pic>
            <p:nvPicPr>
              <p:cNvPr id="1121" name="Ink 1120">
                <a:extLst>
                  <a:ext uri="{FF2B5EF4-FFF2-40B4-BE49-F238E27FC236}">
                    <a16:creationId xmlns:a16="http://schemas.microsoft.com/office/drawing/2014/main" id="{486419A8-AEB3-3D35-7E0F-A5FE9F35A1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30400" y="254970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122" name="Ink 1121">
                <a:extLst>
                  <a:ext uri="{FF2B5EF4-FFF2-40B4-BE49-F238E27FC236}">
                    <a16:creationId xmlns:a16="http://schemas.microsoft.com/office/drawing/2014/main" id="{679CD0A3-C85F-829F-21B3-88B178F0C0D1}"/>
                  </a:ext>
                </a:extLst>
              </p14:cNvPr>
              <p14:cNvContentPartPr/>
              <p14:nvPr/>
            </p14:nvContentPartPr>
            <p14:xfrm>
              <a:off x="2087120" y="1281427"/>
              <a:ext cx="2966400" cy="214920"/>
            </p14:xfrm>
          </p:contentPart>
        </mc:Choice>
        <mc:Fallback xmlns="">
          <p:pic>
            <p:nvPicPr>
              <p:cNvPr id="1122" name="Ink 1121">
                <a:extLst>
                  <a:ext uri="{FF2B5EF4-FFF2-40B4-BE49-F238E27FC236}">
                    <a16:creationId xmlns:a16="http://schemas.microsoft.com/office/drawing/2014/main" id="{679CD0A3-C85F-829F-21B3-88B178F0C0D1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081000" y="1275307"/>
                <a:ext cx="297864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7" name="Group 1136">
            <a:extLst>
              <a:ext uri="{FF2B5EF4-FFF2-40B4-BE49-F238E27FC236}">
                <a16:creationId xmlns:a16="http://schemas.microsoft.com/office/drawing/2014/main" id="{05AFA7CE-F7E0-9C32-C5C8-EBA7777C2465}"/>
              </a:ext>
            </a:extLst>
          </p:cNvPr>
          <p:cNvGrpSpPr/>
          <p:nvPr/>
        </p:nvGrpSpPr>
        <p:grpSpPr>
          <a:xfrm>
            <a:off x="7553360" y="2631787"/>
            <a:ext cx="513720" cy="1404360"/>
            <a:chOff x="7553360" y="2631787"/>
            <a:chExt cx="513720" cy="14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ED05643D-A3E3-BF1F-D0F6-B0F91FBDDBDA}"/>
                    </a:ext>
                  </a:extLst>
                </p14:cNvPr>
                <p14:cNvContentPartPr/>
                <p14:nvPr/>
              </p14:nvContentPartPr>
              <p14:xfrm>
                <a:off x="7616360" y="2640427"/>
                <a:ext cx="96840" cy="4320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ED05643D-A3E3-BF1F-D0F6-B0F91FBDDBD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10240" y="2634307"/>
                  <a:ext cx="109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F840F81A-C227-1A11-FABC-B2B1B7C6B12C}"/>
                    </a:ext>
                  </a:extLst>
                </p14:cNvPr>
                <p14:cNvContentPartPr/>
                <p14:nvPr/>
              </p14:nvContentPartPr>
              <p14:xfrm>
                <a:off x="7553360" y="2705227"/>
                <a:ext cx="115560" cy="59220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F840F81A-C227-1A11-FABC-B2B1B7C6B12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547240" y="2699107"/>
                  <a:ext cx="12780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42D3FCC1-9506-3238-04D2-1D7C29524CCF}"/>
                    </a:ext>
                  </a:extLst>
                </p14:cNvPr>
                <p14:cNvContentPartPr/>
                <p14:nvPr/>
              </p14:nvContentPartPr>
              <p14:xfrm>
                <a:off x="7904720" y="2631787"/>
                <a:ext cx="162360" cy="85860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42D3FCC1-9506-3238-04D2-1D7C29524CC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98600" y="2625667"/>
                  <a:ext cx="17460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E87DE668-133B-BADB-12EA-560ABDBD5FDA}"/>
                    </a:ext>
                  </a:extLst>
                </p14:cNvPr>
                <p14:cNvContentPartPr/>
                <p14:nvPr/>
              </p14:nvContentPartPr>
              <p14:xfrm>
                <a:off x="7832000" y="2645107"/>
                <a:ext cx="25560" cy="172440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E87DE668-133B-BADB-12EA-560ABDBD5FD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825880" y="2638987"/>
                  <a:ext cx="37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129" name="Ink 1128">
                  <a:extLst>
                    <a:ext uri="{FF2B5EF4-FFF2-40B4-BE49-F238E27FC236}">
                      <a16:creationId xmlns:a16="http://schemas.microsoft.com/office/drawing/2014/main" id="{985DE6B2-12FC-FEFF-DEDD-5F9EF5F28503}"/>
                    </a:ext>
                  </a:extLst>
                </p14:cNvPr>
                <p14:cNvContentPartPr/>
                <p14:nvPr/>
              </p14:nvContentPartPr>
              <p14:xfrm>
                <a:off x="7749560" y="2897467"/>
                <a:ext cx="19800" cy="165960"/>
              </p14:xfrm>
            </p:contentPart>
          </mc:Choice>
          <mc:Fallback xmlns="">
            <p:pic>
              <p:nvPicPr>
                <p:cNvPr id="1129" name="Ink 1128">
                  <a:extLst>
                    <a:ext uri="{FF2B5EF4-FFF2-40B4-BE49-F238E27FC236}">
                      <a16:creationId xmlns:a16="http://schemas.microsoft.com/office/drawing/2014/main" id="{985DE6B2-12FC-FEFF-DEDD-5F9EF5F2850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743440" y="2891347"/>
                  <a:ext cx="32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21DDCDFA-AC56-CCF3-1FD8-8FB61FBB1B4E}"/>
                    </a:ext>
                  </a:extLst>
                </p14:cNvPr>
                <p14:cNvContentPartPr/>
                <p14:nvPr/>
              </p14:nvContentPartPr>
              <p14:xfrm>
                <a:off x="7764320" y="3156307"/>
                <a:ext cx="132120" cy="213840"/>
              </p14:xfrm>
            </p:contentPart>
          </mc:Choice>
          <mc:Fallback xmlns=""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21DDCDFA-AC56-CCF3-1FD8-8FB61FBB1B4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758200" y="3150187"/>
                  <a:ext cx="144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929CF6F1-3A30-8058-74B0-C19196F57623}"/>
                    </a:ext>
                  </a:extLst>
                </p14:cNvPr>
                <p14:cNvContentPartPr/>
                <p14:nvPr/>
              </p14:nvContentPartPr>
              <p14:xfrm>
                <a:off x="7772960" y="3424147"/>
                <a:ext cx="144720" cy="145440"/>
              </p14:xfrm>
            </p:contentPart>
          </mc:Choice>
          <mc:Fallback xmlns=""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929CF6F1-3A30-8058-74B0-C19196F5762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766840" y="3418027"/>
                  <a:ext cx="156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47620BD3-DEC3-15D6-C57F-4022D12BD376}"/>
                    </a:ext>
                  </a:extLst>
                </p14:cNvPr>
                <p14:cNvContentPartPr/>
                <p14:nvPr/>
              </p14:nvContentPartPr>
              <p14:xfrm>
                <a:off x="7848200" y="3667507"/>
                <a:ext cx="9000" cy="52920"/>
              </p14:xfrm>
            </p:contentPart>
          </mc:Choice>
          <mc:Fallback xmlns=""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47620BD3-DEC3-15D6-C57F-4022D12BD37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42080" y="3661387"/>
                  <a:ext cx="21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6B407E5B-3917-17A7-D48B-498426AD016B}"/>
                    </a:ext>
                  </a:extLst>
                </p14:cNvPr>
                <p14:cNvContentPartPr/>
                <p14:nvPr/>
              </p14:nvContentPartPr>
              <p14:xfrm>
                <a:off x="7848560" y="3808267"/>
                <a:ext cx="4320" cy="34560"/>
              </p14:xfrm>
            </p:contentPart>
          </mc:Choice>
          <mc:Fallback xmlns=""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6B407E5B-3917-17A7-D48B-498426AD016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842440" y="3802147"/>
                  <a:ext cx="16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B357C92E-0DFE-83A3-074B-71EA181FE820}"/>
                    </a:ext>
                  </a:extLst>
                </p14:cNvPr>
                <p14:cNvContentPartPr/>
                <p14:nvPr/>
              </p14:nvContentPartPr>
              <p14:xfrm>
                <a:off x="7856480" y="3897547"/>
                <a:ext cx="5400" cy="28080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B357C92E-0DFE-83A3-074B-71EA181FE82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850360" y="3891427"/>
                  <a:ext cx="17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136" name="Ink 1135">
                  <a:extLst>
                    <a:ext uri="{FF2B5EF4-FFF2-40B4-BE49-F238E27FC236}">
                      <a16:creationId xmlns:a16="http://schemas.microsoft.com/office/drawing/2014/main" id="{4961BB01-ACCD-1EAF-BB04-0D7035AF4843}"/>
                    </a:ext>
                  </a:extLst>
                </p14:cNvPr>
                <p14:cNvContentPartPr/>
                <p14:nvPr/>
              </p14:nvContentPartPr>
              <p14:xfrm>
                <a:off x="7865840" y="4035787"/>
                <a:ext cx="360" cy="360"/>
              </p14:xfrm>
            </p:contentPart>
          </mc:Choice>
          <mc:Fallback xmlns="">
            <p:pic>
              <p:nvPicPr>
                <p:cNvPr id="1136" name="Ink 1135">
                  <a:extLst>
                    <a:ext uri="{FF2B5EF4-FFF2-40B4-BE49-F238E27FC236}">
                      <a16:creationId xmlns:a16="http://schemas.microsoft.com/office/drawing/2014/main" id="{4961BB01-ACCD-1EAF-BB04-0D7035AF48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59720" y="40296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138" name="Ink 1137">
                <a:extLst>
                  <a:ext uri="{FF2B5EF4-FFF2-40B4-BE49-F238E27FC236}">
                    <a16:creationId xmlns:a16="http://schemas.microsoft.com/office/drawing/2014/main" id="{18740F10-0A66-2D1D-8850-627CB615F238}"/>
                  </a:ext>
                </a:extLst>
              </p14:cNvPr>
              <p14:cNvContentPartPr/>
              <p14:nvPr/>
            </p14:nvContentPartPr>
            <p14:xfrm>
              <a:off x="463880" y="3339187"/>
              <a:ext cx="391680" cy="1553760"/>
            </p14:xfrm>
          </p:contentPart>
        </mc:Choice>
        <mc:Fallback xmlns="">
          <p:pic>
            <p:nvPicPr>
              <p:cNvPr id="1138" name="Ink 1137">
                <a:extLst>
                  <a:ext uri="{FF2B5EF4-FFF2-40B4-BE49-F238E27FC236}">
                    <a16:creationId xmlns:a16="http://schemas.microsoft.com/office/drawing/2014/main" id="{18740F10-0A66-2D1D-8850-627CB615F23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57760" y="3333067"/>
                <a:ext cx="403920" cy="156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3712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7094-53B7-D4BB-D190-A7BB9B3B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59249621-2730-6302-C124-AD4054948CAC}"/>
              </a:ext>
            </a:extLst>
          </p:cNvPr>
          <p:cNvGrpSpPr/>
          <p:nvPr/>
        </p:nvGrpSpPr>
        <p:grpSpPr>
          <a:xfrm>
            <a:off x="473887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9D1CF422-A40F-9ECC-6932-103C3AF4253D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874CAD1C-64DD-3AC7-02E0-DE9F0E128B97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F9EC470E-1A05-2063-2F8F-A7A46C736AD1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395FA2BA-F7CB-8413-CE91-B5D1D89D8FCC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7F96F8FA-AD31-D524-8915-AFC4CF4247A6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905220BC-D330-4026-BF1A-A03730EC88DC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4DDA8CA9-74CB-3DD6-EFA3-942B22F2A9C7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BE469A14-D9CD-3B70-0DFF-7D18A81F6E2A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F8B4F3B2-0E10-7A7D-A16F-4022D96E4AFD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4429BC63-3BC0-D042-7E70-CB9FBD52A103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86D529C7-E384-A046-AF1E-F6B030AA4EAB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7C05637D-4D43-5B07-BB02-94EC4624DF65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08D21D1A-CCCA-627C-8BBB-8C03EA4DF3A7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1286AB94-444E-FD96-89D4-5B212455D6D0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AC8DEDBE-F506-F7EC-2AF4-4B7A75D24D02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7186D4FB-1B9C-5228-ADFE-462E78478D35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5E8F6C50-2343-2B27-3ABA-F70EB0172DF3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1B5D3AE8-42F5-E550-263F-02005218799C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93C026F2-A0CB-6092-A63E-E6F5BC3DB269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9D60A0A4-12CF-DA30-360C-9FBAF0CA424F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E90079FE-EF52-0389-3904-8446823DBC5D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3A700924-03D2-1AA6-68CA-B3B92514C397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C1822A1D-AEE7-C5E3-0C61-2889C5D6B760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E05B1387-3851-7222-7DB2-42EB7FB414D3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F49287FE-FF1D-4A6F-570A-E80D21548900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F0178245-0809-F9B5-F88B-333EA7F72F4D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A10496AD-F819-87FB-7059-55A0083EEBE0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D3137D7F-90B0-FC87-7042-A2B062F33E03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CACC7B65-BA67-968C-0768-0AAEE4E6471D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CCE6B582-F987-E942-14E1-65D211270501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2994C4CC-4E7A-4B15-7B7E-EF33E0D6D581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06DCBE49-290A-5250-36A2-4DF4285DEB48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47E0CAB0-080D-1AA2-4D9A-9CE31A8F2CDB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1F5131CF-84E0-E898-F4FA-FC4A02D00970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7542D2B6-1935-7522-83CC-FC0D73BEB1F9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A34FF7B4-6C42-C3BE-9D9B-E51A0BD41B5B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D089DE80-7AFA-EE15-CA2A-FBD3AA189172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D9BDE780-6DD3-2D52-17D8-56C0AAB0A052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44DCD8DE-DD15-E2FB-2535-EF040547ABA3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DEBBB4A4-402F-851A-87A6-9E553DCD29D5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35D56B0D-2CF6-9949-7899-20C850C4BD57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ECD449C8-5D88-C306-A7FF-B7BFD965961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A08F312E-2705-52E8-1B00-973B635D6180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FD1A3E71-5068-AF13-D526-6410B51EB99C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7CE49DD4-598F-F8EF-1CF6-E2AC24A0889C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755C53F1-B913-BC8F-3DEA-2B91E7D06142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A28E8CFE-88AA-2B9D-A235-A8EE4A563B80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58DC98C2-76DD-52DF-0956-0688E4D14548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D8C0E55D-EAED-1C50-731A-B1D04A340AD9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66431886-5089-1C59-C633-E9C28FC48653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28CD0560-B33E-FDC8-5107-5C1071EE49D4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30A8E5D2-0448-B095-984F-4840BC78CA27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7B489E2B-F140-7604-B937-21EE28D5109F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8D9CDBB3-C469-3E4D-553B-1E7D902910B7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A1BE3E94-5985-1473-0338-1363BF468E9D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A2B517F5-FED1-6C15-3F76-E97F9AFCE860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E8213CA6-104D-04FA-64CA-D200C0A898A9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5DF71799-FA1A-0766-A7E9-5CA88BFC9AAA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CBD9CC7B-6498-0959-C11B-ECFAE09C1DE9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8DDA5F3D-8655-53B1-9E65-5749F833B225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97812FDF-169D-CE58-FE44-C55A4C0652FB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B09BAFA3-5974-9C04-EFE0-3461EA5F5E46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94BC04F2-AD38-F0B1-7A6D-6A412C7C40CD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FD1F2C31-4B0E-5FE5-20B8-2AF35C682C26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041004C6-C2DE-2F8F-99C2-30548D903419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0BF120E3-7E68-25C1-867D-C671C3F7A30C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36F9D30-AE4C-B52B-0088-99E1933D5D81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D93422DF-EAFE-8FD1-16B0-8438A70C0FBA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3B1B1AAB-9DE9-EB4D-FEA4-AE560B289327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25AC7390-CF8B-9EC8-1972-BC695E424F4F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A3F7F38E-5034-8BA5-0FDC-C7D145000F3C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9754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4B7A-DC1F-6E6E-A019-031CEABC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 for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7FFE7-C4E7-E4A8-7C96-D730F980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cross entropy</a:t>
            </a:r>
          </a:p>
          <a:p>
            <a:pPr lvl="1"/>
            <a:r>
              <a:rPr lang="en-US" dirty="0"/>
              <a:t>After </a:t>
            </a:r>
            <a:r>
              <a:rPr lang="en-US" dirty="0" err="1"/>
              <a:t>softmax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 class entropy</a:t>
            </a:r>
          </a:p>
          <a:p>
            <a:pPr lvl="1"/>
            <a:r>
              <a:rPr lang="en-US" dirty="0"/>
              <a:t>After </a:t>
            </a:r>
            <a:r>
              <a:rPr lang="en-US" dirty="0" err="1"/>
              <a:t>softmax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A0C39B-4B2E-7516-9180-3AB9BAF4E2A0}"/>
                  </a:ext>
                </a:extLst>
              </p:cNvPr>
              <p:cNvSpPr txBox="1"/>
              <p:nvPr/>
            </p:nvSpPr>
            <p:spPr>
              <a:xfrm>
                <a:off x="838200" y="2839450"/>
                <a:ext cx="10535742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⁡(1−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A0C39B-4B2E-7516-9180-3AB9BAF4E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39450"/>
                <a:ext cx="10535742" cy="1043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BFDFD-DF00-3F50-62F0-D2A8260C3536}"/>
                  </a:ext>
                </a:extLst>
              </p:cNvPr>
              <p:cNvSpPr txBox="1"/>
              <p:nvPr/>
            </p:nvSpPr>
            <p:spPr>
              <a:xfrm>
                <a:off x="838200" y="5373852"/>
                <a:ext cx="10535742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BFDFD-DF00-3F50-62F0-D2A8260C3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73852"/>
                <a:ext cx="10535742" cy="1043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7DDC3F7-9134-FBA4-88B6-6CE60D88A9DB}"/>
                  </a:ext>
                </a:extLst>
              </p14:cNvPr>
              <p14:cNvContentPartPr/>
              <p14:nvPr/>
            </p14:nvContentPartPr>
            <p14:xfrm>
              <a:off x="12788205" y="1727447"/>
              <a:ext cx="9000" cy="5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7DDC3F7-9134-FBA4-88B6-6CE60D88A9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2085" y="1721327"/>
                <a:ext cx="21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B35D20-268E-1A7D-E86B-536488474049}"/>
                  </a:ext>
                </a:extLst>
              </p14:cNvPr>
              <p14:cNvContentPartPr/>
              <p14:nvPr/>
            </p14:nvContentPartPr>
            <p14:xfrm>
              <a:off x="7377405" y="2004647"/>
              <a:ext cx="347400" cy="1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B35D20-268E-1A7D-E86B-5364884740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71285" y="1998527"/>
                <a:ext cx="35964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1EB5F89-F8F1-B902-A54E-F0F96D99F3EE}"/>
              </a:ext>
            </a:extLst>
          </p:cNvPr>
          <p:cNvGrpSpPr/>
          <p:nvPr/>
        </p:nvGrpSpPr>
        <p:grpSpPr>
          <a:xfrm>
            <a:off x="8015325" y="1646087"/>
            <a:ext cx="586080" cy="945000"/>
            <a:chOff x="8015325" y="1646087"/>
            <a:chExt cx="586080" cy="9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803795-6335-F047-8F5E-70EFCF3E1031}"/>
                    </a:ext>
                  </a:extLst>
                </p14:cNvPr>
                <p14:cNvContentPartPr/>
                <p14:nvPr/>
              </p14:nvContentPartPr>
              <p14:xfrm>
                <a:off x="8015325" y="1646087"/>
                <a:ext cx="13320" cy="634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803795-6335-F047-8F5E-70EFCF3E10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09205" y="1639967"/>
                  <a:ext cx="255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C098A2-9D6B-0166-C93D-A1A176A88CCD}"/>
                    </a:ext>
                  </a:extLst>
                </p14:cNvPr>
                <p14:cNvContentPartPr/>
                <p14:nvPr/>
              </p14:nvContentPartPr>
              <p14:xfrm>
                <a:off x="8150325" y="1996727"/>
                <a:ext cx="176400" cy="23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C098A2-9D6B-0166-C93D-A1A176A88C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44205" y="1990607"/>
                  <a:ext cx="188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BA002E-13B0-6F23-9C3D-31C5DA02F682}"/>
                    </a:ext>
                  </a:extLst>
                </p14:cNvPr>
                <p14:cNvContentPartPr/>
                <p14:nvPr/>
              </p14:nvContentPartPr>
              <p14:xfrm>
                <a:off x="8340405" y="1981247"/>
                <a:ext cx="261000" cy="609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BA002E-13B0-6F23-9C3D-31C5DA02F6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34285" y="1975127"/>
                  <a:ext cx="273240" cy="62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568BC8-4645-DC8C-6588-A2FFEACBA389}"/>
              </a:ext>
            </a:extLst>
          </p:cNvPr>
          <p:cNvGrpSpPr/>
          <p:nvPr/>
        </p:nvGrpSpPr>
        <p:grpSpPr>
          <a:xfrm>
            <a:off x="8938725" y="1707647"/>
            <a:ext cx="707400" cy="522720"/>
            <a:chOff x="8938725" y="1707647"/>
            <a:chExt cx="70740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A7A936-0C26-C422-E571-D971F9E05722}"/>
                    </a:ext>
                  </a:extLst>
                </p14:cNvPr>
                <p14:cNvContentPartPr/>
                <p14:nvPr/>
              </p14:nvContentPartPr>
              <p14:xfrm>
                <a:off x="8938725" y="1707647"/>
                <a:ext cx="89640" cy="482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A7A936-0C26-C422-E571-D971F9E057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32605" y="1701527"/>
                  <a:ext cx="1018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D7381B-BA85-5CA1-D404-E8D191910EBC}"/>
                    </a:ext>
                  </a:extLst>
                </p14:cNvPr>
                <p14:cNvContentPartPr/>
                <p14:nvPr/>
              </p14:nvContentPartPr>
              <p14:xfrm>
                <a:off x="9271725" y="1797287"/>
                <a:ext cx="25560" cy="43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D7381B-BA85-5CA1-D404-E8D191910E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65605" y="1791167"/>
                  <a:ext cx="378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6D7A54-B9DB-D9A3-30D5-7F4428FC9CAA}"/>
                    </a:ext>
                  </a:extLst>
                </p14:cNvPr>
                <p14:cNvContentPartPr/>
                <p14:nvPr/>
              </p14:nvContentPartPr>
              <p14:xfrm>
                <a:off x="9175245" y="1776047"/>
                <a:ext cx="282600" cy="23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6D7A54-B9DB-D9A3-30D5-7F4428FC9C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69125" y="1769927"/>
                  <a:ext cx="294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4104017-40A5-7B5F-6A54-42AD3A7AA34D}"/>
                    </a:ext>
                  </a:extLst>
                </p14:cNvPr>
                <p14:cNvContentPartPr/>
                <p14:nvPr/>
              </p14:nvContentPartPr>
              <p14:xfrm>
                <a:off x="9549645" y="1710527"/>
                <a:ext cx="96480" cy="477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4104017-40A5-7B5F-6A54-42AD3A7AA3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43525" y="1704407"/>
                  <a:ext cx="108720" cy="48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16E2899-DD58-4F25-AAF0-340EBCF79AF5}"/>
                  </a:ext>
                </a:extLst>
              </p14:cNvPr>
              <p14:cNvContentPartPr/>
              <p14:nvPr/>
            </p14:nvContentPartPr>
            <p14:xfrm>
              <a:off x="1096845" y="1273127"/>
              <a:ext cx="3020400" cy="128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16E2899-DD58-4F25-AAF0-340EBCF79AF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90725" y="1267007"/>
                <a:ext cx="30326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52CF096-8703-A802-A5F1-E61C0DB9E54B}"/>
                  </a:ext>
                </a:extLst>
              </p14:cNvPr>
              <p14:cNvContentPartPr/>
              <p14:nvPr/>
            </p14:nvContentPartPr>
            <p14:xfrm>
              <a:off x="-772275" y="2543207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52CF096-8703-A802-A5F1-E61C0DB9E54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-778395" y="253708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05026E6-127B-F995-A151-55F652B151FE}"/>
                  </a:ext>
                </a:extLst>
              </p14:cNvPr>
              <p14:cNvContentPartPr/>
              <p14:nvPr/>
            </p14:nvContentPartPr>
            <p14:xfrm>
              <a:off x="1262445" y="2243327"/>
              <a:ext cx="3016440" cy="99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05026E6-127B-F995-A151-55F652B151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56325" y="2237207"/>
                <a:ext cx="30286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DDB4DB4-1FE8-B341-56AF-DD042A0394A7}"/>
                  </a:ext>
                </a:extLst>
              </p14:cNvPr>
              <p14:cNvContentPartPr/>
              <p14:nvPr/>
            </p14:nvContentPartPr>
            <p14:xfrm>
              <a:off x="1714245" y="2644007"/>
              <a:ext cx="1712520" cy="99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DDB4DB4-1FE8-B341-56AF-DD042A0394A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08125" y="2637887"/>
                <a:ext cx="17247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BF53AF9-1B7D-E584-C728-71BB88E3F412}"/>
                  </a:ext>
                </a:extLst>
              </p14:cNvPr>
              <p14:cNvContentPartPr/>
              <p14:nvPr/>
            </p14:nvContentPartPr>
            <p14:xfrm>
              <a:off x="1668525" y="5116847"/>
              <a:ext cx="1669680" cy="94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BF53AF9-1B7D-E584-C728-71BB88E3F41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62405" y="5110727"/>
                <a:ext cx="16819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1429137-88B2-2218-74CD-48FBD6CFC731}"/>
                  </a:ext>
                </a:extLst>
              </p14:cNvPr>
              <p14:cNvContentPartPr/>
              <p14:nvPr/>
            </p14:nvContentPartPr>
            <p14:xfrm>
              <a:off x="6109125" y="1260167"/>
              <a:ext cx="2817000" cy="111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1429137-88B2-2218-74CD-48FBD6CFC7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03005" y="1254047"/>
                <a:ext cx="282924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38A42FE-31A0-E682-8E21-BE57B1F64FE5}"/>
                  </a:ext>
                </a:extLst>
              </p14:cNvPr>
              <p14:cNvContentPartPr/>
              <p14:nvPr/>
            </p14:nvContentPartPr>
            <p14:xfrm>
              <a:off x="5264565" y="6254447"/>
              <a:ext cx="269640" cy="281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38A42FE-31A0-E682-8E21-BE57B1F64F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58445" y="6248327"/>
                <a:ext cx="2818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7C7B0E6-EABB-C957-B186-9CD8C572DE60}"/>
                  </a:ext>
                </a:extLst>
              </p14:cNvPr>
              <p14:cNvContentPartPr/>
              <p14:nvPr/>
            </p14:nvContentPartPr>
            <p14:xfrm>
              <a:off x="4866405" y="6036287"/>
              <a:ext cx="189360" cy="261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7C7B0E6-EABB-C957-B186-9CD8C572DE6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60285" y="6030167"/>
                <a:ext cx="2016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0A47ED0-BF07-8888-F1BA-F7F3B55A9B97}"/>
                  </a:ext>
                </a:extLst>
              </p14:cNvPr>
              <p14:cNvContentPartPr/>
              <p14:nvPr/>
            </p14:nvContentPartPr>
            <p14:xfrm>
              <a:off x="6792405" y="6131687"/>
              <a:ext cx="1427760" cy="196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0A47ED0-BF07-8888-F1BA-F7F3B55A9B9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86285" y="6125567"/>
                <a:ext cx="14400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331A381-3C14-B678-C09A-7AD0E17D484D}"/>
                  </a:ext>
                </a:extLst>
              </p14:cNvPr>
              <p14:cNvContentPartPr/>
              <p14:nvPr/>
            </p14:nvContentPartPr>
            <p14:xfrm>
              <a:off x="3735285" y="4278047"/>
              <a:ext cx="4869000" cy="2455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331A381-3C14-B678-C09A-7AD0E17D484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29165" y="4271927"/>
                <a:ext cx="4881240" cy="246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080D8C1-74F9-B11E-3979-05053DAAF99C}"/>
                  </a:ext>
                </a:extLst>
              </p14:cNvPr>
              <p14:cNvContentPartPr/>
              <p14:nvPr/>
            </p14:nvContentPartPr>
            <p14:xfrm>
              <a:off x="1358565" y="4645607"/>
              <a:ext cx="1221480" cy="38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080D8C1-74F9-B11E-3979-05053DAAF99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52445" y="4639487"/>
                <a:ext cx="123372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02AA379D-86CF-21E9-8CB2-A6C17EC28093}"/>
              </a:ext>
            </a:extLst>
          </p:cNvPr>
          <p:cNvGrpSpPr/>
          <p:nvPr/>
        </p:nvGrpSpPr>
        <p:grpSpPr>
          <a:xfrm>
            <a:off x="9745125" y="4444007"/>
            <a:ext cx="512280" cy="403920"/>
            <a:chOff x="9745125" y="4444007"/>
            <a:chExt cx="51228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ABD7973-4A79-97B9-9D91-570B020BF200}"/>
                    </a:ext>
                  </a:extLst>
                </p14:cNvPr>
                <p14:cNvContentPartPr/>
                <p14:nvPr/>
              </p14:nvContentPartPr>
              <p14:xfrm>
                <a:off x="9745125" y="4444007"/>
                <a:ext cx="312480" cy="40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ABD7973-4A79-97B9-9D91-570B020BF2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39005" y="4437887"/>
                  <a:ext cx="3247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433572-61EA-D75A-BBAC-1DA0F87E8834}"/>
                    </a:ext>
                  </a:extLst>
                </p14:cNvPr>
                <p14:cNvContentPartPr/>
                <p14:nvPr/>
              </p14:nvContentPartPr>
              <p14:xfrm>
                <a:off x="10046805" y="4455887"/>
                <a:ext cx="193680" cy="351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433572-61EA-D75A-BBAC-1DA0F87E883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40685" y="4449767"/>
                  <a:ext cx="2059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FD57AFB-186A-E061-656B-F8C718C2DE10}"/>
                    </a:ext>
                  </a:extLst>
                </p14:cNvPr>
                <p14:cNvContentPartPr/>
                <p14:nvPr/>
              </p14:nvContentPartPr>
              <p14:xfrm>
                <a:off x="10063725" y="4586567"/>
                <a:ext cx="193680" cy="23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FD57AFB-186A-E061-656B-F8C718C2DE1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57605" y="4580447"/>
                  <a:ext cx="20592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2633021-CEB6-0678-2E8E-70DCD82EFF49}"/>
                  </a:ext>
                </a:extLst>
              </p14:cNvPr>
              <p14:cNvContentPartPr/>
              <p14:nvPr/>
            </p14:nvContentPartPr>
            <p14:xfrm>
              <a:off x="2586525" y="3750647"/>
              <a:ext cx="3333240" cy="1256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2633021-CEB6-0678-2E8E-70DCD82EFF4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80405" y="3744527"/>
                <a:ext cx="33454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57F3850-C0A4-7314-EDD0-2948E75C9D3A}"/>
                  </a:ext>
                </a:extLst>
              </p14:cNvPr>
              <p14:cNvContentPartPr/>
              <p14:nvPr/>
            </p14:nvContentPartPr>
            <p14:xfrm>
              <a:off x="6630765" y="3647687"/>
              <a:ext cx="4148640" cy="114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57F3850-C0A4-7314-EDD0-2948E75C9D3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24645" y="3641567"/>
                <a:ext cx="416088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93C184AB-CABE-A936-C36F-D07A23B4C443}"/>
              </a:ext>
            </a:extLst>
          </p:cNvPr>
          <p:cNvGrpSpPr/>
          <p:nvPr/>
        </p:nvGrpSpPr>
        <p:grpSpPr>
          <a:xfrm>
            <a:off x="5688285" y="4564607"/>
            <a:ext cx="2085840" cy="1123560"/>
            <a:chOff x="5688285" y="4564607"/>
            <a:chExt cx="2085840" cy="11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E03872-5D1A-333B-A7EB-035A7743F070}"/>
                    </a:ext>
                  </a:extLst>
                </p14:cNvPr>
                <p14:cNvContentPartPr/>
                <p14:nvPr/>
              </p14:nvContentPartPr>
              <p14:xfrm>
                <a:off x="6136845" y="4806167"/>
                <a:ext cx="148680" cy="11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E03872-5D1A-333B-A7EB-035A7743F07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30725" y="4800047"/>
                  <a:ext cx="16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F06FC8-F2D5-4D4A-5CB2-4B0E43690F0C}"/>
                    </a:ext>
                  </a:extLst>
                </p14:cNvPr>
                <p14:cNvContentPartPr/>
                <p14:nvPr/>
              </p14:nvContentPartPr>
              <p14:xfrm>
                <a:off x="6076725" y="4839287"/>
                <a:ext cx="87480" cy="812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F06FC8-F2D5-4D4A-5CB2-4B0E43690F0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70605" y="4833167"/>
                  <a:ext cx="9972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21B5DE-16EE-44A9-714A-29BBC7F0BEBB}"/>
                    </a:ext>
                  </a:extLst>
                </p14:cNvPr>
                <p14:cNvContentPartPr/>
                <p14:nvPr/>
              </p14:nvContentPartPr>
              <p14:xfrm>
                <a:off x="6412245" y="4696007"/>
                <a:ext cx="262800" cy="992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21B5DE-16EE-44A9-714A-29BBC7F0BE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06125" y="4689887"/>
                  <a:ext cx="27504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C2B2FED-2BFD-5170-DA3E-F4DF9CA02DE1}"/>
                    </a:ext>
                  </a:extLst>
                </p14:cNvPr>
                <p14:cNvContentPartPr/>
                <p14:nvPr/>
              </p14:nvContentPartPr>
              <p14:xfrm>
                <a:off x="6419805" y="4802927"/>
                <a:ext cx="17640" cy="149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C2B2FED-2BFD-5170-DA3E-F4DF9CA02D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13685" y="4796807"/>
                  <a:ext cx="29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C9E5CA7-F992-4FEE-939E-F84DE710C469}"/>
                    </a:ext>
                  </a:extLst>
                </p14:cNvPr>
                <p14:cNvContentPartPr/>
                <p14:nvPr/>
              </p14:nvContentPartPr>
              <p14:xfrm>
                <a:off x="6338805" y="5054927"/>
                <a:ext cx="112320" cy="154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C9E5CA7-F992-4FEE-939E-F84DE710C4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32685" y="5048807"/>
                  <a:ext cx="124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153F39-518F-BFD0-2E70-56510B345E26}"/>
                    </a:ext>
                  </a:extLst>
                </p14:cNvPr>
                <p14:cNvContentPartPr/>
                <p14:nvPr/>
              </p14:nvContentPartPr>
              <p14:xfrm>
                <a:off x="6322605" y="5337167"/>
                <a:ext cx="16200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153F39-518F-BFD0-2E70-56510B345E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16485" y="5331047"/>
                  <a:ext cx="174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6901DE-173C-C349-E60E-BC79812061BD}"/>
                    </a:ext>
                  </a:extLst>
                </p14:cNvPr>
                <p14:cNvContentPartPr/>
                <p14:nvPr/>
              </p14:nvContentPartPr>
              <p14:xfrm>
                <a:off x="5688285" y="5012807"/>
                <a:ext cx="25920" cy="29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6901DE-173C-C349-E60E-BC79812061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82165" y="5006687"/>
                  <a:ext cx="381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C7BBB6B-4002-809F-3426-C3AF56C49BF6}"/>
                    </a:ext>
                  </a:extLst>
                </p14:cNvPr>
                <p14:cNvContentPartPr/>
                <p14:nvPr/>
              </p14:nvContentPartPr>
              <p14:xfrm>
                <a:off x="5761725" y="5188127"/>
                <a:ext cx="215280" cy="18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C7BBB6B-4002-809F-3426-C3AF56C49B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55605" y="5182007"/>
                  <a:ext cx="227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0E31B4-F25D-CBF9-1E6A-B1E31921D3FA}"/>
                    </a:ext>
                  </a:extLst>
                </p14:cNvPr>
                <p14:cNvContentPartPr/>
                <p14:nvPr/>
              </p14:nvContentPartPr>
              <p14:xfrm>
                <a:off x="6811485" y="5071847"/>
                <a:ext cx="109800" cy="5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0E31B4-F25D-CBF9-1E6A-B1E31921D3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05365" y="5065727"/>
                  <a:ext cx="122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D042D4-D2E6-D292-EBC2-D49F8E1B6229}"/>
                    </a:ext>
                  </a:extLst>
                </p14:cNvPr>
                <p14:cNvContentPartPr/>
                <p14:nvPr/>
              </p14:nvContentPartPr>
              <p14:xfrm>
                <a:off x="6808965" y="5200727"/>
                <a:ext cx="135720" cy="28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D042D4-D2E6-D292-EBC2-D49F8E1B62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02845" y="5194607"/>
                  <a:ext cx="147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756300-EC5A-7F4B-724A-97476B2625A4}"/>
                    </a:ext>
                  </a:extLst>
                </p14:cNvPr>
                <p14:cNvContentPartPr/>
                <p14:nvPr/>
              </p14:nvContentPartPr>
              <p14:xfrm>
                <a:off x="7110645" y="4579727"/>
                <a:ext cx="119520" cy="24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756300-EC5A-7F4B-724A-97476B2625A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04525" y="4573607"/>
                  <a:ext cx="131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4070FB-994C-3492-49A3-6A9947A461B2}"/>
                    </a:ext>
                  </a:extLst>
                </p14:cNvPr>
                <p14:cNvContentPartPr/>
                <p14:nvPr/>
              </p14:nvContentPartPr>
              <p14:xfrm>
                <a:off x="7099125" y="4712927"/>
                <a:ext cx="182880" cy="849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4070FB-994C-3492-49A3-6A9947A461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93005" y="4706807"/>
                  <a:ext cx="19512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1EA758-2538-2FB0-BD4E-CE77BE1FD5AF}"/>
                    </a:ext>
                  </a:extLst>
                </p14:cNvPr>
                <p14:cNvContentPartPr/>
                <p14:nvPr/>
              </p14:nvContentPartPr>
              <p14:xfrm>
                <a:off x="7395405" y="4609247"/>
                <a:ext cx="116280" cy="160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1EA758-2538-2FB0-BD4E-CE77BE1FD5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89285" y="4603127"/>
                  <a:ext cx="128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160305-95AC-116D-B287-2B7E26BB8588}"/>
                    </a:ext>
                  </a:extLst>
                </p14:cNvPr>
                <p14:cNvContentPartPr/>
                <p14:nvPr/>
              </p14:nvContentPartPr>
              <p14:xfrm>
                <a:off x="7438245" y="4811207"/>
                <a:ext cx="11880" cy="151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160305-95AC-116D-B287-2B7E26BB85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32125" y="4805087"/>
                  <a:ext cx="24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EA4287-E663-D259-2999-A093274456AC}"/>
                    </a:ext>
                  </a:extLst>
                </p14:cNvPr>
                <p14:cNvContentPartPr/>
                <p14:nvPr/>
              </p14:nvContentPartPr>
              <p14:xfrm>
                <a:off x="7464165" y="5217647"/>
                <a:ext cx="25920" cy="239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EA4287-E663-D259-2999-A093274456A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58045" y="5211527"/>
                  <a:ext cx="3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4DA0A2E-BB6C-C6A0-8448-44DC976454FF}"/>
                    </a:ext>
                  </a:extLst>
                </p14:cNvPr>
                <p14:cNvContentPartPr/>
                <p14:nvPr/>
              </p14:nvContentPartPr>
              <p14:xfrm>
                <a:off x="7596285" y="4564607"/>
                <a:ext cx="177840" cy="982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4DA0A2E-BB6C-C6A0-8448-44DC976454F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90165" y="4558487"/>
                  <a:ext cx="190080" cy="99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9537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Understanding softmax and the negative log-likelihood">
            <a:extLst>
              <a:ext uri="{FF2B5EF4-FFF2-40B4-BE49-F238E27FC236}">
                <a16:creationId xmlns:a16="http://schemas.microsoft.com/office/drawing/2014/main" id="{C75D500D-3945-D403-560B-F8A5C4DD7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21" y="147889"/>
            <a:ext cx="8860229" cy="658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4EF56B-0F33-8CDF-CB53-F592FB876D77}"/>
                  </a:ext>
                </a:extLst>
              </p14:cNvPr>
              <p14:cNvContentPartPr/>
              <p14:nvPr/>
            </p14:nvContentPartPr>
            <p14:xfrm>
              <a:off x="6165285" y="6439847"/>
              <a:ext cx="156600" cy="11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4EF56B-0F33-8CDF-CB53-F592FB876D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9165" y="6433727"/>
                <a:ext cx="16884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C7DD387-8AA7-05ED-5E38-2F8055538801}"/>
              </a:ext>
            </a:extLst>
          </p:cNvPr>
          <p:cNvGrpSpPr/>
          <p:nvPr/>
        </p:nvGrpSpPr>
        <p:grpSpPr>
          <a:xfrm>
            <a:off x="6558765" y="6398087"/>
            <a:ext cx="168120" cy="502560"/>
            <a:chOff x="6558765" y="6398087"/>
            <a:chExt cx="16812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17F4F7-720F-5437-4FCC-4129F14A3B3B}"/>
                    </a:ext>
                  </a:extLst>
                </p14:cNvPr>
                <p14:cNvContentPartPr/>
                <p14:nvPr/>
              </p14:nvContentPartPr>
              <p14:xfrm>
                <a:off x="6604845" y="6398087"/>
                <a:ext cx="68400" cy="502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17F4F7-720F-5437-4FCC-4129F14A3B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98725" y="6391967"/>
                  <a:ext cx="8064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7A0A5B3-A3B0-B336-2FE0-FF2D5B281733}"/>
                    </a:ext>
                  </a:extLst>
                </p14:cNvPr>
                <p14:cNvContentPartPr/>
                <p14:nvPr/>
              </p14:nvContentPartPr>
              <p14:xfrm>
                <a:off x="6558765" y="6423287"/>
                <a:ext cx="168120" cy="150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7A0A5B3-A3B0-B336-2FE0-FF2D5B2817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52645" y="6417167"/>
                  <a:ext cx="180360" cy="16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7C5083-6FC7-47FF-4211-3EB9AF5F4B29}"/>
                  </a:ext>
                </a:extLst>
              </p14:cNvPr>
              <p14:cNvContentPartPr/>
              <p14:nvPr/>
            </p14:nvContentPartPr>
            <p14:xfrm>
              <a:off x="10966245" y="407687"/>
              <a:ext cx="335160" cy="546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87C5083-6FC7-47FF-4211-3EB9AF5F4B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60125" y="401567"/>
                <a:ext cx="347400" cy="55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5D6AFF2B-2033-8197-EDF8-E0781E5311F3}"/>
              </a:ext>
            </a:extLst>
          </p:cNvPr>
          <p:cNvGrpSpPr/>
          <p:nvPr/>
        </p:nvGrpSpPr>
        <p:grpSpPr>
          <a:xfrm>
            <a:off x="1878765" y="3726167"/>
            <a:ext cx="542520" cy="443880"/>
            <a:chOff x="1878765" y="3726167"/>
            <a:chExt cx="54252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0BAED8-893A-BC6E-3A96-AB2CDDD60D3A}"/>
                    </a:ext>
                  </a:extLst>
                </p14:cNvPr>
                <p14:cNvContentPartPr/>
                <p14:nvPr/>
              </p14:nvContentPartPr>
              <p14:xfrm>
                <a:off x="1878765" y="3726167"/>
                <a:ext cx="17280" cy="362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0BAED8-893A-BC6E-3A96-AB2CDDD60D3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72645" y="3720047"/>
                  <a:ext cx="295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FF6C3F-3136-E685-8AA9-8EA67E4D74BD}"/>
                    </a:ext>
                  </a:extLst>
                </p14:cNvPr>
                <p14:cNvContentPartPr/>
                <p14:nvPr/>
              </p14:nvContentPartPr>
              <p14:xfrm>
                <a:off x="2013765" y="3916607"/>
                <a:ext cx="137880" cy="167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FF6C3F-3136-E685-8AA9-8EA67E4D74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07645" y="3910487"/>
                  <a:ext cx="150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23850C-13BC-D701-E6E9-FF4614364F86}"/>
                    </a:ext>
                  </a:extLst>
                </p14:cNvPr>
                <p14:cNvContentPartPr/>
                <p14:nvPr/>
              </p14:nvContentPartPr>
              <p14:xfrm>
                <a:off x="2166405" y="3918047"/>
                <a:ext cx="133200" cy="152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23850C-13BC-D701-E6E9-FF4614364F8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60285" y="3911927"/>
                  <a:ext cx="145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397F9E8-EED7-5899-62DA-FF0B951724F9}"/>
                    </a:ext>
                  </a:extLst>
                </p14:cNvPr>
                <p14:cNvContentPartPr/>
                <p14:nvPr/>
              </p14:nvContentPartPr>
              <p14:xfrm>
                <a:off x="2308245" y="3975647"/>
                <a:ext cx="113040" cy="194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397F9E8-EED7-5899-62DA-FF0B951724F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02125" y="3969527"/>
                  <a:ext cx="12528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4EC663-3FE2-1FBB-4BA6-5077E3716116}"/>
              </a:ext>
            </a:extLst>
          </p:cNvPr>
          <p:cNvGrpSpPr/>
          <p:nvPr/>
        </p:nvGrpSpPr>
        <p:grpSpPr>
          <a:xfrm>
            <a:off x="5260245" y="1525487"/>
            <a:ext cx="1521000" cy="505080"/>
            <a:chOff x="5260245" y="1525487"/>
            <a:chExt cx="1521000" cy="50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A21E10-E730-87D1-BCC9-27AA1E08B1C3}"/>
                    </a:ext>
                  </a:extLst>
                </p14:cNvPr>
                <p14:cNvContentPartPr/>
                <p14:nvPr/>
              </p14:nvContentPartPr>
              <p14:xfrm>
                <a:off x="5330805" y="1741487"/>
                <a:ext cx="287280" cy="289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A21E10-E730-87D1-BCC9-27AA1E08B1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24685" y="1735367"/>
                  <a:ext cx="2995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DD4FF3-31C3-8819-6EAB-6DE916354C38}"/>
                    </a:ext>
                  </a:extLst>
                </p14:cNvPr>
                <p14:cNvContentPartPr/>
                <p14:nvPr/>
              </p14:nvContentPartPr>
              <p14:xfrm>
                <a:off x="5260245" y="1658687"/>
                <a:ext cx="302400" cy="86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DD4FF3-31C3-8819-6EAB-6DE916354C3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54125" y="1652567"/>
                  <a:ext cx="314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53C5F5-25EA-4862-3476-B5FFE34AA2EC}"/>
                    </a:ext>
                  </a:extLst>
                </p14:cNvPr>
                <p14:cNvContentPartPr/>
                <p14:nvPr/>
              </p14:nvContentPartPr>
              <p14:xfrm>
                <a:off x="5767845" y="1770647"/>
                <a:ext cx="163800" cy="1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53C5F5-25EA-4862-3476-B5FFE34AA2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61725" y="1764527"/>
                  <a:ext cx="176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3C35167-F8E7-456A-2EC2-05A075CE0A16}"/>
                    </a:ext>
                  </a:extLst>
                </p14:cNvPr>
                <p14:cNvContentPartPr/>
                <p14:nvPr/>
              </p14:nvContentPartPr>
              <p14:xfrm>
                <a:off x="5799165" y="1823927"/>
                <a:ext cx="199800" cy="5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3C35167-F8E7-456A-2EC2-05A075CE0A1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793045" y="1817807"/>
                  <a:ext cx="212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FFCF258-EA7B-FEE4-8A66-DA78F9C17D96}"/>
                    </a:ext>
                  </a:extLst>
                </p14:cNvPr>
                <p14:cNvContentPartPr/>
                <p14:nvPr/>
              </p14:nvContentPartPr>
              <p14:xfrm>
                <a:off x="5757765" y="1525487"/>
                <a:ext cx="5400" cy="77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FFCF258-EA7B-FEE4-8A66-DA78F9C17D9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51645" y="1519367"/>
                  <a:ext cx="17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B78B05-2EB7-1952-8012-790484D4770F}"/>
                    </a:ext>
                  </a:extLst>
                </p14:cNvPr>
                <p14:cNvContentPartPr/>
                <p14:nvPr/>
              </p14:nvContentPartPr>
              <p14:xfrm>
                <a:off x="6155205" y="1668407"/>
                <a:ext cx="200520" cy="275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B78B05-2EB7-1952-8012-790484D4770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49085" y="1662287"/>
                  <a:ext cx="212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47BFC3-3C13-E119-57C4-593E3532A04A}"/>
                    </a:ext>
                  </a:extLst>
                </p14:cNvPr>
                <p14:cNvContentPartPr/>
                <p14:nvPr/>
              </p14:nvContentPartPr>
              <p14:xfrm>
                <a:off x="6149445" y="1592807"/>
                <a:ext cx="272520" cy="56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47BFC3-3C13-E119-57C4-593E3532A04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43325" y="1586687"/>
                  <a:ext cx="284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E93BCF-6258-95C4-EBC7-7618E71FD38E}"/>
                    </a:ext>
                  </a:extLst>
                </p14:cNvPr>
                <p14:cNvContentPartPr/>
                <p14:nvPr/>
              </p14:nvContentPartPr>
              <p14:xfrm>
                <a:off x="6598005" y="1772087"/>
                <a:ext cx="183240" cy="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E93BCF-6258-95C4-EBC7-7618E71FD38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91885" y="1765967"/>
                  <a:ext cx="19548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DB5035D-4D17-129F-FB6A-B5AFDB4EDC17}"/>
              </a:ext>
            </a:extLst>
          </p:cNvPr>
          <p:cNvGrpSpPr/>
          <p:nvPr/>
        </p:nvGrpSpPr>
        <p:grpSpPr>
          <a:xfrm>
            <a:off x="7078965" y="1427207"/>
            <a:ext cx="1811160" cy="670320"/>
            <a:chOff x="7078965" y="1427207"/>
            <a:chExt cx="1811160" cy="6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BA50EE9-BE6B-EAEE-EAD3-17470504404E}"/>
                    </a:ext>
                  </a:extLst>
                </p14:cNvPr>
                <p14:cNvContentPartPr/>
                <p14:nvPr/>
              </p14:nvContentPartPr>
              <p14:xfrm>
                <a:off x="7086525" y="1469687"/>
                <a:ext cx="333720" cy="241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BA50EE9-BE6B-EAEE-EAD3-17470504404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80405" y="1463567"/>
                  <a:ext cx="345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828922-E8A9-67E1-2C85-B4676723EAF5}"/>
                    </a:ext>
                  </a:extLst>
                </p14:cNvPr>
                <p14:cNvContentPartPr/>
                <p14:nvPr/>
              </p14:nvContentPartPr>
              <p14:xfrm>
                <a:off x="7464165" y="1427207"/>
                <a:ext cx="129240" cy="267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828922-E8A9-67E1-2C85-B4676723EAF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58045" y="1421087"/>
                  <a:ext cx="141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29B82F-9987-7B93-9569-C34D4073E0FD}"/>
                    </a:ext>
                  </a:extLst>
                </p14:cNvPr>
                <p14:cNvContentPartPr/>
                <p14:nvPr/>
              </p14:nvContentPartPr>
              <p14:xfrm>
                <a:off x="7631205" y="1537007"/>
                <a:ext cx="110880" cy="125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29B82F-9987-7B93-9569-C34D4073E0F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25085" y="1530887"/>
                  <a:ext cx="123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D30E16-723E-D97F-754D-8766D9C428B8}"/>
                    </a:ext>
                  </a:extLst>
                </p14:cNvPr>
                <p14:cNvContentPartPr/>
                <p14:nvPr/>
              </p14:nvContentPartPr>
              <p14:xfrm>
                <a:off x="7746765" y="1519727"/>
                <a:ext cx="108720" cy="217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D30E16-723E-D97F-754D-8766D9C428B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40645" y="1513607"/>
                  <a:ext cx="120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C9497F-6C44-4A89-CB53-648731BABD70}"/>
                    </a:ext>
                  </a:extLst>
                </p14:cNvPr>
                <p14:cNvContentPartPr/>
                <p14:nvPr/>
              </p14:nvContentPartPr>
              <p14:xfrm>
                <a:off x="7078965" y="1714847"/>
                <a:ext cx="819000" cy="43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C9497F-6C44-4A89-CB53-648731BABD7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72845" y="1708727"/>
                  <a:ext cx="831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FFE237-7915-CA58-F294-7546B639467C}"/>
                    </a:ext>
                  </a:extLst>
                </p14:cNvPr>
                <p14:cNvContentPartPr/>
                <p14:nvPr/>
              </p14:nvContentPartPr>
              <p14:xfrm>
                <a:off x="7256085" y="1858127"/>
                <a:ext cx="314640" cy="234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FFE237-7915-CA58-F294-7546B639467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49965" y="1852007"/>
                  <a:ext cx="326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2847AF-63C4-585E-AE82-611AD22405E6}"/>
                    </a:ext>
                  </a:extLst>
                </p14:cNvPr>
                <p14:cNvContentPartPr/>
                <p14:nvPr/>
              </p14:nvContentPartPr>
              <p14:xfrm>
                <a:off x="7589085" y="1898087"/>
                <a:ext cx="242640" cy="19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2847AF-63C4-585E-AE82-611AD22405E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582965" y="1891967"/>
                  <a:ext cx="254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D572572-BD51-40A4-D7F6-6F10E2F8947E}"/>
                    </a:ext>
                  </a:extLst>
                </p14:cNvPr>
                <p14:cNvContentPartPr/>
                <p14:nvPr/>
              </p14:nvContentPartPr>
              <p14:xfrm>
                <a:off x="7636965" y="1854887"/>
                <a:ext cx="232200" cy="63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D572572-BD51-40A4-D7F6-6F10E2F894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630845" y="1848767"/>
                  <a:ext cx="244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6F69A64-45B9-F83A-1302-D7AC3A431999}"/>
                    </a:ext>
                  </a:extLst>
                </p14:cNvPr>
                <p14:cNvContentPartPr/>
                <p14:nvPr/>
              </p14:nvContentPartPr>
              <p14:xfrm>
                <a:off x="8088045" y="1696487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6F69A64-45B9-F83A-1302-D7AC3A43199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81925" y="16903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617E91-2482-5AC2-6DC8-CFCE8F97F81E}"/>
                    </a:ext>
                  </a:extLst>
                </p14:cNvPr>
                <p14:cNvContentPartPr/>
                <p14:nvPr/>
              </p14:nvContentPartPr>
              <p14:xfrm>
                <a:off x="8319525" y="1620887"/>
                <a:ext cx="184320" cy="213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617E91-2482-5AC2-6DC8-CFCE8F97F81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13405" y="1614767"/>
                  <a:ext cx="196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FFC6587-D022-21EB-D5F5-191326C1E50E}"/>
                    </a:ext>
                  </a:extLst>
                </p14:cNvPr>
                <p14:cNvContentPartPr/>
                <p14:nvPr/>
              </p14:nvContentPartPr>
              <p14:xfrm>
                <a:off x="8613285" y="1527647"/>
                <a:ext cx="276840" cy="340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FFC6587-D022-21EB-D5F5-191326C1E50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07165" y="1521527"/>
                  <a:ext cx="289080" cy="35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C5EC83-E626-873C-79A9-9481DAD0E983}"/>
              </a:ext>
            </a:extLst>
          </p:cNvPr>
          <p:cNvGrpSpPr/>
          <p:nvPr/>
        </p:nvGrpSpPr>
        <p:grpSpPr>
          <a:xfrm>
            <a:off x="9241485" y="1409207"/>
            <a:ext cx="512640" cy="407160"/>
            <a:chOff x="9241485" y="1409207"/>
            <a:chExt cx="51264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93D95C-9F07-A49D-275C-51DDE79B6ADA}"/>
                    </a:ext>
                  </a:extLst>
                </p14:cNvPr>
                <p14:cNvContentPartPr/>
                <p14:nvPr/>
              </p14:nvContentPartPr>
              <p14:xfrm>
                <a:off x="9241485" y="1409207"/>
                <a:ext cx="446760" cy="366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93D95C-9F07-A49D-275C-51DDE79B6A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35365" y="1403087"/>
                  <a:ext cx="4590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A51AB3-941C-1164-82A8-15BEEBB36D88}"/>
                    </a:ext>
                  </a:extLst>
                </p14:cNvPr>
                <p14:cNvContentPartPr/>
                <p14:nvPr/>
              </p14:nvContentPartPr>
              <p14:xfrm>
                <a:off x="9558285" y="1646087"/>
                <a:ext cx="195840" cy="170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A51AB3-941C-1164-82A8-15BEEBB36D8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52165" y="1639967"/>
                  <a:ext cx="20808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BC6DFA9-717D-D3CD-A10E-204BF35DD30C}"/>
              </a:ext>
            </a:extLst>
          </p:cNvPr>
          <p:cNvGrpSpPr/>
          <p:nvPr/>
        </p:nvGrpSpPr>
        <p:grpSpPr>
          <a:xfrm>
            <a:off x="2812245" y="4248887"/>
            <a:ext cx="1112760" cy="1798200"/>
            <a:chOff x="2812245" y="4248887"/>
            <a:chExt cx="1112760" cy="179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EE7AFD-69AC-9C04-EF54-7D89917A88A7}"/>
                    </a:ext>
                  </a:extLst>
                </p14:cNvPr>
                <p14:cNvContentPartPr/>
                <p14:nvPr/>
              </p14:nvContentPartPr>
              <p14:xfrm>
                <a:off x="3804765" y="4303247"/>
                <a:ext cx="89640" cy="1743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EE7AFD-69AC-9C04-EF54-7D89917A88A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798645" y="4297127"/>
                  <a:ext cx="101880" cy="17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415F68C-34B7-DC12-176F-1B68BBC613FF}"/>
                    </a:ext>
                  </a:extLst>
                </p14:cNvPr>
                <p14:cNvContentPartPr/>
                <p14:nvPr/>
              </p14:nvContentPartPr>
              <p14:xfrm>
                <a:off x="2812245" y="4248887"/>
                <a:ext cx="1110240" cy="64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415F68C-34B7-DC12-176F-1B68BBC613F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806125" y="4242767"/>
                  <a:ext cx="1122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5DACC2-0C85-3A8F-8B3A-F8E4D8852328}"/>
                    </a:ext>
                  </a:extLst>
                </p14:cNvPr>
                <p14:cNvContentPartPr/>
                <p14:nvPr/>
              </p14:nvContentPartPr>
              <p14:xfrm>
                <a:off x="3800085" y="4294607"/>
                <a:ext cx="124920" cy="155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5DACC2-0C85-3A8F-8B3A-F8E4D885232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93965" y="4288487"/>
                  <a:ext cx="137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5AC285-EA1C-AC3C-09F7-FA5594989F8B}"/>
                    </a:ext>
                  </a:extLst>
                </p14:cNvPr>
                <p14:cNvContentPartPr/>
                <p14:nvPr/>
              </p14:nvContentPartPr>
              <p14:xfrm>
                <a:off x="3835365" y="4275527"/>
                <a:ext cx="57600" cy="151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5AC285-EA1C-AC3C-09F7-FA5594989F8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29245" y="4269407"/>
                  <a:ext cx="6984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2C1863-B1E3-404E-E14C-41CDBE97C9F1}"/>
              </a:ext>
            </a:extLst>
          </p:cNvPr>
          <p:cNvGrpSpPr/>
          <p:nvPr/>
        </p:nvGrpSpPr>
        <p:grpSpPr>
          <a:xfrm>
            <a:off x="11836725" y="1135607"/>
            <a:ext cx="156240" cy="129600"/>
            <a:chOff x="11836725" y="1135607"/>
            <a:chExt cx="15624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FFEF8F-2E1A-E31F-587B-FA049766A4ED}"/>
                    </a:ext>
                  </a:extLst>
                </p14:cNvPr>
                <p14:cNvContentPartPr/>
                <p14:nvPr/>
              </p14:nvContentPartPr>
              <p14:xfrm>
                <a:off x="11879565" y="1135607"/>
                <a:ext cx="14040" cy="28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FFEF8F-2E1A-E31F-587B-FA049766A4E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873445" y="1129487"/>
                  <a:ext cx="26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FCE2DB-D496-4FCB-1A6B-C7ACD274FBB9}"/>
                    </a:ext>
                  </a:extLst>
                </p14:cNvPr>
                <p14:cNvContentPartPr/>
                <p14:nvPr/>
              </p14:nvContentPartPr>
              <p14:xfrm>
                <a:off x="11854365" y="1186007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FCE2DB-D496-4FCB-1A6B-C7ACD274FB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848245" y="11798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6B3190-9B08-7AB8-B35E-7A9BA58931E9}"/>
                    </a:ext>
                  </a:extLst>
                </p14:cNvPr>
                <p14:cNvContentPartPr/>
                <p14:nvPr/>
              </p14:nvContentPartPr>
              <p14:xfrm>
                <a:off x="11851125" y="1211927"/>
                <a:ext cx="3600" cy="5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6B3190-9B08-7AB8-B35E-7A9BA58931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45005" y="1205807"/>
                  <a:ext cx="158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578654C-D230-7D58-CE1B-62212860566F}"/>
                    </a:ext>
                  </a:extLst>
                </p14:cNvPr>
                <p14:cNvContentPartPr/>
                <p14:nvPr/>
              </p14:nvContentPartPr>
              <p14:xfrm>
                <a:off x="11870925" y="1236767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578654C-D230-7D58-CE1B-62212860566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864805" y="12306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553927-52FE-02D4-20EB-3944A8108026}"/>
                    </a:ext>
                  </a:extLst>
                </p14:cNvPr>
                <p14:cNvContentPartPr/>
                <p14:nvPr/>
              </p14:nvContentPartPr>
              <p14:xfrm>
                <a:off x="11923485" y="1256207"/>
                <a:ext cx="15840" cy="9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553927-52FE-02D4-20EB-3944A810802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917365" y="1250087"/>
                  <a:ext cx="28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5ACC61-D0B1-06F3-C9A8-97BBE21D82E0}"/>
                    </a:ext>
                  </a:extLst>
                </p14:cNvPr>
                <p14:cNvContentPartPr/>
                <p14:nvPr/>
              </p14:nvContentPartPr>
              <p14:xfrm>
                <a:off x="11836725" y="1146767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5ACC61-D0B1-06F3-C9A8-97BBE21D82E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830605" y="11406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CA58253-6592-30ED-4574-1EB4A5D4A709}"/>
                    </a:ext>
                  </a:extLst>
                </p14:cNvPr>
                <p14:cNvContentPartPr/>
                <p14:nvPr/>
              </p14:nvContentPartPr>
              <p14:xfrm>
                <a:off x="11992605" y="1174847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CA58253-6592-30ED-4574-1EB4A5D4A70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986485" y="11687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179936-6E38-CA05-F9ED-61A557F32450}"/>
                    </a:ext>
                  </a:extLst>
                </p14:cNvPr>
                <p14:cNvContentPartPr/>
                <p14:nvPr/>
              </p14:nvContentPartPr>
              <p14:xfrm>
                <a:off x="11840685" y="1200047"/>
                <a:ext cx="36360" cy="3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179936-6E38-CA05-F9ED-61A557F3245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834565" y="1193927"/>
                  <a:ext cx="486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C654A86-8FB3-818D-57F8-8297099716B2}"/>
                  </a:ext>
                </a:extLst>
              </p14:cNvPr>
              <p14:cNvContentPartPr/>
              <p14:nvPr/>
            </p14:nvContentPartPr>
            <p14:xfrm>
              <a:off x="2794605" y="4236647"/>
              <a:ext cx="88560" cy="1180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C654A86-8FB3-818D-57F8-8297099716B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788485" y="4230527"/>
                <a:ext cx="1008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0C13BC6-292C-D957-C3EA-B27187FC05FE}"/>
                  </a:ext>
                </a:extLst>
              </p14:cNvPr>
              <p14:cNvContentPartPr/>
              <p14:nvPr/>
            </p14:nvContentPartPr>
            <p14:xfrm>
              <a:off x="7422045" y="2456447"/>
              <a:ext cx="190080" cy="255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0C13BC6-292C-D957-C3EA-B27187FC05F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415925" y="2450327"/>
                <a:ext cx="20232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5" name="Group 3074">
            <a:extLst>
              <a:ext uri="{FF2B5EF4-FFF2-40B4-BE49-F238E27FC236}">
                <a16:creationId xmlns:a16="http://schemas.microsoft.com/office/drawing/2014/main" id="{6E0A507E-BBFD-C8E9-AEF8-8DB4655C7684}"/>
              </a:ext>
            </a:extLst>
          </p:cNvPr>
          <p:cNvGrpSpPr/>
          <p:nvPr/>
        </p:nvGrpSpPr>
        <p:grpSpPr>
          <a:xfrm>
            <a:off x="8666205" y="5618687"/>
            <a:ext cx="88920" cy="452160"/>
            <a:chOff x="8666205" y="5618687"/>
            <a:chExt cx="88920" cy="4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072" name="Ink 3071">
                  <a:extLst>
                    <a:ext uri="{FF2B5EF4-FFF2-40B4-BE49-F238E27FC236}">
                      <a16:creationId xmlns:a16="http://schemas.microsoft.com/office/drawing/2014/main" id="{9AE0A3B3-9AB9-5728-1778-6C43D3FA0BA3}"/>
                    </a:ext>
                  </a:extLst>
                </p14:cNvPr>
                <p14:cNvContentPartPr/>
                <p14:nvPr/>
              </p14:nvContentPartPr>
              <p14:xfrm>
                <a:off x="8666205" y="5650007"/>
                <a:ext cx="41040" cy="420840"/>
              </p14:xfrm>
            </p:contentPart>
          </mc:Choice>
          <mc:Fallback xmlns="">
            <p:pic>
              <p:nvPicPr>
                <p:cNvPr id="3072" name="Ink 3071">
                  <a:extLst>
                    <a:ext uri="{FF2B5EF4-FFF2-40B4-BE49-F238E27FC236}">
                      <a16:creationId xmlns:a16="http://schemas.microsoft.com/office/drawing/2014/main" id="{9AE0A3B3-9AB9-5728-1778-6C43D3FA0BA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60085" y="5643887"/>
                  <a:ext cx="532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073" name="Ink 3072">
                  <a:extLst>
                    <a:ext uri="{FF2B5EF4-FFF2-40B4-BE49-F238E27FC236}">
                      <a16:creationId xmlns:a16="http://schemas.microsoft.com/office/drawing/2014/main" id="{1C9D498B-DA6B-A9E3-08C2-88DF1255AE9C}"/>
                    </a:ext>
                  </a:extLst>
                </p14:cNvPr>
                <p14:cNvContentPartPr/>
                <p14:nvPr/>
              </p14:nvContentPartPr>
              <p14:xfrm>
                <a:off x="8734965" y="5660447"/>
                <a:ext cx="15480" cy="39600"/>
              </p14:xfrm>
            </p:contentPart>
          </mc:Choice>
          <mc:Fallback xmlns="">
            <p:pic>
              <p:nvPicPr>
                <p:cNvPr id="3073" name="Ink 3072">
                  <a:extLst>
                    <a:ext uri="{FF2B5EF4-FFF2-40B4-BE49-F238E27FC236}">
                      <a16:creationId xmlns:a16="http://schemas.microsoft.com/office/drawing/2014/main" id="{1C9D498B-DA6B-A9E3-08C2-88DF1255AE9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28845" y="5654327"/>
                  <a:ext cx="27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074" name="Ink 3073">
                  <a:extLst>
                    <a:ext uri="{FF2B5EF4-FFF2-40B4-BE49-F238E27FC236}">
                      <a16:creationId xmlns:a16="http://schemas.microsoft.com/office/drawing/2014/main" id="{FC9D421C-35CC-C48A-ED2F-B3B177C6B94D}"/>
                    </a:ext>
                  </a:extLst>
                </p14:cNvPr>
                <p14:cNvContentPartPr/>
                <p14:nvPr/>
              </p14:nvContentPartPr>
              <p14:xfrm>
                <a:off x="8754765" y="5618687"/>
                <a:ext cx="360" cy="360"/>
              </p14:xfrm>
            </p:contentPart>
          </mc:Choice>
          <mc:Fallback xmlns="">
            <p:pic>
              <p:nvPicPr>
                <p:cNvPr id="3074" name="Ink 3073">
                  <a:extLst>
                    <a:ext uri="{FF2B5EF4-FFF2-40B4-BE49-F238E27FC236}">
                      <a16:creationId xmlns:a16="http://schemas.microsoft.com/office/drawing/2014/main" id="{FC9D421C-35CC-C48A-ED2F-B3B177C6B94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48645" y="56125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8" name="Group 3077">
            <a:extLst>
              <a:ext uri="{FF2B5EF4-FFF2-40B4-BE49-F238E27FC236}">
                <a16:creationId xmlns:a16="http://schemas.microsoft.com/office/drawing/2014/main" id="{668011B4-C86C-B51D-1C2B-C3350C39B24B}"/>
              </a:ext>
            </a:extLst>
          </p:cNvPr>
          <p:cNvGrpSpPr/>
          <p:nvPr/>
        </p:nvGrpSpPr>
        <p:grpSpPr>
          <a:xfrm>
            <a:off x="2053725" y="5259767"/>
            <a:ext cx="5632560" cy="802080"/>
            <a:chOff x="2053725" y="5259767"/>
            <a:chExt cx="563256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5E43B1-9FED-A52D-7C5D-3A071A49A354}"/>
                    </a:ext>
                  </a:extLst>
                </p14:cNvPr>
                <p14:cNvContentPartPr/>
                <p14:nvPr/>
              </p14:nvContentPartPr>
              <p14:xfrm>
                <a:off x="2789925" y="5513567"/>
                <a:ext cx="4831200" cy="89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5E43B1-9FED-A52D-7C5D-3A071A49A35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83805" y="5507447"/>
                  <a:ext cx="4843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56D71A-5D7F-C2A5-ED7A-42986E5B8154}"/>
                    </a:ext>
                  </a:extLst>
                </p14:cNvPr>
                <p14:cNvContentPartPr/>
                <p14:nvPr/>
              </p14:nvContentPartPr>
              <p14:xfrm>
                <a:off x="2053725" y="5259767"/>
                <a:ext cx="51120" cy="371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56D71A-5D7F-C2A5-ED7A-42986E5B81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47605" y="5253647"/>
                  <a:ext cx="633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3300A7-BEFD-4D8B-A001-BFE22EF1841F}"/>
                    </a:ext>
                  </a:extLst>
                </p14:cNvPr>
                <p14:cNvContentPartPr/>
                <p14:nvPr/>
              </p14:nvContentPartPr>
              <p14:xfrm>
                <a:off x="2185845" y="5425007"/>
                <a:ext cx="115200" cy="146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3300A7-BEFD-4D8B-A001-BFE22EF1841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79725" y="5418887"/>
                  <a:ext cx="127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DFD3B0-A1DD-3A27-1887-29EBE9226F7E}"/>
                    </a:ext>
                  </a:extLst>
                </p14:cNvPr>
                <p14:cNvContentPartPr/>
                <p14:nvPr/>
              </p14:nvContentPartPr>
              <p14:xfrm>
                <a:off x="2338845" y="5329967"/>
                <a:ext cx="125280" cy="167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DFD3B0-A1DD-3A27-1887-29EBE9226F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32725" y="5323847"/>
                  <a:ext cx="137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2091A9-BBD0-A09A-1CA2-CC3540529B56}"/>
                    </a:ext>
                  </a:extLst>
                </p14:cNvPr>
                <p14:cNvContentPartPr/>
                <p14:nvPr/>
              </p14:nvContentPartPr>
              <p14:xfrm>
                <a:off x="2530725" y="5273807"/>
                <a:ext cx="106920" cy="195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2091A9-BBD0-A09A-1CA2-CC3540529B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24605" y="5267687"/>
                  <a:ext cx="119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49D33E-C1DE-7DF0-D21C-A65F6091E87A}"/>
                    </a:ext>
                  </a:extLst>
                </p14:cNvPr>
                <p14:cNvContentPartPr/>
                <p14:nvPr/>
              </p14:nvContentPartPr>
              <p14:xfrm>
                <a:off x="7626165" y="5498087"/>
                <a:ext cx="46800" cy="563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49D33E-C1DE-7DF0-D21C-A65F6091E87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20045" y="5491967"/>
                  <a:ext cx="5904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FA284B-3559-44A6-F3B5-7C6DBC67EA2A}"/>
                    </a:ext>
                  </a:extLst>
                </p14:cNvPr>
                <p14:cNvContentPartPr/>
                <p14:nvPr/>
              </p14:nvContentPartPr>
              <p14:xfrm>
                <a:off x="7649205" y="5467127"/>
                <a:ext cx="37080" cy="151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FA284B-3559-44A6-F3B5-7C6DBC67EA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43085" y="5461007"/>
                  <a:ext cx="49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077" name="Ink 3076">
                  <a:extLst>
                    <a:ext uri="{FF2B5EF4-FFF2-40B4-BE49-F238E27FC236}">
                      <a16:creationId xmlns:a16="http://schemas.microsoft.com/office/drawing/2014/main" id="{599895EF-17F4-31B9-A15D-681598804BE5}"/>
                    </a:ext>
                  </a:extLst>
                </p14:cNvPr>
                <p14:cNvContentPartPr/>
                <p14:nvPr/>
              </p14:nvContentPartPr>
              <p14:xfrm>
                <a:off x="2113125" y="5503487"/>
                <a:ext cx="694800" cy="277920"/>
              </p14:xfrm>
            </p:contentPart>
          </mc:Choice>
          <mc:Fallback xmlns="">
            <p:pic>
              <p:nvPicPr>
                <p:cNvPr id="3077" name="Ink 3076">
                  <a:extLst>
                    <a:ext uri="{FF2B5EF4-FFF2-40B4-BE49-F238E27FC236}">
                      <a16:creationId xmlns:a16="http://schemas.microsoft.com/office/drawing/2014/main" id="{599895EF-17F4-31B9-A15D-681598804BE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07005" y="5497367"/>
                  <a:ext cx="707040" cy="29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7952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BF04A70-2CE2-C60E-598C-E67205AC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580" y="0"/>
            <a:ext cx="8253662" cy="665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A7D526-21EA-6400-3CF4-5BD487894EE5}"/>
                  </a:ext>
                </a:extLst>
              </p14:cNvPr>
              <p14:cNvContentPartPr/>
              <p14:nvPr/>
            </p14:nvContentPartPr>
            <p14:xfrm>
              <a:off x="3750405" y="339647"/>
              <a:ext cx="2315520" cy="196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A7D526-21EA-6400-3CF4-5BD487894E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4285" y="333527"/>
                <a:ext cx="23277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2E7D9D-2AA7-2944-2020-61CF5493B80E}"/>
                  </a:ext>
                </a:extLst>
              </p14:cNvPr>
              <p14:cNvContentPartPr/>
              <p14:nvPr/>
            </p14:nvContentPartPr>
            <p14:xfrm>
              <a:off x="11924205" y="5522207"/>
              <a:ext cx="26280" cy="9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2E7D9D-2AA7-2944-2020-61CF5493B8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18085" y="5516087"/>
                <a:ext cx="385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5FACB3-FC7E-307D-33E5-F77B895D0786}"/>
                  </a:ext>
                </a:extLst>
              </p14:cNvPr>
              <p14:cNvContentPartPr/>
              <p14:nvPr/>
            </p14:nvContentPartPr>
            <p14:xfrm>
              <a:off x="11031405" y="403727"/>
              <a:ext cx="305280" cy="517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5FACB3-FC7E-307D-33E5-F77B895D07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25285" y="397607"/>
                <a:ext cx="317520" cy="52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B7DD39B4-B31D-6B2B-973C-06D7EF7AAEF1}"/>
              </a:ext>
            </a:extLst>
          </p:cNvPr>
          <p:cNvGrpSpPr/>
          <p:nvPr/>
        </p:nvGrpSpPr>
        <p:grpSpPr>
          <a:xfrm>
            <a:off x="11199165" y="821687"/>
            <a:ext cx="471960" cy="1060200"/>
            <a:chOff x="11199165" y="821687"/>
            <a:chExt cx="471960" cy="10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AAB769-7CB3-E1C6-E1B2-E28B98FD54C1}"/>
                    </a:ext>
                  </a:extLst>
                </p14:cNvPr>
                <p14:cNvContentPartPr/>
                <p14:nvPr/>
              </p14:nvContentPartPr>
              <p14:xfrm>
                <a:off x="11438565" y="1518647"/>
                <a:ext cx="232560" cy="363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AAB769-7CB3-E1C6-E1B2-E28B98FD54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432445" y="1512527"/>
                  <a:ext cx="2448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D467AA-8DBB-D862-FFB1-7C199380CFB5}"/>
                    </a:ext>
                  </a:extLst>
                </p14:cNvPr>
                <p14:cNvContentPartPr/>
                <p14:nvPr/>
              </p14:nvContentPartPr>
              <p14:xfrm>
                <a:off x="11577525" y="821687"/>
                <a:ext cx="30960" cy="487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D467AA-8DBB-D862-FFB1-7C199380CFB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71405" y="815567"/>
                  <a:ext cx="432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00990B-B741-D6A4-493B-5EB69E35993B}"/>
                    </a:ext>
                  </a:extLst>
                </p14:cNvPr>
                <p14:cNvContentPartPr/>
                <p14:nvPr/>
              </p14:nvContentPartPr>
              <p14:xfrm>
                <a:off x="11199165" y="823847"/>
                <a:ext cx="318960" cy="1038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00990B-B741-D6A4-493B-5EB69E3599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193045" y="817727"/>
                  <a:ext cx="331200" cy="10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D921FA2-EC4D-6911-9734-410FC7F8D3E6}"/>
                  </a:ext>
                </a:extLst>
              </p14:cNvPr>
              <p14:cNvContentPartPr/>
              <p14:nvPr/>
            </p14:nvContentPartPr>
            <p14:xfrm>
              <a:off x="8909565" y="2952167"/>
              <a:ext cx="113400" cy="2863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D921FA2-EC4D-6911-9734-410FC7F8D3E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03445" y="2946047"/>
                <a:ext cx="125640" cy="28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C4491E5-BCB7-1762-04BA-FC9D05DBFDD5}"/>
                  </a:ext>
                </a:extLst>
              </p14:cNvPr>
              <p14:cNvContentPartPr/>
              <p14:nvPr/>
            </p14:nvContentPartPr>
            <p14:xfrm>
              <a:off x="9023685" y="2898167"/>
              <a:ext cx="88920" cy="12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C4491E5-BCB7-1762-04BA-FC9D05DBFDD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17565" y="2892047"/>
                <a:ext cx="10116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00E2128E-EF8E-6EDA-C79E-1AE0B2A6BA51}"/>
              </a:ext>
            </a:extLst>
          </p:cNvPr>
          <p:cNvGrpSpPr/>
          <p:nvPr/>
        </p:nvGrpSpPr>
        <p:grpSpPr>
          <a:xfrm>
            <a:off x="8768445" y="5916047"/>
            <a:ext cx="402120" cy="864000"/>
            <a:chOff x="8768445" y="5916047"/>
            <a:chExt cx="402120" cy="86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BB3724-21F5-11AE-1E95-58BBA49EF104}"/>
                    </a:ext>
                  </a:extLst>
                </p14:cNvPr>
                <p14:cNvContentPartPr/>
                <p14:nvPr/>
              </p14:nvContentPartPr>
              <p14:xfrm>
                <a:off x="8768445" y="6151127"/>
                <a:ext cx="147600" cy="221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BB3724-21F5-11AE-1E95-58BBA49EF10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62325" y="6145007"/>
                  <a:ext cx="159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200F28-24AC-15ED-79B5-7D2FEEA0DEBF}"/>
                    </a:ext>
                  </a:extLst>
                </p14:cNvPr>
                <p14:cNvContentPartPr/>
                <p14:nvPr/>
              </p14:nvContentPartPr>
              <p14:xfrm>
                <a:off x="8954925" y="6258767"/>
                <a:ext cx="74160" cy="89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200F28-24AC-15ED-79B5-7D2FEEA0DEB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48805" y="6252647"/>
                  <a:ext cx="86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FD4EC8-BBBB-C8BE-0670-8E3702A7C879}"/>
                    </a:ext>
                  </a:extLst>
                </p14:cNvPr>
                <p14:cNvContentPartPr/>
                <p14:nvPr/>
              </p14:nvContentPartPr>
              <p14:xfrm>
                <a:off x="9011805" y="5916047"/>
                <a:ext cx="158760" cy="864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FD4EC8-BBBB-C8BE-0670-8E3702A7C8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05685" y="5909927"/>
                  <a:ext cx="171000" cy="87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118C81-E751-83A8-7948-9D45D2A75413}"/>
              </a:ext>
            </a:extLst>
          </p:cNvPr>
          <p:cNvGrpSpPr/>
          <p:nvPr/>
        </p:nvGrpSpPr>
        <p:grpSpPr>
          <a:xfrm>
            <a:off x="1031325" y="1968287"/>
            <a:ext cx="8053920" cy="969120"/>
            <a:chOff x="1031325" y="1968287"/>
            <a:chExt cx="8053920" cy="9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541FBA-BD42-2720-FF6D-331182FDD4CE}"/>
                    </a:ext>
                  </a:extLst>
                </p14:cNvPr>
                <p14:cNvContentPartPr/>
                <p14:nvPr/>
              </p14:nvContentPartPr>
              <p14:xfrm>
                <a:off x="2149125" y="2595767"/>
                <a:ext cx="6936120" cy="341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541FBA-BD42-2720-FF6D-331182FDD4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43005" y="2589647"/>
                  <a:ext cx="69483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5B6F56-6AD5-E95B-8511-BBA8FAF16185}"/>
                    </a:ext>
                  </a:extLst>
                </p14:cNvPr>
                <p14:cNvContentPartPr/>
                <p14:nvPr/>
              </p14:nvContentPartPr>
              <p14:xfrm>
                <a:off x="1031325" y="1968287"/>
                <a:ext cx="28080" cy="396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5B6F56-6AD5-E95B-8511-BBA8FAF161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25205" y="1962167"/>
                  <a:ext cx="403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B3893F-8B01-0923-9C01-2AE4780097F9}"/>
                    </a:ext>
                  </a:extLst>
                </p14:cNvPr>
                <p14:cNvContentPartPr/>
                <p14:nvPr/>
              </p14:nvContentPartPr>
              <p14:xfrm>
                <a:off x="1144725" y="2124527"/>
                <a:ext cx="112320" cy="192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B3893F-8B01-0923-9C01-2AE4780097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38605" y="2118407"/>
                  <a:ext cx="124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4299EBF-EDDC-6270-E7C9-778F2AB7AAAE}"/>
                    </a:ext>
                  </a:extLst>
                </p14:cNvPr>
                <p14:cNvContentPartPr/>
                <p14:nvPr/>
              </p14:nvContentPartPr>
              <p14:xfrm>
                <a:off x="1295205" y="2069087"/>
                <a:ext cx="151560" cy="188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4299EBF-EDDC-6270-E7C9-778F2AB7AAA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89085" y="2062967"/>
                  <a:ext cx="163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A4AC7C4-F8F1-5FAE-124D-5DE4E27389B4}"/>
                    </a:ext>
                  </a:extLst>
                </p14:cNvPr>
                <p14:cNvContentPartPr/>
                <p14:nvPr/>
              </p14:nvContentPartPr>
              <p14:xfrm>
                <a:off x="1432725" y="2056127"/>
                <a:ext cx="245520" cy="298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A4AC7C4-F8F1-5FAE-124D-5DE4E27389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26605" y="2050007"/>
                  <a:ext cx="25776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F99187-243E-A8F0-1AA1-EAD214FDD594}"/>
              </a:ext>
            </a:extLst>
          </p:cNvPr>
          <p:cNvGrpSpPr/>
          <p:nvPr/>
        </p:nvGrpSpPr>
        <p:grpSpPr>
          <a:xfrm>
            <a:off x="2615325" y="5481167"/>
            <a:ext cx="1337040" cy="313200"/>
            <a:chOff x="2615325" y="5481167"/>
            <a:chExt cx="133704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76F363-8C75-37DF-F063-BC7CF0956EAF}"/>
                    </a:ext>
                  </a:extLst>
                </p14:cNvPr>
                <p14:cNvContentPartPr/>
                <p14:nvPr/>
              </p14:nvContentPartPr>
              <p14:xfrm>
                <a:off x="3873885" y="5529047"/>
                <a:ext cx="14760" cy="265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76F363-8C75-37DF-F063-BC7CF0956EA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867765" y="5522927"/>
                  <a:ext cx="27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6D0638-A2BE-489A-3737-5CFC8669D61F}"/>
                    </a:ext>
                  </a:extLst>
                </p14:cNvPr>
                <p14:cNvContentPartPr/>
                <p14:nvPr/>
              </p14:nvContentPartPr>
              <p14:xfrm>
                <a:off x="2615325" y="5481167"/>
                <a:ext cx="1337040" cy="106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6D0638-A2BE-489A-3737-5CFC8669D61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09205" y="5475047"/>
                  <a:ext cx="134928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89FADA0-354F-5845-2BBC-F8D828B7F2E9}"/>
              </a:ext>
            </a:extLst>
          </p:cNvPr>
          <p:cNvGrpSpPr/>
          <p:nvPr/>
        </p:nvGrpSpPr>
        <p:grpSpPr>
          <a:xfrm>
            <a:off x="983085" y="4811207"/>
            <a:ext cx="749160" cy="662400"/>
            <a:chOff x="983085" y="4811207"/>
            <a:chExt cx="749160" cy="66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EABA410-FD29-0CA5-3C90-29B55452A756}"/>
                    </a:ext>
                  </a:extLst>
                </p14:cNvPr>
                <p14:cNvContentPartPr/>
                <p14:nvPr/>
              </p14:nvContentPartPr>
              <p14:xfrm>
                <a:off x="983085" y="4811207"/>
                <a:ext cx="90360" cy="477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EABA410-FD29-0CA5-3C90-29B55452A75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6965" y="4805087"/>
                  <a:ext cx="1026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8D36D5-8131-18B3-12CA-DCED38F09BB4}"/>
                    </a:ext>
                  </a:extLst>
                </p14:cNvPr>
                <p14:cNvContentPartPr/>
                <p14:nvPr/>
              </p14:nvContentPartPr>
              <p14:xfrm>
                <a:off x="1173885" y="5153207"/>
                <a:ext cx="18864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8D36D5-8131-18B3-12CA-DCED38F09BB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67765" y="5147087"/>
                  <a:ext cx="200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C4743C-1BB6-0432-B51D-D8AA2633947B}"/>
                    </a:ext>
                  </a:extLst>
                </p14:cNvPr>
                <p14:cNvContentPartPr/>
                <p14:nvPr/>
              </p14:nvContentPartPr>
              <p14:xfrm>
                <a:off x="1431645" y="5190287"/>
                <a:ext cx="128520" cy="234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C4743C-1BB6-0432-B51D-D8AA2633947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25525" y="5184167"/>
                  <a:ext cx="1407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E04CC4B-FA1E-1FB1-1DF6-C62D68116013}"/>
                    </a:ext>
                  </a:extLst>
                </p14:cNvPr>
                <p14:cNvContentPartPr/>
                <p14:nvPr/>
              </p14:nvContentPartPr>
              <p14:xfrm>
                <a:off x="1555125" y="5283167"/>
                <a:ext cx="177120" cy="190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E04CC4B-FA1E-1FB1-1DF6-C62D6811601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49005" y="5277047"/>
                  <a:ext cx="18936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71CA3BE-EB2D-8A05-08DC-6A2966CC83BD}"/>
                  </a:ext>
                </a:extLst>
              </p14:cNvPr>
              <p14:cNvContentPartPr/>
              <p14:nvPr/>
            </p14:nvContentPartPr>
            <p14:xfrm>
              <a:off x="5519805" y="5837207"/>
              <a:ext cx="122580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71CA3BE-EB2D-8A05-08DC-6A2966CC83B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513685" y="5824967"/>
                <a:ext cx="12380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77594A0-D8FC-B8A3-AB0D-3E2EFEA5D9B5}"/>
                  </a:ext>
                </a:extLst>
              </p14:cNvPr>
              <p14:cNvContentPartPr/>
              <p14:nvPr/>
            </p14:nvContentPartPr>
            <p14:xfrm>
              <a:off x="3654285" y="387167"/>
              <a:ext cx="2151360" cy="106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77594A0-D8FC-B8A3-AB0D-3E2EFEA5D9B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648165" y="381047"/>
                <a:ext cx="21636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150C54A-55F2-28D7-967A-2EAB33E10A73}"/>
                  </a:ext>
                </a:extLst>
              </p14:cNvPr>
              <p14:cNvContentPartPr/>
              <p14:nvPr/>
            </p14:nvContentPartPr>
            <p14:xfrm>
              <a:off x="10561605" y="2776127"/>
              <a:ext cx="213840" cy="290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150C54A-55F2-28D7-967A-2EAB33E10A7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555485" y="2770007"/>
                <a:ext cx="2260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73BD351-FE54-13E4-8183-A69E2D58353D}"/>
                  </a:ext>
                </a:extLst>
              </p14:cNvPr>
              <p14:cNvContentPartPr/>
              <p14:nvPr/>
            </p14:nvContentPartPr>
            <p14:xfrm>
              <a:off x="10990005" y="2650847"/>
              <a:ext cx="199800" cy="481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73BD351-FE54-13E4-8183-A69E2D58353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983885" y="2644727"/>
                <a:ext cx="212040" cy="49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4B0204D-C992-EBF8-08CE-E385F569C6DE}"/>
              </a:ext>
            </a:extLst>
          </p:cNvPr>
          <p:cNvGrpSpPr/>
          <p:nvPr/>
        </p:nvGrpSpPr>
        <p:grpSpPr>
          <a:xfrm>
            <a:off x="5325765" y="5579447"/>
            <a:ext cx="1543320" cy="349920"/>
            <a:chOff x="5325765" y="5579447"/>
            <a:chExt cx="154332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BD7B0F-ACDD-E96C-1C31-F5C1C390E8F0}"/>
                    </a:ext>
                  </a:extLst>
                </p14:cNvPr>
                <p14:cNvContentPartPr/>
                <p14:nvPr/>
              </p14:nvContentPartPr>
              <p14:xfrm>
                <a:off x="5821845" y="5872487"/>
                <a:ext cx="1047240" cy="32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BD7B0F-ACDD-E96C-1C31-F5C1C390E8F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15725" y="5866367"/>
                  <a:ext cx="1059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362CD1-1C0A-3AC6-A14E-F7518CE443E1}"/>
                    </a:ext>
                  </a:extLst>
                </p14:cNvPr>
                <p14:cNvContentPartPr/>
                <p14:nvPr/>
              </p14:nvContentPartPr>
              <p14:xfrm>
                <a:off x="5325765" y="5842967"/>
                <a:ext cx="621000" cy="8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362CD1-1C0A-3AC6-A14E-F7518CE443E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319645" y="5836847"/>
                  <a:ext cx="633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E160806-1602-3BB9-BDC6-71A15F8BC26F}"/>
                    </a:ext>
                  </a:extLst>
                </p14:cNvPr>
                <p14:cNvContentPartPr/>
                <p14:nvPr/>
              </p14:nvContentPartPr>
              <p14:xfrm>
                <a:off x="5395965" y="5579447"/>
                <a:ext cx="1456920" cy="119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E160806-1602-3BB9-BDC6-71A15F8BC26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89845" y="5573327"/>
                  <a:ext cx="1469160" cy="13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9366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42F1-CD46-CAAA-C97E-F477BD29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08AC41-8634-0360-7D0B-81AD4335BD56}"/>
              </a:ext>
            </a:extLst>
          </p:cNvPr>
          <p:cNvGrpSpPr/>
          <p:nvPr/>
        </p:nvGrpSpPr>
        <p:grpSpPr>
          <a:xfrm>
            <a:off x="5278644" y="307342"/>
            <a:ext cx="6722937" cy="6243315"/>
            <a:chOff x="4781202" y="311571"/>
            <a:chExt cx="6722937" cy="6243315"/>
          </a:xfrm>
        </p:grpSpPr>
        <p:grpSp>
          <p:nvGrpSpPr>
            <p:cNvPr id="78" name="Google Shape;534;p6">
              <a:extLst>
                <a:ext uri="{FF2B5EF4-FFF2-40B4-BE49-F238E27FC236}">
                  <a16:creationId xmlns:a16="http://schemas.microsoft.com/office/drawing/2014/main" id="{9ED5CF97-5863-95F3-CE13-E64D66AC8C17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84" name="Google Shape;535;p6">
                <a:extLst>
                  <a:ext uri="{FF2B5EF4-FFF2-40B4-BE49-F238E27FC236}">
                    <a16:creationId xmlns:a16="http://schemas.microsoft.com/office/drawing/2014/main" id="{BFB77990-B3F1-72C8-D5E9-134576D942E0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36;p6">
                <a:extLst>
                  <a:ext uri="{FF2B5EF4-FFF2-40B4-BE49-F238E27FC236}">
                    <a16:creationId xmlns:a16="http://schemas.microsoft.com/office/drawing/2014/main" id="{45BCF690-28C3-B7E3-BB89-28378B18FCF7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37;p6">
                <a:extLst>
                  <a:ext uri="{FF2B5EF4-FFF2-40B4-BE49-F238E27FC236}">
                    <a16:creationId xmlns:a16="http://schemas.microsoft.com/office/drawing/2014/main" id="{02C182E9-A422-69A4-A838-945CCBF72B07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38;p6">
                <a:extLst>
                  <a:ext uri="{FF2B5EF4-FFF2-40B4-BE49-F238E27FC236}">
                    <a16:creationId xmlns:a16="http://schemas.microsoft.com/office/drawing/2014/main" id="{C2CC8C81-28DA-866E-449C-C4B3911F4928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8" name="Google Shape;539;p6">
                <a:extLst>
                  <a:ext uri="{FF2B5EF4-FFF2-40B4-BE49-F238E27FC236}">
                    <a16:creationId xmlns:a16="http://schemas.microsoft.com/office/drawing/2014/main" id="{AF8EA5A7-EF70-D652-78AB-3A576311C537}"/>
                  </a:ext>
                </a:extLst>
              </p:cNvPr>
              <p:cNvCxnSpPr>
                <a:cxnSpLocks/>
                <a:stCxn id="84" idx="6"/>
                <a:endCxn id="102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541;p6">
                <a:extLst>
                  <a:ext uri="{FF2B5EF4-FFF2-40B4-BE49-F238E27FC236}">
                    <a16:creationId xmlns:a16="http://schemas.microsoft.com/office/drawing/2014/main" id="{2292C6C6-6023-D44F-D738-844372D11474}"/>
                  </a:ext>
                </a:extLst>
              </p:cNvPr>
              <p:cNvCxnSpPr>
                <a:cxnSpLocks/>
                <a:stCxn id="85" idx="6"/>
                <a:endCxn id="103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543;p6">
                <a:extLst>
                  <a:ext uri="{FF2B5EF4-FFF2-40B4-BE49-F238E27FC236}">
                    <a16:creationId xmlns:a16="http://schemas.microsoft.com/office/drawing/2014/main" id="{646EE1E2-3C5B-4EF9-B4C4-59620FECC036}"/>
                  </a:ext>
                </a:extLst>
              </p:cNvPr>
              <p:cNvCxnSpPr>
                <a:cxnSpLocks/>
                <a:stCxn id="86" idx="6"/>
                <a:endCxn id="104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545;p6">
                <a:extLst>
                  <a:ext uri="{FF2B5EF4-FFF2-40B4-BE49-F238E27FC236}">
                    <a16:creationId xmlns:a16="http://schemas.microsoft.com/office/drawing/2014/main" id="{AF4C4C47-B867-D48B-3498-D048950463CC}"/>
                  </a:ext>
                </a:extLst>
              </p:cNvPr>
              <p:cNvCxnSpPr>
                <a:cxnSpLocks/>
                <a:stCxn id="84" idx="6"/>
                <a:endCxn id="125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547;p6">
                <a:extLst>
                  <a:ext uri="{FF2B5EF4-FFF2-40B4-BE49-F238E27FC236}">
                    <a16:creationId xmlns:a16="http://schemas.microsoft.com/office/drawing/2014/main" id="{D1E5D49A-3FAA-3606-4865-A842DA1A33BB}"/>
                  </a:ext>
                </a:extLst>
              </p:cNvPr>
              <p:cNvCxnSpPr>
                <a:cxnSpLocks/>
                <a:stCxn id="84" idx="6"/>
                <a:endCxn id="103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548;p6">
                <a:extLst>
                  <a:ext uri="{FF2B5EF4-FFF2-40B4-BE49-F238E27FC236}">
                    <a16:creationId xmlns:a16="http://schemas.microsoft.com/office/drawing/2014/main" id="{33B3F1AF-0A08-C6C9-CAC7-EEA646AC9060}"/>
                  </a:ext>
                </a:extLst>
              </p:cNvPr>
              <p:cNvCxnSpPr>
                <a:cxnSpLocks/>
                <a:stCxn id="84" idx="6"/>
                <a:endCxn id="126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550;p6">
                <a:extLst>
                  <a:ext uri="{FF2B5EF4-FFF2-40B4-BE49-F238E27FC236}">
                    <a16:creationId xmlns:a16="http://schemas.microsoft.com/office/drawing/2014/main" id="{8FC6B859-521F-DB9C-9C26-7C05F6E67CD3}"/>
                  </a:ext>
                </a:extLst>
              </p:cNvPr>
              <p:cNvCxnSpPr>
                <a:cxnSpLocks/>
                <a:stCxn id="85" idx="6"/>
                <a:endCxn id="102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551;p6">
                <a:extLst>
                  <a:ext uri="{FF2B5EF4-FFF2-40B4-BE49-F238E27FC236}">
                    <a16:creationId xmlns:a16="http://schemas.microsoft.com/office/drawing/2014/main" id="{93E99CE6-27A6-AF26-D7AF-45D2179EEA07}"/>
                  </a:ext>
                </a:extLst>
              </p:cNvPr>
              <p:cNvCxnSpPr>
                <a:cxnSpLocks/>
                <a:stCxn id="85" idx="6"/>
                <a:endCxn id="125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552;p6">
                <a:extLst>
                  <a:ext uri="{FF2B5EF4-FFF2-40B4-BE49-F238E27FC236}">
                    <a16:creationId xmlns:a16="http://schemas.microsoft.com/office/drawing/2014/main" id="{0AFB800E-D504-6797-0AFE-BF299181738E}"/>
                  </a:ext>
                </a:extLst>
              </p:cNvPr>
              <p:cNvCxnSpPr>
                <a:cxnSpLocks/>
                <a:stCxn id="85" idx="6"/>
                <a:endCxn id="104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553;p6">
                <a:extLst>
                  <a:ext uri="{FF2B5EF4-FFF2-40B4-BE49-F238E27FC236}">
                    <a16:creationId xmlns:a16="http://schemas.microsoft.com/office/drawing/2014/main" id="{A4A4D915-B840-27BE-2BBA-37DB94BE4366}"/>
                  </a:ext>
                </a:extLst>
              </p:cNvPr>
              <p:cNvCxnSpPr>
                <a:cxnSpLocks/>
                <a:stCxn id="85" idx="6"/>
                <a:endCxn id="126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554;p6">
                <a:extLst>
                  <a:ext uri="{FF2B5EF4-FFF2-40B4-BE49-F238E27FC236}">
                    <a16:creationId xmlns:a16="http://schemas.microsoft.com/office/drawing/2014/main" id="{E63A80D9-3541-271A-8191-21B845CF4886}"/>
                  </a:ext>
                </a:extLst>
              </p:cNvPr>
              <p:cNvCxnSpPr>
                <a:cxnSpLocks/>
                <a:stCxn id="86" idx="6"/>
                <a:endCxn id="125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555;p6">
                <a:extLst>
                  <a:ext uri="{FF2B5EF4-FFF2-40B4-BE49-F238E27FC236}">
                    <a16:creationId xmlns:a16="http://schemas.microsoft.com/office/drawing/2014/main" id="{1A1F3CFF-43BB-AE65-E3E4-FAEA39E43FD3}"/>
                  </a:ext>
                </a:extLst>
              </p:cNvPr>
              <p:cNvCxnSpPr>
                <a:cxnSpLocks/>
                <a:stCxn id="86" idx="6"/>
                <a:endCxn id="102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556;p6">
                <a:extLst>
                  <a:ext uri="{FF2B5EF4-FFF2-40B4-BE49-F238E27FC236}">
                    <a16:creationId xmlns:a16="http://schemas.microsoft.com/office/drawing/2014/main" id="{E4010DCC-F3E0-2727-CD02-CB4F8464F754}"/>
                  </a:ext>
                </a:extLst>
              </p:cNvPr>
              <p:cNvCxnSpPr>
                <a:cxnSpLocks/>
                <a:stCxn id="86" idx="6"/>
                <a:endCxn id="103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557;p6">
                <a:extLst>
                  <a:ext uri="{FF2B5EF4-FFF2-40B4-BE49-F238E27FC236}">
                    <a16:creationId xmlns:a16="http://schemas.microsoft.com/office/drawing/2014/main" id="{72B47F65-6F4F-47BB-25AF-45F7514AB062}"/>
                  </a:ext>
                </a:extLst>
              </p:cNvPr>
              <p:cNvCxnSpPr>
                <a:cxnSpLocks/>
                <a:stCxn id="86" idx="6"/>
                <a:endCxn id="126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2" name="Google Shape;540;p6">
                <a:extLst>
                  <a:ext uri="{FF2B5EF4-FFF2-40B4-BE49-F238E27FC236}">
                    <a16:creationId xmlns:a16="http://schemas.microsoft.com/office/drawing/2014/main" id="{2BEF4627-9C08-EC23-7D0C-6DA69120EC78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542;p6">
                <a:extLst>
                  <a:ext uri="{FF2B5EF4-FFF2-40B4-BE49-F238E27FC236}">
                    <a16:creationId xmlns:a16="http://schemas.microsoft.com/office/drawing/2014/main" id="{CABD53B8-F707-DFBE-2D07-3C105D2D731F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544;p6">
                <a:extLst>
                  <a:ext uri="{FF2B5EF4-FFF2-40B4-BE49-F238E27FC236}">
                    <a16:creationId xmlns:a16="http://schemas.microsoft.com/office/drawing/2014/main" id="{CC531FE8-56FD-9E4F-85DB-97A8F82CC1AA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558;p6">
                <a:extLst>
                  <a:ext uri="{FF2B5EF4-FFF2-40B4-BE49-F238E27FC236}">
                    <a16:creationId xmlns:a16="http://schemas.microsoft.com/office/drawing/2014/main" id="{04245804-4753-A5E8-A3D3-4BFBDD12B946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559;p6">
                <a:extLst>
                  <a:ext uri="{FF2B5EF4-FFF2-40B4-BE49-F238E27FC236}">
                    <a16:creationId xmlns:a16="http://schemas.microsoft.com/office/drawing/2014/main" id="{2E29D597-A77D-9E10-2E5A-8AFFA02DEE74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60;p6">
                <a:extLst>
                  <a:ext uri="{FF2B5EF4-FFF2-40B4-BE49-F238E27FC236}">
                    <a16:creationId xmlns:a16="http://schemas.microsoft.com/office/drawing/2014/main" id="{2F6CBF96-A0E8-9841-A1DD-38717E6D7F06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61;p6">
                <a:extLst>
                  <a:ext uri="{FF2B5EF4-FFF2-40B4-BE49-F238E27FC236}">
                    <a16:creationId xmlns:a16="http://schemas.microsoft.com/office/drawing/2014/main" id="{5447E3AD-BAD6-85CB-0F85-680BBDE89B40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62;p6">
                <a:extLst>
                  <a:ext uri="{FF2B5EF4-FFF2-40B4-BE49-F238E27FC236}">
                    <a16:creationId xmlns:a16="http://schemas.microsoft.com/office/drawing/2014/main" id="{5503DF42-02AB-E50D-3E6E-BD9543F51B00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F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563;p6">
                <a:extLst>
                  <a:ext uri="{FF2B5EF4-FFF2-40B4-BE49-F238E27FC236}">
                    <a16:creationId xmlns:a16="http://schemas.microsoft.com/office/drawing/2014/main" id="{B71C31CE-6EE2-5A15-96EB-90B0376FEB9C}"/>
                  </a:ext>
                </a:extLst>
              </p:cNvPr>
              <p:cNvCxnSpPr>
                <a:cxnSpLocks/>
                <a:stCxn id="102" idx="6"/>
                <a:endCxn id="106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564;p6">
                <a:extLst>
                  <a:ext uri="{FF2B5EF4-FFF2-40B4-BE49-F238E27FC236}">
                    <a16:creationId xmlns:a16="http://schemas.microsoft.com/office/drawing/2014/main" id="{8F490146-0AAF-D9BC-6181-48FE8DB61FA7}"/>
                  </a:ext>
                </a:extLst>
              </p:cNvPr>
              <p:cNvCxnSpPr>
                <a:cxnSpLocks/>
                <a:stCxn id="103" idx="6"/>
                <a:endCxn id="107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565;p6">
                <a:extLst>
                  <a:ext uri="{FF2B5EF4-FFF2-40B4-BE49-F238E27FC236}">
                    <a16:creationId xmlns:a16="http://schemas.microsoft.com/office/drawing/2014/main" id="{600FDE73-95E9-ACC7-89A7-44543A0F81D4}"/>
                  </a:ext>
                </a:extLst>
              </p:cNvPr>
              <p:cNvCxnSpPr>
                <a:cxnSpLocks/>
                <a:stCxn id="104" idx="6"/>
                <a:endCxn id="108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566;p6">
                <a:extLst>
                  <a:ext uri="{FF2B5EF4-FFF2-40B4-BE49-F238E27FC236}">
                    <a16:creationId xmlns:a16="http://schemas.microsoft.com/office/drawing/2014/main" id="{8B3F03CF-FF42-F5B1-9721-DDF7E319CF34}"/>
                  </a:ext>
                </a:extLst>
              </p:cNvPr>
              <p:cNvCxnSpPr>
                <a:cxnSpLocks/>
                <a:stCxn id="102" idx="6"/>
                <a:endCxn id="105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567;p6">
                <a:extLst>
                  <a:ext uri="{FF2B5EF4-FFF2-40B4-BE49-F238E27FC236}">
                    <a16:creationId xmlns:a16="http://schemas.microsoft.com/office/drawing/2014/main" id="{CB0CC530-67B8-3C25-DD4D-809A6B895D7F}"/>
                  </a:ext>
                </a:extLst>
              </p:cNvPr>
              <p:cNvCxnSpPr>
                <a:cxnSpLocks/>
                <a:stCxn id="102" idx="6"/>
                <a:endCxn id="107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568;p6">
                <a:extLst>
                  <a:ext uri="{FF2B5EF4-FFF2-40B4-BE49-F238E27FC236}">
                    <a16:creationId xmlns:a16="http://schemas.microsoft.com/office/drawing/2014/main" id="{9DD337E8-5CC5-635D-2C71-2C3A12853EDB}"/>
                  </a:ext>
                </a:extLst>
              </p:cNvPr>
              <p:cNvCxnSpPr>
                <a:cxnSpLocks/>
                <a:stCxn id="102" idx="6"/>
                <a:endCxn id="108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569;p6">
                <a:extLst>
                  <a:ext uri="{FF2B5EF4-FFF2-40B4-BE49-F238E27FC236}">
                    <a16:creationId xmlns:a16="http://schemas.microsoft.com/office/drawing/2014/main" id="{092DBCFD-C126-B169-F1E3-377364CE5CF9}"/>
                  </a:ext>
                </a:extLst>
              </p:cNvPr>
              <p:cNvCxnSpPr>
                <a:cxnSpLocks/>
                <a:stCxn id="102" idx="6"/>
                <a:endCxn id="109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570;p6">
                <a:extLst>
                  <a:ext uri="{FF2B5EF4-FFF2-40B4-BE49-F238E27FC236}">
                    <a16:creationId xmlns:a16="http://schemas.microsoft.com/office/drawing/2014/main" id="{59BAB42D-FCF4-DBE8-9A1C-1E0CCA807381}"/>
                  </a:ext>
                </a:extLst>
              </p:cNvPr>
              <p:cNvCxnSpPr>
                <a:cxnSpLocks/>
                <a:stCxn id="103" idx="6"/>
                <a:endCxn id="106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571;p6">
                <a:extLst>
                  <a:ext uri="{FF2B5EF4-FFF2-40B4-BE49-F238E27FC236}">
                    <a16:creationId xmlns:a16="http://schemas.microsoft.com/office/drawing/2014/main" id="{F87AB9E9-B5E8-A7FB-1FE1-FDBE8BCCC8E6}"/>
                  </a:ext>
                </a:extLst>
              </p:cNvPr>
              <p:cNvCxnSpPr>
                <a:cxnSpLocks/>
                <a:stCxn id="103" idx="6"/>
                <a:endCxn id="105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572;p6">
                <a:extLst>
                  <a:ext uri="{FF2B5EF4-FFF2-40B4-BE49-F238E27FC236}">
                    <a16:creationId xmlns:a16="http://schemas.microsoft.com/office/drawing/2014/main" id="{6F77C8A2-92CA-6778-BBCE-FAFE139F5BC9}"/>
                  </a:ext>
                </a:extLst>
              </p:cNvPr>
              <p:cNvCxnSpPr>
                <a:cxnSpLocks/>
                <a:stCxn id="103" idx="6"/>
                <a:endCxn id="108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573;p6">
                <a:extLst>
                  <a:ext uri="{FF2B5EF4-FFF2-40B4-BE49-F238E27FC236}">
                    <a16:creationId xmlns:a16="http://schemas.microsoft.com/office/drawing/2014/main" id="{62D13B36-C7DE-28B6-C932-292710458C12}"/>
                  </a:ext>
                </a:extLst>
              </p:cNvPr>
              <p:cNvCxnSpPr>
                <a:cxnSpLocks/>
                <a:stCxn id="103" idx="6"/>
                <a:endCxn id="109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574;p6">
                <a:extLst>
                  <a:ext uri="{FF2B5EF4-FFF2-40B4-BE49-F238E27FC236}">
                    <a16:creationId xmlns:a16="http://schemas.microsoft.com/office/drawing/2014/main" id="{62377FB1-0468-BD30-F5B5-786AAB560839}"/>
                  </a:ext>
                </a:extLst>
              </p:cNvPr>
              <p:cNvCxnSpPr>
                <a:cxnSpLocks/>
                <a:stCxn id="104" idx="6"/>
                <a:endCxn id="105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575;p6">
                <a:extLst>
                  <a:ext uri="{FF2B5EF4-FFF2-40B4-BE49-F238E27FC236}">
                    <a16:creationId xmlns:a16="http://schemas.microsoft.com/office/drawing/2014/main" id="{EFAF0ACD-3CED-BF65-51AF-70A87BEEB5E4}"/>
                  </a:ext>
                </a:extLst>
              </p:cNvPr>
              <p:cNvCxnSpPr>
                <a:cxnSpLocks/>
                <a:stCxn id="104" idx="6"/>
                <a:endCxn id="106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576;p6">
                <a:extLst>
                  <a:ext uri="{FF2B5EF4-FFF2-40B4-BE49-F238E27FC236}">
                    <a16:creationId xmlns:a16="http://schemas.microsoft.com/office/drawing/2014/main" id="{6A6A8356-2F35-ED17-A8E9-B03E5D5D7E1F}"/>
                  </a:ext>
                </a:extLst>
              </p:cNvPr>
              <p:cNvCxnSpPr>
                <a:cxnSpLocks/>
                <a:stCxn id="104" idx="6"/>
                <a:endCxn id="107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577;p6">
                <a:extLst>
                  <a:ext uri="{FF2B5EF4-FFF2-40B4-BE49-F238E27FC236}">
                    <a16:creationId xmlns:a16="http://schemas.microsoft.com/office/drawing/2014/main" id="{54E8630B-32DA-BD12-744B-E2DEC39BBB06}"/>
                  </a:ext>
                </a:extLst>
              </p:cNvPr>
              <p:cNvCxnSpPr>
                <a:cxnSpLocks/>
                <a:stCxn id="104" idx="6"/>
                <a:endCxn id="109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5" name="Google Shape;546;p6">
                <a:extLst>
                  <a:ext uri="{FF2B5EF4-FFF2-40B4-BE49-F238E27FC236}">
                    <a16:creationId xmlns:a16="http://schemas.microsoft.com/office/drawing/2014/main" id="{30FFF58A-E4D9-411C-54C4-C333768D5CA3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549;p6">
                <a:extLst>
                  <a:ext uri="{FF2B5EF4-FFF2-40B4-BE49-F238E27FC236}">
                    <a16:creationId xmlns:a16="http://schemas.microsoft.com/office/drawing/2014/main" id="{DAF66541-0FE2-4F7F-A22D-F0ADEBAEC471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" name="Google Shape;578;p6">
                <a:extLst>
                  <a:ext uri="{FF2B5EF4-FFF2-40B4-BE49-F238E27FC236}">
                    <a16:creationId xmlns:a16="http://schemas.microsoft.com/office/drawing/2014/main" id="{D92C1EB0-561B-3D85-73C5-9CC8F2F766BD}"/>
                  </a:ext>
                </a:extLst>
              </p:cNvPr>
              <p:cNvCxnSpPr>
                <a:cxnSpLocks/>
                <a:stCxn id="125" idx="6"/>
                <a:endCxn id="105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579;p6">
                <a:extLst>
                  <a:ext uri="{FF2B5EF4-FFF2-40B4-BE49-F238E27FC236}">
                    <a16:creationId xmlns:a16="http://schemas.microsoft.com/office/drawing/2014/main" id="{60066D55-BD9C-1EE9-6F69-1F0DA83C45D7}"/>
                  </a:ext>
                </a:extLst>
              </p:cNvPr>
              <p:cNvCxnSpPr>
                <a:cxnSpLocks/>
                <a:stCxn id="125" idx="6"/>
                <a:endCxn id="106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580;p6">
                <a:extLst>
                  <a:ext uri="{FF2B5EF4-FFF2-40B4-BE49-F238E27FC236}">
                    <a16:creationId xmlns:a16="http://schemas.microsoft.com/office/drawing/2014/main" id="{EFB47379-3E67-18DD-43E3-3A7E2F5CA985}"/>
                  </a:ext>
                </a:extLst>
              </p:cNvPr>
              <p:cNvCxnSpPr>
                <a:cxnSpLocks/>
                <a:stCxn id="125" idx="6"/>
                <a:endCxn id="107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581;p6">
                <a:extLst>
                  <a:ext uri="{FF2B5EF4-FFF2-40B4-BE49-F238E27FC236}">
                    <a16:creationId xmlns:a16="http://schemas.microsoft.com/office/drawing/2014/main" id="{657F80C7-BFC1-651A-674C-33AA49F1543A}"/>
                  </a:ext>
                </a:extLst>
              </p:cNvPr>
              <p:cNvCxnSpPr>
                <a:cxnSpLocks/>
                <a:stCxn id="125" idx="6"/>
                <a:endCxn id="108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582;p6">
                <a:extLst>
                  <a:ext uri="{FF2B5EF4-FFF2-40B4-BE49-F238E27FC236}">
                    <a16:creationId xmlns:a16="http://schemas.microsoft.com/office/drawing/2014/main" id="{040B9BC7-FCEE-827A-5456-CA27F1D9DD84}"/>
                  </a:ext>
                </a:extLst>
              </p:cNvPr>
              <p:cNvCxnSpPr>
                <a:cxnSpLocks/>
                <a:stCxn id="125" idx="6"/>
                <a:endCxn id="109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583;p6">
                <a:extLst>
                  <a:ext uri="{FF2B5EF4-FFF2-40B4-BE49-F238E27FC236}">
                    <a16:creationId xmlns:a16="http://schemas.microsoft.com/office/drawing/2014/main" id="{B6FB9C1D-64C8-4A43-A1F5-6C11E237CE44}"/>
                  </a:ext>
                </a:extLst>
              </p:cNvPr>
              <p:cNvCxnSpPr>
                <a:cxnSpLocks/>
                <a:stCxn id="126" idx="6"/>
                <a:endCxn id="109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584;p6">
                <a:extLst>
                  <a:ext uri="{FF2B5EF4-FFF2-40B4-BE49-F238E27FC236}">
                    <a16:creationId xmlns:a16="http://schemas.microsoft.com/office/drawing/2014/main" id="{3EF98069-5AD6-E1E2-FCD2-9C0E9BCB006A}"/>
                  </a:ext>
                </a:extLst>
              </p:cNvPr>
              <p:cNvCxnSpPr>
                <a:cxnSpLocks/>
                <a:stCxn id="126" idx="6"/>
                <a:endCxn id="108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585;p6">
                <a:extLst>
                  <a:ext uri="{FF2B5EF4-FFF2-40B4-BE49-F238E27FC236}">
                    <a16:creationId xmlns:a16="http://schemas.microsoft.com/office/drawing/2014/main" id="{4AED8477-F5FF-52FC-E0EC-75D25C44CCC3}"/>
                  </a:ext>
                </a:extLst>
              </p:cNvPr>
              <p:cNvCxnSpPr>
                <a:cxnSpLocks/>
                <a:stCxn id="126" idx="6"/>
                <a:endCxn id="107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586;p6">
                <a:extLst>
                  <a:ext uri="{FF2B5EF4-FFF2-40B4-BE49-F238E27FC236}">
                    <a16:creationId xmlns:a16="http://schemas.microsoft.com/office/drawing/2014/main" id="{44D6689B-30DB-5473-E508-EDC50A154DC2}"/>
                  </a:ext>
                </a:extLst>
              </p:cNvPr>
              <p:cNvCxnSpPr>
                <a:cxnSpLocks/>
                <a:stCxn id="126" idx="6"/>
                <a:endCxn id="106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6" name="Google Shape;587;p6">
                <a:extLst>
                  <a:ext uri="{FF2B5EF4-FFF2-40B4-BE49-F238E27FC236}">
                    <a16:creationId xmlns:a16="http://schemas.microsoft.com/office/drawing/2014/main" id="{AC2A9944-A670-79CA-9997-224DA8DE10E3}"/>
                  </a:ext>
                </a:extLst>
              </p:cNvPr>
              <p:cNvCxnSpPr>
                <a:cxnSpLocks/>
                <a:stCxn id="126" idx="6"/>
                <a:endCxn id="105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7" name="Google Shape;588;p6">
                <a:extLst>
                  <a:ext uri="{FF2B5EF4-FFF2-40B4-BE49-F238E27FC236}">
                    <a16:creationId xmlns:a16="http://schemas.microsoft.com/office/drawing/2014/main" id="{A3B748CF-D2F5-B4E2-026E-64440C6A8261}"/>
                  </a:ext>
                </a:extLst>
              </p:cNvPr>
              <p:cNvCxnSpPr>
                <a:cxnSpLocks/>
                <a:stCxn id="105" idx="6"/>
                <a:endCxn id="87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589;p6">
                <a:extLst>
                  <a:ext uri="{FF2B5EF4-FFF2-40B4-BE49-F238E27FC236}">
                    <a16:creationId xmlns:a16="http://schemas.microsoft.com/office/drawing/2014/main" id="{44AA472A-6714-F3C3-0667-05D7087FE3CC}"/>
                  </a:ext>
                </a:extLst>
              </p:cNvPr>
              <p:cNvCxnSpPr>
                <a:cxnSpLocks/>
                <a:stCxn id="106" idx="6"/>
                <a:endCxn id="87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590;p6">
                <a:extLst>
                  <a:ext uri="{FF2B5EF4-FFF2-40B4-BE49-F238E27FC236}">
                    <a16:creationId xmlns:a16="http://schemas.microsoft.com/office/drawing/2014/main" id="{90E3C548-0AFB-BB68-7674-113A47561EC0}"/>
                  </a:ext>
                </a:extLst>
              </p:cNvPr>
              <p:cNvCxnSpPr>
                <a:cxnSpLocks/>
                <a:stCxn id="107" idx="6"/>
                <a:endCxn id="87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591;p6">
                <a:extLst>
                  <a:ext uri="{FF2B5EF4-FFF2-40B4-BE49-F238E27FC236}">
                    <a16:creationId xmlns:a16="http://schemas.microsoft.com/office/drawing/2014/main" id="{4B590D46-EFD0-57EF-C702-86D5D60168B2}"/>
                  </a:ext>
                </a:extLst>
              </p:cNvPr>
              <p:cNvCxnSpPr>
                <a:cxnSpLocks/>
                <a:stCxn id="108" idx="6"/>
                <a:endCxn id="87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592;p6">
                <a:extLst>
                  <a:ext uri="{FF2B5EF4-FFF2-40B4-BE49-F238E27FC236}">
                    <a16:creationId xmlns:a16="http://schemas.microsoft.com/office/drawing/2014/main" id="{EE5EF9DA-99D3-B08B-129F-1E3D89B2A660}"/>
                  </a:ext>
                </a:extLst>
              </p:cNvPr>
              <p:cNvCxnSpPr>
                <a:cxnSpLocks/>
                <a:stCxn id="109" idx="6"/>
                <a:endCxn id="87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2" name="Google Shape;593;p6">
                <a:extLst>
                  <a:ext uri="{FF2B5EF4-FFF2-40B4-BE49-F238E27FC236}">
                    <a16:creationId xmlns:a16="http://schemas.microsoft.com/office/drawing/2014/main" id="{4F26E205-9CAE-BEF7-BDDA-01BAE5C8DC11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" name="Google Shape;594;p6">
                <a:extLst>
                  <a:ext uri="{FF2B5EF4-FFF2-40B4-BE49-F238E27FC236}">
                    <a16:creationId xmlns:a16="http://schemas.microsoft.com/office/drawing/2014/main" id="{25652F15-18C5-F727-ED27-DEBE97ACB16F}"/>
                  </a:ext>
                </a:extLst>
              </p:cNvPr>
              <p:cNvCxnSpPr>
                <a:cxnSpLocks/>
                <a:stCxn id="106" idx="6"/>
                <a:endCxn id="142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" name="Google Shape;595;p6">
                <a:extLst>
                  <a:ext uri="{FF2B5EF4-FFF2-40B4-BE49-F238E27FC236}">
                    <a16:creationId xmlns:a16="http://schemas.microsoft.com/office/drawing/2014/main" id="{467875FD-AC1A-0B66-040B-D068F3EADACE}"/>
                  </a:ext>
                </a:extLst>
              </p:cNvPr>
              <p:cNvCxnSpPr>
                <a:cxnSpLocks/>
                <a:stCxn id="107" idx="6"/>
                <a:endCxn id="142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" name="Google Shape;596;p6">
                <a:extLst>
                  <a:ext uri="{FF2B5EF4-FFF2-40B4-BE49-F238E27FC236}">
                    <a16:creationId xmlns:a16="http://schemas.microsoft.com/office/drawing/2014/main" id="{D208690C-D9BF-A1D4-3F56-5FF76CF5EA3C}"/>
                  </a:ext>
                </a:extLst>
              </p:cNvPr>
              <p:cNvCxnSpPr>
                <a:cxnSpLocks/>
                <a:stCxn id="108" idx="6"/>
                <a:endCxn id="142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" name="Google Shape;597;p6">
                <a:extLst>
                  <a:ext uri="{FF2B5EF4-FFF2-40B4-BE49-F238E27FC236}">
                    <a16:creationId xmlns:a16="http://schemas.microsoft.com/office/drawing/2014/main" id="{A89752BC-BA0A-8352-6F4F-2235948FBE5B}"/>
                  </a:ext>
                </a:extLst>
              </p:cNvPr>
              <p:cNvCxnSpPr>
                <a:cxnSpLocks/>
                <a:stCxn id="109" idx="6"/>
                <a:endCxn id="142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7" name="Google Shape;598;p6">
                <a:extLst>
                  <a:ext uri="{FF2B5EF4-FFF2-40B4-BE49-F238E27FC236}">
                    <a16:creationId xmlns:a16="http://schemas.microsoft.com/office/drawing/2014/main" id="{FC534E7C-7412-57DF-2DB5-E2DE2D48A204}"/>
                  </a:ext>
                </a:extLst>
              </p:cNvPr>
              <p:cNvCxnSpPr>
                <a:cxnSpLocks/>
                <a:stCxn id="105" idx="6"/>
                <a:endCxn id="142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8" name="Google Shape;599;p6">
                <a:extLst>
                  <a:ext uri="{FF2B5EF4-FFF2-40B4-BE49-F238E27FC236}">
                    <a16:creationId xmlns:a16="http://schemas.microsoft.com/office/drawing/2014/main" id="{F84BF16F-1C1D-B5EB-CE90-4194E8BB150F}"/>
                  </a:ext>
                </a:extLst>
              </p:cNvPr>
              <p:cNvCxnSpPr>
                <a:cxnSpLocks/>
                <a:stCxn id="84" idx="6"/>
                <a:endCxn id="104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9" name="Google Shape;600;p6">
              <a:extLst>
                <a:ext uri="{FF2B5EF4-FFF2-40B4-BE49-F238E27FC236}">
                  <a16:creationId xmlns:a16="http://schemas.microsoft.com/office/drawing/2014/main" id="{ACEFF884-447F-C87C-A8CF-C48880A91650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601;p6">
              <a:extLst>
                <a:ext uri="{FF2B5EF4-FFF2-40B4-BE49-F238E27FC236}">
                  <a16:creationId xmlns:a16="http://schemas.microsoft.com/office/drawing/2014/main" id="{C5386471-446F-AEC3-364D-CC1CCD220A38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81" name="Google Shape;602;p6">
              <a:extLst>
                <a:ext uri="{FF2B5EF4-FFF2-40B4-BE49-F238E27FC236}">
                  <a16:creationId xmlns:a16="http://schemas.microsoft.com/office/drawing/2014/main" id="{DD7DD9B3-3E44-48F3-7835-355DB1E54B85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600;p6">
              <a:extLst>
                <a:ext uri="{FF2B5EF4-FFF2-40B4-BE49-F238E27FC236}">
                  <a16:creationId xmlns:a16="http://schemas.microsoft.com/office/drawing/2014/main" id="{26CDC2BE-97FD-1777-2E4A-B75DE5EF28F5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601;p6">
              <a:extLst>
                <a:ext uri="{FF2B5EF4-FFF2-40B4-BE49-F238E27FC236}">
                  <a16:creationId xmlns:a16="http://schemas.microsoft.com/office/drawing/2014/main" id="{AF37CCFA-EAF0-389E-CF3B-361DC9AE9B4F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60B1765-731E-5931-FA35-FF5BB53A3B1C}"/>
              </a:ext>
            </a:extLst>
          </p:cNvPr>
          <p:cNvGrpSpPr/>
          <p:nvPr/>
        </p:nvGrpSpPr>
        <p:grpSpPr>
          <a:xfrm>
            <a:off x="1619680" y="2147227"/>
            <a:ext cx="901080" cy="444240"/>
            <a:chOff x="1619680" y="2147227"/>
            <a:chExt cx="90108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3AF15C-E824-B1FF-C204-7B7409BC6920}"/>
                    </a:ext>
                  </a:extLst>
                </p14:cNvPr>
                <p14:cNvContentPartPr/>
                <p14:nvPr/>
              </p14:nvContentPartPr>
              <p14:xfrm>
                <a:off x="1619680" y="2163067"/>
                <a:ext cx="85320" cy="339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3AF15C-E824-B1FF-C204-7B7409BC69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13560" y="2156947"/>
                  <a:ext cx="975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5AB4FB-0F7A-C6D2-B6CE-2BBF1475A617}"/>
                    </a:ext>
                  </a:extLst>
                </p14:cNvPr>
                <p14:cNvContentPartPr/>
                <p14:nvPr/>
              </p14:nvContentPartPr>
              <p14:xfrm>
                <a:off x="1686640" y="2205187"/>
                <a:ext cx="226440" cy="286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5AB4FB-0F7A-C6D2-B6CE-2BBF1475A6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0520" y="2199067"/>
                  <a:ext cx="2386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D9F321-5766-6590-E6D9-F8B13560FC8C}"/>
                    </a:ext>
                  </a:extLst>
                </p14:cNvPr>
                <p14:cNvContentPartPr/>
                <p14:nvPr/>
              </p14:nvContentPartPr>
              <p14:xfrm>
                <a:off x="1942600" y="2283307"/>
                <a:ext cx="81720" cy="225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D9F321-5766-6590-E6D9-F8B13560FC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6480" y="2277187"/>
                  <a:ext cx="93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1290AE-0BEE-EBED-8E15-2302BE207C01}"/>
                    </a:ext>
                  </a:extLst>
                </p14:cNvPr>
                <p14:cNvContentPartPr/>
                <p14:nvPr/>
              </p14:nvContentPartPr>
              <p14:xfrm>
                <a:off x="2050960" y="2316787"/>
                <a:ext cx="92160" cy="26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1290AE-0BEE-EBED-8E15-2302BE207C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44840" y="2310667"/>
                  <a:ext cx="104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169257-A71B-50F2-7AF4-3909885749A5}"/>
                    </a:ext>
                  </a:extLst>
                </p14:cNvPr>
                <p14:cNvContentPartPr/>
                <p14:nvPr/>
              </p14:nvContentPartPr>
              <p14:xfrm>
                <a:off x="2161840" y="2238667"/>
                <a:ext cx="78120" cy="319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169257-A71B-50F2-7AF4-3909885749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55720" y="2232547"/>
                  <a:ext cx="903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E15A4E-76F4-2E27-A7E5-6ECCB757FF94}"/>
                    </a:ext>
                  </a:extLst>
                </p14:cNvPr>
                <p14:cNvContentPartPr/>
                <p14:nvPr/>
              </p14:nvContentPartPr>
              <p14:xfrm>
                <a:off x="2367040" y="2147227"/>
                <a:ext cx="153720" cy="44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E15A4E-76F4-2E27-A7E5-6ECCB757FF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0920" y="2141107"/>
                  <a:ext cx="165960" cy="45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A22E65-2DB4-6977-50B3-540398268E55}"/>
              </a:ext>
            </a:extLst>
          </p:cNvPr>
          <p:cNvGrpSpPr/>
          <p:nvPr/>
        </p:nvGrpSpPr>
        <p:grpSpPr>
          <a:xfrm>
            <a:off x="2629120" y="2230027"/>
            <a:ext cx="525960" cy="316800"/>
            <a:chOff x="2629120" y="2230027"/>
            <a:chExt cx="52596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438D50-3567-AB26-1A07-24C7CFAC8399}"/>
                    </a:ext>
                  </a:extLst>
                </p14:cNvPr>
                <p14:cNvContentPartPr/>
                <p14:nvPr/>
              </p14:nvContentPartPr>
              <p14:xfrm>
                <a:off x="2629120" y="2312107"/>
                <a:ext cx="290520" cy="234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438D50-3567-AB26-1A07-24C7CFAC839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23000" y="2305987"/>
                  <a:ext cx="302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DD4F65-51A9-E013-18C2-C3DD1D4D5FBB}"/>
                    </a:ext>
                  </a:extLst>
                </p14:cNvPr>
                <p14:cNvContentPartPr/>
                <p14:nvPr/>
              </p14:nvContentPartPr>
              <p14:xfrm>
                <a:off x="2762320" y="2299147"/>
                <a:ext cx="163080" cy="142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DD4F65-51A9-E013-18C2-C3DD1D4D5F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56200" y="2293027"/>
                  <a:ext cx="175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8AE452-DDB8-B76A-CDC8-B3D001A608CC}"/>
                    </a:ext>
                  </a:extLst>
                </p14:cNvPr>
                <p14:cNvContentPartPr/>
                <p14:nvPr/>
              </p14:nvContentPartPr>
              <p14:xfrm>
                <a:off x="3093880" y="2230027"/>
                <a:ext cx="61200" cy="260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8AE452-DDB8-B76A-CDC8-B3D001A608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87760" y="2223907"/>
                  <a:ext cx="7344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058642E-271C-D36A-6B83-C533DCA675E2}"/>
              </a:ext>
            </a:extLst>
          </p:cNvPr>
          <p:cNvGrpSpPr/>
          <p:nvPr/>
        </p:nvGrpSpPr>
        <p:grpSpPr>
          <a:xfrm>
            <a:off x="3347680" y="2131387"/>
            <a:ext cx="850320" cy="707040"/>
            <a:chOff x="3347680" y="2131387"/>
            <a:chExt cx="850320" cy="70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7648D7-2432-8A1B-BD52-B957C2B75DE0}"/>
                    </a:ext>
                  </a:extLst>
                </p14:cNvPr>
                <p14:cNvContentPartPr/>
                <p14:nvPr/>
              </p14:nvContentPartPr>
              <p14:xfrm>
                <a:off x="3347680" y="2323627"/>
                <a:ext cx="187920" cy="11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7648D7-2432-8A1B-BD52-B957C2B75D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41560" y="2317507"/>
                  <a:ext cx="20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5FBDE0-B8A2-0296-9A5F-0A2641368DD6}"/>
                    </a:ext>
                  </a:extLst>
                </p14:cNvPr>
                <p14:cNvContentPartPr/>
                <p14:nvPr/>
              </p14:nvContentPartPr>
              <p14:xfrm>
                <a:off x="3435520" y="2372587"/>
                <a:ext cx="126360" cy="9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5FBDE0-B8A2-0296-9A5F-0A2641368D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9400" y="2366467"/>
                  <a:ext cx="138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547808-9A1F-115A-8266-7BC05F4C4C21}"/>
                    </a:ext>
                  </a:extLst>
                </p14:cNvPr>
                <p14:cNvContentPartPr/>
                <p14:nvPr/>
              </p14:nvContentPartPr>
              <p14:xfrm>
                <a:off x="3677800" y="2131387"/>
                <a:ext cx="520200" cy="707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547808-9A1F-115A-8266-7BC05F4C4C2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71680" y="2125267"/>
                  <a:ext cx="532440" cy="71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CD7B77-9BC6-4851-1B82-FD5CB233AA67}"/>
              </a:ext>
            </a:extLst>
          </p:cNvPr>
          <p:cNvGrpSpPr/>
          <p:nvPr/>
        </p:nvGrpSpPr>
        <p:grpSpPr>
          <a:xfrm>
            <a:off x="1682320" y="4555987"/>
            <a:ext cx="847800" cy="392040"/>
            <a:chOff x="1682320" y="4555987"/>
            <a:chExt cx="84780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853FC3-91DD-EC6E-0649-B972C4CE4431}"/>
                    </a:ext>
                  </a:extLst>
                </p14:cNvPr>
                <p14:cNvContentPartPr/>
                <p14:nvPr/>
              </p14:nvContentPartPr>
              <p14:xfrm>
                <a:off x="1682320" y="4555987"/>
                <a:ext cx="34200" cy="392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853FC3-91DD-EC6E-0649-B972C4CE44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76200" y="4549867"/>
                  <a:ext cx="464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62AD78D-E62C-0175-28DF-DED51D3D5C67}"/>
                    </a:ext>
                  </a:extLst>
                </p14:cNvPr>
                <p14:cNvContentPartPr/>
                <p14:nvPr/>
              </p14:nvContentPartPr>
              <p14:xfrm>
                <a:off x="1819120" y="4611427"/>
                <a:ext cx="275400" cy="244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62AD78D-E62C-0175-28DF-DED51D3D5C6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3000" y="4605307"/>
                  <a:ext cx="2876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0FA2DE-4CF7-66D9-6D7F-18D92231129B}"/>
                    </a:ext>
                  </a:extLst>
                </p14:cNvPr>
                <p14:cNvContentPartPr/>
                <p14:nvPr/>
              </p14:nvContentPartPr>
              <p14:xfrm>
                <a:off x="2084440" y="4642387"/>
                <a:ext cx="119880" cy="186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0FA2DE-4CF7-66D9-6D7F-18D9223112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78320" y="4636267"/>
                  <a:ext cx="132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5218AD-7868-CD8A-F01F-5A2DC13EDE79}"/>
                    </a:ext>
                  </a:extLst>
                </p14:cNvPr>
                <p14:cNvContentPartPr/>
                <p14:nvPr/>
              </p14:nvContentPartPr>
              <p14:xfrm>
                <a:off x="2262280" y="4625827"/>
                <a:ext cx="105480" cy="194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5218AD-7868-CD8A-F01F-5A2DC13EDE7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56160" y="4619707"/>
                  <a:ext cx="1177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248ECBD-2EEC-86BB-3729-F13B03F7225D}"/>
                    </a:ext>
                  </a:extLst>
                </p14:cNvPr>
                <p14:cNvContentPartPr/>
                <p14:nvPr/>
              </p14:nvContentPartPr>
              <p14:xfrm>
                <a:off x="2372080" y="4615387"/>
                <a:ext cx="158040" cy="245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248ECBD-2EEC-86BB-3729-F13B03F722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65960" y="4609267"/>
                  <a:ext cx="17028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3348CD5-1AB9-5F81-0024-224B0C0CD9D5}"/>
                  </a:ext>
                </a:extLst>
              </p14:cNvPr>
              <p14:cNvContentPartPr/>
              <p14:nvPr/>
            </p14:nvContentPartPr>
            <p14:xfrm>
              <a:off x="1621480" y="3493627"/>
              <a:ext cx="1720800" cy="33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3348CD5-1AB9-5F81-0024-224B0C0CD9D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15360" y="3487507"/>
                <a:ext cx="1733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0274311-8D97-C602-6ACC-0A2653846ADE}"/>
                  </a:ext>
                </a:extLst>
              </p14:cNvPr>
              <p14:cNvContentPartPr/>
              <p14:nvPr/>
            </p14:nvContentPartPr>
            <p14:xfrm>
              <a:off x="4707760" y="1459627"/>
              <a:ext cx="459360" cy="4996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0274311-8D97-C602-6ACC-0A2653846AD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01640" y="1453507"/>
                <a:ext cx="471600" cy="50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3F5C1BA-D36C-ECD2-2FDE-9C8125A3D966}"/>
                  </a:ext>
                </a:extLst>
              </p14:cNvPr>
              <p14:cNvContentPartPr/>
              <p14:nvPr/>
            </p14:nvContentPartPr>
            <p14:xfrm>
              <a:off x="11670880" y="1660507"/>
              <a:ext cx="335160" cy="4471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3F5C1BA-D36C-ECD2-2FDE-9C8125A3D96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664760" y="1654387"/>
                <a:ext cx="347400" cy="44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8D289F61-F3CD-F9C2-5620-45136B1B594D}"/>
              </a:ext>
            </a:extLst>
          </p:cNvPr>
          <p:cNvGrpSpPr/>
          <p:nvPr/>
        </p:nvGrpSpPr>
        <p:grpSpPr>
          <a:xfrm>
            <a:off x="1513840" y="2942827"/>
            <a:ext cx="1978920" cy="1194840"/>
            <a:chOff x="1513840" y="2942827"/>
            <a:chExt cx="1978920" cy="11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C076A2-8A59-B24B-41E3-306CF7578103}"/>
                    </a:ext>
                  </a:extLst>
                </p14:cNvPr>
                <p14:cNvContentPartPr/>
                <p14:nvPr/>
              </p14:nvContentPartPr>
              <p14:xfrm>
                <a:off x="1551640" y="2974867"/>
                <a:ext cx="216360" cy="52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EC076A2-8A59-B24B-41E3-306CF75781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45520" y="2968747"/>
                  <a:ext cx="2286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53E14F-C8E7-6A71-E783-A8CDF985E4EA}"/>
                    </a:ext>
                  </a:extLst>
                </p14:cNvPr>
                <p14:cNvContentPartPr/>
                <p14:nvPr/>
              </p14:nvContentPartPr>
              <p14:xfrm>
                <a:off x="1513840" y="3217507"/>
                <a:ext cx="254520" cy="37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53E14F-C8E7-6A71-E783-A8CDF985E4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07720" y="3211387"/>
                  <a:ext cx="266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B83C51-D420-3384-5D37-716830A1B625}"/>
                    </a:ext>
                  </a:extLst>
                </p14:cNvPr>
                <p14:cNvContentPartPr/>
                <p14:nvPr/>
              </p14:nvContentPartPr>
              <p14:xfrm>
                <a:off x="1800400" y="3207427"/>
                <a:ext cx="29520" cy="137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B83C51-D420-3384-5D37-716830A1B62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94280" y="3201307"/>
                  <a:ext cx="41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8AE9F09-584E-DF4E-F84D-0D22B5858E57}"/>
                    </a:ext>
                  </a:extLst>
                </p14:cNvPr>
                <p14:cNvContentPartPr/>
                <p14:nvPr/>
              </p14:nvContentPartPr>
              <p14:xfrm>
                <a:off x="1828120" y="3116347"/>
                <a:ext cx="33840" cy="123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8AE9F09-584E-DF4E-F84D-0D22B5858E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22000" y="3110227"/>
                  <a:ext cx="46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7F5221-5BF1-069D-3BFA-BD62FAACF4E0}"/>
                    </a:ext>
                  </a:extLst>
                </p14:cNvPr>
                <p14:cNvContentPartPr/>
                <p14:nvPr/>
              </p14:nvContentPartPr>
              <p14:xfrm>
                <a:off x="1931800" y="3178267"/>
                <a:ext cx="189360" cy="178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7F5221-5BF1-069D-3BFA-BD62FAACF4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25680" y="3172147"/>
                  <a:ext cx="201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0A73E04-3F02-51CA-58F8-42CA2FF1B13A}"/>
                    </a:ext>
                  </a:extLst>
                </p14:cNvPr>
                <p14:cNvContentPartPr/>
                <p14:nvPr/>
              </p14:nvContentPartPr>
              <p14:xfrm>
                <a:off x="2176960" y="3206347"/>
                <a:ext cx="176400" cy="16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0A73E04-3F02-51CA-58F8-42CA2FF1B13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70840" y="3200227"/>
                  <a:ext cx="188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A4471F-BB3E-2C6B-1BF1-1AE29367E463}"/>
                    </a:ext>
                  </a:extLst>
                </p14:cNvPr>
                <p14:cNvContentPartPr/>
                <p14:nvPr/>
              </p14:nvContentPartPr>
              <p14:xfrm>
                <a:off x="2368840" y="2971627"/>
                <a:ext cx="165240" cy="438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A4471F-BB3E-2C6B-1BF1-1AE29367E46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62720" y="2965507"/>
                  <a:ext cx="1774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C414F0-E682-2A61-D887-17DF09917832}"/>
                    </a:ext>
                  </a:extLst>
                </p14:cNvPr>
                <p14:cNvContentPartPr/>
                <p14:nvPr/>
              </p14:nvContentPartPr>
              <p14:xfrm>
                <a:off x="3107200" y="3116347"/>
                <a:ext cx="218520" cy="293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C414F0-E682-2A61-D887-17DF099178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01080" y="3110227"/>
                  <a:ext cx="230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0158DC-D3C9-D556-8786-D7CCF469BDE1}"/>
                    </a:ext>
                  </a:extLst>
                </p14:cNvPr>
                <p14:cNvContentPartPr/>
                <p14:nvPr/>
              </p14:nvContentPartPr>
              <p14:xfrm>
                <a:off x="3103600" y="2942827"/>
                <a:ext cx="270000" cy="75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0158DC-D3C9-D556-8786-D7CCF469BDE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97480" y="2936707"/>
                  <a:ext cx="282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B7339B4-DE29-740F-453D-BDF3A4FAED37}"/>
                    </a:ext>
                  </a:extLst>
                </p14:cNvPr>
                <p14:cNvContentPartPr/>
                <p14:nvPr/>
              </p14:nvContentPartPr>
              <p14:xfrm>
                <a:off x="1616080" y="3783787"/>
                <a:ext cx="226440" cy="353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7339B4-DE29-740F-453D-BDF3A4FAED3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09960" y="3777667"/>
                  <a:ext cx="2386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9F6BC78-00E2-E925-0CC0-64E99E771F8E}"/>
                    </a:ext>
                  </a:extLst>
                </p14:cNvPr>
                <p14:cNvContentPartPr/>
                <p14:nvPr/>
              </p14:nvContentPartPr>
              <p14:xfrm>
                <a:off x="1615000" y="3855067"/>
                <a:ext cx="266400" cy="42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9F6BC78-00E2-E925-0CC0-64E99E771F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08880" y="3848947"/>
                  <a:ext cx="278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74AD04A-CF32-B91E-1098-075E0C8852E5}"/>
                    </a:ext>
                  </a:extLst>
                </p14:cNvPr>
                <p14:cNvContentPartPr/>
                <p14:nvPr/>
              </p14:nvContentPartPr>
              <p14:xfrm>
                <a:off x="1900120" y="3841747"/>
                <a:ext cx="104400" cy="17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74AD04A-CF32-B91E-1098-075E0C8852E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94000" y="3835627"/>
                  <a:ext cx="116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1B5814-D654-4476-3980-B0D19E290723}"/>
                    </a:ext>
                  </a:extLst>
                </p14:cNvPr>
                <p14:cNvContentPartPr/>
                <p14:nvPr/>
              </p14:nvContentPartPr>
              <p14:xfrm>
                <a:off x="2071480" y="3837427"/>
                <a:ext cx="128520" cy="21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1B5814-D654-4476-3980-B0D19E2907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65360" y="3831307"/>
                  <a:ext cx="140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7BD9533-B38E-FE3E-8B34-B5B1210EC121}"/>
                    </a:ext>
                  </a:extLst>
                </p14:cNvPr>
                <p14:cNvContentPartPr/>
                <p14:nvPr/>
              </p14:nvContentPartPr>
              <p14:xfrm>
                <a:off x="2274520" y="3873067"/>
                <a:ext cx="14040" cy="159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7BD9533-B38E-FE3E-8B34-B5B1210EC1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68400" y="3866947"/>
                  <a:ext cx="26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2D584F-CAEE-95A9-651E-0282A34FB75D}"/>
                    </a:ext>
                  </a:extLst>
                </p14:cNvPr>
                <p14:cNvContentPartPr/>
                <p14:nvPr/>
              </p14:nvContentPartPr>
              <p14:xfrm>
                <a:off x="2331760" y="3721147"/>
                <a:ext cx="360" cy="2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2D584F-CAEE-95A9-651E-0282A34FB7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25640" y="3715027"/>
                  <a:ext cx="12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F88BB31-B96F-B77F-7F6B-79050B66E6F0}"/>
                    </a:ext>
                  </a:extLst>
                </p14:cNvPr>
                <p14:cNvContentPartPr/>
                <p14:nvPr/>
              </p14:nvContentPartPr>
              <p14:xfrm>
                <a:off x="2385760" y="3857587"/>
                <a:ext cx="107640" cy="207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F88BB31-B96F-B77F-7F6B-79050B66E6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79640" y="3851467"/>
                  <a:ext cx="1198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2D20EBD-90C1-6742-CCC5-CC970A7D2D55}"/>
                    </a:ext>
                  </a:extLst>
                </p14:cNvPr>
                <p14:cNvContentPartPr/>
                <p14:nvPr/>
              </p14:nvContentPartPr>
              <p14:xfrm>
                <a:off x="2558920" y="3845707"/>
                <a:ext cx="153360" cy="198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2D20EBD-90C1-6742-CCC5-CC970A7D2D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52800" y="3839587"/>
                  <a:ext cx="165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7C117E0-9F3D-78A2-EBAA-4C2BBD4F9381}"/>
                    </a:ext>
                  </a:extLst>
                </p14:cNvPr>
                <p14:cNvContentPartPr/>
                <p14:nvPr/>
              </p14:nvContentPartPr>
              <p14:xfrm>
                <a:off x="2740720" y="3611707"/>
                <a:ext cx="190440" cy="46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7C117E0-9F3D-78A2-EBAA-4C2BBD4F93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34600" y="3605587"/>
                  <a:ext cx="2026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16D2B8-F7BC-00FF-077D-AE4A72954418}"/>
                    </a:ext>
                  </a:extLst>
                </p14:cNvPr>
                <p14:cNvContentPartPr/>
                <p14:nvPr/>
              </p14:nvContentPartPr>
              <p14:xfrm>
                <a:off x="3251200" y="3830947"/>
                <a:ext cx="186840" cy="268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16D2B8-F7BC-00FF-077D-AE4A7295441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45080" y="3824827"/>
                  <a:ext cx="199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198971-2E33-6651-82DB-2753EE390990}"/>
                    </a:ext>
                  </a:extLst>
                </p14:cNvPr>
                <p14:cNvContentPartPr/>
                <p14:nvPr/>
              </p14:nvContentPartPr>
              <p14:xfrm>
                <a:off x="3213040" y="3630787"/>
                <a:ext cx="279720" cy="118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198971-2E33-6651-82DB-2753EE39099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06920" y="3624667"/>
                  <a:ext cx="291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5627A4-A43B-57AD-201B-23531B28B014}"/>
                    </a:ext>
                  </a:extLst>
                </p14:cNvPr>
                <p14:cNvContentPartPr/>
                <p14:nvPr/>
              </p14:nvContentPartPr>
              <p14:xfrm>
                <a:off x="1630480" y="3506947"/>
                <a:ext cx="1787760" cy="49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5627A4-A43B-57AD-201B-23531B28B01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24360" y="3500827"/>
                  <a:ext cx="18000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302202A-AFE1-3F35-3F5F-C3FDB44B4C56}"/>
              </a:ext>
            </a:extLst>
          </p:cNvPr>
          <p:cNvGrpSpPr/>
          <p:nvPr/>
        </p:nvGrpSpPr>
        <p:grpSpPr>
          <a:xfrm>
            <a:off x="6780280" y="161467"/>
            <a:ext cx="4938120" cy="6444720"/>
            <a:chOff x="6780280" y="161467"/>
            <a:chExt cx="4938120" cy="64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8BACB0-830E-7A7B-7E2C-293492F62EF6}"/>
                    </a:ext>
                  </a:extLst>
                </p14:cNvPr>
                <p14:cNvContentPartPr/>
                <p14:nvPr/>
              </p14:nvContentPartPr>
              <p14:xfrm>
                <a:off x="6780280" y="2709907"/>
                <a:ext cx="2758320" cy="115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8BACB0-830E-7A7B-7E2C-293492F62E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74160" y="2703787"/>
                  <a:ext cx="2770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733CC0-1CA6-055D-F294-2EA818EF7B65}"/>
                    </a:ext>
                  </a:extLst>
                </p14:cNvPr>
                <p14:cNvContentPartPr/>
                <p14:nvPr/>
              </p14:nvContentPartPr>
              <p14:xfrm>
                <a:off x="9391720" y="2732227"/>
                <a:ext cx="259200" cy="19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733CC0-1CA6-055D-F294-2EA818EF7B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85600" y="2726107"/>
                  <a:ext cx="271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0D43670-6581-78DF-9186-0A9723246424}"/>
                    </a:ext>
                  </a:extLst>
                </p14:cNvPr>
                <p14:cNvContentPartPr/>
                <p14:nvPr/>
              </p14:nvContentPartPr>
              <p14:xfrm>
                <a:off x="9317200" y="161467"/>
                <a:ext cx="704520" cy="6444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0D43670-6581-78DF-9186-0A972324642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11080" y="155347"/>
                  <a:ext cx="716760" cy="64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2D0F493-1835-49F6-89D2-823E7B6A20EA}"/>
                    </a:ext>
                  </a:extLst>
                </p14:cNvPr>
                <p14:cNvContentPartPr/>
                <p14:nvPr/>
              </p14:nvContentPartPr>
              <p14:xfrm>
                <a:off x="10409800" y="203947"/>
                <a:ext cx="104040" cy="412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2D0F493-1835-49F6-89D2-823E7B6A20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03680" y="197827"/>
                  <a:ext cx="1162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D77C558-4B76-2EDB-2229-F05509EA76E6}"/>
                    </a:ext>
                  </a:extLst>
                </p14:cNvPr>
                <p14:cNvContentPartPr/>
                <p14:nvPr/>
              </p14:nvContentPartPr>
              <p14:xfrm>
                <a:off x="10322320" y="345787"/>
                <a:ext cx="250560" cy="24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D77C558-4B76-2EDB-2229-F05509EA76E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16200" y="339667"/>
                  <a:ext cx="262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D8F18D2-ACA8-5249-5FBC-5A74EE06BECC}"/>
                    </a:ext>
                  </a:extLst>
                </p14:cNvPr>
                <p14:cNvContentPartPr/>
                <p14:nvPr/>
              </p14:nvContentPartPr>
              <p14:xfrm>
                <a:off x="10553800" y="317347"/>
                <a:ext cx="180000" cy="199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D8F18D2-ACA8-5249-5FBC-5A74EE06BE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47680" y="311227"/>
                  <a:ext cx="192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5517EE-7364-7820-B6A5-E9262002ECDE}"/>
                    </a:ext>
                  </a:extLst>
                </p14:cNvPr>
                <p14:cNvContentPartPr/>
                <p14:nvPr/>
              </p14:nvContentPartPr>
              <p14:xfrm>
                <a:off x="10694560" y="265867"/>
                <a:ext cx="465480" cy="299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5517EE-7364-7820-B6A5-E9262002ECD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688440" y="259747"/>
                  <a:ext cx="477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198242-36FD-6D3C-76EA-C5964B296567}"/>
                    </a:ext>
                  </a:extLst>
                </p14:cNvPr>
                <p14:cNvContentPartPr/>
                <p14:nvPr/>
              </p14:nvContentPartPr>
              <p14:xfrm>
                <a:off x="11216920" y="374587"/>
                <a:ext cx="181800" cy="213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198242-36FD-6D3C-76EA-C5964B29656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10800" y="368467"/>
                  <a:ext cx="194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52C5E5-BABA-7F99-34A4-7A31DC774ACD}"/>
                    </a:ext>
                  </a:extLst>
                </p14:cNvPr>
                <p14:cNvContentPartPr/>
                <p14:nvPr/>
              </p14:nvContentPartPr>
              <p14:xfrm>
                <a:off x="11390080" y="381067"/>
                <a:ext cx="209160" cy="231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52C5E5-BABA-7F99-34A4-7A31DC774AC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383960" y="374947"/>
                  <a:ext cx="221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DAC3D4F-C119-4AB9-2391-66A51280CF1E}"/>
                    </a:ext>
                  </a:extLst>
                </p14:cNvPr>
                <p14:cNvContentPartPr/>
                <p14:nvPr/>
              </p14:nvContentPartPr>
              <p14:xfrm>
                <a:off x="10448320" y="715147"/>
                <a:ext cx="1270080" cy="28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DAC3D4F-C119-4AB9-2391-66A51280CF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42200" y="709027"/>
                  <a:ext cx="128232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F776D04-C716-CBDC-BA7F-BFB34D6392E7}"/>
              </a:ext>
            </a:extLst>
          </p:cNvPr>
          <p:cNvGrpSpPr/>
          <p:nvPr/>
        </p:nvGrpSpPr>
        <p:grpSpPr>
          <a:xfrm>
            <a:off x="10606720" y="825307"/>
            <a:ext cx="350640" cy="468000"/>
            <a:chOff x="10606720" y="825307"/>
            <a:chExt cx="35064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369DB7-8B84-62A6-E66B-AE605E398E0E}"/>
                    </a:ext>
                  </a:extLst>
                </p14:cNvPr>
                <p14:cNvContentPartPr/>
                <p14:nvPr/>
              </p14:nvContentPartPr>
              <p14:xfrm>
                <a:off x="10606720" y="863827"/>
                <a:ext cx="224280" cy="429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369DB7-8B84-62A6-E66B-AE605E398E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00600" y="857707"/>
                  <a:ext cx="2365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8224C3A-BD62-900D-D068-BFE8731E6355}"/>
                    </a:ext>
                  </a:extLst>
                </p14:cNvPr>
                <p14:cNvContentPartPr/>
                <p14:nvPr/>
              </p14:nvContentPartPr>
              <p14:xfrm>
                <a:off x="10651000" y="825307"/>
                <a:ext cx="306360" cy="92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8224C3A-BD62-900D-D068-BFE8731E635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44880" y="819187"/>
                  <a:ext cx="31860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47B6474-5F08-65A3-5802-87229C885555}"/>
              </a:ext>
            </a:extLst>
          </p:cNvPr>
          <p:cNvGrpSpPr/>
          <p:nvPr/>
        </p:nvGrpSpPr>
        <p:grpSpPr>
          <a:xfrm>
            <a:off x="7318840" y="153547"/>
            <a:ext cx="997560" cy="6302880"/>
            <a:chOff x="7318840" y="153547"/>
            <a:chExt cx="997560" cy="630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64C218C-F1CE-2A61-29EE-BD514483A23D}"/>
                    </a:ext>
                  </a:extLst>
                </p14:cNvPr>
                <p14:cNvContentPartPr/>
                <p14:nvPr/>
              </p14:nvContentPartPr>
              <p14:xfrm>
                <a:off x="7318840" y="294307"/>
                <a:ext cx="666000" cy="6162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64C218C-F1CE-2A61-29EE-BD514483A2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12720" y="288187"/>
                  <a:ext cx="678240" cy="61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9AC7A81-B241-8AE5-0C0A-F6F49A4D6687}"/>
                    </a:ext>
                  </a:extLst>
                </p14:cNvPr>
                <p14:cNvContentPartPr/>
                <p14:nvPr/>
              </p14:nvContentPartPr>
              <p14:xfrm>
                <a:off x="8148280" y="153547"/>
                <a:ext cx="120240" cy="398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9AC7A81-B241-8AE5-0C0A-F6F49A4D668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42160" y="147427"/>
                  <a:ext cx="1324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5B4AA34-CD9A-38FC-14BA-6364CA8F0098}"/>
                    </a:ext>
                  </a:extLst>
                </p14:cNvPr>
                <p14:cNvContentPartPr/>
                <p14:nvPr/>
              </p14:nvContentPartPr>
              <p14:xfrm>
                <a:off x="8059000" y="264787"/>
                <a:ext cx="257400" cy="70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5B4AA34-CD9A-38FC-14BA-6364CA8F00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52880" y="258667"/>
                  <a:ext cx="269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2D4CCD-8E64-8E7A-E08C-F6FD867DB27A}"/>
                    </a:ext>
                  </a:extLst>
                </p14:cNvPr>
                <p14:cNvContentPartPr/>
                <p14:nvPr/>
              </p14:nvContentPartPr>
              <p14:xfrm>
                <a:off x="8228560" y="247507"/>
                <a:ext cx="51480" cy="29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2D4CCD-8E64-8E7A-E08C-F6FD867DB2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22440" y="241387"/>
                  <a:ext cx="637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3FBBF1E-A1B5-5BA0-9FC8-90E0B09BFF14}"/>
              </a:ext>
            </a:extLst>
          </p:cNvPr>
          <p:cNvGrpSpPr/>
          <p:nvPr/>
        </p:nvGrpSpPr>
        <p:grpSpPr>
          <a:xfrm>
            <a:off x="5068120" y="1173787"/>
            <a:ext cx="241920" cy="306720"/>
            <a:chOff x="5068120" y="1173787"/>
            <a:chExt cx="24192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07279E8-7A51-FD77-AC1D-E8E8DA54F17C}"/>
                    </a:ext>
                  </a:extLst>
                </p14:cNvPr>
                <p14:cNvContentPartPr/>
                <p14:nvPr/>
              </p14:nvContentPartPr>
              <p14:xfrm>
                <a:off x="5074240" y="1182787"/>
                <a:ext cx="209520" cy="204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07279E8-7A51-FD77-AC1D-E8E8DA54F17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68120" y="1176667"/>
                  <a:ext cx="221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2612631-D4B3-1C01-472B-58173768EE04}"/>
                    </a:ext>
                  </a:extLst>
                </p14:cNvPr>
                <p14:cNvContentPartPr/>
                <p14:nvPr/>
              </p14:nvContentPartPr>
              <p14:xfrm>
                <a:off x="5068120" y="1173787"/>
                <a:ext cx="241920" cy="3067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2612631-D4B3-1C01-472B-58173768EE0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62000" y="1167667"/>
                  <a:ext cx="254160" cy="31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60778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E689-6169-BF56-B72A-B8DCC35F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11F6-D75D-425F-21C0-A3C65DC74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61D3F60-393B-0A6D-7E66-12B6655C8766}"/>
              </a:ext>
            </a:extLst>
          </p:cNvPr>
          <p:cNvGrpSpPr/>
          <p:nvPr/>
        </p:nvGrpSpPr>
        <p:grpSpPr>
          <a:xfrm>
            <a:off x="5278644" y="307342"/>
            <a:ext cx="6722937" cy="6243315"/>
            <a:chOff x="4781202" y="311571"/>
            <a:chExt cx="6722937" cy="6243315"/>
          </a:xfrm>
        </p:grpSpPr>
        <p:grpSp>
          <p:nvGrpSpPr>
            <p:cNvPr id="78" name="Google Shape;534;p6">
              <a:extLst>
                <a:ext uri="{FF2B5EF4-FFF2-40B4-BE49-F238E27FC236}">
                  <a16:creationId xmlns:a16="http://schemas.microsoft.com/office/drawing/2014/main" id="{114967C6-62DF-BA64-54D0-8D30AC62F96D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84" name="Google Shape;535;p6">
                <a:extLst>
                  <a:ext uri="{FF2B5EF4-FFF2-40B4-BE49-F238E27FC236}">
                    <a16:creationId xmlns:a16="http://schemas.microsoft.com/office/drawing/2014/main" id="{2E0E57EC-3277-D8A3-0381-FAC508A2CFA8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36;p6">
                <a:extLst>
                  <a:ext uri="{FF2B5EF4-FFF2-40B4-BE49-F238E27FC236}">
                    <a16:creationId xmlns:a16="http://schemas.microsoft.com/office/drawing/2014/main" id="{C39FF37B-541E-61E9-730D-BCF4DA406F50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37;p6">
                <a:extLst>
                  <a:ext uri="{FF2B5EF4-FFF2-40B4-BE49-F238E27FC236}">
                    <a16:creationId xmlns:a16="http://schemas.microsoft.com/office/drawing/2014/main" id="{C51397A0-F6D0-BEFD-0398-FC34BF3930EC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38;p6">
                <a:extLst>
                  <a:ext uri="{FF2B5EF4-FFF2-40B4-BE49-F238E27FC236}">
                    <a16:creationId xmlns:a16="http://schemas.microsoft.com/office/drawing/2014/main" id="{83F7F4C8-1794-7E25-C6D0-B069B221EB8C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8" name="Google Shape;539;p6">
                <a:extLst>
                  <a:ext uri="{FF2B5EF4-FFF2-40B4-BE49-F238E27FC236}">
                    <a16:creationId xmlns:a16="http://schemas.microsoft.com/office/drawing/2014/main" id="{8D5CCFAC-3DB5-3236-9358-CA4EFE824326}"/>
                  </a:ext>
                </a:extLst>
              </p:cNvPr>
              <p:cNvCxnSpPr>
                <a:cxnSpLocks/>
                <a:stCxn id="84" idx="6"/>
                <a:endCxn id="102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541;p6">
                <a:extLst>
                  <a:ext uri="{FF2B5EF4-FFF2-40B4-BE49-F238E27FC236}">
                    <a16:creationId xmlns:a16="http://schemas.microsoft.com/office/drawing/2014/main" id="{A8B2395F-DD19-65B0-18D7-289A3EA7BF60}"/>
                  </a:ext>
                </a:extLst>
              </p:cNvPr>
              <p:cNvCxnSpPr>
                <a:cxnSpLocks/>
                <a:stCxn id="85" idx="6"/>
                <a:endCxn id="103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543;p6">
                <a:extLst>
                  <a:ext uri="{FF2B5EF4-FFF2-40B4-BE49-F238E27FC236}">
                    <a16:creationId xmlns:a16="http://schemas.microsoft.com/office/drawing/2014/main" id="{A1DCDAF4-EE27-0D3A-D459-88D8A2EA66B4}"/>
                  </a:ext>
                </a:extLst>
              </p:cNvPr>
              <p:cNvCxnSpPr>
                <a:cxnSpLocks/>
                <a:stCxn id="86" idx="6"/>
                <a:endCxn id="104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545;p6">
                <a:extLst>
                  <a:ext uri="{FF2B5EF4-FFF2-40B4-BE49-F238E27FC236}">
                    <a16:creationId xmlns:a16="http://schemas.microsoft.com/office/drawing/2014/main" id="{AA19BAD2-39CA-22BC-0B01-027C327C55F3}"/>
                  </a:ext>
                </a:extLst>
              </p:cNvPr>
              <p:cNvCxnSpPr>
                <a:cxnSpLocks/>
                <a:stCxn id="84" idx="6"/>
                <a:endCxn id="125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547;p6">
                <a:extLst>
                  <a:ext uri="{FF2B5EF4-FFF2-40B4-BE49-F238E27FC236}">
                    <a16:creationId xmlns:a16="http://schemas.microsoft.com/office/drawing/2014/main" id="{6B054D0D-06C7-B9DB-2D10-B8975C96E371}"/>
                  </a:ext>
                </a:extLst>
              </p:cNvPr>
              <p:cNvCxnSpPr>
                <a:cxnSpLocks/>
                <a:stCxn id="84" idx="6"/>
                <a:endCxn id="103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548;p6">
                <a:extLst>
                  <a:ext uri="{FF2B5EF4-FFF2-40B4-BE49-F238E27FC236}">
                    <a16:creationId xmlns:a16="http://schemas.microsoft.com/office/drawing/2014/main" id="{DE828AB9-4CBE-6CAA-A103-7F635211AF76}"/>
                  </a:ext>
                </a:extLst>
              </p:cNvPr>
              <p:cNvCxnSpPr>
                <a:cxnSpLocks/>
                <a:stCxn id="84" idx="6"/>
                <a:endCxn id="126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550;p6">
                <a:extLst>
                  <a:ext uri="{FF2B5EF4-FFF2-40B4-BE49-F238E27FC236}">
                    <a16:creationId xmlns:a16="http://schemas.microsoft.com/office/drawing/2014/main" id="{F62440F7-1061-CE37-49E3-182B0EF77F90}"/>
                  </a:ext>
                </a:extLst>
              </p:cNvPr>
              <p:cNvCxnSpPr>
                <a:cxnSpLocks/>
                <a:stCxn id="85" idx="6"/>
                <a:endCxn id="102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551;p6">
                <a:extLst>
                  <a:ext uri="{FF2B5EF4-FFF2-40B4-BE49-F238E27FC236}">
                    <a16:creationId xmlns:a16="http://schemas.microsoft.com/office/drawing/2014/main" id="{E4E90F69-2CE3-7C67-9390-ED63A10DADC2}"/>
                  </a:ext>
                </a:extLst>
              </p:cNvPr>
              <p:cNvCxnSpPr>
                <a:cxnSpLocks/>
                <a:stCxn id="85" idx="6"/>
                <a:endCxn id="125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552;p6">
                <a:extLst>
                  <a:ext uri="{FF2B5EF4-FFF2-40B4-BE49-F238E27FC236}">
                    <a16:creationId xmlns:a16="http://schemas.microsoft.com/office/drawing/2014/main" id="{FCB08B43-E65C-9FA0-D4E6-5C65CFFEEEDE}"/>
                  </a:ext>
                </a:extLst>
              </p:cNvPr>
              <p:cNvCxnSpPr>
                <a:cxnSpLocks/>
                <a:stCxn id="85" idx="6"/>
                <a:endCxn id="104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553;p6">
                <a:extLst>
                  <a:ext uri="{FF2B5EF4-FFF2-40B4-BE49-F238E27FC236}">
                    <a16:creationId xmlns:a16="http://schemas.microsoft.com/office/drawing/2014/main" id="{4B083608-05AB-C57E-F688-2E5D21A8A221}"/>
                  </a:ext>
                </a:extLst>
              </p:cNvPr>
              <p:cNvCxnSpPr>
                <a:cxnSpLocks/>
                <a:stCxn id="85" idx="6"/>
                <a:endCxn id="126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554;p6">
                <a:extLst>
                  <a:ext uri="{FF2B5EF4-FFF2-40B4-BE49-F238E27FC236}">
                    <a16:creationId xmlns:a16="http://schemas.microsoft.com/office/drawing/2014/main" id="{90A71CF3-D0F0-933C-302C-9CADB6CE6A75}"/>
                  </a:ext>
                </a:extLst>
              </p:cNvPr>
              <p:cNvCxnSpPr>
                <a:cxnSpLocks/>
                <a:stCxn id="86" idx="6"/>
                <a:endCxn id="125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555;p6">
                <a:extLst>
                  <a:ext uri="{FF2B5EF4-FFF2-40B4-BE49-F238E27FC236}">
                    <a16:creationId xmlns:a16="http://schemas.microsoft.com/office/drawing/2014/main" id="{45D1B3C1-172A-50C0-375F-BB4F161BEA34}"/>
                  </a:ext>
                </a:extLst>
              </p:cNvPr>
              <p:cNvCxnSpPr>
                <a:cxnSpLocks/>
                <a:stCxn id="86" idx="6"/>
                <a:endCxn id="102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556;p6">
                <a:extLst>
                  <a:ext uri="{FF2B5EF4-FFF2-40B4-BE49-F238E27FC236}">
                    <a16:creationId xmlns:a16="http://schemas.microsoft.com/office/drawing/2014/main" id="{4A72463F-5357-6508-AAE5-428D9A4A1CDF}"/>
                  </a:ext>
                </a:extLst>
              </p:cNvPr>
              <p:cNvCxnSpPr>
                <a:cxnSpLocks/>
                <a:stCxn id="86" idx="6"/>
                <a:endCxn id="103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557;p6">
                <a:extLst>
                  <a:ext uri="{FF2B5EF4-FFF2-40B4-BE49-F238E27FC236}">
                    <a16:creationId xmlns:a16="http://schemas.microsoft.com/office/drawing/2014/main" id="{D9F1CFDF-6F98-9DAD-E411-640299D29872}"/>
                  </a:ext>
                </a:extLst>
              </p:cNvPr>
              <p:cNvCxnSpPr>
                <a:cxnSpLocks/>
                <a:stCxn id="86" idx="6"/>
                <a:endCxn id="126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2" name="Google Shape;540;p6">
                <a:extLst>
                  <a:ext uri="{FF2B5EF4-FFF2-40B4-BE49-F238E27FC236}">
                    <a16:creationId xmlns:a16="http://schemas.microsoft.com/office/drawing/2014/main" id="{770A93CE-A994-EA68-404D-B5904C85875B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542;p6">
                <a:extLst>
                  <a:ext uri="{FF2B5EF4-FFF2-40B4-BE49-F238E27FC236}">
                    <a16:creationId xmlns:a16="http://schemas.microsoft.com/office/drawing/2014/main" id="{7832126B-1847-BF99-3EAA-6AC135109280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544;p6">
                <a:extLst>
                  <a:ext uri="{FF2B5EF4-FFF2-40B4-BE49-F238E27FC236}">
                    <a16:creationId xmlns:a16="http://schemas.microsoft.com/office/drawing/2014/main" id="{7CE58A65-498D-1D18-99C0-2EC30F6CE9DE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558;p6">
                <a:extLst>
                  <a:ext uri="{FF2B5EF4-FFF2-40B4-BE49-F238E27FC236}">
                    <a16:creationId xmlns:a16="http://schemas.microsoft.com/office/drawing/2014/main" id="{9887F55F-A46A-2F97-D79E-7674EB1A60F0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559;p6">
                <a:extLst>
                  <a:ext uri="{FF2B5EF4-FFF2-40B4-BE49-F238E27FC236}">
                    <a16:creationId xmlns:a16="http://schemas.microsoft.com/office/drawing/2014/main" id="{CC423B84-F008-8E82-AE89-4CBF6D852643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60;p6">
                <a:extLst>
                  <a:ext uri="{FF2B5EF4-FFF2-40B4-BE49-F238E27FC236}">
                    <a16:creationId xmlns:a16="http://schemas.microsoft.com/office/drawing/2014/main" id="{0689B49C-C343-D2D8-19C2-A3629980D163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61;p6">
                <a:extLst>
                  <a:ext uri="{FF2B5EF4-FFF2-40B4-BE49-F238E27FC236}">
                    <a16:creationId xmlns:a16="http://schemas.microsoft.com/office/drawing/2014/main" id="{204DF538-ADA9-CBE3-B492-AD21831CCFF5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62;p6">
                <a:extLst>
                  <a:ext uri="{FF2B5EF4-FFF2-40B4-BE49-F238E27FC236}">
                    <a16:creationId xmlns:a16="http://schemas.microsoft.com/office/drawing/2014/main" id="{CA8B97C2-B65C-7CF1-8C26-DD14A5AA3083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563;p6">
                <a:extLst>
                  <a:ext uri="{FF2B5EF4-FFF2-40B4-BE49-F238E27FC236}">
                    <a16:creationId xmlns:a16="http://schemas.microsoft.com/office/drawing/2014/main" id="{69E33E50-FFAF-9E92-76F7-6DC85E276141}"/>
                  </a:ext>
                </a:extLst>
              </p:cNvPr>
              <p:cNvCxnSpPr>
                <a:cxnSpLocks/>
                <a:stCxn id="102" idx="6"/>
                <a:endCxn id="106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564;p6">
                <a:extLst>
                  <a:ext uri="{FF2B5EF4-FFF2-40B4-BE49-F238E27FC236}">
                    <a16:creationId xmlns:a16="http://schemas.microsoft.com/office/drawing/2014/main" id="{11EB1BEA-13F0-79E4-4ED3-52B76F97299F}"/>
                  </a:ext>
                </a:extLst>
              </p:cNvPr>
              <p:cNvCxnSpPr>
                <a:cxnSpLocks/>
                <a:stCxn id="103" idx="6"/>
                <a:endCxn id="107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565;p6">
                <a:extLst>
                  <a:ext uri="{FF2B5EF4-FFF2-40B4-BE49-F238E27FC236}">
                    <a16:creationId xmlns:a16="http://schemas.microsoft.com/office/drawing/2014/main" id="{2E4DACFF-CC5A-CCA7-15B7-EBC7D1566E47}"/>
                  </a:ext>
                </a:extLst>
              </p:cNvPr>
              <p:cNvCxnSpPr>
                <a:cxnSpLocks/>
                <a:stCxn id="104" idx="6"/>
                <a:endCxn id="108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566;p6">
                <a:extLst>
                  <a:ext uri="{FF2B5EF4-FFF2-40B4-BE49-F238E27FC236}">
                    <a16:creationId xmlns:a16="http://schemas.microsoft.com/office/drawing/2014/main" id="{5B4DDC03-D444-8A5B-BFA0-BC0BC940DC0F}"/>
                  </a:ext>
                </a:extLst>
              </p:cNvPr>
              <p:cNvCxnSpPr>
                <a:cxnSpLocks/>
                <a:stCxn id="102" idx="6"/>
                <a:endCxn id="105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567;p6">
                <a:extLst>
                  <a:ext uri="{FF2B5EF4-FFF2-40B4-BE49-F238E27FC236}">
                    <a16:creationId xmlns:a16="http://schemas.microsoft.com/office/drawing/2014/main" id="{18C897DA-4818-2B1C-20F5-A2C849F1F54F}"/>
                  </a:ext>
                </a:extLst>
              </p:cNvPr>
              <p:cNvCxnSpPr>
                <a:cxnSpLocks/>
                <a:stCxn id="102" idx="6"/>
                <a:endCxn id="107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568;p6">
                <a:extLst>
                  <a:ext uri="{FF2B5EF4-FFF2-40B4-BE49-F238E27FC236}">
                    <a16:creationId xmlns:a16="http://schemas.microsoft.com/office/drawing/2014/main" id="{50B47E0B-3BA0-C847-9ABE-560B4D91CC70}"/>
                  </a:ext>
                </a:extLst>
              </p:cNvPr>
              <p:cNvCxnSpPr>
                <a:cxnSpLocks/>
                <a:stCxn id="102" idx="6"/>
                <a:endCxn id="108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569;p6">
                <a:extLst>
                  <a:ext uri="{FF2B5EF4-FFF2-40B4-BE49-F238E27FC236}">
                    <a16:creationId xmlns:a16="http://schemas.microsoft.com/office/drawing/2014/main" id="{1B49A257-C58E-4E4B-1B75-28B24AFE6463}"/>
                  </a:ext>
                </a:extLst>
              </p:cNvPr>
              <p:cNvCxnSpPr>
                <a:cxnSpLocks/>
                <a:stCxn id="102" idx="6"/>
                <a:endCxn id="109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570;p6">
                <a:extLst>
                  <a:ext uri="{FF2B5EF4-FFF2-40B4-BE49-F238E27FC236}">
                    <a16:creationId xmlns:a16="http://schemas.microsoft.com/office/drawing/2014/main" id="{C6BEDCF1-BE70-06C9-B703-BC2AA8DA3514}"/>
                  </a:ext>
                </a:extLst>
              </p:cNvPr>
              <p:cNvCxnSpPr>
                <a:cxnSpLocks/>
                <a:stCxn id="103" idx="6"/>
                <a:endCxn id="106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571;p6">
                <a:extLst>
                  <a:ext uri="{FF2B5EF4-FFF2-40B4-BE49-F238E27FC236}">
                    <a16:creationId xmlns:a16="http://schemas.microsoft.com/office/drawing/2014/main" id="{E7CF249B-3DEF-448E-611B-E769E9C9A3FF}"/>
                  </a:ext>
                </a:extLst>
              </p:cNvPr>
              <p:cNvCxnSpPr>
                <a:cxnSpLocks/>
                <a:stCxn id="103" idx="6"/>
                <a:endCxn id="105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572;p6">
                <a:extLst>
                  <a:ext uri="{FF2B5EF4-FFF2-40B4-BE49-F238E27FC236}">
                    <a16:creationId xmlns:a16="http://schemas.microsoft.com/office/drawing/2014/main" id="{6FD08807-0079-8744-7519-2F1083868C48}"/>
                  </a:ext>
                </a:extLst>
              </p:cNvPr>
              <p:cNvCxnSpPr>
                <a:cxnSpLocks/>
                <a:stCxn id="103" idx="6"/>
                <a:endCxn id="108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573;p6">
                <a:extLst>
                  <a:ext uri="{FF2B5EF4-FFF2-40B4-BE49-F238E27FC236}">
                    <a16:creationId xmlns:a16="http://schemas.microsoft.com/office/drawing/2014/main" id="{F7EDCF39-84B8-E905-A199-187785FC73E1}"/>
                  </a:ext>
                </a:extLst>
              </p:cNvPr>
              <p:cNvCxnSpPr>
                <a:cxnSpLocks/>
                <a:stCxn id="103" idx="6"/>
                <a:endCxn id="109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574;p6">
                <a:extLst>
                  <a:ext uri="{FF2B5EF4-FFF2-40B4-BE49-F238E27FC236}">
                    <a16:creationId xmlns:a16="http://schemas.microsoft.com/office/drawing/2014/main" id="{E7D5A3D6-4E76-B984-5E4A-00744AF81408}"/>
                  </a:ext>
                </a:extLst>
              </p:cNvPr>
              <p:cNvCxnSpPr>
                <a:cxnSpLocks/>
                <a:stCxn id="104" idx="6"/>
                <a:endCxn id="105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575;p6">
                <a:extLst>
                  <a:ext uri="{FF2B5EF4-FFF2-40B4-BE49-F238E27FC236}">
                    <a16:creationId xmlns:a16="http://schemas.microsoft.com/office/drawing/2014/main" id="{D1BBD95E-8D38-C7E8-BEA8-8096A7508D3A}"/>
                  </a:ext>
                </a:extLst>
              </p:cNvPr>
              <p:cNvCxnSpPr>
                <a:cxnSpLocks/>
                <a:stCxn id="104" idx="6"/>
                <a:endCxn id="106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576;p6">
                <a:extLst>
                  <a:ext uri="{FF2B5EF4-FFF2-40B4-BE49-F238E27FC236}">
                    <a16:creationId xmlns:a16="http://schemas.microsoft.com/office/drawing/2014/main" id="{5982869E-368F-51DE-87CA-C9BC86DBFD6A}"/>
                  </a:ext>
                </a:extLst>
              </p:cNvPr>
              <p:cNvCxnSpPr>
                <a:cxnSpLocks/>
                <a:stCxn id="104" idx="6"/>
                <a:endCxn id="107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577;p6">
                <a:extLst>
                  <a:ext uri="{FF2B5EF4-FFF2-40B4-BE49-F238E27FC236}">
                    <a16:creationId xmlns:a16="http://schemas.microsoft.com/office/drawing/2014/main" id="{01E8A319-DA6D-5218-8356-0C1A0DC6BD66}"/>
                  </a:ext>
                </a:extLst>
              </p:cNvPr>
              <p:cNvCxnSpPr>
                <a:cxnSpLocks/>
                <a:stCxn id="104" idx="6"/>
                <a:endCxn id="109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5" name="Google Shape;546;p6">
                <a:extLst>
                  <a:ext uri="{FF2B5EF4-FFF2-40B4-BE49-F238E27FC236}">
                    <a16:creationId xmlns:a16="http://schemas.microsoft.com/office/drawing/2014/main" id="{91DCF58A-0ACD-D514-1B8B-E6B5A43EB117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549;p6">
                <a:extLst>
                  <a:ext uri="{FF2B5EF4-FFF2-40B4-BE49-F238E27FC236}">
                    <a16:creationId xmlns:a16="http://schemas.microsoft.com/office/drawing/2014/main" id="{3A3F32FC-06DB-9F6F-2FF4-6ADF25D0A2D9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" name="Google Shape;578;p6">
                <a:extLst>
                  <a:ext uri="{FF2B5EF4-FFF2-40B4-BE49-F238E27FC236}">
                    <a16:creationId xmlns:a16="http://schemas.microsoft.com/office/drawing/2014/main" id="{5B87B123-3DED-A5A0-1453-74755AFF56BB}"/>
                  </a:ext>
                </a:extLst>
              </p:cNvPr>
              <p:cNvCxnSpPr>
                <a:cxnSpLocks/>
                <a:stCxn id="125" idx="6"/>
                <a:endCxn id="105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579;p6">
                <a:extLst>
                  <a:ext uri="{FF2B5EF4-FFF2-40B4-BE49-F238E27FC236}">
                    <a16:creationId xmlns:a16="http://schemas.microsoft.com/office/drawing/2014/main" id="{F12D64B3-6FCA-8B8A-2E27-9DB4D30CE89A}"/>
                  </a:ext>
                </a:extLst>
              </p:cNvPr>
              <p:cNvCxnSpPr>
                <a:cxnSpLocks/>
                <a:stCxn id="125" idx="6"/>
                <a:endCxn id="106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580;p6">
                <a:extLst>
                  <a:ext uri="{FF2B5EF4-FFF2-40B4-BE49-F238E27FC236}">
                    <a16:creationId xmlns:a16="http://schemas.microsoft.com/office/drawing/2014/main" id="{C6228686-E229-6B98-417E-EAECB03FB0F9}"/>
                  </a:ext>
                </a:extLst>
              </p:cNvPr>
              <p:cNvCxnSpPr>
                <a:cxnSpLocks/>
                <a:stCxn id="125" idx="6"/>
                <a:endCxn id="107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581;p6">
                <a:extLst>
                  <a:ext uri="{FF2B5EF4-FFF2-40B4-BE49-F238E27FC236}">
                    <a16:creationId xmlns:a16="http://schemas.microsoft.com/office/drawing/2014/main" id="{AEEB8059-999F-8E91-D15F-37B238801577}"/>
                  </a:ext>
                </a:extLst>
              </p:cNvPr>
              <p:cNvCxnSpPr>
                <a:cxnSpLocks/>
                <a:stCxn id="125" idx="6"/>
                <a:endCxn id="108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582;p6">
                <a:extLst>
                  <a:ext uri="{FF2B5EF4-FFF2-40B4-BE49-F238E27FC236}">
                    <a16:creationId xmlns:a16="http://schemas.microsoft.com/office/drawing/2014/main" id="{7AE9EC92-B044-0AE5-3B31-45D15463B91D}"/>
                  </a:ext>
                </a:extLst>
              </p:cNvPr>
              <p:cNvCxnSpPr>
                <a:cxnSpLocks/>
                <a:stCxn id="125" idx="6"/>
                <a:endCxn id="109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583;p6">
                <a:extLst>
                  <a:ext uri="{FF2B5EF4-FFF2-40B4-BE49-F238E27FC236}">
                    <a16:creationId xmlns:a16="http://schemas.microsoft.com/office/drawing/2014/main" id="{07400C44-ED0A-9B63-7538-E64B2E00E5F8}"/>
                  </a:ext>
                </a:extLst>
              </p:cNvPr>
              <p:cNvCxnSpPr>
                <a:cxnSpLocks/>
                <a:stCxn id="126" idx="6"/>
                <a:endCxn id="109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584;p6">
                <a:extLst>
                  <a:ext uri="{FF2B5EF4-FFF2-40B4-BE49-F238E27FC236}">
                    <a16:creationId xmlns:a16="http://schemas.microsoft.com/office/drawing/2014/main" id="{907D64DE-E7D5-D46B-6396-E08AA106EAC8}"/>
                  </a:ext>
                </a:extLst>
              </p:cNvPr>
              <p:cNvCxnSpPr>
                <a:cxnSpLocks/>
                <a:stCxn id="126" idx="6"/>
                <a:endCxn id="108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585;p6">
                <a:extLst>
                  <a:ext uri="{FF2B5EF4-FFF2-40B4-BE49-F238E27FC236}">
                    <a16:creationId xmlns:a16="http://schemas.microsoft.com/office/drawing/2014/main" id="{1B9318DA-BC66-EDA3-127A-EDBA9C7E1CC4}"/>
                  </a:ext>
                </a:extLst>
              </p:cNvPr>
              <p:cNvCxnSpPr>
                <a:cxnSpLocks/>
                <a:stCxn id="126" idx="6"/>
                <a:endCxn id="107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586;p6">
                <a:extLst>
                  <a:ext uri="{FF2B5EF4-FFF2-40B4-BE49-F238E27FC236}">
                    <a16:creationId xmlns:a16="http://schemas.microsoft.com/office/drawing/2014/main" id="{584A6F1A-16CA-C5B2-F939-42F053F7CEF2}"/>
                  </a:ext>
                </a:extLst>
              </p:cNvPr>
              <p:cNvCxnSpPr>
                <a:cxnSpLocks/>
                <a:stCxn id="126" idx="6"/>
                <a:endCxn id="106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6" name="Google Shape;587;p6">
                <a:extLst>
                  <a:ext uri="{FF2B5EF4-FFF2-40B4-BE49-F238E27FC236}">
                    <a16:creationId xmlns:a16="http://schemas.microsoft.com/office/drawing/2014/main" id="{8F4723D7-E878-DB72-A6B8-9B5CAA686EFF}"/>
                  </a:ext>
                </a:extLst>
              </p:cNvPr>
              <p:cNvCxnSpPr>
                <a:cxnSpLocks/>
                <a:stCxn id="126" idx="6"/>
                <a:endCxn id="105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7" name="Google Shape;588;p6">
                <a:extLst>
                  <a:ext uri="{FF2B5EF4-FFF2-40B4-BE49-F238E27FC236}">
                    <a16:creationId xmlns:a16="http://schemas.microsoft.com/office/drawing/2014/main" id="{2EF6C3E8-D0B2-E58C-1D87-350EEB7F0BE5}"/>
                  </a:ext>
                </a:extLst>
              </p:cNvPr>
              <p:cNvCxnSpPr>
                <a:cxnSpLocks/>
                <a:stCxn id="105" idx="6"/>
                <a:endCxn id="87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589;p6">
                <a:extLst>
                  <a:ext uri="{FF2B5EF4-FFF2-40B4-BE49-F238E27FC236}">
                    <a16:creationId xmlns:a16="http://schemas.microsoft.com/office/drawing/2014/main" id="{64E9D12C-BD68-F2C7-FB4B-F25B9C3AD9C0}"/>
                  </a:ext>
                </a:extLst>
              </p:cNvPr>
              <p:cNvCxnSpPr>
                <a:cxnSpLocks/>
                <a:stCxn id="106" idx="6"/>
                <a:endCxn id="87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590;p6">
                <a:extLst>
                  <a:ext uri="{FF2B5EF4-FFF2-40B4-BE49-F238E27FC236}">
                    <a16:creationId xmlns:a16="http://schemas.microsoft.com/office/drawing/2014/main" id="{A489B21B-F6A3-E571-4E72-B6A912867344}"/>
                  </a:ext>
                </a:extLst>
              </p:cNvPr>
              <p:cNvCxnSpPr>
                <a:cxnSpLocks/>
                <a:stCxn id="107" idx="6"/>
                <a:endCxn id="87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591;p6">
                <a:extLst>
                  <a:ext uri="{FF2B5EF4-FFF2-40B4-BE49-F238E27FC236}">
                    <a16:creationId xmlns:a16="http://schemas.microsoft.com/office/drawing/2014/main" id="{8FAA04FB-5A7F-E3D7-53A5-ADE608B6E07B}"/>
                  </a:ext>
                </a:extLst>
              </p:cNvPr>
              <p:cNvCxnSpPr>
                <a:cxnSpLocks/>
                <a:stCxn id="108" idx="6"/>
                <a:endCxn id="87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592;p6">
                <a:extLst>
                  <a:ext uri="{FF2B5EF4-FFF2-40B4-BE49-F238E27FC236}">
                    <a16:creationId xmlns:a16="http://schemas.microsoft.com/office/drawing/2014/main" id="{267C38B9-B50C-B3C5-5E3F-B95C3C9227B3}"/>
                  </a:ext>
                </a:extLst>
              </p:cNvPr>
              <p:cNvCxnSpPr>
                <a:cxnSpLocks/>
                <a:stCxn id="109" idx="6"/>
                <a:endCxn id="87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2" name="Google Shape;593;p6">
                <a:extLst>
                  <a:ext uri="{FF2B5EF4-FFF2-40B4-BE49-F238E27FC236}">
                    <a16:creationId xmlns:a16="http://schemas.microsoft.com/office/drawing/2014/main" id="{F1D7F886-BF28-EA2D-8C8C-E8AC42CAB987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" name="Google Shape;594;p6">
                <a:extLst>
                  <a:ext uri="{FF2B5EF4-FFF2-40B4-BE49-F238E27FC236}">
                    <a16:creationId xmlns:a16="http://schemas.microsoft.com/office/drawing/2014/main" id="{8C42F8C3-D80F-676C-DB56-707FE61B5783}"/>
                  </a:ext>
                </a:extLst>
              </p:cNvPr>
              <p:cNvCxnSpPr>
                <a:cxnSpLocks/>
                <a:stCxn id="106" idx="6"/>
                <a:endCxn id="142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" name="Google Shape;595;p6">
                <a:extLst>
                  <a:ext uri="{FF2B5EF4-FFF2-40B4-BE49-F238E27FC236}">
                    <a16:creationId xmlns:a16="http://schemas.microsoft.com/office/drawing/2014/main" id="{4A3EE794-EAC0-3343-781D-11A7B5E1B40B}"/>
                  </a:ext>
                </a:extLst>
              </p:cNvPr>
              <p:cNvCxnSpPr>
                <a:cxnSpLocks/>
                <a:stCxn id="107" idx="6"/>
                <a:endCxn id="142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" name="Google Shape;596;p6">
                <a:extLst>
                  <a:ext uri="{FF2B5EF4-FFF2-40B4-BE49-F238E27FC236}">
                    <a16:creationId xmlns:a16="http://schemas.microsoft.com/office/drawing/2014/main" id="{83DF5FD5-1C2F-9DD4-298C-A63166A02B1F}"/>
                  </a:ext>
                </a:extLst>
              </p:cNvPr>
              <p:cNvCxnSpPr>
                <a:cxnSpLocks/>
                <a:stCxn id="108" idx="6"/>
                <a:endCxn id="142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" name="Google Shape;597;p6">
                <a:extLst>
                  <a:ext uri="{FF2B5EF4-FFF2-40B4-BE49-F238E27FC236}">
                    <a16:creationId xmlns:a16="http://schemas.microsoft.com/office/drawing/2014/main" id="{09CFA48B-F102-0B77-0A88-206B51FCB239}"/>
                  </a:ext>
                </a:extLst>
              </p:cNvPr>
              <p:cNvCxnSpPr>
                <a:cxnSpLocks/>
                <a:stCxn id="109" idx="6"/>
                <a:endCxn id="142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7" name="Google Shape;598;p6">
                <a:extLst>
                  <a:ext uri="{FF2B5EF4-FFF2-40B4-BE49-F238E27FC236}">
                    <a16:creationId xmlns:a16="http://schemas.microsoft.com/office/drawing/2014/main" id="{25206B7C-3102-B9C5-3379-29F3EE419719}"/>
                  </a:ext>
                </a:extLst>
              </p:cNvPr>
              <p:cNvCxnSpPr>
                <a:cxnSpLocks/>
                <a:stCxn id="105" idx="6"/>
                <a:endCxn id="142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8" name="Google Shape;599;p6">
                <a:extLst>
                  <a:ext uri="{FF2B5EF4-FFF2-40B4-BE49-F238E27FC236}">
                    <a16:creationId xmlns:a16="http://schemas.microsoft.com/office/drawing/2014/main" id="{32482D41-7736-71A5-7C85-955CA7BAE99E}"/>
                  </a:ext>
                </a:extLst>
              </p:cNvPr>
              <p:cNvCxnSpPr>
                <a:cxnSpLocks/>
                <a:stCxn id="84" idx="6"/>
                <a:endCxn id="104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9" name="Google Shape;600;p6">
              <a:extLst>
                <a:ext uri="{FF2B5EF4-FFF2-40B4-BE49-F238E27FC236}">
                  <a16:creationId xmlns:a16="http://schemas.microsoft.com/office/drawing/2014/main" id="{39CD69C4-E9CB-047A-5986-8CD2712107B2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601;p6">
              <a:extLst>
                <a:ext uri="{FF2B5EF4-FFF2-40B4-BE49-F238E27FC236}">
                  <a16:creationId xmlns:a16="http://schemas.microsoft.com/office/drawing/2014/main" id="{349478FB-4032-180D-FE58-60D2F7708ECB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81" name="Google Shape;602;p6">
              <a:extLst>
                <a:ext uri="{FF2B5EF4-FFF2-40B4-BE49-F238E27FC236}">
                  <a16:creationId xmlns:a16="http://schemas.microsoft.com/office/drawing/2014/main" id="{07E5FF41-876A-8179-C536-0D5B29A9F88E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600;p6">
              <a:extLst>
                <a:ext uri="{FF2B5EF4-FFF2-40B4-BE49-F238E27FC236}">
                  <a16:creationId xmlns:a16="http://schemas.microsoft.com/office/drawing/2014/main" id="{3AC3E84F-969F-6804-B8E8-1F16E1DEEC6D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601;p6">
              <a:extLst>
                <a:ext uri="{FF2B5EF4-FFF2-40B4-BE49-F238E27FC236}">
                  <a16:creationId xmlns:a16="http://schemas.microsoft.com/office/drawing/2014/main" id="{6107D54D-F866-5E69-CAD1-37612681282C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464F4-F3D0-8C96-8368-46154E098C4B}"/>
                  </a:ext>
                </a:extLst>
              </p:cNvPr>
              <p:cNvSpPr txBox="1"/>
              <p:nvPr/>
            </p:nvSpPr>
            <p:spPr>
              <a:xfrm>
                <a:off x="216254" y="3740370"/>
                <a:ext cx="382373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𝐶𝐸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464F4-F3D0-8C96-8368-46154E09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54" y="3740370"/>
                <a:ext cx="3823731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ECB129-6459-C7BB-B453-88377C9EBC26}"/>
                  </a:ext>
                </a:extLst>
              </p14:cNvPr>
              <p14:cNvContentPartPr/>
              <p14:nvPr/>
            </p14:nvContentPartPr>
            <p14:xfrm>
              <a:off x="1994800" y="4193467"/>
              <a:ext cx="556560" cy="10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ECB129-6459-C7BB-B453-88377C9EBC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8680" y="4187347"/>
                <a:ext cx="5688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500E59-CDE3-46C9-C547-DBD96AEA1050}"/>
                  </a:ext>
                </a:extLst>
              </p14:cNvPr>
              <p14:cNvContentPartPr/>
              <p14:nvPr/>
            </p14:nvContentPartPr>
            <p14:xfrm>
              <a:off x="3030520" y="4080427"/>
              <a:ext cx="495720" cy="65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500E59-CDE3-46C9-C547-DBD96AEA10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4400" y="4074307"/>
                <a:ext cx="50796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AC818C4-9E2F-7421-7D5B-BF692685F978}"/>
              </a:ext>
            </a:extLst>
          </p:cNvPr>
          <p:cNvGrpSpPr/>
          <p:nvPr/>
        </p:nvGrpSpPr>
        <p:grpSpPr>
          <a:xfrm>
            <a:off x="354280" y="776707"/>
            <a:ext cx="4709160" cy="3271320"/>
            <a:chOff x="354280" y="776707"/>
            <a:chExt cx="4709160" cy="32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4C7357-16C2-A265-8E92-F33CBD17E4DE}"/>
                    </a:ext>
                  </a:extLst>
                </p14:cNvPr>
                <p14:cNvContentPartPr/>
                <p14:nvPr/>
              </p14:nvContentPartPr>
              <p14:xfrm>
                <a:off x="562720" y="1171267"/>
                <a:ext cx="4134600" cy="2300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4C7357-16C2-A265-8E92-F33CBD17E4D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6600" y="1165147"/>
                  <a:ext cx="4146840" cy="23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50AB91-EE08-CE2B-8B4D-4B8A27C217E5}"/>
                    </a:ext>
                  </a:extLst>
                </p14:cNvPr>
                <p14:cNvContentPartPr/>
                <p14:nvPr/>
              </p14:nvContentPartPr>
              <p14:xfrm>
                <a:off x="354280" y="836827"/>
                <a:ext cx="120600" cy="217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50AB91-EE08-CE2B-8B4D-4B8A27C217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8160" y="830707"/>
                  <a:ext cx="132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47D760-52D7-D5C4-811A-ACFB81F71B40}"/>
                    </a:ext>
                  </a:extLst>
                </p14:cNvPr>
                <p14:cNvContentPartPr/>
                <p14:nvPr/>
              </p14:nvContentPartPr>
              <p14:xfrm>
                <a:off x="491800" y="871027"/>
                <a:ext cx="81360" cy="142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47D760-52D7-D5C4-811A-ACFB81F71B4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5680" y="864907"/>
                  <a:ext cx="93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4F5967-CB47-B5C7-29B3-2DBB47A7E2FC}"/>
                    </a:ext>
                  </a:extLst>
                </p14:cNvPr>
                <p14:cNvContentPartPr/>
                <p14:nvPr/>
              </p14:nvContentPartPr>
              <p14:xfrm>
                <a:off x="619240" y="842947"/>
                <a:ext cx="189360" cy="144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4F5967-CB47-B5C7-29B3-2DBB47A7E2F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3120" y="836827"/>
                  <a:ext cx="201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87F9EF-30EE-A4B2-7C27-33484402D987}"/>
                    </a:ext>
                  </a:extLst>
                </p14:cNvPr>
                <p14:cNvContentPartPr/>
                <p14:nvPr/>
              </p14:nvContentPartPr>
              <p14:xfrm>
                <a:off x="780880" y="776707"/>
                <a:ext cx="146520" cy="198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87F9EF-30EE-A4B2-7C27-33484402D98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4760" y="770587"/>
                  <a:ext cx="1587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53092C-672F-2A45-AAAB-9C330B558AA8}"/>
                    </a:ext>
                  </a:extLst>
                </p14:cNvPr>
                <p14:cNvContentPartPr/>
                <p14:nvPr/>
              </p14:nvContentPartPr>
              <p14:xfrm>
                <a:off x="4852840" y="1035547"/>
                <a:ext cx="210600" cy="18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53092C-672F-2A45-AAAB-9C330B558AA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46720" y="1029427"/>
                  <a:ext cx="222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6B057D-32F1-5D5B-96CA-F75EB40E8A6E}"/>
                    </a:ext>
                  </a:extLst>
                </p14:cNvPr>
                <p14:cNvContentPartPr/>
                <p14:nvPr/>
              </p14:nvContentPartPr>
              <p14:xfrm>
                <a:off x="4883440" y="977587"/>
                <a:ext cx="168480" cy="225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6B057D-32F1-5D5B-96CA-F75EB40E8A6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77320" y="971467"/>
                  <a:ext cx="180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28A7E1-5DFE-8F32-44BB-877CCF3D6E4D}"/>
                    </a:ext>
                  </a:extLst>
                </p14:cNvPr>
                <p14:cNvContentPartPr/>
                <p14:nvPr/>
              </p14:nvContentPartPr>
              <p14:xfrm>
                <a:off x="366880" y="3443587"/>
                <a:ext cx="425880" cy="604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28A7E1-5DFE-8F32-44BB-877CCF3D6E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0760" y="3437467"/>
                  <a:ext cx="4381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E53912-5F09-F380-217D-59252D668C9B}"/>
                    </a:ext>
                  </a:extLst>
                </p14:cNvPr>
                <p14:cNvContentPartPr/>
                <p14:nvPr/>
              </p14:nvContentPartPr>
              <p14:xfrm>
                <a:off x="3689320" y="2240827"/>
                <a:ext cx="90360" cy="130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E53912-5F09-F380-217D-59252D668C9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83200" y="2234707"/>
                  <a:ext cx="102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1222B2-2A54-0B42-75AC-A6B533413808}"/>
                    </a:ext>
                  </a:extLst>
                </p14:cNvPr>
                <p14:cNvContentPartPr/>
                <p14:nvPr/>
              </p14:nvContentPartPr>
              <p14:xfrm>
                <a:off x="3643600" y="2375107"/>
                <a:ext cx="205560" cy="707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1222B2-2A54-0B42-75AC-A6B53341380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637480" y="2368987"/>
                  <a:ext cx="2178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5927FE-A002-34BC-7C5C-D9AD2317B2FF}"/>
                    </a:ext>
                  </a:extLst>
                </p14:cNvPr>
                <p14:cNvContentPartPr/>
                <p14:nvPr/>
              </p14:nvContentPartPr>
              <p14:xfrm>
                <a:off x="3646840" y="2433067"/>
                <a:ext cx="101880" cy="173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5927FE-A002-34BC-7C5C-D9AD2317B2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640720" y="2426947"/>
                  <a:ext cx="114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D79BB44-841A-4D2C-349F-68A973F5D869}"/>
                    </a:ext>
                  </a:extLst>
                </p14:cNvPr>
                <p14:cNvContentPartPr/>
                <p14:nvPr/>
              </p14:nvContentPartPr>
              <p14:xfrm>
                <a:off x="3714520" y="2453227"/>
                <a:ext cx="98640" cy="158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D79BB44-841A-4D2C-349F-68A973F5D86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08400" y="2447107"/>
                  <a:ext cx="110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AA97265-A30B-1DD7-80E7-91FA0CE71F93}"/>
                    </a:ext>
                  </a:extLst>
                </p14:cNvPr>
                <p14:cNvContentPartPr/>
                <p14:nvPr/>
              </p14:nvContentPartPr>
              <p14:xfrm>
                <a:off x="3606160" y="2133907"/>
                <a:ext cx="320760" cy="975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AA97265-A30B-1DD7-80E7-91FA0CE71F9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00040" y="2127787"/>
                  <a:ext cx="33300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1F965C-6622-E401-3DFB-0A3A22BFC586}"/>
                    </a:ext>
                  </a:extLst>
                </p14:cNvPr>
                <p14:cNvContentPartPr/>
                <p14:nvPr/>
              </p14:nvContentPartPr>
              <p14:xfrm>
                <a:off x="749200" y="2221387"/>
                <a:ext cx="3193200" cy="51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1F965C-6622-E401-3DFB-0A3A22BFC58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3080" y="2215267"/>
                  <a:ext cx="32054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50B3B1-E1DD-BAAD-592B-74C356949835}"/>
                    </a:ext>
                  </a:extLst>
                </p14:cNvPr>
                <p14:cNvContentPartPr/>
                <p14:nvPr/>
              </p14:nvContentPartPr>
              <p14:xfrm>
                <a:off x="3902800" y="2151907"/>
                <a:ext cx="110880" cy="127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50B3B1-E1DD-BAAD-592B-74C35694983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896680" y="2145787"/>
                  <a:ext cx="123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B59CF1A-6981-49C5-7C66-5CEBD8BA4EC9}"/>
                    </a:ext>
                  </a:extLst>
                </p14:cNvPr>
                <p14:cNvContentPartPr/>
                <p14:nvPr/>
              </p14:nvContentPartPr>
              <p14:xfrm>
                <a:off x="577840" y="2160547"/>
                <a:ext cx="325080" cy="237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B59CF1A-6981-49C5-7C66-5CEBD8BA4EC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1720" y="2154427"/>
                  <a:ext cx="3373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649AA3-2CD9-3557-C8F9-C0FE1AF5E307}"/>
                    </a:ext>
                  </a:extLst>
                </p14:cNvPr>
                <p14:cNvContentPartPr/>
                <p14:nvPr/>
              </p14:nvContentPartPr>
              <p14:xfrm>
                <a:off x="1949440" y="1832227"/>
                <a:ext cx="283320" cy="197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649AA3-2CD9-3557-C8F9-C0FE1AF5E30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943320" y="1826107"/>
                  <a:ext cx="295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269818-5561-67BC-E917-24E43E2EBEAC}"/>
                    </a:ext>
                  </a:extLst>
                </p14:cNvPr>
                <p14:cNvContentPartPr/>
                <p14:nvPr/>
              </p14:nvContentPartPr>
              <p14:xfrm>
                <a:off x="2289280" y="1894867"/>
                <a:ext cx="166320" cy="215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269818-5561-67BC-E917-24E43E2EBEA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83160" y="1888747"/>
                  <a:ext cx="178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778D3E-0D4A-6E46-A5BE-836A37BA4BA0}"/>
                    </a:ext>
                  </a:extLst>
                </p14:cNvPr>
                <p14:cNvContentPartPr/>
                <p14:nvPr/>
              </p14:nvContentPartPr>
              <p14:xfrm>
                <a:off x="3920080" y="1153627"/>
                <a:ext cx="45360" cy="1144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778D3E-0D4A-6E46-A5BE-836A37BA4BA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13960" y="1147507"/>
                  <a:ext cx="57600" cy="11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9E3AC71-8FFD-01A7-C682-FCBDDBEEBA7D}"/>
                    </a:ext>
                  </a:extLst>
                </p14:cNvPr>
                <p14:cNvContentPartPr/>
                <p14:nvPr/>
              </p14:nvContentPartPr>
              <p14:xfrm>
                <a:off x="4075960" y="1607227"/>
                <a:ext cx="254160" cy="18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9E3AC71-8FFD-01A7-C682-FCBDDBEEBA7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69840" y="1601107"/>
                  <a:ext cx="266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150DC8-46C2-F99B-A2C3-CF471174BCFB}"/>
                    </a:ext>
                  </a:extLst>
                </p14:cNvPr>
                <p14:cNvContentPartPr/>
                <p14:nvPr/>
              </p14:nvContentPartPr>
              <p14:xfrm>
                <a:off x="4327960" y="1613707"/>
                <a:ext cx="329400" cy="387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150DC8-46C2-F99B-A2C3-CF471174BC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21840" y="1607587"/>
                  <a:ext cx="3416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3C273A-5593-581A-299B-08E44BD2EAA6}"/>
                    </a:ext>
                  </a:extLst>
                </p14:cNvPr>
                <p14:cNvContentPartPr/>
                <p14:nvPr/>
              </p14:nvContentPartPr>
              <p14:xfrm>
                <a:off x="3405640" y="3101587"/>
                <a:ext cx="108720" cy="190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3C273A-5593-581A-299B-08E44BD2EAA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99520" y="3095467"/>
                  <a:ext cx="120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08109C-40A3-B096-A02E-377B1294B695}"/>
                    </a:ext>
                  </a:extLst>
                </p14:cNvPr>
                <p14:cNvContentPartPr/>
                <p14:nvPr/>
              </p14:nvContentPartPr>
              <p14:xfrm>
                <a:off x="3282160" y="3100507"/>
                <a:ext cx="7560" cy="264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08109C-40A3-B096-A02E-377B1294B69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76040" y="3094387"/>
                  <a:ext cx="19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B679ABC-E5CD-2121-B417-8D08D3B245D2}"/>
                    </a:ext>
                  </a:extLst>
                </p14:cNvPr>
                <p14:cNvContentPartPr/>
                <p14:nvPr/>
              </p14:nvContentPartPr>
              <p14:xfrm>
                <a:off x="3259840" y="3090427"/>
                <a:ext cx="125640" cy="129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B679ABC-E5CD-2121-B417-8D08D3B245D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53720" y="3084307"/>
                  <a:ext cx="137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4E314D-F20A-07E3-30A6-951734D9C597}"/>
                    </a:ext>
                  </a:extLst>
                </p14:cNvPr>
                <p14:cNvContentPartPr/>
                <p14:nvPr/>
              </p14:nvContentPartPr>
              <p14:xfrm>
                <a:off x="3652960" y="3106987"/>
                <a:ext cx="155880" cy="220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4E314D-F20A-07E3-30A6-951734D9C59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46840" y="3100867"/>
                  <a:ext cx="168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B08669-0EFD-AB93-9562-062FD9C42442}"/>
                    </a:ext>
                  </a:extLst>
                </p14:cNvPr>
                <p14:cNvContentPartPr/>
                <p14:nvPr/>
              </p14:nvContentPartPr>
              <p14:xfrm>
                <a:off x="3970480" y="3111667"/>
                <a:ext cx="9360" cy="19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B08669-0EFD-AB93-9562-062FD9C424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64360" y="3105547"/>
                  <a:ext cx="21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3D72D6-F80C-D3EE-FB47-67B0E68F0B93}"/>
                    </a:ext>
                  </a:extLst>
                </p14:cNvPr>
                <p14:cNvContentPartPr/>
                <p14:nvPr/>
              </p14:nvContentPartPr>
              <p14:xfrm>
                <a:off x="3985600" y="3158467"/>
                <a:ext cx="97920" cy="125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3D72D6-F80C-D3EE-FB47-67B0E68F0B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79480" y="3152347"/>
                  <a:ext cx="11016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3423E8B-FEAF-8F5D-22C6-1EB29C8CEB1E}"/>
                  </a:ext>
                </a:extLst>
              </p14:cNvPr>
              <p14:cNvContentPartPr/>
              <p14:nvPr/>
            </p14:nvContentPartPr>
            <p14:xfrm>
              <a:off x="3028000" y="3620347"/>
              <a:ext cx="676800" cy="713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3423E8B-FEAF-8F5D-22C6-1EB29C8CEB1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021880" y="3614227"/>
                <a:ext cx="689040" cy="72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640A1575-07B6-4531-8042-F3048272D2C8}"/>
              </a:ext>
            </a:extLst>
          </p:cNvPr>
          <p:cNvGrpSpPr/>
          <p:nvPr/>
        </p:nvGrpSpPr>
        <p:grpSpPr>
          <a:xfrm>
            <a:off x="1873120" y="3538267"/>
            <a:ext cx="1811520" cy="1720440"/>
            <a:chOff x="1873120" y="3538267"/>
            <a:chExt cx="1811520" cy="172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CCCCA9B-BD19-CB24-A244-F8F3B1F425E7}"/>
                    </a:ext>
                  </a:extLst>
                </p14:cNvPr>
                <p14:cNvContentPartPr/>
                <p14:nvPr/>
              </p14:nvContentPartPr>
              <p14:xfrm>
                <a:off x="1873120" y="3538267"/>
                <a:ext cx="921960" cy="685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CCCCA9B-BD19-CB24-A244-F8F3B1F425E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67000" y="3532147"/>
                  <a:ext cx="9342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67CC5F-978A-771D-3B54-197288185594}"/>
                    </a:ext>
                  </a:extLst>
                </p14:cNvPr>
                <p14:cNvContentPartPr/>
                <p14:nvPr/>
              </p14:nvContentPartPr>
              <p14:xfrm>
                <a:off x="2053840" y="4297147"/>
                <a:ext cx="246240" cy="26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67CC5F-978A-771D-3B54-19728818559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047720" y="4291027"/>
                  <a:ext cx="258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0D82D91-CCF6-367B-315F-12C35E90299B}"/>
                    </a:ext>
                  </a:extLst>
                </p14:cNvPr>
                <p14:cNvContentPartPr/>
                <p14:nvPr/>
              </p14:nvContentPartPr>
              <p14:xfrm>
                <a:off x="2331760" y="4442227"/>
                <a:ext cx="180000" cy="150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0D82D91-CCF6-367B-315F-12C35E90299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325640" y="4436107"/>
                  <a:ext cx="192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651889C-6619-5B25-8D21-248341B592CA}"/>
                    </a:ext>
                  </a:extLst>
                </p14:cNvPr>
                <p14:cNvContentPartPr/>
                <p14:nvPr/>
              </p14:nvContentPartPr>
              <p14:xfrm>
                <a:off x="2386120" y="4397587"/>
                <a:ext cx="102960" cy="138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651889C-6619-5B25-8D21-248341B592C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380000" y="4391467"/>
                  <a:ext cx="115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12F88AA-5D7F-86AC-431F-6F62A53C1002}"/>
                    </a:ext>
                  </a:extLst>
                </p14:cNvPr>
                <p14:cNvContentPartPr/>
                <p14:nvPr/>
              </p14:nvContentPartPr>
              <p14:xfrm>
                <a:off x="2016760" y="4803307"/>
                <a:ext cx="255240" cy="264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12F88AA-5D7F-86AC-431F-6F62A53C100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10640" y="4797187"/>
                  <a:ext cx="267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7F7952-A66D-03B4-2491-7391DBBD310E}"/>
                    </a:ext>
                  </a:extLst>
                </p14:cNvPr>
                <p14:cNvContentPartPr/>
                <p14:nvPr/>
              </p14:nvContentPartPr>
              <p14:xfrm>
                <a:off x="2292520" y="4888627"/>
                <a:ext cx="253080" cy="370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7F7952-A66D-03B4-2491-7391DBBD310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86400" y="4882507"/>
                  <a:ext cx="2653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B9F4C78-F311-C14C-CB8C-0BB07125CB8B}"/>
                    </a:ext>
                  </a:extLst>
                </p14:cNvPr>
                <p14:cNvContentPartPr/>
                <p14:nvPr/>
              </p14:nvContentPartPr>
              <p14:xfrm>
                <a:off x="3244360" y="4399747"/>
                <a:ext cx="120600" cy="4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B9F4C78-F311-C14C-CB8C-0BB07125CB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38240" y="4393627"/>
                  <a:ext cx="1328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9FA99A-69C5-A231-CBDF-93656580D185}"/>
                    </a:ext>
                  </a:extLst>
                </p14:cNvPr>
                <p14:cNvContentPartPr/>
                <p14:nvPr/>
              </p14:nvContentPartPr>
              <p14:xfrm>
                <a:off x="3230680" y="4386427"/>
                <a:ext cx="106920" cy="726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9FA99A-69C5-A231-CBDF-93656580D18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224560" y="4380307"/>
                  <a:ext cx="11916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D3CACA3-D1A1-D63A-0C22-712B5E578F38}"/>
                    </a:ext>
                  </a:extLst>
                </p14:cNvPr>
                <p14:cNvContentPartPr/>
                <p14:nvPr/>
              </p14:nvContentPartPr>
              <p14:xfrm>
                <a:off x="3517240" y="4339627"/>
                <a:ext cx="167400" cy="896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D3CACA3-D1A1-D63A-0C22-712B5E578F3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11120" y="4333507"/>
                  <a:ext cx="17964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FD6BC4A-5401-923F-4A8A-557CD23A0099}"/>
                    </a:ext>
                  </a:extLst>
                </p14:cNvPr>
                <p14:cNvContentPartPr/>
                <p14:nvPr/>
              </p14:nvContentPartPr>
              <p14:xfrm>
                <a:off x="3436600" y="4377427"/>
                <a:ext cx="89280" cy="178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FD6BC4A-5401-923F-4A8A-557CD23A009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430480" y="4371307"/>
                  <a:ext cx="101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623EB37-1273-5762-5D8F-C7972C25E093}"/>
                    </a:ext>
                  </a:extLst>
                </p14:cNvPr>
                <p14:cNvContentPartPr/>
                <p14:nvPr/>
              </p14:nvContentPartPr>
              <p14:xfrm>
                <a:off x="3498520" y="4620787"/>
                <a:ext cx="6480" cy="104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623EB37-1273-5762-5D8F-C7972C25E0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92400" y="4614667"/>
                  <a:ext cx="18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5D100D-3EE3-9B0D-697F-2C4E07FD4F11}"/>
                    </a:ext>
                  </a:extLst>
                </p14:cNvPr>
                <p14:cNvContentPartPr/>
                <p14:nvPr/>
              </p14:nvContentPartPr>
              <p14:xfrm>
                <a:off x="3425800" y="4786027"/>
                <a:ext cx="99000" cy="118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5D100D-3EE3-9B0D-697F-2C4E07FD4F1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419680" y="4779907"/>
                  <a:ext cx="111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1433C4-3B6B-B1A1-1D81-8963A2AA4511}"/>
                    </a:ext>
                  </a:extLst>
                </p14:cNvPr>
                <p14:cNvContentPartPr/>
                <p14:nvPr/>
              </p14:nvContentPartPr>
              <p14:xfrm>
                <a:off x="2761240" y="4533307"/>
                <a:ext cx="275040" cy="408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1433C4-3B6B-B1A1-1D81-8963A2AA451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755120" y="4527187"/>
                  <a:ext cx="287280" cy="42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1C63FC-3313-340F-315D-E659EF7A53A2}"/>
              </a:ext>
            </a:extLst>
          </p:cNvPr>
          <p:cNvGrpSpPr/>
          <p:nvPr/>
        </p:nvGrpSpPr>
        <p:grpSpPr>
          <a:xfrm>
            <a:off x="522400" y="3547627"/>
            <a:ext cx="830880" cy="658440"/>
            <a:chOff x="522400" y="3547627"/>
            <a:chExt cx="830880" cy="6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D557931-3494-BE64-BE4F-B5C7F4CEFCEA}"/>
                    </a:ext>
                  </a:extLst>
                </p14:cNvPr>
                <p14:cNvContentPartPr/>
                <p14:nvPr/>
              </p14:nvContentPartPr>
              <p14:xfrm>
                <a:off x="795280" y="4120747"/>
                <a:ext cx="558000" cy="85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D557931-3494-BE64-BE4F-B5C7F4CEFCE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9160" y="4114627"/>
                  <a:ext cx="570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1A6347-46E9-D674-B584-05646F894DC3}"/>
                    </a:ext>
                  </a:extLst>
                </p14:cNvPr>
                <p14:cNvContentPartPr/>
                <p14:nvPr/>
              </p14:nvContentPartPr>
              <p14:xfrm>
                <a:off x="522400" y="3547627"/>
                <a:ext cx="359280" cy="529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1A6347-46E9-D674-B584-05646F894DC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16280" y="3541507"/>
                  <a:ext cx="371520" cy="54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6669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0747-F96A-8849-4F2D-78685215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5DD9-2D38-7970-DD3A-A91A62FF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B2FF93-3FDC-2857-30F6-5447E07C6BCF}"/>
                  </a:ext>
                </a:extLst>
              </p:cNvPr>
              <p:cNvSpPr txBox="1"/>
              <p:nvPr/>
            </p:nvSpPr>
            <p:spPr>
              <a:xfrm>
                <a:off x="5242291" y="6123941"/>
                <a:ext cx="4388384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𝒏𝒆𝒘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𝒐𝒍𝒅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B2FF93-3FDC-2857-30F6-5447E07C6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291" y="6123941"/>
                <a:ext cx="4388384" cy="587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Google Shape;538;p6">
            <a:extLst>
              <a:ext uri="{FF2B5EF4-FFF2-40B4-BE49-F238E27FC236}">
                <a16:creationId xmlns:a16="http://schemas.microsoft.com/office/drawing/2014/main" id="{1F3C3D18-D84A-50E4-1363-7DC97A96EF7E}"/>
              </a:ext>
            </a:extLst>
          </p:cNvPr>
          <p:cNvSpPr/>
          <p:nvPr/>
        </p:nvSpPr>
        <p:spPr>
          <a:xfrm>
            <a:off x="11198315" y="1913404"/>
            <a:ext cx="726643" cy="750011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sz="2000" b="0" i="0" u="none" strike="noStrike" cap="none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1_true</a:t>
            </a:r>
            <a:endParaRPr sz="2000" b="0" i="0" u="none" strike="noStrike" cap="none" baseline="-25000" dirty="0">
              <a:solidFill>
                <a:schemeClr val="lt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593;p6">
            <a:extLst>
              <a:ext uri="{FF2B5EF4-FFF2-40B4-BE49-F238E27FC236}">
                <a16:creationId xmlns:a16="http://schemas.microsoft.com/office/drawing/2014/main" id="{2A243820-C107-421F-2EF7-6BD2C0D3CC5E}"/>
              </a:ext>
            </a:extLst>
          </p:cNvPr>
          <p:cNvSpPr/>
          <p:nvPr/>
        </p:nvSpPr>
        <p:spPr>
          <a:xfrm>
            <a:off x="11198315" y="3202702"/>
            <a:ext cx="726643" cy="750011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sz="2000" b="0" i="0" u="none" strike="noStrike" cap="none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2_true</a:t>
            </a:r>
            <a:endParaRPr sz="2000" b="0" i="0" u="none" strike="noStrike" cap="none" baseline="-25000" dirty="0">
              <a:solidFill>
                <a:schemeClr val="lt1"/>
              </a:solidFill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1A598F-892B-97A9-4157-BC67EA7F28DA}"/>
                  </a:ext>
                </a:extLst>
              </p:cNvPr>
              <p:cNvSpPr txBox="1"/>
              <p:nvPr/>
            </p:nvSpPr>
            <p:spPr>
              <a:xfrm>
                <a:off x="9600832" y="2601025"/>
                <a:ext cx="2193127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𝑙𝑜𝑠𝑠</m:t>
                      </m:r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1A598F-892B-97A9-4157-BC67EA7F2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832" y="2601025"/>
                <a:ext cx="2193127" cy="5878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Arrow: Right 79">
            <a:extLst>
              <a:ext uri="{FF2B5EF4-FFF2-40B4-BE49-F238E27FC236}">
                <a16:creationId xmlns:a16="http://schemas.microsoft.com/office/drawing/2014/main" id="{6B97AA43-EFA9-FEB9-DE63-99E0F1BBA340}"/>
              </a:ext>
            </a:extLst>
          </p:cNvPr>
          <p:cNvSpPr/>
          <p:nvPr/>
        </p:nvSpPr>
        <p:spPr>
          <a:xfrm rot="10800000">
            <a:off x="6096000" y="5522495"/>
            <a:ext cx="2562726" cy="513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BC36125-FE24-DD6F-DCA6-51FF090EB831}"/>
              </a:ext>
            </a:extLst>
          </p:cNvPr>
          <p:cNvGrpSpPr/>
          <p:nvPr/>
        </p:nvGrpSpPr>
        <p:grpSpPr>
          <a:xfrm>
            <a:off x="4760677" y="499205"/>
            <a:ext cx="5233320" cy="4859969"/>
            <a:chOff x="4781202" y="311571"/>
            <a:chExt cx="6722937" cy="6243315"/>
          </a:xfrm>
        </p:grpSpPr>
        <p:grpSp>
          <p:nvGrpSpPr>
            <p:cNvPr id="82" name="Google Shape;534;p6">
              <a:extLst>
                <a:ext uri="{FF2B5EF4-FFF2-40B4-BE49-F238E27FC236}">
                  <a16:creationId xmlns:a16="http://schemas.microsoft.com/office/drawing/2014/main" id="{AD8C4D69-B718-6238-3F67-BF83C5B96103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88" name="Google Shape;535;p6">
                <a:extLst>
                  <a:ext uri="{FF2B5EF4-FFF2-40B4-BE49-F238E27FC236}">
                    <a16:creationId xmlns:a16="http://schemas.microsoft.com/office/drawing/2014/main" id="{F40A6A20-4C38-CB17-9022-DE50CE6E7BF7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536;p6">
                <a:extLst>
                  <a:ext uri="{FF2B5EF4-FFF2-40B4-BE49-F238E27FC236}">
                    <a16:creationId xmlns:a16="http://schemas.microsoft.com/office/drawing/2014/main" id="{1244AB12-89AF-DFA3-8579-C65C76574C26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537;p6">
                <a:extLst>
                  <a:ext uri="{FF2B5EF4-FFF2-40B4-BE49-F238E27FC236}">
                    <a16:creationId xmlns:a16="http://schemas.microsoft.com/office/drawing/2014/main" id="{289038DA-BA3A-5013-40C3-AF005AD20A9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538;p6">
                <a:extLst>
                  <a:ext uri="{FF2B5EF4-FFF2-40B4-BE49-F238E27FC236}">
                    <a16:creationId xmlns:a16="http://schemas.microsoft.com/office/drawing/2014/main" id="{CF9642FC-688A-8926-EF46-E17850080839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2" name="Google Shape;539;p6">
                <a:extLst>
                  <a:ext uri="{FF2B5EF4-FFF2-40B4-BE49-F238E27FC236}">
                    <a16:creationId xmlns:a16="http://schemas.microsoft.com/office/drawing/2014/main" id="{8C3BAF88-3BB6-6EE3-7F60-6ACBC682723F}"/>
                  </a:ext>
                </a:extLst>
              </p:cNvPr>
              <p:cNvCxnSpPr>
                <a:cxnSpLocks/>
                <a:stCxn id="88" idx="6"/>
                <a:endCxn id="106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541;p6">
                <a:extLst>
                  <a:ext uri="{FF2B5EF4-FFF2-40B4-BE49-F238E27FC236}">
                    <a16:creationId xmlns:a16="http://schemas.microsoft.com/office/drawing/2014/main" id="{21F9276E-697C-36E2-8FC2-FF38DE7B3A3D}"/>
                  </a:ext>
                </a:extLst>
              </p:cNvPr>
              <p:cNvCxnSpPr>
                <a:cxnSpLocks/>
                <a:stCxn id="89" idx="6"/>
                <a:endCxn id="107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543;p6">
                <a:extLst>
                  <a:ext uri="{FF2B5EF4-FFF2-40B4-BE49-F238E27FC236}">
                    <a16:creationId xmlns:a16="http://schemas.microsoft.com/office/drawing/2014/main" id="{48243359-8675-A483-A8F3-114C832F6EA7}"/>
                  </a:ext>
                </a:extLst>
              </p:cNvPr>
              <p:cNvCxnSpPr>
                <a:cxnSpLocks/>
                <a:stCxn id="90" idx="6"/>
                <a:endCxn id="108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545;p6">
                <a:extLst>
                  <a:ext uri="{FF2B5EF4-FFF2-40B4-BE49-F238E27FC236}">
                    <a16:creationId xmlns:a16="http://schemas.microsoft.com/office/drawing/2014/main" id="{E350BB9A-FE6B-E929-EA02-B74A9847118F}"/>
                  </a:ext>
                </a:extLst>
              </p:cNvPr>
              <p:cNvCxnSpPr>
                <a:cxnSpLocks/>
                <a:stCxn id="88" idx="6"/>
                <a:endCxn id="129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547;p6">
                <a:extLst>
                  <a:ext uri="{FF2B5EF4-FFF2-40B4-BE49-F238E27FC236}">
                    <a16:creationId xmlns:a16="http://schemas.microsoft.com/office/drawing/2014/main" id="{29CC4858-660F-E6AA-3DE7-B46D1147644C}"/>
                  </a:ext>
                </a:extLst>
              </p:cNvPr>
              <p:cNvCxnSpPr>
                <a:cxnSpLocks/>
                <a:stCxn id="88" idx="6"/>
                <a:endCxn id="107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548;p6">
                <a:extLst>
                  <a:ext uri="{FF2B5EF4-FFF2-40B4-BE49-F238E27FC236}">
                    <a16:creationId xmlns:a16="http://schemas.microsoft.com/office/drawing/2014/main" id="{777E52F0-E169-B457-33C2-03DABBE226C8}"/>
                  </a:ext>
                </a:extLst>
              </p:cNvPr>
              <p:cNvCxnSpPr>
                <a:cxnSpLocks/>
                <a:stCxn id="88" idx="6"/>
                <a:endCxn id="130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550;p6">
                <a:extLst>
                  <a:ext uri="{FF2B5EF4-FFF2-40B4-BE49-F238E27FC236}">
                    <a16:creationId xmlns:a16="http://schemas.microsoft.com/office/drawing/2014/main" id="{01313AE0-90E9-F5B9-4485-58AF0CD07064}"/>
                  </a:ext>
                </a:extLst>
              </p:cNvPr>
              <p:cNvCxnSpPr>
                <a:cxnSpLocks/>
                <a:stCxn id="89" idx="6"/>
                <a:endCxn id="106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551;p6">
                <a:extLst>
                  <a:ext uri="{FF2B5EF4-FFF2-40B4-BE49-F238E27FC236}">
                    <a16:creationId xmlns:a16="http://schemas.microsoft.com/office/drawing/2014/main" id="{C16CED6F-EA59-BA55-0EE9-25385A215062}"/>
                  </a:ext>
                </a:extLst>
              </p:cNvPr>
              <p:cNvCxnSpPr>
                <a:cxnSpLocks/>
                <a:stCxn id="89" idx="6"/>
                <a:endCxn id="129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552;p6">
                <a:extLst>
                  <a:ext uri="{FF2B5EF4-FFF2-40B4-BE49-F238E27FC236}">
                    <a16:creationId xmlns:a16="http://schemas.microsoft.com/office/drawing/2014/main" id="{488220CE-CC06-0C77-2EA5-7542DD4D3538}"/>
                  </a:ext>
                </a:extLst>
              </p:cNvPr>
              <p:cNvCxnSpPr>
                <a:cxnSpLocks/>
                <a:stCxn id="89" idx="6"/>
                <a:endCxn id="108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553;p6">
                <a:extLst>
                  <a:ext uri="{FF2B5EF4-FFF2-40B4-BE49-F238E27FC236}">
                    <a16:creationId xmlns:a16="http://schemas.microsoft.com/office/drawing/2014/main" id="{4EABDCA5-9ACE-47C7-878D-79BD7EB9C10D}"/>
                  </a:ext>
                </a:extLst>
              </p:cNvPr>
              <p:cNvCxnSpPr>
                <a:cxnSpLocks/>
                <a:stCxn id="89" idx="6"/>
                <a:endCxn id="130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554;p6">
                <a:extLst>
                  <a:ext uri="{FF2B5EF4-FFF2-40B4-BE49-F238E27FC236}">
                    <a16:creationId xmlns:a16="http://schemas.microsoft.com/office/drawing/2014/main" id="{791F6D65-8A23-190B-AF31-DB7E04B35B4E}"/>
                  </a:ext>
                </a:extLst>
              </p:cNvPr>
              <p:cNvCxnSpPr>
                <a:cxnSpLocks/>
                <a:stCxn id="90" idx="6"/>
                <a:endCxn id="129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555;p6">
                <a:extLst>
                  <a:ext uri="{FF2B5EF4-FFF2-40B4-BE49-F238E27FC236}">
                    <a16:creationId xmlns:a16="http://schemas.microsoft.com/office/drawing/2014/main" id="{AA39BD7C-68BA-3DB4-E815-6161BDDEAC52}"/>
                  </a:ext>
                </a:extLst>
              </p:cNvPr>
              <p:cNvCxnSpPr>
                <a:cxnSpLocks/>
                <a:stCxn id="90" idx="6"/>
                <a:endCxn id="106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556;p6">
                <a:extLst>
                  <a:ext uri="{FF2B5EF4-FFF2-40B4-BE49-F238E27FC236}">
                    <a16:creationId xmlns:a16="http://schemas.microsoft.com/office/drawing/2014/main" id="{1A3D1218-8CB7-D0F9-1ABA-D9BF516C7196}"/>
                  </a:ext>
                </a:extLst>
              </p:cNvPr>
              <p:cNvCxnSpPr>
                <a:cxnSpLocks/>
                <a:stCxn id="90" idx="6"/>
                <a:endCxn id="107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557;p6">
                <a:extLst>
                  <a:ext uri="{FF2B5EF4-FFF2-40B4-BE49-F238E27FC236}">
                    <a16:creationId xmlns:a16="http://schemas.microsoft.com/office/drawing/2014/main" id="{57B79A65-535F-FC1B-62A4-57E00C0EBCF2}"/>
                  </a:ext>
                </a:extLst>
              </p:cNvPr>
              <p:cNvCxnSpPr>
                <a:cxnSpLocks/>
                <a:stCxn id="90" idx="6"/>
                <a:endCxn id="130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6" name="Google Shape;540;p6">
                <a:extLst>
                  <a:ext uri="{FF2B5EF4-FFF2-40B4-BE49-F238E27FC236}">
                    <a16:creationId xmlns:a16="http://schemas.microsoft.com/office/drawing/2014/main" id="{0871980B-3612-F069-2507-BBFEDEBDF1AB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42;p6">
                <a:extLst>
                  <a:ext uri="{FF2B5EF4-FFF2-40B4-BE49-F238E27FC236}">
                    <a16:creationId xmlns:a16="http://schemas.microsoft.com/office/drawing/2014/main" id="{EBA134C5-6A0B-5854-738B-914BF9E05443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44;p6">
                <a:extLst>
                  <a:ext uri="{FF2B5EF4-FFF2-40B4-BE49-F238E27FC236}">
                    <a16:creationId xmlns:a16="http://schemas.microsoft.com/office/drawing/2014/main" id="{5FEE58C7-4FE2-F260-1912-3151F0E84762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58;p6">
                <a:extLst>
                  <a:ext uri="{FF2B5EF4-FFF2-40B4-BE49-F238E27FC236}">
                    <a16:creationId xmlns:a16="http://schemas.microsoft.com/office/drawing/2014/main" id="{000E8C5B-DF63-10AF-E557-D7CDE869FE0D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20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559;p6">
                <a:extLst>
                  <a:ext uri="{FF2B5EF4-FFF2-40B4-BE49-F238E27FC236}">
                    <a16:creationId xmlns:a16="http://schemas.microsoft.com/office/drawing/2014/main" id="{EF2E8FFD-5BC5-5DFB-B53C-1280645A89BC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560;p6">
                <a:extLst>
                  <a:ext uri="{FF2B5EF4-FFF2-40B4-BE49-F238E27FC236}">
                    <a16:creationId xmlns:a16="http://schemas.microsoft.com/office/drawing/2014/main" id="{BF9879F0-FEEF-6FCD-BD61-290B36E603E2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561;p6">
                <a:extLst>
                  <a:ext uri="{FF2B5EF4-FFF2-40B4-BE49-F238E27FC236}">
                    <a16:creationId xmlns:a16="http://schemas.microsoft.com/office/drawing/2014/main" id="{666F2191-82DA-39A8-A074-04FCB6612021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562;p6">
                <a:extLst>
                  <a:ext uri="{FF2B5EF4-FFF2-40B4-BE49-F238E27FC236}">
                    <a16:creationId xmlns:a16="http://schemas.microsoft.com/office/drawing/2014/main" id="{43D6E91B-D472-14BF-BF8F-180027C5974D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4" name="Google Shape;563;p6">
                <a:extLst>
                  <a:ext uri="{FF2B5EF4-FFF2-40B4-BE49-F238E27FC236}">
                    <a16:creationId xmlns:a16="http://schemas.microsoft.com/office/drawing/2014/main" id="{51C5E181-9838-A8CA-87F0-4EA35491CE16}"/>
                  </a:ext>
                </a:extLst>
              </p:cNvPr>
              <p:cNvCxnSpPr>
                <a:cxnSpLocks/>
                <a:stCxn id="106" idx="6"/>
                <a:endCxn id="110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564;p6">
                <a:extLst>
                  <a:ext uri="{FF2B5EF4-FFF2-40B4-BE49-F238E27FC236}">
                    <a16:creationId xmlns:a16="http://schemas.microsoft.com/office/drawing/2014/main" id="{FC242674-792F-8F88-C7F8-3D0ADB902179}"/>
                  </a:ext>
                </a:extLst>
              </p:cNvPr>
              <p:cNvCxnSpPr>
                <a:cxnSpLocks/>
                <a:stCxn id="107" idx="6"/>
                <a:endCxn id="111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565;p6">
                <a:extLst>
                  <a:ext uri="{FF2B5EF4-FFF2-40B4-BE49-F238E27FC236}">
                    <a16:creationId xmlns:a16="http://schemas.microsoft.com/office/drawing/2014/main" id="{3C860F6B-4912-394C-B054-1272519DF778}"/>
                  </a:ext>
                </a:extLst>
              </p:cNvPr>
              <p:cNvCxnSpPr>
                <a:cxnSpLocks/>
                <a:stCxn id="108" idx="6"/>
                <a:endCxn id="112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566;p6">
                <a:extLst>
                  <a:ext uri="{FF2B5EF4-FFF2-40B4-BE49-F238E27FC236}">
                    <a16:creationId xmlns:a16="http://schemas.microsoft.com/office/drawing/2014/main" id="{C6C0B138-C76B-C906-68B1-0BA573C841E9}"/>
                  </a:ext>
                </a:extLst>
              </p:cNvPr>
              <p:cNvCxnSpPr>
                <a:cxnSpLocks/>
                <a:stCxn id="106" idx="6"/>
                <a:endCxn id="109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567;p6">
                <a:extLst>
                  <a:ext uri="{FF2B5EF4-FFF2-40B4-BE49-F238E27FC236}">
                    <a16:creationId xmlns:a16="http://schemas.microsoft.com/office/drawing/2014/main" id="{1CB05A98-5D70-371E-1E72-2B5A8CC876E4}"/>
                  </a:ext>
                </a:extLst>
              </p:cNvPr>
              <p:cNvCxnSpPr>
                <a:cxnSpLocks/>
                <a:stCxn id="106" idx="6"/>
                <a:endCxn id="111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568;p6">
                <a:extLst>
                  <a:ext uri="{FF2B5EF4-FFF2-40B4-BE49-F238E27FC236}">
                    <a16:creationId xmlns:a16="http://schemas.microsoft.com/office/drawing/2014/main" id="{9A6F72A6-7909-7AD8-519E-A29FF596EB4D}"/>
                  </a:ext>
                </a:extLst>
              </p:cNvPr>
              <p:cNvCxnSpPr>
                <a:cxnSpLocks/>
                <a:stCxn id="106" idx="6"/>
                <a:endCxn id="112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569;p6">
                <a:extLst>
                  <a:ext uri="{FF2B5EF4-FFF2-40B4-BE49-F238E27FC236}">
                    <a16:creationId xmlns:a16="http://schemas.microsoft.com/office/drawing/2014/main" id="{53CA5A04-F24B-876E-5A1B-39F7D4428295}"/>
                  </a:ext>
                </a:extLst>
              </p:cNvPr>
              <p:cNvCxnSpPr>
                <a:cxnSpLocks/>
                <a:stCxn id="106" idx="6"/>
                <a:endCxn id="113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570;p6">
                <a:extLst>
                  <a:ext uri="{FF2B5EF4-FFF2-40B4-BE49-F238E27FC236}">
                    <a16:creationId xmlns:a16="http://schemas.microsoft.com/office/drawing/2014/main" id="{AD703C6A-5823-6998-FD18-CFBC53D68334}"/>
                  </a:ext>
                </a:extLst>
              </p:cNvPr>
              <p:cNvCxnSpPr>
                <a:cxnSpLocks/>
                <a:stCxn id="107" idx="6"/>
                <a:endCxn id="110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571;p6">
                <a:extLst>
                  <a:ext uri="{FF2B5EF4-FFF2-40B4-BE49-F238E27FC236}">
                    <a16:creationId xmlns:a16="http://schemas.microsoft.com/office/drawing/2014/main" id="{3672C8F1-4F06-3200-C016-9DBC42DBB275}"/>
                  </a:ext>
                </a:extLst>
              </p:cNvPr>
              <p:cNvCxnSpPr>
                <a:cxnSpLocks/>
                <a:stCxn id="107" idx="6"/>
                <a:endCxn id="109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572;p6">
                <a:extLst>
                  <a:ext uri="{FF2B5EF4-FFF2-40B4-BE49-F238E27FC236}">
                    <a16:creationId xmlns:a16="http://schemas.microsoft.com/office/drawing/2014/main" id="{1BB3315E-336E-AC51-873D-468657879FA4}"/>
                  </a:ext>
                </a:extLst>
              </p:cNvPr>
              <p:cNvCxnSpPr>
                <a:cxnSpLocks/>
                <a:stCxn id="107" idx="6"/>
                <a:endCxn id="112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573;p6">
                <a:extLst>
                  <a:ext uri="{FF2B5EF4-FFF2-40B4-BE49-F238E27FC236}">
                    <a16:creationId xmlns:a16="http://schemas.microsoft.com/office/drawing/2014/main" id="{2C35AFD8-98B5-F96A-60B7-7FA834BAFAE6}"/>
                  </a:ext>
                </a:extLst>
              </p:cNvPr>
              <p:cNvCxnSpPr>
                <a:cxnSpLocks/>
                <a:stCxn id="107" idx="6"/>
                <a:endCxn id="113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574;p6">
                <a:extLst>
                  <a:ext uri="{FF2B5EF4-FFF2-40B4-BE49-F238E27FC236}">
                    <a16:creationId xmlns:a16="http://schemas.microsoft.com/office/drawing/2014/main" id="{A84FF700-1EAC-7174-D516-B103C3D9ECDB}"/>
                  </a:ext>
                </a:extLst>
              </p:cNvPr>
              <p:cNvCxnSpPr>
                <a:cxnSpLocks/>
                <a:stCxn id="108" idx="6"/>
                <a:endCxn id="109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575;p6">
                <a:extLst>
                  <a:ext uri="{FF2B5EF4-FFF2-40B4-BE49-F238E27FC236}">
                    <a16:creationId xmlns:a16="http://schemas.microsoft.com/office/drawing/2014/main" id="{2BFDCA0F-573A-53F7-7F98-89CE19E68133}"/>
                  </a:ext>
                </a:extLst>
              </p:cNvPr>
              <p:cNvCxnSpPr>
                <a:cxnSpLocks/>
                <a:stCxn id="108" idx="6"/>
                <a:endCxn id="110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576;p6">
                <a:extLst>
                  <a:ext uri="{FF2B5EF4-FFF2-40B4-BE49-F238E27FC236}">
                    <a16:creationId xmlns:a16="http://schemas.microsoft.com/office/drawing/2014/main" id="{B911E57E-5CBD-33B5-7E30-96A21C86E513}"/>
                  </a:ext>
                </a:extLst>
              </p:cNvPr>
              <p:cNvCxnSpPr>
                <a:cxnSpLocks/>
                <a:stCxn id="108" idx="6"/>
                <a:endCxn id="111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577;p6">
                <a:extLst>
                  <a:ext uri="{FF2B5EF4-FFF2-40B4-BE49-F238E27FC236}">
                    <a16:creationId xmlns:a16="http://schemas.microsoft.com/office/drawing/2014/main" id="{102202FA-5542-701F-E9A7-70EDADA40864}"/>
                  </a:ext>
                </a:extLst>
              </p:cNvPr>
              <p:cNvCxnSpPr>
                <a:cxnSpLocks/>
                <a:stCxn id="108" idx="6"/>
                <a:endCxn id="113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9" name="Google Shape;546;p6">
                <a:extLst>
                  <a:ext uri="{FF2B5EF4-FFF2-40B4-BE49-F238E27FC236}">
                    <a16:creationId xmlns:a16="http://schemas.microsoft.com/office/drawing/2014/main" id="{0343C78A-4C64-882E-CCA0-535C75CC8994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549;p6">
                <a:extLst>
                  <a:ext uri="{FF2B5EF4-FFF2-40B4-BE49-F238E27FC236}">
                    <a16:creationId xmlns:a16="http://schemas.microsoft.com/office/drawing/2014/main" id="{3AA198CE-7BDE-1B2B-C9A3-CCBB5374FD1A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" name="Google Shape;578;p6">
                <a:extLst>
                  <a:ext uri="{FF2B5EF4-FFF2-40B4-BE49-F238E27FC236}">
                    <a16:creationId xmlns:a16="http://schemas.microsoft.com/office/drawing/2014/main" id="{93F396C0-10A4-1394-5A48-C155E38CA28E}"/>
                  </a:ext>
                </a:extLst>
              </p:cNvPr>
              <p:cNvCxnSpPr>
                <a:cxnSpLocks/>
                <a:stCxn id="129" idx="6"/>
                <a:endCxn id="109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579;p6">
                <a:extLst>
                  <a:ext uri="{FF2B5EF4-FFF2-40B4-BE49-F238E27FC236}">
                    <a16:creationId xmlns:a16="http://schemas.microsoft.com/office/drawing/2014/main" id="{0E521E3B-F20C-3C00-3FC3-1C3B91B96870}"/>
                  </a:ext>
                </a:extLst>
              </p:cNvPr>
              <p:cNvCxnSpPr>
                <a:cxnSpLocks/>
                <a:stCxn id="129" idx="6"/>
                <a:endCxn id="110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580;p6">
                <a:extLst>
                  <a:ext uri="{FF2B5EF4-FFF2-40B4-BE49-F238E27FC236}">
                    <a16:creationId xmlns:a16="http://schemas.microsoft.com/office/drawing/2014/main" id="{88ACF632-A0B9-3610-9071-D47B31F83AD9}"/>
                  </a:ext>
                </a:extLst>
              </p:cNvPr>
              <p:cNvCxnSpPr>
                <a:cxnSpLocks/>
                <a:stCxn id="129" idx="6"/>
                <a:endCxn id="111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581;p6">
                <a:extLst>
                  <a:ext uri="{FF2B5EF4-FFF2-40B4-BE49-F238E27FC236}">
                    <a16:creationId xmlns:a16="http://schemas.microsoft.com/office/drawing/2014/main" id="{50F2E32F-ABBC-7091-2A04-9E115C3CF060}"/>
                  </a:ext>
                </a:extLst>
              </p:cNvPr>
              <p:cNvCxnSpPr>
                <a:cxnSpLocks/>
                <a:stCxn id="129" idx="6"/>
                <a:endCxn id="112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582;p6">
                <a:extLst>
                  <a:ext uri="{FF2B5EF4-FFF2-40B4-BE49-F238E27FC236}">
                    <a16:creationId xmlns:a16="http://schemas.microsoft.com/office/drawing/2014/main" id="{C46E2ECD-B7A6-5C35-D91A-054B3F91A102}"/>
                  </a:ext>
                </a:extLst>
              </p:cNvPr>
              <p:cNvCxnSpPr>
                <a:cxnSpLocks/>
                <a:stCxn id="129" idx="6"/>
                <a:endCxn id="113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6" name="Google Shape;583;p6">
                <a:extLst>
                  <a:ext uri="{FF2B5EF4-FFF2-40B4-BE49-F238E27FC236}">
                    <a16:creationId xmlns:a16="http://schemas.microsoft.com/office/drawing/2014/main" id="{D8C78AC7-28B0-AD00-7957-1E1A2D4E6461}"/>
                  </a:ext>
                </a:extLst>
              </p:cNvPr>
              <p:cNvCxnSpPr>
                <a:cxnSpLocks/>
                <a:stCxn id="130" idx="6"/>
                <a:endCxn id="113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7" name="Google Shape;584;p6">
                <a:extLst>
                  <a:ext uri="{FF2B5EF4-FFF2-40B4-BE49-F238E27FC236}">
                    <a16:creationId xmlns:a16="http://schemas.microsoft.com/office/drawing/2014/main" id="{5A3C8588-5051-92C4-4078-BAC9945A51DD}"/>
                  </a:ext>
                </a:extLst>
              </p:cNvPr>
              <p:cNvCxnSpPr>
                <a:cxnSpLocks/>
                <a:stCxn id="130" idx="6"/>
                <a:endCxn id="112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585;p6">
                <a:extLst>
                  <a:ext uri="{FF2B5EF4-FFF2-40B4-BE49-F238E27FC236}">
                    <a16:creationId xmlns:a16="http://schemas.microsoft.com/office/drawing/2014/main" id="{41C4F556-8E42-7995-7CD5-7155CB619499}"/>
                  </a:ext>
                </a:extLst>
              </p:cNvPr>
              <p:cNvCxnSpPr>
                <a:cxnSpLocks/>
                <a:stCxn id="130" idx="6"/>
                <a:endCxn id="111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586;p6">
                <a:extLst>
                  <a:ext uri="{FF2B5EF4-FFF2-40B4-BE49-F238E27FC236}">
                    <a16:creationId xmlns:a16="http://schemas.microsoft.com/office/drawing/2014/main" id="{E536C776-37BD-181C-637C-9BE6CE4F040E}"/>
                  </a:ext>
                </a:extLst>
              </p:cNvPr>
              <p:cNvCxnSpPr>
                <a:cxnSpLocks/>
                <a:stCxn id="130" idx="6"/>
                <a:endCxn id="110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587;p6">
                <a:extLst>
                  <a:ext uri="{FF2B5EF4-FFF2-40B4-BE49-F238E27FC236}">
                    <a16:creationId xmlns:a16="http://schemas.microsoft.com/office/drawing/2014/main" id="{DACCDA5B-3987-070F-21B5-40356352F66F}"/>
                  </a:ext>
                </a:extLst>
              </p:cNvPr>
              <p:cNvCxnSpPr>
                <a:cxnSpLocks/>
                <a:stCxn id="130" idx="6"/>
                <a:endCxn id="109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588;p6">
                <a:extLst>
                  <a:ext uri="{FF2B5EF4-FFF2-40B4-BE49-F238E27FC236}">
                    <a16:creationId xmlns:a16="http://schemas.microsoft.com/office/drawing/2014/main" id="{A3B74C89-196C-F391-278F-28A136251A58}"/>
                  </a:ext>
                </a:extLst>
              </p:cNvPr>
              <p:cNvCxnSpPr>
                <a:cxnSpLocks/>
                <a:stCxn id="109" idx="6"/>
                <a:endCxn id="91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2" name="Google Shape;589;p6">
                <a:extLst>
                  <a:ext uri="{FF2B5EF4-FFF2-40B4-BE49-F238E27FC236}">
                    <a16:creationId xmlns:a16="http://schemas.microsoft.com/office/drawing/2014/main" id="{0E05A9EB-FD32-5BB4-211A-0C2CA1EDD752}"/>
                  </a:ext>
                </a:extLst>
              </p:cNvPr>
              <p:cNvCxnSpPr>
                <a:cxnSpLocks/>
                <a:stCxn id="110" idx="6"/>
                <a:endCxn id="91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3" name="Google Shape;590;p6">
                <a:extLst>
                  <a:ext uri="{FF2B5EF4-FFF2-40B4-BE49-F238E27FC236}">
                    <a16:creationId xmlns:a16="http://schemas.microsoft.com/office/drawing/2014/main" id="{4130F82F-2240-513C-1F37-23D69D6079F9}"/>
                  </a:ext>
                </a:extLst>
              </p:cNvPr>
              <p:cNvCxnSpPr>
                <a:cxnSpLocks/>
                <a:stCxn id="111" idx="6"/>
                <a:endCxn id="91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" name="Google Shape;591;p6">
                <a:extLst>
                  <a:ext uri="{FF2B5EF4-FFF2-40B4-BE49-F238E27FC236}">
                    <a16:creationId xmlns:a16="http://schemas.microsoft.com/office/drawing/2014/main" id="{6E79EDA8-1CA4-A9B1-9286-5AA077C14BE4}"/>
                  </a:ext>
                </a:extLst>
              </p:cNvPr>
              <p:cNvCxnSpPr>
                <a:cxnSpLocks/>
                <a:stCxn id="112" idx="6"/>
                <a:endCxn id="91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" name="Google Shape;592;p6">
                <a:extLst>
                  <a:ext uri="{FF2B5EF4-FFF2-40B4-BE49-F238E27FC236}">
                    <a16:creationId xmlns:a16="http://schemas.microsoft.com/office/drawing/2014/main" id="{E8291A08-049B-CE51-54F6-7039D131D01C}"/>
                  </a:ext>
                </a:extLst>
              </p:cNvPr>
              <p:cNvCxnSpPr>
                <a:cxnSpLocks/>
                <a:stCxn id="113" idx="6"/>
                <a:endCxn id="91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6" name="Google Shape;593;p6">
                <a:extLst>
                  <a:ext uri="{FF2B5EF4-FFF2-40B4-BE49-F238E27FC236}">
                    <a16:creationId xmlns:a16="http://schemas.microsoft.com/office/drawing/2014/main" id="{66480C35-D543-ECFC-47C1-9EDA9D402ACB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7" name="Google Shape;594;p6">
                <a:extLst>
                  <a:ext uri="{FF2B5EF4-FFF2-40B4-BE49-F238E27FC236}">
                    <a16:creationId xmlns:a16="http://schemas.microsoft.com/office/drawing/2014/main" id="{AEB5E49A-110C-399A-5FC9-78ED90E556C3}"/>
                  </a:ext>
                </a:extLst>
              </p:cNvPr>
              <p:cNvCxnSpPr>
                <a:cxnSpLocks/>
                <a:stCxn id="110" idx="6"/>
                <a:endCxn id="146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8" name="Google Shape;595;p6">
                <a:extLst>
                  <a:ext uri="{FF2B5EF4-FFF2-40B4-BE49-F238E27FC236}">
                    <a16:creationId xmlns:a16="http://schemas.microsoft.com/office/drawing/2014/main" id="{132B109D-B830-8489-A91E-1F723139D5E4}"/>
                  </a:ext>
                </a:extLst>
              </p:cNvPr>
              <p:cNvCxnSpPr>
                <a:cxnSpLocks/>
                <a:stCxn id="111" idx="6"/>
                <a:endCxn id="146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0" name="Google Shape;596;p6">
                <a:extLst>
                  <a:ext uri="{FF2B5EF4-FFF2-40B4-BE49-F238E27FC236}">
                    <a16:creationId xmlns:a16="http://schemas.microsoft.com/office/drawing/2014/main" id="{FA1EC018-19C1-3683-1803-E1056F79D9EA}"/>
                  </a:ext>
                </a:extLst>
              </p:cNvPr>
              <p:cNvCxnSpPr>
                <a:cxnSpLocks/>
                <a:stCxn id="112" idx="6"/>
                <a:endCxn id="146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1" name="Google Shape;597;p6">
                <a:extLst>
                  <a:ext uri="{FF2B5EF4-FFF2-40B4-BE49-F238E27FC236}">
                    <a16:creationId xmlns:a16="http://schemas.microsoft.com/office/drawing/2014/main" id="{2E18CE33-2C14-6FA4-E7A8-18A668445463}"/>
                  </a:ext>
                </a:extLst>
              </p:cNvPr>
              <p:cNvCxnSpPr>
                <a:cxnSpLocks/>
                <a:stCxn id="113" idx="6"/>
                <a:endCxn id="146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2" name="Google Shape;598;p6">
                <a:extLst>
                  <a:ext uri="{FF2B5EF4-FFF2-40B4-BE49-F238E27FC236}">
                    <a16:creationId xmlns:a16="http://schemas.microsoft.com/office/drawing/2014/main" id="{10D8E59A-471F-46D6-259F-8410F1547150}"/>
                  </a:ext>
                </a:extLst>
              </p:cNvPr>
              <p:cNvCxnSpPr>
                <a:cxnSpLocks/>
                <a:stCxn id="109" idx="6"/>
                <a:endCxn id="146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3" name="Google Shape;599;p6">
                <a:extLst>
                  <a:ext uri="{FF2B5EF4-FFF2-40B4-BE49-F238E27FC236}">
                    <a16:creationId xmlns:a16="http://schemas.microsoft.com/office/drawing/2014/main" id="{035E9BDA-0FC7-B842-743F-1ED9D160C92E}"/>
                  </a:ext>
                </a:extLst>
              </p:cNvPr>
              <p:cNvCxnSpPr>
                <a:cxnSpLocks/>
                <a:stCxn id="88" idx="6"/>
                <a:endCxn id="108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83" name="Google Shape;600;p6">
              <a:extLst>
                <a:ext uri="{FF2B5EF4-FFF2-40B4-BE49-F238E27FC236}">
                  <a16:creationId xmlns:a16="http://schemas.microsoft.com/office/drawing/2014/main" id="{784DC206-431E-08F1-19D9-CD6145B725B7}"/>
                </a:ext>
              </a:extLst>
            </p:cNvPr>
            <p:cNvSpPr txBox="1"/>
            <p:nvPr/>
          </p:nvSpPr>
          <p:spPr>
            <a:xfrm rot="18475899">
              <a:off x="5529819" y="953524"/>
              <a:ext cx="1036522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20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601;p6">
              <a:extLst>
                <a:ext uri="{FF2B5EF4-FFF2-40B4-BE49-F238E27FC236}">
                  <a16:creationId xmlns:a16="http://schemas.microsoft.com/office/drawing/2014/main" id="{136EB575-B478-5ED1-594F-C3042AC8BC02}"/>
                </a:ext>
              </a:extLst>
            </p:cNvPr>
            <p:cNvSpPr txBox="1"/>
            <p:nvPr/>
          </p:nvSpPr>
          <p:spPr>
            <a:xfrm rot="18475899">
              <a:off x="5513650" y="1904305"/>
              <a:ext cx="1120466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sz="2000" dirty="0">
                <a:solidFill>
                  <a:srgbClr val="FF0000"/>
                </a:solidFill>
              </a:endParaRPr>
            </a:p>
          </p:txBody>
        </p:sp>
        <p:sp>
          <p:nvSpPr>
            <p:cNvPr id="85" name="Google Shape;602;p6">
              <a:extLst>
                <a:ext uri="{FF2B5EF4-FFF2-40B4-BE49-F238E27FC236}">
                  <a16:creationId xmlns:a16="http://schemas.microsoft.com/office/drawing/2014/main" id="{089931FA-5E90-D233-5133-FC48E1573B00}"/>
                </a:ext>
              </a:extLst>
            </p:cNvPr>
            <p:cNvSpPr txBox="1"/>
            <p:nvPr/>
          </p:nvSpPr>
          <p:spPr>
            <a:xfrm rot="18475899">
              <a:off x="5569098" y="5260339"/>
              <a:ext cx="832643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20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600;p6">
              <a:extLst>
                <a:ext uri="{FF2B5EF4-FFF2-40B4-BE49-F238E27FC236}">
                  <a16:creationId xmlns:a16="http://schemas.microsoft.com/office/drawing/2014/main" id="{9EA8878B-C4B9-6BC9-A9D7-BD37D868B359}"/>
                </a:ext>
              </a:extLst>
            </p:cNvPr>
            <p:cNvSpPr txBox="1"/>
            <p:nvPr/>
          </p:nvSpPr>
          <p:spPr>
            <a:xfrm rot="18475899">
              <a:off x="7620143" y="669965"/>
              <a:ext cx="1117620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20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601;p6">
              <a:extLst>
                <a:ext uri="{FF2B5EF4-FFF2-40B4-BE49-F238E27FC236}">
                  <a16:creationId xmlns:a16="http://schemas.microsoft.com/office/drawing/2014/main" id="{3075128C-E13D-44DA-9AA5-7F0214EB8D2F}"/>
                </a:ext>
              </a:extLst>
            </p:cNvPr>
            <p:cNvSpPr txBox="1"/>
            <p:nvPr/>
          </p:nvSpPr>
          <p:spPr>
            <a:xfrm rot="18475899">
              <a:off x="7615844" y="1645045"/>
              <a:ext cx="1139951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54" name="Content Placeholder 2">
            <a:extLst>
              <a:ext uri="{FF2B5EF4-FFF2-40B4-BE49-F238E27FC236}">
                <a16:creationId xmlns:a16="http://schemas.microsoft.com/office/drawing/2014/main" id="{2AFC0E0C-8B34-4848-7D73-15C00F36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Learn</a:t>
            </a:r>
          </a:p>
          <a:p>
            <a:r>
              <a:rPr lang="en-US" dirty="0"/>
              <a:t>Fit </a:t>
            </a:r>
          </a:p>
          <a:p>
            <a:r>
              <a:rPr lang="en-US" dirty="0"/>
              <a:t>Train</a:t>
            </a:r>
          </a:p>
          <a:p>
            <a:r>
              <a:rPr lang="en-US" dirty="0"/>
              <a:t>Back propagation 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FBA16E-F158-BF98-7096-DFBEA9873BAD}"/>
                  </a:ext>
                </a:extLst>
              </p14:cNvPr>
              <p14:cNvContentPartPr/>
              <p14:nvPr/>
            </p14:nvContentPartPr>
            <p14:xfrm>
              <a:off x="861880" y="2295187"/>
              <a:ext cx="1141920" cy="1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FBA16E-F158-BF98-7096-DFBEA9873B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5760" y="2289067"/>
                <a:ext cx="11541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9224D8-3614-EFE4-570B-CAA85F41F12D}"/>
                  </a:ext>
                </a:extLst>
              </p14:cNvPr>
              <p14:cNvContentPartPr/>
              <p14:nvPr/>
            </p14:nvContentPartPr>
            <p14:xfrm>
              <a:off x="767560" y="2801347"/>
              <a:ext cx="956160" cy="38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9224D8-3614-EFE4-570B-CAA85F41F1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440" y="2795227"/>
                <a:ext cx="9684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58AA24-379D-9792-1154-3C1671DDC16D}"/>
                  </a:ext>
                </a:extLst>
              </p14:cNvPr>
              <p14:cNvContentPartPr/>
              <p14:nvPr/>
            </p14:nvContentPartPr>
            <p14:xfrm>
              <a:off x="772240" y="3188347"/>
              <a:ext cx="1230480" cy="123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58AA24-379D-9792-1154-3C1671DDC1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6120" y="3182227"/>
                <a:ext cx="12427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9A3E7C-2F32-E8F4-EC40-825BA51C6512}"/>
                  </a:ext>
                </a:extLst>
              </p14:cNvPr>
              <p14:cNvContentPartPr/>
              <p14:nvPr/>
            </p14:nvContentPartPr>
            <p14:xfrm>
              <a:off x="841720" y="3772987"/>
              <a:ext cx="2935800" cy="74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9A3E7C-2F32-E8F4-EC40-825BA51C65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5600" y="3766867"/>
                <a:ext cx="2948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0BB5DF-0373-F8D5-90C2-9C8B18A0F464}"/>
                  </a:ext>
                </a:extLst>
              </p14:cNvPr>
              <p14:cNvContentPartPr/>
              <p14:nvPr/>
            </p14:nvContentPartPr>
            <p14:xfrm>
              <a:off x="1082200" y="1450627"/>
              <a:ext cx="3011400" cy="40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0BB5DF-0373-F8D5-90C2-9C8B18A0F4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6080" y="1444507"/>
                <a:ext cx="302364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7F805B3-6619-70CB-4539-5C7CE5E92E0F}"/>
              </a:ext>
            </a:extLst>
          </p:cNvPr>
          <p:cNvGrpSpPr/>
          <p:nvPr/>
        </p:nvGrpSpPr>
        <p:grpSpPr>
          <a:xfrm>
            <a:off x="5625760" y="6522667"/>
            <a:ext cx="2232720" cy="141480"/>
            <a:chOff x="5625760" y="6522667"/>
            <a:chExt cx="223272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759019-2035-D168-0674-3460E0C25C98}"/>
                    </a:ext>
                  </a:extLst>
                </p14:cNvPr>
                <p14:cNvContentPartPr/>
                <p14:nvPr/>
              </p14:nvContentPartPr>
              <p14:xfrm>
                <a:off x="7075840" y="6605467"/>
                <a:ext cx="782640" cy="58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759019-2035-D168-0674-3460E0C25C9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69720" y="6599347"/>
                  <a:ext cx="7948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46345D-EB6F-40EE-E034-B6F17AC1C9E3}"/>
                    </a:ext>
                  </a:extLst>
                </p14:cNvPr>
                <p14:cNvContentPartPr/>
                <p14:nvPr/>
              </p14:nvContentPartPr>
              <p14:xfrm>
                <a:off x="5625760" y="6522667"/>
                <a:ext cx="909720" cy="117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46345D-EB6F-40EE-E034-B6F17AC1C9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19640" y="6516547"/>
                  <a:ext cx="9219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D7CD51-B5C3-126C-26DA-8FAE440F9F2C}"/>
              </a:ext>
            </a:extLst>
          </p:cNvPr>
          <p:cNvGrpSpPr/>
          <p:nvPr/>
        </p:nvGrpSpPr>
        <p:grpSpPr>
          <a:xfrm>
            <a:off x="9612400" y="6181387"/>
            <a:ext cx="424440" cy="288720"/>
            <a:chOff x="9612400" y="6181387"/>
            <a:chExt cx="42444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D86E9CD-F921-E37A-DAC9-0C94302A50D7}"/>
                    </a:ext>
                  </a:extLst>
                </p14:cNvPr>
                <p14:cNvContentPartPr/>
                <p14:nvPr/>
              </p14:nvContentPartPr>
              <p14:xfrm>
                <a:off x="9612400" y="6181387"/>
                <a:ext cx="399960" cy="267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D86E9CD-F921-E37A-DAC9-0C94302A50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06280" y="6175267"/>
                  <a:ext cx="412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99CFD1A-A13B-06DC-300C-3155BEA99773}"/>
                    </a:ext>
                  </a:extLst>
                </p14:cNvPr>
                <p14:cNvContentPartPr/>
                <p14:nvPr/>
              </p14:nvContentPartPr>
              <p14:xfrm>
                <a:off x="9873040" y="6308467"/>
                <a:ext cx="163800" cy="161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99CFD1A-A13B-06DC-300C-3155BEA997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66920" y="6302347"/>
                  <a:ext cx="17604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5CFC7FA-80DD-695E-8B27-200D73C9FE39}"/>
                  </a:ext>
                </a:extLst>
              </p14:cNvPr>
              <p14:cNvContentPartPr/>
              <p14:nvPr/>
            </p14:nvContentPartPr>
            <p14:xfrm>
              <a:off x="11549920" y="2499667"/>
              <a:ext cx="398880" cy="349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5CFC7FA-80DD-695E-8B27-200D73C9FE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543800" y="2493547"/>
                <a:ext cx="4111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6E64B0-1566-BD5B-48C8-216FC520E61C}"/>
                  </a:ext>
                </a:extLst>
              </p14:cNvPr>
              <p14:cNvContentPartPr/>
              <p14:nvPr/>
            </p14:nvContentPartPr>
            <p14:xfrm>
              <a:off x="11599240" y="3821227"/>
              <a:ext cx="292320" cy="261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6E64B0-1566-BD5B-48C8-216FC520E61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593120" y="3815107"/>
                <a:ext cx="30456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EF2FB49-09EC-BE31-2436-6E56EFADBFB7}"/>
              </a:ext>
            </a:extLst>
          </p:cNvPr>
          <p:cNvGrpSpPr/>
          <p:nvPr/>
        </p:nvGrpSpPr>
        <p:grpSpPr>
          <a:xfrm>
            <a:off x="10295680" y="3073867"/>
            <a:ext cx="835200" cy="376200"/>
            <a:chOff x="10295680" y="3073867"/>
            <a:chExt cx="83520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A60CCD-9C69-7FBF-E42E-B96676B4B5E7}"/>
                    </a:ext>
                  </a:extLst>
                </p14:cNvPr>
                <p14:cNvContentPartPr/>
                <p14:nvPr/>
              </p14:nvContentPartPr>
              <p14:xfrm>
                <a:off x="10295680" y="3073867"/>
                <a:ext cx="672480" cy="40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A60CCD-9C69-7FBF-E42E-B96676B4B5E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89560" y="3067747"/>
                  <a:ext cx="684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5E3C94-B8D2-DEDF-F913-8D486E4925AB}"/>
                    </a:ext>
                  </a:extLst>
                </p14:cNvPr>
                <p14:cNvContentPartPr/>
                <p14:nvPr/>
              </p14:nvContentPartPr>
              <p14:xfrm>
                <a:off x="10442560" y="3225787"/>
                <a:ext cx="558000" cy="224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5E3C94-B8D2-DEDF-F913-8D486E4925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36440" y="3219667"/>
                  <a:ext cx="570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76D79E-0443-650A-5D35-62ABAF2447A1}"/>
                    </a:ext>
                  </a:extLst>
                </p14:cNvPr>
                <p14:cNvContentPartPr/>
                <p14:nvPr/>
              </p14:nvContentPartPr>
              <p14:xfrm>
                <a:off x="11037280" y="3185467"/>
                <a:ext cx="93600" cy="14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76D79E-0443-650A-5D35-62ABAF2447A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31160" y="3179347"/>
                  <a:ext cx="10584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955335-575C-7FC0-97EC-2C0E49A63C0D}"/>
              </a:ext>
            </a:extLst>
          </p:cNvPr>
          <p:cNvGrpSpPr/>
          <p:nvPr/>
        </p:nvGrpSpPr>
        <p:grpSpPr>
          <a:xfrm>
            <a:off x="6927880" y="5303707"/>
            <a:ext cx="1754280" cy="209880"/>
            <a:chOff x="6927880" y="5303707"/>
            <a:chExt cx="175428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D5393A-3B30-24BD-732A-BFF2615ABAAD}"/>
                    </a:ext>
                  </a:extLst>
                </p14:cNvPr>
                <p14:cNvContentPartPr/>
                <p14:nvPr/>
              </p14:nvContentPartPr>
              <p14:xfrm>
                <a:off x="6932200" y="5371027"/>
                <a:ext cx="1749960" cy="11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D5393A-3B30-24BD-732A-BFF2615ABA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26080" y="5364907"/>
                  <a:ext cx="1762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D250F38-85AD-4B7F-CB4D-FF11D083F4F1}"/>
                    </a:ext>
                  </a:extLst>
                </p14:cNvPr>
                <p14:cNvContentPartPr/>
                <p14:nvPr/>
              </p14:nvContentPartPr>
              <p14:xfrm>
                <a:off x="6927880" y="5303707"/>
                <a:ext cx="267480" cy="209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D250F38-85AD-4B7F-CB4D-FF11D083F4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21760" y="5297587"/>
                  <a:ext cx="279720" cy="22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2349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0434-8875-9B0A-B007-2AD9318B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174C-49F6-6BE3-1922-30D585379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 pass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Test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97A5EF2-C003-4D50-FA08-446329B34424}"/>
              </a:ext>
            </a:extLst>
          </p:cNvPr>
          <p:cNvSpPr/>
          <p:nvPr/>
        </p:nvSpPr>
        <p:spPr>
          <a:xfrm>
            <a:off x="6096000" y="5522495"/>
            <a:ext cx="2562726" cy="513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0BF916-08BC-1C78-9769-655D28C5368F}"/>
              </a:ext>
            </a:extLst>
          </p:cNvPr>
          <p:cNvGrpSpPr/>
          <p:nvPr/>
        </p:nvGrpSpPr>
        <p:grpSpPr>
          <a:xfrm>
            <a:off x="4760677" y="499205"/>
            <a:ext cx="5233320" cy="4859969"/>
            <a:chOff x="4781202" y="311571"/>
            <a:chExt cx="6722937" cy="6243315"/>
          </a:xfrm>
        </p:grpSpPr>
        <p:grpSp>
          <p:nvGrpSpPr>
            <p:cNvPr id="6" name="Google Shape;534;p6">
              <a:extLst>
                <a:ext uri="{FF2B5EF4-FFF2-40B4-BE49-F238E27FC236}">
                  <a16:creationId xmlns:a16="http://schemas.microsoft.com/office/drawing/2014/main" id="{F557645E-CAC8-D8F7-CEC3-29CDCC24B22C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12" name="Google Shape;535;p6">
                <a:extLst>
                  <a:ext uri="{FF2B5EF4-FFF2-40B4-BE49-F238E27FC236}">
                    <a16:creationId xmlns:a16="http://schemas.microsoft.com/office/drawing/2014/main" id="{D6DE527A-18EA-1AA7-DDE9-1BD946AF8D2B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536;p6">
                <a:extLst>
                  <a:ext uri="{FF2B5EF4-FFF2-40B4-BE49-F238E27FC236}">
                    <a16:creationId xmlns:a16="http://schemas.microsoft.com/office/drawing/2014/main" id="{A36C3E90-D1BF-CC88-F559-932980A74A8E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537;p6">
                <a:extLst>
                  <a:ext uri="{FF2B5EF4-FFF2-40B4-BE49-F238E27FC236}">
                    <a16:creationId xmlns:a16="http://schemas.microsoft.com/office/drawing/2014/main" id="{081C7F73-E817-5E6D-8E51-7FABAE6D1822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538;p6">
                <a:extLst>
                  <a:ext uri="{FF2B5EF4-FFF2-40B4-BE49-F238E27FC236}">
                    <a16:creationId xmlns:a16="http://schemas.microsoft.com/office/drawing/2014/main" id="{45A04506-5076-CD3F-38B1-DA6813F0838E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" name="Google Shape;539;p6">
                <a:extLst>
                  <a:ext uri="{FF2B5EF4-FFF2-40B4-BE49-F238E27FC236}">
                    <a16:creationId xmlns:a16="http://schemas.microsoft.com/office/drawing/2014/main" id="{B04C3853-E57E-F0EA-3948-D09E503D054B}"/>
                  </a:ext>
                </a:extLst>
              </p:cNvPr>
              <p:cNvCxnSpPr>
                <a:cxnSpLocks/>
                <a:stCxn id="12" idx="6"/>
                <a:endCxn id="30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41;p6">
                <a:extLst>
                  <a:ext uri="{FF2B5EF4-FFF2-40B4-BE49-F238E27FC236}">
                    <a16:creationId xmlns:a16="http://schemas.microsoft.com/office/drawing/2014/main" id="{426EDC4C-CA98-50D3-0546-13363D8907C4}"/>
                  </a:ext>
                </a:extLst>
              </p:cNvPr>
              <p:cNvCxnSpPr>
                <a:cxnSpLocks/>
                <a:stCxn id="13" idx="6"/>
                <a:endCxn id="31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43;p6">
                <a:extLst>
                  <a:ext uri="{FF2B5EF4-FFF2-40B4-BE49-F238E27FC236}">
                    <a16:creationId xmlns:a16="http://schemas.microsoft.com/office/drawing/2014/main" id="{3672171C-B91B-ABE3-57AE-50291976AA0F}"/>
                  </a:ext>
                </a:extLst>
              </p:cNvPr>
              <p:cNvCxnSpPr>
                <a:cxnSpLocks/>
                <a:stCxn id="14" idx="6"/>
                <a:endCxn id="32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45;p6">
                <a:extLst>
                  <a:ext uri="{FF2B5EF4-FFF2-40B4-BE49-F238E27FC236}">
                    <a16:creationId xmlns:a16="http://schemas.microsoft.com/office/drawing/2014/main" id="{916921AC-3FB1-79A9-7DEE-CC4F4ADAFC04}"/>
                  </a:ext>
                </a:extLst>
              </p:cNvPr>
              <p:cNvCxnSpPr>
                <a:cxnSpLocks/>
                <a:stCxn id="12" idx="6"/>
                <a:endCxn id="53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47;p6">
                <a:extLst>
                  <a:ext uri="{FF2B5EF4-FFF2-40B4-BE49-F238E27FC236}">
                    <a16:creationId xmlns:a16="http://schemas.microsoft.com/office/drawing/2014/main" id="{E99B50F5-168B-B0EB-3E30-50C1214C7F05}"/>
                  </a:ext>
                </a:extLst>
              </p:cNvPr>
              <p:cNvCxnSpPr>
                <a:cxnSpLocks/>
                <a:stCxn id="12" idx="6"/>
                <a:endCxn id="31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48;p6">
                <a:extLst>
                  <a:ext uri="{FF2B5EF4-FFF2-40B4-BE49-F238E27FC236}">
                    <a16:creationId xmlns:a16="http://schemas.microsoft.com/office/drawing/2014/main" id="{B170D98E-B233-A903-820D-EB1866657D47}"/>
                  </a:ext>
                </a:extLst>
              </p:cNvPr>
              <p:cNvCxnSpPr>
                <a:cxnSpLocks/>
                <a:stCxn id="12" idx="6"/>
                <a:endCxn id="54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0;p6">
                <a:extLst>
                  <a:ext uri="{FF2B5EF4-FFF2-40B4-BE49-F238E27FC236}">
                    <a16:creationId xmlns:a16="http://schemas.microsoft.com/office/drawing/2014/main" id="{7BFE0C1C-6434-1931-5D1C-AF240C19DAE3}"/>
                  </a:ext>
                </a:extLst>
              </p:cNvPr>
              <p:cNvCxnSpPr>
                <a:cxnSpLocks/>
                <a:stCxn id="13" idx="6"/>
                <a:endCxn id="30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1;p6">
                <a:extLst>
                  <a:ext uri="{FF2B5EF4-FFF2-40B4-BE49-F238E27FC236}">
                    <a16:creationId xmlns:a16="http://schemas.microsoft.com/office/drawing/2014/main" id="{C5367148-9B64-7225-B306-88A8D1202416}"/>
                  </a:ext>
                </a:extLst>
              </p:cNvPr>
              <p:cNvCxnSpPr>
                <a:cxnSpLocks/>
                <a:stCxn id="13" idx="6"/>
                <a:endCxn id="53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2;p6">
                <a:extLst>
                  <a:ext uri="{FF2B5EF4-FFF2-40B4-BE49-F238E27FC236}">
                    <a16:creationId xmlns:a16="http://schemas.microsoft.com/office/drawing/2014/main" id="{2F28FE8C-B42F-729F-8575-CFFA71E5BF4D}"/>
                  </a:ext>
                </a:extLst>
              </p:cNvPr>
              <p:cNvCxnSpPr>
                <a:cxnSpLocks/>
                <a:stCxn id="13" idx="6"/>
                <a:endCxn id="32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5" name="Google Shape;553;p6">
                <a:extLst>
                  <a:ext uri="{FF2B5EF4-FFF2-40B4-BE49-F238E27FC236}">
                    <a16:creationId xmlns:a16="http://schemas.microsoft.com/office/drawing/2014/main" id="{6DABA9E6-539D-FEB7-22FB-E0D962ABDD78}"/>
                  </a:ext>
                </a:extLst>
              </p:cNvPr>
              <p:cNvCxnSpPr>
                <a:cxnSpLocks/>
                <a:stCxn id="13" idx="6"/>
                <a:endCxn id="54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" name="Google Shape;554;p6">
                <a:extLst>
                  <a:ext uri="{FF2B5EF4-FFF2-40B4-BE49-F238E27FC236}">
                    <a16:creationId xmlns:a16="http://schemas.microsoft.com/office/drawing/2014/main" id="{2A10028D-335C-7507-D013-57189630BDC7}"/>
                  </a:ext>
                </a:extLst>
              </p:cNvPr>
              <p:cNvCxnSpPr>
                <a:cxnSpLocks/>
                <a:stCxn id="14" idx="6"/>
                <a:endCxn id="53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7" name="Google Shape;555;p6">
                <a:extLst>
                  <a:ext uri="{FF2B5EF4-FFF2-40B4-BE49-F238E27FC236}">
                    <a16:creationId xmlns:a16="http://schemas.microsoft.com/office/drawing/2014/main" id="{B3CCBB0E-3D68-31D3-B1A1-E1BFB9A198E9}"/>
                  </a:ext>
                </a:extLst>
              </p:cNvPr>
              <p:cNvCxnSpPr>
                <a:cxnSpLocks/>
                <a:stCxn id="14" idx="6"/>
                <a:endCxn id="30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" name="Google Shape;556;p6">
                <a:extLst>
                  <a:ext uri="{FF2B5EF4-FFF2-40B4-BE49-F238E27FC236}">
                    <a16:creationId xmlns:a16="http://schemas.microsoft.com/office/drawing/2014/main" id="{CFD20E44-20F1-6CF6-2EE1-077DB94AEFB8}"/>
                  </a:ext>
                </a:extLst>
              </p:cNvPr>
              <p:cNvCxnSpPr>
                <a:cxnSpLocks/>
                <a:stCxn id="14" idx="6"/>
                <a:endCxn id="31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" name="Google Shape;557;p6">
                <a:extLst>
                  <a:ext uri="{FF2B5EF4-FFF2-40B4-BE49-F238E27FC236}">
                    <a16:creationId xmlns:a16="http://schemas.microsoft.com/office/drawing/2014/main" id="{0B34EB3D-F667-D55F-AD7B-E272252ED057}"/>
                  </a:ext>
                </a:extLst>
              </p:cNvPr>
              <p:cNvCxnSpPr>
                <a:cxnSpLocks/>
                <a:stCxn id="14" idx="6"/>
                <a:endCxn id="54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" name="Google Shape;540;p6">
                <a:extLst>
                  <a:ext uri="{FF2B5EF4-FFF2-40B4-BE49-F238E27FC236}">
                    <a16:creationId xmlns:a16="http://schemas.microsoft.com/office/drawing/2014/main" id="{53FDE03E-D830-D204-243B-ACA47F7BD7A8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42;p6">
                <a:extLst>
                  <a:ext uri="{FF2B5EF4-FFF2-40B4-BE49-F238E27FC236}">
                    <a16:creationId xmlns:a16="http://schemas.microsoft.com/office/drawing/2014/main" id="{CC9A0F1A-A553-2DB8-6311-8AF202FCA802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44;p6">
                <a:extLst>
                  <a:ext uri="{FF2B5EF4-FFF2-40B4-BE49-F238E27FC236}">
                    <a16:creationId xmlns:a16="http://schemas.microsoft.com/office/drawing/2014/main" id="{8EFEBB5B-37A4-93B3-EA8D-FFBBBD1BF0B7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558;p6">
                <a:extLst>
                  <a:ext uri="{FF2B5EF4-FFF2-40B4-BE49-F238E27FC236}">
                    <a16:creationId xmlns:a16="http://schemas.microsoft.com/office/drawing/2014/main" id="{0BC48524-E851-392B-49B5-FD1BBAC8C4D7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2000" b="0" i="0" u="none" strike="noStrike" cap="none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559;p6">
                <a:extLst>
                  <a:ext uri="{FF2B5EF4-FFF2-40B4-BE49-F238E27FC236}">
                    <a16:creationId xmlns:a16="http://schemas.microsoft.com/office/drawing/2014/main" id="{344E141E-8D47-765C-4429-17A5260EE23F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560;p6">
                <a:extLst>
                  <a:ext uri="{FF2B5EF4-FFF2-40B4-BE49-F238E27FC236}">
                    <a16:creationId xmlns:a16="http://schemas.microsoft.com/office/drawing/2014/main" id="{0D1CBC99-0336-0674-09F2-0E5BB2C7E87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561;p6">
                <a:extLst>
                  <a:ext uri="{FF2B5EF4-FFF2-40B4-BE49-F238E27FC236}">
                    <a16:creationId xmlns:a16="http://schemas.microsoft.com/office/drawing/2014/main" id="{0ED704F9-714A-A882-242F-ADF11F78D391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562;p6">
                <a:extLst>
                  <a:ext uri="{FF2B5EF4-FFF2-40B4-BE49-F238E27FC236}">
                    <a16:creationId xmlns:a16="http://schemas.microsoft.com/office/drawing/2014/main" id="{2E916FF6-FD3A-AACF-05F1-F693221F418B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" name="Google Shape;563;p6">
                <a:extLst>
                  <a:ext uri="{FF2B5EF4-FFF2-40B4-BE49-F238E27FC236}">
                    <a16:creationId xmlns:a16="http://schemas.microsoft.com/office/drawing/2014/main" id="{31EC97B8-AB14-134E-2624-738B7FDFC4F5}"/>
                  </a:ext>
                </a:extLst>
              </p:cNvPr>
              <p:cNvCxnSpPr>
                <a:cxnSpLocks/>
                <a:stCxn id="30" idx="6"/>
                <a:endCxn id="34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4;p6">
                <a:extLst>
                  <a:ext uri="{FF2B5EF4-FFF2-40B4-BE49-F238E27FC236}">
                    <a16:creationId xmlns:a16="http://schemas.microsoft.com/office/drawing/2014/main" id="{2443F85F-E928-9580-1F9E-D28CD6AB9DC7}"/>
                  </a:ext>
                </a:extLst>
              </p:cNvPr>
              <p:cNvCxnSpPr>
                <a:cxnSpLocks/>
                <a:stCxn id="31" idx="6"/>
                <a:endCxn id="35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65;p6">
                <a:extLst>
                  <a:ext uri="{FF2B5EF4-FFF2-40B4-BE49-F238E27FC236}">
                    <a16:creationId xmlns:a16="http://schemas.microsoft.com/office/drawing/2014/main" id="{728748FB-0FAD-5937-C56D-A40BA8A3D447}"/>
                  </a:ext>
                </a:extLst>
              </p:cNvPr>
              <p:cNvCxnSpPr>
                <a:cxnSpLocks/>
                <a:stCxn id="32" idx="6"/>
                <a:endCxn id="36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66;p6">
                <a:extLst>
                  <a:ext uri="{FF2B5EF4-FFF2-40B4-BE49-F238E27FC236}">
                    <a16:creationId xmlns:a16="http://schemas.microsoft.com/office/drawing/2014/main" id="{166EA064-7DA6-A346-F758-244C8DD0A46C}"/>
                  </a:ext>
                </a:extLst>
              </p:cNvPr>
              <p:cNvCxnSpPr>
                <a:cxnSpLocks/>
                <a:stCxn id="30" idx="6"/>
                <a:endCxn id="33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67;p6">
                <a:extLst>
                  <a:ext uri="{FF2B5EF4-FFF2-40B4-BE49-F238E27FC236}">
                    <a16:creationId xmlns:a16="http://schemas.microsoft.com/office/drawing/2014/main" id="{2679BEC2-4423-530C-9DA6-CD911232982F}"/>
                  </a:ext>
                </a:extLst>
              </p:cNvPr>
              <p:cNvCxnSpPr>
                <a:cxnSpLocks/>
                <a:stCxn id="30" idx="6"/>
                <a:endCxn id="35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68;p6">
                <a:extLst>
                  <a:ext uri="{FF2B5EF4-FFF2-40B4-BE49-F238E27FC236}">
                    <a16:creationId xmlns:a16="http://schemas.microsoft.com/office/drawing/2014/main" id="{6C664D63-9B3A-8B7D-8CCE-E09A1C915BFD}"/>
                  </a:ext>
                </a:extLst>
              </p:cNvPr>
              <p:cNvCxnSpPr>
                <a:cxnSpLocks/>
                <a:stCxn id="30" idx="6"/>
                <a:endCxn id="36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69;p6">
                <a:extLst>
                  <a:ext uri="{FF2B5EF4-FFF2-40B4-BE49-F238E27FC236}">
                    <a16:creationId xmlns:a16="http://schemas.microsoft.com/office/drawing/2014/main" id="{49AB3D73-65ED-06C9-482C-9893218B6F6C}"/>
                  </a:ext>
                </a:extLst>
              </p:cNvPr>
              <p:cNvCxnSpPr>
                <a:cxnSpLocks/>
                <a:stCxn id="30" idx="6"/>
                <a:endCxn id="37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0;p6">
                <a:extLst>
                  <a:ext uri="{FF2B5EF4-FFF2-40B4-BE49-F238E27FC236}">
                    <a16:creationId xmlns:a16="http://schemas.microsoft.com/office/drawing/2014/main" id="{C36EDD96-E964-0BD8-0C50-AFC8099E9FDC}"/>
                  </a:ext>
                </a:extLst>
              </p:cNvPr>
              <p:cNvCxnSpPr>
                <a:cxnSpLocks/>
                <a:stCxn id="31" idx="6"/>
                <a:endCxn id="34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1;p6">
                <a:extLst>
                  <a:ext uri="{FF2B5EF4-FFF2-40B4-BE49-F238E27FC236}">
                    <a16:creationId xmlns:a16="http://schemas.microsoft.com/office/drawing/2014/main" id="{F1969E2D-6035-576A-11CC-2DD8E7E56A9E}"/>
                  </a:ext>
                </a:extLst>
              </p:cNvPr>
              <p:cNvCxnSpPr>
                <a:cxnSpLocks/>
                <a:stCxn id="31" idx="6"/>
                <a:endCxn id="33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2;p6">
                <a:extLst>
                  <a:ext uri="{FF2B5EF4-FFF2-40B4-BE49-F238E27FC236}">
                    <a16:creationId xmlns:a16="http://schemas.microsoft.com/office/drawing/2014/main" id="{55B462FF-ED93-5F9B-7897-F2C5486A41DD}"/>
                  </a:ext>
                </a:extLst>
              </p:cNvPr>
              <p:cNvCxnSpPr>
                <a:cxnSpLocks/>
                <a:stCxn id="31" idx="6"/>
                <a:endCxn id="36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573;p6">
                <a:extLst>
                  <a:ext uri="{FF2B5EF4-FFF2-40B4-BE49-F238E27FC236}">
                    <a16:creationId xmlns:a16="http://schemas.microsoft.com/office/drawing/2014/main" id="{C2F5EA11-3956-0319-AB8B-BAE1D9A45EF1}"/>
                  </a:ext>
                </a:extLst>
              </p:cNvPr>
              <p:cNvCxnSpPr>
                <a:cxnSpLocks/>
                <a:stCxn id="31" idx="6"/>
                <a:endCxn id="37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574;p6">
                <a:extLst>
                  <a:ext uri="{FF2B5EF4-FFF2-40B4-BE49-F238E27FC236}">
                    <a16:creationId xmlns:a16="http://schemas.microsoft.com/office/drawing/2014/main" id="{FA0C7631-72B9-327A-4A96-44396E7BB68C}"/>
                  </a:ext>
                </a:extLst>
              </p:cNvPr>
              <p:cNvCxnSpPr>
                <a:cxnSpLocks/>
                <a:stCxn id="32" idx="6"/>
                <a:endCxn id="33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75;p6">
                <a:extLst>
                  <a:ext uri="{FF2B5EF4-FFF2-40B4-BE49-F238E27FC236}">
                    <a16:creationId xmlns:a16="http://schemas.microsoft.com/office/drawing/2014/main" id="{AB4A4167-975C-2A60-EE84-7508B225685B}"/>
                  </a:ext>
                </a:extLst>
              </p:cNvPr>
              <p:cNvCxnSpPr>
                <a:cxnSpLocks/>
                <a:stCxn id="32" idx="6"/>
                <a:endCxn id="34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6;p6">
                <a:extLst>
                  <a:ext uri="{FF2B5EF4-FFF2-40B4-BE49-F238E27FC236}">
                    <a16:creationId xmlns:a16="http://schemas.microsoft.com/office/drawing/2014/main" id="{1CB1A19E-07E0-D42B-46DA-7874D55E9901}"/>
                  </a:ext>
                </a:extLst>
              </p:cNvPr>
              <p:cNvCxnSpPr>
                <a:cxnSpLocks/>
                <a:stCxn id="32" idx="6"/>
                <a:endCxn id="35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77;p6">
                <a:extLst>
                  <a:ext uri="{FF2B5EF4-FFF2-40B4-BE49-F238E27FC236}">
                    <a16:creationId xmlns:a16="http://schemas.microsoft.com/office/drawing/2014/main" id="{7B96832F-D706-B2D0-1FF9-D3759D8C8CAB}"/>
                  </a:ext>
                </a:extLst>
              </p:cNvPr>
              <p:cNvCxnSpPr>
                <a:cxnSpLocks/>
                <a:stCxn id="32" idx="6"/>
                <a:endCxn id="37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53" name="Google Shape;546;p6">
                <a:extLst>
                  <a:ext uri="{FF2B5EF4-FFF2-40B4-BE49-F238E27FC236}">
                    <a16:creationId xmlns:a16="http://schemas.microsoft.com/office/drawing/2014/main" id="{F1734A84-85C1-9AD4-BD09-6238682042D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9;p6">
                <a:extLst>
                  <a:ext uri="{FF2B5EF4-FFF2-40B4-BE49-F238E27FC236}">
                    <a16:creationId xmlns:a16="http://schemas.microsoft.com/office/drawing/2014/main" id="{53D6A6D0-09DE-BE0A-ECC9-F64EB7E7E1A0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dirty="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" name="Google Shape;578;p6">
                <a:extLst>
                  <a:ext uri="{FF2B5EF4-FFF2-40B4-BE49-F238E27FC236}">
                    <a16:creationId xmlns:a16="http://schemas.microsoft.com/office/drawing/2014/main" id="{F2E42151-6AB2-FFA1-0588-D82CDB689A31}"/>
                  </a:ext>
                </a:extLst>
              </p:cNvPr>
              <p:cNvCxnSpPr>
                <a:cxnSpLocks/>
                <a:stCxn id="53" idx="6"/>
                <a:endCxn id="33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79;p6">
                <a:extLst>
                  <a:ext uri="{FF2B5EF4-FFF2-40B4-BE49-F238E27FC236}">
                    <a16:creationId xmlns:a16="http://schemas.microsoft.com/office/drawing/2014/main" id="{5EDB49D4-6DEA-2DB8-55D1-2B951CC18424}"/>
                  </a:ext>
                </a:extLst>
              </p:cNvPr>
              <p:cNvCxnSpPr>
                <a:cxnSpLocks/>
                <a:stCxn id="53" idx="6"/>
                <a:endCxn id="34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0;p6">
                <a:extLst>
                  <a:ext uri="{FF2B5EF4-FFF2-40B4-BE49-F238E27FC236}">
                    <a16:creationId xmlns:a16="http://schemas.microsoft.com/office/drawing/2014/main" id="{0F333EFD-8BD4-CE56-6D93-DACB7649ADEF}"/>
                  </a:ext>
                </a:extLst>
              </p:cNvPr>
              <p:cNvCxnSpPr>
                <a:cxnSpLocks/>
                <a:stCxn id="53" idx="6"/>
                <a:endCxn id="35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1;p6">
                <a:extLst>
                  <a:ext uri="{FF2B5EF4-FFF2-40B4-BE49-F238E27FC236}">
                    <a16:creationId xmlns:a16="http://schemas.microsoft.com/office/drawing/2014/main" id="{92D38F71-41E4-AED5-3B69-841D96B760FE}"/>
                  </a:ext>
                </a:extLst>
              </p:cNvPr>
              <p:cNvCxnSpPr>
                <a:cxnSpLocks/>
                <a:stCxn id="53" idx="6"/>
                <a:endCxn id="36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2;p6">
                <a:extLst>
                  <a:ext uri="{FF2B5EF4-FFF2-40B4-BE49-F238E27FC236}">
                    <a16:creationId xmlns:a16="http://schemas.microsoft.com/office/drawing/2014/main" id="{B8904C31-1BAE-A4BF-CD3E-7B792FA38ED5}"/>
                  </a:ext>
                </a:extLst>
              </p:cNvPr>
              <p:cNvCxnSpPr>
                <a:cxnSpLocks/>
                <a:stCxn id="53" idx="6"/>
                <a:endCxn id="37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3;p6">
                <a:extLst>
                  <a:ext uri="{FF2B5EF4-FFF2-40B4-BE49-F238E27FC236}">
                    <a16:creationId xmlns:a16="http://schemas.microsoft.com/office/drawing/2014/main" id="{312C868C-E2C2-0BA4-F0AE-DA0318EC354E}"/>
                  </a:ext>
                </a:extLst>
              </p:cNvPr>
              <p:cNvCxnSpPr>
                <a:cxnSpLocks/>
                <a:stCxn id="54" idx="6"/>
                <a:endCxn id="37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4;p6">
                <a:extLst>
                  <a:ext uri="{FF2B5EF4-FFF2-40B4-BE49-F238E27FC236}">
                    <a16:creationId xmlns:a16="http://schemas.microsoft.com/office/drawing/2014/main" id="{E5BA9434-5921-5ED1-2B39-02B1991A12D6}"/>
                  </a:ext>
                </a:extLst>
              </p:cNvPr>
              <p:cNvCxnSpPr>
                <a:cxnSpLocks/>
                <a:stCxn id="54" idx="6"/>
                <a:endCxn id="36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85;p6">
                <a:extLst>
                  <a:ext uri="{FF2B5EF4-FFF2-40B4-BE49-F238E27FC236}">
                    <a16:creationId xmlns:a16="http://schemas.microsoft.com/office/drawing/2014/main" id="{9BEE8746-863D-0B4F-CBA7-FA6235A2E470}"/>
                  </a:ext>
                </a:extLst>
              </p:cNvPr>
              <p:cNvCxnSpPr>
                <a:cxnSpLocks/>
                <a:stCxn id="54" idx="6"/>
                <a:endCxn id="35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86;p6">
                <a:extLst>
                  <a:ext uri="{FF2B5EF4-FFF2-40B4-BE49-F238E27FC236}">
                    <a16:creationId xmlns:a16="http://schemas.microsoft.com/office/drawing/2014/main" id="{E6346814-A813-C578-58BD-D851504842F7}"/>
                  </a:ext>
                </a:extLst>
              </p:cNvPr>
              <p:cNvCxnSpPr>
                <a:cxnSpLocks/>
                <a:stCxn id="54" idx="6"/>
                <a:endCxn id="34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87;p6">
                <a:extLst>
                  <a:ext uri="{FF2B5EF4-FFF2-40B4-BE49-F238E27FC236}">
                    <a16:creationId xmlns:a16="http://schemas.microsoft.com/office/drawing/2014/main" id="{B4D80FA2-4252-D2C1-35F8-2072C1DE823F}"/>
                  </a:ext>
                </a:extLst>
              </p:cNvPr>
              <p:cNvCxnSpPr>
                <a:cxnSpLocks/>
                <a:stCxn id="54" idx="6"/>
                <a:endCxn id="33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588;p6">
                <a:extLst>
                  <a:ext uri="{FF2B5EF4-FFF2-40B4-BE49-F238E27FC236}">
                    <a16:creationId xmlns:a16="http://schemas.microsoft.com/office/drawing/2014/main" id="{12DFF54D-FABF-B3A6-BC09-A231F0CBF8AF}"/>
                  </a:ext>
                </a:extLst>
              </p:cNvPr>
              <p:cNvCxnSpPr>
                <a:cxnSpLocks/>
                <a:stCxn id="33" idx="6"/>
                <a:endCxn id="15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589;p6">
                <a:extLst>
                  <a:ext uri="{FF2B5EF4-FFF2-40B4-BE49-F238E27FC236}">
                    <a16:creationId xmlns:a16="http://schemas.microsoft.com/office/drawing/2014/main" id="{B2BE34B7-3A93-E730-E1CF-D4EF2CCEF695}"/>
                  </a:ext>
                </a:extLst>
              </p:cNvPr>
              <p:cNvCxnSpPr>
                <a:cxnSpLocks/>
                <a:stCxn id="34" idx="6"/>
                <a:endCxn id="15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0;p6">
                <a:extLst>
                  <a:ext uri="{FF2B5EF4-FFF2-40B4-BE49-F238E27FC236}">
                    <a16:creationId xmlns:a16="http://schemas.microsoft.com/office/drawing/2014/main" id="{EDDAA30E-F067-075E-A7B7-5C8E5EB6920D}"/>
                  </a:ext>
                </a:extLst>
              </p:cNvPr>
              <p:cNvCxnSpPr>
                <a:cxnSpLocks/>
                <a:stCxn id="35" idx="6"/>
                <a:endCxn id="15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1;p6">
                <a:extLst>
                  <a:ext uri="{FF2B5EF4-FFF2-40B4-BE49-F238E27FC236}">
                    <a16:creationId xmlns:a16="http://schemas.microsoft.com/office/drawing/2014/main" id="{DCBED781-3FB3-C4F3-41C6-9BE80B0AFE35}"/>
                  </a:ext>
                </a:extLst>
              </p:cNvPr>
              <p:cNvCxnSpPr>
                <a:cxnSpLocks/>
                <a:stCxn id="36" idx="6"/>
                <a:endCxn id="15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2;p6">
                <a:extLst>
                  <a:ext uri="{FF2B5EF4-FFF2-40B4-BE49-F238E27FC236}">
                    <a16:creationId xmlns:a16="http://schemas.microsoft.com/office/drawing/2014/main" id="{ECD92B2D-C281-C932-008B-A5571D3A55EB}"/>
                  </a:ext>
                </a:extLst>
              </p:cNvPr>
              <p:cNvCxnSpPr>
                <a:cxnSpLocks/>
                <a:stCxn id="37" idx="6"/>
                <a:endCxn id="15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593;p6">
                <a:extLst>
                  <a:ext uri="{FF2B5EF4-FFF2-40B4-BE49-F238E27FC236}">
                    <a16:creationId xmlns:a16="http://schemas.microsoft.com/office/drawing/2014/main" id="{7FF263FE-C1FE-43FF-4A82-0729BC1685E4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1" name="Google Shape;594;p6">
                <a:extLst>
                  <a:ext uri="{FF2B5EF4-FFF2-40B4-BE49-F238E27FC236}">
                    <a16:creationId xmlns:a16="http://schemas.microsoft.com/office/drawing/2014/main" id="{CF91D3F6-ECB3-59C9-F072-12164D014B42}"/>
                  </a:ext>
                </a:extLst>
              </p:cNvPr>
              <p:cNvCxnSpPr>
                <a:cxnSpLocks/>
                <a:stCxn id="34" idx="6"/>
                <a:endCxn id="70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595;p6">
                <a:extLst>
                  <a:ext uri="{FF2B5EF4-FFF2-40B4-BE49-F238E27FC236}">
                    <a16:creationId xmlns:a16="http://schemas.microsoft.com/office/drawing/2014/main" id="{93584C45-DB89-3FD6-B912-259B28CA93BD}"/>
                  </a:ext>
                </a:extLst>
              </p:cNvPr>
              <p:cNvCxnSpPr>
                <a:cxnSpLocks/>
                <a:stCxn id="35" idx="6"/>
                <a:endCxn id="70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596;p6">
                <a:extLst>
                  <a:ext uri="{FF2B5EF4-FFF2-40B4-BE49-F238E27FC236}">
                    <a16:creationId xmlns:a16="http://schemas.microsoft.com/office/drawing/2014/main" id="{439EEC9B-73A5-F38C-2A60-D6560E0BA0FF}"/>
                  </a:ext>
                </a:extLst>
              </p:cNvPr>
              <p:cNvCxnSpPr>
                <a:cxnSpLocks/>
                <a:stCxn id="36" idx="6"/>
                <a:endCxn id="70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597;p6">
                <a:extLst>
                  <a:ext uri="{FF2B5EF4-FFF2-40B4-BE49-F238E27FC236}">
                    <a16:creationId xmlns:a16="http://schemas.microsoft.com/office/drawing/2014/main" id="{27C43822-7892-CAA0-CD0D-22AACBCEE691}"/>
                  </a:ext>
                </a:extLst>
              </p:cNvPr>
              <p:cNvCxnSpPr>
                <a:cxnSpLocks/>
                <a:stCxn id="37" idx="6"/>
                <a:endCxn id="70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598;p6">
                <a:extLst>
                  <a:ext uri="{FF2B5EF4-FFF2-40B4-BE49-F238E27FC236}">
                    <a16:creationId xmlns:a16="http://schemas.microsoft.com/office/drawing/2014/main" id="{C8CFB35E-4B04-67FE-A15C-528FCF50776B}"/>
                  </a:ext>
                </a:extLst>
              </p:cNvPr>
              <p:cNvCxnSpPr>
                <a:cxnSpLocks/>
                <a:stCxn id="33" idx="6"/>
                <a:endCxn id="70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599;p6">
                <a:extLst>
                  <a:ext uri="{FF2B5EF4-FFF2-40B4-BE49-F238E27FC236}">
                    <a16:creationId xmlns:a16="http://schemas.microsoft.com/office/drawing/2014/main" id="{2E7E68CD-CEE3-F6B5-4F2C-0B2B87A6A3A8}"/>
                  </a:ext>
                </a:extLst>
              </p:cNvPr>
              <p:cNvCxnSpPr>
                <a:cxnSpLocks/>
                <a:stCxn id="12" idx="6"/>
                <a:endCxn id="32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" name="Google Shape;600;p6">
              <a:extLst>
                <a:ext uri="{FF2B5EF4-FFF2-40B4-BE49-F238E27FC236}">
                  <a16:creationId xmlns:a16="http://schemas.microsoft.com/office/drawing/2014/main" id="{32DA28C7-5C70-E114-6F80-6BD917DBCE09}"/>
                </a:ext>
              </a:extLst>
            </p:cNvPr>
            <p:cNvSpPr txBox="1"/>
            <p:nvPr/>
          </p:nvSpPr>
          <p:spPr>
            <a:xfrm rot="18475899">
              <a:off x="5529819" y="953524"/>
              <a:ext cx="1036522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="0" i="0" u="none" strike="noStrike" cap="none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20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01;p6">
              <a:extLst>
                <a:ext uri="{FF2B5EF4-FFF2-40B4-BE49-F238E27FC236}">
                  <a16:creationId xmlns:a16="http://schemas.microsoft.com/office/drawing/2014/main" id="{699F2691-F7D4-FA1C-BBAF-3000C238E1B4}"/>
                </a:ext>
              </a:extLst>
            </p:cNvPr>
            <p:cNvSpPr txBox="1"/>
            <p:nvPr/>
          </p:nvSpPr>
          <p:spPr>
            <a:xfrm rot="18475899">
              <a:off x="5513650" y="1904305"/>
              <a:ext cx="1120466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sz="2000" dirty="0">
                <a:solidFill>
                  <a:srgbClr val="FF0000"/>
                </a:solidFill>
              </a:endParaRPr>
            </a:p>
          </p:txBody>
        </p:sp>
        <p:sp>
          <p:nvSpPr>
            <p:cNvPr id="9" name="Google Shape;602;p6">
              <a:extLst>
                <a:ext uri="{FF2B5EF4-FFF2-40B4-BE49-F238E27FC236}">
                  <a16:creationId xmlns:a16="http://schemas.microsoft.com/office/drawing/2014/main" id="{3420A15C-27EF-2093-1015-87BDB9C5A3FE}"/>
                </a:ext>
              </a:extLst>
            </p:cNvPr>
            <p:cNvSpPr txBox="1"/>
            <p:nvPr/>
          </p:nvSpPr>
          <p:spPr>
            <a:xfrm rot="18475899">
              <a:off x="5569098" y="5260339"/>
              <a:ext cx="832643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20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600;p6">
              <a:extLst>
                <a:ext uri="{FF2B5EF4-FFF2-40B4-BE49-F238E27FC236}">
                  <a16:creationId xmlns:a16="http://schemas.microsoft.com/office/drawing/2014/main" id="{37B876AA-D0BD-2D57-1B4A-C7C9CBDD6DD7}"/>
                </a:ext>
              </a:extLst>
            </p:cNvPr>
            <p:cNvSpPr txBox="1"/>
            <p:nvPr/>
          </p:nvSpPr>
          <p:spPr>
            <a:xfrm rot="18475899">
              <a:off x="7620143" y="669965"/>
              <a:ext cx="1117620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2000" baseline="-25000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601;p6">
              <a:extLst>
                <a:ext uri="{FF2B5EF4-FFF2-40B4-BE49-F238E27FC236}">
                  <a16:creationId xmlns:a16="http://schemas.microsoft.com/office/drawing/2014/main" id="{A28DC51E-48F4-59EF-9C34-F76CC4A70F21}"/>
                </a:ext>
              </a:extLst>
            </p:cNvPr>
            <p:cNvSpPr txBox="1"/>
            <p:nvPr/>
          </p:nvSpPr>
          <p:spPr>
            <a:xfrm rot="18475899">
              <a:off x="7615844" y="1645045"/>
              <a:ext cx="1139951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sz="20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3BC01C4-8A32-1FC5-EFC5-A371EED32C43}"/>
                  </a:ext>
                </a:extLst>
              </p:cNvPr>
              <p:cNvSpPr txBox="1"/>
              <p:nvPr/>
            </p:nvSpPr>
            <p:spPr>
              <a:xfrm>
                <a:off x="5123998" y="6156489"/>
                <a:ext cx="4388384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3BC01C4-8A32-1FC5-EFC5-A371EED32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998" y="6156489"/>
                <a:ext cx="4388384" cy="587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51B6F5D-485F-1928-4486-3F676B846B7B}"/>
                  </a:ext>
                </a:extLst>
              </p14:cNvPr>
              <p14:cNvContentPartPr/>
              <p14:nvPr/>
            </p14:nvContentPartPr>
            <p14:xfrm>
              <a:off x="1130800" y="2250907"/>
              <a:ext cx="2124360" cy="70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51B6F5D-485F-1928-4486-3F676B846B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680" y="2244787"/>
                <a:ext cx="213660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89D8D83-11E4-A846-B317-2A1FE6031D8C}"/>
                  </a:ext>
                </a:extLst>
              </p14:cNvPr>
              <p14:cNvContentPartPr/>
              <p14:nvPr/>
            </p14:nvContentPartPr>
            <p14:xfrm>
              <a:off x="1096600" y="2776867"/>
              <a:ext cx="1350720" cy="48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89D8D83-11E4-A846-B317-2A1FE6031D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0480" y="2770747"/>
                <a:ext cx="1362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B005A22-AB4B-AF43-8C7B-B49C20FAB524}"/>
                  </a:ext>
                </a:extLst>
              </p14:cNvPr>
              <p14:cNvContentPartPr/>
              <p14:nvPr/>
            </p14:nvContentPartPr>
            <p14:xfrm>
              <a:off x="1048360" y="3253507"/>
              <a:ext cx="680760" cy="37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B005A22-AB4B-AF43-8C7B-B49C20FAB5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2240" y="3247387"/>
                <a:ext cx="6930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38B735B-A124-8D58-1967-E391DFDEC25C}"/>
                  </a:ext>
                </a:extLst>
              </p14:cNvPr>
              <p14:cNvContentPartPr/>
              <p14:nvPr/>
            </p14:nvContentPartPr>
            <p14:xfrm>
              <a:off x="882040" y="3759667"/>
              <a:ext cx="2045880" cy="58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38B735B-A124-8D58-1967-E391DFDEC25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5920" y="3753547"/>
                <a:ext cx="20581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E17F152-14D8-EC96-F18D-F4C28C0D0C99}"/>
                  </a:ext>
                </a:extLst>
              </p14:cNvPr>
              <p14:cNvContentPartPr/>
              <p14:nvPr/>
            </p14:nvContentPartPr>
            <p14:xfrm>
              <a:off x="922360" y="4217587"/>
              <a:ext cx="2127240" cy="141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E17F152-14D8-EC96-F18D-F4C28C0D0C9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6240" y="4211467"/>
                <a:ext cx="213948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01F1AB1C-78DE-1AED-8E8A-CA6D05BD7A41}"/>
              </a:ext>
            </a:extLst>
          </p:cNvPr>
          <p:cNvGrpSpPr/>
          <p:nvPr/>
        </p:nvGrpSpPr>
        <p:grpSpPr>
          <a:xfrm>
            <a:off x="6649960" y="5953507"/>
            <a:ext cx="1220400" cy="262440"/>
            <a:chOff x="6649960" y="5953507"/>
            <a:chExt cx="12204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D7599AA-937C-AD18-6670-E34E08998764}"/>
                    </a:ext>
                  </a:extLst>
                </p14:cNvPr>
                <p14:cNvContentPartPr/>
                <p14:nvPr/>
              </p14:nvContentPartPr>
              <p14:xfrm>
                <a:off x="6649960" y="6056467"/>
                <a:ext cx="1075680" cy="15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D7599AA-937C-AD18-6670-E34E089987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3840" y="6050347"/>
                  <a:ext cx="1087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069E8B4-C3AF-B609-27FB-503296A6F582}"/>
                    </a:ext>
                  </a:extLst>
                </p14:cNvPr>
                <p14:cNvContentPartPr/>
                <p14:nvPr/>
              </p14:nvContentPartPr>
              <p14:xfrm>
                <a:off x="7623040" y="5953507"/>
                <a:ext cx="247320" cy="262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069E8B4-C3AF-B609-27FB-503296A6F5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16920" y="5947387"/>
                  <a:ext cx="25956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E05A88F-BDF2-E581-4A1B-59A095688227}"/>
              </a:ext>
            </a:extLst>
          </p:cNvPr>
          <p:cNvGrpSpPr/>
          <p:nvPr/>
        </p:nvGrpSpPr>
        <p:grpSpPr>
          <a:xfrm>
            <a:off x="6654280" y="6089947"/>
            <a:ext cx="263520" cy="222840"/>
            <a:chOff x="6654280" y="6089947"/>
            <a:chExt cx="2635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104AD1-C21E-CF34-381F-F7DCBF8C9828}"/>
                    </a:ext>
                  </a:extLst>
                </p14:cNvPr>
                <p14:cNvContentPartPr/>
                <p14:nvPr/>
              </p14:nvContentPartPr>
              <p14:xfrm>
                <a:off x="6683440" y="6145387"/>
                <a:ext cx="161280" cy="167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104AD1-C21E-CF34-381F-F7DCBF8C982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77320" y="6139267"/>
                  <a:ext cx="173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A410936-ECB2-9420-A482-D4AC0B483E1E}"/>
                    </a:ext>
                  </a:extLst>
                </p14:cNvPr>
                <p14:cNvContentPartPr/>
                <p14:nvPr/>
              </p14:nvContentPartPr>
              <p14:xfrm>
                <a:off x="6654280" y="6089947"/>
                <a:ext cx="263520" cy="47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A410936-ECB2-9420-A482-D4AC0B483E1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48160" y="6083827"/>
                  <a:ext cx="2757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4747F95-5512-729A-3F74-50754E7EFD63}"/>
              </a:ext>
            </a:extLst>
          </p:cNvPr>
          <p:cNvGrpSpPr/>
          <p:nvPr/>
        </p:nvGrpSpPr>
        <p:grpSpPr>
          <a:xfrm>
            <a:off x="6507760" y="6645427"/>
            <a:ext cx="277200" cy="26640"/>
            <a:chOff x="6507760" y="6645427"/>
            <a:chExt cx="277200" cy="2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CB5878C-F36B-15C4-8BD8-5C9868749539}"/>
                    </a:ext>
                  </a:extLst>
                </p14:cNvPr>
                <p14:cNvContentPartPr/>
                <p14:nvPr/>
              </p14:nvContentPartPr>
              <p14:xfrm>
                <a:off x="6507760" y="6667747"/>
                <a:ext cx="12600" cy="4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CB5878C-F36B-15C4-8BD8-5C986874953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01640" y="6661627"/>
                  <a:ext cx="248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4C8B908-47AC-D179-B879-A97B756D6F3D}"/>
                    </a:ext>
                  </a:extLst>
                </p14:cNvPr>
                <p14:cNvContentPartPr/>
                <p14:nvPr/>
              </p14:nvContentPartPr>
              <p14:xfrm>
                <a:off x="6784600" y="6645427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4C8B908-47AC-D179-B879-A97B756D6F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778480" y="66393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5648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5D4E50B-186F-209C-5278-562F22B397D0}"/>
              </a:ext>
            </a:extLst>
          </p:cNvPr>
          <p:cNvGrpSpPr/>
          <p:nvPr/>
        </p:nvGrpSpPr>
        <p:grpSpPr>
          <a:xfrm>
            <a:off x="755505" y="295059"/>
            <a:ext cx="10211535" cy="6562941"/>
            <a:chOff x="1720705" y="295059"/>
            <a:chExt cx="10211535" cy="6562941"/>
          </a:xfrm>
        </p:grpSpPr>
        <p:pic>
          <p:nvPicPr>
            <p:cNvPr id="2" name="Picture 4" descr="Overfitting and Underfitting | Kaggle">
              <a:extLst>
                <a:ext uri="{FF2B5EF4-FFF2-40B4-BE49-F238E27FC236}">
                  <a16:creationId xmlns:a16="http://schemas.microsoft.com/office/drawing/2014/main" id="{D993BA02-8605-5C61-372D-0E456A815B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0705" y="295059"/>
              <a:ext cx="8750589" cy="6562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543056-0B7D-50BC-3D61-0F21652829A0}"/>
                    </a:ext>
                  </a:extLst>
                </p14:cNvPr>
                <p14:cNvContentPartPr/>
                <p14:nvPr/>
              </p14:nvContentPartPr>
              <p14:xfrm>
                <a:off x="8640400" y="5357347"/>
                <a:ext cx="1136880" cy="4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543056-0B7D-50BC-3D61-0F21652829A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34280" y="5351227"/>
                  <a:ext cx="1149120" cy="57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F6572FF-8032-52CF-1AB3-1B3B6E5D4814}"/>
                </a:ext>
              </a:extLst>
            </p:cNvPr>
            <p:cNvGrpSpPr/>
            <p:nvPr/>
          </p:nvGrpSpPr>
          <p:grpSpPr>
            <a:xfrm>
              <a:off x="10367680" y="4973947"/>
              <a:ext cx="268200" cy="426960"/>
              <a:chOff x="10367680" y="4973947"/>
              <a:chExt cx="268200" cy="426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6648094C-F753-509D-B26B-268093D0D581}"/>
                      </a:ext>
                    </a:extLst>
                  </p14:cNvPr>
                  <p14:cNvContentPartPr/>
                  <p14:nvPr/>
                </p14:nvContentPartPr>
                <p14:xfrm>
                  <a:off x="10400800" y="5062867"/>
                  <a:ext cx="204120" cy="33804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6648094C-F753-509D-B26B-268093D0D58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394680" y="5056747"/>
                    <a:ext cx="216360" cy="350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2C5D6813-C347-6020-F334-D2F0965E51F3}"/>
                      </a:ext>
                    </a:extLst>
                  </p14:cNvPr>
                  <p14:cNvContentPartPr/>
                  <p14:nvPr/>
                </p14:nvContentPartPr>
                <p14:xfrm>
                  <a:off x="10367680" y="4973947"/>
                  <a:ext cx="268200" cy="9576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2C5D6813-C347-6020-F334-D2F0965E51F3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361560" y="4967827"/>
                    <a:ext cx="280440" cy="108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AB54B8-0148-19BD-4271-EF1219292E13}"/>
                    </a:ext>
                  </a:extLst>
                </p14:cNvPr>
                <p14:cNvContentPartPr/>
                <p14:nvPr/>
              </p14:nvContentPartPr>
              <p14:xfrm>
                <a:off x="6773440" y="6468307"/>
                <a:ext cx="1134360" cy="68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AB54B8-0148-19BD-4271-EF1219292E1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67320" y="6462187"/>
                  <a:ext cx="11466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2EFDF2-9546-F186-0213-F61A10C54DC4}"/>
                    </a:ext>
                  </a:extLst>
                </p14:cNvPr>
                <p14:cNvContentPartPr/>
                <p14:nvPr/>
              </p14:nvContentPartPr>
              <p14:xfrm>
                <a:off x="2670880" y="5685667"/>
                <a:ext cx="177840" cy="300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2EFDF2-9546-F186-0213-F61A10C54DC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64760" y="5679547"/>
                  <a:ext cx="190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997A9C6-902B-2E67-B9EB-53B55D882701}"/>
                    </a:ext>
                  </a:extLst>
                </p14:cNvPr>
                <p14:cNvContentPartPr/>
                <p14:nvPr/>
              </p14:nvContentPartPr>
              <p14:xfrm>
                <a:off x="8232520" y="5176627"/>
                <a:ext cx="3699720" cy="60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997A9C6-902B-2E67-B9EB-53B55D8827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26400" y="5170507"/>
                  <a:ext cx="37119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B62DCC5-6613-FA96-015C-FDBABE2A5BF1}"/>
                    </a:ext>
                  </a:extLst>
                </p14:cNvPr>
                <p14:cNvContentPartPr/>
                <p14:nvPr/>
              </p14:nvContentPartPr>
              <p14:xfrm>
                <a:off x="8338000" y="698227"/>
                <a:ext cx="3475440" cy="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B62DCC5-6613-FA96-015C-FDBABE2A5BF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31880" y="685987"/>
                  <a:ext cx="3487680" cy="25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62CE54B-2210-F8F4-15BB-1448606BF2EB}"/>
                </a:ext>
              </a:extLst>
            </p:cNvPr>
            <p:cNvGrpSpPr/>
            <p:nvPr/>
          </p:nvGrpSpPr>
          <p:grpSpPr>
            <a:xfrm>
              <a:off x="10573960" y="2180707"/>
              <a:ext cx="1316160" cy="2172960"/>
              <a:chOff x="10573960" y="2180707"/>
              <a:chExt cx="1316160" cy="2172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F9EB3699-57B8-AADD-9AC4-39E84551909A}"/>
                      </a:ext>
                    </a:extLst>
                  </p14:cNvPr>
                  <p14:cNvContentPartPr/>
                  <p14:nvPr/>
                </p14:nvContentPartPr>
                <p14:xfrm>
                  <a:off x="10573960" y="2180707"/>
                  <a:ext cx="35640" cy="217296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F9EB3699-57B8-AADD-9AC4-39E84551909A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567840" y="2174587"/>
                    <a:ext cx="47880" cy="2185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FFF95DF3-AAD8-0758-7AE0-EB280CC69DB4}"/>
                      </a:ext>
                    </a:extLst>
                  </p14:cNvPr>
                  <p14:cNvContentPartPr/>
                  <p14:nvPr/>
                </p14:nvContentPartPr>
                <p14:xfrm>
                  <a:off x="10895800" y="3040387"/>
                  <a:ext cx="124560" cy="16020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FFF95DF3-AAD8-0758-7AE0-EB280CC69DB4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0889680" y="3034267"/>
                    <a:ext cx="136800" cy="172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9E2D1B31-0355-813B-2AE5-2C808FAFB254}"/>
                      </a:ext>
                    </a:extLst>
                  </p14:cNvPr>
                  <p14:cNvContentPartPr/>
                  <p14:nvPr/>
                </p14:nvContentPartPr>
                <p14:xfrm>
                  <a:off x="11086240" y="3024547"/>
                  <a:ext cx="274680" cy="16992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9E2D1B31-0355-813B-2AE5-2C808FAFB254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11080120" y="3018427"/>
                    <a:ext cx="286920" cy="18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4021F73F-FD70-8F90-DF99-9A99A20DB179}"/>
                      </a:ext>
                    </a:extLst>
                  </p14:cNvPr>
                  <p14:cNvContentPartPr/>
                  <p14:nvPr/>
                </p14:nvContentPartPr>
                <p14:xfrm>
                  <a:off x="11405920" y="3026707"/>
                  <a:ext cx="484200" cy="22644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4021F73F-FD70-8F90-DF99-9A99A20DB179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11399800" y="3020587"/>
                    <a:ext cx="496440" cy="2386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B9066D2-8C67-5AA3-44F5-ACDB65E160D1}"/>
                    </a:ext>
                  </a:extLst>
                </p14:cNvPr>
                <p14:cNvContentPartPr/>
                <p14:nvPr/>
              </p14:nvContentPartPr>
              <p14:xfrm>
                <a:off x="9233320" y="1162627"/>
                <a:ext cx="195120" cy="164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B9066D2-8C67-5AA3-44F5-ACDB65E160D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27200" y="1156507"/>
                  <a:ext cx="207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B2316C2-1C0A-CDC9-DF8B-9550B2D01973}"/>
                    </a:ext>
                  </a:extLst>
                </p14:cNvPr>
                <p14:cNvContentPartPr/>
                <p14:nvPr/>
              </p14:nvContentPartPr>
              <p14:xfrm>
                <a:off x="11387560" y="1843747"/>
                <a:ext cx="166320" cy="278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B2316C2-1C0A-CDC9-DF8B-9550B2D0197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381440" y="1837627"/>
                  <a:ext cx="178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D46FBF-A339-0595-9402-06888AF1F796}"/>
                    </a:ext>
                  </a:extLst>
                </p14:cNvPr>
                <p14:cNvContentPartPr/>
                <p14:nvPr/>
              </p14:nvContentPartPr>
              <p14:xfrm>
                <a:off x="10942960" y="1879387"/>
                <a:ext cx="25200" cy="185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D46FBF-A339-0595-9402-06888AF1F7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936840" y="1873267"/>
                  <a:ext cx="37440" cy="197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0C2F666-5E15-85E1-2B76-3470410FE350}"/>
                </a:ext>
              </a:extLst>
            </p:cNvPr>
            <p:cNvGrpSpPr/>
            <p:nvPr/>
          </p:nvGrpSpPr>
          <p:grpSpPr>
            <a:xfrm>
              <a:off x="7861360" y="340387"/>
              <a:ext cx="3998880" cy="2214000"/>
              <a:chOff x="7861360" y="340387"/>
              <a:chExt cx="3998880" cy="2214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56BE6AC7-BB86-6F81-416F-9820F288F877}"/>
                      </a:ext>
                    </a:extLst>
                  </p14:cNvPr>
                  <p14:cNvContentPartPr/>
                  <p14:nvPr/>
                </p14:nvContentPartPr>
                <p14:xfrm>
                  <a:off x="11783560" y="760867"/>
                  <a:ext cx="50040" cy="51912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56BE6AC7-BB86-6F81-416F-9820F288F877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11777440" y="754747"/>
                    <a:ext cx="62280" cy="531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8CC59A3D-4626-E3D9-A97C-6A3838660BE1}"/>
                      </a:ext>
                    </a:extLst>
                  </p14:cNvPr>
                  <p14:cNvContentPartPr/>
                  <p14:nvPr/>
                </p14:nvContentPartPr>
                <p14:xfrm>
                  <a:off x="8427640" y="792187"/>
                  <a:ext cx="3386880" cy="4647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8CC59A3D-4626-E3D9-A97C-6A3838660BE1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421520" y="786067"/>
                    <a:ext cx="3399120" cy="477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F8C71F0F-F0E9-D4F8-722D-E53DA4D3833E}"/>
                      </a:ext>
                    </a:extLst>
                  </p14:cNvPr>
                  <p14:cNvContentPartPr/>
                  <p14:nvPr/>
                </p14:nvContentPartPr>
                <p14:xfrm>
                  <a:off x="9363640" y="340387"/>
                  <a:ext cx="107280" cy="26928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F8C71F0F-F0E9-D4F8-722D-E53DA4D3833E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9357520" y="334267"/>
                    <a:ext cx="119520" cy="281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B044BDEB-3F91-628A-D776-04C99D64B022}"/>
                      </a:ext>
                    </a:extLst>
                  </p14:cNvPr>
                  <p14:cNvContentPartPr/>
                  <p14:nvPr/>
                </p14:nvContentPartPr>
                <p14:xfrm>
                  <a:off x="9496840" y="462787"/>
                  <a:ext cx="104400" cy="14796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B044BDEB-3F91-628A-D776-04C99D64B022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9490720" y="456667"/>
                    <a:ext cx="116640" cy="160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3EFBCFEC-8045-B26E-C201-5230A11C38A6}"/>
                      </a:ext>
                    </a:extLst>
                  </p14:cNvPr>
                  <p14:cNvContentPartPr/>
                  <p14:nvPr/>
                </p14:nvContentPartPr>
                <p14:xfrm>
                  <a:off x="9648040" y="406987"/>
                  <a:ext cx="36000" cy="22392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3EFBCFEC-8045-B26E-C201-5230A11C38A6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641920" y="400867"/>
                    <a:ext cx="48240" cy="236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51AB4C2E-31F0-0F25-CB85-B6401477D524}"/>
                      </a:ext>
                    </a:extLst>
                  </p14:cNvPr>
                  <p14:cNvContentPartPr/>
                  <p14:nvPr/>
                </p14:nvContentPartPr>
                <p14:xfrm>
                  <a:off x="9618880" y="448387"/>
                  <a:ext cx="175320" cy="1584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51AB4C2E-31F0-0F25-CB85-B6401477D524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612760" y="442267"/>
                    <a:ext cx="187560" cy="2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5CD70856-9DD8-6E67-63DE-A41EF22921D9}"/>
                      </a:ext>
                    </a:extLst>
                  </p14:cNvPr>
                  <p14:cNvContentPartPr/>
                  <p14:nvPr/>
                </p14:nvContentPartPr>
                <p14:xfrm>
                  <a:off x="9750280" y="461707"/>
                  <a:ext cx="125280" cy="14940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5CD70856-9DD8-6E67-63DE-A41EF22921D9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744160" y="455587"/>
                    <a:ext cx="137520" cy="161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9AB6C017-B459-B8A1-E573-713C003EA3D4}"/>
                      </a:ext>
                    </a:extLst>
                  </p14:cNvPr>
                  <p14:cNvContentPartPr/>
                  <p14:nvPr/>
                </p14:nvContentPartPr>
                <p14:xfrm>
                  <a:off x="9926680" y="463867"/>
                  <a:ext cx="115200" cy="17136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9AB6C017-B459-B8A1-E573-713C003EA3D4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920560" y="457747"/>
                    <a:ext cx="127440" cy="18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8189DA8D-80D2-6CA0-2260-39AB51F3A558}"/>
                      </a:ext>
                    </a:extLst>
                  </p14:cNvPr>
                  <p14:cNvContentPartPr/>
                  <p14:nvPr/>
                </p14:nvContentPartPr>
                <p14:xfrm>
                  <a:off x="10007680" y="486547"/>
                  <a:ext cx="275400" cy="1598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8189DA8D-80D2-6CA0-2260-39AB51F3A558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10001560" y="480427"/>
                    <a:ext cx="287640" cy="17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E0C0B08E-510D-8EF7-B0C3-2DAC2B18F9FD}"/>
                      </a:ext>
                    </a:extLst>
                  </p14:cNvPr>
                  <p14:cNvContentPartPr/>
                  <p14:nvPr/>
                </p14:nvContentPartPr>
                <p14:xfrm>
                  <a:off x="10203880" y="388267"/>
                  <a:ext cx="248400" cy="27432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E0C0B08E-510D-8EF7-B0C3-2DAC2B18F9FD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0197760" y="382147"/>
                    <a:ext cx="260640" cy="286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590663A2-101B-5818-E332-3FCA91A5DC70}"/>
                      </a:ext>
                    </a:extLst>
                  </p14:cNvPr>
                  <p14:cNvContentPartPr/>
                  <p14:nvPr/>
                </p14:nvContentPartPr>
                <p14:xfrm>
                  <a:off x="7883680" y="782467"/>
                  <a:ext cx="216360" cy="21096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590663A2-101B-5818-E332-3FCA91A5DC70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7877560" y="776347"/>
                    <a:ext cx="228600" cy="22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C0D01FF3-142F-CF02-0875-FF530545A4CD}"/>
                      </a:ext>
                    </a:extLst>
                  </p14:cNvPr>
                  <p14:cNvContentPartPr/>
                  <p14:nvPr/>
                </p14:nvContentPartPr>
                <p14:xfrm>
                  <a:off x="7861360" y="667987"/>
                  <a:ext cx="322560" cy="6552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C0D01FF3-142F-CF02-0875-FF530545A4CD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7855240" y="661867"/>
                    <a:ext cx="334800" cy="7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35F21EDA-CE5D-6315-D62F-90E1A9CF3C02}"/>
                      </a:ext>
                    </a:extLst>
                  </p14:cNvPr>
                  <p14:cNvContentPartPr/>
                  <p14:nvPr/>
                </p14:nvContentPartPr>
                <p14:xfrm>
                  <a:off x="8483440" y="1548907"/>
                  <a:ext cx="5040" cy="56484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35F21EDA-CE5D-6315-D62F-90E1A9CF3C02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8477320" y="1542787"/>
                    <a:ext cx="17280" cy="577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C0398BD4-4228-31E2-3B79-20413867CEC5}"/>
                      </a:ext>
                    </a:extLst>
                  </p14:cNvPr>
                  <p14:cNvContentPartPr/>
                  <p14:nvPr/>
                </p14:nvContentPartPr>
                <p14:xfrm>
                  <a:off x="8483800" y="1631707"/>
                  <a:ext cx="3298320" cy="60876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C0398BD4-4228-31E2-3B79-20413867CEC5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8477680" y="1625587"/>
                    <a:ext cx="3310560" cy="621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DBA0B557-5B98-2659-A277-D7CEFD3A8835}"/>
                      </a:ext>
                    </a:extLst>
                  </p14:cNvPr>
                  <p14:cNvContentPartPr/>
                  <p14:nvPr/>
                </p14:nvContentPartPr>
                <p14:xfrm>
                  <a:off x="8020480" y="1783267"/>
                  <a:ext cx="171720" cy="47196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DBA0B557-5B98-2659-A277-D7CEFD3A8835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8014360" y="1777147"/>
                    <a:ext cx="183960" cy="484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A972C550-731B-4EC2-6941-078F0523846C}"/>
                      </a:ext>
                    </a:extLst>
                  </p14:cNvPr>
                  <p14:cNvContentPartPr/>
                  <p14:nvPr/>
                </p14:nvContentPartPr>
                <p14:xfrm>
                  <a:off x="7953520" y="1760227"/>
                  <a:ext cx="313560" cy="5076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A972C550-731B-4EC2-6941-078F0523846C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7947400" y="1754107"/>
                    <a:ext cx="325800" cy="63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2B738395-948D-FFAB-1D2C-942A04E3168C}"/>
                      </a:ext>
                    </a:extLst>
                  </p14:cNvPr>
                  <p14:cNvContentPartPr/>
                  <p14:nvPr/>
                </p14:nvContentPartPr>
                <p14:xfrm>
                  <a:off x="10545160" y="689587"/>
                  <a:ext cx="64080" cy="154764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2B738395-948D-FFAB-1D2C-942A04E3168C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10539040" y="683467"/>
                    <a:ext cx="76320" cy="1559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67A388F2-A1EB-11C8-1112-AD0F008F3E24}"/>
                      </a:ext>
                    </a:extLst>
                  </p14:cNvPr>
                  <p14:cNvContentPartPr/>
                  <p14:nvPr/>
                </p14:nvContentPartPr>
                <p14:xfrm>
                  <a:off x="11056720" y="584467"/>
                  <a:ext cx="147240" cy="182916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67A388F2-A1EB-11C8-1112-AD0F008F3E24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11050600" y="578347"/>
                    <a:ext cx="159480" cy="184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CE7731BF-4D1E-6116-0111-999C6534E117}"/>
                      </a:ext>
                    </a:extLst>
                  </p14:cNvPr>
                  <p14:cNvContentPartPr/>
                  <p14:nvPr/>
                </p14:nvContentPartPr>
                <p14:xfrm>
                  <a:off x="10850080" y="936547"/>
                  <a:ext cx="25920" cy="59040"/>
                </p14:xfrm>
              </p:contentPart>
            </mc:Choice>
            <mc:Fallback xmlns=""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CE7731BF-4D1E-6116-0111-999C6534E117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10843960" y="930427"/>
                    <a:ext cx="38160" cy="71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4CF46131-FA33-4FF9-AD8E-B684C186701E}"/>
                      </a:ext>
                    </a:extLst>
                  </p14:cNvPr>
                  <p14:cNvContentPartPr/>
                  <p14:nvPr/>
                </p14:nvContentPartPr>
                <p14:xfrm>
                  <a:off x="10814800" y="881107"/>
                  <a:ext cx="104040" cy="13968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4CF46131-FA33-4FF9-AD8E-B684C186701E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10808680" y="874987"/>
                    <a:ext cx="116280" cy="151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ABA3F6AF-3673-C731-61FF-A9061C1F7A33}"/>
                      </a:ext>
                    </a:extLst>
                  </p14:cNvPr>
                  <p14:cNvContentPartPr/>
                  <p14:nvPr/>
                </p14:nvContentPartPr>
                <p14:xfrm>
                  <a:off x="11433280" y="837547"/>
                  <a:ext cx="188280" cy="205200"/>
                </p14:xfrm>
              </p:contentPart>
            </mc:Choice>
            <mc:Fallback xmlns=""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ABA3F6AF-3673-C731-61FF-A9061C1F7A33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11427160" y="831427"/>
                    <a:ext cx="200520" cy="21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05E57246-952D-3B6A-57FB-28505A59D0BE}"/>
                      </a:ext>
                    </a:extLst>
                  </p14:cNvPr>
                  <p14:cNvContentPartPr/>
                  <p14:nvPr/>
                </p14:nvContentPartPr>
                <p14:xfrm>
                  <a:off x="10819480" y="1877227"/>
                  <a:ext cx="100800" cy="228240"/>
                </p14:xfrm>
              </p:contentPart>
            </mc:Choice>
            <mc:Fallback xmlns=""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5E57246-952D-3B6A-57FB-28505A59D0BE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10813360" y="1871107"/>
                    <a:ext cx="113040" cy="240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4FFF36FC-0257-B5FF-14DD-39B2EFE78A81}"/>
                      </a:ext>
                    </a:extLst>
                  </p14:cNvPr>
                  <p14:cNvContentPartPr/>
                  <p14:nvPr/>
                </p14:nvContentPartPr>
                <p14:xfrm>
                  <a:off x="9018400" y="845827"/>
                  <a:ext cx="125640" cy="23796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4FFF36FC-0257-B5FF-14DD-39B2EFE78A81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012280" y="839707"/>
                    <a:ext cx="137880" cy="250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FE4667B6-A309-8565-6DB8-9AA28636EAA5}"/>
                      </a:ext>
                    </a:extLst>
                  </p14:cNvPr>
                  <p14:cNvContentPartPr/>
                  <p14:nvPr/>
                </p14:nvContentPartPr>
                <p14:xfrm>
                  <a:off x="9009400" y="954547"/>
                  <a:ext cx="183240" cy="2304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FE4667B6-A309-8565-6DB8-9AA28636EAA5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9003280" y="948427"/>
                    <a:ext cx="195480" cy="35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0DF97452-4239-DC14-14F6-4BAC1DAF5F48}"/>
                      </a:ext>
                    </a:extLst>
                  </p14:cNvPr>
                  <p14:cNvContentPartPr/>
                  <p14:nvPr/>
                </p14:nvContentPartPr>
                <p14:xfrm>
                  <a:off x="9196240" y="939067"/>
                  <a:ext cx="84960" cy="13788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0DF97452-4239-DC14-14F6-4BAC1DAF5F48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9190120" y="932947"/>
                    <a:ext cx="97200" cy="150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05AF4689-780D-52B7-5D96-F5165D1D2633}"/>
                      </a:ext>
                    </a:extLst>
                  </p14:cNvPr>
                  <p14:cNvContentPartPr/>
                  <p14:nvPr/>
                </p14:nvContentPartPr>
                <p14:xfrm>
                  <a:off x="9254920" y="953467"/>
                  <a:ext cx="137520" cy="13032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05AF4689-780D-52B7-5D96-F5165D1D2633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9248800" y="947347"/>
                    <a:ext cx="149760" cy="142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A28E0C42-A129-C9D8-DBBE-1B26042736EA}"/>
                      </a:ext>
                    </a:extLst>
                  </p14:cNvPr>
                  <p14:cNvContentPartPr/>
                  <p14:nvPr/>
                </p14:nvContentPartPr>
                <p14:xfrm>
                  <a:off x="9437440" y="959587"/>
                  <a:ext cx="3600" cy="10080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A28E0C42-A129-C9D8-DBBE-1B26042736EA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9431320" y="953467"/>
                    <a:ext cx="15840" cy="113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E7A86999-C566-42AC-E6A3-275FEAF2EE4D}"/>
                      </a:ext>
                    </a:extLst>
                  </p14:cNvPr>
                  <p14:cNvContentPartPr/>
                  <p14:nvPr/>
                </p14:nvContentPartPr>
                <p14:xfrm>
                  <a:off x="9466240" y="868147"/>
                  <a:ext cx="12600" cy="1908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E7A86999-C566-42AC-E6A3-275FEAF2EE4D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9460120" y="862027"/>
                    <a:ext cx="24840" cy="31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58665267-0B75-10F9-0983-9B84FA24FFF6}"/>
                      </a:ext>
                    </a:extLst>
                  </p14:cNvPr>
                  <p14:cNvContentPartPr/>
                  <p14:nvPr/>
                </p14:nvContentPartPr>
                <p14:xfrm>
                  <a:off x="9516280" y="910267"/>
                  <a:ext cx="126000" cy="16200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58665267-0B75-10F9-0983-9B84FA24FFF6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9510160" y="904147"/>
                    <a:ext cx="138240" cy="174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B2493C2D-84AC-9E37-4F42-440FCF143C0A}"/>
                      </a:ext>
                    </a:extLst>
                  </p14:cNvPr>
                  <p14:cNvContentPartPr/>
                  <p14:nvPr/>
                </p14:nvContentPartPr>
                <p14:xfrm>
                  <a:off x="9038920" y="1812067"/>
                  <a:ext cx="169560" cy="22680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B2493C2D-84AC-9E37-4F42-440FCF143C0A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9032800" y="1805947"/>
                    <a:ext cx="181800" cy="23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F1683B31-3EDB-59EF-A47B-9D62F382AF82}"/>
                      </a:ext>
                    </a:extLst>
                  </p14:cNvPr>
                  <p14:cNvContentPartPr/>
                  <p14:nvPr/>
                </p14:nvContentPartPr>
                <p14:xfrm>
                  <a:off x="9075280" y="1888387"/>
                  <a:ext cx="173520" cy="216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F1683B31-3EDB-59EF-A47B-9D62F382AF82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9069160" y="1882267"/>
                    <a:ext cx="185760" cy="3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F469D640-39AD-ED4C-C2DB-B80883BBC3C8}"/>
                      </a:ext>
                    </a:extLst>
                  </p14:cNvPr>
                  <p14:cNvContentPartPr/>
                  <p14:nvPr/>
                </p14:nvContentPartPr>
                <p14:xfrm>
                  <a:off x="9252760" y="1875067"/>
                  <a:ext cx="111240" cy="14400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F469D640-39AD-ED4C-C2DB-B80883BBC3C8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9246640" y="1868947"/>
                    <a:ext cx="123480" cy="156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B611EF27-7A94-E282-6190-7B2069393FB0}"/>
                      </a:ext>
                    </a:extLst>
                  </p14:cNvPr>
                  <p14:cNvContentPartPr/>
                  <p14:nvPr/>
                </p14:nvContentPartPr>
                <p14:xfrm>
                  <a:off x="9373720" y="1896307"/>
                  <a:ext cx="108000" cy="13284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B611EF27-7A94-E282-6190-7B2069393FB0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9367600" y="1890187"/>
                    <a:ext cx="120240" cy="14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57A0B2B4-FB87-276D-74AF-F22262880144}"/>
                      </a:ext>
                    </a:extLst>
                  </p14:cNvPr>
                  <p14:cNvContentPartPr/>
                  <p14:nvPr/>
                </p14:nvContentPartPr>
                <p14:xfrm>
                  <a:off x="9567400" y="1812067"/>
                  <a:ext cx="45720" cy="18900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57A0B2B4-FB87-276D-74AF-F22262880144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9561280" y="1805947"/>
                    <a:ext cx="57960" cy="20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9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40A82388-D59A-4164-0D08-BCF0192D06AB}"/>
                      </a:ext>
                    </a:extLst>
                  </p14:cNvPr>
                  <p14:cNvContentPartPr/>
                  <p14:nvPr/>
                </p14:nvContentPartPr>
                <p14:xfrm>
                  <a:off x="9658480" y="1897387"/>
                  <a:ext cx="120240" cy="15264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40A82388-D59A-4164-0D08-BCF0192D06AB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9652360" y="1891267"/>
                    <a:ext cx="132480" cy="164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1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7BBBFCC8-2AFB-1130-B60C-33D4BD36B435}"/>
                      </a:ext>
                    </a:extLst>
                  </p14:cNvPr>
                  <p14:cNvContentPartPr/>
                  <p14:nvPr/>
                </p14:nvContentPartPr>
                <p14:xfrm>
                  <a:off x="9108760" y="2205187"/>
                  <a:ext cx="106200" cy="26424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7BBBFCC8-2AFB-1130-B60C-33D4BD36B435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9102640" y="2199067"/>
                    <a:ext cx="118440" cy="276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14EDE5C4-F012-A8B2-471D-0DC2D2CC9A4C}"/>
                      </a:ext>
                    </a:extLst>
                  </p14:cNvPr>
                  <p14:cNvContentPartPr/>
                  <p14:nvPr/>
                </p14:nvContentPartPr>
                <p14:xfrm>
                  <a:off x="9247720" y="2248027"/>
                  <a:ext cx="98640" cy="14544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14EDE5C4-F012-A8B2-471D-0DC2D2CC9A4C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9241600" y="2241907"/>
                    <a:ext cx="110880" cy="15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5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02682A03-7FD3-4220-1B27-1C99AC6156A4}"/>
                      </a:ext>
                    </a:extLst>
                  </p14:cNvPr>
                  <p14:cNvContentPartPr/>
                  <p14:nvPr/>
                </p14:nvContentPartPr>
                <p14:xfrm>
                  <a:off x="9387040" y="2226427"/>
                  <a:ext cx="52200" cy="7452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02682A03-7FD3-4220-1B27-1C99AC6156A4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9380920" y="2220307"/>
                    <a:ext cx="64440" cy="8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7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32E49186-09A9-496C-B0D9-C341318949C3}"/>
                      </a:ext>
                    </a:extLst>
                  </p14:cNvPr>
                  <p14:cNvContentPartPr/>
                  <p14:nvPr/>
                </p14:nvContentPartPr>
                <p14:xfrm>
                  <a:off x="9280480" y="2180707"/>
                  <a:ext cx="300600" cy="31464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32E49186-09A9-496C-B0D9-C341318949C3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9274360" y="2174587"/>
                    <a:ext cx="312840" cy="326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9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0963CBF8-707E-4830-7C5A-009CCE852DF4}"/>
                      </a:ext>
                    </a:extLst>
                  </p14:cNvPr>
                  <p14:cNvContentPartPr/>
                  <p14:nvPr/>
                </p14:nvContentPartPr>
                <p14:xfrm>
                  <a:off x="9412600" y="2368267"/>
                  <a:ext cx="62640" cy="13104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0963CBF8-707E-4830-7C5A-009CCE852DF4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9406480" y="2362147"/>
                    <a:ext cx="74880" cy="143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1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BA76DAAB-EACC-C5AE-DC64-52C6EBF5EB73}"/>
                      </a:ext>
                    </a:extLst>
                  </p14:cNvPr>
                  <p14:cNvContentPartPr/>
                  <p14:nvPr/>
                </p14:nvContentPartPr>
                <p14:xfrm>
                  <a:off x="10668640" y="2310307"/>
                  <a:ext cx="104040" cy="1404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BA76DAAB-EACC-C5AE-DC64-52C6EBF5EB73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10662520" y="2304187"/>
                    <a:ext cx="116280" cy="152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3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8DFC014B-722B-0CDF-091D-4D41F6294705}"/>
                      </a:ext>
                    </a:extLst>
                  </p14:cNvPr>
                  <p14:cNvContentPartPr/>
                  <p14:nvPr/>
                </p14:nvContentPartPr>
                <p14:xfrm>
                  <a:off x="10801120" y="2327947"/>
                  <a:ext cx="66600" cy="8928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8DFC014B-722B-0CDF-091D-4D41F6294705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10795000" y="2321827"/>
                    <a:ext cx="78840" cy="101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5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F5AC7EAF-A2BE-ED62-02AF-4A01C3054328}"/>
                      </a:ext>
                    </a:extLst>
                  </p14:cNvPr>
                  <p14:cNvContentPartPr/>
                  <p14:nvPr/>
                </p14:nvContentPartPr>
                <p14:xfrm>
                  <a:off x="10891480" y="2296627"/>
                  <a:ext cx="40320" cy="6660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F5AC7EAF-A2BE-ED62-02AF-4A01C3054328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10885360" y="2290507"/>
                    <a:ext cx="52560" cy="78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7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82723C47-BAFB-03F2-1B6D-4D31D3DBAA30}"/>
                      </a:ext>
                    </a:extLst>
                  </p14:cNvPr>
                  <p14:cNvContentPartPr/>
                  <p14:nvPr/>
                </p14:nvContentPartPr>
                <p14:xfrm>
                  <a:off x="10834240" y="2265667"/>
                  <a:ext cx="192600" cy="23544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82723C47-BAFB-03F2-1B6D-4D31D3DBAA30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10828120" y="2259547"/>
                    <a:ext cx="204840" cy="24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9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C7B9EEF4-C3A5-6169-6B8E-BB7C61131007}"/>
                      </a:ext>
                    </a:extLst>
                  </p14:cNvPr>
                  <p14:cNvContentPartPr/>
                  <p14:nvPr/>
                </p14:nvContentPartPr>
                <p14:xfrm>
                  <a:off x="11216920" y="2321467"/>
                  <a:ext cx="184320" cy="17964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C7B9EEF4-C3A5-6169-6B8E-BB7C61131007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11210800" y="2315347"/>
                    <a:ext cx="196560" cy="191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1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A55F4206-A64D-752D-E6D2-837813E88506}"/>
                      </a:ext>
                    </a:extLst>
                  </p14:cNvPr>
                  <p14:cNvContentPartPr/>
                  <p14:nvPr/>
                </p14:nvContentPartPr>
                <p14:xfrm>
                  <a:off x="11439760" y="2377267"/>
                  <a:ext cx="360" cy="36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A55F4206-A64D-752D-E6D2-837813E88506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11433640" y="2371147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3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FDA52EE7-09E5-8FB1-B208-15069E8CAE4E}"/>
                      </a:ext>
                    </a:extLst>
                  </p14:cNvPr>
                  <p14:cNvContentPartPr/>
                  <p14:nvPr/>
                </p14:nvContentPartPr>
                <p14:xfrm>
                  <a:off x="11448760" y="2323627"/>
                  <a:ext cx="61200" cy="554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FDA52EE7-09E5-8FB1-B208-15069E8CAE4E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11442640" y="2317507"/>
                    <a:ext cx="73440" cy="6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5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A2EEC9D8-E0A3-DFB9-1FA4-17D130819DEF}"/>
                      </a:ext>
                    </a:extLst>
                  </p14:cNvPr>
                  <p14:cNvContentPartPr/>
                  <p14:nvPr/>
                </p14:nvContentPartPr>
                <p14:xfrm>
                  <a:off x="11543080" y="2278987"/>
                  <a:ext cx="72000" cy="7488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A2EEC9D8-E0A3-DFB9-1FA4-17D130819DEF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11536960" y="2272867"/>
                    <a:ext cx="84240" cy="87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7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F5EEAB77-66CA-3008-20AE-9CF7ABB61BEB}"/>
                      </a:ext>
                    </a:extLst>
                  </p14:cNvPr>
                  <p14:cNvContentPartPr/>
                  <p14:nvPr/>
                </p14:nvContentPartPr>
                <p14:xfrm>
                  <a:off x="11449480" y="2274667"/>
                  <a:ext cx="235800" cy="27972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F5EEAB77-66CA-3008-20AE-9CF7ABB61BEB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11443360" y="2268547"/>
                    <a:ext cx="248040" cy="29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9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B22A0FC7-964D-26C8-FA26-706317BC1701}"/>
                      </a:ext>
                    </a:extLst>
                  </p14:cNvPr>
                  <p14:cNvContentPartPr/>
                  <p14:nvPr/>
                </p14:nvContentPartPr>
                <p14:xfrm>
                  <a:off x="10613560" y="1723147"/>
                  <a:ext cx="203760" cy="19584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B22A0FC7-964D-26C8-FA26-706317BC1701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10607440" y="1717027"/>
                    <a:ext cx="216000" cy="20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1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1F49AD79-6F24-1DC4-70B2-9D1861CA8FF7}"/>
                      </a:ext>
                    </a:extLst>
                  </p14:cNvPr>
                  <p14:cNvContentPartPr/>
                  <p14:nvPr/>
                </p14:nvContentPartPr>
                <p14:xfrm>
                  <a:off x="10646680" y="1696507"/>
                  <a:ext cx="330480" cy="397800"/>
                </p14:xfrm>
              </p:contentPart>
            </mc:Choice>
            <mc:Fallback xmlns=""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1F49AD79-6F24-1DC4-70B2-9D1861CA8FF7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10640560" y="1690387"/>
                    <a:ext cx="342720" cy="410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3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62AF3D5B-835A-A2A1-A0A6-9B08DE6B811E}"/>
                      </a:ext>
                    </a:extLst>
                  </p14:cNvPr>
                  <p14:cNvContentPartPr/>
                  <p14:nvPr/>
                </p14:nvContentPartPr>
                <p14:xfrm>
                  <a:off x="10758640" y="1729627"/>
                  <a:ext cx="400320" cy="421200"/>
                </p14:xfrm>
              </p:contentPart>
            </mc:Choice>
            <mc:Fallback xmlns=""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62AF3D5B-835A-A2A1-A0A6-9B08DE6B811E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10752520" y="1723507"/>
                    <a:ext cx="412560" cy="433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5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13C2A849-CE84-A416-9D02-C2AA6D2ECA0F}"/>
                      </a:ext>
                    </a:extLst>
                  </p14:cNvPr>
                  <p14:cNvContentPartPr/>
                  <p14:nvPr/>
                </p14:nvContentPartPr>
                <p14:xfrm>
                  <a:off x="10899760" y="1713427"/>
                  <a:ext cx="460800" cy="47052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13C2A849-CE84-A416-9D02-C2AA6D2ECA0F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10893640" y="1707307"/>
                    <a:ext cx="473040" cy="482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7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06F01282-41BF-5FC1-EC61-A61C4BEB6E0B}"/>
                      </a:ext>
                    </a:extLst>
                  </p14:cNvPr>
                  <p14:cNvContentPartPr/>
                  <p14:nvPr/>
                </p14:nvContentPartPr>
                <p14:xfrm>
                  <a:off x="11224840" y="1743307"/>
                  <a:ext cx="417600" cy="426600"/>
                </p14:xfrm>
              </p:contentPart>
            </mc:Choice>
            <mc:Fallback xmlns=""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06F01282-41BF-5FC1-EC61-A61C4BEB6E0B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11218720" y="1737187"/>
                    <a:ext cx="429840" cy="438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9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23E52B6E-B6EF-83CB-76CA-955A6A258205}"/>
                      </a:ext>
                    </a:extLst>
                  </p14:cNvPr>
                  <p14:cNvContentPartPr/>
                  <p14:nvPr/>
                </p14:nvContentPartPr>
                <p14:xfrm>
                  <a:off x="11394040" y="1743307"/>
                  <a:ext cx="425880" cy="439920"/>
                </p14:xfrm>
              </p:contentPart>
            </mc:Choice>
            <mc:Fallback xmlns=""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23E52B6E-B6EF-83CB-76CA-955A6A258205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11387920" y="1737187"/>
                    <a:ext cx="438120" cy="45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1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CB4BDB86-B7D2-612D-70D7-569E657B7A62}"/>
                      </a:ext>
                    </a:extLst>
                  </p14:cNvPr>
                  <p14:cNvContentPartPr/>
                  <p14:nvPr/>
                </p14:nvContentPartPr>
                <p14:xfrm>
                  <a:off x="11442280" y="1966507"/>
                  <a:ext cx="297360" cy="311760"/>
                </p14:xfrm>
              </p:contentPart>
            </mc:Choice>
            <mc:Fallback xmlns=""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CB4BDB86-B7D2-612D-70D7-569E657B7A62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11436160" y="1960387"/>
                    <a:ext cx="309600" cy="32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3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D8CFDB96-5D6A-7CF5-04C5-AEC817B29DDD}"/>
                      </a:ext>
                    </a:extLst>
                  </p14:cNvPr>
                  <p14:cNvContentPartPr/>
                  <p14:nvPr/>
                </p14:nvContentPartPr>
                <p14:xfrm>
                  <a:off x="10582960" y="723787"/>
                  <a:ext cx="295200" cy="290520"/>
                </p14:xfrm>
              </p:contentPart>
            </mc:Choice>
            <mc:Fallback xmlns=""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D8CFDB96-5D6A-7CF5-04C5-AEC817B29DDD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10576840" y="717667"/>
                    <a:ext cx="307440" cy="302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5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476FE5C2-B1CA-27C2-6CF6-DAA95E4FE17F}"/>
                      </a:ext>
                    </a:extLst>
                  </p14:cNvPr>
                  <p14:cNvContentPartPr/>
                  <p14:nvPr/>
                </p14:nvContentPartPr>
                <p14:xfrm>
                  <a:off x="10770520" y="709387"/>
                  <a:ext cx="403920" cy="413640"/>
                </p14:xfrm>
              </p:contentPart>
            </mc:Choice>
            <mc:Fallback xmlns=""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476FE5C2-B1CA-27C2-6CF6-DAA95E4FE17F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10764400" y="703267"/>
                    <a:ext cx="416160" cy="425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7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E9579AA9-C60F-F1CC-33B8-87790BC898EA}"/>
                      </a:ext>
                    </a:extLst>
                  </p14:cNvPr>
                  <p14:cNvContentPartPr/>
                  <p14:nvPr/>
                </p14:nvContentPartPr>
                <p14:xfrm>
                  <a:off x="10910560" y="798667"/>
                  <a:ext cx="464400" cy="45792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E9579AA9-C60F-F1CC-33B8-87790BC898EA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10904440" y="792547"/>
                    <a:ext cx="476640" cy="470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9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95EA2CFC-EE76-DDA8-7839-1350C4EFE17B}"/>
                      </a:ext>
                    </a:extLst>
                  </p14:cNvPr>
                  <p14:cNvContentPartPr/>
                  <p14:nvPr/>
                </p14:nvContentPartPr>
                <p14:xfrm>
                  <a:off x="11214040" y="774187"/>
                  <a:ext cx="396720" cy="37296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95EA2CFC-EE76-DDA8-7839-1350C4EFE17B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11207920" y="768067"/>
                    <a:ext cx="408960" cy="385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1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BB922FC9-E193-D680-F58D-07728FBD9DA8}"/>
                      </a:ext>
                    </a:extLst>
                  </p14:cNvPr>
                  <p14:cNvContentPartPr/>
                  <p14:nvPr/>
                </p14:nvContentPartPr>
                <p14:xfrm>
                  <a:off x="11475400" y="816667"/>
                  <a:ext cx="371160" cy="38556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BB922FC9-E193-D680-F58D-07728FBD9DA8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11469280" y="810547"/>
                    <a:ext cx="383400" cy="39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3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01E75440-1C31-8307-E1D8-817BFC298173}"/>
                      </a:ext>
                    </a:extLst>
                  </p14:cNvPr>
                  <p14:cNvContentPartPr/>
                  <p14:nvPr/>
                </p14:nvContentPartPr>
                <p14:xfrm>
                  <a:off x="11495200" y="997747"/>
                  <a:ext cx="365040" cy="398880"/>
                </p14:xfrm>
              </p:contentPart>
            </mc:Choice>
            <mc:Fallback xmlns=""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01E75440-1C31-8307-E1D8-817BFC298173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11489080" y="991627"/>
                    <a:ext cx="377280" cy="4111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4F76434-29A1-B43A-55C1-8405C4CEF6DD}"/>
                    </a:ext>
                  </a:extLst>
                </p14:cNvPr>
                <p14:cNvContentPartPr/>
                <p14:nvPr/>
              </p14:nvContentPartPr>
              <p14:xfrm>
                <a:off x="5775160" y="3690907"/>
                <a:ext cx="44280" cy="77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4F76434-29A1-B43A-55C1-8405C4CEF6D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769040" y="3684787"/>
                  <a:ext cx="56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5D98CA1-608E-A5E6-65E5-4FC2D0FD2A0B}"/>
                    </a:ext>
                  </a:extLst>
                </p14:cNvPr>
                <p14:cNvContentPartPr/>
                <p14:nvPr/>
              </p14:nvContentPartPr>
              <p14:xfrm>
                <a:off x="10439680" y="5368507"/>
                <a:ext cx="222480" cy="28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5D98CA1-608E-A5E6-65E5-4FC2D0FD2A0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33560" y="5362387"/>
                  <a:ext cx="234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3A469FC-47D1-5026-614E-C13C74DF2479}"/>
                    </a:ext>
                  </a:extLst>
                </p14:cNvPr>
                <p14:cNvContentPartPr/>
                <p14:nvPr/>
              </p14:nvContentPartPr>
              <p14:xfrm>
                <a:off x="5784880" y="3703507"/>
                <a:ext cx="10800" cy="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3A469FC-47D1-5026-614E-C13C74DF247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778760" y="3697387"/>
                  <a:ext cx="23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88AB76F-4BC2-9140-5302-B7754E3D1173}"/>
                    </a:ext>
                  </a:extLst>
                </p14:cNvPr>
                <p14:cNvContentPartPr/>
                <p14:nvPr/>
              </p14:nvContentPartPr>
              <p14:xfrm>
                <a:off x="2215120" y="6635707"/>
                <a:ext cx="2223720" cy="55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88AB76F-4BC2-9140-5302-B7754E3D117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09000" y="6629587"/>
                  <a:ext cx="2235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347C836-99B8-E3B4-0DA3-CA83D79CE6C4}"/>
                    </a:ext>
                  </a:extLst>
                </p14:cNvPr>
                <p14:cNvContentPartPr/>
                <p14:nvPr/>
              </p14:nvContentPartPr>
              <p14:xfrm>
                <a:off x="6112480" y="1232827"/>
                <a:ext cx="1884960" cy="101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347C836-99B8-E3B4-0DA3-CA83D79CE6C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106360" y="1226707"/>
                  <a:ext cx="1897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B77AF55-066E-267E-5D6A-32FA383F2C27}"/>
                    </a:ext>
                  </a:extLst>
                </p14:cNvPr>
                <p14:cNvContentPartPr/>
                <p14:nvPr/>
              </p14:nvContentPartPr>
              <p14:xfrm>
                <a:off x="5723320" y="1359187"/>
                <a:ext cx="110520" cy="4529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B77AF55-066E-267E-5D6A-32FA383F2C2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717200" y="1353067"/>
                  <a:ext cx="122760" cy="45421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4DD2B71-1280-F3C6-D0D0-38318B5538C6}"/>
                </a:ext>
              </a:extLst>
            </p:cNvPr>
            <p:cNvGrpSpPr/>
            <p:nvPr/>
          </p:nvGrpSpPr>
          <p:grpSpPr>
            <a:xfrm>
              <a:off x="8974120" y="2898547"/>
              <a:ext cx="705960" cy="232560"/>
              <a:chOff x="8974120" y="2898547"/>
              <a:chExt cx="705960" cy="232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7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5EDFEDCA-2624-346A-56C2-ACFA3963347D}"/>
                      </a:ext>
                    </a:extLst>
                  </p14:cNvPr>
                  <p14:cNvContentPartPr/>
                  <p14:nvPr/>
                </p14:nvContentPartPr>
                <p14:xfrm>
                  <a:off x="9028120" y="2939947"/>
                  <a:ext cx="77400" cy="191160"/>
                </p14:xfrm>
              </p:contentPart>
            </mc:Choice>
            <mc:Fallback xmlns=""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5EDFEDCA-2624-346A-56C2-ACFA3963347D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9022000" y="2933827"/>
                    <a:ext cx="89640" cy="203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9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A2388499-43F0-55AB-00B5-A21DDA4106C3}"/>
                      </a:ext>
                    </a:extLst>
                  </p14:cNvPr>
                  <p14:cNvContentPartPr/>
                  <p14:nvPr/>
                </p14:nvContentPartPr>
                <p14:xfrm>
                  <a:off x="8974120" y="3011587"/>
                  <a:ext cx="163800" cy="31320"/>
                </p14:xfrm>
              </p:contentPart>
            </mc:Choice>
            <mc:Fallback xmlns=""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A2388499-43F0-55AB-00B5-A21DDA4106C3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8968000" y="3005467"/>
                    <a:ext cx="176040" cy="43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1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69C04FE3-A3F7-500D-CB53-6809159BBE5C}"/>
                      </a:ext>
                    </a:extLst>
                  </p14:cNvPr>
                  <p14:cNvContentPartPr/>
                  <p14:nvPr/>
                </p14:nvContentPartPr>
                <p14:xfrm>
                  <a:off x="9178240" y="2980267"/>
                  <a:ext cx="135000" cy="12276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69C04FE3-A3F7-500D-CB53-6809159BBE5C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9172120" y="2974147"/>
                    <a:ext cx="147240" cy="135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3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06068B00-F5AF-115D-48D6-3C0F0582CE09}"/>
                      </a:ext>
                    </a:extLst>
                  </p14:cNvPr>
                  <p14:cNvContentPartPr/>
                  <p14:nvPr/>
                </p14:nvContentPartPr>
                <p14:xfrm>
                  <a:off x="9359320" y="2966587"/>
                  <a:ext cx="106200" cy="13824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06068B00-F5AF-115D-48D6-3C0F0582CE09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9353200" y="2960467"/>
                    <a:ext cx="118440" cy="150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5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E72DFC1D-3780-2088-3C4E-69D8DFE5E925}"/>
                      </a:ext>
                    </a:extLst>
                  </p14:cNvPr>
                  <p14:cNvContentPartPr/>
                  <p14:nvPr/>
                </p14:nvContentPartPr>
                <p14:xfrm>
                  <a:off x="9500080" y="2898547"/>
                  <a:ext cx="180000" cy="22500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E72DFC1D-3780-2088-3C4E-69D8DFE5E925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9493960" y="2892427"/>
                    <a:ext cx="192240" cy="237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7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E403E786-D750-A1D2-BFF1-41F3D2433F27}"/>
                      </a:ext>
                    </a:extLst>
                  </p14:cNvPr>
                  <p14:cNvContentPartPr/>
                  <p14:nvPr/>
                </p14:nvContentPartPr>
                <p14:xfrm>
                  <a:off x="9529240" y="2965867"/>
                  <a:ext cx="144720" cy="1656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E403E786-D750-A1D2-BFF1-41F3D2433F27}"/>
                      </a:ext>
                    </a:extLst>
                  </p:cNvPr>
                  <p:cNvPicPr/>
                  <p:nvPr/>
                </p:nvPicPr>
                <p:blipFill>
                  <a:blip r:embed="rId178"/>
                  <a:stretch>
                    <a:fillRect/>
                  </a:stretch>
                </p:blipFill>
                <p:spPr>
                  <a:xfrm>
                    <a:off x="9523120" y="2959747"/>
                    <a:ext cx="156960" cy="28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F9A088D-C844-AF74-2B8F-19CCACAF980D}"/>
                </a:ext>
              </a:extLst>
            </p:cNvPr>
            <p:cNvGrpSpPr/>
            <p:nvPr/>
          </p:nvGrpSpPr>
          <p:grpSpPr>
            <a:xfrm>
              <a:off x="8552200" y="4822747"/>
              <a:ext cx="1347480" cy="698400"/>
              <a:chOff x="8552200" y="4822747"/>
              <a:chExt cx="1347480" cy="698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9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70971658-ADC7-115B-A5B5-7D210DE420F2}"/>
                      </a:ext>
                    </a:extLst>
                  </p14:cNvPr>
                  <p14:cNvContentPartPr/>
                  <p14:nvPr/>
                </p14:nvContentPartPr>
                <p14:xfrm>
                  <a:off x="8552200" y="4822747"/>
                  <a:ext cx="1347480" cy="69840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70971658-ADC7-115B-A5B5-7D210DE420F2}"/>
                      </a:ext>
                    </a:extLst>
                  </p:cNvPr>
                  <p:cNvPicPr/>
                  <p:nvPr/>
                </p:nvPicPr>
                <p:blipFill>
                  <a:blip r:embed="rId180"/>
                  <a:stretch>
                    <a:fillRect/>
                  </a:stretch>
                </p:blipFill>
                <p:spPr>
                  <a:xfrm>
                    <a:off x="8546080" y="4816627"/>
                    <a:ext cx="1359720" cy="710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1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1703A1AA-7D51-C3B5-97F6-647E46BF36E1}"/>
                      </a:ext>
                    </a:extLst>
                  </p14:cNvPr>
                  <p14:cNvContentPartPr/>
                  <p14:nvPr/>
                </p14:nvContentPartPr>
                <p14:xfrm>
                  <a:off x="9214600" y="5337547"/>
                  <a:ext cx="360" cy="36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1703A1AA-7D51-C3B5-97F6-647E46BF36E1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9208480" y="5331427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6446FC9C-B131-E1B2-F6A3-3690E6DEF82D}"/>
                      </a:ext>
                    </a:extLst>
                  </p14:cNvPr>
                  <p14:cNvContentPartPr/>
                  <p14:nvPr/>
                </p14:nvContentPartPr>
                <p14:xfrm>
                  <a:off x="9259240" y="5308027"/>
                  <a:ext cx="24120" cy="1404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6446FC9C-B131-E1B2-F6A3-3690E6DEF82D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9253120" y="5301907"/>
                    <a:ext cx="36360" cy="2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BD53B1E6-1E8B-F71A-2517-E3A355B3E2B9}"/>
                      </a:ext>
                    </a:extLst>
                  </p14:cNvPr>
                  <p14:cNvContentPartPr/>
                  <p14:nvPr/>
                </p14:nvContentPartPr>
                <p14:xfrm>
                  <a:off x="8678560" y="5375347"/>
                  <a:ext cx="1074240" cy="6012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BD53B1E6-1E8B-F71A-2517-E3A355B3E2B9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8672440" y="5369227"/>
                    <a:ext cx="1086480" cy="723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14E26B9-672C-7D31-62C8-4F50175BB20A}"/>
                    </a:ext>
                  </a:extLst>
                </p14:cNvPr>
                <p14:cNvContentPartPr/>
                <p14:nvPr/>
              </p14:nvContentPartPr>
              <p14:xfrm>
                <a:off x="3233200" y="1174507"/>
                <a:ext cx="2084760" cy="71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14E26B9-672C-7D31-62C8-4F50175BB20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27080" y="1168387"/>
                  <a:ext cx="2097000" cy="835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8FD9FF4-F9B0-2A2B-658C-F82CBE65DFFE}"/>
                </a:ext>
              </a:extLst>
            </p:cNvPr>
            <p:cNvGrpSpPr/>
            <p:nvPr/>
          </p:nvGrpSpPr>
          <p:grpSpPr>
            <a:xfrm>
              <a:off x="3365680" y="1970827"/>
              <a:ext cx="3405960" cy="1854000"/>
              <a:chOff x="3365680" y="1970827"/>
              <a:chExt cx="3405960" cy="1854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1D326F01-4257-5BEE-75CD-828E48063190}"/>
                      </a:ext>
                    </a:extLst>
                  </p14:cNvPr>
                  <p14:cNvContentPartPr/>
                  <p14:nvPr/>
                </p14:nvContentPartPr>
                <p14:xfrm>
                  <a:off x="3374680" y="2223187"/>
                  <a:ext cx="360" cy="36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1D326F01-4257-5BEE-75CD-828E48063190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3368560" y="2217067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9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4433B468-7B3A-5643-405A-16548114D4DC}"/>
                      </a:ext>
                    </a:extLst>
                  </p14:cNvPr>
                  <p14:cNvContentPartPr/>
                  <p14:nvPr/>
                </p14:nvContentPartPr>
                <p14:xfrm>
                  <a:off x="3365680" y="2243347"/>
                  <a:ext cx="21960" cy="6624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4433B468-7B3A-5643-405A-16548114D4DC}"/>
                      </a:ext>
                    </a:extLst>
                  </p:cNvPr>
                  <p:cNvPicPr/>
                  <p:nvPr/>
                </p:nvPicPr>
                <p:blipFill>
                  <a:blip r:embed="rId190"/>
                  <a:stretch>
                    <a:fillRect/>
                  </a:stretch>
                </p:blipFill>
                <p:spPr>
                  <a:xfrm>
                    <a:off x="3359560" y="2237227"/>
                    <a:ext cx="34200" cy="78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1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C5E2C1DD-6A6B-799E-5422-4694034B858D}"/>
                      </a:ext>
                    </a:extLst>
                  </p14:cNvPr>
                  <p14:cNvContentPartPr/>
                  <p14:nvPr/>
                </p14:nvContentPartPr>
                <p14:xfrm>
                  <a:off x="5757520" y="3643387"/>
                  <a:ext cx="72000" cy="14796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C5E2C1DD-6A6B-799E-5422-4694034B858D}"/>
                      </a:ext>
                    </a:extLst>
                  </p:cNvPr>
                  <p:cNvPicPr/>
                  <p:nvPr/>
                </p:nvPicPr>
                <p:blipFill>
                  <a:blip r:embed="rId192"/>
                  <a:stretch>
                    <a:fillRect/>
                  </a:stretch>
                </p:blipFill>
                <p:spPr>
                  <a:xfrm>
                    <a:off x="5751400" y="3637267"/>
                    <a:ext cx="84240" cy="160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3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A539CB98-7FA9-F5FB-F19D-60D9FB25C3ED}"/>
                      </a:ext>
                    </a:extLst>
                  </p14:cNvPr>
                  <p14:cNvContentPartPr/>
                  <p14:nvPr/>
                </p14:nvContentPartPr>
                <p14:xfrm>
                  <a:off x="3410320" y="1970827"/>
                  <a:ext cx="2192760" cy="1779480"/>
                </p14:xfrm>
              </p:contentPart>
            </mc:Choice>
            <mc:Fallback xmlns=""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A539CB98-7FA9-F5FB-F19D-60D9FB25C3ED}"/>
                      </a:ext>
                    </a:extLst>
                  </p:cNvPr>
                  <p:cNvPicPr/>
                  <p:nvPr/>
                </p:nvPicPr>
                <p:blipFill>
                  <a:blip r:embed="rId194"/>
                  <a:stretch>
                    <a:fillRect/>
                  </a:stretch>
                </p:blipFill>
                <p:spPr>
                  <a:xfrm>
                    <a:off x="3404200" y="1964707"/>
                    <a:ext cx="2205000" cy="1791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5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C6130BE7-ED73-69AC-84F4-8AE080DDF2A6}"/>
                      </a:ext>
                    </a:extLst>
                  </p14:cNvPr>
                  <p14:cNvContentPartPr/>
                  <p14:nvPr/>
                </p14:nvContentPartPr>
                <p14:xfrm>
                  <a:off x="5766520" y="3685867"/>
                  <a:ext cx="55080" cy="9612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C6130BE7-ED73-69AC-84F4-8AE080DDF2A6}"/>
                      </a:ext>
                    </a:extLst>
                  </p:cNvPr>
                  <p:cNvPicPr/>
                  <p:nvPr/>
                </p:nvPicPr>
                <p:blipFill>
                  <a:blip r:embed="rId196"/>
                  <a:stretch>
                    <a:fillRect/>
                  </a:stretch>
                </p:blipFill>
                <p:spPr>
                  <a:xfrm>
                    <a:off x="5760400" y="3679747"/>
                    <a:ext cx="6732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7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B224E81-AF2E-050C-E3F6-FDB78CEDD35C}"/>
                      </a:ext>
                    </a:extLst>
                  </p14:cNvPr>
                  <p14:cNvContentPartPr/>
                  <p14:nvPr/>
                </p14:nvContentPartPr>
                <p14:xfrm>
                  <a:off x="5728720" y="3635827"/>
                  <a:ext cx="135000" cy="17208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B224E81-AF2E-050C-E3F6-FDB78CEDD35C}"/>
                      </a:ext>
                    </a:extLst>
                  </p:cNvPr>
                  <p:cNvPicPr/>
                  <p:nvPr/>
                </p:nvPicPr>
                <p:blipFill>
                  <a:blip r:embed="rId198"/>
                  <a:stretch>
                    <a:fillRect/>
                  </a:stretch>
                </p:blipFill>
                <p:spPr>
                  <a:xfrm>
                    <a:off x="5722600" y="3629707"/>
                    <a:ext cx="147240" cy="184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9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C883E8EE-DA83-E361-B371-BBEB3E8431C6}"/>
                      </a:ext>
                    </a:extLst>
                  </p14:cNvPr>
                  <p14:cNvContentPartPr/>
                  <p14:nvPr/>
                </p14:nvContentPartPr>
                <p14:xfrm>
                  <a:off x="5780920" y="3078907"/>
                  <a:ext cx="448560" cy="61128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C883E8EE-DA83-E361-B371-BBEB3E8431C6}"/>
                      </a:ext>
                    </a:extLst>
                  </p:cNvPr>
                  <p:cNvPicPr/>
                  <p:nvPr/>
                </p:nvPicPr>
                <p:blipFill>
                  <a:blip r:embed="rId200"/>
                  <a:stretch>
                    <a:fillRect/>
                  </a:stretch>
                </p:blipFill>
                <p:spPr>
                  <a:xfrm>
                    <a:off x="5774800" y="3072787"/>
                    <a:ext cx="460800" cy="623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1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62DC32C9-E531-9CFA-4414-5DBD80EC1B2D}"/>
                      </a:ext>
                    </a:extLst>
                  </p14:cNvPr>
                  <p14:cNvContentPartPr/>
                  <p14:nvPr/>
                </p14:nvContentPartPr>
                <p14:xfrm>
                  <a:off x="6307960" y="2872627"/>
                  <a:ext cx="456840" cy="29664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62DC32C9-E531-9CFA-4414-5DBD80EC1B2D}"/>
                      </a:ext>
                    </a:extLst>
                  </p:cNvPr>
                  <p:cNvPicPr/>
                  <p:nvPr/>
                </p:nvPicPr>
                <p:blipFill>
                  <a:blip r:embed="rId202"/>
                  <a:stretch>
                    <a:fillRect/>
                  </a:stretch>
                </p:blipFill>
                <p:spPr>
                  <a:xfrm>
                    <a:off x="6301840" y="2866507"/>
                    <a:ext cx="469080" cy="308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3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3684BE6F-693B-27CB-F4CA-F2F99AA395B9}"/>
                      </a:ext>
                    </a:extLst>
                  </p14:cNvPr>
                  <p14:cNvContentPartPr/>
                  <p14:nvPr/>
                </p14:nvContentPartPr>
                <p14:xfrm>
                  <a:off x="6431440" y="2732587"/>
                  <a:ext cx="340200" cy="8028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3684BE6F-693B-27CB-F4CA-F2F99AA395B9}"/>
                      </a:ext>
                    </a:extLst>
                  </p:cNvPr>
                  <p:cNvPicPr/>
                  <p:nvPr/>
                </p:nvPicPr>
                <p:blipFill>
                  <a:blip r:embed="rId204"/>
                  <a:stretch>
                    <a:fillRect/>
                  </a:stretch>
                </p:blipFill>
                <p:spPr>
                  <a:xfrm>
                    <a:off x="6425320" y="2726467"/>
                    <a:ext cx="352440" cy="92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5">
                <p14:nvContentPartPr>
                  <p14:cNvPr id="135" name="Ink 134">
                    <a:extLst>
                      <a:ext uri="{FF2B5EF4-FFF2-40B4-BE49-F238E27FC236}">
                        <a16:creationId xmlns:a16="http://schemas.microsoft.com/office/drawing/2014/main" id="{EE3FD42F-9589-C68F-A4C3-6BCBD3E3D934}"/>
                      </a:ext>
                    </a:extLst>
                  </p14:cNvPr>
                  <p14:cNvContentPartPr/>
                  <p14:nvPr/>
                </p14:nvContentPartPr>
                <p14:xfrm>
                  <a:off x="5715040" y="3643027"/>
                  <a:ext cx="126360" cy="181800"/>
                </p14:xfrm>
              </p:contentPart>
            </mc:Choice>
            <mc:Fallback xmlns="">
              <p:pic>
                <p:nvPicPr>
                  <p:cNvPr id="135" name="Ink 134">
                    <a:extLst>
                      <a:ext uri="{FF2B5EF4-FFF2-40B4-BE49-F238E27FC236}">
                        <a16:creationId xmlns:a16="http://schemas.microsoft.com/office/drawing/2014/main" id="{EE3FD42F-9589-C68F-A4C3-6BCBD3E3D934}"/>
                      </a:ext>
                    </a:extLst>
                  </p:cNvPr>
                  <p:cNvPicPr/>
                  <p:nvPr/>
                </p:nvPicPr>
                <p:blipFill>
                  <a:blip r:embed="rId206"/>
                  <a:stretch>
                    <a:fillRect/>
                  </a:stretch>
                </p:blipFill>
                <p:spPr>
                  <a:xfrm>
                    <a:off x="5708920" y="3636907"/>
                    <a:ext cx="138600" cy="1940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502420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C69A3CB-9998-853D-35F6-E73F33B12814}"/>
                  </a:ext>
                </a:extLst>
              </p14:cNvPr>
              <p14:cNvContentPartPr/>
              <p14:nvPr/>
            </p14:nvContentPartPr>
            <p14:xfrm>
              <a:off x="9250240" y="2964360"/>
              <a:ext cx="122040" cy="129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C69A3CB-9998-853D-35F6-E73F33B128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44120" y="2958240"/>
                <a:ext cx="1342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9D630E-34BF-51C2-E55F-7C197B1BDD7F}"/>
                  </a:ext>
                </a:extLst>
              </p14:cNvPr>
              <p14:cNvContentPartPr/>
              <p14:nvPr/>
            </p14:nvContentPartPr>
            <p14:xfrm>
              <a:off x="1208200" y="2017920"/>
              <a:ext cx="153360" cy="123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9D630E-34BF-51C2-E55F-7C197B1BDD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2080" y="2011800"/>
                <a:ext cx="1656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074613-8B57-6D1D-9988-B58E1C0062A0}"/>
                  </a:ext>
                </a:extLst>
              </p14:cNvPr>
              <p14:cNvContentPartPr/>
              <p14:nvPr/>
            </p14:nvContentPartPr>
            <p14:xfrm>
              <a:off x="2516440" y="1047000"/>
              <a:ext cx="240480" cy="294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074613-8B57-6D1D-9988-B58E1C0062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10320" y="1040880"/>
                <a:ext cx="252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17BBCB-83DC-F819-3BCB-F2E894E72D7B}"/>
                  </a:ext>
                </a:extLst>
              </p14:cNvPr>
              <p14:cNvContentPartPr/>
              <p14:nvPr/>
            </p14:nvContentPartPr>
            <p14:xfrm>
              <a:off x="2491600" y="964920"/>
              <a:ext cx="315000" cy="9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17BBCB-83DC-F819-3BCB-F2E894E72D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5480" y="958800"/>
                <a:ext cx="32724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C8B26D-DE8F-C3D8-262D-D02C6A9B2597}"/>
                  </a:ext>
                </a:extLst>
              </p14:cNvPr>
              <p14:cNvContentPartPr/>
              <p14:nvPr/>
            </p14:nvContentPartPr>
            <p14:xfrm>
              <a:off x="2943760" y="823800"/>
              <a:ext cx="11160" cy="100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C8B26D-DE8F-C3D8-262D-D02C6A9B25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37640" y="817680"/>
                <a:ext cx="234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C3C0C2-906C-4CAA-D868-139A40F0479C}"/>
                  </a:ext>
                </a:extLst>
              </p14:cNvPr>
              <p14:cNvContentPartPr/>
              <p14:nvPr/>
            </p14:nvContentPartPr>
            <p14:xfrm>
              <a:off x="3058240" y="1165080"/>
              <a:ext cx="127800" cy="10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C3C0C2-906C-4CAA-D868-139A40F047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52120" y="1158960"/>
                <a:ext cx="1400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7C2969-70E3-219E-99A3-D65169B14709}"/>
                  </a:ext>
                </a:extLst>
              </p14:cNvPr>
              <p14:cNvContentPartPr/>
              <p14:nvPr/>
            </p14:nvContentPartPr>
            <p14:xfrm>
              <a:off x="3062560" y="1235280"/>
              <a:ext cx="208800" cy="43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7C2969-70E3-219E-99A3-D65169B1470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56440" y="1229160"/>
                <a:ext cx="221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487606-F28F-1765-A32D-BAD9C70BEA24}"/>
                  </a:ext>
                </a:extLst>
              </p14:cNvPr>
              <p14:cNvContentPartPr/>
              <p14:nvPr/>
            </p14:nvContentPartPr>
            <p14:xfrm>
              <a:off x="3440200" y="1105680"/>
              <a:ext cx="195480" cy="269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487606-F28F-1765-A32D-BAD9C70BEA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34080" y="1099560"/>
                <a:ext cx="20772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65142E-FE8C-F9B5-24AF-D970FDF5C745}"/>
                  </a:ext>
                </a:extLst>
              </p14:cNvPr>
              <p14:cNvContentPartPr/>
              <p14:nvPr/>
            </p14:nvContentPartPr>
            <p14:xfrm>
              <a:off x="3444520" y="1030440"/>
              <a:ext cx="232560" cy="50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65142E-FE8C-F9B5-24AF-D970FDF5C7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38400" y="1024320"/>
                <a:ext cx="2448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0191FB-A9A1-135C-A783-47FED27B19B7}"/>
                  </a:ext>
                </a:extLst>
              </p14:cNvPr>
              <p14:cNvContentPartPr/>
              <p14:nvPr/>
            </p14:nvContentPartPr>
            <p14:xfrm>
              <a:off x="3876160" y="1185240"/>
              <a:ext cx="174240" cy="7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0191FB-A9A1-135C-A783-47FED27B19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70040" y="1179120"/>
                <a:ext cx="1864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BFD33F0-378D-853A-B2A4-A198ACF20A9A}"/>
                  </a:ext>
                </a:extLst>
              </p14:cNvPr>
              <p14:cNvContentPartPr/>
              <p14:nvPr/>
            </p14:nvContentPartPr>
            <p14:xfrm>
              <a:off x="4252000" y="1054920"/>
              <a:ext cx="174240" cy="258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BFD33F0-378D-853A-B2A4-A198ACF20A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45880" y="1048800"/>
                <a:ext cx="1864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4C510D4-AB75-6EE0-30E9-8D30D37612AB}"/>
                  </a:ext>
                </a:extLst>
              </p14:cNvPr>
              <p14:cNvContentPartPr/>
              <p14:nvPr/>
            </p14:nvContentPartPr>
            <p14:xfrm>
              <a:off x="4575280" y="1160760"/>
              <a:ext cx="4320" cy="8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4C510D4-AB75-6EE0-30E9-8D30D37612A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69160" y="1154640"/>
                <a:ext cx="165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BA912A1-EEA7-8B6F-B57A-0DB6338E25DF}"/>
                  </a:ext>
                </a:extLst>
              </p14:cNvPr>
              <p14:cNvContentPartPr/>
              <p14:nvPr/>
            </p14:nvContentPartPr>
            <p14:xfrm>
              <a:off x="4761400" y="1004520"/>
              <a:ext cx="165600" cy="300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BA912A1-EEA7-8B6F-B57A-0DB6338E25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55280" y="998400"/>
                <a:ext cx="17784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34A713-8740-B683-6F32-7B380E3AACD3}"/>
                  </a:ext>
                </a:extLst>
              </p14:cNvPr>
              <p14:cNvContentPartPr/>
              <p14:nvPr/>
            </p14:nvContentPartPr>
            <p14:xfrm>
              <a:off x="4975240" y="1011000"/>
              <a:ext cx="269640" cy="343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34A713-8740-B683-6F32-7B380E3AACD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69120" y="1004880"/>
                <a:ext cx="28188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9BFC3D0-7D6C-2E3E-0BE7-CA89BD03E1BC}"/>
                  </a:ext>
                </a:extLst>
              </p14:cNvPr>
              <p14:cNvContentPartPr/>
              <p14:nvPr/>
            </p14:nvContentPartPr>
            <p14:xfrm>
              <a:off x="599080" y="1260480"/>
              <a:ext cx="207720" cy="467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9BFC3D0-7D6C-2E3E-0BE7-CA89BD03E1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2960" y="1254360"/>
                <a:ext cx="21996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06D205-F3D7-D829-1253-BCE38318BE6C}"/>
                  </a:ext>
                </a:extLst>
              </p14:cNvPr>
              <p14:cNvContentPartPr/>
              <p14:nvPr/>
            </p14:nvContentPartPr>
            <p14:xfrm>
              <a:off x="605200" y="1439760"/>
              <a:ext cx="259200" cy="33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06D205-F3D7-D829-1253-BCE38318BE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9080" y="1433640"/>
                <a:ext cx="271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E5AEBA6-308A-F8DF-F83D-745AB663D770}"/>
                  </a:ext>
                </a:extLst>
              </p14:cNvPr>
              <p14:cNvContentPartPr/>
              <p14:nvPr/>
            </p14:nvContentPartPr>
            <p14:xfrm>
              <a:off x="876640" y="1386120"/>
              <a:ext cx="104760" cy="253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E5AEBA6-308A-F8DF-F83D-745AB663D77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70520" y="1380000"/>
                <a:ext cx="1170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9C51891-9E4B-6A2C-A12C-8C4B93809DF2}"/>
                  </a:ext>
                </a:extLst>
              </p14:cNvPr>
              <p14:cNvContentPartPr/>
              <p14:nvPr/>
            </p14:nvContentPartPr>
            <p14:xfrm>
              <a:off x="986800" y="1420680"/>
              <a:ext cx="229680" cy="234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9C51891-9E4B-6A2C-A12C-8C4B93809DF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80680" y="1414560"/>
                <a:ext cx="2419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E004099-2282-64DA-8FB4-4A22ED118F2F}"/>
                  </a:ext>
                </a:extLst>
              </p14:cNvPr>
              <p14:cNvContentPartPr/>
              <p14:nvPr/>
            </p14:nvContentPartPr>
            <p14:xfrm>
              <a:off x="1219000" y="1287840"/>
              <a:ext cx="21960" cy="403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E004099-2282-64DA-8FB4-4A22ED118F2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12880" y="1281720"/>
                <a:ext cx="342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D151790-A7DF-E3CE-49B3-365FC28BE563}"/>
                  </a:ext>
                </a:extLst>
              </p14:cNvPr>
              <p14:cNvContentPartPr/>
              <p14:nvPr/>
            </p14:nvContentPartPr>
            <p14:xfrm>
              <a:off x="1316920" y="1410240"/>
              <a:ext cx="164880" cy="225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D151790-A7DF-E3CE-49B3-365FC28BE56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10800" y="1404120"/>
                <a:ext cx="1771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3861CDD-B5CC-66E9-B60B-A3B0A2361A7D}"/>
                  </a:ext>
                </a:extLst>
              </p14:cNvPr>
              <p14:cNvContentPartPr/>
              <p14:nvPr/>
            </p14:nvContentPartPr>
            <p14:xfrm>
              <a:off x="3526240" y="1389360"/>
              <a:ext cx="109080" cy="108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3861CDD-B5CC-66E9-B60B-A3B0A2361A7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20120" y="1383240"/>
                <a:ext cx="12132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7BC5532-8E2C-9E25-2E64-D7911E992D34}"/>
              </a:ext>
            </a:extLst>
          </p:cNvPr>
          <p:cNvGrpSpPr/>
          <p:nvPr/>
        </p:nvGrpSpPr>
        <p:grpSpPr>
          <a:xfrm>
            <a:off x="6121480" y="144840"/>
            <a:ext cx="5855760" cy="6058800"/>
            <a:chOff x="6121480" y="144840"/>
            <a:chExt cx="5855760" cy="60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27F1077-3C22-6B70-36F1-58C433281273}"/>
                    </a:ext>
                  </a:extLst>
                </p14:cNvPr>
                <p14:cNvContentPartPr/>
                <p14:nvPr/>
              </p14:nvContentPartPr>
              <p14:xfrm>
                <a:off x="7521880" y="632280"/>
                <a:ext cx="3785040" cy="2379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27F1077-3C22-6B70-36F1-58C4332812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15760" y="626160"/>
                  <a:ext cx="3797280" cy="23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F771E2-69A2-EAB0-DBB9-062CEBF8C584}"/>
                    </a:ext>
                  </a:extLst>
                </p14:cNvPr>
                <p14:cNvContentPartPr/>
                <p14:nvPr/>
              </p14:nvContentPartPr>
              <p14:xfrm>
                <a:off x="6197800" y="3411480"/>
                <a:ext cx="5275800" cy="148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F771E2-69A2-EAB0-DBB9-062CEBF8C5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91680" y="3405360"/>
                  <a:ext cx="5288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98BFE4-B808-58EA-3E13-20B703F5AB50}"/>
                    </a:ext>
                  </a:extLst>
                </p14:cNvPr>
                <p14:cNvContentPartPr/>
                <p14:nvPr/>
              </p14:nvContentPartPr>
              <p14:xfrm>
                <a:off x="11405200" y="3321840"/>
                <a:ext cx="185040" cy="16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98BFE4-B808-58EA-3E13-20B703F5AB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399080" y="3315720"/>
                  <a:ext cx="197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1006C68-28DD-1A41-237F-236E58316663}"/>
                    </a:ext>
                  </a:extLst>
                </p14:cNvPr>
                <p14:cNvContentPartPr/>
                <p14:nvPr/>
              </p14:nvContentPartPr>
              <p14:xfrm>
                <a:off x="11291080" y="3579240"/>
                <a:ext cx="295920" cy="272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1006C68-28DD-1A41-237F-236E5831666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84960" y="3573120"/>
                  <a:ext cx="3081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E6F62A-BDC6-F622-FAF1-3962E42CD344}"/>
                    </a:ext>
                  </a:extLst>
                </p14:cNvPr>
                <p14:cNvContentPartPr/>
                <p14:nvPr/>
              </p14:nvContentPartPr>
              <p14:xfrm>
                <a:off x="11657920" y="3707760"/>
                <a:ext cx="9360" cy="198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E6F62A-BDC6-F622-FAF1-3962E42CD3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651800" y="3701640"/>
                  <a:ext cx="21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E45578-2E3D-BA2B-5467-FE0518C6AAE4}"/>
                    </a:ext>
                  </a:extLst>
                </p14:cNvPr>
                <p14:cNvContentPartPr/>
                <p14:nvPr/>
              </p14:nvContentPartPr>
              <p14:xfrm>
                <a:off x="6467440" y="448320"/>
                <a:ext cx="90360" cy="3438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E45578-2E3D-BA2B-5467-FE0518C6AA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61320" y="442200"/>
                  <a:ext cx="102600" cy="34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370291D-95A8-F020-33B8-4C027E220384}"/>
                    </a:ext>
                  </a:extLst>
                </p14:cNvPr>
                <p14:cNvContentPartPr/>
                <p14:nvPr/>
              </p14:nvContentPartPr>
              <p14:xfrm>
                <a:off x="6488680" y="406200"/>
                <a:ext cx="127800" cy="156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370291D-95A8-F020-33B8-4C027E2203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82560" y="400080"/>
                  <a:ext cx="140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AD1C7D-359C-CB8C-14F5-51AD2FE3F54D}"/>
                    </a:ext>
                  </a:extLst>
                </p14:cNvPr>
                <p14:cNvContentPartPr/>
                <p14:nvPr/>
              </p14:nvContentPartPr>
              <p14:xfrm>
                <a:off x="6121480" y="144840"/>
                <a:ext cx="13680" cy="236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AD1C7D-359C-CB8C-14F5-51AD2FE3F5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15360" y="138720"/>
                  <a:ext cx="25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6FCC96F-114F-EA63-1C07-5143ACB23670}"/>
                    </a:ext>
                  </a:extLst>
                </p14:cNvPr>
                <p14:cNvContentPartPr/>
                <p14:nvPr/>
              </p14:nvContentPartPr>
              <p14:xfrm>
                <a:off x="6208600" y="279120"/>
                <a:ext cx="95400" cy="11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6FCC96F-114F-EA63-1C07-5143ACB2367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02480" y="273000"/>
                  <a:ext cx="107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332D92-EB49-03E4-9F47-B8CB04E02752}"/>
                    </a:ext>
                  </a:extLst>
                </p14:cNvPr>
                <p14:cNvContentPartPr/>
                <p14:nvPr/>
              </p14:nvContentPartPr>
              <p14:xfrm>
                <a:off x="6361240" y="249960"/>
                <a:ext cx="85320" cy="13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332D92-EB49-03E4-9F47-B8CB04E027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55120" y="243840"/>
                  <a:ext cx="97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FF35471-A229-6442-EE6D-AD786944DB13}"/>
                    </a:ext>
                  </a:extLst>
                </p14:cNvPr>
                <p14:cNvContentPartPr/>
                <p14:nvPr/>
              </p14:nvContentPartPr>
              <p14:xfrm>
                <a:off x="6494080" y="214320"/>
                <a:ext cx="109440" cy="210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FF35471-A229-6442-EE6D-AD786944DB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87960" y="208200"/>
                  <a:ext cx="121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1EB068-E650-EEDC-40B5-C2D942A3D8A6}"/>
                    </a:ext>
                  </a:extLst>
                </p14:cNvPr>
                <p14:cNvContentPartPr/>
                <p14:nvPr/>
              </p14:nvContentPartPr>
              <p14:xfrm>
                <a:off x="6420640" y="5607480"/>
                <a:ext cx="3755520" cy="85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1EB068-E650-EEDC-40B5-C2D942A3D8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14520" y="5601360"/>
                  <a:ext cx="3767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17E2674-656F-08FB-3F8A-D3EA8E7CEE04}"/>
                    </a:ext>
                  </a:extLst>
                </p14:cNvPr>
                <p14:cNvContentPartPr/>
                <p14:nvPr/>
              </p14:nvContentPartPr>
              <p14:xfrm>
                <a:off x="6896560" y="3971280"/>
                <a:ext cx="34200" cy="2232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17E2674-656F-08FB-3F8A-D3EA8E7CEE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90440" y="3965160"/>
                  <a:ext cx="46440" cy="22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1EF10A-2878-F6FC-5FFA-C042B192AB3E}"/>
                    </a:ext>
                  </a:extLst>
                </p14:cNvPr>
                <p14:cNvContentPartPr/>
                <p14:nvPr/>
              </p14:nvContentPartPr>
              <p14:xfrm>
                <a:off x="6872800" y="3906480"/>
                <a:ext cx="140760" cy="135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1EF10A-2878-F6FC-5FFA-C042B192AB3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66680" y="3900360"/>
                  <a:ext cx="153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9D26BAF-0D37-0E9C-EA68-91EF9068EEAC}"/>
                    </a:ext>
                  </a:extLst>
                </p14:cNvPr>
                <p14:cNvContentPartPr/>
                <p14:nvPr/>
              </p14:nvContentPartPr>
              <p14:xfrm>
                <a:off x="6645280" y="4105200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9D26BAF-0D37-0E9C-EA68-91EF9068EEA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39160" y="40990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27673A-79BC-99F2-9FC6-58C46DB62689}"/>
                    </a:ext>
                  </a:extLst>
                </p14:cNvPr>
                <p14:cNvContentPartPr/>
                <p14:nvPr/>
              </p14:nvContentPartPr>
              <p14:xfrm>
                <a:off x="6593800" y="4243800"/>
                <a:ext cx="5383440" cy="990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27673A-79BC-99F2-9FC6-58C46DB6268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87680" y="4237680"/>
                  <a:ext cx="5395680" cy="10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8E1441B-298C-EC03-0C8C-150834082FAC}"/>
                    </a:ext>
                  </a:extLst>
                </p14:cNvPr>
                <p14:cNvContentPartPr/>
                <p14:nvPr/>
              </p14:nvContentPartPr>
              <p14:xfrm>
                <a:off x="9248440" y="5156760"/>
                <a:ext cx="72360" cy="115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8E1441B-298C-EC03-0C8C-150834082F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42320" y="5150640"/>
                  <a:ext cx="84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62979A-990F-4056-7E3F-0D7801E74E93}"/>
                    </a:ext>
                  </a:extLst>
                </p14:cNvPr>
                <p14:cNvContentPartPr/>
                <p14:nvPr/>
              </p14:nvContentPartPr>
              <p14:xfrm>
                <a:off x="9280840" y="3014400"/>
                <a:ext cx="65160" cy="134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62979A-990F-4056-7E3F-0D7801E74E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74720" y="3008280"/>
                  <a:ext cx="7740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8D936BC-5700-6626-D4FB-7363A4D90E59}"/>
              </a:ext>
            </a:extLst>
          </p:cNvPr>
          <p:cNvGrpSpPr/>
          <p:nvPr/>
        </p:nvGrpSpPr>
        <p:grpSpPr>
          <a:xfrm>
            <a:off x="994360" y="4761480"/>
            <a:ext cx="1128600" cy="538560"/>
            <a:chOff x="994360" y="4761480"/>
            <a:chExt cx="1128600" cy="53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65E939-D74A-852F-31BA-C9218C51E947}"/>
                    </a:ext>
                  </a:extLst>
                </p14:cNvPr>
                <p14:cNvContentPartPr/>
                <p14:nvPr/>
              </p14:nvContentPartPr>
              <p14:xfrm>
                <a:off x="1125040" y="4866600"/>
                <a:ext cx="203040" cy="433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65E939-D74A-852F-31BA-C9218C51E94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18920" y="4860480"/>
                  <a:ext cx="2152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3D8ECC-9C18-9518-7AC2-A7E8558E98BF}"/>
                    </a:ext>
                  </a:extLst>
                </p14:cNvPr>
                <p14:cNvContentPartPr/>
                <p14:nvPr/>
              </p14:nvContentPartPr>
              <p14:xfrm>
                <a:off x="994360" y="5002320"/>
                <a:ext cx="327600" cy="85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3D8ECC-9C18-9518-7AC2-A7E8558E98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8240" y="4996200"/>
                  <a:ext cx="339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9363892-C6D5-29D0-AC39-23CF750B0FD0}"/>
                    </a:ext>
                  </a:extLst>
                </p14:cNvPr>
                <p14:cNvContentPartPr/>
                <p14:nvPr/>
              </p14:nvContentPartPr>
              <p14:xfrm>
                <a:off x="1343200" y="5090160"/>
                <a:ext cx="186840" cy="62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9363892-C6D5-29D0-AC39-23CF750B0FD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37080" y="5084040"/>
                  <a:ext cx="199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5F2BF4-E1F4-5A00-61A2-E514F3444466}"/>
                    </a:ext>
                  </a:extLst>
                </p14:cNvPr>
                <p14:cNvContentPartPr/>
                <p14:nvPr/>
              </p14:nvContentPartPr>
              <p14:xfrm>
                <a:off x="1375960" y="5007000"/>
                <a:ext cx="213120" cy="20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5F2BF4-E1F4-5A00-61A2-E514F344446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369840" y="5000880"/>
                  <a:ext cx="225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891AB3-3743-8446-7835-DF190CEC4DAB}"/>
                    </a:ext>
                  </a:extLst>
                </p14:cNvPr>
                <p14:cNvContentPartPr/>
                <p14:nvPr/>
              </p14:nvContentPartPr>
              <p14:xfrm>
                <a:off x="1680520" y="4928880"/>
                <a:ext cx="167040" cy="277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891AB3-3743-8446-7835-DF190CEC4D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74400" y="4922760"/>
                  <a:ext cx="1792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53F5EE-B0A5-D46A-A5A6-FB1008123D3F}"/>
                    </a:ext>
                  </a:extLst>
                </p14:cNvPr>
                <p14:cNvContentPartPr/>
                <p14:nvPr/>
              </p14:nvContentPartPr>
              <p14:xfrm>
                <a:off x="1934680" y="4761480"/>
                <a:ext cx="188280" cy="317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53F5EE-B0A5-D46A-A5A6-FB1008123D3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28560" y="4755360"/>
                  <a:ext cx="2005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CC30FD0-CA10-5C5A-A111-746EA2AB1578}"/>
                    </a:ext>
                  </a:extLst>
                </p14:cNvPr>
                <p14:cNvContentPartPr/>
                <p14:nvPr/>
              </p14:nvContentPartPr>
              <p14:xfrm>
                <a:off x="1851160" y="4845360"/>
                <a:ext cx="128520" cy="56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CC30FD0-CA10-5C5A-A111-746EA2AB15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45040" y="4839240"/>
                  <a:ext cx="140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29A781B-D4FE-0E1C-EB90-A3E2159A327C}"/>
                    </a:ext>
                  </a:extLst>
                </p14:cNvPr>
                <p14:cNvContentPartPr/>
                <p14:nvPr/>
              </p14:nvContentPartPr>
              <p14:xfrm>
                <a:off x="1525000" y="4933560"/>
                <a:ext cx="159120" cy="95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29A781B-D4FE-0E1C-EB90-A3E2159A32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18880" y="4927440"/>
                  <a:ext cx="17136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CCDD0DC-CAF1-A89D-762C-6B7955416E6A}"/>
              </a:ext>
            </a:extLst>
          </p:cNvPr>
          <p:cNvGrpSpPr/>
          <p:nvPr/>
        </p:nvGrpSpPr>
        <p:grpSpPr>
          <a:xfrm>
            <a:off x="6278440" y="4341720"/>
            <a:ext cx="711360" cy="450000"/>
            <a:chOff x="6278440" y="4341720"/>
            <a:chExt cx="71136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51CB79A-547A-ECF1-2577-7543D99CAD85}"/>
                    </a:ext>
                  </a:extLst>
                </p14:cNvPr>
                <p14:cNvContentPartPr/>
                <p14:nvPr/>
              </p14:nvContentPartPr>
              <p14:xfrm>
                <a:off x="6921760" y="4587600"/>
                <a:ext cx="3960" cy="9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51CB79A-547A-ECF1-2577-7543D99CAD8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15640" y="4581480"/>
                  <a:ext cx="16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C5B688-D6D0-3EBD-70D8-0877190A01C5}"/>
                    </a:ext>
                  </a:extLst>
                </p14:cNvPr>
                <p14:cNvContentPartPr/>
                <p14:nvPr/>
              </p14:nvContentPartPr>
              <p14:xfrm>
                <a:off x="6884680" y="4604880"/>
                <a:ext cx="105120" cy="48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C5B688-D6D0-3EBD-70D8-0877190A01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78560" y="4598760"/>
                  <a:ext cx="117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C6D52A-A9B9-634C-007B-D1BB64046E1A}"/>
                    </a:ext>
                  </a:extLst>
                </p14:cNvPr>
                <p14:cNvContentPartPr/>
                <p14:nvPr/>
              </p14:nvContentPartPr>
              <p14:xfrm>
                <a:off x="6278440" y="4341720"/>
                <a:ext cx="20880" cy="438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C6D52A-A9B9-634C-007B-D1BB64046E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72320" y="4335600"/>
                  <a:ext cx="331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5598C0F-9B8C-F892-1C3F-D205A3E49AFE}"/>
                    </a:ext>
                  </a:extLst>
                </p14:cNvPr>
                <p14:cNvContentPartPr/>
                <p14:nvPr/>
              </p14:nvContentPartPr>
              <p14:xfrm>
                <a:off x="6395800" y="4605240"/>
                <a:ext cx="107640" cy="154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5598C0F-9B8C-F892-1C3F-D205A3E49AF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89680" y="4599120"/>
                  <a:ext cx="119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72F8FA6-7635-BA5F-C707-C4C85A7E504B}"/>
                    </a:ext>
                  </a:extLst>
                </p14:cNvPr>
                <p14:cNvContentPartPr/>
                <p14:nvPr/>
              </p14:nvContentPartPr>
              <p14:xfrm>
                <a:off x="6568600" y="4562760"/>
                <a:ext cx="98640" cy="165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72F8FA6-7635-BA5F-C707-C4C85A7E50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62480" y="4556640"/>
                  <a:ext cx="1108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1D96B4F-B02E-592A-9B1E-C32F63C1A318}"/>
                    </a:ext>
                  </a:extLst>
                </p14:cNvPr>
                <p14:cNvContentPartPr/>
                <p14:nvPr/>
              </p14:nvContentPartPr>
              <p14:xfrm>
                <a:off x="6710440" y="4506960"/>
                <a:ext cx="130680" cy="284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1D96B4F-B02E-592A-9B1E-C32F63C1A31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04320" y="4500840"/>
                  <a:ext cx="142920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77ABF90-8203-BDFA-5EBD-F86EFB99A9AD}"/>
                  </a:ext>
                </a:extLst>
              </p14:cNvPr>
              <p14:cNvContentPartPr/>
              <p14:nvPr/>
            </p14:nvContentPartPr>
            <p14:xfrm>
              <a:off x="9284800" y="2973360"/>
              <a:ext cx="118440" cy="145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77ABF90-8203-BDFA-5EBD-F86EFB99A9A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278680" y="2967240"/>
                <a:ext cx="13068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967EDB2F-1408-B3BF-1DFF-B3A4EFF3E0C9}"/>
              </a:ext>
            </a:extLst>
          </p:cNvPr>
          <p:cNvGrpSpPr/>
          <p:nvPr/>
        </p:nvGrpSpPr>
        <p:grpSpPr>
          <a:xfrm>
            <a:off x="9072040" y="2870760"/>
            <a:ext cx="731160" cy="161280"/>
            <a:chOff x="9072040" y="2870760"/>
            <a:chExt cx="73116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50563F0-A099-2189-C17B-11499B4B5BAF}"/>
                    </a:ext>
                  </a:extLst>
                </p14:cNvPr>
                <p14:cNvContentPartPr/>
                <p14:nvPr/>
              </p14:nvContentPartPr>
              <p14:xfrm>
                <a:off x="9072040" y="2944560"/>
                <a:ext cx="707400" cy="29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50563F0-A099-2189-C17B-11499B4B5BA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65920" y="2938440"/>
                  <a:ext cx="719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82EC853-EF79-44D1-4EC0-CA08AD1C35C8}"/>
                    </a:ext>
                  </a:extLst>
                </p14:cNvPr>
                <p14:cNvContentPartPr/>
                <p14:nvPr/>
              </p14:nvContentPartPr>
              <p14:xfrm>
                <a:off x="9679000" y="2906400"/>
                <a:ext cx="124200" cy="71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82EC853-EF79-44D1-4EC0-CA08AD1C35C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72880" y="2900280"/>
                  <a:ext cx="136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9394967-7C0F-9841-A034-A24FA02646EC}"/>
                    </a:ext>
                  </a:extLst>
                </p14:cNvPr>
                <p14:cNvContentPartPr/>
                <p14:nvPr/>
              </p14:nvContentPartPr>
              <p14:xfrm>
                <a:off x="9243040" y="2877600"/>
                <a:ext cx="527040" cy="9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9394967-7C0F-9841-A034-A24FA02646E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36920" y="2871480"/>
                  <a:ext cx="539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149206B-D994-48B8-952E-615388E87A1D}"/>
                    </a:ext>
                  </a:extLst>
                </p14:cNvPr>
                <p14:cNvContentPartPr/>
                <p14:nvPr/>
              </p14:nvContentPartPr>
              <p14:xfrm>
                <a:off x="9204520" y="2870760"/>
                <a:ext cx="159480" cy="158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149206B-D994-48B8-952E-615388E87A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98400" y="2864640"/>
                  <a:ext cx="171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9D978D-9648-7A3D-F882-B07864B00BD7}"/>
                    </a:ext>
                  </a:extLst>
                </p14:cNvPr>
                <p14:cNvContentPartPr/>
                <p14:nvPr/>
              </p14:nvContentPartPr>
              <p14:xfrm>
                <a:off x="9279400" y="2948160"/>
                <a:ext cx="379080" cy="83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9D978D-9648-7A3D-F882-B07864B00BD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73280" y="2942040"/>
                  <a:ext cx="39132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2177C71-8115-CC67-65F3-78889A1B523F}"/>
                  </a:ext>
                </a:extLst>
              </p14:cNvPr>
              <p14:cNvContentPartPr/>
              <p14:nvPr/>
            </p14:nvContentPartPr>
            <p14:xfrm>
              <a:off x="10043680" y="5504880"/>
              <a:ext cx="322920" cy="1702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2177C71-8115-CC67-65F3-78889A1B523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037560" y="5498760"/>
                <a:ext cx="335160" cy="18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21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C208-FAAD-BE78-5976-47565F50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5558-5FF5-E6D2-40B4-550FFE55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MSE</a:t>
            </a:r>
          </a:p>
          <a:p>
            <a:r>
              <a:rPr lang="en-US" dirty="0"/>
              <a:t>Classification </a:t>
            </a:r>
          </a:p>
          <a:p>
            <a:pPr lvl="1"/>
            <a:r>
              <a:rPr lang="en-US" dirty="0"/>
              <a:t>Area under ROC</a:t>
            </a:r>
          </a:p>
          <a:p>
            <a:pPr lvl="1"/>
            <a:r>
              <a:rPr lang="en-US" dirty="0"/>
              <a:t>Confusion matrix</a:t>
            </a:r>
          </a:p>
          <a:p>
            <a:pPr lvl="1"/>
            <a:r>
              <a:rPr lang="en-US" dirty="0"/>
              <a:t>Recall</a:t>
            </a:r>
          </a:p>
          <a:p>
            <a:pPr lvl="1"/>
            <a:r>
              <a:rPr lang="en-US" dirty="0"/>
              <a:t>Precision</a:t>
            </a:r>
          </a:p>
          <a:p>
            <a:pPr lvl="1"/>
            <a:r>
              <a:rPr lang="en-US" dirty="0"/>
              <a:t>F1</a:t>
            </a:r>
          </a:p>
          <a:p>
            <a:pPr lvl="1"/>
            <a:r>
              <a:rPr lang="en-US" dirty="0"/>
              <a:t>Accuracy </a:t>
            </a:r>
          </a:p>
          <a:p>
            <a:r>
              <a:rPr lang="en-US" dirty="0"/>
              <a:t>Mix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A8C6EF-7FA1-B0EA-9C66-525754E866A0}"/>
                  </a:ext>
                </a:extLst>
              </p14:cNvPr>
              <p14:cNvContentPartPr/>
              <p14:nvPr/>
            </p14:nvContentPartPr>
            <p14:xfrm>
              <a:off x="1733800" y="2513280"/>
              <a:ext cx="557640" cy="63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A8C6EF-7FA1-B0EA-9C66-525754E866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7680" y="2507160"/>
                <a:ext cx="5698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D5CA0A-5F9E-779A-1B03-97DDAC4B4E64}"/>
                  </a:ext>
                </a:extLst>
              </p14:cNvPr>
              <p14:cNvContentPartPr/>
              <p14:nvPr/>
            </p14:nvContentPartPr>
            <p14:xfrm>
              <a:off x="1686640" y="2859240"/>
              <a:ext cx="552960" cy="9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D5CA0A-5F9E-779A-1B03-97DDAC4B4E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0520" y="2853120"/>
                <a:ext cx="5652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A62D4F-2C7F-E10B-C7FC-07E146C5957D}"/>
                  </a:ext>
                </a:extLst>
              </p14:cNvPr>
              <p14:cNvContentPartPr/>
              <p14:nvPr/>
            </p14:nvContentPartPr>
            <p14:xfrm>
              <a:off x="1331680" y="6025080"/>
              <a:ext cx="333720" cy="5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A62D4F-2C7F-E10B-C7FC-07E146C595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5560" y="6018960"/>
                <a:ext cx="3459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4C8A170-09E6-05DE-B204-28D36833F049}"/>
                  </a:ext>
                </a:extLst>
              </p14:cNvPr>
              <p14:cNvContentPartPr/>
              <p14:nvPr/>
            </p14:nvContentPartPr>
            <p14:xfrm>
              <a:off x="1673320" y="4751400"/>
              <a:ext cx="1192680" cy="129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4C8A170-09E6-05DE-B204-28D36833F0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7200" y="4745280"/>
                <a:ext cx="12049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EAB89B6-575E-F165-C46C-4BA9B58E120D}"/>
                  </a:ext>
                </a:extLst>
              </p14:cNvPr>
              <p14:cNvContentPartPr/>
              <p14:nvPr/>
            </p14:nvContentPartPr>
            <p14:xfrm>
              <a:off x="1788160" y="4429200"/>
              <a:ext cx="727200" cy="1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EAB89B6-575E-F165-C46C-4BA9B58E12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040" y="4423080"/>
                <a:ext cx="7394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921ECB-300C-D016-47B3-E2B294E259FE}"/>
                  </a:ext>
                </a:extLst>
              </p14:cNvPr>
              <p14:cNvContentPartPr/>
              <p14:nvPr/>
            </p14:nvContentPartPr>
            <p14:xfrm>
              <a:off x="1630840" y="5067480"/>
              <a:ext cx="441720" cy="85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0921ECB-300C-D016-47B3-E2B294E259F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24720" y="5061360"/>
                <a:ext cx="453960" cy="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7315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286E2CFE-602F-EF2B-54DC-AB49F25AA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0"/>
            <a:ext cx="624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97968F-4278-FDD0-C409-9741964BF15F}"/>
                  </a:ext>
                </a:extLst>
              </p14:cNvPr>
              <p14:cNvContentPartPr/>
              <p14:nvPr/>
            </p14:nvContentPartPr>
            <p14:xfrm>
              <a:off x="1331680" y="27969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97968F-4278-FDD0-C409-9741964BF1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5560" y="27908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BCECF3-5D3C-DC8B-D885-C469678A667E}"/>
                  </a:ext>
                </a:extLst>
              </p14:cNvPr>
              <p14:cNvContentPartPr/>
              <p14:nvPr/>
            </p14:nvContentPartPr>
            <p14:xfrm>
              <a:off x="4006120" y="5278440"/>
              <a:ext cx="427320" cy="486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BCECF3-5D3C-DC8B-D885-C469678A66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00000" y="5272320"/>
                <a:ext cx="43956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B23E4E-EC7D-05F0-661A-B3E315555AAF}"/>
                  </a:ext>
                </a:extLst>
              </p14:cNvPr>
              <p14:cNvContentPartPr/>
              <p14:nvPr/>
            </p14:nvContentPartPr>
            <p14:xfrm>
              <a:off x="6595600" y="1192080"/>
              <a:ext cx="1487880" cy="56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B23E4E-EC7D-05F0-661A-B3E315555A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89480" y="1185960"/>
                <a:ext cx="15001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B74219-97D3-7DE9-834E-DD38F975DC49}"/>
                  </a:ext>
                </a:extLst>
              </p14:cNvPr>
              <p14:cNvContentPartPr/>
              <p14:nvPr/>
            </p14:nvContentPartPr>
            <p14:xfrm>
              <a:off x="5346040" y="5594160"/>
              <a:ext cx="322200" cy="47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B74219-97D3-7DE9-834E-DD38F975DC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39920" y="5588040"/>
                <a:ext cx="3344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C2F67F-CDC7-8221-E478-7938B10D41DC}"/>
                  </a:ext>
                </a:extLst>
              </p14:cNvPr>
              <p14:cNvContentPartPr/>
              <p14:nvPr/>
            </p14:nvContentPartPr>
            <p14:xfrm>
              <a:off x="3756280" y="2042400"/>
              <a:ext cx="161640" cy="12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C2F67F-CDC7-8221-E478-7938B10D41D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50160" y="2036280"/>
                <a:ext cx="1738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40E3221-5943-9AE2-3355-4FEDF0377722}"/>
                  </a:ext>
                </a:extLst>
              </p14:cNvPr>
              <p14:cNvContentPartPr/>
              <p14:nvPr/>
            </p14:nvContentPartPr>
            <p14:xfrm>
              <a:off x="4055440" y="5932920"/>
              <a:ext cx="566280" cy="607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40E3221-5943-9AE2-3355-4FEDF03777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49320" y="5926800"/>
                <a:ext cx="57852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6312E2-B2E6-213C-5DA8-4F5ABBC95C0E}"/>
                  </a:ext>
                </a:extLst>
              </p14:cNvPr>
              <p14:cNvContentPartPr/>
              <p14:nvPr/>
            </p14:nvContentPartPr>
            <p14:xfrm>
              <a:off x="3932680" y="2568720"/>
              <a:ext cx="1463400" cy="62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6312E2-B2E6-213C-5DA8-4F5ABBC95C0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26560" y="2562600"/>
                <a:ext cx="1475640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FB4E6D-B01E-3C49-9E34-8E762F75CBE4}"/>
                  </a:ext>
                </a:extLst>
              </p14:cNvPr>
              <p14:cNvContentPartPr/>
              <p14:nvPr/>
            </p14:nvContentPartPr>
            <p14:xfrm>
              <a:off x="6935080" y="3015480"/>
              <a:ext cx="1105560" cy="64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FB4E6D-B01E-3C49-9E34-8E762F75CBE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28960" y="3009360"/>
                <a:ext cx="11178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FC40DED-C4EB-A967-7975-3224201056B3}"/>
                  </a:ext>
                </a:extLst>
              </p14:cNvPr>
              <p14:cNvContentPartPr/>
              <p14:nvPr/>
            </p14:nvContentPartPr>
            <p14:xfrm>
              <a:off x="5239480" y="5887920"/>
              <a:ext cx="504720" cy="661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FC40DED-C4EB-A967-7975-3224201056B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33360" y="5881800"/>
                <a:ext cx="516960" cy="67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4D8F7EF-D027-6D08-EEF7-A08DB73911FC}"/>
              </a:ext>
            </a:extLst>
          </p:cNvPr>
          <p:cNvGrpSpPr/>
          <p:nvPr/>
        </p:nvGrpSpPr>
        <p:grpSpPr>
          <a:xfrm>
            <a:off x="1442920" y="1723440"/>
            <a:ext cx="635040" cy="505440"/>
            <a:chOff x="1442920" y="1723440"/>
            <a:chExt cx="635040" cy="50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F4D7F5-39DC-9BE7-29B4-2940F4B91E1D}"/>
                    </a:ext>
                  </a:extLst>
                </p14:cNvPr>
                <p14:cNvContentPartPr/>
                <p14:nvPr/>
              </p14:nvContentPartPr>
              <p14:xfrm>
                <a:off x="1442920" y="1723440"/>
                <a:ext cx="80640" cy="50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F4D7F5-39DC-9BE7-29B4-2940F4B91E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36800" y="1717320"/>
                  <a:ext cx="928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5701C9-E04D-9081-33FD-826F947EE0D0}"/>
                    </a:ext>
                  </a:extLst>
                </p14:cNvPr>
                <p14:cNvContentPartPr/>
                <p14:nvPr/>
              </p14:nvContentPartPr>
              <p14:xfrm>
                <a:off x="1621840" y="1911720"/>
                <a:ext cx="110880" cy="140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5701C9-E04D-9081-33FD-826F947EE0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15720" y="1905600"/>
                  <a:ext cx="123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4D0BD1-1B3F-441C-1A2E-B93DAA32FA2F}"/>
                    </a:ext>
                  </a:extLst>
                </p14:cNvPr>
                <p14:cNvContentPartPr/>
                <p14:nvPr/>
              </p14:nvContentPartPr>
              <p14:xfrm>
                <a:off x="1863400" y="1894440"/>
                <a:ext cx="214560" cy="21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4D0BD1-1B3F-441C-1A2E-B93DAA32FA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57280" y="1888320"/>
                  <a:ext cx="22680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A5606F4-A33E-387A-CFCB-493342AB468D}"/>
                  </a:ext>
                </a:extLst>
              </p14:cNvPr>
              <p14:cNvContentPartPr/>
              <p14:nvPr/>
            </p14:nvContentPartPr>
            <p14:xfrm>
              <a:off x="4500760" y="5122920"/>
              <a:ext cx="109800" cy="344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A5606F4-A33E-387A-CFCB-493342AB468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494640" y="5116800"/>
                <a:ext cx="12204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73F7C48-03DC-B2A0-3CC3-BF899FCFD19C}"/>
                  </a:ext>
                </a:extLst>
              </p14:cNvPr>
              <p14:cNvContentPartPr/>
              <p14:nvPr/>
            </p14:nvContentPartPr>
            <p14:xfrm>
              <a:off x="4682920" y="5114280"/>
              <a:ext cx="96120" cy="348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73F7C48-03DC-B2A0-3CC3-BF899FCFD19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676800" y="5108160"/>
                <a:ext cx="1083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09DF9B0-9983-3D09-AECF-2A0F922A9D66}"/>
                  </a:ext>
                </a:extLst>
              </p14:cNvPr>
              <p14:cNvContentPartPr/>
              <p14:nvPr/>
            </p14:nvContentPartPr>
            <p14:xfrm>
              <a:off x="4678240" y="5207880"/>
              <a:ext cx="159120" cy="3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09DF9B0-9983-3D09-AECF-2A0F922A9D6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72120" y="5201760"/>
                <a:ext cx="1713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4A48D1C-F025-77D4-F666-12F11190476C}"/>
                  </a:ext>
                </a:extLst>
              </p14:cNvPr>
              <p14:cNvContentPartPr/>
              <p14:nvPr/>
            </p14:nvContentPartPr>
            <p14:xfrm>
              <a:off x="3949600" y="5538360"/>
              <a:ext cx="588960" cy="69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4A48D1C-F025-77D4-F666-12F11190476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943480" y="5532240"/>
                <a:ext cx="6012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650CF69-447C-8C6F-482F-B87ED2F498C4}"/>
                  </a:ext>
                </a:extLst>
              </p14:cNvPr>
              <p14:cNvContentPartPr/>
              <p14:nvPr/>
            </p14:nvContentPartPr>
            <p14:xfrm>
              <a:off x="5158120" y="5569680"/>
              <a:ext cx="528840" cy="150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650CF69-447C-8C6F-482F-B87ED2F498C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52000" y="5563560"/>
                <a:ext cx="5410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4911793-865C-38BE-30CF-43037C7D52C8}"/>
                  </a:ext>
                </a:extLst>
              </p14:cNvPr>
              <p14:cNvContentPartPr/>
              <p14:nvPr/>
            </p14:nvContentPartPr>
            <p14:xfrm>
              <a:off x="5297800" y="6380760"/>
              <a:ext cx="479160" cy="94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4911793-865C-38BE-30CF-43037C7D52C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291680" y="6374640"/>
                <a:ext cx="49140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863E893-CA7D-7A04-3DCC-73DB740D1D12}"/>
              </a:ext>
            </a:extLst>
          </p:cNvPr>
          <p:cNvGrpSpPr/>
          <p:nvPr/>
        </p:nvGrpSpPr>
        <p:grpSpPr>
          <a:xfrm>
            <a:off x="4057240" y="6317760"/>
            <a:ext cx="570240" cy="269640"/>
            <a:chOff x="4057240" y="6317760"/>
            <a:chExt cx="57024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814C51-9ABF-FF32-E043-F1E59D54CF0F}"/>
                    </a:ext>
                  </a:extLst>
                </p14:cNvPr>
                <p14:cNvContentPartPr/>
                <p14:nvPr/>
              </p14:nvContentPartPr>
              <p14:xfrm>
                <a:off x="4057240" y="6335400"/>
                <a:ext cx="181440" cy="252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814C51-9ABF-FF32-E043-F1E59D54CF0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051120" y="6329280"/>
                  <a:ext cx="1936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DA5FFE8-C525-0FC3-BB4E-FDDE70EDE84C}"/>
                    </a:ext>
                  </a:extLst>
                </p14:cNvPr>
                <p14:cNvContentPartPr/>
                <p14:nvPr/>
              </p14:nvContentPartPr>
              <p14:xfrm>
                <a:off x="4256320" y="6317760"/>
                <a:ext cx="155520" cy="219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DA5FFE8-C525-0FC3-BB4E-FDDE70EDE8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50200" y="6311640"/>
                  <a:ext cx="1677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04B9889-1B74-4FDC-B592-F9503A5F9D18}"/>
                    </a:ext>
                  </a:extLst>
                </p14:cNvPr>
                <p14:cNvContentPartPr/>
                <p14:nvPr/>
              </p14:nvContentPartPr>
              <p14:xfrm>
                <a:off x="4159480" y="6428640"/>
                <a:ext cx="468000" cy="30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04B9889-1B74-4FDC-B592-F9503A5F9D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53360" y="6422520"/>
                  <a:ext cx="48024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421DD6A-3035-36ED-1A9A-98C7DA253F02}"/>
                  </a:ext>
                </a:extLst>
              </p14:cNvPr>
              <p14:cNvContentPartPr/>
              <p14:nvPr/>
            </p14:nvContentPartPr>
            <p14:xfrm>
              <a:off x="6343960" y="5164320"/>
              <a:ext cx="1924200" cy="34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421DD6A-3035-36ED-1A9A-98C7DA253F0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337840" y="5158200"/>
                <a:ext cx="193644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B3DDA81-1D06-8DB6-90CA-3071E4779EF3}"/>
              </a:ext>
            </a:extLst>
          </p:cNvPr>
          <p:cNvGrpSpPr/>
          <p:nvPr/>
        </p:nvGrpSpPr>
        <p:grpSpPr>
          <a:xfrm>
            <a:off x="8825440" y="4482480"/>
            <a:ext cx="1137960" cy="749880"/>
            <a:chOff x="8825440" y="4482480"/>
            <a:chExt cx="1137960" cy="74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9A3E8B-90D2-A771-7022-87FC4F112175}"/>
                    </a:ext>
                  </a:extLst>
                </p14:cNvPr>
                <p14:cNvContentPartPr/>
                <p14:nvPr/>
              </p14:nvContentPartPr>
              <p14:xfrm>
                <a:off x="9207400" y="4513080"/>
                <a:ext cx="105480" cy="285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9A3E8B-90D2-A771-7022-87FC4F11217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01280" y="4506960"/>
                  <a:ext cx="117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E4C9AD-D1FB-84D6-12EC-25C45E6A4B0B}"/>
                    </a:ext>
                  </a:extLst>
                </p14:cNvPr>
                <p14:cNvContentPartPr/>
                <p14:nvPr/>
              </p14:nvContentPartPr>
              <p14:xfrm>
                <a:off x="9368320" y="4482480"/>
                <a:ext cx="144000" cy="343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E4C9AD-D1FB-84D6-12EC-25C45E6A4B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362200" y="4476360"/>
                  <a:ext cx="1562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07585B-C3E4-07FB-BCD8-2706FB190FF0}"/>
                    </a:ext>
                  </a:extLst>
                </p14:cNvPr>
                <p14:cNvContentPartPr/>
                <p14:nvPr/>
              </p14:nvContentPartPr>
              <p14:xfrm>
                <a:off x="9391720" y="4573920"/>
                <a:ext cx="131040" cy="14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07585B-C3E4-07FB-BCD8-2706FB190FF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385600" y="4567800"/>
                  <a:ext cx="143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FD5B6C-9508-6B0C-6EF8-8A4057F26AFB}"/>
                    </a:ext>
                  </a:extLst>
                </p14:cNvPr>
                <p14:cNvContentPartPr/>
                <p14:nvPr/>
              </p14:nvContentPartPr>
              <p14:xfrm>
                <a:off x="8825440" y="4899360"/>
                <a:ext cx="113796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FD5B6C-9508-6B0C-6EF8-8A4057F26AF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19320" y="4893240"/>
                  <a:ext cx="1150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E3968D-5165-CC7F-271B-FB8759A5BDB6}"/>
                    </a:ext>
                  </a:extLst>
                </p14:cNvPr>
                <p14:cNvContentPartPr/>
                <p14:nvPr/>
              </p14:nvContentPartPr>
              <p14:xfrm>
                <a:off x="8969800" y="4952280"/>
                <a:ext cx="132840" cy="28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E3968D-5165-CC7F-271B-FB8759A5BDB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63680" y="4946160"/>
                  <a:ext cx="1450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C1F8BD-2E76-5D42-FFB0-E12C7A7D537E}"/>
                    </a:ext>
                  </a:extLst>
                </p14:cNvPr>
                <p14:cNvContentPartPr/>
                <p14:nvPr/>
              </p14:nvContentPartPr>
              <p14:xfrm>
                <a:off x="9181120" y="4942560"/>
                <a:ext cx="74880" cy="21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C1F8BD-2E76-5D42-FFB0-E12C7A7D537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75000" y="4936440"/>
                  <a:ext cx="87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77BD2D8-049A-BA77-C399-6DAD6939D92E}"/>
                    </a:ext>
                  </a:extLst>
                </p14:cNvPr>
                <p14:cNvContentPartPr/>
                <p14:nvPr/>
              </p14:nvContentPartPr>
              <p14:xfrm>
                <a:off x="9196240" y="5000520"/>
                <a:ext cx="141840" cy="9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77BD2D8-049A-BA77-C399-6DAD6939D92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90120" y="4994400"/>
                  <a:ext cx="154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ECCEAC6-5BAC-4F2C-8DA3-C94DE4BEC332}"/>
                    </a:ext>
                  </a:extLst>
                </p14:cNvPr>
                <p14:cNvContentPartPr/>
                <p14:nvPr/>
              </p14:nvContentPartPr>
              <p14:xfrm>
                <a:off x="9342400" y="5008440"/>
                <a:ext cx="163440" cy="51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ECCEAC6-5BAC-4F2C-8DA3-C94DE4BEC33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36280" y="5002320"/>
                  <a:ext cx="175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09E268-A2C9-AB32-AFED-0D6D73860FE1}"/>
                    </a:ext>
                  </a:extLst>
                </p14:cNvPr>
                <p14:cNvContentPartPr/>
                <p14:nvPr/>
              </p14:nvContentPartPr>
              <p14:xfrm>
                <a:off x="9459040" y="4911240"/>
                <a:ext cx="21600" cy="264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09E268-A2C9-AB32-AFED-0D6D73860FE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52920" y="4905120"/>
                  <a:ext cx="33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F7C9D7B-258C-6D71-201E-6DFDBF7CEBB9}"/>
                    </a:ext>
                  </a:extLst>
                </p14:cNvPr>
                <p14:cNvContentPartPr/>
                <p14:nvPr/>
              </p14:nvContentPartPr>
              <p14:xfrm>
                <a:off x="9661720" y="4968120"/>
                <a:ext cx="154800" cy="11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F7C9D7B-258C-6D71-201E-6DFDBF7CEBB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55600" y="4962000"/>
                  <a:ext cx="16704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C2A9BD4-69A9-AB45-E3B8-DF5E8185E1E7}"/>
                  </a:ext>
                </a:extLst>
              </p14:cNvPr>
              <p14:cNvContentPartPr/>
              <p14:nvPr/>
            </p14:nvContentPartPr>
            <p14:xfrm>
              <a:off x="4703080" y="6058560"/>
              <a:ext cx="18720" cy="241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C2A9BD4-69A9-AB45-E3B8-DF5E8185E1E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696960" y="6052440"/>
                <a:ext cx="309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C7387BA-153B-B031-F025-2D6700A248F9}"/>
                  </a:ext>
                </a:extLst>
              </p14:cNvPr>
              <p14:cNvContentPartPr/>
              <p14:nvPr/>
            </p14:nvContentPartPr>
            <p14:xfrm>
              <a:off x="6486880" y="2690400"/>
              <a:ext cx="1689120" cy="3888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C7387BA-153B-B031-F025-2D6700A248F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480760" y="2684280"/>
                <a:ext cx="170136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372D86A-5936-C514-D9EB-48FA9C0E23F0}"/>
                  </a:ext>
                </a:extLst>
              </p14:cNvPr>
              <p14:cNvContentPartPr/>
              <p14:nvPr/>
            </p14:nvContentPartPr>
            <p14:xfrm>
              <a:off x="7242520" y="2653680"/>
              <a:ext cx="1029600" cy="3798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372D86A-5936-C514-D9EB-48FA9C0E23F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236400" y="2647560"/>
                <a:ext cx="10418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466BBCF-DD72-0531-4635-ECC6D5107BC9}"/>
                  </a:ext>
                </a:extLst>
              </p14:cNvPr>
              <p14:cNvContentPartPr/>
              <p14:nvPr/>
            </p14:nvContentPartPr>
            <p14:xfrm>
              <a:off x="7453840" y="5114280"/>
              <a:ext cx="743040" cy="95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466BBCF-DD72-0531-4635-ECC6D5107BC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447720" y="5108160"/>
                <a:ext cx="75528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09A6FDFF-E474-0F18-6AB2-F989D18934EC}"/>
              </a:ext>
            </a:extLst>
          </p:cNvPr>
          <p:cNvGrpSpPr/>
          <p:nvPr/>
        </p:nvGrpSpPr>
        <p:grpSpPr>
          <a:xfrm>
            <a:off x="5813680" y="4833120"/>
            <a:ext cx="4071960" cy="2023920"/>
            <a:chOff x="5813680" y="4833120"/>
            <a:chExt cx="4071960" cy="20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EBFFE8E-2AF6-B01B-C9BC-DD9430E02A5C}"/>
                    </a:ext>
                  </a:extLst>
                </p14:cNvPr>
                <p14:cNvContentPartPr/>
                <p14:nvPr/>
              </p14:nvContentPartPr>
              <p14:xfrm>
                <a:off x="5813680" y="5195640"/>
                <a:ext cx="141480" cy="312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EBFFE8E-2AF6-B01B-C9BC-DD9430E02A5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807560" y="5189520"/>
                  <a:ext cx="1537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E36A556-1274-571A-B681-391E2AC413C7}"/>
                    </a:ext>
                  </a:extLst>
                </p14:cNvPr>
                <p14:cNvContentPartPr/>
                <p14:nvPr/>
              </p14:nvContentPartPr>
              <p14:xfrm>
                <a:off x="5926000" y="6022920"/>
                <a:ext cx="50040" cy="13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E36A556-1274-571A-B681-391E2AC413C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19880" y="6016800"/>
                  <a:ext cx="622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CCAD6F-4AA2-2D01-85A1-B8426CE49C6D}"/>
                    </a:ext>
                  </a:extLst>
                </p14:cNvPr>
                <p14:cNvContentPartPr/>
                <p14:nvPr/>
              </p14:nvContentPartPr>
              <p14:xfrm>
                <a:off x="9650560" y="4942560"/>
                <a:ext cx="235080" cy="274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CCAD6F-4AA2-2D01-85A1-B8426CE49C6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44440" y="4936440"/>
                  <a:ext cx="2473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DD476DC-B401-050A-488D-96686AD68C64}"/>
                    </a:ext>
                  </a:extLst>
                </p14:cNvPr>
                <p14:cNvContentPartPr/>
                <p14:nvPr/>
              </p14:nvContentPartPr>
              <p14:xfrm>
                <a:off x="9684400" y="4915560"/>
                <a:ext cx="200160" cy="23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DD476DC-B401-050A-488D-96686AD68C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78280" y="4909440"/>
                  <a:ext cx="212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CC89224-96DC-A60D-F387-C0BFFE04048A}"/>
                    </a:ext>
                  </a:extLst>
                </p14:cNvPr>
                <p14:cNvContentPartPr/>
                <p14:nvPr/>
              </p14:nvContentPartPr>
              <p14:xfrm>
                <a:off x="6568960" y="5651040"/>
                <a:ext cx="1632240" cy="66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CC89224-96DC-A60D-F387-C0BFFE04048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562840" y="5644920"/>
                  <a:ext cx="1644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69831C7-7FDE-30ED-9AE7-99E8E93E001F}"/>
                    </a:ext>
                  </a:extLst>
                </p14:cNvPr>
                <p14:cNvContentPartPr/>
                <p14:nvPr/>
              </p14:nvContentPartPr>
              <p14:xfrm>
                <a:off x="6723400" y="6222360"/>
                <a:ext cx="2460960" cy="9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69831C7-7FDE-30ED-9AE7-99E8E93E001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717280" y="6216240"/>
                  <a:ext cx="2473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444E418-C194-C0A6-E0A2-D7FE42246529}"/>
                    </a:ext>
                  </a:extLst>
                </p14:cNvPr>
                <p14:cNvContentPartPr/>
                <p14:nvPr/>
              </p14:nvContentPartPr>
              <p14:xfrm>
                <a:off x="6272320" y="6681360"/>
                <a:ext cx="2895480" cy="175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444E418-C194-C0A6-E0A2-D7FE4224652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66200" y="6675240"/>
                  <a:ext cx="29077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F9C0D5-B624-60B9-9943-4A1C77A928E9}"/>
                    </a:ext>
                  </a:extLst>
                </p14:cNvPr>
                <p14:cNvContentPartPr/>
                <p14:nvPr/>
              </p14:nvContentPartPr>
              <p14:xfrm>
                <a:off x="6138760" y="4833120"/>
                <a:ext cx="204120" cy="199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F9C0D5-B624-60B9-9943-4A1C77A928E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132640" y="4827000"/>
                  <a:ext cx="216360" cy="20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F325036-289E-0A12-440B-88FC17EFF600}"/>
                  </a:ext>
                </a:extLst>
              </p14:cNvPr>
              <p14:cNvContentPartPr/>
              <p14:nvPr/>
            </p14:nvContentPartPr>
            <p14:xfrm>
              <a:off x="6850840" y="4794960"/>
              <a:ext cx="181440" cy="3286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F325036-289E-0A12-440B-88FC17EFF60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844720" y="4788840"/>
                <a:ext cx="19368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09CB4D7-6BC7-63B9-2995-D5EEFFBCCE5B}"/>
                  </a:ext>
                </a:extLst>
              </p14:cNvPr>
              <p14:cNvContentPartPr/>
              <p14:nvPr/>
            </p14:nvContentPartPr>
            <p14:xfrm>
              <a:off x="6824920" y="6516840"/>
              <a:ext cx="213840" cy="318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09CB4D7-6BC7-63B9-2995-D5EEFFBCCE5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818800" y="6510720"/>
                <a:ext cx="226080" cy="33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8129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processing - Training accuracy improves but validation accuracy  remains same - Stack Overflow">
            <a:extLst>
              <a:ext uri="{FF2B5EF4-FFF2-40B4-BE49-F238E27FC236}">
                <a16:creationId xmlns:a16="http://schemas.microsoft.com/office/drawing/2014/main" id="{E1CF527E-A5B5-D0D5-5C7B-7460F8C74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011" y="31558"/>
            <a:ext cx="8951932" cy="66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50B5236-8A0C-08F8-31D4-607961AB8985}"/>
                  </a:ext>
                </a:extLst>
              </p14:cNvPr>
              <p14:cNvContentPartPr/>
              <p14:nvPr/>
            </p14:nvContentPartPr>
            <p14:xfrm>
              <a:off x="4837000" y="753960"/>
              <a:ext cx="909000" cy="70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50B5236-8A0C-08F8-31D4-607961AB89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0880" y="747840"/>
                <a:ext cx="9212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29ADEAD-A47B-C037-B97F-88B88AE62EC1}"/>
                  </a:ext>
                </a:extLst>
              </p14:cNvPr>
              <p14:cNvContentPartPr/>
              <p14:nvPr/>
            </p14:nvContentPartPr>
            <p14:xfrm>
              <a:off x="10612840" y="1279200"/>
              <a:ext cx="1166400" cy="1083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29ADEAD-A47B-C037-B97F-88B88AE62E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06720" y="1273080"/>
                <a:ext cx="11786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41F615D-9D7F-86B1-294A-A3E446541EF1}"/>
                  </a:ext>
                </a:extLst>
              </p14:cNvPr>
              <p14:cNvContentPartPr/>
              <p14:nvPr/>
            </p14:nvContentPartPr>
            <p14:xfrm>
              <a:off x="4074520" y="1966800"/>
              <a:ext cx="129960" cy="156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1F615D-9D7F-86B1-294A-A3E446541EF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68400" y="1960680"/>
                <a:ext cx="1422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60DE0F9-F93F-EF59-C098-710502D1E813}"/>
                  </a:ext>
                </a:extLst>
              </p14:cNvPr>
              <p14:cNvContentPartPr/>
              <p14:nvPr/>
            </p14:nvContentPartPr>
            <p14:xfrm>
              <a:off x="4242280" y="1961760"/>
              <a:ext cx="3408120" cy="698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60DE0F9-F93F-EF59-C098-710502D1E8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36160" y="1955640"/>
                <a:ext cx="3420360" cy="71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368D566-5FF8-611B-BDEA-04830B522CA9}"/>
              </a:ext>
            </a:extLst>
          </p:cNvPr>
          <p:cNvGrpSpPr/>
          <p:nvPr/>
        </p:nvGrpSpPr>
        <p:grpSpPr>
          <a:xfrm>
            <a:off x="3898480" y="914520"/>
            <a:ext cx="8241120" cy="2547360"/>
            <a:chOff x="3898480" y="914520"/>
            <a:chExt cx="8241120" cy="254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0E9A0A2-B594-7517-F712-5F9EE2947C43}"/>
                    </a:ext>
                  </a:extLst>
                </p14:cNvPr>
                <p14:cNvContentPartPr/>
                <p14:nvPr/>
              </p14:nvContentPartPr>
              <p14:xfrm>
                <a:off x="10293160" y="3011160"/>
                <a:ext cx="1475640" cy="19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0E9A0A2-B594-7517-F712-5F9EE2947C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87040" y="3005040"/>
                  <a:ext cx="1487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7E158C8-CEDB-0A87-26B8-2BD3ED90D0D2}"/>
                    </a:ext>
                  </a:extLst>
                </p14:cNvPr>
                <p14:cNvContentPartPr/>
                <p14:nvPr/>
              </p14:nvContentPartPr>
              <p14:xfrm>
                <a:off x="11617240" y="2966880"/>
                <a:ext cx="221760" cy="121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7E158C8-CEDB-0A87-26B8-2BD3ED90D0D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11120" y="2960760"/>
                  <a:ext cx="234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95D0E3-82EA-1636-54F0-D8623F0BD48F}"/>
                    </a:ext>
                  </a:extLst>
                </p14:cNvPr>
                <p14:cNvContentPartPr/>
                <p14:nvPr/>
              </p14:nvContentPartPr>
              <p14:xfrm>
                <a:off x="10203160" y="914520"/>
                <a:ext cx="192960" cy="2115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95D0E3-82EA-1636-54F0-D8623F0BD48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7040" y="908400"/>
                  <a:ext cx="205200" cy="21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8412F5-DBD8-37BD-631D-67F9576A4522}"/>
                    </a:ext>
                  </a:extLst>
                </p14:cNvPr>
                <p14:cNvContentPartPr/>
                <p14:nvPr/>
              </p14:nvContentPartPr>
              <p14:xfrm>
                <a:off x="10575400" y="1287840"/>
                <a:ext cx="1173600" cy="1303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8412F5-DBD8-37BD-631D-67F9576A452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69280" y="1281720"/>
                  <a:ext cx="1185840" cy="13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8F57C3-D038-7A27-E722-779269A1D198}"/>
                    </a:ext>
                  </a:extLst>
                </p14:cNvPr>
                <p14:cNvContentPartPr/>
                <p14:nvPr/>
              </p14:nvContentPartPr>
              <p14:xfrm>
                <a:off x="9828400" y="1334640"/>
                <a:ext cx="28080" cy="233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8F57C3-D038-7A27-E722-779269A1D19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822280" y="1328520"/>
                  <a:ext cx="40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1F9B2B-3B5C-5BE6-27BC-84FC08392FA0}"/>
                    </a:ext>
                  </a:extLst>
                </p14:cNvPr>
                <p14:cNvContentPartPr/>
                <p14:nvPr/>
              </p14:nvContentPartPr>
              <p14:xfrm>
                <a:off x="9920200" y="1464600"/>
                <a:ext cx="62640" cy="84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1F9B2B-3B5C-5BE6-27BC-84FC08392FA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14080" y="1458480"/>
                  <a:ext cx="74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B95026A-FDF3-3395-7F50-88444D1A4DDE}"/>
                    </a:ext>
                  </a:extLst>
                </p14:cNvPr>
                <p14:cNvContentPartPr/>
                <p14:nvPr/>
              </p14:nvContentPartPr>
              <p14:xfrm>
                <a:off x="9992920" y="1435440"/>
                <a:ext cx="80640" cy="10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B95026A-FDF3-3395-7F50-88444D1A4DD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86800" y="1429320"/>
                  <a:ext cx="92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87712E-1C0F-B6E4-EF36-8C42446AA0E6}"/>
                    </a:ext>
                  </a:extLst>
                </p14:cNvPr>
                <p14:cNvContentPartPr/>
                <p14:nvPr/>
              </p14:nvContentPartPr>
              <p14:xfrm>
                <a:off x="10091560" y="1440480"/>
                <a:ext cx="115200" cy="1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87712E-1C0F-B6E4-EF36-8C42446AA0E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85440" y="1434360"/>
                  <a:ext cx="1274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FD58B8-D7E5-53D4-7B58-68E59C92F2CA}"/>
                    </a:ext>
                  </a:extLst>
                </p14:cNvPr>
                <p14:cNvContentPartPr/>
                <p14:nvPr/>
              </p14:nvContentPartPr>
              <p14:xfrm>
                <a:off x="11493760" y="3192600"/>
                <a:ext cx="275040" cy="269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FD58B8-D7E5-53D4-7B58-68E59C92F2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487640" y="3186480"/>
                  <a:ext cx="2872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728DE7-B25A-DFEE-0422-2681C1282B42}"/>
                    </a:ext>
                  </a:extLst>
                </p14:cNvPr>
                <p14:cNvContentPartPr/>
                <p14:nvPr/>
              </p14:nvContentPartPr>
              <p14:xfrm>
                <a:off x="11806240" y="3182160"/>
                <a:ext cx="84240" cy="118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728DE7-B25A-DFEE-0422-2681C1282B4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800120" y="3176040"/>
                  <a:ext cx="96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8539DA-2B1D-802D-46EE-2C63CF2DA07D}"/>
                    </a:ext>
                  </a:extLst>
                </p14:cNvPr>
                <p14:cNvContentPartPr/>
                <p14:nvPr/>
              </p14:nvContentPartPr>
              <p14:xfrm>
                <a:off x="11912800" y="3058680"/>
                <a:ext cx="226800" cy="331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8539DA-2B1D-802D-46EE-2C63CF2DA07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906680" y="3052560"/>
                  <a:ext cx="2390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2469159-4917-9414-B4DD-0392E6FF292F}"/>
                    </a:ext>
                  </a:extLst>
                </p14:cNvPr>
                <p14:cNvContentPartPr/>
                <p14:nvPr/>
              </p14:nvContentPartPr>
              <p14:xfrm>
                <a:off x="3898480" y="1067160"/>
                <a:ext cx="8161920" cy="109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2469159-4917-9414-B4DD-0392E6FF292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892360" y="1061040"/>
                  <a:ext cx="8174160" cy="11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1DBE5B-F858-E682-2F58-95C966F9A687}"/>
              </a:ext>
            </a:extLst>
          </p:cNvPr>
          <p:cNvGrpSpPr/>
          <p:nvPr/>
        </p:nvGrpSpPr>
        <p:grpSpPr>
          <a:xfrm>
            <a:off x="4136800" y="2084880"/>
            <a:ext cx="1782360" cy="1170360"/>
            <a:chOff x="4136800" y="2084880"/>
            <a:chExt cx="1782360" cy="11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5455AD-ED8A-FFCC-0549-8B2E6428D26A}"/>
                    </a:ext>
                  </a:extLst>
                </p14:cNvPr>
                <p14:cNvContentPartPr/>
                <p14:nvPr/>
              </p14:nvContentPartPr>
              <p14:xfrm>
                <a:off x="4136800" y="2084880"/>
                <a:ext cx="40680" cy="805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5455AD-ED8A-FFCC-0549-8B2E6428D2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30680" y="2078760"/>
                  <a:ext cx="5292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9D65E0-F158-B8B8-41C1-A713FD77CC55}"/>
                    </a:ext>
                  </a:extLst>
                </p14:cNvPr>
                <p14:cNvContentPartPr/>
                <p14:nvPr/>
              </p14:nvContentPartPr>
              <p14:xfrm>
                <a:off x="4374760" y="2841240"/>
                <a:ext cx="145800" cy="182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9D65E0-F158-B8B8-41C1-A713FD77CC5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68640" y="2835120"/>
                  <a:ext cx="158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BA78451-160A-2015-8FAA-233378AF7A22}"/>
                    </a:ext>
                  </a:extLst>
                </p14:cNvPr>
                <p14:cNvContentPartPr/>
                <p14:nvPr/>
              </p14:nvContentPartPr>
              <p14:xfrm>
                <a:off x="4536040" y="2854560"/>
                <a:ext cx="100800" cy="125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BA78451-160A-2015-8FAA-233378AF7A2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29920" y="2848440"/>
                  <a:ext cx="113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6AC1A2-72FB-1693-1342-DF0D4F51A361}"/>
                    </a:ext>
                  </a:extLst>
                </p14:cNvPr>
                <p14:cNvContentPartPr/>
                <p14:nvPr/>
              </p14:nvContentPartPr>
              <p14:xfrm>
                <a:off x="4694080" y="2843760"/>
                <a:ext cx="71280" cy="128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6AC1A2-72FB-1693-1342-DF0D4F51A36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87960" y="2837640"/>
                  <a:ext cx="83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505619-B729-F23A-F638-9113D1E22EF9}"/>
                    </a:ext>
                  </a:extLst>
                </p14:cNvPr>
                <p14:cNvContentPartPr/>
                <p14:nvPr/>
              </p14:nvContentPartPr>
              <p14:xfrm>
                <a:off x="4755280" y="2712360"/>
                <a:ext cx="213120" cy="435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505619-B729-F23A-F638-9113D1E22EF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49160" y="2706240"/>
                  <a:ext cx="225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6388DA-1D41-6940-0CF5-2DA6BCB2829D}"/>
                    </a:ext>
                  </a:extLst>
                </p14:cNvPr>
                <p14:cNvContentPartPr/>
                <p14:nvPr/>
              </p14:nvContentPartPr>
              <p14:xfrm>
                <a:off x="5342800" y="2838000"/>
                <a:ext cx="117000" cy="167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6388DA-1D41-6940-0CF5-2DA6BCB2829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36680" y="2831880"/>
                  <a:ext cx="129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53F28DB-D32C-20A9-F8EE-6B8B2B979ECF}"/>
                    </a:ext>
                  </a:extLst>
                </p14:cNvPr>
                <p14:cNvContentPartPr/>
                <p14:nvPr/>
              </p14:nvContentPartPr>
              <p14:xfrm>
                <a:off x="5569600" y="2692200"/>
                <a:ext cx="28800" cy="298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53F28DB-D32C-20A9-F8EE-6B8B2B979EC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63480" y="2686080"/>
                  <a:ext cx="410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610EA3F-DEDE-9A55-168C-E5FA50204FD4}"/>
                    </a:ext>
                  </a:extLst>
                </p14:cNvPr>
                <p14:cNvContentPartPr/>
                <p14:nvPr/>
              </p14:nvContentPartPr>
              <p14:xfrm>
                <a:off x="5505880" y="2796960"/>
                <a:ext cx="198360" cy="167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610EA3F-DEDE-9A55-168C-E5FA50204FD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99760" y="2790840"/>
                  <a:ext cx="210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CB19E4-C609-FAC8-606D-329E7E069724}"/>
                    </a:ext>
                  </a:extLst>
                </p14:cNvPr>
                <p14:cNvContentPartPr/>
                <p14:nvPr/>
              </p14:nvContentPartPr>
              <p14:xfrm>
                <a:off x="5757520" y="2837280"/>
                <a:ext cx="45720" cy="417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7CB19E4-C609-FAC8-606D-329E7E06972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51400" y="2831160"/>
                  <a:ext cx="579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23EDDDE-8BD6-E791-1C20-95EE8124C81A}"/>
                    </a:ext>
                  </a:extLst>
                </p14:cNvPr>
                <p14:cNvContentPartPr/>
                <p14:nvPr/>
              </p14:nvContentPartPr>
              <p14:xfrm>
                <a:off x="5738800" y="2822520"/>
                <a:ext cx="180360" cy="141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23EDDDE-8BD6-E791-1C20-95EE8124C81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32680" y="2816400"/>
                  <a:ext cx="19260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EDC5D74-EBB9-2978-09CE-9AA2D2346E40}"/>
                  </a:ext>
                </a:extLst>
              </p14:cNvPr>
              <p14:cNvContentPartPr/>
              <p14:nvPr/>
            </p14:nvContentPartPr>
            <p14:xfrm>
              <a:off x="6202120" y="6529800"/>
              <a:ext cx="681120" cy="52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EDC5D74-EBB9-2978-09CE-9AA2D2346E4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196000" y="6523680"/>
                <a:ext cx="69336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46892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4831-E140-76DB-D593-BD14D987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2C7F-2704-AE2C-AD90-9C8D9550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Partial derivatives </a:t>
            </a:r>
          </a:p>
          <a:p>
            <a:r>
              <a:rPr lang="en-US" dirty="0"/>
              <a:t>Chain rule/back propagation</a:t>
            </a:r>
          </a:p>
          <a:p>
            <a:r>
              <a:rPr lang="en-US" dirty="0">
                <a:hlinkClick r:id="rId2"/>
              </a:rPr>
              <a:t>https://github.com/TAMIDSpiyalong/Advanced-Concepts-in-Machine-Learning-for-Energy/blob/main/Lecure%201/Excel_Machine_Learning.pdf</a:t>
            </a:r>
            <a:endParaRPr lang="en-US" dirty="0"/>
          </a:p>
          <a:p>
            <a:r>
              <a:rPr lang="en-US" dirty="0"/>
              <a:t>Chapter 5</a:t>
            </a:r>
          </a:p>
          <a:p>
            <a:r>
              <a:rPr lang="en-US" dirty="0"/>
              <a:t>Chapter 7 </a:t>
            </a:r>
          </a:p>
        </p:txBody>
      </p:sp>
    </p:spTree>
    <p:extLst>
      <p:ext uri="{BB962C8B-B14F-4D97-AF65-F5344CB8AC3E}">
        <p14:creationId xmlns:p14="http://schemas.microsoft.com/office/powerpoint/2010/main" val="1487505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54C9-68AC-B3AF-331C-1085FEE0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Derivative/slope for f(x)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FE10A-E5B8-52D5-F8B8-EA8B424EF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“Mathematics for machine learning”, Chapter 5</a:t>
            </a:r>
          </a:p>
          <a:p>
            <a:r>
              <a:rPr lang="en-US" dirty="0"/>
              <a:t>Quiz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1330D5-0C3A-0566-25B8-092EF96FA7C6}"/>
                  </a:ext>
                </a:extLst>
              </p:cNvPr>
              <p:cNvSpPr txBox="1"/>
              <p:nvPr/>
            </p:nvSpPr>
            <p:spPr>
              <a:xfrm>
                <a:off x="1582153" y="4451357"/>
                <a:ext cx="5290423" cy="912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1330D5-0C3A-0566-25B8-092EF96FA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153" y="4451357"/>
                <a:ext cx="5290423" cy="9126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F578B6FE-65DF-BA94-2AA2-B62EEB5E3E42}"/>
              </a:ext>
            </a:extLst>
          </p:cNvPr>
          <p:cNvGrpSpPr/>
          <p:nvPr/>
        </p:nvGrpSpPr>
        <p:grpSpPr>
          <a:xfrm>
            <a:off x="7028088" y="2464304"/>
            <a:ext cx="3660840" cy="2629800"/>
            <a:chOff x="7028088" y="2464304"/>
            <a:chExt cx="3660840" cy="262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BA893AF-920A-C5E6-1125-2655E1FDA14A}"/>
                    </a:ext>
                  </a:extLst>
                </p14:cNvPr>
                <p14:cNvContentPartPr/>
                <p14:nvPr/>
              </p14:nvContentPartPr>
              <p14:xfrm>
                <a:off x="7805688" y="2580224"/>
                <a:ext cx="24480" cy="2445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A893AF-920A-C5E6-1125-2655E1FDA1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99568" y="2574104"/>
                  <a:ext cx="36720" cy="24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76938CA-2E57-44D6-A2A2-8C138053476B}"/>
                    </a:ext>
                  </a:extLst>
                </p14:cNvPr>
                <p14:cNvContentPartPr/>
                <p14:nvPr/>
              </p14:nvContentPartPr>
              <p14:xfrm>
                <a:off x="7773648" y="2528744"/>
                <a:ext cx="110880" cy="210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76938CA-2E57-44D6-A2A2-8C138053476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67528" y="2522624"/>
                  <a:ext cx="123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5FA7AC-CD59-4683-47EA-1130CABB73A1}"/>
                    </a:ext>
                  </a:extLst>
                </p14:cNvPr>
                <p14:cNvContentPartPr/>
                <p14:nvPr/>
              </p14:nvContentPartPr>
              <p14:xfrm>
                <a:off x="7513728" y="4764344"/>
                <a:ext cx="3079800" cy="61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5FA7AC-CD59-4683-47EA-1130CABB73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07608" y="4758224"/>
                  <a:ext cx="3092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6A5854-AD68-7272-5795-6AAE2995E2DE}"/>
                    </a:ext>
                  </a:extLst>
                </p14:cNvPr>
                <p14:cNvContentPartPr/>
                <p14:nvPr/>
              </p14:nvContentPartPr>
              <p14:xfrm>
                <a:off x="10476168" y="4703504"/>
                <a:ext cx="212760" cy="195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6A5854-AD68-7272-5795-6AAE2995E2D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470048" y="4697384"/>
                  <a:ext cx="225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A706B8-E60D-B51B-0423-2DFE39698256}"/>
                    </a:ext>
                  </a:extLst>
                </p14:cNvPr>
                <p14:cNvContentPartPr/>
                <p14:nvPr/>
              </p14:nvContentPartPr>
              <p14:xfrm>
                <a:off x="7582488" y="2915384"/>
                <a:ext cx="2644200" cy="1208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A706B8-E60D-B51B-0423-2DFE396982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76368" y="2909264"/>
                  <a:ext cx="2656440" cy="12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0312FD-457D-0608-5004-DE4C213E0962}"/>
                    </a:ext>
                  </a:extLst>
                </p14:cNvPr>
                <p14:cNvContentPartPr/>
                <p14:nvPr/>
              </p14:nvContentPartPr>
              <p14:xfrm>
                <a:off x="7239048" y="2464304"/>
                <a:ext cx="53640" cy="308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0312FD-457D-0608-5004-DE4C213E096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2928" y="2458184"/>
                  <a:ext cx="658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BD33C6-0316-C63E-72D7-4F6B07DCA053}"/>
                    </a:ext>
                  </a:extLst>
                </p14:cNvPr>
                <p14:cNvContentPartPr/>
                <p14:nvPr/>
              </p14:nvContentPartPr>
              <p14:xfrm>
                <a:off x="7189008" y="2594984"/>
                <a:ext cx="150120" cy="3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BD33C6-0316-C63E-72D7-4F6B07DCA05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82888" y="2588864"/>
                  <a:ext cx="162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F357D21-B9A0-2036-5C9F-9CA72D2D533E}"/>
                    </a:ext>
                  </a:extLst>
                </p14:cNvPr>
                <p14:cNvContentPartPr/>
                <p14:nvPr/>
              </p14:nvContentPartPr>
              <p14:xfrm>
                <a:off x="7311408" y="2564384"/>
                <a:ext cx="69480" cy="169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F357D21-B9A0-2036-5C9F-9CA72D2D533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05288" y="2558264"/>
                  <a:ext cx="81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1AC0769-9106-FBF0-985F-50155629D84D}"/>
                    </a:ext>
                  </a:extLst>
                </p14:cNvPr>
                <p14:cNvContentPartPr/>
                <p14:nvPr/>
              </p14:nvContentPartPr>
              <p14:xfrm>
                <a:off x="7420488" y="2609744"/>
                <a:ext cx="78840" cy="79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1AC0769-9106-FBF0-985F-50155629D84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14368" y="2603624"/>
                  <a:ext cx="91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6E335E-4FBE-23AB-B3F5-33A14B398AC7}"/>
                    </a:ext>
                  </a:extLst>
                </p14:cNvPr>
                <p14:cNvContentPartPr/>
                <p14:nvPr/>
              </p14:nvContentPartPr>
              <p14:xfrm>
                <a:off x="7400688" y="2598584"/>
                <a:ext cx="105480" cy="145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6E335E-4FBE-23AB-B3F5-33A14B398AC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94568" y="2592464"/>
                  <a:ext cx="117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E231BA5-CAFF-F4D4-FFD8-5E63CA80AF9C}"/>
                    </a:ext>
                  </a:extLst>
                </p14:cNvPr>
                <p14:cNvContentPartPr/>
                <p14:nvPr/>
              </p14:nvContentPartPr>
              <p14:xfrm>
                <a:off x="7525968" y="2566184"/>
                <a:ext cx="41400" cy="256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E231BA5-CAFF-F4D4-FFD8-5E63CA80AF9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19848" y="2560064"/>
                  <a:ext cx="53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8E0C15-1DB8-BE63-6F13-499252F4C0FA}"/>
                    </a:ext>
                  </a:extLst>
                </p14:cNvPr>
                <p14:cNvContentPartPr/>
                <p14:nvPr/>
              </p14:nvContentPartPr>
              <p14:xfrm>
                <a:off x="9334248" y="3993224"/>
                <a:ext cx="69840" cy="825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8E0C15-1DB8-BE63-6F13-499252F4C0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28128" y="3987104"/>
                  <a:ext cx="8208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327046-9EE1-2702-4F81-433A4E057617}"/>
                    </a:ext>
                  </a:extLst>
                </p14:cNvPr>
                <p14:cNvContentPartPr/>
                <p14:nvPr/>
              </p14:nvContentPartPr>
              <p14:xfrm>
                <a:off x="9736008" y="3574184"/>
                <a:ext cx="168840" cy="1244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327046-9EE1-2702-4F81-433A4E05761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29888" y="3568064"/>
                  <a:ext cx="181080" cy="12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8B7A4C-102E-2966-426C-05E494B9971B}"/>
                    </a:ext>
                  </a:extLst>
                </p14:cNvPr>
                <p14:cNvContentPartPr/>
                <p14:nvPr/>
              </p14:nvContentPartPr>
              <p14:xfrm>
                <a:off x="9211488" y="4884584"/>
                <a:ext cx="204120" cy="192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8B7A4C-102E-2966-426C-05E494B997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05368" y="4878464"/>
                  <a:ext cx="216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78D968-161B-DA39-8628-A99D19BC566F}"/>
                    </a:ext>
                  </a:extLst>
                </p14:cNvPr>
                <p14:cNvContentPartPr/>
                <p14:nvPr/>
              </p14:nvContentPartPr>
              <p14:xfrm>
                <a:off x="9698208" y="4942184"/>
                <a:ext cx="113760" cy="10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78D968-161B-DA39-8628-A99D19BC566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92088" y="4936064"/>
                  <a:ext cx="126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0C1C26-07ED-CD51-EA79-7E7B8B9C2BA0}"/>
                    </a:ext>
                  </a:extLst>
                </p14:cNvPr>
                <p14:cNvContentPartPr/>
                <p14:nvPr/>
              </p14:nvContentPartPr>
              <p14:xfrm>
                <a:off x="9753648" y="4935704"/>
                <a:ext cx="97560" cy="104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0C1C26-07ED-CD51-EA79-7E7B8B9C2BA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47528" y="4929584"/>
                  <a:ext cx="109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3E06FF3-717C-FEBF-2833-068A587787A2}"/>
                    </a:ext>
                  </a:extLst>
                </p14:cNvPr>
                <p14:cNvContentPartPr/>
                <p14:nvPr/>
              </p14:nvContentPartPr>
              <p14:xfrm>
                <a:off x="9881808" y="4956224"/>
                <a:ext cx="160920" cy="3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3E06FF3-717C-FEBF-2833-068A587787A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75688" y="4950104"/>
                  <a:ext cx="173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13060A-5A08-2780-2787-6201BC101749}"/>
                    </a:ext>
                  </a:extLst>
                </p14:cNvPr>
                <p14:cNvContentPartPr/>
                <p14:nvPr/>
              </p14:nvContentPartPr>
              <p14:xfrm>
                <a:off x="9981168" y="4918064"/>
                <a:ext cx="22680" cy="139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13060A-5A08-2780-2787-6201BC10174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75048" y="4911944"/>
                  <a:ext cx="34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335ECE8-714E-E865-64BC-6B13FC0E9F64}"/>
                    </a:ext>
                  </a:extLst>
                </p14:cNvPr>
                <p14:cNvContentPartPr/>
                <p14:nvPr/>
              </p14:nvContentPartPr>
              <p14:xfrm>
                <a:off x="10086648" y="4889624"/>
                <a:ext cx="115920" cy="204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335ECE8-714E-E865-64BC-6B13FC0E9F6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80528" y="4883504"/>
                  <a:ext cx="128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F4B58C-AAC4-622F-EC84-2E2350F22C84}"/>
                    </a:ext>
                  </a:extLst>
                </p14:cNvPr>
                <p14:cNvContentPartPr/>
                <p14:nvPr/>
              </p14:nvContentPartPr>
              <p14:xfrm>
                <a:off x="9261888" y="4034264"/>
                <a:ext cx="109800" cy="8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F4B58C-AAC4-622F-EC84-2E2350F22C8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55768" y="4028144"/>
                  <a:ext cx="1220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97F70A-0B77-3046-6AD9-73065B9472F5}"/>
                    </a:ext>
                  </a:extLst>
                </p14:cNvPr>
                <p14:cNvContentPartPr/>
                <p14:nvPr/>
              </p14:nvContentPartPr>
              <p14:xfrm>
                <a:off x="9122208" y="4042904"/>
                <a:ext cx="106920" cy="7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97F70A-0B77-3046-6AD9-73065B9472F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16088" y="4036784"/>
                  <a:ext cx="1191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DF3A13E-5924-1317-7655-E2837905D72E}"/>
                    </a:ext>
                  </a:extLst>
                </p14:cNvPr>
                <p14:cNvContentPartPr/>
                <p14:nvPr/>
              </p14:nvContentPartPr>
              <p14:xfrm>
                <a:off x="8945088" y="4051184"/>
                <a:ext cx="122760" cy="3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DF3A13E-5924-1317-7655-E2837905D72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38968" y="4045064"/>
                  <a:ext cx="1350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2E4068-05B7-D175-CE9D-7266D6C7C694}"/>
                    </a:ext>
                  </a:extLst>
                </p14:cNvPr>
                <p14:cNvContentPartPr/>
                <p14:nvPr/>
              </p14:nvContentPartPr>
              <p14:xfrm>
                <a:off x="8723688" y="4074944"/>
                <a:ext cx="125640" cy="5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2E4068-05B7-D175-CE9D-7266D6C7C69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17568" y="4068824"/>
                  <a:ext cx="1378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0D6D36B-50B8-1A52-26E1-63F108BFFE4E}"/>
                    </a:ext>
                  </a:extLst>
                </p14:cNvPr>
                <p14:cNvContentPartPr/>
                <p14:nvPr/>
              </p14:nvContentPartPr>
              <p14:xfrm>
                <a:off x="8390328" y="4089344"/>
                <a:ext cx="234000" cy="14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0D6D36B-50B8-1A52-26E1-63F108BFFE4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84208" y="4083224"/>
                  <a:ext cx="246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0A3076-2CF8-03BB-7B0D-5F93C249F4FC}"/>
                    </a:ext>
                  </a:extLst>
                </p14:cNvPr>
                <p14:cNvContentPartPr/>
                <p14:nvPr/>
              </p14:nvContentPartPr>
              <p14:xfrm>
                <a:off x="8192328" y="4102664"/>
                <a:ext cx="142920" cy="2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0A3076-2CF8-03BB-7B0D-5F93C249F4F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86208" y="4096544"/>
                  <a:ext cx="1551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5A898B6-C764-00B6-DFBB-81395DB64162}"/>
                    </a:ext>
                  </a:extLst>
                </p14:cNvPr>
                <p14:cNvContentPartPr/>
                <p14:nvPr/>
              </p14:nvContentPartPr>
              <p14:xfrm>
                <a:off x="8006928" y="4090784"/>
                <a:ext cx="126000" cy="11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5A898B6-C764-00B6-DFBB-81395DB641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00808" y="4084664"/>
                  <a:ext cx="138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85361A-EDB0-B07F-55BF-734C1CD03132}"/>
                    </a:ext>
                  </a:extLst>
                </p14:cNvPr>
                <p14:cNvContentPartPr/>
                <p14:nvPr/>
              </p14:nvContentPartPr>
              <p14:xfrm>
                <a:off x="7917288" y="4098704"/>
                <a:ext cx="32040" cy="6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85361A-EDB0-B07F-55BF-734C1CD0313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11168" y="4092584"/>
                  <a:ext cx="442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A3BC330-BEA7-9268-8FCE-28CCA6C25FB6}"/>
                    </a:ext>
                  </a:extLst>
                </p14:cNvPr>
                <p14:cNvContentPartPr/>
                <p14:nvPr/>
              </p14:nvContentPartPr>
              <p14:xfrm>
                <a:off x="7228248" y="3934544"/>
                <a:ext cx="63720" cy="295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A3BC330-BEA7-9268-8FCE-28CCA6C25FB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22128" y="3928424"/>
                  <a:ext cx="759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BFF57A4-FF38-E3B3-E376-23A552379988}"/>
                    </a:ext>
                  </a:extLst>
                </p14:cNvPr>
                <p14:cNvContentPartPr/>
                <p14:nvPr/>
              </p14:nvContentPartPr>
              <p14:xfrm>
                <a:off x="7180008" y="4078184"/>
                <a:ext cx="137160" cy="20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BFF57A4-FF38-E3B3-E376-23A55237998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73888" y="4072064"/>
                  <a:ext cx="149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AFEC1C-2E46-E96E-FE94-E16E902F5CE6}"/>
                    </a:ext>
                  </a:extLst>
                </p14:cNvPr>
                <p14:cNvContentPartPr/>
                <p14:nvPr/>
              </p14:nvContentPartPr>
              <p14:xfrm>
                <a:off x="7318608" y="4036424"/>
                <a:ext cx="63000" cy="156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AFEC1C-2E46-E96E-FE94-E16E902F5C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12488" y="4030304"/>
                  <a:ext cx="75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AAA076-8A26-CFC6-CF70-237214BC56B6}"/>
                    </a:ext>
                  </a:extLst>
                </p14:cNvPr>
                <p14:cNvContentPartPr/>
                <p14:nvPr/>
              </p14:nvContentPartPr>
              <p14:xfrm>
                <a:off x="7388448" y="4092224"/>
                <a:ext cx="92520" cy="108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AAA076-8A26-CFC6-CF70-237214BC56B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82328" y="4086104"/>
                  <a:ext cx="104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21E5CEA-F63E-7F89-481D-3E5AB5D89199}"/>
                    </a:ext>
                  </a:extLst>
                </p14:cNvPr>
                <p14:cNvContentPartPr/>
                <p14:nvPr/>
              </p14:nvContentPartPr>
              <p14:xfrm>
                <a:off x="7407168" y="4080344"/>
                <a:ext cx="79920" cy="115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21E5CEA-F63E-7F89-481D-3E5AB5D8919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401048" y="4074224"/>
                  <a:ext cx="92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1BC2AF2-BC72-C8FC-8210-FB8520035FB9}"/>
                    </a:ext>
                  </a:extLst>
                </p14:cNvPr>
                <p14:cNvContentPartPr/>
                <p14:nvPr/>
              </p14:nvContentPartPr>
              <p14:xfrm>
                <a:off x="7532088" y="4047224"/>
                <a:ext cx="39600" cy="201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1BC2AF2-BC72-C8FC-8210-FB8520035FB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25968" y="4041104"/>
                  <a:ext cx="51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4D00A56-1858-EC76-6212-B16E1AC37D65}"/>
                    </a:ext>
                  </a:extLst>
                </p14:cNvPr>
                <p14:cNvContentPartPr/>
                <p14:nvPr/>
              </p14:nvContentPartPr>
              <p14:xfrm>
                <a:off x="9793968" y="3586784"/>
                <a:ext cx="59760" cy="1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4D00A56-1858-EC76-6212-B16E1AC37D6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87848" y="3580664"/>
                  <a:ext cx="72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9F3DDA0-0567-C114-B6B7-D52ECAFB16A6}"/>
                    </a:ext>
                  </a:extLst>
                </p14:cNvPr>
                <p14:cNvContentPartPr/>
                <p14:nvPr/>
              </p14:nvContentPartPr>
              <p14:xfrm>
                <a:off x="9597048" y="3580304"/>
                <a:ext cx="97560" cy="10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9F3DDA0-0567-C114-B6B7-D52ECAFB16A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90928" y="3574184"/>
                  <a:ext cx="109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9301EA-C5EF-BE20-5A5B-5B28CD2CD83B}"/>
                    </a:ext>
                  </a:extLst>
                </p14:cNvPr>
                <p14:cNvContentPartPr/>
                <p14:nvPr/>
              </p14:nvContentPartPr>
              <p14:xfrm>
                <a:off x="9442248" y="3589304"/>
                <a:ext cx="75600" cy="8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79301EA-C5EF-BE20-5A5B-5B28CD2CD8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36128" y="3583184"/>
                  <a:ext cx="878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CD8728-B976-7134-64F4-6F4928A85384}"/>
                    </a:ext>
                  </a:extLst>
                </p14:cNvPr>
                <p14:cNvContentPartPr/>
                <p14:nvPr/>
              </p14:nvContentPartPr>
              <p14:xfrm>
                <a:off x="9268008" y="3617744"/>
                <a:ext cx="59760" cy="3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CD8728-B976-7134-64F4-6F4928A8538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261888" y="3611624"/>
                  <a:ext cx="72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A1B1C1C-D533-CB13-739A-BC6A95E7F3A9}"/>
                    </a:ext>
                  </a:extLst>
                </p14:cNvPr>
                <p14:cNvContentPartPr/>
                <p14:nvPr/>
              </p14:nvContentPartPr>
              <p14:xfrm>
                <a:off x="9013848" y="3623144"/>
                <a:ext cx="140040" cy="1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A1B1C1C-D533-CB13-739A-BC6A95E7F3A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07728" y="3617024"/>
                  <a:ext cx="152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10050D-F57A-F1F3-2C98-129D2EB836DB}"/>
                    </a:ext>
                  </a:extLst>
                </p14:cNvPr>
                <p14:cNvContentPartPr/>
                <p14:nvPr/>
              </p14:nvContentPartPr>
              <p14:xfrm>
                <a:off x="8805408" y="3628904"/>
                <a:ext cx="145440" cy="6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10050D-F57A-F1F3-2C98-129D2EB836D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99288" y="3622784"/>
                  <a:ext cx="157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F035944-6FA5-73D7-8DA5-9ECA48D614FE}"/>
                    </a:ext>
                  </a:extLst>
                </p14:cNvPr>
                <p14:cNvContentPartPr/>
                <p14:nvPr/>
              </p14:nvContentPartPr>
              <p14:xfrm>
                <a:off x="8640528" y="3604424"/>
                <a:ext cx="92520" cy="15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F035944-6FA5-73D7-8DA5-9ECA48D614F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34408" y="3598304"/>
                  <a:ext cx="104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CE0F50E-65F1-676F-B247-E76291CB3A0E}"/>
                    </a:ext>
                  </a:extLst>
                </p14:cNvPr>
                <p14:cNvContentPartPr/>
                <p14:nvPr/>
              </p14:nvContentPartPr>
              <p14:xfrm>
                <a:off x="8371608" y="3594704"/>
                <a:ext cx="172800" cy="4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CE0F50E-65F1-676F-B247-E76291CB3A0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65488" y="3588584"/>
                  <a:ext cx="1850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2C13ACA-250A-7C6D-2DE1-CE1FD3522077}"/>
                    </a:ext>
                  </a:extLst>
                </p14:cNvPr>
                <p14:cNvContentPartPr/>
                <p14:nvPr/>
              </p14:nvContentPartPr>
              <p14:xfrm>
                <a:off x="8197728" y="3587504"/>
                <a:ext cx="116280" cy="6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2C13ACA-250A-7C6D-2DE1-CE1FD352207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91608" y="3581384"/>
                  <a:ext cx="128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2E0E28-E5E8-834F-1651-108012B1A702}"/>
                    </a:ext>
                  </a:extLst>
                </p14:cNvPr>
                <p14:cNvContentPartPr/>
                <p14:nvPr/>
              </p14:nvContentPartPr>
              <p14:xfrm>
                <a:off x="8044008" y="3591464"/>
                <a:ext cx="95400" cy="2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2E0E28-E5E8-834F-1651-108012B1A70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37888" y="3585344"/>
                  <a:ext cx="1076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62CDDAE-9B96-0DEB-E695-17D02174750F}"/>
                    </a:ext>
                  </a:extLst>
                </p14:cNvPr>
                <p14:cNvContentPartPr/>
                <p14:nvPr/>
              </p14:nvContentPartPr>
              <p14:xfrm>
                <a:off x="7905768" y="3592544"/>
                <a:ext cx="100440" cy="9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62CDDAE-9B96-0DEB-E695-17D02174750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99648" y="3586424"/>
                  <a:ext cx="112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94A4DF-10A8-6503-B595-4A45397EDEF2}"/>
                    </a:ext>
                  </a:extLst>
                </p14:cNvPr>
                <p14:cNvContentPartPr/>
                <p14:nvPr/>
              </p14:nvContentPartPr>
              <p14:xfrm>
                <a:off x="7822608" y="3613064"/>
                <a:ext cx="42480" cy="1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94A4DF-10A8-6503-B595-4A45397EDEF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16488" y="3606944"/>
                  <a:ext cx="547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9000E7-CBDB-CA1C-844B-4D9D2D2578C0}"/>
                    </a:ext>
                  </a:extLst>
                </p14:cNvPr>
                <p14:cNvContentPartPr/>
                <p14:nvPr/>
              </p14:nvContentPartPr>
              <p14:xfrm>
                <a:off x="7097568" y="3390584"/>
                <a:ext cx="128160" cy="367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9000E7-CBDB-CA1C-844B-4D9D2D2578C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91448" y="3384464"/>
                  <a:ext cx="1404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5250413-1560-2851-9746-8431AFDD62C8}"/>
                    </a:ext>
                  </a:extLst>
                </p14:cNvPr>
                <p14:cNvContentPartPr/>
                <p14:nvPr/>
              </p14:nvContentPartPr>
              <p14:xfrm>
                <a:off x="7028088" y="3498944"/>
                <a:ext cx="182520" cy="23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5250413-1560-2851-9746-8431AFDD62C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21968" y="3492824"/>
                  <a:ext cx="194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BDF1A20-4A9B-A032-D4B2-F8B9703C7711}"/>
                    </a:ext>
                  </a:extLst>
                </p14:cNvPr>
                <p14:cNvContentPartPr/>
                <p14:nvPr/>
              </p14:nvContentPartPr>
              <p14:xfrm>
                <a:off x="7198728" y="3457904"/>
                <a:ext cx="63720" cy="179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BDF1A20-4A9B-A032-D4B2-F8B9703C771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192608" y="3451784"/>
                  <a:ext cx="75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5F16E22-8B29-9DA0-353C-84F274B6C028}"/>
                    </a:ext>
                  </a:extLst>
                </p14:cNvPr>
                <p14:cNvContentPartPr/>
                <p14:nvPr/>
              </p14:nvContentPartPr>
              <p14:xfrm>
                <a:off x="7267128" y="3510464"/>
                <a:ext cx="68400" cy="80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5F16E22-8B29-9DA0-353C-84F274B6C02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61008" y="3504344"/>
                  <a:ext cx="80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65F053-420D-F394-0D0D-D07E740DD5D4}"/>
                    </a:ext>
                  </a:extLst>
                </p14:cNvPr>
                <p14:cNvContentPartPr/>
                <p14:nvPr/>
              </p14:nvContentPartPr>
              <p14:xfrm>
                <a:off x="7276848" y="3515864"/>
                <a:ext cx="60120" cy="88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65F053-420D-F394-0D0D-D07E740DD5D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70728" y="3509744"/>
                  <a:ext cx="72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EE3D629-D745-4B58-D0CD-676EC6FD57F6}"/>
                    </a:ext>
                  </a:extLst>
                </p14:cNvPr>
                <p14:cNvContentPartPr/>
                <p14:nvPr/>
              </p14:nvContentPartPr>
              <p14:xfrm>
                <a:off x="7401048" y="3547544"/>
                <a:ext cx="90000" cy="19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EE3D629-D745-4B58-D0CD-676EC6FD57F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394928" y="3541424"/>
                  <a:ext cx="102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50098B3-9655-4307-8ECB-3A83AB2566DC}"/>
                    </a:ext>
                  </a:extLst>
                </p14:cNvPr>
                <p14:cNvContentPartPr/>
                <p14:nvPr/>
              </p14:nvContentPartPr>
              <p14:xfrm>
                <a:off x="7449288" y="3504344"/>
                <a:ext cx="11160" cy="123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50098B3-9655-4307-8ECB-3A83AB2566D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43168" y="3498224"/>
                  <a:ext cx="23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AE340C4-B4DE-FED9-6C24-F47221ACE5B7}"/>
                    </a:ext>
                  </a:extLst>
                </p14:cNvPr>
                <p14:cNvContentPartPr/>
                <p14:nvPr/>
              </p14:nvContentPartPr>
              <p14:xfrm>
                <a:off x="7512648" y="3458984"/>
                <a:ext cx="82080" cy="156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AE340C4-B4DE-FED9-6C24-F47221ACE5B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506528" y="3452864"/>
                  <a:ext cx="94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15DC924-42F0-F1CC-E1A3-2CA1B4421D02}"/>
                    </a:ext>
                  </a:extLst>
                </p14:cNvPr>
                <p14:cNvContentPartPr/>
                <p14:nvPr/>
              </p14:nvContentPartPr>
              <p14:xfrm>
                <a:off x="7636848" y="3461504"/>
                <a:ext cx="31320" cy="186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15DC924-42F0-F1CC-E1A3-2CA1B4421D0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30728" y="3455384"/>
                  <a:ext cx="43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DC5092E-D0CF-8F2F-CB8E-8420B75599F8}"/>
                    </a:ext>
                  </a:extLst>
                </p14:cNvPr>
                <p14:cNvContentPartPr/>
                <p14:nvPr/>
              </p14:nvContentPartPr>
              <p14:xfrm>
                <a:off x="8864088" y="3237584"/>
                <a:ext cx="1562400" cy="1306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DC5092E-D0CF-8F2F-CB8E-8420B75599F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857968" y="3231464"/>
                  <a:ext cx="1574640" cy="131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0FFC23A-C275-B8C6-57EF-0188A09040D7}"/>
                  </a:ext>
                </a:extLst>
              </p14:cNvPr>
              <p14:cNvContentPartPr/>
              <p14:nvPr/>
            </p14:nvContentPartPr>
            <p14:xfrm>
              <a:off x="2520888" y="5342144"/>
              <a:ext cx="143640" cy="1522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0FFC23A-C275-B8C6-57EF-0188A09040D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514768" y="5336024"/>
                <a:ext cx="1558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98C048-E655-5CFE-1928-D51F69A24186}"/>
                  </a:ext>
                </a:extLst>
              </p14:cNvPr>
              <p14:cNvContentPartPr/>
              <p14:nvPr/>
            </p14:nvContentPartPr>
            <p14:xfrm>
              <a:off x="12071200" y="5919600"/>
              <a:ext cx="35640" cy="10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98C048-E655-5CFE-1928-D51F69A2418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2065080" y="5913480"/>
                <a:ext cx="47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0169EEC-B903-1D6A-8BDA-0064BFE0F8CF}"/>
                  </a:ext>
                </a:extLst>
              </p14:cNvPr>
              <p14:cNvContentPartPr/>
              <p14:nvPr/>
            </p14:nvContentPartPr>
            <p14:xfrm>
              <a:off x="9594040" y="3857520"/>
              <a:ext cx="66960" cy="424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0169EEC-B903-1D6A-8BDA-0064BFE0F8C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587920" y="3851400"/>
                <a:ext cx="7920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ED66F06-66B2-DAFC-9DBA-9FC38DF0D330}"/>
                  </a:ext>
                </a:extLst>
              </p14:cNvPr>
              <p14:cNvContentPartPr/>
              <p14:nvPr/>
            </p14:nvContentPartPr>
            <p14:xfrm>
              <a:off x="6092320" y="5197800"/>
              <a:ext cx="677160" cy="67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ED66F06-66B2-DAFC-9DBA-9FC38DF0D33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086200" y="5191680"/>
                <a:ext cx="6894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F007EB9-7AF0-F080-E5B2-44381622A820}"/>
                  </a:ext>
                </a:extLst>
              </p14:cNvPr>
              <p14:cNvContentPartPr/>
              <p14:nvPr/>
            </p14:nvContentPartPr>
            <p14:xfrm>
              <a:off x="5453680" y="1334640"/>
              <a:ext cx="914760" cy="85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F007EB9-7AF0-F080-E5B2-44381622A82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447560" y="1328520"/>
                <a:ext cx="927000" cy="9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61FB6C1-B037-EACF-D40F-F20ECDF45AFA}"/>
              </a:ext>
            </a:extLst>
          </p:cNvPr>
          <p:cNvGrpSpPr/>
          <p:nvPr/>
        </p:nvGrpSpPr>
        <p:grpSpPr>
          <a:xfrm>
            <a:off x="7375360" y="625800"/>
            <a:ext cx="1041840" cy="601920"/>
            <a:chOff x="7375360" y="625800"/>
            <a:chExt cx="1041840" cy="60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FC78A37-C231-A254-1070-A7DFF932A2E0}"/>
                    </a:ext>
                  </a:extLst>
                </p14:cNvPr>
                <p14:cNvContentPartPr/>
                <p14:nvPr/>
              </p14:nvContentPartPr>
              <p14:xfrm>
                <a:off x="7504600" y="625800"/>
                <a:ext cx="197280" cy="601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C78A37-C231-A254-1070-A7DFF932A2E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498480" y="619680"/>
                  <a:ext cx="20952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13B945A-4889-F7B6-782F-B8463E984189}"/>
                    </a:ext>
                  </a:extLst>
                </p14:cNvPr>
                <p14:cNvContentPartPr/>
                <p14:nvPr/>
              </p14:nvContentPartPr>
              <p14:xfrm>
                <a:off x="7375360" y="805440"/>
                <a:ext cx="273600" cy="3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13B945A-4889-F7B6-782F-B8463E98418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69240" y="799320"/>
                  <a:ext cx="285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E312DF5-5938-900A-A660-C3DC785EC497}"/>
                    </a:ext>
                  </a:extLst>
                </p14:cNvPr>
                <p14:cNvContentPartPr/>
                <p14:nvPr/>
              </p14:nvContentPartPr>
              <p14:xfrm>
                <a:off x="7858840" y="638400"/>
                <a:ext cx="9720" cy="18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E312DF5-5938-900A-A660-C3DC785EC49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52720" y="632280"/>
                  <a:ext cx="21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69265D-FD4F-5547-0466-E415247716FC}"/>
                    </a:ext>
                  </a:extLst>
                </p14:cNvPr>
                <p14:cNvContentPartPr/>
                <p14:nvPr/>
              </p14:nvContentPartPr>
              <p14:xfrm>
                <a:off x="7971880" y="763320"/>
                <a:ext cx="114480" cy="291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69265D-FD4F-5547-0466-E415247716F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965760" y="757200"/>
                  <a:ext cx="1267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85BC271-756C-B6C3-C98B-317E519ED838}"/>
                    </a:ext>
                  </a:extLst>
                </p14:cNvPr>
                <p14:cNvContentPartPr/>
                <p14:nvPr/>
              </p14:nvContentPartPr>
              <p14:xfrm>
                <a:off x="8164840" y="852600"/>
                <a:ext cx="177840" cy="241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85BC271-756C-B6C3-C98B-317E519ED83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58720" y="846480"/>
                  <a:ext cx="190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D31819-89B1-F247-145A-15205EC08A78}"/>
                    </a:ext>
                  </a:extLst>
                </p14:cNvPr>
                <p14:cNvContentPartPr/>
                <p14:nvPr/>
              </p14:nvContentPartPr>
              <p14:xfrm>
                <a:off x="8136040" y="856920"/>
                <a:ext cx="150120" cy="232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D31819-89B1-F247-145A-15205EC08A7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129920" y="850800"/>
                  <a:ext cx="162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ED84A0-5567-4FC3-518E-A8430BE5EE47}"/>
                    </a:ext>
                  </a:extLst>
                </p14:cNvPr>
                <p14:cNvContentPartPr/>
                <p14:nvPr/>
              </p14:nvContentPartPr>
              <p14:xfrm>
                <a:off x="8370040" y="812640"/>
                <a:ext cx="47160" cy="367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ED84A0-5567-4FC3-518E-A8430BE5EE4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363920" y="806520"/>
                  <a:ext cx="5940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4B318DE-E465-CE9E-075A-C6C3B1B37870}"/>
              </a:ext>
            </a:extLst>
          </p:cNvPr>
          <p:cNvGrpSpPr/>
          <p:nvPr/>
        </p:nvGrpSpPr>
        <p:grpSpPr>
          <a:xfrm>
            <a:off x="8751280" y="906240"/>
            <a:ext cx="147600" cy="136800"/>
            <a:chOff x="8751280" y="906240"/>
            <a:chExt cx="14760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6A8D6B-1015-0D9A-5449-A71A0D56703C}"/>
                    </a:ext>
                  </a:extLst>
                </p14:cNvPr>
                <p14:cNvContentPartPr/>
                <p14:nvPr/>
              </p14:nvContentPartPr>
              <p14:xfrm>
                <a:off x="8785120" y="906240"/>
                <a:ext cx="108720" cy="36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6A8D6B-1015-0D9A-5449-A71A0D56703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79000" y="900120"/>
                  <a:ext cx="120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32800D8-C76B-3474-1844-F4D51A7D5392}"/>
                    </a:ext>
                  </a:extLst>
                </p14:cNvPr>
                <p14:cNvContentPartPr/>
                <p14:nvPr/>
              </p14:nvContentPartPr>
              <p14:xfrm>
                <a:off x="8751280" y="1023240"/>
                <a:ext cx="147600" cy="1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32800D8-C76B-3474-1844-F4D51A7D539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745160" y="1017120"/>
                  <a:ext cx="15984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28E7A6B-4209-8104-69CC-D8C4CB8C8C84}"/>
              </a:ext>
            </a:extLst>
          </p:cNvPr>
          <p:cNvGrpSpPr/>
          <p:nvPr/>
        </p:nvGrpSpPr>
        <p:grpSpPr>
          <a:xfrm>
            <a:off x="9171400" y="456240"/>
            <a:ext cx="592920" cy="936000"/>
            <a:chOff x="9171400" y="456240"/>
            <a:chExt cx="592920" cy="93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31ECBBF-B3EF-FDC6-218D-A6265B38353D}"/>
                    </a:ext>
                  </a:extLst>
                </p14:cNvPr>
                <p14:cNvContentPartPr/>
                <p14:nvPr/>
              </p14:nvContentPartPr>
              <p14:xfrm>
                <a:off x="9192640" y="456240"/>
                <a:ext cx="226440" cy="345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31ECBBF-B3EF-FDC6-218D-A6265B38353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186520" y="450120"/>
                  <a:ext cx="238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1521F92-771A-03E2-5027-BC117728445D}"/>
                    </a:ext>
                  </a:extLst>
                </p14:cNvPr>
                <p14:cNvContentPartPr/>
                <p14:nvPr/>
              </p14:nvContentPartPr>
              <p14:xfrm>
                <a:off x="9574240" y="506640"/>
                <a:ext cx="99000" cy="348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1521F92-771A-03E2-5027-BC117728445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68120" y="500520"/>
                  <a:ext cx="1112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30CD76F-6B24-32F6-FCBA-24EC665D2F1E}"/>
                    </a:ext>
                  </a:extLst>
                </p14:cNvPr>
                <p14:cNvContentPartPr/>
                <p14:nvPr/>
              </p14:nvContentPartPr>
              <p14:xfrm>
                <a:off x="9492880" y="613560"/>
                <a:ext cx="242280" cy="56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30CD76F-6B24-32F6-FCBA-24EC665D2F1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486760" y="607440"/>
                  <a:ext cx="2545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2509F7D-1382-574E-16D6-88EBAB86D253}"/>
                    </a:ext>
                  </a:extLst>
                </p14:cNvPr>
                <p14:cNvContentPartPr/>
                <p14:nvPr/>
              </p14:nvContentPartPr>
              <p14:xfrm>
                <a:off x="9171400" y="926400"/>
                <a:ext cx="592920" cy="40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2509F7D-1382-574E-16D6-88EBAB86D25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65280" y="920280"/>
                  <a:ext cx="605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EC46C84-1244-BE17-5D85-70E982AF1D2E}"/>
                    </a:ext>
                  </a:extLst>
                </p14:cNvPr>
                <p14:cNvContentPartPr/>
                <p14:nvPr/>
              </p14:nvContentPartPr>
              <p14:xfrm>
                <a:off x="9227200" y="1029000"/>
                <a:ext cx="170280" cy="332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EC46C84-1244-BE17-5D85-70E982AF1D2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221080" y="1022880"/>
                  <a:ext cx="1825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4A7EE78-9175-05C1-CB84-7F8A76C4B656}"/>
                    </a:ext>
                  </a:extLst>
                </p14:cNvPr>
                <p14:cNvContentPartPr/>
                <p14:nvPr/>
              </p14:nvContentPartPr>
              <p14:xfrm>
                <a:off x="9452920" y="1149600"/>
                <a:ext cx="236160" cy="242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4A7EE78-9175-05C1-CB84-7F8A76C4B65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46800" y="1143480"/>
                  <a:ext cx="248400" cy="25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1272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39CC0-8A7C-A20A-8667-92BC0936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F0F0-D36D-5FF7-9B32-2E2142AB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CE48F-07DA-B5AE-7FC7-6AB612514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rule </a:t>
            </a:r>
          </a:p>
          <a:p>
            <a:endParaRPr lang="en-US" b="1" dirty="0"/>
          </a:p>
          <a:p>
            <a:r>
              <a:rPr lang="en-US" b="1" dirty="0"/>
              <a:t>Chain rule</a:t>
            </a:r>
          </a:p>
          <a:p>
            <a:endParaRPr lang="en-US" b="1" dirty="0"/>
          </a:p>
          <a:p>
            <a:r>
              <a:rPr lang="en-US" dirty="0"/>
              <a:t>Constant rule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38EB4-DAD9-A587-F70E-890F39D95146}"/>
                  </a:ext>
                </a:extLst>
              </p:cNvPr>
              <p:cNvSpPr txBox="1"/>
              <p:nvPr/>
            </p:nvSpPr>
            <p:spPr>
              <a:xfrm>
                <a:off x="3662999" y="2650858"/>
                <a:ext cx="4410246" cy="699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38EB4-DAD9-A587-F70E-890F39D95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999" y="2650858"/>
                <a:ext cx="4410246" cy="6998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C8B08-1227-CBAC-B3E3-CD882B5C7316}"/>
                  </a:ext>
                </a:extLst>
              </p:cNvPr>
              <p:cNvSpPr txBox="1"/>
              <p:nvPr/>
            </p:nvSpPr>
            <p:spPr>
              <a:xfrm>
                <a:off x="3586920" y="1690688"/>
                <a:ext cx="228120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C8B08-1227-CBAC-B3E3-CD882B5C7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920" y="1690688"/>
                <a:ext cx="228120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FFDB20-4DED-FF50-05A1-BEBB9CE5C674}"/>
                  </a:ext>
                </a:extLst>
              </p:cNvPr>
              <p:cNvSpPr txBox="1"/>
              <p:nvPr/>
            </p:nvSpPr>
            <p:spPr>
              <a:xfrm>
                <a:off x="4437848" y="3880013"/>
                <a:ext cx="10302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FFDB20-4DED-FF50-05A1-BEBB9CE5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848" y="3880013"/>
                <a:ext cx="103028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93DC215-985E-672E-8AD5-57BF87F2A1A8}"/>
                  </a:ext>
                </a:extLst>
              </p14:cNvPr>
              <p14:cNvContentPartPr/>
              <p14:nvPr/>
            </p14:nvContentPartPr>
            <p14:xfrm>
              <a:off x="7525968" y="4443584"/>
              <a:ext cx="2160" cy="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93DC215-985E-672E-8AD5-57BF87F2A1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19848" y="4437464"/>
                <a:ext cx="1440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0158E0-CA14-A111-82E0-34C5C727025A}"/>
                  </a:ext>
                </a:extLst>
              </p14:cNvPr>
              <p14:cNvContentPartPr/>
              <p14:nvPr/>
            </p14:nvContentPartPr>
            <p14:xfrm>
              <a:off x="4461880" y="4279440"/>
              <a:ext cx="154080" cy="170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0158E0-CA14-A111-82E0-34C5C72702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55760" y="4273320"/>
                <a:ext cx="1663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50632B-E5A3-774D-CDDC-C9C4F6614E5F}"/>
                  </a:ext>
                </a:extLst>
              </p14:cNvPr>
              <p14:cNvContentPartPr/>
              <p14:nvPr/>
            </p14:nvContentPartPr>
            <p14:xfrm>
              <a:off x="1050880" y="4368720"/>
              <a:ext cx="2283120" cy="96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50632B-E5A3-774D-CDDC-C9C4F6614E5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4760" y="4362600"/>
                <a:ext cx="229536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E89354AE-2CBA-6E7E-6B58-965C781951E5}"/>
              </a:ext>
            </a:extLst>
          </p:cNvPr>
          <p:cNvGrpSpPr/>
          <p:nvPr/>
        </p:nvGrpSpPr>
        <p:grpSpPr>
          <a:xfrm>
            <a:off x="7782880" y="656040"/>
            <a:ext cx="821160" cy="512640"/>
            <a:chOff x="7782880" y="656040"/>
            <a:chExt cx="821160" cy="51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42590B-A0BF-FC5C-4FDF-22DF3B126096}"/>
                    </a:ext>
                  </a:extLst>
                </p14:cNvPr>
                <p14:cNvContentPartPr/>
                <p14:nvPr/>
              </p14:nvContentPartPr>
              <p14:xfrm>
                <a:off x="7782880" y="863400"/>
                <a:ext cx="280440" cy="305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42590B-A0BF-FC5C-4FDF-22DF3B12609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76760" y="857280"/>
                  <a:ext cx="2926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D329BF-1A59-AFA7-9BED-E4484094DAC1}"/>
                    </a:ext>
                  </a:extLst>
                </p14:cNvPr>
                <p14:cNvContentPartPr/>
                <p14:nvPr/>
              </p14:nvContentPartPr>
              <p14:xfrm>
                <a:off x="7858480" y="850800"/>
                <a:ext cx="210240" cy="20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D329BF-1A59-AFA7-9BED-E4484094DAC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52360" y="844680"/>
                  <a:ext cx="222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3BF9C3-DD06-C2CA-6023-EBA34ECB83BD}"/>
                    </a:ext>
                  </a:extLst>
                </p14:cNvPr>
                <p14:cNvContentPartPr/>
                <p14:nvPr/>
              </p14:nvContentPartPr>
              <p14:xfrm>
                <a:off x="8101840" y="656040"/>
                <a:ext cx="135360" cy="24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3BF9C3-DD06-C2CA-6023-EBA34ECB83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95720" y="649920"/>
                  <a:ext cx="147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0EEB56-C1E1-A45C-A269-FACFB7793590}"/>
                    </a:ext>
                  </a:extLst>
                </p14:cNvPr>
                <p14:cNvContentPartPr/>
                <p14:nvPr/>
              </p14:nvContentPartPr>
              <p14:xfrm>
                <a:off x="8432320" y="928200"/>
                <a:ext cx="158040" cy="45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0EEB56-C1E1-A45C-A269-FACFB779359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26200" y="922080"/>
                  <a:ext cx="170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BB63A9-1AFE-1BC9-644C-296EDFAACF88}"/>
                    </a:ext>
                  </a:extLst>
                </p14:cNvPr>
                <p14:cNvContentPartPr/>
                <p14:nvPr/>
              </p14:nvContentPartPr>
              <p14:xfrm>
                <a:off x="8402080" y="1044480"/>
                <a:ext cx="201960" cy="28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BB63A9-1AFE-1BC9-644C-296EDFAACF8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95960" y="1038360"/>
                  <a:ext cx="21420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26C2B99-D220-9258-9E87-281254EBE196}"/>
                  </a:ext>
                </a:extLst>
              </p14:cNvPr>
              <p14:cNvContentPartPr/>
              <p14:nvPr/>
            </p14:nvContentPartPr>
            <p14:xfrm>
              <a:off x="8361400" y="519960"/>
              <a:ext cx="3960" cy="130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26C2B99-D220-9258-9E87-281254EBE19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355280" y="513840"/>
                <a:ext cx="16200" cy="14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29FB9E9-4F4B-F89C-FCD7-8515B57E938E}"/>
              </a:ext>
            </a:extLst>
          </p:cNvPr>
          <p:cNvGrpSpPr/>
          <p:nvPr/>
        </p:nvGrpSpPr>
        <p:grpSpPr>
          <a:xfrm>
            <a:off x="8881960" y="702840"/>
            <a:ext cx="796320" cy="426240"/>
            <a:chOff x="8881960" y="702840"/>
            <a:chExt cx="79632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7E543E6-D37F-DCC8-BA6E-21B3278D7C9D}"/>
                    </a:ext>
                  </a:extLst>
                </p14:cNvPr>
                <p14:cNvContentPartPr/>
                <p14:nvPr/>
              </p14:nvContentPartPr>
              <p14:xfrm>
                <a:off x="8881960" y="719040"/>
                <a:ext cx="224640" cy="410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7E543E6-D37F-DCC8-BA6E-21B3278D7C9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75840" y="712920"/>
                  <a:ext cx="2368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7EDEE1-846C-8B4E-6FAC-58E0595F74DF}"/>
                    </a:ext>
                  </a:extLst>
                </p14:cNvPr>
                <p14:cNvContentPartPr/>
                <p14:nvPr/>
              </p14:nvContentPartPr>
              <p14:xfrm>
                <a:off x="9241240" y="850440"/>
                <a:ext cx="187560" cy="272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7EDEE1-846C-8B4E-6FAC-58E0595F74D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35120" y="844320"/>
                  <a:ext cx="199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9806916-5C69-0DEB-0F3C-3AC1D94CD0F3}"/>
                    </a:ext>
                  </a:extLst>
                </p14:cNvPr>
                <p14:cNvContentPartPr/>
                <p14:nvPr/>
              </p14:nvContentPartPr>
              <p14:xfrm>
                <a:off x="9210640" y="877080"/>
                <a:ext cx="240120" cy="24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9806916-5C69-0DEB-0F3C-3AC1D94CD0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04520" y="870960"/>
                  <a:ext cx="252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81B7CC-00B3-7788-24E7-3FA74CD24F11}"/>
                    </a:ext>
                  </a:extLst>
                </p14:cNvPr>
                <p14:cNvContentPartPr/>
                <p14:nvPr/>
              </p14:nvContentPartPr>
              <p14:xfrm>
                <a:off x="9545080" y="702840"/>
                <a:ext cx="117720" cy="279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81B7CC-00B3-7788-24E7-3FA74CD24F1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38960" y="696720"/>
                  <a:ext cx="1299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18F482-6FD7-4B31-55A0-DE4CDD5BA8FE}"/>
                    </a:ext>
                  </a:extLst>
                </p14:cNvPr>
                <p14:cNvContentPartPr/>
                <p14:nvPr/>
              </p14:nvContentPartPr>
              <p14:xfrm>
                <a:off x="9560560" y="797160"/>
                <a:ext cx="117720" cy="29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18F482-6FD7-4B31-55A0-DE4CDD5BA8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54440" y="791040"/>
                  <a:ext cx="12996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4484E9E-A8D4-0DB0-B66D-9E587651763D}"/>
                  </a:ext>
                </a:extLst>
              </p14:cNvPr>
              <p14:cNvContentPartPr/>
              <p14:nvPr/>
            </p14:nvContentPartPr>
            <p14:xfrm>
              <a:off x="5854000" y="3341640"/>
              <a:ext cx="1050840" cy="72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4484E9E-A8D4-0DB0-B66D-9E587651763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47880" y="3335520"/>
                <a:ext cx="10630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A7BF8FC-769E-25CC-9F15-A6C40C9F0FB7}"/>
                  </a:ext>
                </a:extLst>
              </p14:cNvPr>
              <p14:cNvContentPartPr/>
              <p14:nvPr/>
            </p14:nvContentPartPr>
            <p14:xfrm>
              <a:off x="6361960" y="3268200"/>
              <a:ext cx="219240" cy="232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A7BF8FC-769E-25CC-9F15-A6C40C9F0FB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355840" y="3262080"/>
                <a:ext cx="23148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8416EEC1-753E-F420-2A27-D98523C4E3AD}"/>
              </a:ext>
            </a:extLst>
          </p:cNvPr>
          <p:cNvGrpSpPr/>
          <p:nvPr/>
        </p:nvGrpSpPr>
        <p:grpSpPr>
          <a:xfrm>
            <a:off x="3673480" y="2370000"/>
            <a:ext cx="1895040" cy="1324080"/>
            <a:chOff x="3673480" y="2370000"/>
            <a:chExt cx="1895040" cy="13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2D8722C-3BBA-31D5-2AAC-0DA5404A2A82}"/>
                    </a:ext>
                  </a:extLst>
                </p14:cNvPr>
                <p14:cNvContentPartPr/>
                <p14:nvPr/>
              </p14:nvContentPartPr>
              <p14:xfrm>
                <a:off x="4228960" y="3310680"/>
                <a:ext cx="699480" cy="31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2D8722C-3BBA-31D5-2AAC-0DA5404A2A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22840" y="3304560"/>
                  <a:ext cx="711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7BF9006-C79D-43FD-2DD7-B374D9B5AD38}"/>
                    </a:ext>
                  </a:extLst>
                </p14:cNvPr>
                <p14:cNvContentPartPr/>
                <p14:nvPr/>
              </p14:nvContentPartPr>
              <p14:xfrm>
                <a:off x="3923320" y="3446760"/>
                <a:ext cx="1162800" cy="1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7BF9006-C79D-43FD-2DD7-B374D9B5AD3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17200" y="3440640"/>
                  <a:ext cx="1175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63C81D6-D908-29FA-5966-B77AF56F96EB}"/>
                    </a:ext>
                  </a:extLst>
                </p14:cNvPr>
                <p14:cNvContentPartPr/>
                <p14:nvPr/>
              </p14:nvContentPartPr>
              <p14:xfrm>
                <a:off x="3673480" y="2370000"/>
                <a:ext cx="1895040" cy="1324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63C81D6-D908-29FA-5966-B77AF56F96E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67360" y="2363880"/>
                  <a:ext cx="1907280" cy="133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DA0D770-C340-6EF0-278E-FD05710E5A09}"/>
              </a:ext>
            </a:extLst>
          </p:cNvPr>
          <p:cNvGrpSpPr/>
          <p:nvPr/>
        </p:nvGrpSpPr>
        <p:grpSpPr>
          <a:xfrm>
            <a:off x="8623120" y="2256960"/>
            <a:ext cx="2144880" cy="1241280"/>
            <a:chOff x="8623120" y="2256960"/>
            <a:chExt cx="2144880" cy="12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29B430C-E12A-68BA-0187-3E0BE3B84E96}"/>
                    </a:ext>
                  </a:extLst>
                </p14:cNvPr>
                <p14:cNvContentPartPr/>
                <p14:nvPr/>
              </p14:nvContentPartPr>
              <p14:xfrm>
                <a:off x="8796640" y="2430480"/>
                <a:ext cx="317160" cy="342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29B430C-E12A-68BA-0187-3E0BE3B84E9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90520" y="2424360"/>
                  <a:ext cx="3294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D947F2-6353-D613-783D-DD7252ACA074}"/>
                    </a:ext>
                  </a:extLst>
                </p14:cNvPr>
                <p14:cNvContentPartPr/>
                <p14:nvPr/>
              </p14:nvContentPartPr>
              <p14:xfrm>
                <a:off x="9181480" y="2394120"/>
                <a:ext cx="217800" cy="456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D947F2-6353-D613-783D-DD7252ACA07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75360" y="2388000"/>
                  <a:ext cx="2300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4D8E36-325F-534E-521E-FB0776E7B9E1}"/>
                    </a:ext>
                  </a:extLst>
                </p14:cNvPr>
                <p14:cNvContentPartPr/>
                <p14:nvPr/>
              </p14:nvContentPartPr>
              <p14:xfrm>
                <a:off x="8623120" y="2832600"/>
                <a:ext cx="1010520" cy="8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4D8E36-325F-534E-521E-FB0776E7B9E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17000" y="2826480"/>
                  <a:ext cx="1022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E8542A-4F82-7937-51BF-32CA5B8CE2AB}"/>
                    </a:ext>
                  </a:extLst>
                </p14:cNvPr>
                <p14:cNvContentPartPr/>
                <p14:nvPr/>
              </p14:nvContentPartPr>
              <p14:xfrm>
                <a:off x="8919760" y="2945640"/>
                <a:ext cx="407880" cy="34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E8542A-4F82-7937-51BF-32CA5B8CE2A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913640" y="2939520"/>
                  <a:ext cx="420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07F146-6AD2-C33C-0451-B8C098FE673B}"/>
                    </a:ext>
                  </a:extLst>
                </p14:cNvPr>
                <p14:cNvContentPartPr/>
                <p14:nvPr/>
              </p14:nvContentPartPr>
              <p14:xfrm>
                <a:off x="9389920" y="2982360"/>
                <a:ext cx="111600" cy="372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07F146-6AD2-C33C-0451-B8C098FE673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383800" y="2976240"/>
                  <a:ext cx="1238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74BA37-989F-B97D-1258-26BAB745FA8E}"/>
                    </a:ext>
                  </a:extLst>
                </p14:cNvPr>
                <p14:cNvContentPartPr/>
                <p14:nvPr/>
              </p14:nvContentPartPr>
              <p14:xfrm>
                <a:off x="9389560" y="3003600"/>
                <a:ext cx="230040" cy="90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74BA37-989F-B97D-1258-26BAB745FA8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83440" y="2997480"/>
                  <a:ext cx="242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D49601-6DFD-5B99-4205-D9BAD4B4198B}"/>
                    </a:ext>
                  </a:extLst>
                </p14:cNvPr>
                <p14:cNvContentPartPr/>
                <p14:nvPr/>
              </p14:nvContentPartPr>
              <p14:xfrm>
                <a:off x="9834520" y="2797320"/>
                <a:ext cx="45720" cy="75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D49601-6DFD-5B99-4205-D9BAD4B4198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28400" y="2791200"/>
                  <a:ext cx="57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19DA73-C812-A2A6-1BAF-1689FDDAED3C}"/>
                    </a:ext>
                  </a:extLst>
                </p14:cNvPr>
                <p14:cNvContentPartPr/>
                <p14:nvPr/>
              </p14:nvContentPartPr>
              <p14:xfrm>
                <a:off x="10124320" y="2256960"/>
                <a:ext cx="243720" cy="567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19DA73-C812-A2A6-1BAF-1689FDDAED3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18200" y="2250840"/>
                  <a:ext cx="2559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E463148-2122-2BBE-7171-986D11A095A6}"/>
                    </a:ext>
                  </a:extLst>
                </p14:cNvPr>
                <p14:cNvContentPartPr/>
                <p14:nvPr/>
              </p14:nvContentPartPr>
              <p14:xfrm>
                <a:off x="10172200" y="2385480"/>
                <a:ext cx="143640" cy="38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E463148-2122-2BBE-7171-986D11A095A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66080" y="2379360"/>
                  <a:ext cx="155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5113606-E7D5-C4E3-F4F4-2B0103D4DD02}"/>
                    </a:ext>
                  </a:extLst>
                </p14:cNvPr>
                <p14:cNvContentPartPr/>
                <p14:nvPr/>
              </p14:nvContentPartPr>
              <p14:xfrm>
                <a:off x="9924160" y="2274240"/>
                <a:ext cx="250200" cy="441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5113606-E7D5-C4E3-F4F4-2B0103D4DD0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918040" y="2268120"/>
                  <a:ext cx="2624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2A3E6A3-AF03-F90B-BE92-44CA9F09A0B1}"/>
                    </a:ext>
                  </a:extLst>
                </p14:cNvPr>
                <p14:cNvContentPartPr/>
                <p14:nvPr/>
              </p14:nvContentPartPr>
              <p14:xfrm>
                <a:off x="9983200" y="2761680"/>
                <a:ext cx="508680" cy="116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2A3E6A3-AF03-F90B-BE92-44CA9F09A0B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77080" y="2755560"/>
                  <a:ext cx="520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BD2D5E-7599-8E81-1D0B-A08F64ED72FD}"/>
                    </a:ext>
                  </a:extLst>
                </p14:cNvPr>
                <p14:cNvContentPartPr/>
                <p14:nvPr/>
              </p14:nvContentPartPr>
              <p14:xfrm>
                <a:off x="10041520" y="2884080"/>
                <a:ext cx="469800" cy="440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BD2D5E-7599-8E81-1D0B-A08F64ED72F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035400" y="2877960"/>
                  <a:ext cx="4820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799917-DEB2-1F36-73B1-51F7A940BF6A}"/>
                    </a:ext>
                  </a:extLst>
                </p14:cNvPr>
                <p14:cNvContentPartPr/>
                <p14:nvPr/>
              </p14:nvContentPartPr>
              <p14:xfrm>
                <a:off x="10527160" y="2982360"/>
                <a:ext cx="240840" cy="23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799917-DEB2-1F36-73B1-51F7A940BF6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521040" y="2976240"/>
                  <a:ext cx="253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74BA498-3E19-378E-E88F-83B81347E752}"/>
                    </a:ext>
                  </a:extLst>
                </p14:cNvPr>
                <p14:cNvContentPartPr/>
                <p14:nvPr/>
              </p14:nvContentPartPr>
              <p14:xfrm>
                <a:off x="8805280" y="3365040"/>
                <a:ext cx="1762560" cy="133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74BA498-3E19-378E-E88F-83B81347E75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99160" y="3358920"/>
                  <a:ext cx="177480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EF9EA33-E3CD-8582-C9D8-46BDCFCC8C79}"/>
                  </a:ext>
                </a:extLst>
              </p14:cNvPr>
              <p14:cNvContentPartPr/>
              <p14:nvPr/>
            </p14:nvContentPartPr>
            <p14:xfrm>
              <a:off x="2516440" y="2146440"/>
              <a:ext cx="398160" cy="363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EF9EA33-E3CD-8582-C9D8-46BDCFCC8C7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510320" y="2140320"/>
                <a:ext cx="41040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8895C24-F16A-1B75-1B88-A932FF0E6344}"/>
                  </a:ext>
                </a:extLst>
              </p14:cNvPr>
              <p14:cNvContentPartPr/>
              <p14:nvPr/>
            </p14:nvContentPartPr>
            <p14:xfrm>
              <a:off x="2765560" y="3217080"/>
              <a:ext cx="312480" cy="3052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8895C24-F16A-1B75-1B88-A932FF0E634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759440" y="3210960"/>
                <a:ext cx="3247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6172191-6019-91D1-2252-6AF3DD994E2B}"/>
                  </a:ext>
                </a:extLst>
              </p14:cNvPr>
              <p14:cNvContentPartPr/>
              <p14:nvPr/>
            </p14:nvContentPartPr>
            <p14:xfrm>
              <a:off x="3002440" y="4152360"/>
              <a:ext cx="465840" cy="5544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6172191-6019-91D1-2252-6AF3DD994E2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996320" y="4146240"/>
                <a:ext cx="47808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9BD5BC3-335B-1E41-25ED-939C3BC55C83}"/>
                  </a:ext>
                </a:extLst>
              </p14:cNvPr>
              <p14:cNvContentPartPr/>
              <p14:nvPr/>
            </p14:nvContentPartPr>
            <p14:xfrm>
              <a:off x="3761320" y="2144693"/>
              <a:ext cx="2136960" cy="122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9BD5BC3-335B-1E41-25ED-939C3BC55C8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755200" y="2138573"/>
                <a:ext cx="2149200" cy="13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3305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5347-D417-08CB-9C98-1D954541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944D-46F4-491A-B5AD-75658664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derivatives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E13B9-66A1-8B2A-4C12-54F9A96B0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example: f(x)=f(w</a:t>
            </a:r>
            <a:r>
              <a:rPr lang="en-US" baseline="-25000" dirty="0"/>
              <a:t>1</a:t>
            </a:r>
            <a:r>
              <a:rPr lang="en-US" dirty="0"/>
              <a:t>,w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dirty="0" err="1"/>
              <a:t>w</a:t>
            </a:r>
            <a:r>
              <a:rPr lang="en-US" baseline="-25000" dirty="0" err="1"/>
              <a:t>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8ECB02-5F44-5F57-E05E-CB5ADA21E527}"/>
                  </a:ext>
                </a:extLst>
              </p:cNvPr>
              <p:cNvSpPr txBox="1"/>
              <p:nvPr/>
            </p:nvSpPr>
            <p:spPr>
              <a:xfrm>
                <a:off x="1497932" y="2682716"/>
                <a:ext cx="7818807" cy="906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8ECB02-5F44-5F57-E05E-CB5ADA21E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932" y="2682716"/>
                <a:ext cx="7818807" cy="906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ED6CE7-A73F-799A-A114-14D1E7467485}"/>
                  </a:ext>
                </a:extLst>
              </p:cNvPr>
              <p:cNvSpPr txBox="1"/>
              <p:nvPr/>
            </p:nvSpPr>
            <p:spPr>
              <a:xfrm rot="5400000">
                <a:off x="1654342" y="4097186"/>
                <a:ext cx="3430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ED6CE7-A73F-799A-A114-14D1E7467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654342" y="4097186"/>
                <a:ext cx="34304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B1F11D-B5A0-2849-1DDF-13C3625E0AC1}"/>
                  </a:ext>
                </a:extLst>
              </p:cNvPr>
              <p:cNvSpPr txBox="1"/>
              <p:nvPr/>
            </p:nvSpPr>
            <p:spPr>
              <a:xfrm>
                <a:off x="1497932" y="5035885"/>
                <a:ext cx="7838364" cy="908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B1F11D-B5A0-2849-1DDF-13C3625E0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932" y="5035885"/>
                <a:ext cx="7838364" cy="9089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6E3CF6D-DCEF-2C6D-568A-3FE065A64DF2}"/>
              </a:ext>
            </a:extLst>
          </p:cNvPr>
          <p:cNvGrpSpPr/>
          <p:nvPr/>
        </p:nvGrpSpPr>
        <p:grpSpPr>
          <a:xfrm>
            <a:off x="2628400" y="1252560"/>
            <a:ext cx="2627280" cy="220320"/>
            <a:chOff x="2628400" y="1252560"/>
            <a:chExt cx="262728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444B98-708A-2ABC-002E-4FD14BBD16C7}"/>
                    </a:ext>
                  </a:extLst>
                </p14:cNvPr>
                <p14:cNvContentPartPr/>
                <p14:nvPr/>
              </p14:nvContentPartPr>
              <p14:xfrm>
                <a:off x="2628400" y="1252560"/>
                <a:ext cx="2187720" cy="80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444B98-708A-2ABC-002E-4FD14BBD16C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22280" y="1246440"/>
                  <a:ext cx="2199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D5DF91-497D-90A8-1086-FAE605C268B0}"/>
                    </a:ext>
                  </a:extLst>
                </p14:cNvPr>
                <p14:cNvContentPartPr/>
                <p14:nvPr/>
              </p14:nvContentPartPr>
              <p14:xfrm>
                <a:off x="4989640" y="1270920"/>
                <a:ext cx="241560" cy="201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D5DF91-497D-90A8-1086-FAE605C268B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83520" y="1264800"/>
                  <a:ext cx="253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CC86F4-B248-75E1-F97F-B0482415581A}"/>
                    </a:ext>
                  </a:extLst>
                </p14:cNvPr>
                <p14:cNvContentPartPr/>
                <p14:nvPr/>
              </p14:nvContentPartPr>
              <p14:xfrm>
                <a:off x="5103040" y="1280640"/>
                <a:ext cx="152640" cy="134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CC86F4-B248-75E1-F97F-B0482415581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96920" y="1274520"/>
                  <a:ext cx="16488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41C1ED7-0535-2B7C-3C8E-8AB29CB519C7}"/>
                  </a:ext>
                </a:extLst>
              </p14:cNvPr>
              <p14:cNvContentPartPr/>
              <p14:nvPr/>
            </p14:nvContentPartPr>
            <p14:xfrm>
              <a:off x="4142560" y="2292240"/>
              <a:ext cx="438840" cy="199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41C1ED7-0535-2B7C-3C8E-8AB29CB519C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36440" y="2286120"/>
                <a:ext cx="4510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1DD526-8799-D8AA-8F6E-F335235DA1F1}"/>
                  </a:ext>
                </a:extLst>
              </p14:cNvPr>
              <p14:cNvContentPartPr/>
              <p14:nvPr/>
            </p14:nvContentPartPr>
            <p14:xfrm>
              <a:off x="4401760" y="3024840"/>
              <a:ext cx="254880" cy="279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1DD526-8799-D8AA-8F6E-F335235DA1F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95640" y="3018720"/>
                <a:ext cx="2671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EE492D-27E9-E87E-E356-1DEEA87FA731}"/>
                  </a:ext>
                </a:extLst>
              </p14:cNvPr>
              <p14:cNvContentPartPr/>
              <p14:nvPr/>
            </p14:nvContentPartPr>
            <p14:xfrm>
              <a:off x="2688880" y="3526320"/>
              <a:ext cx="483120" cy="204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EE492D-27E9-E87E-E356-1DEEA87FA7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82760" y="3520200"/>
                <a:ext cx="4953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5001A9D-9CF8-B5E6-740C-70625845A159}"/>
                  </a:ext>
                </a:extLst>
              </p14:cNvPr>
              <p14:cNvContentPartPr/>
              <p14:nvPr/>
            </p14:nvContentPartPr>
            <p14:xfrm>
              <a:off x="3275320" y="2279640"/>
              <a:ext cx="385560" cy="43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5001A9D-9CF8-B5E6-740C-70625845A15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69200" y="2273520"/>
                <a:ext cx="3978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CEB1CE1-2104-7585-7E0A-62E1D585E64E}"/>
                  </a:ext>
                </a:extLst>
              </p14:cNvPr>
              <p14:cNvContentPartPr/>
              <p14:nvPr/>
            </p14:nvContentPartPr>
            <p14:xfrm>
              <a:off x="1841440" y="3083520"/>
              <a:ext cx="192240" cy="13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CEB1CE1-2104-7585-7E0A-62E1D585E64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35320" y="3077400"/>
                <a:ext cx="2044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A9A9086-15B8-38AF-25AA-A88E2B83F2D5}"/>
                  </a:ext>
                </a:extLst>
              </p14:cNvPr>
              <p14:cNvContentPartPr/>
              <p14:nvPr/>
            </p14:nvContentPartPr>
            <p14:xfrm>
              <a:off x="1750000" y="3598680"/>
              <a:ext cx="400680" cy="60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A9A9086-15B8-38AF-25AA-A88E2B83F2D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743880" y="3592560"/>
                <a:ext cx="41292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EC555-0C39-1513-043B-AA2997EA5ADF}"/>
              </a:ext>
            </a:extLst>
          </p:cNvPr>
          <p:cNvGrpSpPr/>
          <p:nvPr/>
        </p:nvGrpSpPr>
        <p:grpSpPr>
          <a:xfrm>
            <a:off x="1165360" y="3031680"/>
            <a:ext cx="901440" cy="1324800"/>
            <a:chOff x="1165360" y="3031680"/>
            <a:chExt cx="901440" cy="13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8FDF78-599D-9660-55AA-BFFFF0458AC8}"/>
                    </a:ext>
                  </a:extLst>
                </p14:cNvPr>
                <p14:cNvContentPartPr/>
                <p14:nvPr/>
              </p14:nvContentPartPr>
              <p14:xfrm>
                <a:off x="1797160" y="3031680"/>
                <a:ext cx="187200" cy="8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8FDF78-599D-9660-55AA-BFFFF0458AC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91040" y="3025560"/>
                  <a:ext cx="199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D38B667-517E-891C-1F57-2517EE411AFF}"/>
                    </a:ext>
                  </a:extLst>
                </p14:cNvPr>
                <p14:cNvContentPartPr/>
                <p14:nvPr/>
              </p14:nvContentPartPr>
              <p14:xfrm>
                <a:off x="1810480" y="3587880"/>
                <a:ext cx="256320" cy="39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D38B667-517E-891C-1F57-2517EE411AF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04360" y="3581760"/>
                  <a:ext cx="268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DEFF4F-8A2F-9C3F-62CE-68D8B2FE2F93}"/>
                    </a:ext>
                  </a:extLst>
                </p14:cNvPr>
                <p14:cNvContentPartPr/>
                <p14:nvPr/>
              </p14:nvContentPartPr>
              <p14:xfrm>
                <a:off x="1165360" y="3111960"/>
                <a:ext cx="144360" cy="1105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DEFF4F-8A2F-9C3F-62CE-68D8B2FE2F9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59240" y="3105840"/>
                  <a:ext cx="156600" cy="11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39C2C9-DD8F-72FB-29DD-427879C57946}"/>
                    </a:ext>
                  </a:extLst>
                </p14:cNvPr>
                <p14:cNvContentPartPr/>
                <p14:nvPr/>
              </p14:nvContentPartPr>
              <p14:xfrm>
                <a:off x="1231240" y="4072800"/>
                <a:ext cx="136440" cy="28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39C2C9-DD8F-72FB-29DD-427879C5794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25120" y="4066680"/>
                  <a:ext cx="14868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8BA5D8E-766F-764E-54EE-67174D4D4FCF}"/>
                  </a:ext>
                </a:extLst>
              </p14:cNvPr>
              <p14:cNvContentPartPr/>
              <p14:nvPr/>
            </p14:nvContentPartPr>
            <p14:xfrm>
              <a:off x="3722800" y="3098280"/>
              <a:ext cx="212400" cy="13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8BA5D8E-766F-764E-54EE-67174D4D4FC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16680" y="3092160"/>
                <a:ext cx="2246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470C9D8-8C2E-9250-617D-3DD54C6CC560}"/>
                  </a:ext>
                </a:extLst>
              </p14:cNvPr>
              <p14:cNvContentPartPr/>
              <p14:nvPr/>
            </p14:nvContentPartPr>
            <p14:xfrm>
              <a:off x="4849600" y="3059760"/>
              <a:ext cx="215280" cy="28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470C9D8-8C2E-9250-617D-3DD54C6CC56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43480" y="3053640"/>
                <a:ext cx="2275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CB302FB-511D-21D3-EFEB-701962BF13EB}"/>
                  </a:ext>
                </a:extLst>
              </p14:cNvPr>
              <p14:cNvContentPartPr/>
              <p14:nvPr/>
            </p14:nvContentPartPr>
            <p14:xfrm>
              <a:off x="5309320" y="5403720"/>
              <a:ext cx="233640" cy="273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CB302FB-511D-21D3-EFEB-701962BF13E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303200" y="5397600"/>
                <a:ext cx="245880" cy="2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6104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88F47-5AA6-E312-5CAF-E88F45771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7B32-B192-B76E-2D9F-FE4FCB28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1FECD-8722-32A6-15C0-850A0DB46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example: f(x)=f(w</a:t>
            </a:r>
            <a:r>
              <a:rPr lang="en-US" baseline="-25000" dirty="0"/>
              <a:t>1</a:t>
            </a:r>
            <a:r>
              <a:rPr lang="en-US" dirty="0"/>
              <a:t>,w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dirty="0" err="1"/>
              <a:t>w</a:t>
            </a:r>
            <a:r>
              <a:rPr lang="en-US" baseline="-25000" dirty="0" err="1"/>
              <a:t>n</a:t>
            </a:r>
            <a:r>
              <a:rPr lang="en-US" dirty="0"/>
              <a:t>)</a:t>
            </a:r>
          </a:p>
          <a:p>
            <a:r>
              <a:rPr lang="en-US" dirty="0"/>
              <a:t>Quiz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4C3107-63D0-D9D2-527F-998BC177C709}"/>
                  </a:ext>
                </a:extLst>
              </p:cNvPr>
              <p:cNvSpPr txBox="1"/>
              <p:nvPr/>
            </p:nvSpPr>
            <p:spPr>
              <a:xfrm>
                <a:off x="3860734" y="2547377"/>
                <a:ext cx="4969309" cy="9245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4C3107-63D0-D9D2-527F-998BC177C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734" y="2547377"/>
                <a:ext cx="4969309" cy="9245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0B0758-6614-0D75-2D42-3A44329A1972}"/>
                  </a:ext>
                </a:extLst>
              </p14:cNvPr>
              <p14:cNvContentPartPr/>
              <p14:nvPr/>
            </p14:nvContentPartPr>
            <p14:xfrm>
              <a:off x="12033040" y="4027133"/>
              <a:ext cx="1800" cy="11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0B0758-6614-0D75-2D42-3A44329A19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26920" y="4021013"/>
                <a:ext cx="140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1207B22-31D6-1CB4-A712-87354BDC2959}"/>
                  </a:ext>
                </a:extLst>
              </p14:cNvPr>
              <p14:cNvContentPartPr/>
              <p14:nvPr/>
            </p14:nvContentPartPr>
            <p14:xfrm>
              <a:off x="11929720" y="3944333"/>
              <a:ext cx="32400" cy="8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1207B22-31D6-1CB4-A712-87354BDC29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23600" y="3938213"/>
                <a:ext cx="446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E42D096-0EED-3414-B3C9-F9924454BD89}"/>
              </a:ext>
            </a:extLst>
          </p:cNvPr>
          <p:cNvGrpSpPr/>
          <p:nvPr/>
        </p:nvGrpSpPr>
        <p:grpSpPr>
          <a:xfrm>
            <a:off x="2365600" y="4698893"/>
            <a:ext cx="1543320" cy="917640"/>
            <a:chOff x="2365600" y="4698893"/>
            <a:chExt cx="1543320" cy="9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95A9475-8C2E-8336-48FC-03E76BC0147E}"/>
                    </a:ext>
                  </a:extLst>
                </p14:cNvPr>
                <p14:cNvContentPartPr/>
                <p14:nvPr/>
              </p14:nvContentPartPr>
              <p14:xfrm>
                <a:off x="2484760" y="4804013"/>
                <a:ext cx="334800" cy="337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95A9475-8C2E-8336-48FC-03E76BC0147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78640" y="4797893"/>
                  <a:ext cx="3470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60DEE32-BBD1-0267-54B2-A3CC68D90566}"/>
                    </a:ext>
                  </a:extLst>
                </p14:cNvPr>
                <p14:cNvContentPartPr/>
                <p14:nvPr/>
              </p14:nvContentPartPr>
              <p14:xfrm>
                <a:off x="2925040" y="4698893"/>
                <a:ext cx="126360" cy="500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0DEE32-BBD1-0267-54B2-A3CC68D905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18920" y="4692773"/>
                  <a:ext cx="13860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8BEECD8-1B23-3BFF-A774-9C88BE4541F4}"/>
                    </a:ext>
                  </a:extLst>
                </p14:cNvPr>
                <p14:cNvContentPartPr/>
                <p14:nvPr/>
              </p14:nvContentPartPr>
              <p14:xfrm>
                <a:off x="2873560" y="4847213"/>
                <a:ext cx="190800" cy="30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8BEECD8-1B23-3BFF-A774-9C88BE4541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67440" y="4841093"/>
                  <a:ext cx="203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962E5E-3E69-F14E-8506-998C394608E3}"/>
                    </a:ext>
                  </a:extLst>
                </p14:cNvPr>
                <p14:cNvContentPartPr/>
                <p14:nvPr/>
              </p14:nvContentPartPr>
              <p14:xfrm>
                <a:off x="3088840" y="4815173"/>
                <a:ext cx="46080" cy="203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962E5E-3E69-F14E-8506-998C394608E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82720" y="4809053"/>
                  <a:ext cx="58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9D2FD3A-9CAA-9533-4755-8A2E6CEC125E}"/>
                    </a:ext>
                  </a:extLst>
                </p14:cNvPr>
                <p14:cNvContentPartPr/>
                <p14:nvPr/>
              </p14:nvContentPartPr>
              <p14:xfrm>
                <a:off x="3201880" y="4800053"/>
                <a:ext cx="108000" cy="190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9D2FD3A-9CAA-9533-4755-8A2E6CEC125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95760" y="4793933"/>
                  <a:ext cx="120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477B4BA-1F60-BC90-35DD-A751516BD39B}"/>
                    </a:ext>
                  </a:extLst>
                </p14:cNvPr>
                <p14:cNvContentPartPr/>
                <p14:nvPr/>
              </p14:nvContentPartPr>
              <p14:xfrm>
                <a:off x="3361720" y="4761533"/>
                <a:ext cx="34560" cy="287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477B4BA-1F60-BC90-35DD-A751516BD39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55600" y="4755413"/>
                  <a:ext cx="468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531C992-0644-57CD-11E0-709A26C4829F}"/>
                    </a:ext>
                  </a:extLst>
                </p14:cNvPr>
                <p14:cNvContentPartPr/>
                <p14:nvPr/>
              </p14:nvContentPartPr>
              <p14:xfrm>
                <a:off x="2365600" y="5189213"/>
                <a:ext cx="1182600" cy="56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531C992-0644-57CD-11E0-709A26C4829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59480" y="5183093"/>
                  <a:ext cx="1194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ACF8B87-C766-F43A-33BB-01EBC41C0550}"/>
                    </a:ext>
                  </a:extLst>
                </p14:cNvPr>
                <p14:cNvContentPartPr/>
                <p14:nvPr/>
              </p14:nvContentPartPr>
              <p14:xfrm>
                <a:off x="2630920" y="5278853"/>
                <a:ext cx="509040" cy="337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ACF8B87-C766-F43A-33BB-01EBC41C05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24800" y="5272733"/>
                  <a:ext cx="5212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DEEB38-6DE9-1E99-CF56-7A6D76210755}"/>
                    </a:ext>
                  </a:extLst>
                </p14:cNvPr>
                <p14:cNvContentPartPr/>
                <p14:nvPr/>
              </p14:nvContentPartPr>
              <p14:xfrm>
                <a:off x="3166240" y="5241413"/>
                <a:ext cx="310320" cy="319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DEEB38-6DE9-1E99-CF56-7A6D7621075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60120" y="5235293"/>
                  <a:ext cx="3225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F28BE0B-D06F-3814-0298-D8470BFE36D1}"/>
                    </a:ext>
                  </a:extLst>
                </p14:cNvPr>
                <p14:cNvContentPartPr/>
                <p14:nvPr/>
              </p14:nvContentPartPr>
              <p14:xfrm>
                <a:off x="3566200" y="5424653"/>
                <a:ext cx="15840" cy="132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F28BE0B-D06F-3814-0298-D8470BFE36D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60080" y="5418533"/>
                  <a:ext cx="28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60565D0-3928-F00F-BF54-7C763ABDFBC6}"/>
                    </a:ext>
                  </a:extLst>
                </p14:cNvPr>
                <p14:cNvContentPartPr/>
                <p14:nvPr/>
              </p14:nvContentPartPr>
              <p14:xfrm>
                <a:off x="3766000" y="5085173"/>
                <a:ext cx="120240" cy="33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60565D0-3928-F00F-BF54-7C763ABDFBC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59880" y="5079053"/>
                  <a:ext cx="13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25E797C-A4FC-4E58-0458-04D818C2521A}"/>
                    </a:ext>
                  </a:extLst>
                </p14:cNvPr>
                <p14:cNvContentPartPr/>
                <p14:nvPr/>
              </p14:nvContentPartPr>
              <p14:xfrm>
                <a:off x="3779320" y="5238533"/>
                <a:ext cx="129600" cy="10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25E797C-A4FC-4E58-0458-04D818C2521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73200" y="5232413"/>
                  <a:ext cx="14184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78CE54E-BC7F-F9A1-99C0-5A1291FEF8FD}"/>
                  </a:ext>
                </a:extLst>
              </p14:cNvPr>
              <p14:cNvContentPartPr/>
              <p14:nvPr/>
            </p14:nvContentPartPr>
            <p14:xfrm>
              <a:off x="5568880" y="4056293"/>
              <a:ext cx="343440" cy="583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78CE54E-BC7F-F9A1-99C0-5A1291FEF8F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562760" y="4050173"/>
                <a:ext cx="35568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71B78CF-90A2-B26B-E992-E73190C3B1F3}"/>
              </a:ext>
            </a:extLst>
          </p:cNvPr>
          <p:cNvGrpSpPr/>
          <p:nvPr/>
        </p:nvGrpSpPr>
        <p:grpSpPr>
          <a:xfrm>
            <a:off x="2277760" y="3517373"/>
            <a:ext cx="4659480" cy="837000"/>
            <a:chOff x="2277760" y="3517373"/>
            <a:chExt cx="4659480" cy="83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B9B0B5-74C6-8714-1E3B-D1C5A01D83E5}"/>
                    </a:ext>
                  </a:extLst>
                </p14:cNvPr>
                <p14:cNvContentPartPr/>
                <p14:nvPr/>
              </p14:nvContentPartPr>
              <p14:xfrm>
                <a:off x="2396560" y="3791693"/>
                <a:ext cx="164520" cy="53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B9B0B5-74C6-8714-1E3B-D1C5A01D83E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90440" y="3785573"/>
                  <a:ext cx="17676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D81882-4A1B-0B3F-3807-6C383A41CD0E}"/>
                    </a:ext>
                  </a:extLst>
                </p14:cNvPr>
                <p14:cNvContentPartPr/>
                <p14:nvPr/>
              </p14:nvContentPartPr>
              <p14:xfrm>
                <a:off x="2277760" y="4014893"/>
                <a:ext cx="317880" cy="43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D81882-4A1B-0B3F-3807-6C383A41CD0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71640" y="4008773"/>
                  <a:ext cx="330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1678AC-4B66-BF0E-0498-CE703CCA1CCD}"/>
                    </a:ext>
                  </a:extLst>
                </p14:cNvPr>
                <p14:cNvContentPartPr/>
                <p14:nvPr/>
              </p14:nvContentPartPr>
              <p14:xfrm>
                <a:off x="2620120" y="3928853"/>
                <a:ext cx="69480" cy="214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F1678AC-4B66-BF0E-0498-CE703CCA1C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14000" y="3922733"/>
                  <a:ext cx="81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B08DF36-B272-5868-36F6-B80279CBB9CF}"/>
                    </a:ext>
                  </a:extLst>
                </p14:cNvPr>
                <p14:cNvContentPartPr/>
                <p14:nvPr/>
              </p14:nvContentPartPr>
              <p14:xfrm>
                <a:off x="2751880" y="3969173"/>
                <a:ext cx="114480" cy="14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B08DF36-B272-5868-36F6-B80279CBB9C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45760" y="3963053"/>
                  <a:ext cx="126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EA15189-C8C2-D775-37FE-6F9F7B76492B}"/>
                    </a:ext>
                  </a:extLst>
                </p14:cNvPr>
                <p14:cNvContentPartPr/>
                <p14:nvPr/>
              </p14:nvContentPartPr>
              <p14:xfrm>
                <a:off x="2786080" y="3922373"/>
                <a:ext cx="85680" cy="147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EA15189-C8C2-D775-37FE-6F9F7B7649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79960" y="3916253"/>
                  <a:ext cx="97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63BE0C2-9F7C-AAB7-66AE-ADE972E314F4}"/>
                    </a:ext>
                  </a:extLst>
                </p14:cNvPr>
                <p14:cNvContentPartPr/>
                <p14:nvPr/>
              </p14:nvContentPartPr>
              <p14:xfrm>
                <a:off x="2945560" y="3933173"/>
                <a:ext cx="25920" cy="172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63BE0C2-9F7C-AAB7-66AE-ADE972E314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939440" y="3927053"/>
                  <a:ext cx="38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02F85C-25D7-3B49-FE61-B8FDBB6CEEC0}"/>
                    </a:ext>
                  </a:extLst>
                </p14:cNvPr>
                <p14:cNvContentPartPr/>
                <p14:nvPr/>
              </p14:nvContentPartPr>
              <p14:xfrm>
                <a:off x="3174880" y="3946493"/>
                <a:ext cx="147240" cy="5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02F85C-25D7-3B49-FE61-B8FDBB6CEEC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68760" y="3940373"/>
                  <a:ext cx="1594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02BEB8-E808-6821-45D9-148DFB5AFB2C}"/>
                    </a:ext>
                  </a:extLst>
                </p14:cNvPr>
                <p14:cNvContentPartPr/>
                <p14:nvPr/>
              </p14:nvContentPartPr>
              <p14:xfrm>
                <a:off x="3237520" y="4034693"/>
                <a:ext cx="144000" cy="15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02BEB8-E808-6821-45D9-148DFB5AFB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31400" y="4028573"/>
                  <a:ext cx="156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0D55ECE-4094-4405-4437-FB9F334EB1FE}"/>
                    </a:ext>
                  </a:extLst>
                </p14:cNvPr>
                <p14:cNvContentPartPr/>
                <p14:nvPr/>
              </p14:nvContentPartPr>
              <p14:xfrm>
                <a:off x="3559000" y="3721133"/>
                <a:ext cx="236520" cy="428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0D55ECE-4094-4405-4437-FB9F334EB1F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52880" y="3715013"/>
                  <a:ext cx="2487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9926CB-3261-8211-4C77-A2A5778F86E8}"/>
                    </a:ext>
                  </a:extLst>
                </p14:cNvPr>
                <p14:cNvContentPartPr/>
                <p14:nvPr/>
              </p14:nvContentPartPr>
              <p14:xfrm>
                <a:off x="3979480" y="3803933"/>
                <a:ext cx="244800" cy="28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9926CB-3261-8211-4C77-A2A5778F86E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73360" y="3797813"/>
                  <a:ext cx="257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C0B26B-28DE-3764-276B-FB65923A21FE}"/>
                    </a:ext>
                  </a:extLst>
                </p14:cNvPr>
                <p14:cNvContentPartPr/>
                <p14:nvPr/>
              </p14:nvContentPartPr>
              <p14:xfrm>
                <a:off x="4330120" y="3969173"/>
                <a:ext cx="14760" cy="145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C0B26B-28DE-3764-276B-FB65923A21F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324000" y="3963053"/>
                  <a:ext cx="27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8CEC57-B009-E605-EA33-4B81F93D1592}"/>
                    </a:ext>
                  </a:extLst>
                </p14:cNvPr>
                <p14:cNvContentPartPr/>
                <p14:nvPr/>
              </p14:nvContentPartPr>
              <p14:xfrm>
                <a:off x="4350280" y="3536093"/>
                <a:ext cx="214560" cy="30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8CEC57-B009-E605-EA33-4B81F93D159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44160" y="3529973"/>
                  <a:ext cx="226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86B737-0044-635E-2D15-50AC36AF1CE8}"/>
                    </a:ext>
                  </a:extLst>
                </p14:cNvPr>
                <p14:cNvContentPartPr/>
                <p14:nvPr/>
              </p14:nvContentPartPr>
              <p14:xfrm>
                <a:off x="4739440" y="3810773"/>
                <a:ext cx="246960" cy="71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86B737-0044-635E-2D15-50AC36AF1CE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733320" y="3804653"/>
                  <a:ext cx="259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AE1902-0B85-6CAF-FFC1-48710818DDDD}"/>
                    </a:ext>
                  </a:extLst>
                </p14:cNvPr>
                <p14:cNvContentPartPr/>
                <p14:nvPr/>
              </p14:nvContentPartPr>
              <p14:xfrm>
                <a:off x="4880560" y="3709973"/>
                <a:ext cx="16920" cy="345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AE1902-0B85-6CAF-FFC1-48710818DDD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74440" y="3703853"/>
                  <a:ext cx="291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E323FE-7A49-5E21-BAA7-0C0B61F0BC1C}"/>
                    </a:ext>
                  </a:extLst>
                </p14:cNvPr>
                <p14:cNvContentPartPr/>
                <p14:nvPr/>
              </p14:nvContentPartPr>
              <p14:xfrm>
                <a:off x="5092240" y="3705653"/>
                <a:ext cx="192240" cy="329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E323FE-7A49-5E21-BAA7-0C0B61F0BC1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86120" y="3699533"/>
                  <a:ext cx="204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67C883-D81E-E6DF-F264-BE33CEE27713}"/>
                    </a:ext>
                  </a:extLst>
                </p14:cNvPr>
                <p14:cNvContentPartPr/>
                <p14:nvPr/>
              </p14:nvContentPartPr>
              <p14:xfrm>
                <a:off x="5435680" y="3601973"/>
                <a:ext cx="292680" cy="385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67C883-D81E-E6DF-F264-BE33CEE2771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29560" y="3595853"/>
                  <a:ext cx="3049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18AE609-0AEF-0AD8-8B1D-751230B3DD2F}"/>
                    </a:ext>
                  </a:extLst>
                </p14:cNvPr>
                <p14:cNvContentPartPr/>
                <p14:nvPr/>
              </p14:nvContentPartPr>
              <p14:xfrm>
                <a:off x="5747800" y="3828773"/>
                <a:ext cx="172080" cy="181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18AE609-0AEF-0AD8-8B1D-751230B3DD2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41680" y="3822653"/>
                  <a:ext cx="184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3E0A458-1773-2ADA-282F-C3F28EE7AA3F}"/>
                    </a:ext>
                  </a:extLst>
                </p14:cNvPr>
                <p14:cNvContentPartPr/>
                <p14:nvPr/>
              </p14:nvContentPartPr>
              <p14:xfrm>
                <a:off x="5975680" y="3743813"/>
                <a:ext cx="216000" cy="2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3E0A458-1773-2ADA-282F-C3F28EE7AA3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69560" y="3737693"/>
                  <a:ext cx="228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09C61BB-7817-3D63-BF86-A419D4B53983}"/>
                    </a:ext>
                  </a:extLst>
                </p14:cNvPr>
                <p14:cNvContentPartPr/>
                <p14:nvPr/>
              </p14:nvContentPartPr>
              <p14:xfrm>
                <a:off x="6101320" y="3573893"/>
                <a:ext cx="20520" cy="386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09C61BB-7817-3D63-BF86-A419D4B5398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95200" y="3567773"/>
                  <a:ext cx="327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E05ADB-5D40-E609-EC54-44FA7C7E2946}"/>
                    </a:ext>
                  </a:extLst>
                </p14:cNvPr>
                <p14:cNvContentPartPr/>
                <p14:nvPr/>
              </p14:nvContentPartPr>
              <p14:xfrm>
                <a:off x="6373480" y="3629693"/>
                <a:ext cx="342360" cy="436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E05ADB-5D40-E609-EC54-44FA7C7E294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67360" y="3623573"/>
                  <a:ext cx="3546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67660BA-C9EC-D003-8EF1-E92AD4362346}"/>
                    </a:ext>
                  </a:extLst>
                </p14:cNvPr>
                <p14:cNvContentPartPr/>
                <p14:nvPr/>
              </p14:nvContentPartPr>
              <p14:xfrm>
                <a:off x="6777760" y="3868733"/>
                <a:ext cx="7560" cy="257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67660BA-C9EC-D003-8EF1-E92AD436234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771640" y="3862613"/>
                  <a:ext cx="198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9DB68A3-9F28-B3DD-999F-2BFF9C050592}"/>
                    </a:ext>
                  </a:extLst>
                </p14:cNvPr>
                <p14:cNvContentPartPr/>
                <p14:nvPr/>
              </p14:nvContentPartPr>
              <p14:xfrm>
                <a:off x="6793600" y="3517373"/>
                <a:ext cx="143640" cy="175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9DB68A3-9F28-B3DD-999F-2BFF9C05059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87480" y="3511253"/>
                  <a:ext cx="155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8FE516A-C789-3935-E1B7-3E8C9DF91EC8}"/>
                    </a:ext>
                  </a:extLst>
                </p14:cNvPr>
                <p14:cNvContentPartPr/>
                <p14:nvPr/>
              </p14:nvContentPartPr>
              <p14:xfrm>
                <a:off x="5157040" y="4127573"/>
                <a:ext cx="779760" cy="99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8FE516A-C789-3935-E1B7-3E8C9DF91EC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50920" y="4121453"/>
                  <a:ext cx="792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AC7BB5F-69F4-0D7C-FC23-AD55A9D13D65}"/>
                    </a:ext>
                  </a:extLst>
                </p14:cNvPr>
                <p14:cNvContentPartPr/>
                <p14:nvPr/>
              </p14:nvContentPartPr>
              <p14:xfrm>
                <a:off x="6013840" y="4143413"/>
                <a:ext cx="87840" cy="81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AC7BB5F-69F4-0D7C-FC23-AD55A9D13D6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07720" y="4137293"/>
                  <a:ext cx="100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6709B36-CC0F-86A8-56B3-AA77B2B37DB2}"/>
                    </a:ext>
                  </a:extLst>
                </p14:cNvPr>
                <p14:cNvContentPartPr/>
                <p14:nvPr/>
              </p14:nvContentPartPr>
              <p14:xfrm>
                <a:off x="6024640" y="4252493"/>
                <a:ext cx="102240" cy="65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6709B36-CC0F-86A8-56B3-AA77B2B37DB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18520" y="4246373"/>
                  <a:ext cx="114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C23C939-ABE7-05DA-87F5-8F71BB1B8CD6}"/>
                    </a:ext>
                  </a:extLst>
                </p14:cNvPr>
                <p14:cNvContentPartPr/>
                <p14:nvPr/>
              </p14:nvContentPartPr>
              <p14:xfrm>
                <a:off x="6213640" y="4219733"/>
                <a:ext cx="118440" cy="134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C23C939-ABE7-05DA-87F5-8F71BB1B8CD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207520" y="4213613"/>
                  <a:ext cx="130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E7151AC-BB36-1619-45F5-8CBEECA41883}"/>
                    </a:ext>
                  </a:extLst>
                </p14:cNvPr>
                <p14:cNvContentPartPr/>
                <p14:nvPr/>
              </p14:nvContentPartPr>
              <p14:xfrm>
                <a:off x="4482040" y="3839933"/>
                <a:ext cx="124920" cy="66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E7151AC-BB36-1619-45F5-8CBEECA4188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75920" y="3833813"/>
                  <a:ext cx="13716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1D8211F-22AF-DF9D-65C6-CCDDD9F5D4C3}"/>
              </a:ext>
            </a:extLst>
          </p:cNvPr>
          <p:cNvGrpSpPr/>
          <p:nvPr/>
        </p:nvGrpSpPr>
        <p:grpSpPr>
          <a:xfrm>
            <a:off x="4135360" y="4700693"/>
            <a:ext cx="1569960" cy="560160"/>
            <a:chOff x="4135360" y="4700693"/>
            <a:chExt cx="156996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C78047B-CF8A-81D9-A479-491F6CF72D9E}"/>
                    </a:ext>
                  </a:extLst>
                </p14:cNvPr>
                <p14:cNvContentPartPr/>
                <p14:nvPr/>
              </p14:nvContentPartPr>
              <p14:xfrm>
                <a:off x="4135360" y="4909853"/>
                <a:ext cx="323280" cy="348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C78047B-CF8A-81D9-A479-491F6CF72D9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29240" y="4903733"/>
                  <a:ext cx="3355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BCA3D20-6DF8-E023-251F-A8E32E98603A}"/>
                    </a:ext>
                  </a:extLst>
                </p14:cNvPr>
                <p14:cNvContentPartPr/>
                <p14:nvPr/>
              </p14:nvContentPartPr>
              <p14:xfrm>
                <a:off x="4585000" y="5059613"/>
                <a:ext cx="16200" cy="19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BCA3D20-6DF8-E023-251F-A8E32E98603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578880" y="5053493"/>
                  <a:ext cx="28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E7B443E-17D6-9ABE-7E68-5E66518C1168}"/>
                    </a:ext>
                  </a:extLst>
                </p14:cNvPr>
                <p14:cNvContentPartPr/>
                <p14:nvPr/>
              </p14:nvContentPartPr>
              <p14:xfrm>
                <a:off x="4707760" y="4815173"/>
                <a:ext cx="261360" cy="417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E7B443E-17D6-9ABE-7E68-5E66518C116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701640" y="4809053"/>
                  <a:ext cx="2736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0261DBD-E7E0-2A22-4C1A-0AFA0697CA24}"/>
                    </a:ext>
                  </a:extLst>
                </p14:cNvPr>
                <p14:cNvContentPartPr/>
                <p14:nvPr/>
              </p14:nvContentPartPr>
              <p14:xfrm>
                <a:off x="5180800" y="4867733"/>
                <a:ext cx="255600" cy="319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0261DBD-E7E0-2A22-4C1A-0AFA0697CA2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74680" y="4861613"/>
                  <a:ext cx="267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10295CF-4820-BC12-C9C2-771854D6EF0E}"/>
                    </a:ext>
                  </a:extLst>
                </p14:cNvPr>
                <p14:cNvContentPartPr/>
                <p14:nvPr/>
              </p14:nvContentPartPr>
              <p14:xfrm>
                <a:off x="5544040" y="5025053"/>
                <a:ext cx="23040" cy="235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10295CF-4820-BC12-C9C2-771854D6EF0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537920" y="5018933"/>
                  <a:ext cx="35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E01B38F-6D19-011A-8FE1-364C6436A716}"/>
                    </a:ext>
                  </a:extLst>
                </p14:cNvPr>
                <p14:cNvContentPartPr/>
                <p14:nvPr/>
              </p14:nvContentPartPr>
              <p14:xfrm>
                <a:off x="5530720" y="4700693"/>
                <a:ext cx="174600" cy="143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E01B38F-6D19-011A-8FE1-364C6436A71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524600" y="4694573"/>
                  <a:ext cx="186840" cy="15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083F05B-FE44-9A09-D0FD-C654F4B98F8C}"/>
                  </a:ext>
                </a:extLst>
              </p14:cNvPr>
              <p14:cNvContentPartPr/>
              <p14:nvPr/>
            </p14:nvContentPartPr>
            <p14:xfrm>
              <a:off x="3586000" y="4246013"/>
              <a:ext cx="991440" cy="576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083F05B-FE44-9A09-D0FD-C654F4B98F8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579880" y="4239893"/>
                <a:ext cx="100368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1417FBB-2CF6-2F4C-299B-9F5D52631C9C}"/>
              </a:ext>
            </a:extLst>
          </p:cNvPr>
          <p:cNvGrpSpPr/>
          <p:nvPr/>
        </p:nvGrpSpPr>
        <p:grpSpPr>
          <a:xfrm>
            <a:off x="5955160" y="4808333"/>
            <a:ext cx="264960" cy="300960"/>
            <a:chOff x="5955160" y="4808333"/>
            <a:chExt cx="26496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86CC265-F782-9FB9-5417-A8F5B4BB0022}"/>
                    </a:ext>
                  </a:extLst>
                </p14:cNvPr>
                <p14:cNvContentPartPr/>
                <p14:nvPr/>
              </p14:nvContentPartPr>
              <p14:xfrm>
                <a:off x="5955160" y="4945133"/>
                <a:ext cx="264960" cy="12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86CC265-F782-9FB9-5417-A8F5B4BB002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949040" y="4939013"/>
                  <a:ext cx="277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C66A8C3-23FB-C170-257C-BD39F521F164}"/>
                    </a:ext>
                  </a:extLst>
                </p14:cNvPr>
                <p14:cNvContentPartPr/>
                <p14:nvPr/>
              </p14:nvContentPartPr>
              <p14:xfrm>
                <a:off x="6116440" y="4808333"/>
                <a:ext cx="21240" cy="300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C66A8C3-23FB-C170-257C-BD39F521F1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10320" y="4802213"/>
                  <a:ext cx="33480" cy="31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82C0D2F-2C8C-4EAE-D5E6-EB3B1214686C}"/>
                  </a:ext>
                </a:extLst>
              </p14:cNvPr>
              <p14:cNvContentPartPr/>
              <p14:nvPr/>
            </p14:nvContentPartPr>
            <p14:xfrm>
              <a:off x="6781720" y="3443933"/>
              <a:ext cx="234720" cy="2710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82C0D2F-2C8C-4EAE-D5E6-EB3B1214686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775600" y="3437813"/>
                <a:ext cx="246960" cy="28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A46A02F-C107-B867-6E6F-5FF8A1342142}"/>
              </a:ext>
            </a:extLst>
          </p:cNvPr>
          <p:cNvGrpSpPr/>
          <p:nvPr/>
        </p:nvGrpSpPr>
        <p:grpSpPr>
          <a:xfrm>
            <a:off x="6513160" y="4397933"/>
            <a:ext cx="1076760" cy="592920"/>
            <a:chOff x="6513160" y="4397933"/>
            <a:chExt cx="1076760" cy="5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D50FC44-2E63-21A9-3CD8-ABBC8E2690F1}"/>
                    </a:ext>
                  </a:extLst>
                </p14:cNvPr>
                <p14:cNvContentPartPr/>
                <p14:nvPr/>
              </p14:nvContentPartPr>
              <p14:xfrm>
                <a:off x="6513160" y="4719053"/>
                <a:ext cx="255600" cy="271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D50FC44-2E63-21A9-3CD8-ABBC8E2690F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07040" y="4712933"/>
                  <a:ext cx="267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56C7FFB-9E97-A4B7-1AD3-70CA29925A7E}"/>
                    </a:ext>
                  </a:extLst>
                </p14:cNvPr>
                <p14:cNvContentPartPr/>
                <p14:nvPr/>
              </p14:nvContentPartPr>
              <p14:xfrm>
                <a:off x="6939400" y="4772693"/>
                <a:ext cx="15480" cy="18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56C7FFB-9E97-A4B7-1AD3-70CA29925A7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933280" y="4766573"/>
                  <a:ext cx="27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B9E1FFC-F263-528E-E6FC-AB2911BD34D0}"/>
                    </a:ext>
                  </a:extLst>
                </p14:cNvPr>
                <p14:cNvContentPartPr/>
                <p14:nvPr/>
              </p14:nvContentPartPr>
              <p14:xfrm>
                <a:off x="7085560" y="4539413"/>
                <a:ext cx="287280" cy="394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B9E1FFC-F263-528E-E6FC-AB2911BD34D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079440" y="4533293"/>
                  <a:ext cx="2995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CACB7C4-5CAB-FCAE-D27E-DF596885D3D6}"/>
                    </a:ext>
                  </a:extLst>
                </p14:cNvPr>
                <p14:cNvContentPartPr/>
                <p14:nvPr/>
              </p14:nvContentPartPr>
              <p14:xfrm>
                <a:off x="7470400" y="4783853"/>
                <a:ext cx="20520" cy="170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CACB7C4-5CAB-FCAE-D27E-DF596885D3D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464280" y="4777733"/>
                  <a:ext cx="32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C47C843-7A4A-6155-35BA-3FA4BB3FB9E2}"/>
                    </a:ext>
                  </a:extLst>
                </p14:cNvPr>
                <p14:cNvContentPartPr/>
                <p14:nvPr/>
              </p14:nvContentPartPr>
              <p14:xfrm>
                <a:off x="7578040" y="4397933"/>
                <a:ext cx="11880" cy="141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C47C843-7A4A-6155-35BA-3FA4BB3FB9E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571920" y="4391813"/>
                  <a:ext cx="24120" cy="15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3F20913E-A77B-0E91-71BA-C8CC8403D894}"/>
                  </a:ext>
                </a:extLst>
              </p14:cNvPr>
              <p14:cNvContentPartPr/>
              <p14:nvPr/>
            </p14:nvContentPartPr>
            <p14:xfrm>
              <a:off x="4184680" y="5603573"/>
              <a:ext cx="396720" cy="3153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3F20913E-A77B-0E91-71BA-C8CC8403D89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178560" y="5597453"/>
                <a:ext cx="40896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4457BDCF-8577-FD3C-C523-A94D41D3BACB}"/>
                  </a:ext>
                </a:extLst>
              </p14:cNvPr>
              <p14:cNvContentPartPr/>
              <p14:nvPr/>
            </p14:nvContentPartPr>
            <p14:xfrm>
              <a:off x="4601200" y="5491973"/>
              <a:ext cx="167760" cy="4572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4457BDCF-8577-FD3C-C523-A94D41D3BAC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595080" y="5485853"/>
                <a:ext cx="18000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9479E708-C37E-0E19-A570-B7CB18027B54}"/>
                  </a:ext>
                </a:extLst>
              </p14:cNvPr>
              <p14:cNvContentPartPr/>
              <p14:nvPr/>
            </p14:nvContentPartPr>
            <p14:xfrm>
              <a:off x="4825120" y="5527253"/>
              <a:ext cx="147240" cy="2952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9479E708-C37E-0E19-A570-B7CB18027B5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819000" y="5521133"/>
                <a:ext cx="1594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0661A3FD-15BB-F150-3EA1-ABED36B791A9}"/>
                  </a:ext>
                </a:extLst>
              </p14:cNvPr>
              <p14:cNvContentPartPr/>
              <p14:nvPr/>
            </p14:nvContentPartPr>
            <p14:xfrm>
              <a:off x="4973080" y="5576573"/>
              <a:ext cx="172800" cy="1764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0661A3FD-15BB-F150-3EA1-ABED36B791A9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966960" y="5570453"/>
                <a:ext cx="185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BFC4A89-4B4B-FD5A-355B-2B6635D6B9A2}"/>
                  </a:ext>
                </a:extLst>
              </p14:cNvPr>
              <p14:cNvContentPartPr/>
              <p14:nvPr/>
            </p14:nvContentPartPr>
            <p14:xfrm>
              <a:off x="4987480" y="5556413"/>
              <a:ext cx="142920" cy="2077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BFC4A89-4B4B-FD5A-355B-2B6635D6B9A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981360" y="5550293"/>
                <a:ext cx="1551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6389264-ECF0-7643-53DA-494A36634F4B}"/>
                  </a:ext>
                </a:extLst>
              </p14:cNvPr>
              <p14:cNvContentPartPr/>
              <p14:nvPr/>
            </p14:nvContentPartPr>
            <p14:xfrm>
              <a:off x="5146240" y="5507453"/>
              <a:ext cx="103680" cy="3189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6389264-ECF0-7643-53DA-494A36634F4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140120" y="5501333"/>
                <a:ext cx="1159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81BE4134-B34C-70E9-9004-3CE4410B7D4F}"/>
                  </a:ext>
                </a:extLst>
              </p14:cNvPr>
              <p14:cNvContentPartPr/>
              <p14:nvPr/>
            </p14:nvContentPartPr>
            <p14:xfrm>
              <a:off x="4653400" y="5596733"/>
              <a:ext cx="171000" cy="111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81BE4134-B34C-70E9-9004-3CE4410B7D4F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647280" y="5590613"/>
                <a:ext cx="1832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AA93FEA8-F4D6-7CC6-9615-B85117CDE22B}"/>
                  </a:ext>
                </a:extLst>
              </p14:cNvPr>
              <p14:cNvContentPartPr/>
              <p14:nvPr/>
            </p14:nvContentPartPr>
            <p14:xfrm>
              <a:off x="4019800" y="5891213"/>
              <a:ext cx="1474200" cy="1209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AA93FEA8-F4D6-7CC6-9615-B85117CDE22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013680" y="5885093"/>
                <a:ext cx="14864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689CDA1-6FCE-2DF4-0D4A-A9F63F8F78F6}"/>
                  </a:ext>
                </a:extLst>
              </p14:cNvPr>
              <p14:cNvContentPartPr/>
              <p14:nvPr/>
            </p14:nvContentPartPr>
            <p14:xfrm>
              <a:off x="4261720" y="6059333"/>
              <a:ext cx="583560" cy="4579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689CDA1-6FCE-2DF4-0D4A-A9F63F8F78F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255600" y="6053213"/>
                <a:ext cx="59580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106DEC9-E5E3-ACC9-2413-F4D2451A58B7}"/>
                  </a:ext>
                </a:extLst>
              </p14:cNvPr>
              <p14:cNvContentPartPr/>
              <p14:nvPr/>
            </p14:nvContentPartPr>
            <p14:xfrm>
              <a:off x="4943560" y="6105413"/>
              <a:ext cx="355320" cy="3506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106DEC9-E5E3-ACC9-2413-F4D2451A58B7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937440" y="6099293"/>
                <a:ext cx="36756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98B3569-9E82-B1A0-5C0E-739A7270BAFA}"/>
                  </a:ext>
                </a:extLst>
              </p14:cNvPr>
              <p14:cNvContentPartPr/>
              <p14:nvPr/>
            </p14:nvContentPartPr>
            <p14:xfrm>
              <a:off x="5348560" y="6257333"/>
              <a:ext cx="171000" cy="1800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98B3569-9E82-B1A0-5C0E-739A7270BAFA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342440" y="6251213"/>
                <a:ext cx="1832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6AE82AE-FD43-9786-52C3-EEA804090191}"/>
                  </a:ext>
                </a:extLst>
              </p14:cNvPr>
              <p14:cNvContentPartPr/>
              <p14:nvPr/>
            </p14:nvContentPartPr>
            <p14:xfrm>
              <a:off x="5116720" y="6481973"/>
              <a:ext cx="403560" cy="637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6AE82AE-FD43-9786-52C3-EEA804090191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110600" y="6475853"/>
                <a:ext cx="41580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C77BD5E-B11B-B83B-D84E-2AEC2B2F28A8}"/>
              </a:ext>
            </a:extLst>
          </p:cNvPr>
          <p:cNvGrpSpPr/>
          <p:nvPr/>
        </p:nvGrpSpPr>
        <p:grpSpPr>
          <a:xfrm>
            <a:off x="3528760" y="3295973"/>
            <a:ext cx="1207080" cy="1225440"/>
            <a:chOff x="3528760" y="3295973"/>
            <a:chExt cx="1207080" cy="12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C306E4C-A13D-0709-8772-7398DEB35949}"/>
                    </a:ext>
                  </a:extLst>
                </p14:cNvPr>
                <p14:cNvContentPartPr/>
                <p14:nvPr/>
              </p14:nvContentPartPr>
              <p14:xfrm>
                <a:off x="3528760" y="3295973"/>
                <a:ext cx="1199880" cy="1059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C306E4C-A13D-0709-8772-7398DEB3594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522640" y="3289853"/>
                  <a:ext cx="1212120" cy="10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174390E-3C8F-9C27-CD7B-7D787AD0A733}"/>
                    </a:ext>
                  </a:extLst>
                </p14:cNvPr>
                <p14:cNvContentPartPr/>
                <p14:nvPr/>
              </p14:nvContentPartPr>
              <p14:xfrm>
                <a:off x="4469440" y="4321973"/>
                <a:ext cx="109080" cy="60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174390E-3C8F-9C27-CD7B-7D787AD0A73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463320" y="4315853"/>
                  <a:ext cx="121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0131A63-C498-F86C-2C19-7EB371B71AE6}"/>
                    </a:ext>
                  </a:extLst>
                </p14:cNvPr>
                <p14:cNvContentPartPr/>
                <p14:nvPr/>
              </p14:nvContentPartPr>
              <p14:xfrm>
                <a:off x="4478440" y="4437893"/>
                <a:ext cx="76680" cy="59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0131A63-C498-F86C-2C19-7EB371B71AE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472320" y="4431773"/>
                  <a:ext cx="88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BF71E22-A7DA-24E3-DD71-411AFEBE3174}"/>
                    </a:ext>
                  </a:extLst>
                </p14:cNvPr>
                <p14:cNvContentPartPr/>
                <p14:nvPr/>
              </p14:nvContentPartPr>
              <p14:xfrm>
                <a:off x="4636120" y="4350773"/>
                <a:ext cx="99720" cy="170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BF71E22-A7DA-24E3-DD71-411AFEBE317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30000" y="4344653"/>
                  <a:ext cx="1119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F7E7104-055A-E7C4-5B0C-502CD5BC0A21}"/>
              </a:ext>
            </a:extLst>
          </p:cNvPr>
          <p:cNvGrpSpPr/>
          <p:nvPr/>
        </p:nvGrpSpPr>
        <p:grpSpPr>
          <a:xfrm>
            <a:off x="6328120" y="3380213"/>
            <a:ext cx="1249200" cy="844920"/>
            <a:chOff x="6328120" y="3380213"/>
            <a:chExt cx="1249200" cy="84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430E503-A3C7-C112-DA23-46DF6683F265}"/>
                    </a:ext>
                  </a:extLst>
                </p14:cNvPr>
                <p14:cNvContentPartPr/>
                <p14:nvPr/>
              </p14:nvContentPartPr>
              <p14:xfrm>
                <a:off x="6328120" y="3380213"/>
                <a:ext cx="848520" cy="844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430E503-A3C7-C112-DA23-46DF6683F26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322000" y="3374093"/>
                  <a:ext cx="86076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005BB13-8DBF-187D-F3CB-C43719D0FE09}"/>
                    </a:ext>
                  </a:extLst>
                </p14:cNvPr>
                <p14:cNvContentPartPr/>
                <p14:nvPr/>
              </p14:nvContentPartPr>
              <p14:xfrm>
                <a:off x="7231720" y="3851093"/>
                <a:ext cx="105120" cy="5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005BB13-8DBF-187D-F3CB-C43719D0FE0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225600" y="3844973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59F9D10-BDDC-7A83-815F-7DA04D413D4D}"/>
                    </a:ext>
                  </a:extLst>
                </p14:cNvPr>
                <p14:cNvContentPartPr/>
                <p14:nvPr/>
              </p14:nvContentPartPr>
              <p14:xfrm>
                <a:off x="7238560" y="3919493"/>
                <a:ext cx="117000" cy="6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59F9D10-BDDC-7A83-815F-7DA04D413D4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32440" y="3913373"/>
                  <a:ext cx="129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9BEA2ED-C84B-7783-1DFC-6CD428D4D2DC}"/>
                    </a:ext>
                  </a:extLst>
                </p14:cNvPr>
                <p14:cNvContentPartPr/>
                <p14:nvPr/>
              </p14:nvContentPartPr>
              <p14:xfrm>
                <a:off x="7415320" y="3794933"/>
                <a:ext cx="162000" cy="193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9BEA2ED-C84B-7783-1DFC-6CD428D4D2D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409200" y="3788813"/>
                  <a:ext cx="174240" cy="20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8F2E94E6-526D-D21C-8A42-E0519826557F}"/>
                  </a:ext>
                </a:extLst>
              </p14:cNvPr>
              <p14:cNvContentPartPr/>
              <p14:nvPr/>
            </p14:nvContentPartPr>
            <p14:xfrm>
              <a:off x="5846440" y="3497933"/>
              <a:ext cx="19440" cy="1353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8F2E94E6-526D-D21C-8A42-E0519826557F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840320" y="3491813"/>
                <a:ext cx="3168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A7A61C-02DE-6071-FB14-5E0686B2CC03}"/>
              </a:ext>
            </a:extLst>
          </p:cNvPr>
          <p:cNvGrpSpPr/>
          <p:nvPr/>
        </p:nvGrpSpPr>
        <p:grpSpPr>
          <a:xfrm>
            <a:off x="5737000" y="5677013"/>
            <a:ext cx="813960" cy="361800"/>
            <a:chOff x="5737000" y="5677013"/>
            <a:chExt cx="81396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C351DD2-52F8-3B55-A29C-666E6D155BDA}"/>
                    </a:ext>
                  </a:extLst>
                </p14:cNvPr>
                <p14:cNvContentPartPr/>
                <p14:nvPr/>
              </p14:nvContentPartPr>
              <p14:xfrm>
                <a:off x="5737000" y="5859893"/>
                <a:ext cx="165240" cy="24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C351DD2-52F8-3B55-A29C-666E6D155BD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730880" y="5853773"/>
                  <a:ext cx="177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E9E37D6-A703-3B18-7708-A2E307E84341}"/>
                    </a:ext>
                  </a:extLst>
                </p14:cNvPr>
                <p14:cNvContentPartPr/>
                <p14:nvPr/>
              </p14:nvContentPartPr>
              <p14:xfrm>
                <a:off x="5757160" y="5991293"/>
                <a:ext cx="148680" cy="14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E9E37D6-A703-3B18-7708-A2E307E8434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751040" y="5985173"/>
                  <a:ext cx="160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1E7E623-943A-CE04-4527-985BC171EBD2}"/>
                    </a:ext>
                  </a:extLst>
                </p14:cNvPr>
                <p14:cNvContentPartPr/>
                <p14:nvPr/>
              </p14:nvContentPartPr>
              <p14:xfrm>
                <a:off x="6067480" y="5723813"/>
                <a:ext cx="257040" cy="315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1E7E623-943A-CE04-4527-985BC171EBD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061360" y="5717693"/>
                  <a:ext cx="2692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0AE6253-A378-F4CB-465B-1794E998196A}"/>
                    </a:ext>
                  </a:extLst>
                </p14:cNvPr>
                <p14:cNvContentPartPr/>
                <p14:nvPr/>
              </p14:nvContentPartPr>
              <p14:xfrm>
                <a:off x="6381760" y="5806253"/>
                <a:ext cx="22680" cy="19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0AE6253-A378-F4CB-465B-1794E998196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375640" y="5800133"/>
                  <a:ext cx="34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C3898CD-7E70-2829-77EE-5C462A380F2A}"/>
                    </a:ext>
                  </a:extLst>
                </p14:cNvPr>
                <p14:cNvContentPartPr/>
                <p14:nvPr/>
              </p14:nvContentPartPr>
              <p14:xfrm>
                <a:off x="6526120" y="5677013"/>
                <a:ext cx="24840" cy="335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C3898CD-7E70-2829-77EE-5C462A380F2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520000" y="5670893"/>
                  <a:ext cx="3708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4CFE98EB-1D14-96F3-DA0F-CCE472E54FCE}"/>
              </a:ext>
            </a:extLst>
          </p:cNvPr>
          <p:cNvGrpSpPr/>
          <p:nvPr/>
        </p:nvGrpSpPr>
        <p:grpSpPr>
          <a:xfrm>
            <a:off x="6885040" y="5205773"/>
            <a:ext cx="729720" cy="717480"/>
            <a:chOff x="6885040" y="5205773"/>
            <a:chExt cx="72972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EBA3B03-7719-1EDA-5D21-A86723FF759D}"/>
                    </a:ext>
                  </a:extLst>
                </p14:cNvPr>
                <p14:cNvContentPartPr/>
                <p14:nvPr/>
              </p14:nvContentPartPr>
              <p14:xfrm>
                <a:off x="6885040" y="5478293"/>
                <a:ext cx="259560" cy="403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EBA3B03-7719-1EDA-5D21-A86723FF759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78920" y="5472173"/>
                  <a:ext cx="2718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F64B9CF-5C0B-42DF-7322-A66E5E994E35}"/>
                    </a:ext>
                  </a:extLst>
                </p14:cNvPr>
                <p14:cNvContentPartPr/>
                <p14:nvPr/>
              </p14:nvContentPartPr>
              <p14:xfrm>
                <a:off x="7184560" y="5753693"/>
                <a:ext cx="230760" cy="169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F64B9CF-5C0B-42DF-7322-A66E5E994E3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178440" y="5747573"/>
                  <a:ext cx="243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2B8DDE2-C9B9-C1EA-77F2-3F2634AB4B61}"/>
                    </a:ext>
                  </a:extLst>
                </p14:cNvPr>
                <p14:cNvContentPartPr/>
                <p14:nvPr/>
              </p14:nvContentPartPr>
              <p14:xfrm>
                <a:off x="7333240" y="5274893"/>
                <a:ext cx="27000" cy="150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2B8DDE2-C9B9-C1EA-77F2-3F2634AB4B6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327120" y="5268773"/>
                  <a:ext cx="39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C9262DF-69FD-A102-E5EC-32108B0F544E}"/>
                    </a:ext>
                  </a:extLst>
                </p14:cNvPr>
                <p14:cNvContentPartPr/>
                <p14:nvPr/>
              </p14:nvContentPartPr>
              <p14:xfrm>
                <a:off x="7441240" y="5288573"/>
                <a:ext cx="121680" cy="28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C9262DF-69FD-A102-E5EC-32108B0F544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435120" y="5282453"/>
                  <a:ext cx="133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AB81AA5-D9EF-579A-50EC-732E4FB82F39}"/>
                    </a:ext>
                  </a:extLst>
                </p14:cNvPr>
                <p14:cNvContentPartPr/>
                <p14:nvPr/>
              </p14:nvContentPartPr>
              <p14:xfrm>
                <a:off x="7608280" y="5205773"/>
                <a:ext cx="6480" cy="256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AB81AA5-D9EF-579A-50EC-732E4FB82F3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02160" y="5199653"/>
                  <a:ext cx="1872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F736C433-FEE0-4A10-DE6E-9DCDB3D9F3DF}"/>
              </a:ext>
            </a:extLst>
          </p:cNvPr>
          <p:cNvGrpSpPr/>
          <p:nvPr/>
        </p:nvGrpSpPr>
        <p:grpSpPr>
          <a:xfrm>
            <a:off x="7868200" y="5451653"/>
            <a:ext cx="1239120" cy="403920"/>
            <a:chOff x="7868200" y="5451653"/>
            <a:chExt cx="123912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ADAF7F2-A28A-3133-D847-B8990E2FA7D5}"/>
                    </a:ext>
                  </a:extLst>
                </p14:cNvPr>
                <p14:cNvContentPartPr/>
                <p14:nvPr/>
              </p14:nvContentPartPr>
              <p14:xfrm>
                <a:off x="7868200" y="5560733"/>
                <a:ext cx="183960" cy="90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ADAF7F2-A28A-3133-D847-B8990E2FA7D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862080" y="5554613"/>
                  <a:ext cx="196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50E81FA-A207-DF9E-1463-951879873BFE}"/>
                    </a:ext>
                  </a:extLst>
                </p14:cNvPr>
                <p14:cNvContentPartPr/>
                <p14:nvPr/>
              </p14:nvContentPartPr>
              <p14:xfrm>
                <a:off x="7935520" y="5765933"/>
                <a:ext cx="219240" cy="20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50E81FA-A207-DF9E-1463-951879873B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29400" y="5759813"/>
                  <a:ext cx="231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9B5C570-C49F-6C74-4336-9301143612F2}"/>
                    </a:ext>
                  </a:extLst>
                </p14:cNvPr>
                <p14:cNvContentPartPr/>
                <p14:nvPr/>
              </p14:nvContentPartPr>
              <p14:xfrm>
                <a:off x="8340160" y="5536253"/>
                <a:ext cx="334800" cy="319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9B5C570-C49F-6C74-4336-9301143612F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334040" y="5530133"/>
                  <a:ext cx="3470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56320B0-1730-1085-9FF8-C88672998958}"/>
                    </a:ext>
                  </a:extLst>
                </p14:cNvPr>
                <p14:cNvContentPartPr/>
                <p14:nvPr/>
              </p14:nvContentPartPr>
              <p14:xfrm>
                <a:off x="8732200" y="5596373"/>
                <a:ext cx="23760" cy="15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56320B0-1730-1085-9FF8-C8867299895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26080" y="5590253"/>
                  <a:ext cx="36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6444F03-D3CC-ED3E-6341-32405E8C4459}"/>
                    </a:ext>
                  </a:extLst>
                </p14:cNvPr>
                <p14:cNvContentPartPr/>
                <p14:nvPr/>
              </p14:nvContentPartPr>
              <p14:xfrm>
                <a:off x="8892760" y="5451653"/>
                <a:ext cx="38880" cy="372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6444F03-D3CC-ED3E-6341-32405E8C445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886640" y="5445533"/>
                  <a:ext cx="511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A133BA5-EB19-AC47-86AC-170BBD65CAEF}"/>
                    </a:ext>
                  </a:extLst>
                </p14:cNvPr>
                <p14:cNvContentPartPr/>
                <p14:nvPr/>
              </p14:nvContentPartPr>
              <p14:xfrm>
                <a:off x="9034600" y="5596373"/>
                <a:ext cx="72360" cy="57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A133BA5-EB19-AC47-86AC-170BBD65CAE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028480" y="5590253"/>
                  <a:ext cx="84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0AE970D-918A-6E2F-66A7-C586A48895C1}"/>
                    </a:ext>
                  </a:extLst>
                </p14:cNvPr>
                <p14:cNvContentPartPr/>
                <p14:nvPr/>
              </p14:nvContentPartPr>
              <p14:xfrm>
                <a:off x="9098680" y="5552093"/>
                <a:ext cx="8640" cy="8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0AE970D-918A-6E2F-66A7-C586A48895C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92560" y="5545973"/>
                  <a:ext cx="2088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0A9F1F2-07C6-53C5-26D3-6E5FFF1B39E4}"/>
                  </a:ext>
                </a:extLst>
              </p14:cNvPr>
              <p14:cNvContentPartPr/>
              <p14:nvPr/>
            </p14:nvContentPartPr>
            <p14:xfrm>
              <a:off x="9353560" y="5386853"/>
              <a:ext cx="26280" cy="3826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0A9F1F2-07C6-53C5-26D3-6E5FFF1B39E4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347440" y="5380733"/>
                <a:ext cx="38520" cy="39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4FEC813-1008-B1FA-1705-036D1B5FA30C}"/>
              </a:ext>
            </a:extLst>
          </p:cNvPr>
          <p:cNvGrpSpPr/>
          <p:nvPr/>
        </p:nvGrpSpPr>
        <p:grpSpPr>
          <a:xfrm>
            <a:off x="9655240" y="5455973"/>
            <a:ext cx="705600" cy="297360"/>
            <a:chOff x="9655240" y="5455973"/>
            <a:chExt cx="70560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AB4D75D-F82D-29DA-2A13-7C37B97AEB8E}"/>
                    </a:ext>
                  </a:extLst>
                </p14:cNvPr>
                <p14:cNvContentPartPr/>
                <p14:nvPr/>
              </p14:nvContentPartPr>
              <p14:xfrm>
                <a:off x="9655240" y="5530133"/>
                <a:ext cx="266400" cy="26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AB4D75D-F82D-29DA-2A13-7C37B97AEB8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49120" y="5524013"/>
                  <a:ext cx="278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9E55210-7B73-C419-868A-73EA6D051776}"/>
                    </a:ext>
                  </a:extLst>
                </p14:cNvPr>
                <p14:cNvContentPartPr/>
                <p14:nvPr/>
              </p14:nvContentPartPr>
              <p14:xfrm>
                <a:off x="9704200" y="5673053"/>
                <a:ext cx="185400" cy="23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9E55210-7B73-C419-868A-73EA6D05177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698080" y="5666933"/>
                  <a:ext cx="197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B0BF09B-2A7B-90B3-D2D6-FE5D3E1BC8C6}"/>
                    </a:ext>
                  </a:extLst>
                </p14:cNvPr>
                <p14:cNvContentPartPr/>
                <p14:nvPr/>
              </p14:nvContentPartPr>
              <p14:xfrm>
                <a:off x="10104520" y="5455973"/>
                <a:ext cx="256320" cy="297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B0BF09B-2A7B-90B3-D2D6-FE5D3E1BC8C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98400" y="5449853"/>
                  <a:ext cx="268560" cy="30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7592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E0D3C9-0CBD-51B8-8481-4888412FE222}"/>
              </a:ext>
            </a:extLst>
          </p:cNvPr>
          <p:cNvGrpSpPr/>
          <p:nvPr/>
        </p:nvGrpSpPr>
        <p:grpSpPr>
          <a:xfrm>
            <a:off x="692681" y="631295"/>
            <a:ext cx="5106527" cy="2740966"/>
            <a:chOff x="692681" y="631295"/>
            <a:chExt cx="5106527" cy="274096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00A80227-8681-AC5C-B965-9956504AF110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B3A51B7A-FC7B-5FD6-52B6-E77C63F550DC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480F2E-2ABA-D61C-CC1A-FF17722C3A0B}"/>
                </a:ext>
              </a:extLst>
            </p:cNvPr>
            <p:cNvCxnSpPr>
              <a:cxnSpLocks/>
              <a:stCxn id="3" idx="6"/>
              <a:endCxn id="7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102A884-A5EB-58F0-A018-81C2E685C559}"/>
                </a:ext>
              </a:extLst>
            </p:cNvPr>
            <p:cNvCxnSpPr>
              <a:cxnSpLocks/>
              <a:stCxn id="3" idx="6"/>
              <a:endCxn id="8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BAC27B7A-1DF5-086A-12F7-32672574B1CA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DB09D4E4-4A8F-2EF3-EC7A-37A157F5CB15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5D68B4C-DCD2-4C83-446C-FB6C3D328066}"/>
                </a:ext>
              </a:extLst>
            </p:cNvPr>
            <p:cNvCxnSpPr>
              <a:cxnSpLocks/>
              <a:stCxn id="8" idx="6"/>
              <a:endCxn id="4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C64BBA-D442-7D5A-4C84-D4969D88036D}"/>
                </a:ext>
              </a:extLst>
            </p:cNvPr>
            <p:cNvCxnSpPr>
              <a:cxnSpLocks/>
              <a:stCxn id="7" idx="6"/>
              <a:endCxn id="4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E77719-6E67-56D6-D104-6DACF382BE68}"/>
                </a:ext>
              </a:extLst>
            </p:cNvPr>
            <p:cNvSpPr txBox="1"/>
            <p:nvPr/>
          </p:nvSpPr>
          <p:spPr>
            <a:xfrm>
              <a:off x="1757954" y="10481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A0688D-8906-C091-860E-1A6D8EBD3689}"/>
                </a:ext>
              </a:extLst>
            </p:cNvPr>
            <p:cNvSpPr txBox="1"/>
            <p:nvPr/>
          </p:nvSpPr>
          <p:spPr>
            <a:xfrm rot="2700000">
              <a:off x="1706345" y="241379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350E2A-8BA4-C6FD-A2B2-DE669151D22C}"/>
                </a:ext>
              </a:extLst>
            </p:cNvPr>
            <p:cNvSpPr txBox="1"/>
            <p:nvPr/>
          </p:nvSpPr>
          <p:spPr>
            <a:xfrm rot="2700000">
              <a:off x="4056167" y="12880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80184B-5E8A-436E-A624-24F80497C2B6}"/>
                </a:ext>
              </a:extLst>
            </p:cNvPr>
            <p:cNvSpPr txBox="1"/>
            <p:nvPr/>
          </p:nvSpPr>
          <p:spPr>
            <a:xfrm rot="18940069">
              <a:off x="3598755" y="1838879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57E47CE-AFE6-6B0A-D7ED-8F85C9ADD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34859"/>
              </p:ext>
            </p:extLst>
          </p:nvPr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E2A3E605-1E6E-8804-072C-FBF096514BFF}"/>
              </a:ext>
            </a:extLst>
          </p:cNvPr>
          <p:cNvGrpSpPr/>
          <p:nvPr/>
        </p:nvGrpSpPr>
        <p:grpSpPr>
          <a:xfrm>
            <a:off x="9594760" y="4942973"/>
            <a:ext cx="511560" cy="1179720"/>
            <a:chOff x="9594760" y="4942973"/>
            <a:chExt cx="511560" cy="11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5E8687-F905-97C1-8968-A6BDA400A9FA}"/>
                    </a:ext>
                  </a:extLst>
                </p14:cNvPr>
                <p14:cNvContentPartPr/>
                <p14:nvPr/>
              </p14:nvContentPartPr>
              <p14:xfrm>
                <a:off x="9594760" y="4942973"/>
                <a:ext cx="389880" cy="424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5E8687-F905-97C1-8968-A6BDA400A9F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88640" y="4936853"/>
                  <a:ext cx="4021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FA70A5-DFCE-1874-8140-02ADB42F9209}"/>
                    </a:ext>
                  </a:extLst>
                </p14:cNvPr>
                <p14:cNvContentPartPr/>
                <p14:nvPr/>
              </p14:nvContentPartPr>
              <p14:xfrm>
                <a:off x="9709600" y="5326733"/>
                <a:ext cx="342720" cy="386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FA70A5-DFCE-1874-8140-02ADB42F92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03480" y="5320613"/>
                  <a:ext cx="354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12D302F-A293-82D7-0E01-F274693B12DE}"/>
                    </a:ext>
                  </a:extLst>
                </p14:cNvPr>
                <p14:cNvContentPartPr/>
                <p14:nvPr/>
              </p14:nvContentPartPr>
              <p14:xfrm>
                <a:off x="9732280" y="5715893"/>
                <a:ext cx="374040" cy="406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12D302F-A293-82D7-0E01-F274693B12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26160" y="5709773"/>
                  <a:ext cx="386280" cy="41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E90EDAA-320B-C6E6-EBF6-103884BDF293}"/>
              </a:ext>
            </a:extLst>
          </p:cNvPr>
          <p:cNvGrpSpPr/>
          <p:nvPr/>
        </p:nvGrpSpPr>
        <p:grpSpPr>
          <a:xfrm>
            <a:off x="5228304" y="264773"/>
            <a:ext cx="6243480" cy="2808720"/>
            <a:chOff x="5926000" y="316613"/>
            <a:chExt cx="6243480" cy="28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108FEF4-F8ED-60A0-90F6-3B468164CD9C}"/>
                    </a:ext>
                  </a:extLst>
                </p14:cNvPr>
                <p14:cNvContentPartPr/>
                <p14:nvPr/>
              </p14:nvContentPartPr>
              <p14:xfrm>
                <a:off x="8946760" y="292445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108FEF4-F8ED-60A0-90F6-3B468164CD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40640" y="29183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97E0F01-7E10-8195-02F5-A8D849E4E130}"/>
                </a:ext>
              </a:extLst>
            </p:cNvPr>
            <p:cNvGrpSpPr/>
            <p:nvPr/>
          </p:nvGrpSpPr>
          <p:grpSpPr>
            <a:xfrm>
              <a:off x="7110760" y="357293"/>
              <a:ext cx="944280" cy="366840"/>
              <a:chOff x="7110760" y="357293"/>
              <a:chExt cx="944280" cy="366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21D184C1-FEB8-BBD9-E560-F518DD2D9E82}"/>
                      </a:ext>
                    </a:extLst>
                  </p14:cNvPr>
                  <p14:cNvContentPartPr/>
                  <p14:nvPr/>
                </p14:nvContentPartPr>
                <p14:xfrm>
                  <a:off x="7110760" y="362333"/>
                  <a:ext cx="191880" cy="25236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21D184C1-FEB8-BBD9-E560-F518DD2D9E82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104640" y="356213"/>
                    <a:ext cx="204120" cy="264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21A328C0-7701-AD9E-B426-44153280C706}"/>
                      </a:ext>
                    </a:extLst>
                  </p14:cNvPr>
                  <p14:cNvContentPartPr/>
                  <p14:nvPr/>
                </p14:nvContentPartPr>
                <p14:xfrm>
                  <a:off x="7344400" y="536933"/>
                  <a:ext cx="171000" cy="1872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21A328C0-7701-AD9E-B426-44153280C706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338280" y="530813"/>
                    <a:ext cx="183240" cy="19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C612507C-9764-C544-FB76-0D4A09DF91BF}"/>
                      </a:ext>
                    </a:extLst>
                  </p14:cNvPr>
                  <p14:cNvContentPartPr/>
                  <p14:nvPr/>
                </p14:nvContentPartPr>
                <p14:xfrm>
                  <a:off x="7663000" y="475373"/>
                  <a:ext cx="42840" cy="2376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C612507C-9764-C544-FB76-0D4A09DF91BF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656880" y="469253"/>
                    <a:ext cx="5508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F2FD08CF-7EB3-CD06-9EC3-021564494E85}"/>
                      </a:ext>
                    </a:extLst>
                  </p14:cNvPr>
                  <p14:cNvContentPartPr/>
                  <p14:nvPr/>
                </p14:nvContentPartPr>
                <p14:xfrm>
                  <a:off x="7802680" y="357293"/>
                  <a:ext cx="219240" cy="2858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F2FD08CF-7EB3-CD06-9EC3-021564494E85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7796560" y="351173"/>
                    <a:ext cx="231480" cy="29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CD6A24D6-A71C-BC87-0F39-3C9B0B63E983}"/>
                      </a:ext>
                    </a:extLst>
                  </p14:cNvPr>
                  <p14:cNvContentPartPr/>
                  <p14:nvPr/>
                </p14:nvContentPartPr>
                <p14:xfrm>
                  <a:off x="8049280" y="531173"/>
                  <a:ext cx="5760" cy="14184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CD6A24D6-A71C-BC87-0F39-3C9B0B63E983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043160" y="525053"/>
                    <a:ext cx="18000" cy="154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48C690D-D867-248C-884C-8B8A4317193F}"/>
                </a:ext>
              </a:extLst>
            </p:cNvPr>
            <p:cNvGrpSpPr/>
            <p:nvPr/>
          </p:nvGrpSpPr>
          <p:grpSpPr>
            <a:xfrm>
              <a:off x="8230000" y="379253"/>
              <a:ext cx="170280" cy="259920"/>
              <a:chOff x="8230000" y="379253"/>
              <a:chExt cx="170280" cy="259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ADD6E630-69E1-AFFB-B8C0-424EAA1DA564}"/>
                      </a:ext>
                    </a:extLst>
                  </p14:cNvPr>
                  <p14:cNvContentPartPr/>
                  <p14:nvPr/>
                </p14:nvContentPartPr>
                <p14:xfrm>
                  <a:off x="8230000" y="471773"/>
                  <a:ext cx="170280" cy="1512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ADD6E630-69E1-AFFB-B8C0-424EAA1DA564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223880" y="465653"/>
                    <a:ext cx="182520" cy="27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077A37C0-7170-0EDA-95EE-37301370FBC7}"/>
                      </a:ext>
                    </a:extLst>
                  </p14:cNvPr>
                  <p14:cNvContentPartPr/>
                  <p14:nvPr/>
                </p14:nvContentPartPr>
                <p14:xfrm>
                  <a:off x="8313160" y="379253"/>
                  <a:ext cx="18000" cy="25992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077A37C0-7170-0EDA-95EE-37301370FBC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307040" y="373133"/>
                    <a:ext cx="30240" cy="272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4CD1260-2FE9-359C-E085-5F48C7178D4B}"/>
                </a:ext>
              </a:extLst>
            </p:cNvPr>
            <p:cNvGrpSpPr/>
            <p:nvPr/>
          </p:nvGrpSpPr>
          <p:grpSpPr>
            <a:xfrm>
              <a:off x="8698000" y="321653"/>
              <a:ext cx="1277640" cy="385200"/>
              <a:chOff x="8698000" y="321653"/>
              <a:chExt cx="1277640" cy="385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86F0D608-A9EF-0D51-00A9-0281C1577BB3}"/>
                      </a:ext>
                    </a:extLst>
                  </p14:cNvPr>
                  <p14:cNvContentPartPr/>
                  <p14:nvPr/>
                </p14:nvContentPartPr>
                <p14:xfrm>
                  <a:off x="8698000" y="321653"/>
                  <a:ext cx="257760" cy="28980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86F0D608-A9EF-0D51-00A9-0281C1577BB3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8691880" y="315533"/>
                    <a:ext cx="270000" cy="302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A8CD9F35-8075-6B23-0E9B-F919F1B90D91}"/>
                      </a:ext>
                    </a:extLst>
                  </p14:cNvPr>
                  <p14:cNvContentPartPr/>
                  <p14:nvPr/>
                </p14:nvContentPartPr>
                <p14:xfrm>
                  <a:off x="8960800" y="530453"/>
                  <a:ext cx="120960" cy="8460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A8CD9F35-8075-6B23-0E9B-F919F1B90D91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8954680" y="524333"/>
                    <a:ext cx="133200" cy="9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BA5AF034-EB79-8830-7875-3D2731E1FEC7}"/>
                      </a:ext>
                    </a:extLst>
                  </p14:cNvPr>
                  <p14:cNvContentPartPr/>
                  <p14:nvPr/>
                </p14:nvContentPartPr>
                <p14:xfrm>
                  <a:off x="9108760" y="515333"/>
                  <a:ext cx="142560" cy="11952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BA5AF034-EB79-8830-7875-3D2731E1FEC7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9102640" y="509213"/>
                    <a:ext cx="154800" cy="13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414F0F56-31E7-B637-A47D-E03F2D5C2CD7}"/>
                      </a:ext>
                    </a:extLst>
                  </p14:cNvPr>
                  <p14:cNvContentPartPr/>
                  <p14:nvPr/>
                </p14:nvContentPartPr>
                <p14:xfrm>
                  <a:off x="9367240" y="455213"/>
                  <a:ext cx="11520" cy="241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414F0F56-31E7-B637-A47D-E03F2D5C2CD7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9361120" y="449093"/>
                    <a:ext cx="23760" cy="3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4B30FCC2-A954-4A08-FFFB-37C980C17712}"/>
                      </a:ext>
                    </a:extLst>
                  </p14:cNvPr>
                  <p14:cNvContentPartPr/>
                  <p14:nvPr/>
                </p14:nvContentPartPr>
                <p14:xfrm>
                  <a:off x="9530680" y="329573"/>
                  <a:ext cx="295560" cy="34740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4B30FCC2-A954-4A08-FFFB-37C980C17712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9524560" y="323453"/>
                    <a:ext cx="307800" cy="359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7230BD02-4690-77F3-2E68-48D13BCED8B7}"/>
                      </a:ext>
                    </a:extLst>
                  </p14:cNvPr>
                  <p14:cNvContentPartPr/>
                  <p14:nvPr/>
                </p14:nvContentPartPr>
                <p14:xfrm>
                  <a:off x="9841720" y="626573"/>
                  <a:ext cx="133920" cy="8028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7230BD02-4690-77F3-2E68-48D13BCED8B7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9835600" y="620453"/>
                    <a:ext cx="146160" cy="925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9483814-CECB-8B6B-8549-E5F8AB3761E3}"/>
                </a:ext>
              </a:extLst>
            </p:cNvPr>
            <p:cNvGrpSpPr/>
            <p:nvPr/>
          </p:nvGrpSpPr>
          <p:grpSpPr>
            <a:xfrm>
              <a:off x="6406960" y="1078013"/>
              <a:ext cx="661320" cy="356040"/>
              <a:chOff x="6406960" y="1078013"/>
              <a:chExt cx="661320" cy="356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6B45D91B-CB52-768E-0CF9-AFED758F2883}"/>
                      </a:ext>
                    </a:extLst>
                  </p14:cNvPr>
                  <p14:cNvContentPartPr/>
                  <p14:nvPr/>
                </p14:nvContentPartPr>
                <p14:xfrm>
                  <a:off x="6406960" y="1078013"/>
                  <a:ext cx="24840" cy="32652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6B45D91B-CB52-768E-0CF9-AFED758F2883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400840" y="1071893"/>
                    <a:ext cx="37080" cy="33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74EA2C54-7E1E-B419-97BA-CFB284226697}"/>
                      </a:ext>
                    </a:extLst>
                  </p14:cNvPr>
                  <p14:cNvContentPartPr/>
                  <p14:nvPr/>
                </p14:nvContentPartPr>
                <p14:xfrm>
                  <a:off x="6476440" y="1253693"/>
                  <a:ext cx="66240" cy="12924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74EA2C54-7E1E-B419-97BA-CFB284226697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470320" y="1247573"/>
                    <a:ext cx="78480" cy="141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80AF60B6-192E-17EA-6887-E48C720503A5}"/>
                      </a:ext>
                    </a:extLst>
                  </p14:cNvPr>
                  <p14:cNvContentPartPr/>
                  <p14:nvPr/>
                </p14:nvContentPartPr>
                <p14:xfrm>
                  <a:off x="6584440" y="1241093"/>
                  <a:ext cx="102600" cy="18000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80AF60B6-192E-17EA-6887-E48C720503A5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578320" y="1234973"/>
                    <a:ext cx="114840" cy="19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CD2A0CBC-7D06-06A5-242F-79BC6E017B6A}"/>
                      </a:ext>
                    </a:extLst>
                  </p14:cNvPr>
                  <p14:cNvContentPartPr/>
                  <p14:nvPr/>
                </p14:nvContentPartPr>
                <p14:xfrm>
                  <a:off x="6729160" y="1265573"/>
                  <a:ext cx="87840" cy="1684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CD2A0CBC-7D06-06A5-242F-79BC6E017B6A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6723040" y="1259453"/>
                    <a:ext cx="100080" cy="180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A2EBD116-2DC9-7447-D335-E0EAD5D6773B}"/>
                      </a:ext>
                    </a:extLst>
                  </p14:cNvPr>
                  <p14:cNvContentPartPr/>
                  <p14:nvPr/>
                </p14:nvContentPartPr>
                <p14:xfrm>
                  <a:off x="6959920" y="1269893"/>
                  <a:ext cx="108360" cy="756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A2EBD116-2DC9-7447-D335-E0EAD5D6773B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6953800" y="1263773"/>
                    <a:ext cx="12060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B6ADCCF3-1C77-A74D-9CE3-10766113EF21}"/>
                      </a:ext>
                    </a:extLst>
                  </p14:cNvPr>
                  <p14:cNvContentPartPr/>
                  <p14:nvPr/>
                </p14:nvContentPartPr>
                <p14:xfrm>
                  <a:off x="6971440" y="1345853"/>
                  <a:ext cx="88200" cy="46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B6ADCCF3-1C77-A74D-9CE3-10766113EF21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6965320" y="1339733"/>
                    <a:ext cx="100440" cy="16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7F1838F-BD14-B890-0F23-B20D58AAFD9B}"/>
                </a:ext>
              </a:extLst>
            </p:cNvPr>
            <p:cNvGrpSpPr/>
            <p:nvPr/>
          </p:nvGrpSpPr>
          <p:grpSpPr>
            <a:xfrm>
              <a:off x="6941920" y="1718813"/>
              <a:ext cx="131760" cy="80280"/>
              <a:chOff x="6941920" y="1718813"/>
              <a:chExt cx="131760" cy="80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0BE3B9B2-3473-3C69-180B-5776356D3D1E}"/>
                      </a:ext>
                    </a:extLst>
                  </p14:cNvPr>
                  <p14:cNvContentPartPr/>
                  <p14:nvPr/>
                </p14:nvContentPartPr>
                <p14:xfrm>
                  <a:off x="6941920" y="1718813"/>
                  <a:ext cx="126360" cy="2520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0BE3B9B2-3473-3C69-180B-5776356D3D1E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6935800" y="1712693"/>
                    <a:ext cx="138600" cy="3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3A23E78E-BEC7-2419-4985-181C45DB3C91}"/>
                      </a:ext>
                    </a:extLst>
                  </p14:cNvPr>
                  <p14:cNvContentPartPr/>
                  <p14:nvPr/>
                </p14:nvContentPartPr>
                <p14:xfrm>
                  <a:off x="6959920" y="1784693"/>
                  <a:ext cx="113760" cy="1440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3A23E78E-BEC7-2419-4985-181C45DB3C91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6953800" y="1778573"/>
                    <a:ext cx="126000" cy="26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A93B7305-C956-8636-E4D4-07C1A1A7B632}"/>
                </a:ext>
              </a:extLst>
            </p:cNvPr>
            <p:cNvGrpSpPr/>
            <p:nvPr/>
          </p:nvGrpSpPr>
          <p:grpSpPr>
            <a:xfrm>
              <a:off x="6901240" y="2310293"/>
              <a:ext cx="185760" cy="124200"/>
              <a:chOff x="6901240" y="2310293"/>
              <a:chExt cx="185760" cy="124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F877EF6C-8E0A-860D-5745-1AE96F22AE2D}"/>
                      </a:ext>
                    </a:extLst>
                  </p14:cNvPr>
                  <p14:cNvContentPartPr/>
                  <p14:nvPr/>
                </p14:nvContentPartPr>
                <p14:xfrm>
                  <a:off x="6901240" y="2310293"/>
                  <a:ext cx="171720" cy="1260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F877EF6C-8E0A-860D-5745-1AE96F22AE2D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6895120" y="2304173"/>
                    <a:ext cx="183960" cy="2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5AB11EFA-1FCE-6812-8E8F-86D8D8137D96}"/>
                      </a:ext>
                    </a:extLst>
                  </p14:cNvPr>
                  <p14:cNvContentPartPr/>
                  <p14:nvPr/>
                </p14:nvContentPartPr>
                <p14:xfrm>
                  <a:off x="6921760" y="2412893"/>
                  <a:ext cx="165240" cy="2160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5AB11EFA-1FCE-6812-8E8F-86D8D8137D96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6915640" y="2406773"/>
                    <a:ext cx="177480" cy="33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D6F19B39-F339-6D61-389F-F0C1CDF3B749}"/>
                </a:ext>
              </a:extLst>
            </p:cNvPr>
            <p:cNvGrpSpPr/>
            <p:nvPr/>
          </p:nvGrpSpPr>
          <p:grpSpPr>
            <a:xfrm>
              <a:off x="6405160" y="316613"/>
              <a:ext cx="504720" cy="524520"/>
              <a:chOff x="6405160" y="316613"/>
              <a:chExt cx="504720" cy="524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F601DB0D-D210-C304-C24F-2AD393265BB8}"/>
                      </a:ext>
                    </a:extLst>
                  </p14:cNvPr>
                  <p14:cNvContentPartPr/>
                  <p14:nvPr/>
                </p14:nvContentPartPr>
                <p14:xfrm>
                  <a:off x="6405160" y="316613"/>
                  <a:ext cx="207720" cy="4251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F601DB0D-D210-C304-C24F-2AD393265BB8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6399040" y="310493"/>
                    <a:ext cx="219960" cy="437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60078EE4-CC41-A978-EC65-3B06BA67BC33}"/>
                      </a:ext>
                    </a:extLst>
                  </p14:cNvPr>
                  <p14:cNvContentPartPr/>
                  <p14:nvPr/>
                </p14:nvContentPartPr>
                <p14:xfrm>
                  <a:off x="6752920" y="422093"/>
                  <a:ext cx="128520" cy="3204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60078EE4-CC41-A978-EC65-3B06BA67BC33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6746800" y="415973"/>
                    <a:ext cx="140760" cy="4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57FF18FB-797C-CE52-973E-8ED119097195}"/>
                      </a:ext>
                    </a:extLst>
                  </p14:cNvPr>
                  <p14:cNvContentPartPr/>
                  <p14:nvPr/>
                </p14:nvContentPartPr>
                <p14:xfrm>
                  <a:off x="6768760" y="511013"/>
                  <a:ext cx="141120" cy="2916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57FF18FB-797C-CE52-973E-8ED119097195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6762640" y="504893"/>
                    <a:ext cx="153360" cy="4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5687C906-6982-69CC-A508-A04E8AED83DB}"/>
                      </a:ext>
                    </a:extLst>
                  </p14:cNvPr>
                  <p14:cNvContentPartPr/>
                  <p14:nvPr/>
                </p14:nvContentPartPr>
                <p14:xfrm>
                  <a:off x="6705760" y="631613"/>
                  <a:ext cx="22680" cy="209520"/>
                </p14:xfrm>
              </p:contentPart>
            </mc:Choice>
            <mc:Fallback xmlns=""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5687C906-6982-69CC-A508-A04E8AED83DB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6699640" y="625493"/>
                    <a:ext cx="34920" cy="22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33360F34-1D67-2ED3-24FE-27CD6E41E5B3}"/>
                      </a:ext>
                    </a:extLst>
                  </p14:cNvPr>
                  <p14:cNvContentPartPr/>
                  <p14:nvPr/>
                </p14:nvContentPartPr>
                <p14:xfrm>
                  <a:off x="6705760" y="640253"/>
                  <a:ext cx="112320" cy="9756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33360F34-1D67-2ED3-24FE-27CD6E41E5B3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6699640" y="634133"/>
                    <a:ext cx="124560" cy="109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4F7E59D-AFFD-6164-BE8B-45458B5FBACB}"/>
                </a:ext>
              </a:extLst>
            </p:cNvPr>
            <p:cNvGrpSpPr/>
            <p:nvPr/>
          </p:nvGrpSpPr>
          <p:grpSpPr>
            <a:xfrm>
              <a:off x="7284640" y="919613"/>
              <a:ext cx="2597040" cy="1639800"/>
              <a:chOff x="7284640" y="919613"/>
              <a:chExt cx="2597040" cy="163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8961C3F4-05C3-1AC2-737E-20FCFFD7A6F4}"/>
                      </a:ext>
                    </a:extLst>
                  </p14:cNvPr>
                  <p14:cNvContentPartPr/>
                  <p14:nvPr/>
                </p14:nvContentPartPr>
                <p14:xfrm>
                  <a:off x="7366720" y="979733"/>
                  <a:ext cx="134640" cy="45216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8961C3F4-05C3-1AC2-737E-20FCFFD7A6F4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7360600" y="973613"/>
                    <a:ext cx="146880" cy="464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E2F3C83D-B1AD-FED6-41DC-E1F6FD54C5C4}"/>
                      </a:ext>
                    </a:extLst>
                  </p14:cNvPr>
                  <p14:cNvContentPartPr/>
                  <p14:nvPr/>
                </p14:nvContentPartPr>
                <p14:xfrm>
                  <a:off x="7710160" y="1047053"/>
                  <a:ext cx="144360" cy="37404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E2F3C83D-B1AD-FED6-41DC-E1F6FD54C5C4}"/>
                      </a:ext>
                    </a:extLst>
                  </p:cNvPr>
                  <p:cNvPicPr/>
                  <p:nvPr/>
                </p:nvPicPr>
                <p:blipFill>
                  <a:blip r:embed="rId69"/>
                  <a:stretch>
                    <a:fillRect/>
                  </a:stretch>
                </p:blipFill>
                <p:spPr>
                  <a:xfrm>
                    <a:off x="7704040" y="1040933"/>
                    <a:ext cx="156600" cy="38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799E804D-906B-8AF0-F6ED-D1DFE78EAC01}"/>
                      </a:ext>
                    </a:extLst>
                  </p14:cNvPr>
                  <p14:cNvContentPartPr/>
                  <p14:nvPr/>
                </p14:nvContentPartPr>
                <p14:xfrm>
                  <a:off x="7944520" y="1305893"/>
                  <a:ext cx="23040" cy="23220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799E804D-906B-8AF0-F6ED-D1DFE78EAC01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7938400" y="1299773"/>
                    <a:ext cx="35280" cy="244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61215FA5-B6C3-7574-A58A-5247371DE2D2}"/>
                      </a:ext>
                    </a:extLst>
                  </p14:cNvPr>
                  <p14:cNvContentPartPr/>
                  <p14:nvPr/>
                </p14:nvContentPartPr>
                <p14:xfrm>
                  <a:off x="7915360" y="1292573"/>
                  <a:ext cx="154080" cy="12132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61215FA5-B6C3-7574-A58A-5247371DE2D2}"/>
                      </a:ext>
                    </a:extLst>
                  </p:cNvPr>
                  <p:cNvPicPr/>
                  <p:nvPr/>
                </p:nvPicPr>
                <p:blipFill>
                  <a:blip r:embed="rId73"/>
                  <a:stretch>
                    <a:fillRect/>
                  </a:stretch>
                </p:blipFill>
                <p:spPr>
                  <a:xfrm>
                    <a:off x="7909240" y="1286453"/>
                    <a:ext cx="166320" cy="133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B62334F1-4502-7C82-F044-E3B7F9B5D325}"/>
                      </a:ext>
                    </a:extLst>
                  </p14:cNvPr>
                  <p14:cNvContentPartPr/>
                  <p14:nvPr/>
                </p14:nvContentPartPr>
                <p14:xfrm>
                  <a:off x="8347000" y="1196453"/>
                  <a:ext cx="141480" cy="936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B62334F1-4502-7C82-F044-E3B7F9B5D325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8340880" y="1190333"/>
                    <a:ext cx="153720" cy="21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B25E6691-56C8-8974-4FB9-38A5B02C78B3}"/>
                      </a:ext>
                    </a:extLst>
                  </p14:cNvPr>
                  <p14:cNvContentPartPr/>
                  <p14:nvPr/>
                </p14:nvContentPartPr>
                <p14:xfrm>
                  <a:off x="8619160" y="972893"/>
                  <a:ext cx="200880" cy="520560"/>
                </p14:xfrm>
              </p:contentPart>
            </mc:Choice>
            <mc:Fallback xmlns=""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B25E6691-56C8-8974-4FB9-38A5B02C78B3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8613040" y="966773"/>
                    <a:ext cx="213120" cy="53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CE9063EA-2314-9FF9-6112-7CEB905E4E47}"/>
                      </a:ext>
                    </a:extLst>
                  </p14:cNvPr>
                  <p14:cNvContentPartPr/>
                  <p14:nvPr/>
                </p14:nvContentPartPr>
                <p14:xfrm>
                  <a:off x="8863960" y="1227413"/>
                  <a:ext cx="165960" cy="27252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CE9063EA-2314-9FF9-6112-7CEB905E4E47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8857840" y="1221293"/>
                    <a:ext cx="178200" cy="28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AFDE3330-B1DC-7B54-19EF-672E221741F1}"/>
                      </a:ext>
                    </a:extLst>
                  </p14:cNvPr>
                  <p14:cNvContentPartPr/>
                  <p14:nvPr/>
                </p14:nvContentPartPr>
                <p14:xfrm>
                  <a:off x="9108760" y="1109333"/>
                  <a:ext cx="69480" cy="3024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AFDE3330-B1DC-7B54-19EF-672E221741F1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9102640" y="1103213"/>
                    <a:ext cx="81720" cy="31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7E21F6E8-DF56-39FA-06BC-8FBE30C4908C}"/>
                      </a:ext>
                    </a:extLst>
                  </p14:cNvPr>
                  <p14:cNvContentPartPr/>
                  <p14:nvPr/>
                </p14:nvContentPartPr>
                <p14:xfrm>
                  <a:off x="9293080" y="919613"/>
                  <a:ext cx="123120" cy="15552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7E21F6E8-DF56-39FA-06BC-8FBE30C4908C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9286960" y="913493"/>
                    <a:ext cx="135360" cy="16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984F1685-F481-8E66-6724-CAF67B3BA88E}"/>
                      </a:ext>
                    </a:extLst>
                  </p14:cNvPr>
                  <p14:cNvContentPartPr/>
                  <p14:nvPr/>
                </p14:nvContentPartPr>
                <p14:xfrm>
                  <a:off x="7321720" y="1624853"/>
                  <a:ext cx="115200" cy="31284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984F1685-F481-8E66-6724-CAF67B3BA88E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7315600" y="1618733"/>
                    <a:ext cx="127440" cy="32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BA445D18-FE24-F075-8868-8E1AD0A437E5}"/>
                      </a:ext>
                    </a:extLst>
                  </p14:cNvPr>
                  <p14:cNvContentPartPr/>
                  <p14:nvPr/>
                </p14:nvContentPartPr>
                <p14:xfrm>
                  <a:off x="7528720" y="1823933"/>
                  <a:ext cx="15840" cy="23004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BA445D18-FE24-F075-8868-8E1AD0A437E5}"/>
                      </a:ext>
                    </a:extLst>
                  </p:cNvPr>
                  <p:cNvPicPr/>
                  <p:nvPr/>
                </p:nvPicPr>
                <p:blipFill>
                  <a:blip r:embed="rId87"/>
                  <a:stretch>
                    <a:fillRect/>
                  </a:stretch>
                </p:blipFill>
                <p:spPr>
                  <a:xfrm>
                    <a:off x="7522600" y="1817813"/>
                    <a:ext cx="28080" cy="24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2107E4F6-88B6-A11A-88D1-31C992C1EDDD}"/>
                      </a:ext>
                    </a:extLst>
                  </p14:cNvPr>
                  <p14:cNvContentPartPr/>
                  <p14:nvPr/>
                </p14:nvContentPartPr>
                <p14:xfrm>
                  <a:off x="7507120" y="1811333"/>
                  <a:ext cx="113040" cy="1072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2107E4F6-88B6-A11A-88D1-31C992C1EDDD}"/>
                      </a:ext>
                    </a:extLst>
                  </p:cNvPr>
                  <p:cNvPicPr/>
                  <p:nvPr/>
                </p:nvPicPr>
                <p:blipFill>
                  <a:blip r:embed="rId89"/>
                  <a:stretch>
                    <a:fillRect/>
                  </a:stretch>
                </p:blipFill>
                <p:spPr>
                  <a:xfrm>
                    <a:off x="7501000" y="1805213"/>
                    <a:ext cx="125280" cy="11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E628C233-5784-2223-8D4E-A72FEB042C36}"/>
                      </a:ext>
                    </a:extLst>
                  </p14:cNvPr>
                  <p14:cNvContentPartPr/>
                  <p14:nvPr/>
                </p14:nvContentPartPr>
                <p14:xfrm>
                  <a:off x="7600360" y="1582373"/>
                  <a:ext cx="96120" cy="9324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E628C233-5784-2223-8D4E-A72FEB042C36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7594240" y="1576253"/>
                    <a:ext cx="108360" cy="105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0A581B5E-C70A-0B0C-E254-462011CC42CA}"/>
                      </a:ext>
                    </a:extLst>
                  </p14:cNvPr>
                  <p14:cNvContentPartPr/>
                  <p14:nvPr/>
                </p14:nvContentPartPr>
                <p14:xfrm>
                  <a:off x="7843360" y="1756613"/>
                  <a:ext cx="137880" cy="504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0A581B5E-C70A-0B0C-E254-462011CC42CA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7837240" y="1750493"/>
                    <a:ext cx="150120" cy="1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E0C0375A-68F4-0C02-E947-7E0046761E23}"/>
                      </a:ext>
                    </a:extLst>
                  </p14:cNvPr>
                  <p14:cNvContentPartPr/>
                  <p14:nvPr/>
                </p14:nvContentPartPr>
                <p14:xfrm>
                  <a:off x="8092840" y="1685333"/>
                  <a:ext cx="153720" cy="14760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E0C0375A-68F4-0C02-E947-7E0046761E23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8086720" y="1679213"/>
                    <a:ext cx="165960" cy="15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85518D58-6324-E6BD-D68A-22DBEBF01B61}"/>
                      </a:ext>
                    </a:extLst>
                  </p14:cNvPr>
                  <p14:cNvContentPartPr/>
                  <p14:nvPr/>
                </p14:nvContentPartPr>
                <p14:xfrm>
                  <a:off x="8352040" y="1563293"/>
                  <a:ext cx="121320" cy="39420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85518D58-6324-E6BD-D68A-22DBEBF01B61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8345920" y="1557173"/>
                    <a:ext cx="133560" cy="406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E4573BCC-80E0-5B74-0CA0-D5E8E9275317}"/>
                      </a:ext>
                    </a:extLst>
                  </p14:cNvPr>
                  <p14:cNvContentPartPr/>
                  <p14:nvPr/>
                </p14:nvContentPartPr>
                <p14:xfrm>
                  <a:off x="8554360" y="1810253"/>
                  <a:ext cx="26640" cy="27612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E4573BCC-80E0-5B74-0CA0-D5E8E9275317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8548240" y="1804133"/>
                    <a:ext cx="38880" cy="28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D02EB5DD-D0D1-3D3E-E544-E63AAF07FF81}"/>
                      </a:ext>
                    </a:extLst>
                  </p14:cNvPr>
                  <p14:cNvContentPartPr/>
                  <p14:nvPr/>
                </p14:nvContentPartPr>
                <p14:xfrm>
                  <a:off x="8523760" y="1787213"/>
                  <a:ext cx="151200" cy="1389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D02EB5DD-D0D1-3D3E-E544-E63AAF07FF81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8517640" y="1781093"/>
                    <a:ext cx="163440" cy="15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5C2CEF19-971A-B4F7-DB77-EC832526EA51}"/>
                      </a:ext>
                    </a:extLst>
                  </p14:cNvPr>
                  <p14:cNvContentPartPr/>
                  <p14:nvPr/>
                </p14:nvContentPartPr>
                <p14:xfrm>
                  <a:off x="8704840" y="1579133"/>
                  <a:ext cx="184320" cy="41832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5C2CEF19-971A-B4F7-DB77-EC832526EA51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8698720" y="1573013"/>
                    <a:ext cx="196560" cy="430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A2E24C96-C6FF-F83E-927E-C056DCE9B766}"/>
                      </a:ext>
                    </a:extLst>
                  </p14:cNvPr>
                  <p14:cNvContentPartPr/>
                  <p14:nvPr/>
                </p14:nvContentPartPr>
                <p14:xfrm>
                  <a:off x="8877280" y="1833293"/>
                  <a:ext cx="141840" cy="2358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A2E24C96-C6FF-F83E-927E-C056DCE9B766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8871160" y="1827173"/>
                    <a:ext cx="154080" cy="24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D7361168-44C7-BA57-C560-4ABDC564110C}"/>
                      </a:ext>
                    </a:extLst>
                  </p14:cNvPr>
                  <p14:cNvContentPartPr/>
                  <p14:nvPr/>
                </p14:nvContentPartPr>
                <p14:xfrm>
                  <a:off x="8894920" y="1934813"/>
                  <a:ext cx="112320" cy="756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D7361168-44C7-BA57-C560-4ABDC564110C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8888800" y="1928693"/>
                    <a:ext cx="12456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8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5DB9B44A-2DB0-FC82-3585-09E90FA8E17A}"/>
                      </a:ext>
                    </a:extLst>
                  </p14:cNvPr>
                  <p14:cNvContentPartPr/>
                  <p14:nvPr/>
                </p14:nvContentPartPr>
                <p14:xfrm>
                  <a:off x="9173920" y="1724573"/>
                  <a:ext cx="177480" cy="2592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5DB9B44A-2DB0-FC82-3585-09E90FA8E17A}"/>
                      </a:ext>
                    </a:extLst>
                  </p:cNvPr>
                  <p:cNvPicPr/>
                  <p:nvPr/>
                </p:nvPicPr>
                <p:blipFill>
                  <a:blip r:embed="rId109"/>
                  <a:stretch>
                    <a:fillRect/>
                  </a:stretch>
                </p:blipFill>
                <p:spPr>
                  <a:xfrm>
                    <a:off x="9167800" y="1718453"/>
                    <a:ext cx="189720" cy="3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0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21D31558-F00F-040D-5994-5A8070C066F0}"/>
                      </a:ext>
                    </a:extLst>
                  </p14:cNvPr>
                  <p14:cNvContentPartPr/>
                  <p14:nvPr/>
                </p14:nvContentPartPr>
                <p14:xfrm>
                  <a:off x="9270400" y="1609373"/>
                  <a:ext cx="16560" cy="2646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21D31558-F00F-040D-5994-5A8070C066F0}"/>
                      </a:ext>
                    </a:extLst>
                  </p:cNvPr>
                  <p:cNvPicPr/>
                  <p:nvPr/>
                </p:nvPicPr>
                <p:blipFill>
                  <a:blip r:embed="rId111"/>
                  <a:stretch>
                    <a:fillRect/>
                  </a:stretch>
                </p:blipFill>
                <p:spPr>
                  <a:xfrm>
                    <a:off x="9264280" y="1603253"/>
                    <a:ext cx="28800" cy="27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2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C92ECEFF-9721-8ECF-9F24-C390D793F5F8}"/>
                      </a:ext>
                    </a:extLst>
                  </p14:cNvPr>
                  <p14:cNvContentPartPr/>
                  <p14:nvPr/>
                </p14:nvContentPartPr>
                <p14:xfrm>
                  <a:off x="9453640" y="1528373"/>
                  <a:ext cx="222480" cy="4032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C92ECEFF-9721-8ECF-9F24-C390D793F5F8}"/>
                      </a:ext>
                    </a:extLst>
                  </p:cNvPr>
                  <p:cNvPicPr/>
                  <p:nvPr/>
                </p:nvPicPr>
                <p:blipFill>
                  <a:blip r:embed="rId113"/>
                  <a:stretch>
                    <a:fillRect/>
                  </a:stretch>
                </p:blipFill>
                <p:spPr>
                  <a:xfrm>
                    <a:off x="9447520" y="1522253"/>
                    <a:ext cx="234720" cy="415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4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77394C0E-9E46-EDAB-1FCA-530E3430A531}"/>
                      </a:ext>
                    </a:extLst>
                  </p14:cNvPr>
                  <p14:cNvContentPartPr/>
                  <p14:nvPr/>
                </p14:nvContentPartPr>
                <p14:xfrm>
                  <a:off x="9614560" y="1821413"/>
                  <a:ext cx="201600" cy="23652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77394C0E-9E46-EDAB-1FCA-530E3430A531}"/>
                      </a:ext>
                    </a:extLst>
                  </p:cNvPr>
                  <p:cNvPicPr/>
                  <p:nvPr/>
                </p:nvPicPr>
                <p:blipFill>
                  <a:blip r:embed="rId115"/>
                  <a:stretch>
                    <a:fillRect/>
                  </a:stretch>
                </p:blipFill>
                <p:spPr>
                  <a:xfrm>
                    <a:off x="9608440" y="1815293"/>
                    <a:ext cx="213840" cy="24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9D3BEBA4-DC4E-2C89-0A1A-80D7D5885977}"/>
                      </a:ext>
                    </a:extLst>
                  </p14:cNvPr>
                  <p14:cNvContentPartPr/>
                  <p14:nvPr/>
                </p14:nvContentPartPr>
                <p14:xfrm>
                  <a:off x="9686200" y="1890533"/>
                  <a:ext cx="130320" cy="140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9D3BEBA4-DC4E-2C89-0A1A-80D7D5885977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9680080" y="1884413"/>
                    <a:ext cx="142560" cy="2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5CC2BE4F-A697-795E-0505-C856D353F4EF}"/>
                      </a:ext>
                    </a:extLst>
                  </p14:cNvPr>
                  <p14:cNvContentPartPr/>
                  <p14:nvPr/>
                </p14:nvContentPartPr>
                <p14:xfrm>
                  <a:off x="9794560" y="1493093"/>
                  <a:ext cx="87120" cy="14328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5CC2BE4F-A697-795E-0505-C856D353F4EF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9788440" y="1486973"/>
                    <a:ext cx="99360" cy="15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75BB142C-AD6A-E61D-DEE7-1B525F90B31A}"/>
                      </a:ext>
                    </a:extLst>
                  </p14:cNvPr>
                  <p14:cNvContentPartPr/>
                  <p14:nvPr/>
                </p14:nvContentPartPr>
                <p14:xfrm>
                  <a:off x="7284640" y="2147573"/>
                  <a:ext cx="84960" cy="35856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75BB142C-AD6A-E61D-DEE7-1B525F90B31A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7278520" y="2141453"/>
                    <a:ext cx="97200" cy="370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B476B476-279D-392A-AA01-62C8935201E3}"/>
                      </a:ext>
                    </a:extLst>
                  </p14:cNvPr>
                  <p14:cNvContentPartPr/>
                  <p14:nvPr/>
                </p14:nvContentPartPr>
                <p14:xfrm>
                  <a:off x="7467520" y="2223173"/>
                  <a:ext cx="181080" cy="22536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B476B476-279D-392A-AA01-62C8935201E3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7461400" y="2217053"/>
                    <a:ext cx="193320" cy="23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66B6B65B-BEB1-3E07-196B-C3981400D9C9}"/>
                      </a:ext>
                    </a:extLst>
                  </p14:cNvPr>
                  <p14:cNvContentPartPr/>
                  <p14:nvPr/>
                </p14:nvContentPartPr>
                <p14:xfrm>
                  <a:off x="7688200" y="2386253"/>
                  <a:ext cx="69480" cy="6300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66B6B65B-BEB1-3E07-196B-C3981400D9C9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7682080" y="2380133"/>
                    <a:ext cx="81720" cy="75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6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92450821-BD1F-EA20-22BE-28485E3D3CEE}"/>
                      </a:ext>
                    </a:extLst>
                  </p14:cNvPr>
                  <p14:cNvContentPartPr/>
                  <p14:nvPr/>
                </p14:nvContentPartPr>
                <p14:xfrm>
                  <a:off x="7821400" y="2361773"/>
                  <a:ext cx="24120" cy="197640"/>
                </p14:xfrm>
              </p:contentPart>
            </mc:Choice>
            <mc:Fallback xmlns=""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92450821-BD1F-EA20-22BE-28485E3D3CEE}"/>
                      </a:ext>
                    </a:extLst>
                  </p:cNvPr>
                  <p:cNvPicPr/>
                  <p:nvPr/>
                </p:nvPicPr>
                <p:blipFill>
                  <a:blip r:embed="rId127"/>
                  <a:stretch>
                    <a:fillRect/>
                  </a:stretch>
                </p:blipFill>
                <p:spPr>
                  <a:xfrm>
                    <a:off x="7815280" y="2355653"/>
                    <a:ext cx="36360" cy="209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8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F08683C2-17F6-44EE-0DB5-59D4D1DAEFAA}"/>
                      </a:ext>
                    </a:extLst>
                  </p14:cNvPr>
                  <p14:cNvContentPartPr/>
                  <p14:nvPr/>
                </p14:nvContentPartPr>
                <p14:xfrm>
                  <a:off x="7958200" y="2237933"/>
                  <a:ext cx="210960" cy="275400"/>
                </p14:xfrm>
              </p:contentPart>
            </mc:Choice>
            <mc:Fallback xmlns=""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F08683C2-17F6-44EE-0DB5-59D4D1DAEFAA}"/>
                      </a:ext>
                    </a:extLst>
                  </p:cNvPr>
                  <p:cNvPicPr/>
                  <p:nvPr/>
                </p:nvPicPr>
                <p:blipFill>
                  <a:blip r:embed="rId129"/>
                  <a:stretch>
                    <a:fillRect/>
                  </a:stretch>
                </p:blipFill>
                <p:spPr>
                  <a:xfrm>
                    <a:off x="7952080" y="2231813"/>
                    <a:ext cx="223200" cy="28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0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7EFB6138-443B-43EF-A114-9628EDA52D53}"/>
                      </a:ext>
                    </a:extLst>
                  </p14:cNvPr>
                  <p14:cNvContentPartPr/>
                  <p14:nvPr/>
                </p14:nvContentPartPr>
                <p14:xfrm>
                  <a:off x="8188960" y="2433413"/>
                  <a:ext cx="6840" cy="8712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7EFB6138-443B-43EF-A114-9628EDA52D53}"/>
                      </a:ext>
                    </a:extLst>
                  </p:cNvPr>
                  <p:cNvPicPr/>
                  <p:nvPr/>
                </p:nvPicPr>
                <p:blipFill>
                  <a:blip r:embed="rId131"/>
                  <a:stretch>
                    <a:fillRect/>
                  </a:stretch>
                </p:blipFill>
                <p:spPr>
                  <a:xfrm>
                    <a:off x="8182840" y="2427293"/>
                    <a:ext cx="19080" cy="9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2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CDFE0F22-3075-95EA-EA68-FEEFD0EF5401}"/>
                      </a:ext>
                    </a:extLst>
                  </p14:cNvPr>
                  <p14:cNvContentPartPr/>
                  <p14:nvPr/>
                </p14:nvContentPartPr>
                <p14:xfrm>
                  <a:off x="8410000" y="2329013"/>
                  <a:ext cx="136440" cy="3960"/>
                </p14:xfrm>
              </p:contentPart>
            </mc:Choice>
            <mc:Fallback xmlns=""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CDFE0F22-3075-95EA-EA68-FEEFD0EF5401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8403880" y="2322893"/>
                    <a:ext cx="148680" cy="1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7716737B-6A26-D897-74B0-8A0FB29CF7DD}"/>
                      </a:ext>
                    </a:extLst>
                  </p14:cNvPr>
                  <p14:cNvContentPartPr/>
                  <p14:nvPr/>
                </p14:nvContentPartPr>
                <p14:xfrm>
                  <a:off x="8476960" y="2214533"/>
                  <a:ext cx="9720" cy="23760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7716737B-6A26-D897-74B0-8A0FB29CF7DD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8470840" y="2208413"/>
                    <a:ext cx="21960" cy="24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60720FE1-8E61-89D3-71B9-8370BD4B5152}"/>
                      </a:ext>
                    </a:extLst>
                  </p14:cNvPr>
                  <p14:cNvContentPartPr/>
                  <p14:nvPr/>
                </p14:nvContentPartPr>
                <p14:xfrm>
                  <a:off x="8685760" y="2252333"/>
                  <a:ext cx="155880" cy="19620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60720FE1-8E61-89D3-71B9-8370BD4B5152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8679640" y="2246213"/>
                    <a:ext cx="168120" cy="20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2F8CB0D8-3CC3-E6B4-DB31-FE2B4BF95B1F}"/>
                      </a:ext>
                    </a:extLst>
                  </p14:cNvPr>
                  <p14:cNvContentPartPr/>
                  <p14:nvPr/>
                </p14:nvContentPartPr>
                <p14:xfrm>
                  <a:off x="8881600" y="2386253"/>
                  <a:ext cx="60480" cy="8784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2F8CB0D8-3CC3-E6B4-DB31-FE2B4BF95B1F}"/>
                      </a:ext>
                    </a:extLst>
                  </p:cNvPr>
                  <p:cNvPicPr/>
                  <p:nvPr/>
                </p:nvPicPr>
                <p:blipFill>
                  <a:blip r:embed="rId139"/>
                  <a:stretch>
                    <a:fillRect/>
                  </a:stretch>
                </p:blipFill>
                <p:spPr>
                  <a:xfrm>
                    <a:off x="8875480" y="2380133"/>
                    <a:ext cx="72720" cy="100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0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EBBB9263-2E52-08BC-8267-0C68288850AD}"/>
                      </a:ext>
                    </a:extLst>
                  </p14:cNvPr>
                  <p14:cNvContentPartPr/>
                  <p14:nvPr/>
                </p14:nvContentPartPr>
                <p14:xfrm>
                  <a:off x="8987440" y="2377253"/>
                  <a:ext cx="95400" cy="10944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EBBB9263-2E52-08BC-8267-0C68288850AD}"/>
                      </a:ext>
                    </a:extLst>
                  </p:cNvPr>
                  <p:cNvPicPr/>
                  <p:nvPr/>
                </p:nvPicPr>
                <p:blipFill>
                  <a:blip r:embed="rId141"/>
                  <a:stretch>
                    <a:fillRect/>
                  </a:stretch>
                </p:blipFill>
                <p:spPr>
                  <a:xfrm>
                    <a:off x="8981320" y="2371133"/>
                    <a:ext cx="107640" cy="121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2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937D2492-4571-AC7D-9787-FD70694479CD}"/>
                      </a:ext>
                    </a:extLst>
                  </p14:cNvPr>
                  <p14:cNvContentPartPr/>
                  <p14:nvPr/>
                </p14:nvContentPartPr>
                <p14:xfrm>
                  <a:off x="9173920" y="2220653"/>
                  <a:ext cx="182160" cy="26532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937D2492-4571-AC7D-9787-FD70694479CD}"/>
                      </a:ext>
                    </a:extLst>
                  </p:cNvPr>
                  <p:cNvPicPr/>
                  <p:nvPr/>
                </p:nvPicPr>
                <p:blipFill>
                  <a:blip r:embed="rId143"/>
                  <a:stretch>
                    <a:fillRect/>
                  </a:stretch>
                </p:blipFill>
                <p:spPr>
                  <a:xfrm>
                    <a:off x="9167800" y="2214533"/>
                    <a:ext cx="194400" cy="27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4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405DA02B-00D1-10F6-6C53-ED96138DEB42}"/>
                      </a:ext>
                    </a:extLst>
                  </p14:cNvPr>
                  <p14:cNvContentPartPr/>
                  <p14:nvPr/>
                </p14:nvContentPartPr>
                <p14:xfrm>
                  <a:off x="9360400" y="2375093"/>
                  <a:ext cx="107280" cy="13392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405DA02B-00D1-10F6-6C53-ED96138DEB42}"/>
                      </a:ext>
                    </a:extLst>
                  </p:cNvPr>
                  <p:cNvPicPr/>
                  <p:nvPr/>
                </p:nvPicPr>
                <p:blipFill>
                  <a:blip r:embed="rId145"/>
                  <a:stretch>
                    <a:fillRect/>
                  </a:stretch>
                </p:blipFill>
                <p:spPr>
                  <a:xfrm>
                    <a:off x="9354280" y="2368973"/>
                    <a:ext cx="119520" cy="146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6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F1149F89-CFA8-AB35-E2F7-F9413FBC3082}"/>
                      </a:ext>
                    </a:extLst>
                  </p14:cNvPr>
                  <p14:cNvContentPartPr/>
                  <p14:nvPr/>
                </p14:nvContentPartPr>
                <p14:xfrm>
                  <a:off x="9470200" y="2181053"/>
                  <a:ext cx="86040" cy="30672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F1149F89-CFA8-AB35-E2F7-F9413FBC3082}"/>
                      </a:ext>
                    </a:extLst>
                  </p:cNvPr>
                  <p:cNvPicPr/>
                  <p:nvPr/>
                </p:nvPicPr>
                <p:blipFill>
                  <a:blip r:embed="rId147"/>
                  <a:stretch>
                    <a:fillRect/>
                  </a:stretch>
                </p:blipFill>
                <p:spPr>
                  <a:xfrm>
                    <a:off x="9464080" y="2174933"/>
                    <a:ext cx="98280" cy="318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8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4C44475F-FDBF-8E77-2FF4-44F3BFF72EC2}"/>
                      </a:ext>
                    </a:extLst>
                  </p14:cNvPr>
                  <p14:cNvContentPartPr/>
                  <p14:nvPr/>
                </p14:nvContentPartPr>
                <p14:xfrm>
                  <a:off x="9546880" y="2080253"/>
                  <a:ext cx="127080" cy="12024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4C44475F-FDBF-8E77-2FF4-44F3BFF72EC2}"/>
                      </a:ext>
                    </a:extLst>
                  </p:cNvPr>
                  <p:cNvPicPr/>
                  <p:nvPr/>
                </p:nvPicPr>
                <p:blipFill>
                  <a:blip r:embed="rId149"/>
                  <a:stretch>
                    <a:fillRect/>
                  </a:stretch>
                </p:blipFill>
                <p:spPr>
                  <a:xfrm>
                    <a:off x="9540760" y="2074133"/>
                    <a:ext cx="139320" cy="1324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48D273C-2E87-1270-80BC-2EBE21C1C076}"/>
                    </a:ext>
                  </a:extLst>
                </p14:cNvPr>
                <p14:cNvContentPartPr/>
                <p14:nvPr/>
              </p14:nvContentPartPr>
              <p14:xfrm>
                <a:off x="11533720" y="3118493"/>
                <a:ext cx="3708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48D273C-2E87-1270-80BC-2EBE21C1C0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27600" y="3112373"/>
                  <a:ext cx="49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E3581A-A2F5-615E-BEFF-F816F2413642}"/>
                    </a:ext>
                  </a:extLst>
                </p14:cNvPr>
                <p14:cNvContentPartPr/>
                <p14:nvPr/>
              </p14:nvContentPartPr>
              <p14:xfrm>
                <a:off x="7861360" y="776693"/>
                <a:ext cx="249840" cy="25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E3581A-A2F5-615E-BEFF-F816F241364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55240" y="770573"/>
                  <a:ext cx="262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8C8F232-CAD5-52C6-1F53-22015FD65372}"/>
                    </a:ext>
                  </a:extLst>
                </p14:cNvPr>
                <p14:cNvContentPartPr/>
                <p14:nvPr/>
              </p14:nvContentPartPr>
              <p14:xfrm>
                <a:off x="9580000" y="798653"/>
                <a:ext cx="304920" cy="38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8C8F232-CAD5-52C6-1F53-22015FD6537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73880" y="792533"/>
                  <a:ext cx="317160" cy="5076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F2450A7E-8E92-DAE9-19B8-7B7A18B28A9B}"/>
                </a:ext>
              </a:extLst>
            </p:cNvPr>
            <p:cNvGrpSpPr/>
            <p:nvPr/>
          </p:nvGrpSpPr>
          <p:grpSpPr>
            <a:xfrm>
              <a:off x="9839200" y="2185733"/>
              <a:ext cx="422640" cy="220680"/>
              <a:chOff x="9839200" y="2185733"/>
              <a:chExt cx="422640" cy="220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6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7A08D253-14E9-4FD8-00CE-3863A694205F}"/>
                      </a:ext>
                    </a:extLst>
                  </p14:cNvPr>
                  <p14:cNvContentPartPr/>
                  <p14:nvPr/>
                </p14:nvContentPartPr>
                <p14:xfrm>
                  <a:off x="9839200" y="2287973"/>
                  <a:ext cx="144720" cy="720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7A08D253-14E9-4FD8-00CE-3863A694205F}"/>
                      </a:ext>
                    </a:extLst>
                  </p:cNvPr>
                  <p:cNvPicPr/>
                  <p:nvPr/>
                </p:nvPicPr>
                <p:blipFill>
                  <a:blip r:embed="rId157"/>
                  <a:stretch>
                    <a:fillRect/>
                  </a:stretch>
                </p:blipFill>
                <p:spPr>
                  <a:xfrm>
                    <a:off x="9833080" y="2281853"/>
                    <a:ext cx="15696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8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5EBE17B2-82E6-D021-FCD3-AAE80A883506}"/>
                      </a:ext>
                    </a:extLst>
                  </p14:cNvPr>
                  <p14:cNvContentPartPr/>
                  <p14:nvPr/>
                </p14:nvContentPartPr>
                <p14:xfrm>
                  <a:off x="10072840" y="2185733"/>
                  <a:ext cx="189000" cy="220680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5EBE17B2-82E6-D021-FCD3-AAE80A883506}"/>
                      </a:ext>
                    </a:extLst>
                  </p:cNvPr>
                  <p:cNvPicPr/>
                  <p:nvPr/>
                </p:nvPicPr>
                <p:blipFill>
                  <a:blip r:embed="rId159"/>
                  <a:stretch>
                    <a:fillRect/>
                  </a:stretch>
                </p:blipFill>
                <p:spPr>
                  <a:xfrm>
                    <a:off x="10066720" y="2179613"/>
                    <a:ext cx="201240" cy="232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5F933BB3-13A2-A0FA-13B3-CE3B7B9EE2A8}"/>
                </a:ext>
              </a:extLst>
            </p:cNvPr>
            <p:cNvGrpSpPr/>
            <p:nvPr/>
          </p:nvGrpSpPr>
          <p:grpSpPr>
            <a:xfrm>
              <a:off x="10318720" y="2083853"/>
              <a:ext cx="1850760" cy="390960"/>
              <a:chOff x="10318720" y="2083853"/>
              <a:chExt cx="1850760" cy="390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0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86C2C696-990E-13B8-88E9-CE75C58BB0E7}"/>
                      </a:ext>
                    </a:extLst>
                  </p14:cNvPr>
                  <p14:cNvContentPartPr/>
                  <p14:nvPr/>
                </p14:nvContentPartPr>
                <p14:xfrm>
                  <a:off x="10318720" y="2091413"/>
                  <a:ext cx="80280" cy="344520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86C2C696-990E-13B8-88E9-CE75C58BB0E7}"/>
                      </a:ext>
                    </a:extLst>
                  </p:cNvPr>
                  <p:cNvPicPr/>
                  <p:nvPr/>
                </p:nvPicPr>
                <p:blipFill>
                  <a:blip r:embed="rId161"/>
                  <a:stretch>
                    <a:fillRect/>
                  </a:stretch>
                </p:blipFill>
                <p:spPr>
                  <a:xfrm>
                    <a:off x="10312600" y="2085293"/>
                    <a:ext cx="92520" cy="35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2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B05FF4E2-FD99-73ED-182A-ACCE6EDED976}"/>
                      </a:ext>
                    </a:extLst>
                  </p14:cNvPr>
                  <p14:cNvContentPartPr/>
                  <p14:nvPr/>
                </p14:nvContentPartPr>
                <p14:xfrm>
                  <a:off x="10469560" y="2181053"/>
                  <a:ext cx="174600" cy="20376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B05FF4E2-FD99-73ED-182A-ACCE6EDED976}"/>
                      </a:ext>
                    </a:extLst>
                  </p:cNvPr>
                  <p:cNvPicPr/>
                  <p:nvPr/>
                </p:nvPicPr>
                <p:blipFill>
                  <a:blip r:embed="rId163"/>
                  <a:stretch>
                    <a:fillRect/>
                  </a:stretch>
                </p:blipFill>
                <p:spPr>
                  <a:xfrm>
                    <a:off x="10463440" y="2174933"/>
                    <a:ext cx="18684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4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253592B1-7B5D-B564-B4BC-C631D3E2EE09}"/>
                      </a:ext>
                    </a:extLst>
                  </p14:cNvPr>
                  <p14:cNvContentPartPr/>
                  <p14:nvPr/>
                </p14:nvContentPartPr>
                <p14:xfrm>
                  <a:off x="10680160" y="2321453"/>
                  <a:ext cx="84240" cy="8424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253592B1-7B5D-B564-B4BC-C631D3E2EE09}"/>
                      </a:ext>
                    </a:extLst>
                  </p:cNvPr>
                  <p:cNvPicPr/>
                  <p:nvPr/>
                </p:nvPicPr>
                <p:blipFill>
                  <a:blip r:embed="rId165"/>
                  <a:stretch>
                    <a:fillRect/>
                  </a:stretch>
                </p:blipFill>
                <p:spPr>
                  <a:xfrm>
                    <a:off x="10674040" y="2315333"/>
                    <a:ext cx="96480" cy="96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6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6D746896-68E3-4F8E-536D-22032386B1D0}"/>
                      </a:ext>
                    </a:extLst>
                  </p14:cNvPr>
                  <p14:cNvContentPartPr/>
                  <p14:nvPr/>
                </p14:nvContentPartPr>
                <p14:xfrm>
                  <a:off x="10821280" y="2167733"/>
                  <a:ext cx="237600" cy="286200"/>
                </p14:xfrm>
              </p:contentPart>
            </mc:Choice>
            <mc:Fallback xmlns=""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6D746896-68E3-4F8E-536D-22032386B1D0}"/>
                      </a:ext>
                    </a:extLst>
                  </p:cNvPr>
                  <p:cNvPicPr/>
                  <p:nvPr/>
                </p:nvPicPr>
                <p:blipFill>
                  <a:blip r:embed="rId167"/>
                  <a:stretch>
                    <a:fillRect/>
                  </a:stretch>
                </p:blipFill>
                <p:spPr>
                  <a:xfrm>
                    <a:off x="10815160" y="2161613"/>
                    <a:ext cx="249840" cy="29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8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DB809549-5EC1-0BB9-C9B0-F77851527ADA}"/>
                      </a:ext>
                    </a:extLst>
                  </p14:cNvPr>
                  <p14:cNvContentPartPr/>
                  <p14:nvPr/>
                </p14:nvContentPartPr>
                <p14:xfrm>
                  <a:off x="11075440" y="2348453"/>
                  <a:ext cx="11880" cy="126360"/>
                </p14:xfrm>
              </p:contentPart>
            </mc:Choice>
            <mc:Fallback xmlns=""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DB809549-5EC1-0BB9-C9B0-F77851527ADA}"/>
                      </a:ext>
                    </a:extLst>
                  </p:cNvPr>
                  <p:cNvPicPr/>
                  <p:nvPr/>
                </p:nvPicPr>
                <p:blipFill>
                  <a:blip r:embed="rId169"/>
                  <a:stretch>
                    <a:fillRect/>
                  </a:stretch>
                </p:blipFill>
                <p:spPr>
                  <a:xfrm>
                    <a:off x="11069320" y="2342333"/>
                    <a:ext cx="24120" cy="138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0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0C07C1C3-4293-E4E4-1436-9E7DC3EC80CF}"/>
                      </a:ext>
                    </a:extLst>
                  </p14:cNvPr>
                  <p14:cNvContentPartPr/>
                  <p14:nvPr/>
                </p14:nvContentPartPr>
                <p14:xfrm>
                  <a:off x="11163280" y="2295173"/>
                  <a:ext cx="154440" cy="612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0C07C1C3-4293-E4E4-1436-9E7DC3EC80CF}"/>
                      </a:ext>
                    </a:extLst>
                  </p:cNvPr>
                  <p:cNvPicPr/>
                  <p:nvPr/>
                </p:nvPicPr>
                <p:blipFill>
                  <a:blip r:embed="rId171"/>
                  <a:stretch>
                    <a:fillRect/>
                  </a:stretch>
                </p:blipFill>
                <p:spPr>
                  <a:xfrm>
                    <a:off x="11157160" y="2289053"/>
                    <a:ext cx="166680" cy="1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2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271C8A4B-85F1-97C6-3AA6-61A574A0ADBD}"/>
                      </a:ext>
                    </a:extLst>
                  </p14:cNvPr>
                  <p14:cNvContentPartPr/>
                  <p14:nvPr/>
                </p14:nvContentPartPr>
                <p14:xfrm>
                  <a:off x="11270920" y="2239013"/>
                  <a:ext cx="37440" cy="20376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271C8A4B-85F1-97C6-3AA6-61A574A0ADBD}"/>
                      </a:ext>
                    </a:extLst>
                  </p:cNvPr>
                  <p:cNvPicPr/>
                  <p:nvPr/>
                </p:nvPicPr>
                <p:blipFill>
                  <a:blip r:embed="rId173"/>
                  <a:stretch>
                    <a:fillRect/>
                  </a:stretch>
                </p:blipFill>
                <p:spPr>
                  <a:xfrm>
                    <a:off x="11264800" y="2232893"/>
                    <a:ext cx="4968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4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0EF2B339-2016-3809-BF4C-BA025BE2F2D1}"/>
                      </a:ext>
                    </a:extLst>
                  </p14:cNvPr>
                  <p14:cNvContentPartPr/>
                  <p14:nvPr/>
                </p14:nvContentPartPr>
                <p14:xfrm>
                  <a:off x="11390080" y="2083853"/>
                  <a:ext cx="177120" cy="29160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0EF2B339-2016-3809-BF4C-BA025BE2F2D1}"/>
                      </a:ext>
                    </a:extLst>
                  </p:cNvPr>
                  <p:cNvPicPr/>
                  <p:nvPr/>
                </p:nvPicPr>
                <p:blipFill>
                  <a:blip r:embed="rId175"/>
                  <a:stretch>
                    <a:fillRect/>
                  </a:stretch>
                </p:blipFill>
                <p:spPr>
                  <a:xfrm>
                    <a:off x="11383960" y="2077733"/>
                    <a:ext cx="189360" cy="30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6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25F90FBF-9785-BA08-9864-38A39CABC38F}"/>
                      </a:ext>
                    </a:extLst>
                  </p14:cNvPr>
                  <p14:cNvContentPartPr/>
                  <p14:nvPr/>
                </p14:nvContentPartPr>
                <p14:xfrm>
                  <a:off x="11603920" y="2296613"/>
                  <a:ext cx="91080" cy="11088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25F90FBF-9785-BA08-9864-38A39CABC38F}"/>
                      </a:ext>
                    </a:extLst>
                  </p:cNvPr>
                  <p:cNvPicPr/>
                  <p:nvPr/>
                </p:nvPicPr>
                <p:blipFill>
                  <a:blip r:embed="rId177"/>
                  <a:stretch>
                    <a:fillRect/>
                  </a:stretch>
                </p:blipFill>
                <p:spPr>
                  <a:xfrm>
                    <a:off x="11597800" y="2290493"/>
                    <a:ext cx="103320" cy="12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8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5D86B321-17F3-B490-ED56-B1A35D97FD9E}"/>
                      </a:ext>
                    </a:extLst>
                  </p14:cNvPr>
                  <p14:cNvContentPartPr/>
                  <p14:nvPr/>
                </p14:nvContentPartPr>
                <p14:xfrm>
                  <a:off x="11711560" y="2285813"/>
                  <a:ext cx="139680" cy="14580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5D86B321-17F3-B490-ED56-B1A35D97FD9E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11705440" y="2279693"/>
                    <a:ext cx="151920" cy="15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0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99A6493B-1B96-69C8-0784-16BF439B3FB5}"/>
                      </a:ext>
                    </a:extLst>
                  </p14:cNvPr>
                  <p14:cNvContentPartPr/>
                  <p14:nvPr/>
                </p14:nvContentPartPr>
                <p14:xfrm>
                  <a:off x="11875000" y="2134973"/>
                  <a:ext cx="140760" cy="23544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99A6493B-1B96-69C8-0784-16BF439B3FB5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11868880" y="2128853"/>
                    <a:ext cx="153000" cy="24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133" name="Ink 132">
                    <a:extLst>
                      <a:ext uri="{FF2B5EF4-FFF2-40B4-BE49-F238E27FC236}">
                        <a16:creationId xmlns:a16="http://schemas.microsoft.com/office/drawing/2014/main" id="{05AE1DB3-0921-6120-EAB8-FEB90742E01F}"/>
                      </a:ext>
                    </a:extLst>
                  </p14:cNvPr>
                  <p14:cNvContentPartPr/>
                  <p14:nvPr/>
                </p14:nvContentPartPr>
                <p14:xfrm>
                  <a:off x="12012520" y="2328293"/>
                  <a:ext cx="140760" cy="6408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05AE1DB3-0921-6120-EAB8-FEB90742E01F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12006400" y="2322173"/>
                    <a:ext cx="153000" cy="7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134" name="Ink 133">
                    <a:extLst>
                      <a:ext uri="{FF2B5EF4-FFF2-40B4-BE49-F238E27FC236}">
                        <a16:creationId xmlns:a16="http://schemas.microsoft.com/office/drawing/2014/main" id="{58A79470-F26B-A8D3-08F1-2AAB5D318290}"/>
                      </a:ext>
                    </a:extLst>
                  </p14:cNvPr>
                  <p14:cNvContentPartPr/>
                  <p14:nvPr/>
                </p14:nvContentPartPr>
                <p14:xfrm>
                  <a:off x="12100000" y="2114093"/>
                  <a:ext cx="69480" cy="31788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58A79470-F26B-A8D3-08F1-2AAB5D318290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12093880" y="2107973"/>
                    <a:ext cx="81720" cy="330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044CE827-7705-CF1E-84D3-E8C1BAB67695}"/>
                </a:ext>
              </a:extLst>
            </p:cNvPr>
            <p:cNvGrpSpPr/>
            <p:nvPr/>
          </p:nvGrpSpPr>
          <p:grpSpPr>
            <a:xfrm>
              <a:off x="5926000" y="2888813"/>
              <a:ext cx="203040" cy="214560"/>
              <a:chOff x="5926000" y="2888813"/>
              <a:chExt cx="203040" cy="214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6">
                <p14:nvContentPartPr>
                  <p14:cNvPr id="136" name="Ink 135">
                    <a:extLst>
                      <a:ext uri="{FF2B5EF4-FFF2-40B4-BE49-F238E27FC236}">
                        <a16:creationId xmlns:a16="http://schemas.microsoft.com/office/drawing/2014/main" id="{83FFA53D-5E22-1F86-57E9-E6252C9E771C}"/>
                      </a:ext>
                    </a:extLst>
                  </p14:cNvPr>
                  <p14:cNvContentPartPr/>
                  <p14:nvPr/>
                </p14:nvContentPartPr>
                <p14:xfrm>
                  <a:off x="5926000" y="3020933"/>
                  <a:ext cx="203040" cy="28800"/>
                </p14:xfrm>
              </p:contentPart>
            </mc:Choice>
            <mc:Fallback xmlns="">
              <p:pic>
                <p:nvPicPr>
                  <p:cNvPr id="136" name="Ink 135">
                    <a:extLst>
                      <a:ext uri="{FF2B5EF4-FFF2-40B4-BE49-F238E27FC236}">
                        <a16:creationId xmlns:a16="http://schemas.microsoft.com/office/drawing/2014/main" id="{83FFA53D-5E22-1F86-57E9-E6252C9E771C}"/>
                      </a:ext>
                    </a:extLst>
                  </p:cNvPr>
                  <p:cNvPicPr/>
                  <p:nvPr/>
                </p:nvPicPr>
                <p:blipFill>
                  <a:blip r:embed="rId187"/>
                  <a:stretch>
                    <a:fillRect/>
                  </a:stretch>
                </p:blipFill>
                <p:spPr>
                  <a:xfrm>
                    <a:off x="5919880" y="3014813"/>
                    <a:ext cx="215280" cy="4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137" name="Ink 136">
                    <a:extLst>
                      <a:ext uri="{FF2B5EF4-FFF2-40B4-BE49-F238E27FC236}">
                        <a16:creationId xmlns:a16="http://schemas.microsoft.com/office/drawing/2014/main" id="{1D6CFDBD-4640-042D-2631-178542AF93D1}"/>
                      </a:ext>
                    </a:extLst>
                  </p14:cNvPr>
                  <p14:cNvContentPartPr/>
                  <p14:nvPr/>
                </p14:nvContentPartPr>
                <p14:xfrm>
                  <a:off x="6071440" y="2888813"/>
                  <a:ext cx="16200" cy="214560"/>
                </p14:xfrm>
              </p:contentPart>
            </mc:Choice>
            <mc:Fallback xmlns="">
              <p:pic>
                <p:nvPicPr>
                  <p:cNvPr id="137" name="Ink 136">
                    <a:extLst>
                      <a:ext uri="{FF2B5EF4-FFF2-40B4-BE49-F238E27FC236}">
                        <a16:creationId xmlns:a16="http://schemas.microsoft.com/office/drawing/2014/main" id="{1D6CFDBD-4640-042D-2631-178542AF93D1}"/>
                      </a:ext>
                    </a:extLst>
                  </p:cNvPr>
                  <p:cNvPicPr/>
                  <p:nvPr/>
                </p:nvPicPr>
                <p:blipFill>
                  <a:blip r:embed="rId189"/>
                  <a:stretch>
                    <a:fillRect/>
                  </a:stretch>
                </p:blipFill>
                <p:spPr>
                  <a:xfrm>
                    <a:off x="6065320" y="2882693"/>
                    <a:ext cx="28440" cy="2268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622253A-D6DC-9C39-2346-ED786E57E628}"/>
                  </a:ext>
                </a:extLst>
              </p14:cNvPr>
              <p14:cNvContentPartPr/>
              <p14:nvPr/>
            </p14:nvContentPartPr>
            <p14:xfrm>
              <a:off x="9809680" y="2430893"/>
              <a:ext cx="1288080" cy="288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622253A-D6DC-9C39-2346-ED786E57E62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803560" y="2424773"/>
                <a:ext cx="130032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5C680AB-5035-51EB-1A22-C383BA453B7A}"/>
              </a:ext>
            </a:extLst>
          </p:cNvPr>
          <p:cNvGrpSpPr/>
          <p:nvPr/>
        </p:nvGrpSpPr>
        <p:grpSpPr>
          <a:xfrm>
            <a:off x="11541640" y="2019413"/>
            <a:ext cx="391320" cy="493560"/>
            <a:chOff x="11541640" y="2019413"/>
            <a:chExt cx="39132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12B02AD-637A-FD32-344A-9001C61436CB}"/>
                    </a:ext>
                  </a:extLst>
                </p14:cNvPr>
                <p14:cNvContentPartPr/>
                <p14:nvPr/>
              </p14:nvContentPartPr>
              <p14:xfrm>
                <a:off x="11541640" y="2019413"/>
                <a:ext cx="223560" cy="377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12B02AD-637A-FD32-344A-9001C61436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535520" y="2013293"/>
                  <a:ext cx="2358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58DD14E-A2B7-4008-05DD-4B56760EA670}"/>
                    </a:ext>
                  </a:extLst>
                </p14:cNvPr>
                <p14:cNvContentPartPr/>
                <p14:nvPr/>
              </p14:nvContentPartPr>
              <p14:xfrm>
                <a:off x="11765560" y="2224253"/>
                <a:ext cx="167400" cy="288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58DD14E-A2B7-4008-05DD-4B56760EA67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759440" y="2218133"/>
                  <a:ext cx="179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98A9B47-F4F4-367A-01D8-979FA9FD14D6}"/>
                    </a:ext>
                  </a:extLst>
                </p14:cNvPr>
                <p14:cNvContentPartPr/>
                <p14:nvPr/>
              </p14:nvContentPartPr>
              <p14:xfrm>
                <a:off x="11794360" y="2305973"/>
                <a:ext cx="89280" cy="18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98A9B47-F4F4-367A-01D8-979FA9FD14D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88240" y="2299853"/>
                  <a:ext cx="1015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B5108F3D-C82C-7E2A-2602-0955706AEA57}"/>
                  </a:ext>
                </a:extLst>
              </p14:cNvPr>
              <p14:cNvContentPartPr/>
              <p14:nvPr/>
            </p14:nvContentPartPr>
            <p14:xfrm>
              <a:off x="6682000" y="2491013"/>
              <a:ext cx="2118960" cy="5616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B5108F3D-C82C-7E2A-2602-0955706AEA5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675880" y="2484893"/>
                <a:ext cx="2131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28AAB099-C292-0123-B895-BE0215AF44F7}"/>
                  </a:ext>
                </a:extLst>
              </p14:cNvPr>
              <p14:cNvContentPartPr/>
              <p14:nvPr/>
            </p14:nvContentPartPr>
            <p14:xfrm>
              <a:off x="10379920" y="3097253"/>
              <a:ext cx="209160" cy="2980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28AAB099-C292-0123-B895-BE0215AF44F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373800" y="3091133"/>
                <a:ext cx="2214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2430A018-DA1C-5757-909B-AAC6C35A28EA}"/>
                  </a:ext>
                </a:extLst>
              </p14:cNvPr>
              <p14:cNvContentPartPr/>
              <p14:nvPr/>
            </p14:nvContentPartPr>
            <p14:xfrm>
              <a:off x="10603840" y="3256733"/>
              <a:ext cx="9360" cy="1753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2430A018-DA1C-5757-909B-AAC6C35A28E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597720" y="3250613"/>
                <a:ext cx="216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765879ED-B675-BC56-5C17-AAB79D42C98F}"/>
                  </a:ext>
                </a:extLst>
              </p14:cNvPr>
              <p14:cNvContentPartPr/>
              <p14:nvPr/>
            </p14:nvContentPartPr>
            <p14:xfrm>
              <a:off x="10655680" y="2986733"/>
              <a:ext cx="223920" cy="4824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765879ED-B675-BC56-5C17-AAB79D42C98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649560" y="2980613"/>
                <a:ext cx="2361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4630AC66-915B-1926-EE1B-4FA82534A4AE}"/>
                  </a:ext>
                </a:extLst>
              </p14:cNvPr>
              <p14:cNvContentPartPr/>
              <p14:nvPr/>
            </p14:nvContentPartPr>
            <p14:xfrm>
              <a:off x="10848280" y="3261413"/>
              <a:ext cx="185040" cy="2811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4630AC66-915B-1926-EE1B-4FA82534A4A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842160" y="3255293"/>
                <a:ext cx="19728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" name="Group 337">
            <a:extLst>
              <a:ext uri="{FF2B5EF4-FFF2-40B4-BE49-F238E27FC236}">
                <a16:creationId xmlns:a16="http://schemas.microsoft.com/office/drawing/2014/main" id="{3E222D24-B279-093B-4DB4-54E9F799593B}"/>
              </a:ext>
            </a:extLst>
          </p:cNvPr>
          <p:cNvGrpSpPr/>
          <p:nvPr/>
        </p:nvGrpSpPr>
        <p:grpSpPr>
          <a:xfrm>
            <a:off x="3981640" y="2512253"/>
            <a:ext cx="6325920" cy="2133720"/>
            <a:chOff x="3981640" y="2512253"/>
            <a:chExt cx="6325920" cy="21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08A81B-4432-0710-B9FF-A5F80B95D85F}"/>
                    </a:ext>
                  </a:extLst>
                </p14:cNvPr>
                <p14:cNvContentPartPr/>
                <p14:nvPr/>
              </p14:nvContentPartPr>
              <p14:xfrm>
                <a:off x="9934600" y="4211813"/>
                <a:ext cx="158400" cy="381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08A81B-4432-0710-B9FF-A5F80B95D85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28480" y="4205693"/>
                  <a:ext cx="1706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A5A310F-91A1-5C43-3A8A-212A7C9C4898}"/>
                    </a:ext>
                  </a:extLst>
                </p14:cNvPr>
                <p14:cNvContentPartPr/>
                <p14:nvPr/>
              </p14:nvContentPartPr>
              <p14:xfrm>
                <a:off x="10106680" y="4359053"/>
                <a:ext cx="200880" cy="286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A5A310F-91A1-5C43-3A8A-212A7C9C489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100560" y="4352933"/>
                  <a:ext cx="213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6E2D494-FD62-62A0-F3F1-8E6479859088}"/>
                    </a:ext>
                  </a:extLst>
                </p14:cNvPr>
                <p14:cNvContentPartPr/>
                <p14:nvPr/>
              </p14:nvContentPartPr>
              <p14:xfrm>
                <a:off x="10143040" y="4437893"/>
                <a:ext cx="157680" cy="38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6E2D494-FD62-62A0-F3F1-8E647985908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136920" y="4431773"/>
                  <a:ext cx="169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EA5FCED-65F3-EA68-E2C4-C65B6F843DD6}"/>
                    </a:ext>
                  </a:extLst>
                </p14:cNvPr>
                <p14:cNvContentPartPr/>
                <p14:nvPr/>
              </p14:nvContentPartPr>
              <p14:xfrm>
                <a:off x="9617800" y="3196613"/>
                <a:ext cx="177480" cy="267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EA5FCED-65F3-EA68-E2C4-C65B6F843DD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11680" y="3190493"/>
                  <a:ext cx="189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4DF21CE-F560-EC12-12BA-AA1639673100}"/>
                    </a:ext>
                  </a:extLst>
                </p14:cNvPr>
                <p14:cNvContentPartPr/>
                <p14:nvPr/>
              </p14:nvContentPartPr>
              <p14:xfrm>
                <a:off x="9870880" y="3133973"/>
                <a:ext cx="218160" cy="277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4DF21CE-F560-EC12-12BA-AA163967310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64760" y="3127853"/>
                  <a:ext cx="230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B29811F-B74F-76BC-B6B9-0651F96757AE}"/>
                    </a:ext>
                  </a:extLst>
                </p14:cNvPr>
                <p14:cNvContentPartPr/>
                <p14:nvPr/>
              </p14:nvContentPartPr>
              <p14:xfrm>
                <a:off x="10140520" y="3325853"/>
                <a:ext cx="88200" cy="109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B29811F-B74F-76BC-B6B9-0651F96757A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34400" y="3319733"/>
                  <a:ext cx="100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EA0E41F-2EB6-1AF9-161A-5E243B1416E3}"/>
                    </a:ext>
                  </a:extLst>
                </p14:cNvPr>
                <p14:cNvContentPartPr/>
                <p14:nvPr/>
              </p14:nvContentPartPr>
              <p14:xfrm>
                <a:off x="10268680" y="3333053"/>
                <a:ext cx="11160" cy="146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EA0E41F-2EB6-1AF9-161A-5E243B1416E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62560" y="3326933"/>
                  <a:ext cx="23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4D4FDB1-CF93-67E5-8BD0-11DDB56010B3}"/>
                    </a:ext>
                  </a:extLst>
                </p14:cNvPr>
                <p14:cNvContentPartPr/>
                <p14:nvPr/>
              </p14:nvContentPartPr>
              <p14:xfrm>
                <a:off x="3997120" y="3542573"/>
                <a:ext cx="157680" cy="24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4D4FDB1-CF93-67E5-8BD0-11DDB56010B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91000" y="3536453"/>
                  <a:ext cx="16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CEB07D8-D95E-ED9C-82DC-AA005CFCD749}"/>
                    </a:ext>
                  </a:extLst>
                </p14:cNvPr>
                <p14:cNvContentPartPr/>
                <p14:nvPr/>
              </p14:nvContentPartPr>
              <p14:xfrm>
                <a:off x="3981640" y="3656693"/>
                <a:ext cx="196560" cy="30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CEB07D8-D95E-ED9C-82DC-AA005CFCD74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75520" y="3650573"/>
                  <a:ext cx="20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CC3AC66-731C-F4C6-341E-A9A41D4E68B4}"/>
                    </a:ext>
                  </a:extLst>
                </p14:cNvPr>
                <p14:cNvContentPartPr/>
                <p14:nvPr/>
              </p14:nvContentPartPr>
              <p14:xfrm>
                <a:off x="6661120" y="2512253"/>
                <a:ext cx="1983240" cy="135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CC3AC66-731C-F4C6-341E-A9A41D4E68B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5000" y="2506133"/>
                  <a:ext cx="1995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1B03840-73E3-7D13-12A6-2374BE65B29F}"/>
                    </a:ext>
                  </a:extLst>
                </p14:cNvPr>
                <p14:cNvContentPartPr/>
                <p14:nvPr/>
              </p14:nvContentPartPr>
              <p14:xfrm>
                <a:off x="5663560" y="2741573"/>
                <a:ext cx="190440" cy="415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1B03840-73E3-7D13-12A6-2374BE65B29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657440" y="2735453"/>
                  <a:ext cx="2026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0B9D2EE-332C-D324-4E6E-F8323E1D77C7}"/>
                    </a:ext>
                  </a:extLst>
                </p14:cNvPr>
                <p14:cNvContentPartPr/>
                <p14:nvPr/>
              </p14:nvContentPartPr>
              <p14:xfrm>
                <a:off x="5926000" y="2974133"/>
                <a:ext cx="180360" cy="2818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0B9D2EE-332C-D324-4E6E-F8323E1D77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19880" y="2968013"/>
                  <a:ext cx="192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86376D4-4242-4C58-C98E-B9F72DCAD76B}"/>
                    </a:ext>
                  </a:extLst>
                </p14:cNvPr>
                <p14:cNvContentPartPr/>
                <p14:nvPr/>
              </p14:nvContentPartPr>
              <p14:xfrm>
                <a:off x="5950840" y="3094013"/>
                <a:ext cx="177120" cy="7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86376D4-4242-4C58-C98E-B9F72DCAD76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44720" y="3087893"/>
                  <a:ext cx="189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9C89D43-2916-66EF-EE09-4545813457F0}"/>
                    </a:ext>
                  </a:extLst>
                </p14:cNvPr>
                <p14:cNvContentPartPr/>
                <p14:nvPr/>
              </p14:nvContentPartPr>
              <p14:xfrm>
                <a:off x="6036160" y="2731853"/>
                <a:ext cx="140760" cy="146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9C89D43-2916-66EF-EE09-4545813457F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30040" y="2725733"/>
                  <a:ext cx="153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6DF96A0-B405-A5CF-C932-2D7A10DB0264}"/>
                    </a:ext>
                  </a:extLst>
                </p14:cNvPr>
                <p14:cNvContentPartPr/>
                <p14:nvPr/>
              </p14:nvContentPartPr>
              <p14:xfrm>
                <a:off x="4470160" y="3508733"/>
                <a:ext cx="219960" cy="265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6DF96A0-B405-A5CF-C932-2D7A10DB026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464040" y="3502613"/>
                  <a:ext cx="23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9258A21-6384-09A9-FCEB-612B54B47864}"/>
                    </a:ext>
                  </a:extLst>
                </p14:cNvPr>
                <p14:cNvContentPartPr/>
                <p14:nvPr/>
              </p14:nvContentPartPr>
              <p14:xfrm>
                <a:off x="4730440" y="3641933"/>
                <a:ext cx="98640" cy="98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9258A21-6384-09A9-FCEB-612B54B4786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24320" y="3635813"/>
                  <a:ext cx="11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19AA8D3-A266-6B3F-02B8-9A2DA0FEFDB6}"/>
                    </a:ext>
                  </a:extLst>
                </p14:cNvPr>
                <p14:cNvContentPartPr/>
                <p14:nvPr/>
              </p14:nvContentPartPr>
              <p14:xfrm>
                <a:off x="4900000" y="3631853"/>
                <a:ext cx="12960" cy="176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19AA8D3-A266-6B3F-02B8-9A2DA0FEFDB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93880" y="3625733"/>
                  <a:ext cx="25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3D20521-FE81-2838-AD1C-B9491D321FFC}"/>
                    </a:ext>
                  </a:extLst>
                </p14:cNvPr>
                <p14:cNvContentPartPr/>
                <p14:nvPr/>
              </p14:nvContentPartPr>
              <p14:xfrm>
                <a:off x="4892080" y="3344213"/>
                <a:ext cx="101160" cy="15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3D20521-FE81-2838-AD1C-B9491D321FF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85960" y="3338093"/>
                  <a:ext cx="113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462B35D-CBA1-EB98-DFD6-73EEF9A12F26}"/>
                    </a:ext>
                  </a:extLst>
                </p14:cNvPr>
                <p14:cNvContentPartPr/>
                <p14:nvPr/>
              </p14:nvContentPartPr>
              <p14:xfrm>
                <a:off x="5122120" y="3438893"/>
                <a:ext cx="167760" cy="259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462B35D-CBA1-EB98-DFD6-73EEF9A12F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116000" y="3432773"/>
                  <a:ext cx="180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9EE158C-8C12-B5B6-D514-44151D79F8B9}"/>
                    </a:ext>
                  </a:extLst>
                </p14:cNvPr>
                <p14:cNvContentPartPr/>
                <p14:nvPr/>
              </p14:nvContentPartPr>
              <p14:xfrm>
                <a:off x="5387440" y="3618533"/>
                <a:ext cx="12960" cy="162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9EE158C-8C12-B5B6-D514-44151D79F8B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81320" y="3612413"/>
                  <a:ext cx="25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D687247-AFC8-CAD6-08E5-EEF9B8E31412}"/>
                    </a:ext>
                  </a:extLst>
                </p14:cNvPr>
                <p14:cNvContentPartPr/>
                <p14:nvPr/>
              </p14:nvContentPartPr>
              <p14:xfrm>
                <a:off x="5341720" y="3294893"/>
                <a:ext cx="112320" cy="146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D687247-AFC8-CAD6-08E5-EEF9B8E314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35600" y="3288773"/>
                  <a:ext cx="124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F913F47-E623-3A6F-26E3-AC1111516977}"/>
                    </a:ext>
                  </a:extLst>
                </p14:cNvPr>
                <p14:cNvContentPartPr/>
                <p14:nvPr/>
              </p14:nvContentPartPr>
              <p14:xfrm>
                <a:off x="5692360" y="3460133"/>
                <a:ext cx="235800" cy="54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F913F47-E623-3A6F-26E3-AC111151697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86240" y="3454013"/>
                  <a:ext cx="248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03A7777-C5BF-488E-B767-FEC2211E3A59}"/>
                    </a:ext>
                  </a:extLst>
                </p14:cNvPr>
                <p14:cNvContentPartPr/>
                <p14:nvPr/>
              </p14:nvContentPartPr>
              <p14:xfrm>
                <a:off x="5820160" y="3357173"/>
                <a:ext cx="23040" cy="285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03A7777-C5BF-488E-B767-FEC2211E3A5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14040" y="3351053"/>
                  <a:ext cx="35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7EA00AB-CC89-A1EE-E51B-B5096CA36FA1}"/>
                    </a:ext>
                  </a:extLst>
                </p14:cNvPr>
                <p14:cNvContentPartPr/>
                <p14:nvPr/>
              </p14:nvContentPartPr>
              <p14:xfrm>
                <a:off x="6065320" y="3368693"/>
                <a:ext cx="146160" cy="200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7EA00AB-CC89-A1EE-E51B-B5096CA36FA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059200" y="3362573"/>
                  <a:ext cx="158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34B1DCE-F201-E7EA-9BD9-3085FEFF9919}"/>
                    </a:ext>
                  </a:extLst>
                </p14:cNvPr>
                <p14:cNvContentPartPr/>
                <p14:nvPr/>
              </p14:nvContentPartPr>
              <p14:xfrm>
                <a:off x="6310480" y="3371573"/>
                <a:ext cx="193320" cy="235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34B1DCE-F201-E7EA-9BD9-3085FEFF991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04360" y="3365453"/>
                  <a:ext cx="205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2AD09D0-438A-EADE-2DF7-90FFF89EA036}"/>
                    </a:ext>
                  </a:extLst>
                </p14:cNvPr>
                <p14:cNvContentPartPr/>
                <p14:nvPr/>
              </p14:nvContentPartPr>
              <p14:xfrm>
                <a:off x="6526120" y="3520253"/>
                <a:ext cx="93600" cy="100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2AD09D0-438A-EADE-2DF7-90FFF89EA03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20000" y="3514133"/>
                  <a:ext cx="105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0917B4B-B536-648F-E977-C11B1217943B}"/>
                    </a:ext>
                  </a:extLst>
                </p14:cNvPr>
                <p14:cNvContentPartPr/>
                <p14:nvPr/>
              </p14:nvContentPartPr>
              <p14:xfrm>
                <a:off x="6674800" y="3500093"/>
                <a:ext cx="9000" cy="112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0917B4B-B536-648F-E977-C11B1217943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668680" y="3493973"/>
                  <a:ext cx="21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1C4306F-76BF-6D79-0460-0500D8AA983D}"/>
                    </a:ext>
                  </a:extLst>
                </p14:cNvPr>
                <p14:cNvContentPartPr/>
                <p14:nvPr/>
              </p14:nvContentPartPr>
              <p14:xfrm>
                <a:off x="6754360" y="3336653"/>
                <a:ext cx="174600" cy="277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1C4306F-76BF-6D79-0460-0500D8AA983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748240" y="3330533"/>
                  <a:ext cx="186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8B2572C-307F-1B3D-DB7E-BF7417EE5140}"/>
                    </a:ext>
                  </a:extLst>
                </p14:cNvPr>
                <p14:cNvContentPartPr/>
                <p14:nvPr/>
              </p14:nvContentPartPr>
              <p14:xfrm>
                <a:off x="6955960" y="3529253"/>
                <a:ext cx="8640" cy="131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8B2572C-307F-1B3D-DB7E-BF7417EE514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949840" y="3523133"/>
                  <a:ext cx="20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2AC7BD3-3F81-1FA3-DD04-28A4004218A1}"/>
                    </a:ext>
                  </a:extLst>
                </p14:cNvPr>
                <p14:cNvContentPartPr/>
                <p14:nvPr/>
              </p14:nvContentPartPr>
              <p14:xfrm>
                <a:off x="7054960" y="3326573"/>
                <a:ext cx="163800" cy="280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2AC7BD3-3F81-1FA3-DD04-28A4004218A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48840" y="3320453"/>
                  <a:ext cx="176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2332217-FB52-D066-2F09-5373F643B929}"/>
                    </a:ext>
                  </a:extLst>
                </p14:cNvPr>
                <p14:cNvContentPartPr/>
                <p14:nvPr/>
              </p14:nvContentPartPr>
              <p14:xfrm>
                <a:off x="7288240" y="3527093"/>
                <a:ext cx="72000" cy="95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2332217-FB52-D066-2F09-5373F643B92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82120" y="3520973"/>
                  <a:ext cx="84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A117526-170D-03D0-80D7-5ED8DF1649AD}"/>
                    </a:ext>
                  </a:extLst>
                </p14:cNvPr>
                <p14:cNvContentPartPr/>
                <p14:nvPr/>
              </p14:nvContentPartPr>
              <p14:xfrm>
                <a:off x="7398400" y="3502613"/>
                <a:ext cx="112320" cy="127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A117526-170D-03D0-80D7-5ED8DF1649A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392280" y="3496493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2BC593F-B5DA-6850-88BC-2758723CF910}"/>
                    </a:ext>
                  </a:extLst>
                </p14:cNvPr>
                <p14:cNvContentPartPr/>
                <p14:nvPr/>
              </p14:nvContentPartPr>
              <p14:xfrm>
                <a:off x="7557160" y="3304253"/>
                <a:ext cx="186840" cy="290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2BC593F-B5DA-6850-88BC-2758723CF91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51040" y="3298133"/>
                  <a:ext cx="199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8E6900E-7D9F-51A8-EC79-2396773BA869}"/>
                    </a:ext>
                  </a:extLst>
                </p14:cNvPr>
                <p14:cNvContentPartPr/>
                <p14:nvPr/>
              </p14:nvContentPartPr>
              <p14:xfrm>
                <a:off x="7759480" y="3509093"/>
                <a:ext cx="75960" cy="102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8E6900E-7D9F-51A8-EC79-2396773BA86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53360" y="3502973"/>
                  <a:ext cx="88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0BA1D6C-E870-CCE1-B332-1741B08E590A}"/>
                    </a:ext>
                  </a:extLst>
                </p14:cNvPr>
                <p14:cNvContentPartPr/>
                <p14:nvPr/>
              </p14:nvContentPartPr>
              <p14:xfrm>
                <a:off x="7902040" y="3462293"/>
                <a:ext cx="156960" cy="46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0BA1D6C-E870-CCE1-B332-1741B08E590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95920" y="3456173"/>
                  <a:ext cx="169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B79CF69-5E79-0946-6D5C-2747AD2253B7}"/>
                    </a:ext>
                  </a:extLst>
                </p14:cNvPr>
                <p14:cNvContentPartPr/>
                <p14:nvPr/>
              </p14:nvContentPartPr>
              <p14:xfrm>
                <a:off x="7973680" y="3312893"/>
                <a:ext cx="5400" cy="298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B79CF69-5E79-0946-6D5C-2747AD2253B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67560" y="3306773"/>
                  <a:ext cx="176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E8A9640-F1DA-1BF1-7532-B6DD803C575B}"/>
                    </a:ext>
                  </a:extLst>
                </p14:cNvPr>
                <p14:cNvContentPartPr/>
                <p14:nvPr/>
              </p14:nvContentPartPr>
              <p14:xfrm>
                <a:off x="8270680" y="3240533"/>
                <a:ext cx="183240" cy="362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E8A9640-F1DA-1BF1-7532-B6DD803C575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64560" y="3234413"/>
                  <a:ext cx="195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D6D2456-F235-9B63-0AAB-E92D4DC919E9}"/>
                    </a:ext>
                  </a:extLst>
                </p14:cNvPr>
                <p14:cNvContentPartPr/>
                <p14:nvPr/>
              </p14:nvContentPartPr>
              <p14:xfrm>
                <a:off x="8492800" y="3468413"/>
                <a:ext cx="78120" cy="117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D6D2456-F235-9B63-0AAB-E92D4DC919E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86680" y="3462293"/>
                  <a:ext cx="9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00E67AF-1CBE-F60E-094C-CC445A10F707}"/>
                    </a:ext>
                  </a:extLst>
                </p14:cNvPr>
                <p14:cNvContentPartPr/>
                <p14:nvPr/>
              </p14:nvContentPartPr>
              <p14:xfrm>
                <a:off x="8625280" y="3466973"/>
                <a:ext cx="99360" cy="11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00E67AF-1CBE-F60E-094C-CC445A10F70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19160" y="3460853"/>
                  <a:ext cx="111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D01E5B1-BBE4-56F5-EEBC-10D4FF2F19D9}"/>
                    </a:ext>
                  </a:extLst>
                </p14:cNvPr>
                <p14:cNvContentPartPr/>
                <p14:nvPr/>
              </p14:nvContentPartPr>
              <p14:xfrm>
                <a:off x="8601160" y="3140453"/>
                <a:ext cx="135720" cy="1162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D01E5B1-BBE4-56F5-EEBC-10D4FF2F19D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95040" y="3134333"/>
                  <a:ext cx="147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D443801-22AC-D812-3E26-15107C5C23E6}"/>
                    </a:ext>
                  </a:extLst>
                </p14:cNvPr>
                <p14:cNvContentPartPr/>
                <p14:nvPr/>
              </p14:nvContentPartPr>
              <p14:xfrm>
                <a:off x="8835880" y="3232973"/>
                <a:ext cx="179640" cy="251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D443801-22AC-D812-3E26-15107C5C23E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29760" y="3226853"/>
                  <a:ext cx="191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028CC28-DD92-2332-2EDE-74EDB712B3B8}"/>
                    </a:ext>
                  </a:extLst>
                </p14:cNvPr>
                <p14:cNvContentPartPr/>
                <p14:nvPr/>
              </p14:nvContentPartPr>
              <p14:xfrm>
                <a:off x="9037120" y="3415493"/>
                <a:ext cx="117360" cy="120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028CC28-DD92-2332-2EDE-74EDB712B3B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31000" y="3409373"/>
                  <a:ext cx="129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F2BC754-D5FC-8807-15C2-635160F964A5}"/>
                    </a:ext>
                  </a:extLst>
                </p14:cNvPr>
                <p14:cNvContentPartPr/>
                <p14:nvPr/>
              </p14:nvContentPartPr>
              <p14:xfrm>
                <a:off x="9077080" y="3100853"/>
                <a:ext cx="90720" cy="1375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F2BC754-D5FC-8807-15C2-635160F964A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70960" y="3094733"/>
                  <a:ext cx="102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6407A40-A594-1F1E-B8B8-16032510DCB1}"/>
                    </a:ext>
                  </a:extLst>
                </p14:cNvPr>
                <p14:cNvContentPartPr/>
                <p14:nvPr/>
              </p14:nvContentPartPr>
              <p14:xfrm>
                <a:off x="9308920" y="3348533"/>
                <a:ext cx="141120" cy="2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6407A40-A594-1F1E-B8B8-16032510DCB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02800" y="3342413"/>
                  <a:ext cx="153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8C27700-0C15-C34B-A1D4-CC757C47D604}"/>
                    </a:ext>
                  </a:extLst>
                </p14:cNvPr>
                <p14:cNvContentPartPr/>
                <p14:nvPr/>
              </p14:nvContentPartPr>
              <p14:xfrm>
                <a:off x="6752920" y="4076093"/>
                <a:ext cx="133560" cy="27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8C27700-0C15-C34B-A1D4-CC757C47D60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46800" y="4069973"/>
                  <a:ext cx="145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ADA9FCA-BF01-A808-ACDB-50DB7C02500D}"/>
                    </a:ext>
                  </a:extLst>
                </p14:cNvPr>
                <p14:cNvContentPartPr/>
                <p14:nvPr/>
              </p14:nvContentPartPr>
              <p14:xfrm>
                <a:off x="7044880" y="3881333"/>
                <a:ext cx="190800" cy="288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ADA9FCA-BF01-A808-ACDB-50DB7C02500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038760" y="3875213"/>
                  <a:ext cx="203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89D5039-FC80-D6DB-63BA-733747A0E24F}"/>
                    </a:ext>
                  </a:extLst>
                </p14:cNvPr>
                <p14:cNvContentPartPr/>
                <p14:nvPr/>
              </p14:nvContentPartPr>
              <p14:xfrm>
                <a:off x="7398400" y="3823373"/>
                <a:ext cx="272160" cy="352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89D5039-FC80-D6DB-63BA-733747A0E24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392280" y="3817253"/>
                  <a:ext cx="2844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8E3817E-5767-3A5E-A040-44F00607A3D9}"/>
                    </a:ext>
                  </a:extLst>
                </p14:cNvPr>
                <p14:cNvContentPartPr/>
                <p14:nvPr/>
              </p14:nvContentPartPr>
              <p14:xfrm>
                <a:off x="7771360" y="4071053"/>
                <a:ext cx="108000" cy="120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8E3817E-5767-3A5E-A040-44F00607A3D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65240" y="4064933"/>
                  <a:ext cx="120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E22F807-5AAE-733F-84F0-8C1456CC04B1}"/>
                    </a:ext>
                  </a:extLst>
                </p14:cNvPr>
                <p14:cNvContentPartPr/>
                <p14:nvPr/>
              </p14:nvContentPartPr>
              <p14:xfrm>
                <a:off x="7915360" y="4058093"/>
                <a:ext cx="101880" cy="982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E22F807-5AAE-733F-84F0-8C1456CC04B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909240" y="4051973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F629C1A-230D-B20B-0F45-FC0007573C18}"/>
                    </a:ext>
                  </a:extLst>
                </p14:cNvPr>
                <p14:cNvContentPartPr/>
                <p14:nvPr/>
              </p14:nvContentPartPr>
              <p14:xfrm>
                <a:off x="8093200" y="3826973"/>
                <a:ext cx="210240" cy="304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F629C1A-230D-B20B-0F45-FC0007573C1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087080" y="3820853"/>
                  <a:ext cx="222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D6A8A6A-F51F-2909-DE38-86A0F6D3ADB2}"/>
                    </a:ext>
                  </a:extLst>
                </p14:cNvPr>
                <p14:cNvContentPartPr/>
                <p14:nvPr/>
              </p14:nvContentPartPr>
              <p14:xfrm>
                <a:off x="8342320" y="4031813"/>
                <a:ext cx="95040" cy="100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D6A8A6A-F51F-2909-DE38-86A0F6D3ADB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36200" y="4025693"/>
                  <a:ext cx="107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708EFE6-A536-D3E6-C99E-0C0EF66E095F}"/>
                    </a:ext>
                  </a:extLst>
                </p14:cNvPr>
                <p14:cNvContentPartPr/>
                <p14:nvPr/>
              </p14:nvContentPartPr>
              <p14:xfrm>
                <a:off x="8506120" y="3748133"/>
                <a:ext cx="179640" cy="410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708EFE6-A536-D3E6-C99E-0C0EF66E095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00000" y="3742013"/>
                  <a:ext cx="1918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16F36E6-A7D6-7703-EA93-B7FE92272931}"/>
                    </a:ext>
                  </a:extLst>
                </p14:cNvPr>
                <p14:cNvContentPartPr/>
                <p14:nvPr/>
              </p14:nvContentPartPr>
              <p14:xfrm>
                <a:off x="8710960" y="3893213"/>
                <a:ext cx="164520" cy="2865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16F36E6-A7D6-7703-EA93-B7FE9227293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04840" y="3887093"/>
                  <a:ext cx="176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3C1232B-9E78-3FAC-FAFF-04B7B3B73300}"/>
                    </a:ext>
                  </a:extLst>
                </p14:cNvPr>
                <p14:cNvContentPartPr/>
                <p14:nvPr/>
              </p14:nvContentPartPr>
              <p14:xfrm>
                <a:off x="8722120" y="4003373"/>
                <a:ext cx="151560" cy="18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3C1232B-9E78-3FAC-FAFF-04B7B3B7330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716000" y="3997253"/>
                  <a:ext cx="163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2C2C58F-2519-A9D6-14E2-D58DB23DAF96}"/>
                    </a:ext>
                  </a:extLst>
                </p14:cNvPr>
                <p14:cNvContentPartPr/>
                <p14:nvPr/>
              </p14:nvContentPartPr>
              <p14:xfrm>
                <a:off x="9113440" y="3906893"/>
                <a:ext cx="198360" cy="13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2C2C58F-2519-A9D6-14E2-D58DB23DAF9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07320" y="3900773"/>
                  <a:ext cx="21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E3A27AF0-B33C-1534-9CB7-1C89B08646F5}"/>
                    </a:ext>
                  </a:extLst>
                </p14:cNvPr>
                <p14:cNvContentPartPr/>
                <p14:nvPr/>
              </p14:nvContentPartPr>
              <p14:xfrm>
                <a:off x="9185800" y="3761453"/>
                <a:ext cx="35640" cy="3373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E3A27AF0-B33C-1534-9CB7-1C89B08646F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79680" y="3755333"/>
                  <a:ext cx="47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012B003-C8CF-BA6C-FBE3-A270F3E84FA1}"/>
                    </a:ext>
                  </a:extLst>
                </p14:cNvPr>
                <p14:cNvContentPartPr/>
                <p14:nvPr/>
              </p14:nvContentPartPr>
              <p14:xfrm>
                <a:off x="9450040" y="3693053"/>
                <a:ext cx="245880" cy="603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012B003-C8CF-BA6C-FBE3-A270F3E84FA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443920" y="3686933"/>
                  <a:ext cx="25812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B498B2F-83FB-1F2B-27C2-D3EBA833F98D}"/>
                    </a:ext>
                  </a:extLst>
                </p14:cNvPr>
                <p14:cNvContentPartPr/>
                <p14:nvPr/>
              </p14:nvContentPartPr>
              <p14:xfrm>
                <a:off x="9702400" y="4004093"/>
                <a:ext cx="158760" cy="206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B498B2F-83FB-1F2B-27C2-D3EBA833F98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96280" y="3997973"/>
                  <a:ext cx="171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7B72077-7BC5-F249-8605-C39D55C29531}"/>
                    </a:ext>
                  </a:extLst>
                </p14:cNvPr>
                <p14:cNvContentPartPr/>
                <p14:nvPr/>
              </p14:nvContentPartPr>
              <p14:xfrm>
                <a:off x="9711040" y="4069613"/>
                <a:ext cx="138240" cy="72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7B72077-7BC5-F249-8605-C39D55C2953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04920" y="4063493"/>
                  <a:ext cx="150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D099434-F23C-9FD5-6E80-181FC49FB1CC}"/>
                    </a:ext>
                  </a:extLst>
                </p14:cNvPr>
                <p14:cNvContentPartPr/>
                <p14:nvPr/>
              </p14:nvContentPartPr>
              <p14:xfrm>
                <a:off x="9758200" y="3611693"/>
                <a:ext cx="161640" cy="148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D099434-F23C-9FD5-6E80-181FC49FB1C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52080" y="3605573"/>
                  <a:ext cx="17388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DE3E1B0D-1E48-7286-D681-7E4161E34C5F}"/>
                  </a:ext>
                </a:extLst>
              </p14:cNvPr>
              <p14:cNvContentPartPr/>
              <p14:nvPr/>
            </p14:nvContentPartPr>
            <p14:xfrm>
              <a:off x="9367600" y="2517653"/>
              <a:ext cx="2492280" cy="4536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DE3E1B0D-1E48-7286-D681-7E4161E34C5F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361480" y="2511533"/>
                <a:ext cx="25045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033DEE90-4A36-9C7E-EA30-719D890F50E3}"/>
                  </a:ext>
                </a:extLst>
              </p14:cNvPr>
              <p14:cNvContentPartPr/>
              <p14:nvPr/>
            </p14:nvContentPartPr>
            <p14:xfrm>
              <a:off x="9315040" y="3518093"/>
              <a:ext cx="1917720" cy="10764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033DEE90-4A36-9C7E-EA30-719D890F50E3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308920" y="3511973"/>
                <a:ext cx="19299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4039E313-D0E4-31F3-4F6C-DBA900A15F8F}"/>
                  </a:ext>
                </a:extLst>
              </p14:cNvPr>
              <p14:cNvContentPartPr/>
              <p14:nvPr/>
            </p14:nvContentPartPr>
            <p14:xfrm>
              <a:off x="6840400" y="4343933"/>
              <a:ext cx="2096640" cy="9468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4039E313-D0E4-31F3-4F6C-DBA900A15F8F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6834280" y="4337813"/>
                <a:ext cx="2108880" cy="10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32557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4563-E059-9149-DE8D-E6C2863B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D20AE5-AB9D-FF95-C3CB-C59B999200CF}"/>
              </a:ext>
            </a:extLst>
          </p:cNvPr>
          <p:cNvGrpSpPr/>
          <p:nvPr/>
        </p:nvGrpSpPr>
        <p:grpSpPr>
          <a:xfrm>
            <a:off x="692681" y="631295"/>
            <a:ext cx="5106527" cy="2740966"/>
            <a:chOff x="692681" y="631295"/>
            <a:chExt cx="5106527" cy="274096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41AFA314-D336-F5AB-D217-3975D7D20531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2F6CEE89-64B2-A95C-6D88-37EA3CDCADEB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BC25219-3F21-1C41-20CB-297270FDB999}"/>
                </a:ext>
              </a:extLst>
            </p:cNvPr>
            <p:cNvCxnSpPr>
              <a:cxnSpLocks/>
              <a:stCxn id="3" idx="6"/>
              <a:endCxn id="7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2D8832-4866-BEC9-2D3D-A5F688A627D1}"/>
                </a:ext>
              </a:extLst>
            </p:cNvPr>
            <p:cNvCxnSpPr>
              <a:cxnSpLocks/>
              <a:stCxn id="3" idx="6"/>
              <a:endCxn id="8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871467F-054D-8450-75AE-61AEDF7C05B5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0C1B47EC-39BA-A124-3EDC-4F00C2805FE1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FC5F87-FCAD-2E21-2CC4-A81A7007E16F}"/>
                </a:ext>
              </a:extLst>
            </p:cNvPr>
            <p:cNvCxnSpPr>
              <a:cxnSpLocks/>
              <a:stCxn id="8" idx="6"/>
              <a:endCxn id="4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C151DA3-620C-F300-C591-5ED100617DFF}"/>
                </a:ext>
              </a:extLst>
            </p:cNvPr>
            <p:cNvCxnSpPr>
              <a:cxnSpLocks/>
              <a:stCxn id="7" idx="6"/>
              <a:endCxn id="4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9ED67F-F0AD-D4F4-DEC9-6514B38C8E5B}"/>
                </a:ext>
              </a:extLst>
            </p:cNvPr>
            <p:cNvSpPr txBox="1"/>
            <p:nvPr/>
          </p:nvSpPr>
          <p:spPr>
            <a:xfrm>
              <a:off x="1757954" y="10481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9A71C9-F0B0-86EA-D645-634870163106}"/>
                </a:ext>
              </a:extLst>
            </p:cNvPr>
            <p:cNvSpPr txBox="1"/>
            <p:nvPr/>
          </p:nvSpPr>
          <p:spPr>
            <a:xfrm rot="2700000">
              <a:off x="1706345" y="241379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D06080-5338-33B1-8D13-F4A188CBC985}"/>
                </a:ext>
              </a:extLst>
            </p:cNvPr>
            <p:cNvSpPr txBox="1"/>
            <p:nvPr/>
          </p:nvSpPr>
          <p:spPr>
            <a:xfrm rot="2700000">
              <a:off x="4056167" y="12880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E12C55-6E9C-EEA1-2147-12CD320206E2}"/>
                </a:ext>
              </a:extLst>
            </p:cNvPr>
            <p:cNvSpPr txBox="1"/>
            <p:nvPr/>
          </p:nvSpPr>
          <p:spPr>
            <a:xfrm rot="18940069">
              <a:off x="3598755" y="1838879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5BF0C62-9F2E-192C-B2FC-D724666D9186}"/>
              </a:ext>
            </a:extLst>
          </p:cNvPr>
          <p:cNvGraphicFramePr>
            <a:graphicFrameLocks noGrp="1"/>
          </p:cNvGraphicFramePr>
          <p:nvPr/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3C72CFF2-B548-C4D8-5552-525B07368A73}"/>
              </a:ext>
            </a:extLst>
          </p:cNvPr>
          <p:cNvGrpSpPr/>
          <p:nvPr/>
        </p:nvGrpSpPr>
        <p:grpSpPr>
          <a:xfrm>
            <a:off x="9594760" y="4942973"/>
            <a:ext cx="511560" cy="1179720"/>
            <a:chOff x="9594760" y="4942973"/>
            <a:chExt cx="511560" cy="11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046466A-861A-56D7-999B-889BA7EAC706}"/>
                    </a:ext>
                  </a:extLst>
                </p14:cNvPr>
                <p14:cNvContentPartPr/>
                <p14:nvPr/>
              </p14:nvContentPartPr>
              <p14:xfrm>
                <a:off x="9594760" y="4942973"/>
                <a:ext cx="389880" cy="424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046466A-861A-56D7-999B-889BA7EAC7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88640" y="4936853"/>
                  <a:ext cx="4021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7B2DEE3-97C1-408D-C47E-C9C5355BA1DE}"/>
                    </a:ext>
                  </a:extLst>
                </p14:cNvPr>
                <p14:cNvContentPartPr/>
                <p14:nvPr/>
              </p14:nvContentPartPr>
              <p14:xfrm>
                <a:off x="9709600" y="5326733"/>
                <a:ext cx="342720" cy="386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7B2DEE3-97C1-408D-C47E-C9C5355BA1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03480" y="5320613"/>
                  <a:ext cx="354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64A784A-F2D4-57B3-5EA1-E5ACECA2509F}"/>
                    </a:ext>
                  </a:extLst>
                </p14:cNvPr>
                <p14:cNvContentPartPr/>
                <p14:nvPr/>
              </p14:nvContentPartPr>
              <p14:xfrm>
                <a:off x="9732280" y="5715893"/>
                <a:ext cx="374040" cy="406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64A784A-F2D4-57B3-5EA1-E5ACECA2509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26160" y="5709773"/>
                  <a:ext cx="386280" cy="41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D8D066B-19DD-373A-00FC-502F3EAF45C3}"/>
              </a:ext>
            </a:extLst>
          </p:cNvPr>
          <p:cNvGrpSpPr/>
          <p:nvPr/>
        </p:nvGrpSpPr>
        <p:grpSpPr>
          <a:xfrm>
            <a:off x="5228304" y="264773"/>
            <a:ext cx="6243480" cy="2808720"/>
            <a:chOff x="5926000" y="316613"/>
            <a:chExt cx="6243480" cy="28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86A46D-1828-DC03-2AB7-F819AA873FAF}"/>
                    </a:ext>
                  </a:extLst>
                </p14:cNvPr>
                <p14:cNvContentPartPr/>
                <p14:nvPr/>
              </p14:nvContentPartPr>
              <p14:xfrm>
                <a:off x="8946760" y="292445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86A46D-1828-DC03-2AB7-F819AA873F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40640" y="29183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051BAC8-E7BC-45CC-C026-EFFF388E028C}"/>
                </a:ext>
              </a:extLst>
            </p:cNvPr>
            <p:cNvGrpSpPr/>
            <p:nvPr/>
          </p:nvGrpSpPr>
          <p:grpSpPr>
            <a:xfrm>
              <a:off x="7110760" y="357293"/>
              <a:ext cx="944280" cy="366840"/>
              <a:chOff x="7110760" y="357293"/>
              <a:chExt cx="944280" cy="366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A17474D2-A150-DF99-5ECA-AA03D17CA2A9}"/>
                      </a:ext>
                    </a:extLst>
                  </p14:cNvPr>
                  <p14:cNvContentPartPr/>
                  <p14:nvPr/>
                </p14:nvContentPartPr>
                <p14:xfrm>
                  <a:off x="7110760" y="362333"/>
                  <a:ext cx="191880" cy="25236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A17474D2-A150-DF99-5ECA-AA03D17CA2A9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104640" y="356213"/>
                    <a:ext cx="204120" cy="264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071ED01C-913E-DFFC-A8B7-A0F914792951}"/>
                      </a:ext>
                    </a:extLst>
                  </p14:cNvPr>
                  <p14:cNvContentPartPr/>
                  <p14:nvPr/>
                </p14:nvContentPartPr>
                <p14:xfrm>
                  <a:off x="7344400" y="536933"/>
                  <a:ext cx="171000" cy="1872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071ED01C-913E-DFFC-A8B7-A0F914792951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338280" y="530813"/>
                    <a:ext cx="183240" cy="19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44E35E03-A592-D2C7-DB82-10117F3E875C}"/>
                      </a:ext>
                    </a:extLst>
                  </p14:cNvPr>
                  <p14:cNvContentPartPr/>
                  <p14:nvPr/>
                </p14:nvContentPartPr>
                <p14:xfrm>
                  <a:off x="7663000" y="475373"/>
                  <a:ext cx="42840" cy="2376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44E35E03-A592-D2C7-DB82-10117F3E875C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656880" y="469253"/>
                    <a:ext cx="5508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A5032943-9F22-CFEB-0CB9-3CD74771072B}"/>
                      </a:ext>
                    </a:extLst>
                  </p14:cNvPr>
                  <p14:cNvContentPartPr/>
                  <p14:nvPr/>
                </p14:nvContentPartPr>
                <p14:xfrm>
                  <a:off x="7802680" y="357293"/>
                  <a:ext cx="219240" cy="2858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A5032943-9F22-CFEB-0CB9-3CD74771072B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7796560" y="351173"/>
                    <a:ext cx="231480" cy="29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BD942088-C49B-84C7-FD44-0BE49CB4ABA1}"/>
                      </a:ext>
                    </a:extLst>
                  </p14:cNvPr>
                  <p14:cNvContentPartPr/>
                  <p14:nvPr/>
                </p14:nvContentPartPr>
                <p14:xfrm>
                  <a:off x="8049280" y="531173"/>
                  <a:ext cx="5760" cy="14184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BD942088-C49B-84C7-FD44-0BE49CB4ABA1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043160" y="525053"/>
                    <a:ext cx="18000" cy="154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59C0B83-3F7E-C568-A3AB-BA303EE0FD95}"/>
                </a:ext>
              </a:extLst>
            </p:cNvPr>
            <p:cNvGrpSpPr/>
            <p:nvPr/>
          </p:nvGrpSpPr>
          <p:grpSpPr>
            <a:xfrm>
              <a:off x="8230000" y="379253"/>
              <a:ext cx="170280" cy="259920"/>
              <a:chOff x="8230000" y="379253"/>
              <a:chExt cx="170280" cy="259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2859BE27-6C50-3177-DB49-ED01D1BD11E8}"/>
                      </a:ext>
                    </a:extLst>
                  </p14:cNvPr>
                  <p14:cNvContentPartPr/>
                  <p14:nvPr/>
                </p14:nvContentPartPr>
                <p14:xfrm>
                  <a:off x="8230000" y="471773"/>
                  <a:ext cx="170280" cy="1512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2859BE27-6C50-3177-DB49-ED01D1BD11E8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223880" y="465653"/>
                    <a:ext cx="182520" cy="27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0B083E07-0420-163D-BFE9-6969311B5117}"/>
                      </a:ext>
                    </a:extLst>
                  </p14:cNvPr>
                  <p14:cNvContentPartPr/>
                  <p14:nvPr/>
                </p14:nvContentPartPr>
                <p14:xfrm>
                  <a:off x="8313160" y="379253"/>
                  <a:ext cx="18000" cy="25992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0B083E07-0420-163D-BFE9-6969311B511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307040" y="373133"/>
                    <a:ext cx="30240" cy="272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35120DF-58DF-8AA7-A826-7FD990861BF4}"/>
                </a:ext>
              </a:extLst>
            </p:cNvPr>
            <p:cNvGrpSpPr/>
            <p:nvPr/>
          </p:nvGrpSpPr>
          <p:grpSpPr>
            <a:xfrm>
              <a:off x="8698000" y="321653"/>
              <a:ext cx="1277640" cy="385200"/>
              <a:chOff x="8698000" y="321653"/>
              <a:chExt cx="1277640" cy="385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D9453785-0CD3-62C2-C7EF-14466A514324}"/>
                      </a:ext>
                    </a:extLst>
                  </p14:cNvPr>
                  <p14:cNvContentPartPr/>
                  <p14:nvPr/>
                </p14:nvContentPartPr>
                <p14:xfrm>
                  <a:off x="8698000" y="321653"/>
                  <a:ext cx="257760" cy="28980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D9453785-0CD3-62C2-C7EF-14466A514324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8691880" y="315533"/>
                    <a:ext cx="270000" cy="302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943F9B20-4536-52EC-C238-D9E23928D9C5}"/>
                      </a:ext>
                    </a:extLst>
                  </p14:cNvPr>
                  <p14:cNvContentPartPr/>
                  <p14:nvPr/>
                </p14:nvContentPartPr>
                <p14:xfrm>
                  <a:off x="8960800" y="530453"/>
                  <a:ext cx="120960" cy="8460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943F9B20-4536-52EC-C238-D9E23928D9C5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8954680" y="524333"/>
                    <a:ext cx="133200" cy="9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E0F9F8CF-1331-E1E4-541F-A095A8717CB2}"/>
                      </a:ext>
                    </a:extLst>
                  </p14:cNvPr>
                  <p14:cNvContentPartPr/>
                  <p14:nvPr/>
                </p14:nvContentPartPr>
                <p14:xfrm>
                  <a:off x="9108760" y="515333"/>
                  <a:ext cx="142560" cy="11952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E0F9F8CF-1331-E1E4-541F-A095A8717CB2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9102640" y="509213"/>
                    <a:ext cx="154800" cy="13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92B88CDA-A6A0-6D60-7EDF-14B2C56CA36A}"/>
                      </a:ext>
                    </a:extLst>
                  </p14:cNvPr>
                  <p14:cNvContentPartPr/>
                  <p14:nvPr/>
                </p14:nvContentPartPr>
                <p14:xfrm>
                  <a:off x="9367240" y="455213"/>
                  <a:ext cx="11520" cy="241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92B88CDA-A6A0-6D60-7EDF-14B2C56CA36A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9361120" y="449093"/>
                    <a:ext cx="23760" cy="3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0283F8D1-2040-C42F-9B82-7553A0643D80}"/>
                      </a:ext>
                    </a:extLst>
                  </p14:cNvPr>
                  <p14:cNvContentPartPr/>
                  <p14:nvPr/>
                </p14:nvContentPartPr>
                <p14:xfrm>
                  <a:off x="9530680" y="329573"/>
                  <a:ext cx="295560" cy="34740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0283F8D1-2040-C42F-9B82-7553A0643D80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9524560" y="323453"/>
                    <a:ext cx="307800" cy="359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051ED19D-676E-EC93-533A-F77A22074F65}"/>
                      </a:ext>
                    </a:extLst>
                  </p14:cNvPr>
                  <p14:cNvContentPartPr/>
                  <p14:nvPr/>
                </p14:nvContentPartPr>
                <p14:xfrm>
                  <a:off x="9841720" y="626573"/>
                  <a:ext cx="133920" cy="8028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051ED19D-676E-EC93-533A-F77A22074F65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9835600" y="620453"/>
                    <a:ext cx="146160" cy="925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0CA2B7B-4527-7F49-4ABB-108157372F52}"/>
                </a:ext>
              </a:extLst>
            </p:cNvPr>
            <p:cNvGrpSpPr/>
            <p:nvPr/>
          </p:nvGrpSpPr>
          <p:grpSpPr>
            <a:xfrm>
              <a:off x="6406960" y="1078013"/>
              <a:ext cx="661320" cy="356040"/>
              <a:chOff x="6406960" y="1078013"/>
              <a:chExt cx="661320" cy="356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D3BAD42A-95E0-0A65-086E-BDCD30BBF209}"/>
                      </a:ext>
                    </a:extLst>
                  </p14:cNvPr>
                  <p14:cNvContentPartPr/>
                  <p14:nvPr/>
                </p14:nvContentPartPr>
                <p14:xfrm>
                  <a:off x="6406960" y="1078013"/>
                  <a:ext cx="24840" cy="32652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D3BAD42A-95E0-0A65-086E-BDCD30BBF209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400840" y="1071893"/>
                    <a:ext cx="37080" cy="33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41AE6A0B-7DDB-7040-E135-7B92216FC904}"/>
                      </a:ext>
                    </a:extLst>
                  </p14:cNvPr>
                  <p14:cNvContentPartPr/>
                  <p14:nvPr/>
                </p14:nvContentPartPr>
                <p14:xfrm>
                  <a:off x="6476440" y="1253693"/>
                  <a:ext cx="66240" cy="12924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41AE6A0B-7DDB-7040-E135-7B92216FC904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470320" y="1247573"/>
                    <a:ext cx="78480" cy="141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010462C5-905E-B922-1EAF-0CCF20C50573}"/>
                      </a:ext>
                    </a:extLst>
                  </p14:cNvPr>
                  <p14:cNvContentPartPr/>
                  <p14:nvPr/>
                </p14:nvContentPartPr>
                <p14:xfrm>
                  <a:off x="6584440" y="1241093"/>
                  <a:ext cx="102600" cy="18000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010462C5-905E-B922-1EAF-0CCF20C50573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578320" y="1234973"/>
                    <a:ext cx="114840" cy="19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D6AF9054-A004-D027-6424-57BC28E8096E}"/>
                      </a:ext>
                    </a:extLst>
                  </p14:cNvPr>
                  <p14:cNvContentPartPr/>
                  <p14:nvPr/>
                </p14:nvContentPartPr>
                <p14:xfrm>
                  <a:off x="6729160" y="1265573"/>
                  <a:ext cx="87840" cy="1684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D6AF9054-A004-D027-6424-57BC28E8096E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6723040" y="1259453"/>
                    <a:ext cx="100080" cy="180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437428F2-5926-4BA3-2455-66F1366045CE}"/>
                      </a:ext>
                    </a:extLst>
                  </p14:cNvPr>
                  <p14:cNvContentPartPr/>
                  <p14:nvPr/>
                </p14:nvContentPartPr>
                <p14:xfrm>
                  <a:off x="6959920" y="1269893"/>
                  <a:ext cx="108360" cy="756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437428F2-5926-4BA3-2455-66F1366045CE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6953800" y="1263773"/>
                    <a:ext cx="12060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C9B1D2C0-E746-AACE-BDA7-C336FBBF8C6E}"/>
                      </a:ext>
                    </a:extLst>
                  </p14:cNvPr>
                  <p14:cNvContentPartPr/>
                  <p14:nvPr/>
                </p14:nvContentPartPr>
                <p14:xfrm>
                  <a:off x="6971440" y="1345853"/>
                  <a:ext cx="88200" cy="46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C9B1D2C0-E746-AACE-BDA7-C336FBBF8C6E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6965320" y="1339733"/>
                    <a:ext cx="100440" cy="16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E8CA558-A52C-76A2-9AC8-03B6749259F8}"/>
                </a:ext>
              </a:extLst>
            </p:cNvPr>
            <p:cNvGrpSpPr/>
            <p:nvPr/>
          </p:nvGrpSpPr>
          <p:grpSpPr>
            <a:xfrm>
              <a:off x="6941920" y="1718813"/>
              <a:ext cx="131760" cy="80280"/>
              <a:chOff x="6941920" y="1718813"/>
              <a:chExt cx="131760" cy="80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C2E0C1F6-89D6-5CCF-E5B6-8BAA4F133586}"/>
                      </a:ext>
                    </a:extLst>
                  </p14:cNvPr>
                  <p14:cNvContentPartPr/>
                  <p14:nvPr/>
                </p14:nvContentPartPr>
                <p14:xfrm>
                  <a:off x="6941920" y="1718813"/>
                  <a:ext cx="126360" cy="2520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C2E0C1F6-89D6-5CCF-E5B6-8BAA4F133586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6935800" y="1712693"/>
                    <a:ext cx="138600" cy="3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61424577-823A-8AB5-08A3-92C3B6395256}"/>
                      </a:ext>
                    </a:extLst>
                  </p14:cNvPr>
                  <p14:cNvContentPartPr/>
                  <p14:nvPr/>
                </p14:nvContentPartPr>
                <p14:xfrm>
                  <a:off x="6959920" y="1784693"/>
                  <a:ext cx="113760" cy="1440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61424577-823A-8AB5-08A3-92C3B6395256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6953800" y="1778573"/>
                    <a:ext cx="126000" cy="26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CF41ADD-97BD-2753-7D20-E881089CF177}"/>
                </a:ext>
              </a:extLst>
            </p:cNvPr>
            <p:cNvGrpSpPr/>
            <p:nvPr/>
          </p:nvGrpSpPr>
          <p:grpSpPr>
            <a:xfrm>
              <a:off x="6901240" y="2310293"/>
              <a:ext cx="185760" cy="124200"/>
              <a:chOff x="6901240" y="2310293"/>
              <a:chExt cx="185760" cy="124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8451BFC1-32B3-02BE-5669-5114BA468D0E}"/>
                      </a:ext>
                    </a:extLst>
                  </p14:cNvPr>
                  <p14:cNvContentPartPr/>
                  <p14:nvPr/>
                </p14:nvContentPartPr>
                <p14:xfrm>
                  <a:off x="6901240" y="2310293"/>
                  <a:ext cx="171720" cy="1260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8451BFC1-32B3-02BE-5669-5114BA468D0E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6895120" y="2304173"/>
                    <a:ext cx="183960" cy="2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23A18697-8F7A-C447-8DB0-337A3FEC83B8}"/>
                      </a:ext>
                    </a:extLst>
                  </p14:cNvPr>
                  <p14:cNvContentPartPr/>
                  <p14:nvPr/>
                </p14:nvContentPartPr>
                <p14:xfrm>
                  <a:off x="6921760" y="2412893"/>
                  <a:ext cx="165240" cy="2160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23A18697-8F7A-C447-8DB0-337A3FEC83B8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6915640" y="2406773"/>
                    <a:ext cx="177480" cy="33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F42E5C52-8E67-E95D-84BB-54625FC81097}"/>
                </a:ext>
              </a:extLst>
            </p:cNvPr>
            <p:cNvGrpSpPr/>
            <p:nvPr/>
          </p:nvGrpSpPr>
          <p:grpSpPr>
            <a:xfrm>
              <a:off x="6405160" y="316613"/>
              <a:ext cx="504720" cy="524520"/>
              <a:chOff x="6405160" y="316613"/>
              <a:chExt cx="504720" cy="524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995FA9F0-0ADA-60EA-4912-35A3AADB9B04}"/>
                      </a:ext>
                    </a:extLst>
                  </p14:cNvPr>
                  <p14:cNvContentPartPr/>
                  <p14:nvPr/>
                </p14:nvContentPartPr>
                <p14:xfrm>
                  <a:off x="6405160" y="316613"/>
                  <a:ext cx="207720" cy="4251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995FA9F0-0ADA-60EA-4912-35A3AADB9B04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6399040" y="310493"/>
                    <a:ext cx="219960" cy="437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94E1D6D9-93D7-CA1B-E055-35DC4526FD3E}"/>
                      </a:ext>
                    </a:extLst>
                  </p14:cNvPr>
                  <p14:cNvContentPartPr/>
                  <p14:nvPr/>
                </p14:nvContentPartPr>
                <p14:xfrm>
                  <a:off x="6752920" y="422093"/>
                  <a:ext cx="128520" cy="3204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94E1D6D9-93D7-CA1B-E055-35DC4526FD3E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6746800" y="415973"/>
                    <a:ext cx="140760" cy="4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89331C67-63C0-3C83-5931-CB05957B4789}"/>
                      </a:ext>
                    </a:extLst>
                  </p14:cNvPr>
                  <p14:cNvContentPartPr/>
                  <p14:nvPr/>
                </p14:nvContentPartPr>
                <p14:xfrm>
                  <a:off x="6768760" y="511013"/>
                  <a:ext cx="141120" cy="2916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89331C67-63C0-3C83-5931-CB05957B4789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6762640" y="504893"/>
                    <a:ext cx="153360" cy="4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435E0A08-1B0A-8DF1-FB38-B0FE5EBAFD6C}"/>
                      </a:ext>
                    </a:extLst>
                  </p14:cNvPr>
                  <p14:cNvContentPartPr/>
                  <p14:nvPr/>
                </p14:nvContentPartPr>
                <p14:xfrm>
                  <a:off x="6705760" y="631613"/>
                  <a:ext cx="22680" cy="209520"/>
                </p14:xfrm>
              </p:contentPart>
            </mc:Choice>
            <mc:Fallback xmlns=""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435E0A08-1B0A-8DF1-FB38-B0FE5EBAFD6C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6699640" y="625493"/>
                    <a:ext cx="34920" cy="22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D81003BB-D3EB-493E-E774-B85D7797BA57}"/>
                      </a:ext>
                    </a:extLst>
                  </p14:cNvPr>
                  <p14:cNvContentPartPr/>
                  <p14:nvPr/>
                </p14:nvContentPartPr>
                <p14:xfrm>
                  <a:off x="6705760" y="640253"/>
                  <a:ext cx="112320" cy="9756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D81003BB-D3EB-493E-E774-B85D7797BA57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6699640" y="634133"/>
                    <a:ext cx="124560" cy="109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A477B6D4-378E-D4E6-50B8-C11C1B78E696}"/>
                </a:ext>
              </a:extLst>
            </p:cNvPr>
            <p:cNvGrpSpPr/>
            <p:nvPr/>
          </p:nvGrpSpPr>
          <p:grpSpPr>
            <a:xfrm>
              <a:off x="7284640" y="919613"/>
              <a:ext cx="2597040" cy="1639800"/>
              <a:chOff x="7284640" y="919613"/>
              <a:chExt cx="2597040" cy="163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C4B11D50-BF9F-D063-F94C-5FA319435E4E}"/>
                      </a:ext>
                    </a:extLst>
                  </p14:cNvPr>
                  <p14:cNvContentPartPr/>
                  <p14:nvPr/>
                </p14:nvContentPartPr>
                <p14:xfrm>
                  <a:off x="7366720" y="979733"/>
                  <a:ext cx="134640" cy="45216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C4B11D50-BF9F-D063-F94C-5FA319435E4E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7360600" y="973613"/>
                    <a:ext cx="146880" cy="464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AAA95177-FEED-F670-D2E1-AFE3EE1D69FA}"/>
                      </a:ext>
                    </a:extLst>
                  </p14:cNvPr>
                  <p14:cNvContentPartPr/>
                  <p14:nvPr/>
                </p14:nvContentPartPr>
                <p14:xfrm>
                  <a:off x="7710160" y="1047053"/>
                  <a:ext cx="144360" cy="37404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AAA95177-FEED-F670-D2E1-AFE3EE1D69FA}"/>
                      </a:ext>
                    </a:extLst>
                  </p:cNvPr>
                  <p:cNvPicPr/>
                  <p:nvPr/>
                </p:nvPicPr>
                <p:blipFill>
                  <a:blip r:embed="rId69"/>
                  <a:stretch>
                    <a:fillRect/>
                  </a:stretch>
                </p:blipFill>
                <p:spPr>
                  <a:xfrm>
                    <a:off x="7704040" y="1040933"/>
                    <a:ext cx="156600" cy="38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1B1331EE-CBA7-AA62-DD4A-C0C9C5A5A08C}"/>
                      </a:ext>
                    </a:extLst>
                  </p14:cNvPr>
                  <p14:cNvContentPartPr/>
                  <p14:nvPr/>
                </p14:nvContentPartPr>
                <p14:xfrm>
                  <a:off x="7944520" y="1305893"/>
                  <a:ext cx="23040" cy="23220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1B1331EE-CBA7-AA62-DD4A-C0C9C5A5A08C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7938400" y="1299773"/>
                    <a:ext cx="35280" cy="244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A41F7868-1B58-CEA0-07D2-08875635F465}"/>
                      </a:ext>
                    </a:extLst>
                  </p14:cNvPr>
                  <p14:cNvContentPartPr/>
                  <p14:nvPr/>
                </p14:nvContentPartPr>
                <p14:xfrm>
                  <a:off x="7915360" y="1292573"/>
                  <a:ext cx="154080" cy="12132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A41F7868-1B58-CEA0-07D2-08875635F465}"/>
                      </a:ext>
                    </a:extLst>
                  </p:cNvPr>
                  <p:cNvPicPr/>
                  <p:nvPr/>
                </p:nvPicPr>
                <p:blipFill>
                  <a:blip r:embed="rId73"/>
                  <a:stretch>
                    <a:fillRect/>
                  </a:stretch>
                </p:blipFill>
                <p:spPr>
                  <a:xfrm>
                    <a:off x="7909240" y="1286453"/>
                    <a:ext cx="166320" cy="133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A953803A-267B-68CC-4A92-0A13EC6D0669}"/>
                      </a:ext>
                    </a:extLst>
                  </p14:cNvPr>
                  <p14:cNvContentPartPr/>
                  <p14:nvPr/>
                </p14:nvContentPartPr>
                <p14:xfrm>
                  <a:off x="8347000" y="1196453"/>
                  <a:ext cx="141480" cy="936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A953803A-267B-68CC-4A92-0A13EC6D0669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8340880" y="1190333"/>
                    <a:ext cx="153720" cy="21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592FDA7A-8694-CD22-B226-B210A46222EF}"/>
                      </a:ext>
                    </a:extLst>
                  </p14:cNvPr>
                  <p14:cNvContentPartPr/>
                  <p14:nvPr/>
                </p14:nvContentPartPr>
                <p14:xfrm>
                  <a:off x="8619160" y="972893"/>
                  <a:ext cx="200880" cy="520560"/>
                </p14:xfrm>
              </p:contentPart>
            </mc:Choice>
            <mc:Fallback xmlns=""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592FDA7A-8694-CD22-B226-B210A46222EF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8613040" y="966773"/>
                    <a:ext cx="213120" cy="53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D821D27F-9086-00E0-A758-E9C0C323E971}"/>
                      </a:ext>
                    </a:extLst>
                  </p14:cNvPr>
                  <p14:cNvContentPartPr/>
                  <p14:nvPr/>
                </p14:nvContentPartPr>
                <p14:xfrm>
                  <a:off x="8863960" y="1227413"/>
                  <a:ext cx="165960" cy="27252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D821D27F-9086-00E0-A758-E9C0C323E971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8857840" y="1221293"/>
                    <a:ext cx="178200" cy="28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F21D580B-6815-C79E-A350-741BA67354B5}"/>
                      </a:ext>
                    </a:extLst>
                  </p14:cNvPr>
                  <p14:cNvContentPartPr/>
                  <p14:nvPr/>
                </p14:nvContentPartPr>
                <p14:xfrm>
                  <a:off x="9108760" y="1109333"/>
                  <a:ext cx="69480" cy="3024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F21D580B-6815-C79E-A350-741BA67354B5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9102640" y="1103213"/>
                    <a:ext cx="81720" cy="31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809F3EBF-B5CA-F765-898B-88DC3D4F9FC9}"/>
                      </a:ext>
                    </a:extLst>
                  </p14:cNvPr>
                  <p14:cNvContentPartPr/>
                  <p14:nvPr/>
                </p14:nvContentPartPr>
                <p14:xfrm>
                  <a:off x="9293080" y="919613"/>
                  <a:ext cx="123120" cy="15552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809F3EBF-B5CA-F765-898B-88DC3D4F9FC9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9286960" y="913493"/>
                    <a:ext cx="135360" cy="16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CF19223B-9835-5928-5407-36A196352E17}"/>
                      </a:ext>
                    </a:extLst>
                  </p14:cNvPr>
                  <p14:cNvContentPartPr/>
                  <p14:nvPr/>
                </p14:nvContentPartPr>
                <p14:xfrm>
                  <a:off x="7321720" y="1624853"/>
                  <a:ext cx="115200" cy="31284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CF19223B-9835-5928-5407-36A196352E17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7315600" y="1618733"/>
                    <a:ext cx="127440" cy="32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2C8F3951-5116-FF2D-79B6-F6CC2051AF89}"/>
                      </a:ext>
                    </a:extLst>
                  </p14:cNvPr>
                  <p14:cNvContentPartPr/>
                  <p14:nvPr/>
                </p14:nvContentPartPr>
                <p14:xfrm>
                  <a:off x="7528720" y="1823933"/>
                  <a:ext cx="15840" cy="23004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2C8F3951-5116-FF2D-79B6-F6CC2051AF89}"/>
                      </a:ext>
                    </a:extLst>
                  </p:cNvPr>
                  <p:cNvPicPr/>
                  <p:nvPr/>
                </p:nvPicPr>
                <p:blipFill>
                  <a:blip r:embed="rId87"/>
                  <a:stretch>
                    <a:fillRect/>
                  </a:stretch>
                </p:blipFill>
                <p:spPr>
                  <a:xfrm>
                    <a:off x="7522600" y="1817813"/>
                    <a:ext cx="28080" cy="24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5B1F701D-4EA7-1781-0756-C39BCE8B66D1}"/>
                      </a:ext>
                    </a:extLst>
                  </p14:cNvPr>
                  <p14:cNvContentPartPr/>
                  <p14:nvPr/>
                </p14:nvContentPartPr>
                <p14:xfrm>
                  <a:off x="7507120" y="1811333"/>
                  <a:ext cx="113040" cy="1072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5B1F701D-4EA7-1781-0756-C39BCE8B66D1}"/>
                      </a:ext>
                    </a:extLst>
                  </p:cNvPr>
                  <p:cNvPicPr/>
                  <p:nvPr/>
                </p:nvPicPr>
                <p:blipFill>
                  <a:blip r:embed="rId89"/>
                  <a:stretch>
                    <a:fillRect/>
                  </a:stretch>
                </p:blipFill>
                <p:spPr>
                  <a:xfrm>
                    <a:off x="7501000" y="1805213"/>
                    <a:ext cx="125280" cy="11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936A9856-BD28-D84C-8F31-B72A0BC79DC4}"/>
                      </a:ext>
                    </a:extLst>
                  </p14:cNvPr>
                  <p14:cNvContentPartPr/>
                  <p14:nvPr/>
                </p14:nvContentPartPr>
                <p14:xfrm>
                  <a:off x="7600360" y="1582373"/>
                  <a:ext cx="96120" cy="9324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936A9856-BD28-D84C-8F31-B72A0BC79DC4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7594240" y="1576253"/>
                    <a:ext cx="108360" cy="105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61C123AA-83D0-E274-7052-414B63A9E9B0}"/>
                      </a:ext>
                    </a:extLst>
                  </p14:cNvPr>
                  <p14:cNvContentPartPr/>
                  <p14:nvPr/>
                </p14:nvContentPartPr>
                <p14:xfrm>
                  <a:off x="7843360" y="1756613"/>
                  <a:ext cx="137880" cy="504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61C123AA-83D0-E274-7052-414B63A9E9B0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7837240" y="1750493"/>
                    <a:ext cx="150120" cy="1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43A7FB8B-7500-8217-36AE-FB720385CA5C}"/>
                      </a:ext>
                    </a:extLst>
                  </p14:cNvPr>
                  <p14:cNvContentPartPr/>
                  <p14:nvPr/>
                </p14:nvContentPartPr>
                <p14:xfrm>
                  <a:off x="8092840" y="1685333"/>
                  <a:ext cx="153720" cy="14760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43A7FB8B-7500-8217-36AE-FB720385CA5C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8086720" y="1679213"/>
                    <a:ext cx="165960" cy="15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0A516130-7945-A605-677C-05AF1F709232}"/>
                      </a:ext>
                    </a:extLst>
                  </p14:cNvPr>
                  <p14:cNvContentPartPr/>
                  <p14:nvPr/>
                </p14:nvContentPartPr>
                <p14:xfrm>
                  <a:off x="8352040" y="1563293"/>
                  <a:ext cx="121320" cy="39420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0A516130-7945-A605-677C-05AF1F709232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8345920" y="1557173"/>
                    <a:ext cx="133560" cy="406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44883D3E-9714-2D16-9A59-B1164A998A46}"/>
                      </a:ext>
                    </a:extLst>
                  </p14:cNvPr>
                  <p14:cNvContentPartPr/>
                  <p14:nvPr/>
                </p14:nvContentPartPr>
                <p14:xfrm>
                  <a:off x="8554360" y="1810253"/>
                  <a:ext cx="26640" cy="27612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44883D3E-9714-2D16-9A59-B1164A998A46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8548240" y="1804133"/>
                    <a:ext cx="38880" cy="28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7DFD434D-7541-AA40-2A3E-3B4B6F1FEC25}"/>
                      </a:ext>
                    </a:extLst>
                  </p14:cNvPr>
                  <p14:cNvContentPartPr/>
                  <p14:nvPr/>
                </p14:nvContentPartPr>
                <p14:xfrm>
                  <a:off x="8523760" y="1787213"/>
                  <a:ext cx="151200" cy="1389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7DFD434D-7541-AA40-2A3E-3B4B6F1FEC25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8517640" y="1781093"/>
                    <a:ext cx="163440" cy="15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805EA29B-BFAD-DCBB-77E3-949DBB0617A3}"/>
                      </a:ext>
                    </a:extLst>
                  </p14:cNvPr>
                  <p14:cNvContentPartPr/>
                  <p14:nvPr/>
                </p14:nvContentPartPr>
                <p14:xfrm>
                  <a:off x="8704840" y="1579133"/>
                  <a:ext cx="184320" cy="41832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805EA29B-BFAD-DCBB-77E3-949DBB0617A3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8698720" y="1573013"/>
                    <a:ext cx="196560" cy="430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E134C4CF-34F2-175D-8708-B24B04339531}"/>
                      </a:ext>
                    </a:extLst>
                  </p14:cNvPr>
                  <p14:cNvContentPartPr/>
                  <p14:nvPr/>
                </p14:nvContentPartPr>
                <p14:xfrm>
                  <a:off x="8877280" y="1833293"/>
                  <a:ext cx="141840" cy="2358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E134C4CF-34F2-175D-8708-B24B04339531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8871160" y="1827173"/>
                    <a:ext cx="154080" cy="24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7D07AA73-DDCF-EB43-C97A-A42977331D63}"/>
                      </a:ext>
                    </a:extLst>
                  </p14:cNvPr>
                  <p14:cNvContentPartPr/>
                  <p14:nvPr/>
                </p14:nvContentPartPr>
                <p14:xfrm>
                  <a:off x="8894920" y="1934813"/>
                  <a:ext cx="112320" cy="756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7D07AA73-DDCF-EB43-C97A-A42977331D63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8888800" y="1928693"/>
                    <a:ext cx="12456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8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A7635761-D4D6-CE97-C1B7-4B8B1CD5CFC8}"/>
                      </a:ext>
                    </a:extLst>
                  </p14:cNvPr>
                  <p14:cNvContentPartPr/>
                  <p14:nvPr/>
                </p14:nvContentPartPr>
                <p14:xfrm>
                  <a:off x="9173920" y="1724573"/>
                  <a:ext cx="177480" cy="2592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A7635761-D4D6-CE97-C1B7-4B8B1CD5CFC8}"/>
                      </a:ext>
                    </a:extLst>
                  </p:cNvPr>
                  <p:cNvPicPr/>
                  <p:nvPr/>
                </p:nvPicPr>
                <p:blipFill>
                  <a:blip r:embed="rId109"/>
                  <a:stretch>
                    <a:fillRect/>
                  </a:stretch>
                </p:blipFill>
                <p:spPr>
                  <a:xfrm>
                    <a:off x="9167800" y="1718453"/>
                    <a:ext cx="189720" cy="3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0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2754EA19-A95F-F2CA-E1BE-44E1CE8203E3}"/>
                      </a:ext>
                    </a:extLst>
                  </p14:cNvPr>
                  <p14:cNvContentPartPr/>
                  <p14:nvPr/>
                </p14:nvContentPartPr>
                <p14:xfrm>
                  <a:off x="9270400" y="1609373"/>
                  <a:ext cx="16560" cy="2646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2754EA19-A95F-F2CA-E1BE-44E1CE8203E3}"/>
                      </a:ext>
                    </a:extLst>
                  </p:cNvPr>
                  <p:cNvPicPr/>
                  <p:nvPr/>
                </p:nvPicPr>
                <p:blipFill>
                  <a:blip r:embed="rId111"/>
                  <a:stretch>
                    <a:fillRect/>
                  </a:stretch>
                </p:blipFill>
                <p:spPr>
                  <a:xfrm>
                    <a:off x="9264280" y="1603253"/>
                    <a:ext cx="28800" cy="27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2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9D3BE956-8EE5-47D8-7EC5-37CDAA3BB077}"/>
                      </a:ext>
                    </a:extLst>
                  </p14:cNvPr>
                  <p14:cNvContentPartPr/>
                  <p14:nvPr/>
                </p14:nvContentPartPr>
                <p14:xfrm>
                  <a:off x="9453640" y="1528373"/>
                  <a:ext cx="222480" cy="4032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9D3BE956-8EE5-47D8-7EC5-37CDAA3BB077}"/>
                      </a:ext>
                    </a:extLst>
                  </p:cNvPr>
                  <p:cNvPicPr/>
                  <p:nvPr/>
                </p:nvPicPr>
                <p:blipFill>
                  <a:blip r:embed="rId113"/>
                  <a:stretch>
                    <a:fillRect/>
                  </a:stretch>
                </p:blipFill>
                <p:spPr>
                  <a:xfrm>
                    <a:off x="9447520" y="1522253"/>
                    <a:ext cx="234720" cy="415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4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DE43517E-B872-DBAE-12E0-66A7E0FA01AF}"/>
                      </a:ext>
                    </a:extLst>
                  </p14:cNvPr>
                  <p14:cNvContentPartPr/>
                  <p14:nvPr/>
                </p14:nvContentPartPr>
                <p14:xfrm>
                  <a:off x="9614560" y="1821413"/>
                  <a:ext cx="201600" cy="23652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DE43517E-B872-DBAE-12E0-66A7E0FA01AF}"/>
                      </a:ext>
                    </a:extLst>
                  </p:cNvPr>
                  <p:cNvPicPr/>
                  <p:nvPr/>
                </p:nvPicPr>
                <p:blipFill>
                  <a:blip r:embed="rId115"/>
                  <a:stretch>
                    <a:fillRect/>
                  </a:stretch>
                </p:blipFill>
                <p:spPr>
                  <a:xfrm>
                    <a:off x="9608440" y="1815293"/>
                    <a:ext cx="213840" cy="24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CCEC3257-B39F-9CA9-A438-5C7C9AED4D0D}"/>
                      </a:ext>
                    </a:extLst>
                  </p14:cNvPr>
                  <p14:cNvContentPartPr/>
                  <p14:nvPr/>
                </p14:nvContentPartPr>
                <p14:xfrm>
                  <a:off x="9686200" y="1890533"/>
                  <a:ext cx="130320" cy="140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CCEC3257-B39F-9CA9-A438-5C7C9AED4D0D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9680080" y="1884413"/>
                    <a:ext cx="142560" cy="2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8876941A-04D8-2754-140F-592F463809CB}"/>
                      </a:ext>
                    </a:extLst>
                  </p14:cNvPr>
                  <p14:cNvContentPartPr/>
                  <p14:nvPr/>
                </p14:nvContentPartPr>
                <p14:xfrm>
                  <a:off x="9794560" y="1493093"/>
                  <a:ext cx="87120" cy="14328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8876941A-04D8-2754-140F-592F463809CB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9788440" y="1486973"/>
                    <a:ext cx="99360" cy="15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7F8CB2E9-C4C6-3FCC-9211-366C116A9221}"/>
                      </a:ext>
                    </a:extLst>
                  </p14:cNvPr>
                  <p14:cNvContentPartPr/>
                  <p14:nvPr/>
                </p14:nvContentPartPr>
                <p14:xfrm>
                  <a:off x="7284640" y="2147573"/>
                  <a:ext cx="84960" cy="35856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7F8CB2E9-C4C6-3FCC-9211-366C116A9221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7278520" y="2141453"/>
                    <a:ext cx="97200" cy="370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3EA9A288-28EE-7A7A-3804-EFCC8E37EB9F}"/>
                      </a:ext>
                    </a:extLst>
                  </p14:cNvPr>
                  <p14:cNvContentPartPr/>
                  <p14:nvPr/>
                </p14:nvContentPartPr>
                <p14:xfrm>
                  <a:off x="7467520" y="2223173"/>
                  <a:ext cx="181080" cy="22536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3EA9A288-28EE-7A7A-3804-EFCC8E37EB9F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7461400" y="2217053"/>
                    <a:ext cx="193320" cy="23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F602695C-5CBB-2854-0D60-596C7DA5E7D3}"/>
                      </a:ext>
                    </a:extLst>
                  </p14:cNvPr>
                  <p14:cNvContentPartPr/>
                  <p14:nvPr/>
                </p14:nvContentPartPr>
                <p14:xfrm>
                  <a:off x="7688200" y="2386253"/>
                  <a:ext cx="69480" cy="6300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F602695C-5CBB-2854-0D60-596C7DA5E7D3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7682080" y="2380133"/>
                    <a:ext cx="81720" cy="75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6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E2F3C326-101C-D66A-0D18-92199EA2ECBA}"/>
                      </a:ext>
                    </a:extLst>
                  </p14:cNvPr>
                  <p14:cNvContentPartPr/>
                  <p14:nvPr/>
                </p14:nvContentPartPr>
                <p14:xfrm>
                  <a:off x="7821400" y="2361773"/>
                  <a:ext cx="24120" cy="197640"/>
                </p14:xfrm>
              </p:contentPart>
            </mc:Choice>
            <mc:Fallback xmlns=""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E2F3C326-101C-D66A-0D18-92199EA2ECBA}"/>
                      </a:ext>
                    </a:extLst>
                  </p:cNvPr>
                  <p:cNvPicPr/>
                  <p:nvPr/>
                </p:nvPicPr>
                <p:blipFill>
                  <a:blip r:embed="rId127"/>
                  <a:stretch>
                    <a:fillRect/>
                  </a:stretch>
                </p:blipFill>
                <p:spPr>
                  <a:xfrm>
                    <a:off x="7815280" y="2355653"/>
                    <a:ext cx="36360" cy="209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8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9AD73B03-A0E1-DCF7-9E5A-ECE112605A9A}"/>
                      </a:ext>
                    </a:extLst>
                  </p14:cNvPr>
                  <p14:cNvContentPartPr/>
                  <p14:nvPr/>
                </p14:nvContentPartPr>
                <p14:xfrm>
                  <a:off x="7958200" y="2237933"/>
                  <a:ext cx="210960" cy="275400"/>
                </p14:xfrm>
              </p:contentPart>
            </mc:Choice>
            <mc:Fallback xmlns=""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9AD73B03-A0E1-DCF7-9E5A-ECE112605A9A}"/>
                      </a:ext>
                    </a:extLst>
                  </p:cNvPr>
                  <p:cNvPicPr/>
                  <p:nvPr/>
                </p:nvPicPr>
                <p:blipFill>
                  <a:blip r:embed="rId129"/>
                  <a:stretch>
                    <a:fillRect/>
                  </a:stretch>
                </p:blipFill>
                <p:spPr>
                  <a:xfrm>
                    <a:off x="7952080" y="2231813"/>
                    <a:ext cx="223200" cy="28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0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2844311C-4247-4C06-6722-4FA9C6BA4813}"/>
                      </a:ext>
                    </a:extLst>
                  </p14:cNvPr>
                  <p14:cNvContentPartPr/>
                  <p14:nvPr/>
                </p14:nvContentPartPr>
                <p14:xfrm>
                  <a:off x="8188960" y="2433413"/>
                  <a:ext cx="6840" cy="8712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2844311C-4247-4C06-6722-4FA9C6BA4813}"/>
                      </a:ext>
                    </a:extLst>
                  </p:cNvPr>
                  <p:cNvPicPr/>
                  <p:nvPr/>
                </p:nvPicPr>
                <p:blipFill>
                  <a:blip r:embed="rId131"/>
                  <a:stretch>
                    <a:fillRect/>
                  </a:stretch>
                </p:blipFill>
                <p:spPr>
                  <a:xfrm>
                    <a:off x="8182840" y="2427293"/>
                    <a:ext cx="19080" cy="9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2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4413E5D5-1ABB-3626-CAE9-D1D6D241F96C}"/>
                      </a:ext>
                    </a:extLst>
                  </p14:cNvPr>
                  <p14:cNvContentPartPr/>
                  <p14:nvPr/>
                </p14:nvContentPartPr>
                <p14:xfrm>
                  <a:off x="8410000" y="2329013"/>
                  <a:ext cx="136440" cy="3960"/>
                </p14:xfrm>
              </p:contentPart>
            </mc:Choice>
            <mc:Fallback xmlns=""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4413E5D5-1ABB-3626-CAE9-D1D6D241F96C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8403880" y="2322893"/>
                    <a:ext cx="148680" cy="1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0BEFDFCC-F419-F4FE-AF5E-1E621BA8FA28}"/>
                      </a:ext>
                    </a:extLst>
                  </p14:cNvPr>
                  <p14:cNvContentPartPr/>
                  <p14:nvPr/>
                </p14:nvContentPartPr>
                <p14:xfrm>
                  <a:off x="8476960" y="2214533"/>
                  <a:ext cx="9720" cy="23760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0BEFDFCC-F419-F4FE-AF5E-1E621BA8FA28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8470840" y="2208413"/>
                    <a:ext cx="21960" cy="24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BD06E2FB-BBC7-5EE3-5EC1-CDA3D08F51E0}"/>
                      </a:ext>
                    </a:extLst>
                  </p14:cNvPr>
                  <p14:cNvContentPartPr/>
                  <p14:nvPr/>
                </p14:nvContentPartPr>
                <p14:xfrm>
                  <a:off x="8685760" y="2252333"/>
                  <a:ext cx="155880" cy="19620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BD06E2FB-BBC7-5EE3-5EC1-CDA3D08F51E0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8679640" y="2246213"/>
                    <a:ext cx="168120" cy="20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DEB78B40-B9CC-8641-20CE-103C95F15F68}"/>
                      </a:ext>
                    </a:extLst>
                  </p14:cNvPr>
                  <p14:cNvContentPartPr/>
                  <p14:nvPr/>
                </p14:nvContentPartPr>
                <p14:xfrm>
                  <a:off x="8881600" y="2386253"/>
                  <a:ext cx="60480" cy="8784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DEB78B40-B9CC-8641-20CE-103C95F15F68}"/>
                      </a:ext>
                    </a:extLst>
                  </p:cNvPr>
                  <p:cNvPicPr/>
                  <p:nvPr/>
                </p:nvPicPr>
                <p:blipFill>
                  <a:blip r:embed="rId139"/>
                  <a:stretch>
                    <a:fillRect/>
                  </a:stretch>
                </p:blipFill>
                <p:spPr>
                  <a:xfrm>
                    <a:off x="8875480" y="2380133"/>
                    <a:ext cx="72720" cy="100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0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FAE72EEC-B694-B7C0-0374-C2044CEEF97F}"/>
                      </a:ext>
                    </a:extLst>
                  </p14:cNvPr>
                  <p14:cNvContentPartPr/>
                  <p14:nvPr/>
                </p14:nvContentPartPr>
                <p14:xfrm>
                  <a:off x="8987440" y="2377253"/>
                  <a:ext cx="95400" cy="10944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FAE72EEC-B694-B7C0-0374-C2044CEEF97F}"/>
                      </a:ext>
                    </a:extLst>
                  </p:cNvPr>
                  <p:cNvPicPr/>
                  <p:nvPr/>
                </p:nvPicPr>
                <p:blipFill>
                  <a:blip r:embed="rId141"/>
                  <a:stretch>
                    <a:fillRect/>
                  </a:stretch>
                </p:blipFill>
                <p:spPr>
                  <a:xfrm>
                    <a:off x="8981320" y="2371133"/>
                    <a:ext cx="107640" cy="121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2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8D9817D8-5D89-4868-718F-A0E764435F0B}"/>
                      </a:ext>
                    </a:extLst>
                  </p14:cNvPr>
                  <p14:cNvContentPartPr/>
                  <p14:nvPr/>
                </p14:nvContentPartPr>
                <p14:xfrm>
                  <a:off x="9173920" y="2220653"/>
                  <a:ext cx="182160" cy="26532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8D9817D8-5D89-4868-718F-A0E764435F0B}"/>
                      </a:ext>
                    </a:extLst>
                  </p:cNvPr>
                  <p:cNvPicPr/>
                  <p:nvPr/>
                </p:nvPicPr>
                <p:blipFill>
                  <a:blip r:embed="rId143"/>
                  <a:stretch>
                    <a:fillRect/>
                  </a:stretch>
                </p:blipFill>
                <p:spPr>
                  <a:xfrm>
                    <a:off x="9167800" y="2214533"/>
                    <a:ext cx="194400" cy="27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4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E09BB7C8-A7A5-71CA-0309-F1853F008399}"/>
                      </a:ext>
                    </a:extLst>
                  </p14:cNvPr>
                  <p14:cNvContentPartPr/>
                  <p14:nvPr/>
                </p14:nvContentPartPr>
                <p14:xfrm>
                  <a:off x="9360400" y="2375093"/>
                  <a:ext cx="107280" cy="13392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E09BB7C8-A7A5-71CA-0309-F1853F008399}"/>
                      </a:ext>
                    </a:extLst>
                  </p:cNvPr>
                  <p:cNvPicPr/>
                  <p:nvPr/>
                </p:nvPicPr>
                <p:blipFill>
                  <a:blip r:embed="rId145"/>
                  <a:stretch>
                    <a:fillRect/>
                  </a:stretch>
                </p:blipFill>
                <p:spPr>
                  <a:xfrm>
                    <a:off x="9354280" y="2368973"/>
                    <a:ext cx="119520" cy="146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6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52D8D68C-0F2A-80C0-DC54-849AC60F1109}"/>
                      </a:ext>
                    </a:extLst>
                  </p14:cNvPr>
                  <p14:cNvContentPartPr/>
                  <p14:nvPr/>
                </p14:nvContentPartPr>
                <p14:xfrm>
                  <a:off x="9470200" y="2181053"/>
                  <a:ext cx="86040" cy="30672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52D8D68C-0F2A-80C0-DC54-849AC60F1109}"/>
                      </a:ext>
                    </a:extLst>
                  </p:cNvPr>
                  <p:cNvPicPr/>
                  <p:nvPr/>
                </p:nvPicPr>
                <p:blipFill>
                  <a:blip r:embed="rId147"/>
                  <a:stretch>
                    <a:fillRect/>
                  </a:stretch>
                </p:blipFill>
                <p:spPr>
                  <a:xfrm>
                    <a:off x="9464080" y="2174933"/>
                    <a:ext cx="98280" cy="318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8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90EB9D82-A79D-8D33-57BB-C62D73AABDA1}"/>
                      </a:ext>
                    </a:extLst>
                  </p14:cNvPr>
                  <p14:cNvContentPartPr/>
                  <p14:nvPr/>
                </p14:nvContentPartPr>
                <p14:xfrm>
                  <a:off x="9546880" y="2080253"/>
                  <a:ext cx="127080" cy="12024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90EB9D82-A79D-8D33-57BB-C62D73AABDA1}"/>
                      </a:ext>
                    </a:extLst>
                  </p:cNvPr>
                  <p:cNvPicPr/>
                  <p:nvPr/>
                </p:nvPicPr>
                <p:blipFill>
                  <a:blip r:embed="rId149"/>
                  <a:stretch>
                    <a:fillRect/>
                  </a:stretch>
                </p:blipFill>
                <p:spPr>
                  <a:xfrm>
                    <a:off x="9540760" y="2074133"/>
                    <a:ext cx="139320" cy="1324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A7431CB-0CDB-0F6F-8E37-E7B148939250}"/>
                    </a:ext>
                  </a:extLst>
                </p14:cNvPr>
                <p14:cNvContentPartPr/>
                <p14:nvPr/>
              </p14:nvContentPartPr>
              <p14:xfrm>
                <a:off x="11533720" y="3118493"/>
                <a:ext cx="3708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A7431CB-0CDB-0F6F-8E37-E7B1489392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27600" y="3112373"/>
                  <a:ext cx="49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3B6DA8F-A138-4085-1C39-CFB432990900}"/>
                    </a:ext>
                  </a:extLst>
                </p14:cNvPr>
                <p14:cNvContentPartPr/>
                <p14:nvPr/>
              </p14:nvContentPartPr>
              <p14:xfrm>
                <a:off x="7861360" y="776693"/>
                <a:ext cx="249840" cy="25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3B6DA8F-A138-4085-1C39-CFB4329909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55240" y="770573"/>
                  <a:ext cx="262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EC8831E-390E-3CAA-01A9-207CA5A90D76}"/>
                    </a:ext>
                  </a:extLst>
                </p14:cNvPr>
                <p14:cNvContentPartPr/>
                <p14:nvPr/>
              </p14:nvContentPartPr>
              <p14:xfrm>
                <a:off x="9580000" y="798653"/>
                <a:ext cx="304920" cy="38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EC8831E-390E-3CAA-01A9-207CA5A90D7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73880" y="792533"/>
                  <a:ext cx="317160" cy="5076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59C4C521-E123-2C4D-C6FD-2A17FFA4C00D}"/>
                </a:ext>
              </a:extLst>
            </p:cNvPr>
            <p:cNvGrpSpPr/>
            <p:nvPr/>
          </p:nvGrpSpPr>
          <p:grpSpPr>
            <a:xfrm>
              <a:off x="9839200" y="2185733"/>
              <a:ext cx="422640" cy="220680"/>
              <a:chOff x="9839200" y="2185733"/>
              <a:chExt cx="422640" cy="220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6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2CFCEE76-5062-9BF4-4660-9CBF05BD5C1E}"/>
                      </a:ext>
                    </a:extLst>
                  </p14:cNvPr>
                  <p14:cNvContentPartPr/>
                  <p14:nvPr/>
                </p14:nvContentPartPr>
                <p14:xfrm>
                  <a:off x="9839200" y="2287973"/>
                  <a:ext cx="144720" cy="720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2CFCEE76-5062-9BF4-4660-9CBF05BD5C1E}"/>
                      </a:ext>
                    </a:extLst>
                  </p:cNvPr>
                  <p:cNvPicPr/>
                  <p:nvPr/>
                </p:nvPicPr>
                <p:blipFill>
                  <a:blip r:embed="rId157"/>
                  <a:stretch>
                    <a:fillRect/>
                  </a:stretch>
                </p:blipFill>
                <p:spPr>
                  <a:xfrm>
                    <a:off x="9833080" y="2281853"/>
                    <a:ext cx="15696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8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4B399525-E986-31FB-629B-7DDC8BE370B4}"/>
                      </a:ext>
                    </a:extLst>
                  </p14:cNvPr>
                  <p14:cNvContentPartPr/>
                  <p14:nvPr/>
                </p14:nvContentPartPr>
                <p14:xfrm>
                  <a:off x="10072840" y="2185733"/>
                  <a:ext cx="189000" cy="220680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4B399525-E986-31FB-629B-7DDC8BE370B4}"/>
                      </a:ext>
                    </a:extLst>
                  </p:cNvPr>
                  <p:cNvPicPr/>
                  <p:nvPr/>
                </p:nvPicPr>
                <p:blipFill>
                  <a:blip r:embed="rId159"/>
                  <a:stretch>
                    <a:fillRect/>
                  </a:stretch>
                </p:blipFill>
                <p:spPr>
                  <a:xfrm>
                    <a:off x="10066720" y="2179613"/>
                    <a:ext cx="201240" cy="232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C3EBC825-12AC-CAD8-FEB5-CB79A547A37D}"/>
                </a:ext>
              </a:extLst>
            </p:cNvPr>
            <p:cNvGrpSpPr/>
            <p:nvPr/>
          </p:nvGrpSpPr>
          <p:grpSpPr>
            <a:xfrm>
              <a:off x="10318720" y="2083853"/>
              <a:ext cx="1850760" cy="390960"/>
              <a:chOff x="10318720" y="2083853"/>
              <a:chExt cx="1850760" cy="390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0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68D67FAD-9104-81F5-74DF-FD91C6D496E2}"/>
                      </a:ext>
                    </a:extLst>
                  </p14:cNvPr>
                  <p14:cNvContentPartPr/>
                  <p14:nvPr/>
                </p14:nvContentPartPr>
                <p14:xfrm>
                  <a:off x="10318720" y="2091413"/>
                  <a:ext cx="80280" cy="344520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68D67FAD-9104-81F5-74DF-FD91C6D496E2}"/>
                      </a:ext>
                    </a:extLst>
                  </p:cNvPr>
                  <p:cNvPicPr/>
                  <p:nvPr/>
                </p:nvPicPr>
                <p:blipFill>
                  <a:blip r:embed="rId161"/>
                  <a:stretch>
                    <a:fillRect/>
                  </a:stretch>
                </p:blipFill>
                <p:spPr>
                  <a:xfrm>
                    <a:off x="10312600" y="2085293"/>
                    <a:ext cx="92520" cy="35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2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00AD3F9D-A61C-5777-310C-6DFDB3632A38}"/>
                      </a:ext>
                    </a:extLst>
                  </p14:cNvPr>
                  <p14:cNvContentPartPr/>
                  <p14:nvPr/>
                </p14:nvContentPartPr>
                <p14:xfrm>
                  <a:off x="10469560" y="2181053"/>
                  <a:ext cx="174600" cy="20376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00AD3F9D-A61C-5777-310C-6DFDB3632A38}"/>
                      </a:ext>
                    </a:extLst>
                  </p:cNvPr>
                  <p:cNvPicPr/>
                  <p:nvPr/>
                </p:nvPicPr>
                <p:blipFill>
                  <a:blip r:embed="rId163"/>
                  <a:stretch>
                    <a:fillRect/>
                  </a:stretch>
                </p:blipFill>
                <p:spPr>
                  <a:xfrm>
                    <a:off x="10463440" y="2174933"/>
                    <a:ext cx="18684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4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C83E5573-321F-0133-28A0-3EA97A6F7270}"/>
                      </a:ext>
                    </a:extLst>
                  </p14:cNvPr>
                  <p14:cNvContentPartPr/>
                  <p14:nvPr/>
                </p14:nvContentPartPr>
                <p14:xfrm>
                  <a:off x="10680160" y="2321453"/>
                  <a:ext cx="84240" cy="8424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C83E5573-321F-0133-28A0-3EA97A6F7270}"/>
                      </a:ext>
                    </a:extLst>
                  </p:cNvPr>
                  <p:cNvPicPr/>
                  <p:nvPr/>
                </p:nvPicPr>
                <p:blipFill>
                  <a:blip r:embed="rId165"/>
                  <a:stretch>
                    <a:fillRect/>
                  </a:stretch>
                </p:blipFill>
                <p:spPr>
                  <a:xfrm>
                    <a:off x="10674040" y="2315333"/>
                    <a:ext cx="96480" cy="96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6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6BBB782D-A1DA-7423-006F-321C499AF136}"/>
                      </a:ext>
                    </a:extLst>
                  </p14:cNvPr>
                  <p14:cNvContentPartPr/>
                  <p14:nvPr/>
                </p14:nvContentPartPr>
                <p14:xfrm>
                  <a:off x="10821280" y="2167733"/>
                  <a:ext cx="237600" cy="286200"/>
                </p14:xfrm>
              </p:contentPart>
            </mc:Choice>
            <mc:Fallback xmlns=""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6BBB782D-A1DA-7423-006F-321C499AF136}"/>
                      </a:ext>
                    </a:extLst>
                  </p:cNvPr>
                  <p:cNvPicPr/>
                  <p:nvPr/>
                </p:nvPicPr>
                <p:blipFill>
                  <a:blip r:embed="rId167"/>
                  <a:stretch>
                    <a:fillRect/>
                  </a:stretch>
                </p:blipFill>
                <p:spPr>
                  <a:xfrm>
                    <a:off x="10815160" y="2161613"/>
                    <a:ext cx="249840" cy="29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8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E32991F8-EFA3-0098-1277-909815DE0D54}"/>
                      </a:ext>
                    </a:extLst>
                  </p14:cNvPr>
                  <p14:cNvContentPartPr/>
                  <p14:nvPr/>
                </p14:nvContentPartPr>
                <p14:xfrm>
                  <a:off x="11075440" y="2348453"/>
                  <a:ext cx="11880" cy="126360"/>
                </p14:xfrm>
              </p:contentPart>
            </mc:Choice>
            <mc:Fallback xmlns=""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E32991F8-EFA3-0098-1277-909815DE0D54}"/>
                      </a:ext>
                    </a:extLst>
                  </p:cNvPr>
                  <p:cNvPicPr/>
                  <p:nvPr/>
                </p:nvPicPr>
                <p:blipFill>
                  <a:blip r:embed="rId169"/>
                  <a:stretch>
                    <a:fillRect/>
                  </a:stretch>
                </p:blipFill>
                <p:spPr>
                  <a:xfrm>
                    <a:off x="11069320" y="2342333"/>
                    <a:ext cx="24120" cy="138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0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597F64F6-B769-FDB6-9279-F3EA64AA61A8}"/>
                      </a:ext>
                    </a:extLst>
                  </p14:cNvPr>
                  <p14:cNvContentPartPr/>
                  <p14:nvPr/>
                </p14:nvContentPartPr>
                <p14:xfrm>
                  <a:off x="11163280" y="2295173"/>
                  <a:ext cx="154440" cy="612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597F64F6-B769-FDB6-9279-F3EA64AA61A8}"/>
                      </a:ext>
                    </a:extLst>
                  </p:cNvPr>
                  <p:cNvPicPr/>
                  <p:nvPr/>
                </p:nvPicPr>
                <p:blipFill>
                  <a:blip r:embed="rId171"/>
                  <a:stretch>
                    <a:fillRect/>
                  </a:stretch>
                </p:blipFill>
                <p:spPr>
                  <a:xfrm>
                    <a:off x="11157160" y="2289053"/>
                    <a:ext cx="166680" cy="1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2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814D27D5-8484-63DF-7925-AFEA5628E6B7}"/>
                      </a:ext>
                    </a:extLst>
                  </p14:cNvPr>
                  <p14:cNvContentPartPr/>
                  <p14:nvPr/>
                </p14:nvContentPartPr>
                <p14:xfrm>
                  <a:off x="11270920" y="2239013"/>
                  <a:ext cx="37440" cy="20376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814D27D5-8484-63DF-7925-AFEA5628E6B7}"/>
                      </a:ext>
                    </a:extLst>
                  </p:cNvPr>
                  <p:cNvPicPr/>
                  <p:nvPr/>
                </p:nvPicPr>
                <p:blipFill>
                  <a:blip r:embed="rId173"/>
                  <a:stretch>
                    <a:fillRect/>
                  </a:stretch>
                </p:blipFill>
                <p:spPr>
                  <a:xfrm>
                    <a:off x="11264800" y="2232893"/>
                    <a:ext cx="4968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4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417FCCF0-5933-3259-A7C0-ABB69C607822}"/>
                      </a:ext>
                    </a:extLst>
                  </p14:cNvPr>
                  <p14:cNvContentPartPr/>
                  <p14:nvPr/>
                </p14:nvContentPartPr>
                <p14:xfrm>
                  <a:off x="11390080" y="2083853"/>
                  <a:ext cx="177120" cy="29160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417FCCF0-5933-3259-A7C0-ABB69C607822}"/>
                      </a:ext>
                    </a:extLst>
                  </p:cNvPr>
                  <p:cNvPicPr/>
                  <p:nvPr/>
                </p:nvPicPr>
                <p:blipFill>
                  <a:blip r:embed="rId175"/>
                  <a:stretch>
                    <a:fillRect/>
                  </a:stretch>
                </p:blipFill>
                <p:spPr>
                  <a:xfrm>
                    <a:off x="11383960" y="2077733"/>
                    <a:ext cx="189360" cy="30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6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8C7768C2-1029-0C05-198C-D7E5FE3B75F6}"/>
                      </a:ext>
                    </a:extLst>
                  </p14:cNvPr>
                  <p14:cNvContentPartPr/>
                  <p14:nvPr/>
                </p14:nvContentPartPr>
                <p14:xfrm>
                  <a:off x="11603920" y="2296613"/>
                  <a:ext cx="91080" cy="11088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8C7768C2-1029-0C05-198C-D7E5FE3B75F6}"/>
                      </a:ext>
                    </a:extLst>
                  </p:cNvPr>
                  <p:cNvPicPr/>
                  <p:nvPr/>
                </p:nvPicPr>
                <p:blipFill>
                  <a:blip r:embed="rId177"/>
                  <a:stretch>
                    <a:fillRect/>
                  </a:stretch>
                </p:blipFill>
                <p:spPr>
                  <a:xfrm>
                    <a:off x="11597800" y="2290493"/>
                    <a:ext cx="103320" cy="12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8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FE74456E-A917-4172-917D-0551201C2F57}"/>
                      </a:ext>
                    </a:extLst>
                  </p14:cNvPr>
                  <p14:cNvContentPartPr/>
                  <p14:nvPr/>
                </p14:nvContentPartPr>
                <p14:xfrm>
                  <a:off x="11711560" y="2285813"/>
                  <a:ext cx="139680" cy="14580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FE74456E-A917-4172-917D-0551201C2F57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11705440" y="2279693"/>
                    <a:ext cx="151920" cy="15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0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7E860981-69C6-BCBB-EDCE-5418BD3DF635}"/>
                      </a:ext>
                    </a:extLst>
                  </p14:cNvPr>
                  <p14:cNvContentPartPr/>
                  <p14:nvPr/>
                </p14:nvContentPartPr>
                <p14:xfrm>
                  <a:off x="11875000" y="2134973"/>
                  <a:ext cx="140760" cy="23544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7E860981-69C6-BCBB-EDCE-5418BD3DF635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11868880" y="2128853"/>
                    <a:ext cx="153000" cy="24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133" name="Ink 132">
                    <a:extLst>
                      <a:ext uri="{FF2B5EF4-FFF2-40B4-BE49-F238E27FC236}">
                        <a16:creationId xmlns:a16="http://schemas.microsoft.com/office/drawing/2014/main" id="{3BF94B9E-8F2E-2A00-B4AF-F74C2E07F5E1}"/>
                      </a:ext>
                    </a:extLst>
                  </p14:cNvPr>
                  <p14:cNvContentPartPr/>
                  <p14:nvPr/>
                </p14:nvContentPartPr>
                <p14:xfrm>
                  <a:off x="12012520" y="2328293"/>
                  <a:ext cx="140760" cy="6408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3BF94B9E-8F2E-2A00-B4AF-F74C2E07F5E1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12006400" y="2322173"/>
                    <a:ext cx="153000" cy="7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134" name="Ink 133">
                    <a:extLst>
                      <a:ext uri="{FF2B5EF4-FFF2-40B4-BE49-F238E27FC236}">
                        <a16:creationId xmlns:a16="http://schemas.microsoft.com/office/drawing/2014/main" id="{CD906F2D-6500-0ACE-F44C-C90E6D1E9504}"/>
                      </a:ext>
                    </a:extLst>
                  </p14:cNvPr>
                  <p14:cNvContentPartPr/>
                  <p14:nvPr/>
                </p14:nvContentPartPr>
                <p14:xfrm>
                  <a:off x="12100000" y="2114093"/>
                  <a:ext cx="69480" cy="31788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CD906F2D-6500-0ACE-F44C-C90E6D1E9504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12093880" y="2107973"/>
                    <a:ext cx="81720" cy="330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E8B042B-2BF9-CAE7-8DD3-0B3B71D578BC}"/>
                </a:ext>
              </a:extLst>
            </p:cNvPr>
            <p:cNvGrpSpPr/>
            <p:nvPr/>
          </p:nvGrpSpPr>
          <p:grpSpPr>
            <a:xfrm>
              <a:off x="5926000" y="2888813"/>
              <a:ext cx="203040" cy="214560"/>
              <a:chOff x="5926000" y="2888813"/>
              <a:chExt cx="203040" cy="214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6">
                <p14:nvContentPartPr>
                  <p14:cNvPr id="136" name="Ink 135">
                    <a:extLst>
                      <a:ext uri="{FF2B5EF4-FFF2-40B4-BE49-F238E27FC236}">
                        <a16:creationId xmlns:a16="http://schemas.microsoft.com/office/drawing/2014/main" id="{559221AF-6628-48DD-0B2A-F33B7141F2F3}"/>
                      </a:ext>
                    </a:extLst>
                  </p14:cNvPr>
                  <p14:cNvContentPartPr/>
                  <p14:nvPr/>
                </p14:nvContentPartPr>
                <p14:xfrm>
                  <a:off x="5926000" y="3020933"/>
                  <a:ext cx="203040" cy="28800"/>
                </p14:xfrm>
              </p:contentPart>
            </mc:Choice>
            <mc:Fallback xmlns="">
              <p:pic>
                <p:nvPicPr>
                  <p:cNvPr id="136" name="Ink 135">
                    <a:extLst>
                      <a:ext uri="{FF2B5EF4-FFF2-40B4-BE49-F238E27FC236}">
                        <a16:creationId xmlns:a16="http://schemas.microsoft.com/office/drawing/2014/main" id="{559221AF-6628-48DD-0B2A-F33B7141F2F3}"/>
                      </a:ext>
                    </a:extLst>
                  </p:cNvPr>
                  <p:cNvPicPr/>
                  <p:nvPr/>
                </p:nvPicPr>
                <p:blipFill>
                  <a:blip r:embed="rId187"/>
                  <a:stretch>
                    <a:fillRect/>
                  </a:stretch>
                </p:blipFill>
                <p:spPr>
                  <a:xfrm>
                    <a:off x="5919880" y="3014813"/>
                    <a:ext cx="215280" cy="4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137" name="Ink 136">
                    <a:extLst>
                      <a:ext uri="{FF2B5EF4-FFF2-40B4-BE49-F238E27FC236}">
                        <a16:creationId xmlns:a16="http://schemas.microsoft.com/office/drawing/2014/main" id="{3BED63A1-5CC0-F533-58D3-D72F3B546AC6}"/>
                      </a:ext>
                    </a:extLst>
                  </p14:cNvPr>
                  <p14:cNvContentPartPr/>
                  <p14:nvPr/>
                </p14:nvContentPartPr>
                <p14:xfrm>
                  <a:off x="6071440" y="2888813"/>
                  <a:ext cx="16200" cy="214560"/>
                </p14:xfrm>
              </p:contentPart>
            </mc:Choice>
            <mc:Fallback xmlns="">
              <p:pic>
                <p:nvPicPr>
                  <p:cNvPr id="137" name="Ink 136">
                    <a:extLst>
                      <a:ext uri="{FF2B5EF4-FFF2-40B4-BE49-F238E27FC236}">
                        <a16:creationId xmlns:a16="http://schemas.microsoft.com/office/drawing/2014/main" id="{3BED63A1-5CC0-F533-58D3-D72F3B546AC6}"/>
                      </a:ext>
                    </a:extLst>
                  </p:cNvPr>
                  <p:cNvPicPr/>
                  <p:nvPr/>
                </p:nvPicPr>
                <p:blipFill>
                  <a:blip r:embed="rId189"/>
                  <a:stretch>
                    <a:fillRect/>
                  </a:stretch>
                </p:blipFill>
                <p:spPr>
                  <a:xfrm>
                    <a:off x="6065320" y="2882693"/>
                    <a:ext cx="28440" cy="2268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59FFD585-1DAF-58E9-FFDB-C9944E7B8B20}"/>
                  </a:ext>
                </a:extLst>
              </p14:cNvPr>
              <p14:cNvContentPartPr/>
              <p14:nvPr/>
            </p14:nvContentPartPr>
            <p14:xfrm>
              <a:off x="9809680" y="2430893"/>
              <a:ext cx="1288080" cy="288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59FFD585-1DAF-58E9-FFDB-C9944E7B8B2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803560" y="2424773"/>
                <a:ext cx="130032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80DB6913-BF00-B40E-7714-C47CE31A3497}"/>
              </a:ext>
            </a:extLst>
          </p:cNvPr>
          <p:cNvGrpSpPr/>
          <p:nvPr/>
        </p:nvGrpSpPr>
        <p:grpSpPr>
          <a:xfrm>
            <a:off x="11541640" y="2019413"/>
            <a:ext cx="391320" cy="493560"/>
            <a:chOff x="11541640" y="2019413"/>
            <a:chExt cx="39132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E2BFF7B-4EA6-219C-132B-FCCE1431CF82}"/>
                    </a:ext>
                  </a:extLst>
                </p14:cNvPr>
                <p14:cNvContentPartPr/>
                <p14:nvPr/>
              </p14:nvContentPartPr>
              <p14:xfrm>
                <a:off x="11541640" y="2019413"/>
                <a:ext cx="223560" cy="377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E2BFF7B-4EA6-219C-132B-FCCE1431CF8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535520" y="2013293"/>
                  <a:ext cx="2358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0BE02A4-257D-EB0F-97E3-1BA065E314D0}"/>
                    </a:ext>
                  </a:extLst>
                </p14:cNvPr>
                <p14:cNvContentPartPr/>
                <p14:nvPr/>
              </p14:nvContentPartPr>
              <p14:xfrm>
                <a:off x="11765560" y="2224253"/>
                <a:ext cx="167400" cy="288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0BE02A4-257D-EB0F-97E3-1BA065E314D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759440" y="2218133"/>
                  <a:ext cx="179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DCBB4B-8513-5E40-2328-D74E3A3011E8}"/>
                    </a:ext>
                  </a:extLst>
                </p14:cNvPr>
                <p14:cNvContentPartPr/>
                <p14:nvPr/>
              </p14:nvContentPartPr>
              <p14:xfrm>
                <a:off x="11794360" y="2305973"/>
                <a:ext cx="89280" cy="18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DCBB4B-8513-5E40-2328-D74E3A3011E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88240" y="2299853"/>
                  <a:ext cx="1015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22B1FDF6-02CC-0749-2064-FA88A1AB854C}"/>
                  </a:ext>
                </a:extLst>
              </p14:cNvPr>
              <p14:cNvContentPartPr/>
              <p14:nvPr/>
            </p14:nvContentPartPr>
            <p14:xfrm>
              <a:off x="6682000" y="2491013"/>
              <a:ext cx="2118960" cy="5616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22B1FDF6-02CC-0749-2064-FA88A1AB854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675880" y="2484893"/>
                <a:ext cx="2131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B8E74045-D77A-3B26-4816-3A814ACCD4C4}"/>
                  </a:ext>
                </a:extLst>
              </p14:cNvPr>
              <p14:cNvContentPartPr/>
              <p14:nvPr/>
            </p14:nvContentPartPr>
            <p14:xfrm>
              <a:off x="10379920" y="3097253"/>
              <a:ext cx="209160" cy="2980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B8E74045-D77A-3B26-4816-3A814ACCD4C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373800" y="3091133"/>
                <a:ext cx="2214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24D666E4-93C0-3EC7-300A-7CE8A7DA59FE}"/>
                  </a:ext>
                </a:extLst>
              </p14:cNvPr>
              <p14:cNvContentPartPr/>
              <p14:nvPr/>
            </p14:nvContentPartPr>
            <p14:xfrm>
              <a:off x="10603840" y="3256733"/>
              <a:ext cx="9360" cy="1753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24D666E4-93C0-3EC7-300A-7CE8A7DA59F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597720" y="3250613"/>
                <a:ext cx="216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999E5522-13CA-0C4D-60A4-B5CA8AA3A832}"/>
                  </a:ext>
                </a:extLst>
              </p14:cNvPr>
              <p14:cNvContentPartPr/>
              <p14:nvPr/>
            </p14:nvContentPartPr>
            <p14:xfrm>
              <a:off x="10655680" y="2986733"/>
              <a:ext cx="223920" cy="4824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999E5522-13CA-0C4D-60A4-B5CA8AA3A83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649560" y="2980613"/>
                <a:ext cx="2361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180E431-A533-9B87-56FF-296DB43EA6BC}"/>
                  </a:ext>
                </a:extLst>
              </p14:cNvPr>
              <p14:cNvContentPartPr/>
              <p14:nvPr/>
            </p14:nvContentPartPr>
            <p14:xfrm>
              <a:off x="10848280" y="3261413"/>
              <a:ext cx="185040" cy="2811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180E431-A533-9B87-56FF-296DB43EA6B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842160" y="3255293"/>
                <a:ext cx="19728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" name="Group 337">
            <a:extLst>
              <a:ext uri="{FF2B5EF4-FFF2-40B4-BE49-F238E27FC236}">
                <a16:creationId xmlns:a16="http://schemas.microsoft.com/office/drawing/2014/main" id="{FCDA6368-CEB9-2629-E715-B282623F7215}"/>
              </a:ext>
            </a:extLst>
          </p:cNvPr>
          <p:cNvGrpSpPr/>
          <p:nvPr/>
        </p:nvGrpSpPr>
        <p:grpSpPr>
          <a:xfrm>
            <a:off x="3981640" y="2512253"/>
            <a:ext cx="6325920" cy="2133720"/>
            <a:chOff x="3981640" y="2512253"/>
            <a:chExt cx="6325920" cy="21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23A90A-AF76-D6B9-9C28-2CD95F2E95EC}"/>
                    </a:ext>
                  </a:extLst>
                </p14:cNvPr>
                <p14:cNvContentPartPr/>
                <p14:nvPr/>
              </p14:nvContentPartPr>
              <p14:xfrm>
                <a:off x="9934600" y="4211813"/>
                <a:ext cx="158400" cy="381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23A90A-AF76-D6B9-9C28-2CD95F2E95E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28480" y="4205693"/>
                  <a:ext cx="1706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049E1A-9BAF-B748-36DE-B5AED79B34A1}"/>
                    </a:ext>
                  </a:extLst>
                </p14:cNvPr>
                <p14:cNvContentPartPr/>
                <p14:nvPr/>
              </p14:nvContentPartPr>
              <p14:xfrm>
                <a:off x="10106680" y="4359053"/>
                <a:ext cx="200880" cy="286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049E1A-9BAF-B748-36DE-B5AED79B34A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100560" y="4352933"/>
                  <a:ext cx="213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3FE3C7F-42CD-000D-8DD1-C19495B1B76D}"/>
                    </a:ext>
                  </a:extLst>
                </p14:cNvPr>
                <p14:cNvContentPartPr/>
                <p14:nvPr/>
              </p14:nvContentPartPr>
              <p14:xfrm>
                <a:off x="10143040" y="4437893"/>
                <a:ext cx="157680" cy="38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3FE3C7F-42CD-000D-8DD1-C19495B1B76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136920" y="4431773"/>
                  <a:ext cx="169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96637DC-D3AE-E46F-2D5E-8DE0D55AE402}"/>
                    </a:ext>
                  </a:extLst>
                </p14:cNvPr>
                <p14:cNvContentPartPr/>
                <p14:nvPr/>
              </p14:nvContentPartPr>
              <p14:xfrm>
                <a:off x="9617800" y="3196613"/>
                <a:ext cx="177480" cy="267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96637DC-D3AE-E46F-2D5E-8DE0D55AE4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11680" y="3190493"/>
                  <a:ext cx="189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A8C9AD8-E38B-07B6-A965-D16953311D12}"/>
                    </a:ext>
                  </a:extLst>
                </p14:cNvPr>
                <p14:cNvContentPartPr/>
                <p14:nvPr/>
              </p14:nvContentPartPr>
              <p14:xfrm>
                <a:off x="9870880" y="3133973"/>
                <a:ext cx="218160" cy="277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A8C9AD8-E38B-07B6-A965-D16953311D1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64760" y="3127853"/>
                  <a:ext cx="230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954A732-AA6B-F15B-02E9-1C6A65D195CA}"/>
                    </a:ext>
                  </a:extLst>
                </p14:cNvPr>
                <p14:cNvContentPartPr/>
                <p14:nvPr/>
              </p14:nvContentPartPr>
              <p14:xfrm>
                <a:off x="10140520" y="3325853"/>
                <a:ext cx="88200" cy="109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954A732-AA6B-F15B-02E9-1C6A65D195C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34400" y="3319733"/>
                  <a:ext cx="100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300CAA9-7021-C949-82D5-13B255773FB2}"/>
                    </a:ext>
                  </a:extLst>
                </p14:cNvPr>
                <p14:cNvContentPartPr/>
                <p14:nvPr/>
              </p14:nvContentPartPr>
              <p14:xfrm>
                <a:off x="10268680" y="3333053"/>
                <a:ext cx="11160" cy="146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300CAA9-7021-C949-82D5-13B255773FB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62560" y="3326933"/>
                  <a:ext cx="23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FA8F364-DE17-5EB4-A6D6-2707580E0667}"/>
                    </a:ext>
                  </a:extLst>
                </p14:cNvPr>
                <p14:cNvContentPartPr/>
                <p14:nvPr/>
              </p14:nvContentPartPr>
              <p14:xfrm>
                <a:off x="3997120" y="3542573"/>
                <a:ext cx="157680" cy="24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FA8F364-DE17-5EB4-A6D6-2707580E066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91000" y="3536453"/>
                  <a:ext cx="16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0D70831-316F-B485-6220-AEAD8C8D6739}"/>
                    </a:ext>
                  </a:extLst>
                </p14:cNvPr>
                <p14:cNvContentPartPr/>
                <p14:nvPr/>
              </p14:nvContentPartPr>
              <p14:xfrm>
                <a:off x="3981640" y="3656693"/>
                <a:ext cx="196560" cy="30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0D70831-316F-B485-6220-AEAD8C8D673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75520" y="3650573"/>
                  <a:ext cx="20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BEBD562-BE76-26C7-B2C9-58165EF07D3B}"/>
                    </a:ext>
                  </a:extLst>
                </p14:cNvPr>
                <p14:cNvContentPartPr/>
                <p14:nvPr/>
              </p14:nvContentPartPr>
              <p14:xfrm>
                <a:off x="6661120" y="2512253"/>
                <a:ext cx="1983240" cy="135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BEBD562-BE76-26C7-B2C9-58165EF07D3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5000" y="2506133"/>
                  <a:ext cx="1995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CD8E003-4776-28C9-0829-B95D603F1899}"/>
                    </a:ext>
                  </a:extLst>
                </p14:cNvPr>
                <p14:cNvContentPartPr/>
                <p14:nvPr/>
              </p14:nvContentPartPr>
              <p14:xfrm>
                <a:off x="5663560" y="2741573"/>
                <a:ext cx="190440" cy="415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CD8E003-4776-28C9-0829-B95D603F189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657440" y="2735453"/>
                  <a:ext cx="2026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AF498E7-FA9C-EE22-B25D-6BF7396C9CF4}"/>
                    </a:ext>
                  </a:extLst>
                </p14:cNvPr>
                <p14:cNvContentPartPr/>
                <p14:nvPr/>
              </p14:nvContentPartPr>
              <p14:xfrm>
                <a:off x="5926000" y="2974133"/>
                <a:ext cx="180360" cy="2818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AF498E7-FA9C-EE22-B25D-6BF7396C9CF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19880" y="2968013"/>
                  <a:ext cx="192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76AB00A-AB92-243C-FE3F-D0595B12BF3E}"/>
                    </a:ext>
                  </a:extLst>
                </p14:cNvPr>
                <p14:cNvContentPartPr/>
                <p14:nvPr/>
              </p14:nvContentPartPr>
              <p14:xfrm>
                <a:off x="5950840" y="3094013"/>
                <a:ext cx="177120" cy="7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76AB00A-AB92-243C-FE3F-D0595B12BF3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44720" y="3087893"/>
                  <a:ext cx="189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D479877-E617-E961-6455-EBB7EE989660}"/>
                    </a:ext>
                  </a:extLst>
                </p14:cNvPr>
                <p14:cNvContentPartPr/>
                <p14:nvPr/>
              </p14:nvContentPartPr>
              <p14:xfrm>
                <a:off x="6036160" y="2731853"/>
                <a:ext cx="140760" cy="146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D479877-E617-E961-6455-EBB7EE98966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30040" y="2725733"/>
                  <a:ext cx="153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CA52997-303A-C31B-E1B6-77576F165B2A}"/>
                    </a:ext>
                  </a:extLst>
                </p14:cNvPr>
                <p14:cNvContentPartPr/>
                <p14:nvPr/>
              </p14:nvContentPartPr>
              <p14:xfrm>
                <a:off x="4470160" y="3508733"/>
                <a:ext cx="219960" cy="265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CA52997-303A-C31B-E1B6-77576F165B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464040" y="3502613"/>
                  <a:ext cx="23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39E7072-50E0-F323-0209-A4B9C32B934D}"/>
                    </a:ext>
                  </a:extLst>
                </p14:cNvPr>
                <p14:cNvContentPartPr/>
                <p14:nvPr/>
              </p14:nvContentPartPr>
              <p14:xfrm>
                <a:off x="4730440" y="3641933"/>
                <a:ext cx="98640" cy="98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39E7072-50E0-F323-0209-A4B9C32B934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24320" y="3635813"/>
                  <a:ext cx="11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E06D062-AB86-5A55-9792-4D0E489EDAF5}"/>
                    </a:ext>
                  </a:extLst>
                </p14:cNvPr>
                <p14:cNvContentPartPr/>
                <p14:nvPr/>
              </p14:nvContentPartPr>
              <p14:xfrm>
                <a:off x="4900000" y="3631853"/>
                <a:ext cx="12960" cy="176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E06D062-AB86-5A55-9792-4D0E489EDAF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93880" y="3625733"/>
                  <a:ext cx="25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ADD127C-55E0-7DE2-B5B5-0C85AF5C6156}"/>
                    </a:ext>
                  </a:extLst>
                </p14:cNvPr>
                <p14:cNvContentPartPr/>
                <p14:nvPr/>
              </p14:nvContentPartPr>
              <p14:xfrm>
                <a:off x="4892080" y="3344213"/>
                <a:ext cx="101160" cy="15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ADD127C-55E0-7DE2-B5B5-0C85AF5C615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85960" y="3338093"/>
                  <a:ext cx="113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55F95F0-6FAE-A5FF-57D5-52B0DD47A4AC}"/>
                    </a:ext>
                  </a:extLst>
                </p14:cNvPr>
                <p14:cNvContentPartPr/>
                <p14:nvPr/>
              </p14:nvContentPartPr>
              <p14:xfrm>
                <a:off x="5122120" y="3438893"/>
                <a:ext cx="167760" cy="259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55F95F0-6FAE-A5FF-57D5-52B0DD47A4A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116000" y="3432773"/>
                  <a:ext cx="180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88908D5-7438-B114-0500-4FD99E3AC7C2}"/>
                    </a:ext>
                  </a:extLst>
                </p14:cNvPr>
                <p14:cNvContentPartPr/>
                <p14:nvPr/>
              </p14:nvContentPartPr>
              <p14:xfrm>
                <a:off x="5387440" y="3618533"/>
                <a:ext cx="12960" cy="162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88908D5-7438-B114-0500-4FD99E3AC7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81320" y="3612413"/>
                  <a:ext cx="25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73BBFE3-46C4-7184-8ED9-245D17B160F0}"/>
                    </a:ext>
                  </a:extLst>
                </p14:cNvPr>
                <p14:cNvContentPartPr/>
                <p14:nvPr/>
              </p14:nvContentPartPr>
              <p14:xfrm>
                <a:off x="5341720" y="3294893"/>
                <a:ext cx="112320" cy="146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73BBFE3-46C4-7184-8ED9-245D17B160F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35600" y="3288773"/>
                  <a:ext cx="124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C644496-2F0D-0DB5-515E-A1FBEF74D229}"/>
                    </a:ext>
                  </a:extLst>
                </p14:cNvPr>
                <p14:cNvContentPartPr/>
                <p14:nvPr/>
              </p14:nvContentPartPr>
              <p14:xfrm>
                <a:off x="5692360" y="3460133"/>
                <a:ext cx="235800" cy="54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C644496-2F0D-0DB5-515E-A1FBEF74D22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86240" y="3454013"/>
                  <a:ext cx="248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E6BE898-2823-0823-E946-4EDB5124214C}"/>
                    </a:ext>
                  </a:extLst>
                </p14:cNvPr>
                <p14:cNvContentPartPr/>
                <p14:nvPr/>
              </p14:nvContentPartPr>
              <p14:xfrm>
                <a:off x="5820160" y="3357173"/>
                <a:ext cx="23040" cy="285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E6BE898-2823-0823-E946-4EDB5124214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14040" y="3351053"/>
                  <a:ext cx="35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627AFBE-616C-B8C3-1B11-D8D3C68CCFB3}"/>
                    </a:ext>
                  </a:extLst>
                </p14:cNvPr>
                <p14:cNvContentPartPr/>
                <p14:nvPr/>
              </p14:nvContentPartPr>
              <p14:xfrm>
                <a:off x="6065320" y="3368693"/>
                <a:ext cx="146160" cy="200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627AFBE-616C-B8C3-1B11-D8D3C68CCFB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059200" y="3362573"/>
                  <a:ext cx="158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AB0EB38-C264-1B45-59AA-71B4F910E90C}"/>
                    </a:ext>
                  </a:extLst>
                </p14:cNvPr>
                <p14:cNvContentPartPr/>
                <p14:nvPr/>
              </p14:nvContentPartPr>
              <p14:xfrm>
                <a:off x="6310480" y="3371573"/>
                <a:ext cx="193320" cy="235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AB0EB38-C264-1B45-59AA-71B4F910E90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04360" y="3365453"/>
                  <a:ext cx="205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36A4B99-AC03-D7B5-CB25-3B556AC2A540}"/>
                    </a:ext>
                  </a:extLst>
                </p14:cNvPr>
                <p14:cNvContentPartPr/>
                <p14:nvPr/>
              </p14:nvContentPartPr>
              <p14:xfrm>
                <a:off x="6526120" y="3520253"/>
                <a:ext cx="93600" cy="100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36A4B99-AC03-D7B5-CB25-3B556AC2A54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20000" y="3514133"/>
                  <a:ext cx="105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9ADA28C-D783-59DA-8344-FAAF46CD96F8}"/>
                    </a:ext>
                  </a:extLst>
                </p14:cNvPr>
                <p14:cNvContentPartPr/>
                <p14:nvPr/>
              </p14:nvContentPartPr>
              <p14:xfrm>
                <a:off x="6674800" y="3500093"/>
                <a:ext cx="9000" cy="112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9ADA28C-D783-59DA-8344-FAAF46CD96F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668680" y="3493973"/>
                  <a:ext cx="21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E0111DD-8425-7270-4604-F0F3E8BF8D3C}"/>
                    </a:ext>
                  </a:extLst>
                </p14:cNvPr>
                <p14:cNvContentPartPr/>
                <p14:nvPr/>
              </p14:nvContentPartPr>
              <p14:xfrm>
                <a:off x="6754360" y="3336653"/>
                <a:ext cx="174600" cy="277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E0111DD-8425-7270-4604-F0F3E8BF8D3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748240" y="3330533"/>
                  <a:ext cx="186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55AE357-AA60-5ED6-BB7F-532BF948D6DF}"/>
                    </a:ext>
                  </a:extLst>
                </p14:cNvPr>
                <p14:cNvContentPartPr/>
                <p14:nvPr/>
              </p14:nvContentPartPr>
              <p14:xfrm>
                <a:off x="6955960" y="3529253"/>
                <a:ext cx="8640" cy="131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55AE357-AA60-5ED6-BB7F-532BF948D6D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949840" y="3523133"/>
                  <a:ext cx="20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2366F7E-A7C0-9AD9-9FE6-1C79F35C8B9E}"/>
                    </a:ext>
                  </a:extLst>
                </p14:cNvPr>
                <p14:cNvContentPartPr/>
                <p14:nvPr/>
              </p14:nvContentPartPr>
              <p14:xfrm>
                <a:off x="7054960" y="3326573"/>
                <a:ext cx="163800" cy="280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2366F7E-A7C0-9AD9-9FE6-1C79F35C8B9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48840" y="3320453"/>
                  <a:ext cx="176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69BAE31-D2D1-CA3F-3A07-9FC48B51F15A}"/>
                    </a:ext>
                  </a:extLst>
                </p14:cNvPr>
                <p14:cNvContentPartPr/>
                <p14:nvPr/>
              </p14:nvContentPartPr>
              <p14:xfrm>
                <a:off x="7288240" y="3527093"/>
                <a:ext cx="72000" cy="95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69BAE31-D2D1-CA3F-3A07-9FC48B51F15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82120" y="3520973"/>
                  <a:ext cx="84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ECC5063-1AFE-65B6-5425-807C0A886C99}"/>
                    </a:ext>
                  </a:extLst>
                </p14:cNvPr>
                <p14:cNvContentPartPr/>
                <p14:nvPr/>
              </p14:nvContentPartPr>
              <p14:xfrm>
                <a:off x="7398400" y="3502613"/>
                <a:ext cx="112320" cy="127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ECC5063-1AFE-65B6-5425-807C0A886C9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392280" y="3496493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9EE9690-08DA-B250-B8D1-B7662E17DDDE}"/>
                    </a:ext>
                  </a:extLst>
                </p14:cNvPr>
                <p14:cNvContentPartPr/>
                <p14:nvPr/>
              </p14:nvContentPartPr>
              <p14:xfrm>
                <a:off x="7557160" y="3304253"/>
                <a:ext cx="186840" cy="290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9EE9690-08DA-B250-B8D1-B7662E17DDD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51040" y="3298133"/>
                  <a:ext cx="199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6077875-8CCE-7D3C-4992-EB2B9C85D174}"/>
                    </a:ext>
                  </a:extLst>
                </p14:cNvPr>
                <p14:cNvContentPartPr/>
                <p14:nvPr/>
              </p14:nvContentPartPr>
              <p14:xfrm>
                <a:off x="7759480" y="3509093"/>
                <a:ext cx="75960" cy="102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6077875-8CCE-7D3C-4992-EB2B9C85D17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53360" y="3502973"/>
                  <a:ext cx="88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BE09FD6-CF57-E86F-9C0C-4823B6C47884}"/>
                    </a:ext>
                  </a:extLst>
                </p14:cNvPr>
                <p14:cNvContentPartPr/>
                <p14:nvPr/>
              </p14:nvContentPartPr>
              <p14:xfrm>
                <a:off x="7902040" y="3462293"/>
                <a:ext cx="156960" cy="46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BE09FD6-CF57-E86F-9C0C-4823B6C4788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95920" y="3456173"/>
                  <a:ext cx="169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D877E98-7954-425B-885B-E4F5B2043CFB}"/>
                    </a:ext>
                  </a:extLst>
                </p14:cNvPr>
                <p14:cNvContentPartPr/>
                <p14:nvPr/>
              </p14:nvContentPartPr>
              <p14:xfrm>
                <a:off x="7973680" y="3312893"/>
                <a:ext cx="5400" cy="298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D877E98-7954-425B-885B-E4F5B2043CF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67560" y="3306773"/>
                  <a:ext cx="176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8F81559-E95E-8440-1F76-8E9CF45321E6}"/>
                    </a:ext>
                  </a:extLst>
                </p14:cNvPr>
                <p14:cNvContentPartPr/>
                <p14:nvPr/>
              </p14:nvContentPartPr>
              <p14:xfrm>
                <a:off x="8270680" y="3240533"/>
                <a:ext cx="183240" cy="362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8F81559-E95E-8440-1F76-8E9CF45321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64560" y="3234413"/>
                  <a:ext cx="195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049724C-0D09-AD26-4620-22337D987971}"/>
                    </a:ext>
                  </a:extLst>
                </p14:cNvPr>
                <p14:cNvContentPartPr/>
                <p14:nvPr/>
              </p14:nvContentPartPr>
              <p14:xfrm>
                <a:off x="8492800" y="3468413"/>
                <a:ext cx="78120" cy="117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049724C-0D09-AD26-4620-22337D98797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86680" y="3462293"/>
                  <a:ext cx="9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C802A5D-BBF6-870A-6CC5-05332EDB56B6}"/>
                    </a:ext>
                  </a:extLst>
                </p14:cNvPr>
                <p14:cNvContentPartPr/>
                <p14:nvPr/>
              </p14:nvContentPartPr>
              <p14:xfrm>
                <a:off x="8625280" y="3466973"/>
                <a:ext cx="99360" cy="11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C802A5D-BBF6-870A-6CC5-05332EDB56B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19160" y="3460853"/>
                  <a:ext cx="111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A689EEF-FACF-0015-A9F7-4341D0A3562F}"/>
                    </a:ext>
                  </a:extLst>
                </p14:cNvPr>
                <p14:cNvContentPartPr/>
                <p14:nvPr/>
              </p14:nvContentPartPr>
              <p14:xfrm>
                <a:off x="8601160" y="3140453"/>
                <a:ext cx="135720" cy="1162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A689EEF-FACF-0015-A9F7-4341D0A3562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95040" y="3134333"/>
                  <a:ext cx="147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58B8115-CD23-091F-B52A-FA6AD0596A3F}"/>
                    </a:ext>
                  </a:extLst>
                </p14:cNvPr>
                <p14:cNvContentPartPr/>
                <p14:nvPr/>
              </p14:nvContentPartPr>
              <p14:xfrm>
                <a:off x="8835880" y="3232973"/>
                <a:ext cx="179640" cy="251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58B8115-CD23-091F-B52A-FA6AD0596A3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29760" y="3226853"/>
                  <a:ext cx="191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CC37BFA-906C-7128-20D6-06068F5BBD3C}"/>
                    </a:ext>
                  </a:extLst>
                </p14:cNvPr>
                <p14:cNvContentPartPr/>
                <p14:nvPr/>
              </p14:nvContentPartPr>
              <p14:xfrm>
                <a:off x="9037120" y="3415493"/>
                <a:ext cx="117360" cy="120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CC37BFA-906C-7128-20D6-06068F5BBD3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31000" y="3409373"/>
                  <a:ext cx="129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CBAE665-1959-258D-B9AF-7BCEE023ABF5}"/>
                    </a:ext>
                  </a:extLst>
                </p14:cNvPr>
                <p14:cNvContentPartPr/>
                <p14:nvPr/>
              </p14:nvContentPartPr>
              <p14:xfrm>
                <a:off x="9077080" y="3100853"/>
                <a:ext cx="90720" cy="1375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CBAE665-1959-258D-B9AF-7BCEE023ABF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70960" y="3094733"/>
                  <a:ext cx="102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FCF2717-B4E5-F505-4A08-B163F07070A6}"/>
                    </a:ext>
                  </a:extLst>
                </p14:cNvPr>
                <p14:cNvContentPartPr/>
                <p14:nvPr/>
              </p14:nvContentPartPr>
              <p14:xfrm>
                <a:off x="9308920" y="3348533"/>
                <a:ext cx="141120" cy="2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FCF2717-B4E5-F505-4A08-B163F07070A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02800" y="3342413"/>
                  <a:ext cx="153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7251B46-8F33-4E79-3E8F-A7CFE3B560EF}"/>
                    </a:ext>
                  </a:extLst>
                </p14:cNvPr>
                <p14:cNvContentPartPr/>
                <p14:nvPr/>
              </p14:nvContentPartPr>
              <p14:xfrm>
                <a:off x="6752920" y="4076093"/>
                <a:ext cx="133560" cy="27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7251B46-8F33-4E79-3E8F-A7CFE3B560E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46800" y="4069973"/>
                  <a:ext cx="145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0A9CC68-2049-FB6F-BC64-34D054209120}"/>
                    </a:ext>
                  </a:extLst>
                </p14:cNvPr>
                <p14:cNvContentPartPr/>
                <p14:nvPr/>
              </p14:nvContentPartPr>
              <p14:xfrm>
                <a:off x="7044880" y="3881333"/>
                <a:ext cx="190800" cy="288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0A9CC68-2049-FB6F-BC64-34D05420912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038760" y="3875213"/>
                  <a:ext cx="203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04A64D1-3907-AFD1-E139-E03D898D8C50}"/>
                    </a:ext>
                  </a:extLst>
                </p14:cNvPr>
                <p14:cNvContentPartPr/>
                <p14:nvPr/>
              </p14:nvContentPartPr>
              <p14:xfrm>
                <a:off x="7398400" y="3823373"/>
                <a:ext cx="272160" cy="352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04A64D1-3907-AFD1-E139-E03D898D8C5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392280" y="3817253"/>
                  <a:ext cx="2844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364951F-6459-DEAA-91F2-F984B3CC0854}"/>
                    </a:ext>
                  </a:extLst>
                </p14:cNvPr>
                <p14:cNvContentPartPr/>
                <p14:nvPr/>
              </p14:nvContentPartPr>
              <p14:xfrm>
                <a:off x="7771360" y="4071053"/>
                <a:ext cx="108000" cy="120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364951F-6459-DEAA-91F2-F984B3CC085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65240" y="4064933"/>
                  <a:ext cx="120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D5709D3-91F2-5EE5-9CDE-82AD212B2DFD}"/>
                    </a:ext>
                  </a:extLst>
                </p14:cNvPr>
                <p14:cNvContentPartPr/>
                <p14:nvPr/>
              </p14:nvContentPartPr>
              <p14:xfrm>
                <a:off x="7915360" y="4058093"/>
                <a:ext cx="101880" cy="982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D5709D3-91F2-5EE5-9CDE-82AD212B2D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909240" y="4051973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0C482FA-FABA-DC57-5718-BCCB759B166D}"/>
                    </a:ext>
                  </a:extLst>
                </p14:cNvPr>
                <p14:cNvContentPartPr/>
                <p14:nvPr/>
              </p14:nvContentPartPr>
              <p14:xfrm>
                <a:off x="8093200" y="3826973"/>
                <a:ext cx="210240" cy="304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0C482FA-FABA-DC57-5718-BCCB759B166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087080" y="3820853"/>
                  <a:ext cx="222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B53219B-DE90-6A18-938F-FCDB2FED5B96}"/>
                    </a:ext>
                  </a:extLst>
                </p14:cNvPr>
                <p14:cNvContentPartPr/>
                <p14:nvPr/>
              </p14:nvContentPartPr>
              <p14:xfrm>
                <a:off x="8342320" y="4031813"/>
                <a:ext cx="95040" cy="100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B53219B-DE90-6A18-938F-FCDB2FED5B9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36200" y="4025693"/>
                  <a:ext cx="107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32A8AD76-D861-20AB-5C8C-A6A4F4DB472E}"/>
                    </a:ext>
                  </a:extLst>
                </p14:cNvPr>
                <p14:cNvContentPartPr/>
                <p14:nvPr/>
              </p14:nvContentPartPr>
              <p14:xfrm>
                <a:off x="8506120" y="3748133"/>
                <a:ext cx="179640" cy="410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32A8AD76-D861-20AB-5C8C-A6A4F4DB472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00000" y="3742013"/>
                  <a:ext cx="1918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E7B5FEC-4B16-8226-0CEE-289E7D373272}"/>
                    </a:ext>
                  </a:extLst>
                </p14:cNvPr>
                <p14:cNvContentPartPr/>
                <p14:nvPr/>
              </p14:nvContentPartPr>
              <p14:xfrm>
                <a:off x="8710960" y="3893213"/>
                <a:ext cx="164520" cy="2865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E7B5FEC-4B16-8226-0CEE-289E7D37327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04840" y="3887093"/>
                  <a:ext cx="176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94109AD-EC80-913F-B2C4-C2F7F7F1554C}"/>
                    </a:ext>
                  </a:extLst>
                </p14:cNvPr>
                <p14:cNvContentPartPr/>
                <p14:nvPr/>
              </p14:nvContentPartPr>
              <p14:xfrm>
                <a:off x="8722120" y="4003373"/>
                <a:ext cx="151560" cy="18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94109AD-EC80-913F-B2C4-C2F7F7F1554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716000" y="3997253"/>
                  <a:ext cx="163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F84AA2CA-C785-1F4C-8C5F-06589CBFB8A0}"/>
                    </a:ext>
                  </a:extLst>
                </p14:cNvPr>
                <p14:cNvContentPartPr/>
                <p14:nvPr/>
              </p14:nvContentPartPr>
              <p14:xfrm>
                <a:off x="9113440" y="3906893"/>
                <a:ext cx="198360" cy="13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F84AA2CA-C785-1F4C-8C5F-06589CBFB8A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07320" y="3900773"/>
                  <a:ext cx="21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3ADE4D1-D97E-FD13-04DD-672D3AEBB91F}"/>
                    </a:ext>
                  </a:extLst>
                </p14:cNvPr>
                <p14:cNvContentPartPr/>
                <p14:nvPr/>
              </p14:nvContentPartPr>
              <p14:xfrm>
                <a:off x="9185800" y="3761453"/>
                <a:ext cx="35640" cy="3373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3ADE4D1-D97E-FD13-04DD-672D3AEBB91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79680" y="3755333"/>
                  <a:ext cx="47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F20A37F7-B1FA-3E7E-7945-9EF9A73BBF79}"/>
                    </a:ext>
                  </a:extLst>
                </p14:cNvPr>
                <p14:cNvContentPartPr/>
                <p14:nvPr/>
              </p14:nvContentPartPr>
              <p14:xfrm>
                <a:off x="9450040" y="3693053"/>
                <a:ext cx="245880" cy="603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F20A37F7-B1FA-3E7E-7945-9EF9A73BBF7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443920" y="3686933"/>
                  <a:ext cx="25812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9C70D10-C2FA-2919-AEEF-3E3901AF684D}"/>
                    </a:ext>
                  </a:extLst>
                </p14:cNvPr>
                <p14:cNvContentPartPr/>
                <p14:nvPr/>
              </p14:nvContentPartPr>
              <p14:xfrm>
                <a:off x="9702400" y="4004093"/>
                <a:ext cx="158760" cy="206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9C70D10-C2FA-2919-AEEF-3E3901AF684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96280" y="3997973"/>
                  <a:ext cx="171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FC4F6E6-70C7-3AA5-D740-626E2ED5D1A5}"/>
                    </a:ext>
                  </a:extLst>
                </p14:cNvPr>
                <p14:cNvContentPartPr/>
                <p14:nvPr/>
              </p14:nvContentPartPr>
              <p14:xfrm>
                <a:off x="9711040" y="4069613"/>
                <a:ext cx="138240" cy="72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FC4F6E6-70C7-3AA5-D740-626E2ED5D1A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04920" y="4063493"/>
                  <a:ext cx="150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C055360-9947-1DDA-1C5C-4399471C41E6}"/>
                    </a:ext>
                  </a:extLst>
                </p14:cNvPr>
                <p14:cNvContentPartPr/>
                <p14:nvPr/>
              </p14:nvContentPartPr>
              <p14:xfrm>
                <a:off x="9758200" y="3611693"/>
                <a:ext cx="161640" cy="148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C055360-9947-1DDA-1C5C-4399471C41E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52080" y="3605573"/>
                  <a:ext cx="17388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B8A0C899-534B-E464-4411-8EA1DBC51B05}"/>
                  </a:ext>
                </a:extLst>
              </p14:cNvPr>
              <p14:cNvContentPartPr/>
              <p14:nvPr/>
            </p14:nvContentPartPr>
            <p14:xfrm>
              <a:off x="9367600" y="2517653"/>
              <a:ext cx="2492280" cy="4536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B8A0C899-534B-E464-4411-8EA1DBC51B05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361480" y="2511533"/>
                <a:ext cx="25045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6CA458FB-3610-673E-97E8-42C41BAD36D9}"/>
                  </a:ext>
                </a:extLst>
              </p14:cNvPr>
              <p14:cNvContentPartPr/>
              <p14:nvPr/>
            </p14:nvContentPartPr>
            <p14:xfrm>
              <a:off x="9315040" y="3518093"/>
              <a:ext cx="1917720" cy="10764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6CA458FB-3610-673E-97E8-42C41BAD36D9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308920" y="3511973"/>
                <a:ext cx="19299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D61C30F7-B2DD-2B6F-4E9E-53ACCD370DCD}"/>
                  </a:ext>
                </a:extLst>
              </p14:cNvPr>
              <p14:cNvContentPartPr/>
              <p14:nvPr/>
            </p14:nvContentPartPr>
            <p14:xfrm>
              <a:off x="6840400" y="4343933"/>
              <a:ext cx="2096640" cy="9468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D61C30F7-B2DD-2B6F-4E9E-53ACCD370DC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6834280" y="4337813"/>
                <a:ext cx="2108880" cy="10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3598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EEDC-095E-EBEB-59B4-5D5636A1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FBF434-B403-86B9-4544-E0E398FCA650}"/>
              </a:ext>
            </a:extLst>
          </p:cNvPr>
          <p:cNvGrpSpPr/>
          <p:nvPr/>
        </p:nvGrpSpPr>
        <p:grpSpPr>
          <a:xfrm>
            <a:off x="692681" y="631295"/>
            <a:ext cx="5106527" cy="2740966"/>
            <a:chOff x="692681" y="631295"/>
            <a:chExt cx="5106527" cy="274096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19E9D83C-AEA1-8028-C12F-1B4B36526E2A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A2FBE8C7-E410-B92C-0DC7-601748744C0C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20BEDF4-CE34-2BEE-223C-A321014D94F3}"/>
                </a:ext>
              </a:extLst>
            </p:cNvPr>
            <p:cNvCxnSpPr>
              <a:cxnSpLocks/>
              <a:stCxn id="3" idx="6"/>
              <a:endCxn id="7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4D6F81D-4D81-8DC6-3446-BB8A29360F9A}"/>
                </a:ext>
              </a:extLst>
            </p:cNvPr>
            <p:cNvCxnSpPr>
              <a:cxnSpLocks/>
              <a:stCxn id="3" idx="6"/>
              <a:endCxn id="8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E0EB4C3F-6900-11B7-8BFA-9A8C10540462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04872C76-914E-7062-B3DF-B9D5718902B5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F5C30A2-5936-F7A2-E079-7476B5E6F807}"/>
                </a:ext>
              </a:extLst>
            </p:cNvPr>
            <p:cNvCxnSpPr>
              <a:cxnSpLocks/>
              <a:stCxn id="8" idx="6"/>
              <a:endCxn id="4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2120746-89A8-0B25-6C78-16885C888780}"/>
                </a:ext>
              </a:extLst>
            </p:cNvPr>
            <p:cNvCxnSpPr>
              <a:cxnSpLocks/>
              <a:stCxn id="7" idx="6"/>
              <a:endCxn id="4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8EFC11-2CED-F65A-682C-4785E2D8D6CE}"/>
                </a:ext>
              </a:extLst>
            </p:cNvPr>
            <p:cNvSpPr txBox="1"/>
            <p:nvPr/>
          </p:nvSpPr>
          <p:spPr>
            <a:xfrm>
              <a:off x="1757954" y="10481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E92061-66DF-D34C-FA70-F06B76B09384}"/>
                </a:ext>
              </a:extLst>
            </p:cNvPr>
            <p:cNvSpPr txBox="1"/>
            <p:nvPr/>
          </p:nvSpPr>
          <p:spPr>
            <a:xfrm rot="2700000">
              <a:off x="1706345" y="241379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66DBB6-E54F-2BA5-E142-B5FC615AA8CC}"/>
                </a:ext>
              </a:extLst>
            </p:cNvPr>
            <p:cNvSpPr txBox="1"/>
            <p:nvPr/>
          </p:nvSpPr>
          <p:spPr>
            <a:xfrm rot="2700000">
              <a:off x="4056167" y="12880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9A6A96-694A-165F-82A8-DEB594D2A550}"/>
                </a:ext>
              </a:extLst>
            </p:cNvPr>
            <p:cNvSpPr txBox="1"/>
            <p:nvPr/>
          </p:nvSpPr>
          <p:spPr>
            <a:xfrm rot="18940069">
              <a:off x="3598755" y="1838879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52003AC-A76C-8C37-6F8B-9CB3E9DE6F7D}"/>
              </a:ext>
            </a:extLst>
          </p:cNvPr>
          <p:cNvGraphicFramePr>
            <a:graphicFrameLocks noGrp="1"/>
          </p:cNvGraphicFramePr>
          <p:nvPr/>
        </p:nvGraphicFramePr>
        <p:xfrm>
          <a:off x="7341924" y="4658242"/>
          <a:ext cx="453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4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226534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y</a:t>
                      </a:r>
                      <a:r>
                        <a:rPr lang="en-US" baseline="-25000" dirty="0" err="1"/>
                        <a:t>gt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73499052-ACCD-5D2B-A2F3-65E5973BC6F5}"/>
              </a:ext>
            </a:extLst>
          </p:cNvPr>
          <p:cNvGrpSpPr/>
          <p:nvPr/>
        </p:nvGrpSpPr>
        <p:grpSpPr>
          <a:xfrm>
            <a:off x="9594760" y="4942973"/>
            <a:ext cx="511560" cy="1179720"/>
            <a:chOff x="9594760" y="4942973"/>
            <a:chExt cx="511560" cy="11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0AC4E1C-63A1-F1AD-560E-08180342E1E5}"/>
                    </a:ext>
                  </a:extLst>
                </p14:cNvPr>
                <p14:cNvContentPartPr/>
                <p14:nvPr/>
              </p14:nvContentPartPr>
              <p14:xfrm>
                <a:off x="9594760" y="4942973"/>
                <a:ext cx="389880" cy="424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0AC4E1C-63A1-F1AD-560E-08180342E1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88640" y="4936853"/>
                  <a:ext cx="4021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690451-9EB6-A812-BB97-C18239C73C9E}"/>
                    </a:ext>
                  </a:extLst>
                </p14:cNvPr>
                <p14:cNvContentPartPr/>
                <p14:nvPr/>
              </p14:nvContentPartPr>
              <p14:xfrm>
                <a:off x="9709600" y="5326733"/>
                <a:ext cx="342720" cy="386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690451-9EB6-A812-BB97-C18239C73C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03480" y="5320613"/>
                  <a:ext cx="354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ECE7681-84ED-3F13-5173-27D8C27A9010}"/>
                    </a:ext>
                  </a:extLst>
                </p14:cNvPr>
                <p14:cNvContentPartPr/>
                <p14:nvPr/>
              </p14:nvContentPartPr>
              <p14:xfrm>
                <a:off x="9732280" y="5715893"/>
                <a:ext cx="374040" cy="406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ECE7681-84ED-3F13-5173-27D8C27A90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26160" y="5709773"/>
                  <a:ext cx="386280" cy="41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7C4C8CB-096D-59E1-3B6B-545153416025}"/>
              </a:ext>
            </a:extLst>
          </p:cNvPr>
          <p:cNvGrpSpPr/>
          <p:nvPr/>
        </p:nvGrpSpPr>
        <p:grpSpPr>
          <a:xfrm>
            <a:off x="5228304" y="264773"/>
            <a:ext cx="6243480" cy="2808720"/>
            <a:chOff x="5926000" y="316613"/>
            <a:chExt cx="6243480" cy="28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FDDBA3-E303-E66D-29BC-82EFEBC907F0}"/>
                    </a:ext>
                  </a:extLst>
                </p14:cNvPr>
                <p14:cNvContentPartPr/>
                <p14:nvPr/>
              </p14:nvContentPartPr>
              <p14:xfrm>
                <a:off x="8946760" y="292445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FDDBA3-E303-E66D-29BC-82EFEBC907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40640" y="29183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3E08FF7-B3A6-FCFA-B059-41145779D3F5}"/>
                </a:ext>
              </a:extLst>
            </p:cNvPr>
            <p:cNvGrpSpPr/>
            <p:nvPr/>
          </p:nvGrpSpPr>
          <p:grpSpPr>
            <a:xfrm>
              <a:off x="7110760" y="357293"/>
              <a:ext cx="944280" cy="366840"/>
              <a:chOff x="7110760" y="357293"/>
              <a:chExt cx="944280" cy="366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8ED47601-D7A4-B72D-6151-FE42FF203771}"/>
                      </a:ext>
                    </a:extLst>
                  </p14:cNvPr>
                  <p14:cNvContentPartPr/>
                  <p14:nvPr/>
                </p14:nvContentPartPr>
                <p14:xfrm>
                  <a:off x="7110760" y="362333"/>
                  <a:ext cx="191880" cy="25236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8ED47601-D7A4-B72D-6151-FE42FF203771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104640" y="356213"/>
                    <a:ext cx="204120" cy="264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B6444178-9FC2-03BE-AD93-6CF8CC1D3CC7}"/>
                      </a:ext>
                    </a:extLst>
                  </p14:cNvPr>
                  <p14:cNvContentPartPr/>
                  <p14:nvPr/>
                </p14:nvContentPartPr>
                <p14:xfrm>
                  <a:off x="7344400" y="536933"/>
                  <a:ext cx="171000" cy="1872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B6444178-9FC2-03BE-AD93-6CF8CC1D3CC7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338280" y="530813"/>
                    <a:ext cx="183240" cy="19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55658C50-1143-F873-933D-BC5ED6146705}"/>
                      </a:ext>
                    </a:extLst>
                  </p14:cNvPr>
                  <p14:cNvContentPartPr/>
                  <p14:nvPr/>
                </p14:nvContentPartPr>
                <p14:xfrm>
                  <a:off x="7663000" y="475373"/>
                  <a:ext cx="42840" cy="2376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55658C50-1143-F873-933D-BC5ED6146705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656880" y="469253"/>
                    <a:ext cx="5508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1E46447A-338D-CF68-2DC4-4E05479ED71C}"/>
                      </a:ext>
                    </a:extLst>
                  </p14:cNvPr>
                  <p14:cNvContentPartPr/>
                  <p14:nvPr/>
                </p14:nvContentPartPr>
                <p14:xfrm>
                  <a:off x="7802680" y="357293"/>
                  <a:ext cx="219240" cy="2858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1E46447A-338D-CF68-2DC4-4E05479ED71C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7796560" y="351173"/>
                    <a:ext cx="231480" cy="29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EB10FA18-88DD-AF21-140B-D192B44C8878}"/>
                      </a:ext>
                    </a:extLst>
                  </p14:cNvPr>
                  <p14:cNvContentPartPr/>
                  <p14:nvPr/>
                </p14:nvContentPartPr>
                <p14:xfrm>
                  <a:off x="8049280" y="531173"/>
                  <a:ext cx="5760" cy="14184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EB10FA18-88DD-AF21-140B-D192B44C8878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043160" y="525053"/>
                    <a:ext cx="18000" cy="154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4319BBD-66E2-BE47-87F4-E41956C25697}"/>
                </a:ext>
              </a:extLst>
            </p:cNvPr>
            <p:cNvGrpSpPr/>
            <p:nvPr/>
          </p:nvGrpSpPr>
          <p:grpSpPr>
            <a:xfrm>
              <a:off x="8230000" y="379253"/>
              <a:ext cx="170280" cy="259920"/>
              <a:chOff x="8230000" y="379253"/>
              <a:chExt cx="170280" cy="259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DDC47F7A-3DA4-6D8B-A10E-54A03E430F22}"/>
                      </a:ext>
                    </a:extLst>
                  </p14:cNvPr>
                  <p14:cNvContentPartPr/>
                  <p14:nvPr/>
                </p14:nvContentPartPr>
                <p14:xfrm>
                  <a:off x="8230000" y="471773"/>
                  <a:ext cx="170280" cy="1512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DDC47F7A-3DA4-6D8B-A10E-54A03E430F22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223880" y="465653"/>
                    <a:ext cx="182520" cy="27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02A4F391-3FC9-0D6B-F88B-1222629E59FD}"/>
                      </a:ext>
                    </a:extLst>
                  </p14:cNvPr>
                  <p14:cNvContentPartPr/>
                  <p14:nvPr/>
                </p14:nvContentPartPr>
                <p14:xfrm>
                  <a:off x="8313160" y="379253"/>
                  <a:ext cx="18000" cy="25992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02A4F391-3FC9-0D6B-F88B-1222629E59FD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307040" y="373133"/>
                    <a:ext cx="30240" cy="272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C961BDF-EF4C-9F2E-0767-E94FFC7E4384}"/>
                </a:ext>
              </a:extLst>
            </p:cNvPr>
            <p:cNvGrpSpPr/>
            <p:nvPr/>
          </p:nvGrpSpPr>
          <p:grpSpPr>
            <a:xfrm>
              <a:off x="8698000" y="321653"/>
              <a:ext cx="1277640" cy="385200"/>
              <a:chOff x="8698000" y="321653"/>
              <a:chExt cx="1277640" cy="385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D8DD84D3-E3C0-6522-DE7F-267B684EE0D8}"/>
                      </a:ext>
                    </a:extLst>
                  </p14:cNvPr>
                  <p14:cNvContentPartPr/>
                  <p14:nvPr/>
                </p14:nvContentPartPr>
                <p14:xfrm>
                  <a:off x="8698000" y="321653"/>
                  <a:ext cx="257760" cy="28980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D8DD84D3-E3C0-6522-DE7F-267B684EE0D8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8691880" y="315533"/>
                    <a:ext cx="270000" cy="302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83060B50-A0DA-A65C-8F57-8E5C0D25C5BB}"/>
                      </a:ext>
                    </a:extLst>
                  </p14:cNvPr>
                  <p14:cNvContentPartPr/>
                  <p14:nvPr/>
                </p14:nvContentPartPr>
                <p14:xfrm>
                  <a:off x="8960800" y="530453"/>
                  <a:ext cx="120960" cy="8460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83060B50-A0DA-A65C-8F57-8E5C0D25C5BB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8954680" y="524333"/>
                    <a:ext cx="133200" cy="9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A8FD9BBA-F9D0-8D1E-7CF3-569C2F930669}"/>
                      </a:ext>
                    </a:extLst>
                  </p14:cNvPr>
                  <p14:cNvContentPartPr/>
                  <p14:nvPr/>
                </p14:nvContentPartPr>
                <p14:xfrm>
                  <a:off x="9108760" y="515333"/>
                  <a:ext cx="142560" cy="11952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A8FD9BBA-F9D0-8D1E-7CF3-569C2F930669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9102640" y="509213"/>
                    <a:ext cx="154800" cy="13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6FC379D2-E07B-7BB3-8F33-E695B95EC08B}"/>
                      </a:ext>
                    </a:extLst>
                  </p14:cNvPr>
                  <p14:cNvContentPartPr/>
                  <p14:nvPr/>
                </p14:nvContentPartPr>
                <p14:xfrm>
                  <a:off x="9367240" y="455213"/>
                  <a:ext cx="11520" cy="241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6FC379D2-E07B-7BB3-8F33-E695B95EC08B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9361120" y="449093"/>
                    <a:ext cx="23760" cy="3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54A8772E-C6F0-FE5F-7A2A-C68FC3954FB0}"/>
                      </a:ext>
                    </a:extLst>
                  </p14:cNvPr>
                  <p14:cNvContentPartPr/>
                  <p14:nvPr/>
                </p14:nvContentPartPr>
                <p14:xfrm>
                  <a:off x="9530680" y="329573"/>
                  <a:ext cx="295560" cy="34740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54A8772E-C6F0-FE5F-7A2A-C68FC3954FB0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9524560" y="323453"/>
                    <a:ext cx="307800" cy="359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7BB82012-E984-7DEA-4A37-A31EDBC3ABE9}"/>
                      </a:ext>
                    </a:extLst>
                  </p14:cNvPr>
                  <p14:cNvContentPartPr/>
                  <p14:nvPr/>
                </p14:nvContentPartPr>
                <p14:xfrm>
                  <a:off x="9841720" y="626573"/>
                  <a:ext cx="133920" cy="8028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7BB82012-E984-7DEA-4A37-A31EDBC3ABE9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9835600" y="620453"/>
                    <a:ext cx="146160" cy="925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9706550-67D6-CDAD-6A20-071609AA50D1}"/>
                </a:ext>
              </a:extLst>
            </p:cNvPr>
            <p:cNvGrpSpPr/>
            <p:nvPr/>
          </p:nvGrpSpPr>
          <p:grpSpPr>
            <a:xfrm>
              <a:off x="6406960" y="1078013"/>
              <a:ext cx="661320" cy="356040"/>
              <a:chOff x="6406960" y="1078013"/>
              <a:chExt cx="661320" cy="356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F4CCD266-DF55-D6EE-0735-1DBBEC016E44}"/>
                      </a:ext>
                    </a:extLst>
                  </p14:cNvPr>
                  <p14:cNvContentPartPr/>
                  <p14:nvPr/>
                </p14:nvContentPartPr>
                <p14:xfrm>
                  <a:off x="6406960" y="1078013"/>
                  <a:ext cx="24840" cy="32652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F4CCD266-DF55-D6EE-0735-1DBBEC016E44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400840" y="1071893"/>
                    <a:ext cx="37080" cy="33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4B8697DB-FA42-2888-CD40-E66010928BFA}"/>
                      </a:ext>
                    </a:extLst>
                  </p14:cNvPr>
                  <p14:cNvContentPartPr/>
                  <p14:nvPr/>
                </p14:nvContentPartPr>
                <p14:xfrm>
                  <a:off x="6476440" y="1253693"/>
                  <a:ext cx="66240" cy="12924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4B8697DB-FA42-2888-CD40-E66010928BFA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470320" y="1247573"/>
                    <a:ext cx="78480" cy="141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61ACA078-B96F-91B9-4785-00F2FE2AAB60}"/>
                      </a:ext>
                    </a:extLst>
                  </p14:cNvPr>
                  <p14:cNvContentPartPr/>
                  <p14:nvPr/>
                </p14:nvContentPartPr>
                <p14:xfrm>
                  <a:off x="6584440" y="1241093"/>
                  <a:ext cx="102600" cy="18000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61ACA078-B96F-91B9-4785-00F2FE2AAB60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578320" y="1234973"/>
                    <a:ext cx="114840" cy="19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D2B9D687-3E26-C140-725D-1048773AFED4}"/>
                      </a:ext>
                    </a:extLst>
                  </p14:cNvPr>
                  <p14:cNvContentPartPr/>
                  <p14:nvPr/>
                </p14:nvContentPartPr>
                <p14:xfrm>
                  <a:off x="6729160" y="1265573"/>
                  <a:ext cx="87840" cy="1684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D2B9D687-3E26-C140-725D-1048773AFED4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6723040" y="1259453"/>
                    <a:ext cx="100080" cy="180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703E1208-2149-91FB-0B12-2B177876B9B2}"/>
                      </a:ext>
                    </a:extLst>
                  </p14:cNvPr>
                  <p14:cNvContentPartPr/>
                  <p14:nvPr/>
                </p14:nvContentPartPr>
                <p14:xfrm>
                  <a:off x="6959920" y="1269893"/>
                  <a:ext cx="108360" cy="756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703E1208-2149-91FB-0B12-2B177876B9B2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6953800" y="1263773"/>
                    <a:ext cx="12060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209AFB68-AF8A-B087-9108-A61D0B059E66}"/>
                      </a:ext>
                    </a:extLst>
                  </p14:cNvPr>
                  <p14:cNvContentPartPr/>
                  <p14:nvPr/>
                </p14:nvContentPartPr>
                <p14:xfrm>
                  <a:off x="6971440" y="1345853"/>
                  <a:ext cx="88200" cy="46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209AFB68-AF8A-B087-9108-A61D0B059E66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6965320" y="1339733"/>
                    <a:ext cx="100440" cy="16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E1C3804-E232-32F0-1559-80D5AC9BD4AE}"/>
                </a:ext>
              </a:extLst>
            </p:cNvPr>
            <p:cNvGrpSpPr/>
            <p:nvPr/>
          </p:nvGrpSpPr>
          <p:grpSpPr>
            <a:xfrm>
              <a:off x="6941920" y="1718813"/>
              <a:ext cx="131760" cy="80280"/>
              <a:chOff x="6941920" y="1718813"/>
              <a:chExt cx="131760" cy="80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BEAE465F-3D0D-C434-4773-1DFAE89DFB00}"/>
                      </a:ext>
                    </a:extLst>
                  </p14:cNvPr>
                  <p14:cNvContentPartPr/>
                  <p14:nvPr/>
                </p14:nvContentPartPr>
                <p14:xfrm>
                  <a:off x="6941920" y="1718813"/>
                  <a:ext cx="126360" cy="2520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BEAE465F-3D0D-C434-4773-1DFAE89DFB00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6935800" y="1712693"/>
                    <a:ext cx="138600" cy="3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A954CACB-9D81-3FF2-A40B-F63D339E45A0}"/>
                      </a:ext>
                    </a:extLst>
                  </p14:cNvPr>
                  <p14:cNvContentPartPr/>
                  <p14:nvPr/>
                </p14:nvContentPartPr>
                <p14:xfrm>
                  <a:off x="6959920" y="1784693"/>
                  <a:ext cx="113760" cy="1440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A954CACB-9D81-3FF2-A40B-F63D339E45A0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6953800" y="1778573"/>
                    <a:ext cx="126000" cy="26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D60BDC77-FA42-46AC-F113-5371B5D04011}"/>
                </a:ext>
              </a:extLst>
            </p:cNvPr>
            <p:cNvGrpSpPr/>
            <p:nvPr/>
          </p:nvGrpSpPr>
          <p:grpSpPr>
            <a:xfrm>
              <a:off x="6901240" y="2310293"/>
              <a:ext cx="185760" cy="124200"/>
              <a:chOff x="6901240" y="2310293"/>
              <a:chExt cx="185760" cy="124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12EDA383-82E6-A980-5798-65CD3FBC39E4}"/>
                      </a:ext>
                    </a:extLst>
                  </p14:cNvPr>
                  <p14:cNvContentPartPr/>
                  <p14:nvPr/>
                </p14:nvContentPartPr>
                <p14:xfrm>
                  <a:off x="6901240" y="2310293"/>
                  <a:ext cx="171720" cy="1260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12EDA383-82E6-A980-5798-65CD3FBC39E4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6895120" y="2304173"/>
                    <a:ext cx="183960" cy="2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D2736C32-B986-2AFD-F78F-A74219DD137F}"/>
                      </a:ext>
                    </a:extLst>
                  </p14:cNvPr>
                  <p14:cNvContentPartPr/>
                  <p14:nvPr/>
                </p14:nvContentPartPr>
                <p14:xfrm>
                  <a:off x="6921760" y="2412893"/>
                  <a:ext cx="165240" cy="2160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D2736C32-B986-2AFD-F78F-A74219DD137F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6915640" y="2406773"/>
                    <a:ext cx="177480" cy="33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1A0C34C-66F5-972A-74A7-ED0C722B0A4C}"/>
                </a:ext>
              </a:extLst>
            </p:cNvPr>
            <p:cNvGrpSpPr/>
            <p:nvPr/>
          </p:nvGrpSpPr>
          <p:grpSpPr>
            <a:xfrm>
              <a:off x="6405160" y="316613"/>
              <a:ext cx="504720" cy="524520"/>
              <a:chOff x="6405160" y="316613"/>
              <a:chExt cx="504720" cy="524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07028872-B8B8-68A4-E334-744C98AA8F8C}"/>
                      </a:ext>
                    </a:extLst>
                  </p14:cNvPr>
                  <p14:cNvContentPartPr/>
                  <p14:nvPr/>
                </p14:nvContentPartPr>
                <p14:xfrm>
                  <a:off x="6405160" y="316613"/>
                  <a:ext cx="207720" cy="4251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07028872-B8B8-68A4-E334-744C98AA8F8C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6399040" y="310493"/>
                    <a:ext cx="219960" cy="437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F78B543B-9839-A632-5487-EEB831393B74}"/>
                      </a:ext>
                    </a:extLst>
                  </p14:cNvPr>
                  <p14:cNvContentPartPr/>
                  <p14:nvPr/>
                </p14:nvContentPartPr>
                <p14:xfrm>
                  <a:off x="6752920" y="422093"/>
                  <a:ext cx="128520" cy="3204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F78B543B-9839-A632-5487-EEB831393B74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6746800" y="415973"/>
                    <a:ext cx="140760" cy="4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2C2783B6-9A1B-335D-D1D4-DB5C1B0DD9E8}"/>
                      </a:ext>
                    </a:extLst>
                  </p14:cNvPr>
                  <p14:cNvContentPartPr/>
                  <p14:nvPr/>
                </p14:nvContentPartPr>
                <p14:xfrm>
                  <a:off x="6768760" y="511013"/>
                  <a:ext cx="141120" cy="2916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2C2783B6-9A1B-335D-D1D4-DB5C1B0DD9E8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6762640" y="504893"/>
                    <a:ext cx="153360" cy="4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EC0EB1DA-54A8-2D30-9138-78C2C8EAC524}"/>
                      </a:ext>
                    </a:extLst>
                  </p14:cNvPr>
                  <p14:cNvContentPartPr/>
                  <p14:nvPr/>
                </p14:nvContentPartPr>
                <p14:xfrm>
                  <a:off x="6705760" y="631613"/>
                  <a:ext cx="22680" cy="209520"/>
                </p14:xfrm>
              </p:contentPart>
            </mc:Choice>
            <mc:Fallback xmlns=""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EC0EB1DA-54A8-2D30-9138-78C2C8EAC524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6699640" y="625493"/>
                    <a:ext cx="34920" cy="22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8B862A0F-2E7A-90F8-9425-1058B942469B}"/>
                      </a:ext>
                    </a:extLst>
                  </p14:cNvPr>
                  <p14:cNvContentPartPr/>
                  <p14:nvPr/>
                </p14:nvContentPartPr>
                <p14:xfrm>
                  <a:off x="6705760" y="640253"/>
                  <a:ext cx="112320" cy="9756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8B862A0F-2E7A-90F8-9425-1058B942469B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6699640" y="634133"/>
                    <a:ext cx="124560" cy="109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055228CC-AD50-F178-E424-256836F987A1}"/>
                </a:ext>
              </a:extLst>
            </p:cNvPr>
            <p:cNvGrpSpPr/>
            <p:nvPr/>
          </p:nvGrpSpPr>
          <p:grpSpPr>
            <a:xfrm>
              <a:off x="7284640" y="919613"/>
              <a:ext cx="2597040" cy="1639800"/>
              <a:chOff x="7284640" y="919613"/>
              <a:chExt cx="2597040" cy="163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C702F0DC-B904-D95B-4A97-510E426FFC97}"/>
                      </a:ext>
                    </a:extLst>
                  </p14:cNvPr>
                  <p14:cNvContentPartPr/>
                  <p14:nvPr/>
                </p14:nvContentPartPr>
                <p14:xfrm>
                  <a:off x="7366720" y="979733"/>
                  <a:ext cx="134640" cy="45216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C702F0DC-B904-D95B-4A97-510E426FFC97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7360600" y="973613"/>
                    <a:ext cx="146880" cy="464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3B143033-C606-3BC3-C825-4BFE3DDE606B}"/>
                      </a:ext>
                    </a:extLst>
                  </p14:cNvPr>
                  <p14:cNvContentPartPr/>
                  <p14:nvPr/>
                </p14:nvContentPartPr>
                <p14:xfrm>
                  <a:off x="7710160" y="1047053"/>
                  <a:ext cx="144360" cy="37404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3B143033-C606-3BC3-C825-4BFE3DDE606B}"/>
                      </a:ext>
                    </a:extLst>
                  </p:cNvPr>
                  <p:cNvPicPr/>
                  <p:nvPr/>
                </p:nvPicPr>
                <p:blipFill>
                  <a:blip r:embed="rId69"/>
                  <a:stretch>
                    <a:fillRect/>
                  </a:stretch>
                </p:blipFill>
                <p:spPr>
                  <a:xfrm>
                    <a:off x="7704040" y="1040933"/>
                    <a:ext cx="156600" cy="38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2238DE2D-D67C-5338-256F-5CD94A4C2D0F}"/>
                      </a:ext>
                    </a:extLst>
                  </p14:cNvPr>
                  <p14:cNvContentPartPr/>
                  <p14:nvPr/>
                </p14:nvContentPartPr>
                <p14:xfrm>
                  <a:off x="7944520" y="1305893"/>
                  <a:ext cx="23040" cy="23220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2238DE2D-D67C-5338-256F-5CD94A4C2D0F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7938400" y="1299773"/>
                    <a:ext cx="35280" cy="244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C7770DFD-0424-33D2-9965-744C6A7D7AF6}"/>
                      </a:ext>
                    </a:extLst>
                  </p14:cNvPr>
                  <p14:cNvContentPartPr/>
                  <p14:nvPr/>
                </p14:nvContentPartPr>
                <p14:xfrm>
                  <a:off x="7915360" y="1292573"/>
                  <a:ext cx="154080" cy="12132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C7770DFD-0424-33D2-9965-744C6A7D7AF6}"/>
                      </a:ext>
                    </a:extLst>
                  </p:cNvPr>
                  <p:cNvPicPr/>
                  <p:nvPr/>
                </p:nvPicPr>
                <p:blipFill>
                  <a:blip r:embed="rId73"/>
                  <a:stretch>
                    <a:fillRect/>
                  </a:stretch>
                </p:blipFill>
                <p:spPr>
                  <a:xfrm>
                    <a:off x="7909240" y="1286453"/>
                    <a:ext cx="166320" cy="133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53AC33DE-89C3-02E4-4DFC-60AD7C5F3FEA}"/>
                      </a:ext>
                    </a:extLst>
                  </p14:cNvPr>
                  <p14:cNvContentPartPr/>
                  <p14:nvPr/>
                </p14:nvContentPartPr>
                <p14:xfrm>
                  <a:off x="8347000" y="1196453"/>
                  <a:ext cx="141480" cy="936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53AC33DE-89C3-02E4-4DFC-60AD7C5F3FEA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8340880" y="1190333"/>
                    <a:ext cx="153720" cy="21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6D6FCB83-36FD-85A7-C4F8-72AC25716CF6}"/>
                      </a:ext>
                    </a:extLst>
                  </p14:cNvPr>
                  <p14:cNvContentPartPr/>
                  <p14:nvPr/>
                </p14:nvContentPartPr>
                <p14:xfrm>
                  <a:off x="8619160" y="972893"/>
                  <a:ext cx="200880" cy="520560"/>
                </p14:xfrm>
              </p:contentPart>
            </mc:Choice>
            <mc:Fallback xmlns=""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6D6FCB83-36FD-85A7-C4F8-72AC25716CF6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8613040" y="966773"/>
                    <a:ext cx="213120" cy="53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3514CD88-0CC8-9A70-1304-2C48DF5D254E}"/>
                      </a:ext>
                    </a:extLst>
                  </p14:cNvPr>
                  <p14:cNvContentPartPr/>
                  <p14:nvPr/>
                </p14:nvContentPartPr>
                <p14:xfrm>
                  <a:off x="8863960" y="1227413"/>
                  <a:ext cx="165960" cy="27252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3514CD88-0CC8-9A70-1304-2C48DF5D254E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8857840" y="1221293"/>
                    <a:ext cx="178200" cy="28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F78F8FC5-758B-6AF4-8C89-53B792D3E791}"/>
                      </a:ext>
                    </a:extLst>
                  </p14:cNvPr>
                  <p14:cNvContentPartPr/>
                  <p14:nvPr/>
                </p14:nvContentPartPr>
                <p14:xfrm>
                  <a:off x="9108760" y="1109333"/>
                  <a:ext cx="69480" cy="3024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F78F8FC5-758B-6AF4-8C89-53B792D3E791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9102640" y="1103213"/>
                    <a:ext cx="81720" cy="31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90249109-2AE0-9119-3C1B-C6EC2B2B8E51}"/>
                      </a:ext>
                    </a:extLst>
                  </p14:cNvPr>
                  <p14:cNvContentPartPr/>
                  <p14:nvPr/>
                </p14:nvContentPartPr>
                <p14:xfrm>
                  <a:off x="9293080" y="919613"/>
                  <a:ext cx="123120" cy="15552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90249109-2AE0-9119-3C1B-C6EC2B2B8E51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9286960" y="913493"/>
                    <a:ext cx="135360" cy="16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FBD99A62-228E-D6AE-1384-73260DB48518}"/>
                      </a:ext>
                    </a:extLst>
                  </p14:cNvPr>
                  <p14:cNvContentPartPr/>
                  <p14:nvPr/>
                </p14:nvContentPartPr>
                <p14:xfrm>
                  <a:off x="7321720" y="1624853"/>
                  <a:ext cx="115200" cy="31284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FBD99A62-228E-D6AE-1384-73260DB48518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7315600" y="1618733"/>
                    <a:ext cx="127440" cy="32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6B35A90F-314C-DD57-A43A-774A5158F1C5}"/>
                      </a:ext>
                    </a:extLst>
                  </p14:cNvPr>
                  <p14:cNvContentPartPr/>
                  <p14:nvPr/>
                </p14:nvContentPartPr>
                <p14:xfrm>
                  <a:off x="7528720" y="1823933"/>
                  <a:ext cx="15840" cy="23004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6B35A90F-314C-DD57-A43A-774A5158F1C5}"/>
                      </a:ext>
                    </a:extLst>
                  </p:cNvPr>
                  <p:cNvPicPr/>
                  <p:nvPr/>
                </p:nvPicPr>
                <p:blipFill>
                  <a:blip r:embed="rId87"/>
                  <a:stretch>
                    <a:fillRect/>
                  </a:stretch>
                </p:blipFill>
                <p:spPr>
                  <a:xfrm>
                    <a:off x="7522600" y="1817813"/>
                    <a:ext cx="28080" cy="24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3709A37B-BBB4-274C-EAD0-D1D411F70272}"/>
                      </a:ext>
                    </a:extLst>
                  </p14:cNvPr>
                  <p14:cNvContentPartPr/>
                  <p14:nvPr/>
                </p14:nvContentPartPr>
                <p14:xfrm>
                  <a:off x="7507120" y="1811333"/>
                  <a:ext cx="113040" cy="1072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3709A37B-BBB4-274C-EAD0-D1D411F70272}"/>
                      </a:ext>
                    </a:extLst>
                  </p:cNvPr>
                  <p:cNvPicPr/>
                  <p:nvPr/>
                </p:nvPicPr>
                <p:blipFill>
                  <a:blip r:embed="rId89"/>
                  <a:stretch>
                    <a:fillRect/>
                  </a:stretch>
                </p:blipFill>
                <p:spPr>
                  <a:xfrm>
                    <a:off x="7501000" y="1805213"/>
                    <a:ext cx="125280" cy="11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679F65B1-305E-F980-68FA-D9CD993B1855}"/>
                      </a:ext>
                    </a:extLst>
                  </p14:cNvPr>
                  <p14:cNvContentPartPr/>
                  <p14:nvPr/>
                </p14:nvContentPartPr>
                <p14:xfrm>
                  <a:off x="7600360" y="1582373"/>
                  <a:ext cx="96120" cy="9324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679F65B1-305E-F980-68FA-D9CD993B1855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7594240" y="1576253"/>
                    <a:ext cx="108360" cy="105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600E35EA-54A8-0214-204E-9F14A9DC91F6}"/>
                      </a:ext>
                    </a:extLst>
                  </p14:cNvPr>
                  <p14:cNvContentPartPr/>
                  <p14:nvPr/>
                </p14:nvContentPartPr>
                <p14:xfrm>
                  <a:off x="7843360" y="1756613"/>
                  <a:ext cx="137880" cy="504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600E35EA-54A8-0214-204E-9F14A9DC91F6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7837240" y="1750493"/>
                    <a:ext cx="150120" cy="1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2015C6F1-7687-2165-F863-37520566A6A8}"/>
                      </a:ext>
                    </a:extLst>
                  </p14:cNvPr>
                  <p14:cNvContentPartPr/>
                  <p14:nvPr/>
                </p14:nvContentPartPr>
                <p14:xfrm>
                  <a:off x="8092840" y="1685333"/>
                  <a:ext cx="153720" cy="14760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2015C6F1-7687-2165-F863-37520566A6A8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8086720" y="1679213"/>
                    <a:ext cx="165960" cy="15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0B820631-B957-75BE-4A99-789480CEDEF3}"/>
                      </a:ext>
                    </a:extLst>
                  </p14:cNvPr>
                  <p14:cNvContentPartPr/>
                  <p14:nvPr/>
                </p14:nvContentPartPr>
                <p14:xfrm>
                  <a:off x="8352040" y="1563293"/>
                  <a:ext cx="121320" cy="39420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0B820631-B957-75BE-4A99-789480CEDEF3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8345920" y="1557173"/>
                    <a:ext cx="133560" cy="406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97E1EEBF-E5EE-9FCA-1C89-D91026F6C741}"/>
                      </a:ext>
                    </a:extLst>
                  </p14:cNvPr>
                  <p14:cNvContentPartPr/>
                  <p14:nvPr/>
                </p14:nvContentPartPr>
                <p14:xfrm>
                  <a:off x="8554360" y="1810253"/>
                  <a:ext cx="26640" cy="27612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97E1EEBF-E5EE-9FCA-1C89-D91026F6C741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8548240" y="1804133"/>
                    <a:ext cx="38880" cy="28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5302538A-573C-4ED0-090D-F6C30D76CE05}"/>
                      </a:ext>
                    </a:extLst>
                  </p14:cNvPr>
                  <p14:cNvContentPartPr/>
                  <p14:nvPr/>
                </p14:nvContentPartPr>
                <p14:xfrm>
                  <a:off x="8523760" y="1787213"/>
                  <a:ext cx="151200" cy="1389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5302538A-573C-4ED0-090D-F6C30D76CE05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8517640" y="1781093"/>
                    <a:ext cx="163440" cy="15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99B63893-1775-B9B0-0665-E990AA50B420}"/>
                      </a:ext>
                    </a:extLst>
                  </p14:cNvPr>
                  <p14:cNvContentPartPr/>
                  <p14:nvPr/>
                </p14:nvContentPartPr>
                <p14:xfrm>
                  <a:off x="8704840" y="1579133"/>
                  <a:ext cx="184320" cy="41832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99B63893-1775-B9B0-0665-E990AA50B420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8698720" y="1573013"/>
                    <a:ext cx="196560" cy="430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4ACAAFE4-70CD-4105-9564-7E03E9059C42}"/>
                      </a:ext>
                    </a:extLst>
                  </p14:cNvPr>
                  <p14:cNvContentPartPr/>
                  <p14:nvPr/>
                </p14:nvContentPartPr>
                <p14:xfrm>
                  <a:off x="8877280" y="1833293"/>
                  <a:ext cx="141840" cy="2358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4ACAAFE4-70CD-4105-9564-7E03E9059C42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8871160" y="1827173"/>
                    <a:ext cx="154080" cy="24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C3FFB4F7-11B4-D05E-8F82-186FF0F6B67E}"/>
                      </a:ext>
                    </a:extLst>
                  </p14:cNvPr>
                  <p14:cNvContentPartPr/>
                  <p14:nvPr/>
                </p14:nvContentPartPr>
                <p14:xfrm>
                  <a:off x="8894920" y="1934813"/>
                  <a:ext cx="112320" cy="756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C3FFB4F7-11B4-D05E-8F82-186FF0F6B67E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8888800" y="1928693"/>
                    <a:ext cx="12456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8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2C5A9858-FCA6-FC03-FE86-77C4E08CF8B8}"/>
                      </a:ext>
                    </a:extLst>
                  </p14:cNvPr>
                  <p14:cNvContentPartPr/>
                  <p14:nvPr/>
                </p14:nvContentPartPr>
                <p14:xfrm>
                  <a:off x="9173920" y="1724573"/>
                  <a:ext cx="177480" cy="2592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2C5A9858-FCA6-FC03-FE86-77C4E08CF8B8}"/>
                      </a:ext>
                    </a:extLst>
                  </p:cNvPr>
                  <p:cNvPicPr/>
                  <p:nvPr/>
                </p:nvPicPr>
                <p:blipFill>
                  <a:blip r:embed="rId109"/>
                  <a:stretch>
                    <a:fillRect/>
                  </a:stretch>
                </p:blipFill>
                <p:spPr>
                  <a:xfrm>
                    <a:off x="9167800" y="1718453"/>
                    <a:ext cx="189720" cy="3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0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06D3954F-5DDA-D3BD-8C94-A53191EB13BB}"/>
                      </a:ext>
                    </a:extLst>
                  </p14:cNvPr>
                  <p14:cNvContentPartPr/>
                  <p14:nvPr/>
                </p14:nvContentPartPr>
                <p14:xfrm>
                  <a:off x="9270400" y="1609373"/>
                  <a:ext cx="16560" cy="2646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06D3954F-5DDA-D3BD-8C94-A53191EB13BB}"/>
                      </a:ext>
                    </a:extLst>
                  </p:cNvPr>
                  <p:cNvPicPr/>
                  <p:nvPr/>
                </p:nvPicPr>
                <p:blipFill>
                  <a:blip r:embed="rId111"/>
                  <a:stretch>
                    <a:fillRect/>
                  </a:stretch>
                </p:blipFill>
                <p:spPr>
                  <a:xfrm>
                    <a:off x="9264280" y="1603253"/>
                    <a:ext cx="28800" cy="27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2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542EC260-ECA1-F3B3-B621-9E6CDC29459B}"/>
                      </a:ext>
                    </a:extLst>
                  </p14:cNvPr>
                  <p14:cNvContentPartPr/>
                  <p14:nvPr/>
                </p14:nvContentPartPr>
                <p14:xfrm>
                  <a:off x="9453640" y="1528373"/>
                  <a:ext cx="222480" cy="4032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542EC260-ECA1-F3B3-B621-9E6CDC29459B}"/>
                      </a:ext>
                    </a:extLst>
                  </p:cNvPr>
                  <p:cNvPicPr/>
                  <p:nvPr/>
                </p:nvPicPr>
                <p:blipFill>
                  <a:blip r:embed="rId113"/>
                  <a:stretch>
                    <a:fillRect/>
                  </a:stretch>
                </p:blipFill>
                <p:spPr>
                  <a:xfrm>
                    <a:off x="9447520" y="1522253"/>
                    <a:ext cx="234720" cy="415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4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851B8C23-277C-6147-146F-52FD228B9CC2}"/>
                      </a:ext>
                    </a:extLst>
                  </p14:cNvPr>
                  <p14:cNvContentPartPr/>
                  <p14:nvPr/>
                </p14:nvContentPartPr>
                <p14:xfrm>
                  <a:off x="9614560" y="1821413"/>
                  <a:ext cx="201600" cy="23652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851B8C23-277C-6147-146F-52FD228B9CC2}"/>
                      </a:ext>
                    </a:extLst>
                  </p:cNvPr>
                  <p:cNvPicPr/>
                  <p:nvPr/>
                </p:nvPicPr>
                <p:blipFill>
                  <a:blip r:embed="rId115"/>
                  <a:stretch>
                    <a:fillRect/>
                  </a:stretch>
                </p:blipFill>
                <p:spPr>
                  <a:xfrm>
                    <a:off x="9608440" y="1815293"/>
                    <a:ext cx="213840" cy="24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E987C8EB-EA04-7333-02B6-81F26F769A47}"/>
                      </a:ext>
                    </a:extLst>
                  </p14:cNvPr>
                  <p14:cNvContentPartPr/>
                  <p14:nvPr/>
                </p14:nvContentPartPr>
                <p14:xfrm>
                  <a:off x="9686200" y="1890533"/>
                  <a:ext cx="130320" cy="140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E987C8EB-EA04-7333-02B6-81F26F769A47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9680080" y="1884413"/>
                    <a:ext cx="142560" cy="2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D52ABC6E-B345-8486-FEA7-FF612519E33E}"/>
                      </a:ext>
                    </a:extLst>
                  </p14:cNvPr>
                  <p14:cNvContentPartPr/>
                  <p14:nvPr/>
                </p14:nvContentPartPr>
                <p14:xfrm>
                  <a:off x="9794560" y="1493093"/>
                  <a:ext cx="87120" cy="14328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D52ABC6E-B345-8486-FEA7-FF612519E33E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9788440" y="1486973"/>
                    <a:ext cx="99360" cy="15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D3CFF92D-0534-230E-D591-966D9C605A1E}"/>
                      </a:ext>
                    </a:extLst>
                  </p14:cNvPr>
                  <p14:cNvContentPartPr/>
                  <p14:nvPr/>
                </p14:nvContentPartPr>
                <p14:xfrm>
                  <a:off x="7284640" y="2147573"/>
                  <a:ext cx="84960" cy="35856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D3CFF92D-0534-230E-D591-966D9C605A1E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7278520" y="2141453"/>
                    <a:ext cx="97200" cy="370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E6374B3F-A60D-0ABB-DF74-B776953F7DA6}"/>
                      </a:ext>
                    </a:extLst>
                  </p14:cNvPr>
                  <p14:cNvContentPartPr/>
                  <p14:nvPr/>
                </p14:nvContentPartPr>
                <p14:xfrm>
                  <a:off x="7467520" y="2223173"/>
                  <a:ext cx="181080" cy="22536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E6374B3F-A60D-0ABB-DF74-B776953F7DA6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7461400" y="2217053"/>
                    <a:ext cx="193320" cy="23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27FB6F97-443B-5572-221B-C7103D9A4993}"/>
                      </a:ext>
                    </a:extLst>
                  </p14:cNvPr>
                  <p14:cNvContentPartPr/>
                  <p14:nvPr/>
                </p14:nvContentPartPr>
                <p14:xfrm>
                  <a:off x="7688200" y="2386253"/>
                  <a:ext cx="69480" cy="6300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27FB6F97-443B-5572-221B-C7103D9A4993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7682080" y="2380133"/>
                    <a:ext cx="81720" cy="75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6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C800928A-AE7C-871B-2E6E-BEDE204DFA20}"/>
                      </a:ext>
                    </a:extLst>
                  </p14:cNvPr>
                  <p14:cNvContentPartPr/>
                  <p14:nvPr/>
                </p14:nvContentPartPr>
                <p14:xfrm>
                  <a:off x="7821400" y="2361773"/>
                  <a:ext cx="24120" cy="197640"/>
                </p14:xfrm>
              </p:contentPart>
            </mc:Choice>
            <mc:Fallback xmlns=""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C800928A-AE7C-871B-2E6E-BEDE204DFA20}"/>
                      </a:ext>
                    </a:extLst>
                  </p:cNvPr>
                  <p:cNvPicPr/>
                  <p:nvPr/>
                </p:nvPicPr>
                <p:blipFill>
                  <a:blip r:embed="rId127"/>
                  <a:stretch>
                    <a:fillRect/>
                  </a:stretch>
                </p:blipFill>
                <p:spPr>
                  <a:xfrm>
                    <a:off x="7815280" y="2355653"/>
                    <a:ext cx="36360" cy="209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8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42F5E7F3-6409-D67E-8A9C-4E09B0A61FCD}"/>
                      </a:ext>
                    </a:extLst>
                  </p14:cNvPr>
                  <p14:cNvContentPartPr/>
                  <p14:nvPr/>
                </p14:nvContentPartPr>
                <p14:xfrm>
                  <a:off x="7958200" y="2237933"/>
                  <a:ext cx="210960" cy="275400"/>
                </p14:xfrm>
              </p:contentPart>
            </mc:Choice>
            <mc:Fallback xmlns=""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42F5E7F3-6409-D67E-8A9C-4E09B0A61FCD}"/>
                      </a:ext>
                    </a:extLst>
                  </p:cNvPr>
                  <p:cNvPicPr/>
                  <p:nvPr/>
                </p:nvPicPr>
                <p:blipFill>
                  <a:blip r:embed="rId129"/>
                  <a:stretch>
                    <a:fillRect/>
                  </a:stretch>
                </p:blipFill>
                <p:spPr>
                  <a:xfrm>
                    <a:off x="7952080" y="2231813"/>
                    <a:ext cx="223200" cy="28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0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A53EB6CE-E043-0F18-6BDB-8BC3926417A0}"/>
                      </a:ext>
                    </a:extLst>
                  </p14:cNvPr>
                  <p14:cNvContentPartPr/>
                  <p14:nvPr/>
                </p14:nvContentPartPr>
                <p14:xfrm>
                  <a:off x="8188960" y="2433413"/>
                  <a:ext cx="6840" cy="8712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A53EB6CE-E043-0F18-6BDB-8BC3926417A0}"/>
                      </a:ext>
                    </a:extLst>
                  </p:cNvPr>
                  <p:cNvPicPr/>
                  <p:nvPr/>
                </p:nvPicPr>
                <p:blipFill>
                  <a:blip r:embed="rId131"/>
                  <a:stretch>
                    <a:fillRect/>
                  </a:stretch>
                </p:blipFill>
                <p:spPr>
                  <a:xfrm>
                    <a:off x="8182840" y="2427293"/>
                    <a:ext cx="19080" cy="9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2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D439DBED-4C8C-2397-9E8C-6F6127900B8C}"/>
                      </a:ext>
                    </a:extLst>
                  </p14:cNvPr>
                  <p14:cNvContentPartPr/>
                  <p14:nvPr/>
                </p14:nvContentPartPr>
                <p14:xfrm>
                  <a:off x="8410000" y="2329013"/>
                  <a:ext cx="136440" cy="3960"/>
                </p14:xfrm>
              </p:contentPart>
            </mc:Choice>
            <mc:Fallback xmlns=""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D439DBED-4C8C-2397-9E8C-6F6127900B8C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8403880" y="2322893"/>
                    <a:ext cx="148680" cy="1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CD4521D3-9B9F-0702-4330-5F29465095CB}"/>
                      </a:ext>
                    </a:extLst>
                  </p14:cNvPr>
                  <p14:cNvContentPartPr/>
                  <p14:nvPr/>
                </p14:nvContentPartPr>
                <p14:xfrm>
                  <a:off x="8476960" y="2214533"/>
                  <a:ext cx="9720" cy="23760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CD4521D3-9B9F-0702-4330-5F29465095CB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8470840" y="2208413"/>
                    <a:ext cx="21960" cy="24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4187646C-0C18-7C0B-003B-EF5AD51914BF}"/>
                      </a:ext>
                    </a:extLst>
                  </p14:cNvPr>
                  <p14:cNvContentPartPr/>
                  <p14:nvPr/>
                </p14:nvContentPartPr>
                <p14:xfrm>
                  <a:off x="8685760" y="2252333"/>
                  <a:ext cx="155880" cy="19620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4187646C-0C18-7C0B-003B-EF5AD51914BF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8679640" y="2246213"/>
                    <a:ext cx="168120" cy="20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B7EA00A1-C66D-DC44-4D72-E9BD1377022E}"/>
                      </a:ext>
                    </a:extLst>
                  </p14:cNvPr>
                  <p14:cNvContentPartPr/>
                  <p14:nvPr/>
                </p14:nvContentPartPr>
                <p14:xfrm>
                  <a:off x="8881600" y="2386253"/>
                  <a:ext cx="60480" cy="8784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B7EA00A1-C66D-DC44-4D72-E9BD1377022E}"/>
                      </a:ext>
                    </a:extLst>
                  </p:cNvPr>
                  <p:cNvPicPr/>
                  <p:nvPr/>
                </p:nvPicPr>
                <p:blipFill>
                  <a:blip r:embed="rId139"/>
                  <a:stretch>
                    <a:fillRect/>
                  </a:stretch>
                </p:blipFill>
                <p:spPr>
                  <a:xfrm>
                    <a:off x="8875480" y="2380133"/>
                    <a:ext cx="72720" cy="100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0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709D8CA3-0235-D78A-8167-A5D634BDEE25}"/>
                      </a:ext>
                    </a:extLst>
                  </p14:cNvPr>
                  <p14:cNvContentPartPr/>
                  <p14:nvPr/>
                </p14:nvContentPartPr>
                <p14:xfrm>
                  <a:off x="8987440" y="2377253"/>
                  <a:ext cx="95400" cy="10944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709D8CA3-0235-D78A-8167-A5D634BDEE25}"/>
                      </a:ext>
                    </a:extLst>
                  </p:cNvPr>
                  <p:cNvPicPr/>
                  <p:nvPr/>
                </p:nvPicPr>
                <p:blipFill>
                  <a:blip r:embed="rId141"/>
                  <a:stretch>
                    <a:fillRect/>
                  </a:stretch>
                </p:blipFill>
                <p:spPr>
                  <a:xfrm>
                    <a:off x="8981320" y="2371133"/>
                    <a:ext cx="107640" cy="121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2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00F6E4A9-BF36-B8CB-0382-C6F8DFB58A1B}"/>
                      </a:ext>
                    </a:extLst>
                  </p14:cNvPr>
                  <p14:cNvContentPartPr/>
                  <p14:nvPr/>
                </p14:nvContentPartPr>
                <p14:xfrm>
                  <a:off x="9173920" y="2220653"/>
                  <a:ext cx="182160" cy="26532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00F6E4A9-BF36-B8CB-0382-C6F8DFB58A1B}"/>
                      </a:ext>
                    </a:extLst>
                  </p:cNvPr>
                  <p:cNvPicPr/>
                  <p:nvPr/>
                </p:nvPicPr>
                <p:blipFill>
                  <a:blip r:embed="rId143"/>
                  <a:stretch>
                    <a:fillRect/>
                  </a:stretch>
                </p:blipFill>
                <p:spPr>
                  <a:xfrm>
                    <a:off x="9167800" y="2214533"/>
                    <a:ext cx="194400" cy="27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4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8AD3198B-7BFC-867B-B698-EF3DDFED134E}"/>
                      </a:ext>
                    </a:extLst>
                  </p14:cNvPr>
                  <p14:cNvContentPartPr/>
                  <p14:nvPr/>
                </p14:nvContentPartPr>
                <p14:xfrm>
                  <a:off x="9360400" y="2375093"/>
                  <a:ext cx="107280" cy="13392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8AD3198B-7BFC-867B-B698-EF3DDFED134E}"/>
                      </a:ext>
                    </a:extLst>
                  </p:cNvPr>
                  <p:cNvPicPr/>
                  <p:nvPr/>
                </p:nvPicPr>
                <p:blipFill>
                  <a:blip r:embed="rId145"/>
                  <a:stretch>
                    <a:fillRect/>
                  </a:stretch>
                </p:blipFill>
                <p:spPr>
                  <a:xfrm>
                    <a:off x="9354280" y="2368973"/>
                    <a:ext cx="119520" cy="146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6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6D9BCE01-46B2-F594-2A75-408C7DAB909C}"/>
                      </a:ext>
                    </a:extLst>
                  </p14:cNvPr>
                  <p14:cNvContentPartPr/>
                  <p14:nvPr/>
                </p14:nvContentPartPr>
                <p14:xfrm>
                  <a:off x="9470200" y="2181053"/>
                  <a:ext cx="86040" cy="30672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6D9BCE01-46B2-F594-2A75-408C7DAB909C}"/>
                      </a:ext>
                    </a:extLst>
                  </p:cNvPr>
                  <p:cNvPicPr/>
                  <p:nvPr/>
                </p:nvPicPr>
                <p:blipFill>
                  <a:blip r:embed="rId147"/>
                  <a:stretch>
                    <a:fillRect/>
                  </a:stretch>
                </p:blipFill>
                <p:spPr>
                  <a:xfrm>
                    <a:off x="9464080" y="2174933"/>
                    <a:ext cx="98280" cy="318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8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649CEE4E-D549-3B84-1237-52C4F952C2D7}"/>
                      </a:ext>
                    </a:extLst>
                  </p14:cNvPr>
                  <p14:cNvContentPartPr/>
                  <p14:nvPr/>
                </p14:nvContentPartPr>
                <p14:xfrm>
                  <a:off x="9546880" y="2080253"/>
                  <a:ext cx="127080" cy="12024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649CEE4E-D549-3B84-1237-52C4F952C2D7}"/>
                      </a:ext>
                    </a:extLst>
                  </p:cNvPr>
                  <p:cNvPicPr/>
                  <p:nvPr/>
                </p:nvPicPr>
                <p:blipFill>
                  <a:blip r:embed="rId149"/>
                  <a:stretch>
                    <a:fillRect/>
                  </a:stretch>
                </p:blipFill>
                <p:spPr>
                  <a:xfrm>
                    <a:off x="9540760" y="2074133"/>
                    <a:ext cx="139320" cy="1324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CCF37E9-A996-35FE-D5B5-900819BD2946}"/>
                    </a:ext>
                  </a:extLst>
                </p14:cNvPr>
                <p14:cNvContentPartPr/>
                <p14:nvPr/>
              </p14:nvContentPartPr>
              <p14:xfrm>
                <a:off x="11533720" y="3118493"/>
                <a:ext cx="3708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CCF37E9-A996-35FE-D5B5-900819BD294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27600" y="3112373"/>
                  <a:ext cx="49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901E343-CDCA-0D19-051F-3705529EF678}"/>
                    </a:ext>
                  </a:extLst>
                </p14:cNvPr>
                <p14:cNvContentPartPr/>
                <p14:nvPr/>
              </p14:nvContentPartPr>
              <p14:xfrm>
                <a:off x="7861360" y="776693"/>
                <a:ext cx="249840" cy="25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901E343-CDCA-0D19-051F-3705529EF6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55240" y="770573"/>
                  <a:ext cx="262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E65DB38-1517-2C4B-58E8-5B81C55DB75E}"/>
                    </a:ext>
                  </a:extLst>
                </p14:cNvPr>
                <p14:cNvContentPartPr/>
                <p14:nvPr/>
              </p14:nvContentPartPr>
              <p14:xfrm>
                <a:off x="9580000" y="798653"/>
                <a:ext cx="304920" cy="38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E65DB38-1517-2C4B-58E8-5B81C55DB7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73880" y="792533"/>
                  <a:ext cx="317160" cy="5076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A9E2AFB0-B9B9-4C09-96CC-FBDB44DB456A}"/>
                </a:ext>
              </a:extLst>
            </p:cNvPr>
            <p:cNvGrpSpPr/>
            <p:nvPr/>
          </p:nvGrpSpPr>
          <p:grpSpPr>
            <a:xfrm>
              <a:off x="9839200" y="2185733"/>
              <a:ext cx="422640" cy="220680"/>
              <a:chOff x="9839200" y="2185733"/>
              <a:chExt cx="422640" cy="220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6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2E19770F-AD47-3F97-6175-2C62E02937E3}"/>
                      </a:ext>
                    </a:extLst>
                  </p14:cNvPr>
                  <p14:cNvContentPartPr/>
                  <p14:nvPr/>
                </p14:nvContentPartPr>
                <p14:xfrm>
                  <a:off x="9839200" y="2287973"/>
                  <a:ext cx="144720" cy="720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2E19770F-AD47-3F97-6175-2C62E02937E3}"/>
                      </a:ext>
                    </a:extLst>
                  </p:cNvPr>
                  <p:cNvPicPr/>
                  <p:nvPr/>
                </p:nvPicPr>
                <p:blipFill>
                  <a:blip r:embed="rId157"/>
                  <a:stretch>
                    <a:fillRect/>
                  </a:stretch>
                </p:blipFill>
                <p:spPr>
                  <a:xfrm>
                    <a:off x="9833080" y="2281853"/>
                    <a:ext cx="15696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8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C846868D-1316-C835-EF4E-1F8577C4C9AE}"/>
                      </a:ext>
                    </a:extLst>
                  </p14:cNvPr>
                  <p14:cNvContentPartPr/>
                  <p14:nvPr/>
                </p14:nvContentPartPr>
                <p14:xfrm>
                  <a:off x="10072840" y="2185733"/>
                  <a:ext cx="189000" cy="220680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C846868D-1316-C835-EF4E-1F8577C4C9AE}"/>
                      </a:ext>
                    </a:extLst>
                  </p:cNvPr>
                  <p:cNvPicPr/>
                  <p:nvPr/>
                </p:nvPicPr>
                <p:blipFill>
                  <a:blip r:embed="rId159"/>
                  <a:stretch>
                    <a:fillRect/>
                  </a:stretch>
                </p:blipFill>
                <p:spPr>
                  <a:xfrm>
                    <a:off x="10066720" y="2179613"/>
                    <a:ext cx="201240" cy="232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A53527A-1992-6AE1-D306-C1806485A23D}"/>
                </a:ext>
              </a:extLst>
            </p:cNvPr>
            <p:cNvGrpSpPr/>
            <p:nvPr/>
          </p:nvGrpSpPr>
          <p:grpSpPr>
            <a:xfrm>
              <a:off x="10318720" y="2083853"/>
              <a:ext cx="1850760" cy="390960"/>
              <a:chOff x="10318720" y="2083853"/>
              <a:chExt cx="1850760" cy="390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0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7E03306A-4C93-71F6-8B32-02A2A45CD114}"/>
                      </a:ext>
                    </a:extLst>
                  </p14:cNvPr>
                  <p14:cNvContentPartPr/>
                  <p14:nvPr/>
                </p14:nvContentPartPr>
                <p14:xfrm>
                  <a:off x="10318720" y="2091413"/>
                  <a:ext cx="80280" cy="344520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7E03306A-4C93-71F6-8B32-02A2A45CD114}"/>
                      </a:ext>
                    </a:extLst>
                  </p:cNvPr>
                  <p:cNvPicPr/>
                  <p:nvPr/>
                </p:nvPicPr>
                <p:blipFill>
                  <a:blip r:embed="rId161"/>
                  <a:stretch>
                    <a:fillRect/>
                  </a:stretch>
                </p:blipFill>
                <p:spPr>
                  <a:xfrm>
                    <a:off x="10312600" y="2085293"/>
                    <a:ext cx="92520" cy="35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2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0853EA18-82BF-0827-E2BC-C2ED5AE5A872}"/>
                      </a:ext>
                    </a:extLst>
                  </p14:cNvPr>
                  <p14:cNvContentPartPr/>
                  <p14:nvPr/>
                </p14:nvContentPartPr>
                <p14:xfrm>
                  <a:off x="10469560" y="2181053"/>
                  <a:ext cx="174600" cy="20376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0853EA18-82BF-0827-E2BC-C2ED5AE5A872}"/>
                      </a:ext>
                    </a:extLst>
                  </p:cNvPr>
                  <p:cNvPicPr/>
                  <p:nvPr/>
                </p:nvPicPr>
                <p:blipFill>
                  <a:blip r:embed="rId163"/>
                  <a:stretch>
                    <a:fillRect/>
                  </a:stretch>
                </p:blipFill>
                <p:spPr>
                  <a:xfrm>
                    <a:off x="10463440" y="2174933"/>
                    <a:ext cx="18684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4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34B6B138-CF2B-CACE-62DD-A08D9B029E4D}"/>
                      </a:ext>
                    </a:extLst>
                  </p14:cNvPr>
                  <p14:cNvContentPartPr/>
                  <p14:nvPr/>
                </p14:nvContentPartPr>
                <p14:xfrm>
                  <a:off x="10680160" y="2321453"/>
                  <a:ext cx="84240" cy="8424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34B6B138-CF2B-CACE-62DD-A08D9B029E4D}"/>
                      </a:ext>
                    </a:extLst>
                  </p:cNvPr>
                  <p:cNvPicPr/>
                  <p:nvPr/>
                </p:nvPicPr>
                <p:blipFill>
                  <a:blip r:embed="rId165"/>
                  <a:stretch>
                    <a:fillRect/>
                  </a:stretch>
                </p:blipFill>
                <p:spPr>
                  <a:xfrm>
                    <a:off x="10674040" y="2315333"/>
                    <a:ext cx="96480" cy="96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6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BBC666D1-D6E3-35B5-985D-162ABFB5D48E}"/>
                      </a:ext>
                    </a:extLst>
                  </p14:cNvPr>
                  <p14:cNvContentPartPr/>
                  <p14:nvPr/>
                </p14:nvContentPartPr>
                <p14:xfrm>
                  <a:off x="10821280" y="2167733"/>
                  <a:ext cx="237600" cy="286200"/>
                </p14:xfrm>
              </p:contentPart>
            </mc:Choice>
            <mc:Fallback xmlns=""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BBC666D1-D6E3-35B5-985D-162ABFB5D48E}"/>
                      </a:ext>
                    </a:extLst>
                  </p:cNvPr>
                  <p:cNvPicPr/>
                  <p:nvPr/>
                </p:nvPicPr>
                <p:blipFill>
                  <a:blip r:embed="rId167"/>
                  <a:stretch>
                    <a:fillRect/>
                  </a:stretch>
                </p:blipFill>
                <p:spPr>
                  <a:xfrm>
                    <a:off x="10815160" y="2161613"/>
                    <a:ext cx="249840" cy="29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8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6D27EB44-B14C-BECC-17D5-188B7E20DDD0}"/>
                      </a:ext>
                    </a:extLst>
                  </p14:cNvPr>
                  <p14:cNvContentPartPr/>
                  <p14:nvPr/>
                </p14:nvContentPartPr>
                <p14:xfrm>
                  <a:off x="11075440" y="2348453"/>
                  <a:ext cx="11880" cy="126360"/>
                </p14:xfrm>
              </p:contentPart>
            </mc:Choice>
            <mc:Fallback xmlns=""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6D27EB44-B14C-BECC-17D5-188B7E20DDD0}"/>
                      </a:ext>
                    </a:extLst>
                  </p:cNvPr>
                  <p:cNvPicPr/>
                  <p:nvPr/>
                </p:nvPicPr>
                <p:blipFill>
                  <a:blip r:embed="rId169"/>
                  <a:stretch>
                    <a:fillRect/>
                  </a:stretch>
                </p:blipFill>
                <p:spPr>
                  <a:xfrm>
                    <a:off x="11069320" y="2342333"/>
                    <a:ext cx="24120" cy="138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0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A2588880-8F19-48F2-6A1C-D8339A2219D4}"/>
                      </a:ext>
                    </a:extLst>
                  </p14:cNvPr>
                  <p14:cNvContentPartPr/>
                  <p14:nvPr/>
                </p14:nvContentPartPr>
                <p14:xfrm>
                  <a:off x="11163280" y="2295173"/>
                  <a:ext cx="154440" cy="612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A2588880-8F19-48F2-6A1C-D8339A2219D4}"/>
                      </a:ext>
                    </a:extLst>
                  </p:cNvPr>
                  <p:cNvPicPr/>
                  <p:nvPr/>
                </p:nvPicPr>
                <p:blipFill>
                  <a:blip r:embed="rId171"/>
                  <a:stretch>
                    <a:fillRect/>
                  </a:stretch>
                </p:blipFill>
                <p:spPr>
                  <a:xfrm>
                    <a:off x="11157160" y="2289053"/>
                    <a:ext cx="166680" cy="1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2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32C8F315-1A54-8D71-30AD-52CBDF28B07C}"/>
                      </a:ext>
                    </a:extLst>
                  </p14:cNvPr>
                  <p14:cNvContentPartPr/>
                  <p14:nvPr/>
                </p14:nvContentPartPr>
                <p14:xfrm>
                  <a:off x="11270920" y="2239013"/>
                  <a:ext cx="37440" cy="20376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32C8F315-1A54-8D71-30AD-52CBDF28B07C}"/>
                      </a:ext>
                    </a:extLst>
                  </p:cNvPr>
                  <p:cNvPicPr/>
                  <p:nvPr/>
                </p:nvPicPr>
                <p:blipFill>
                  <a:blip r:embed="rId173"/>
                  <a:stretch>
                    <a:fillRect/>
                  </a:stretch>
                </p:blipFill>
                <p:spPr>
                  <a:xfrm>
                    <a:off x="11264800" y="2232893"/>
                    <a:ext cx="4968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4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C19A1C11-B233-0C02-5DBA-DBF81E1E22E7}"/>
                      </a:ext>
                    </a:extLst>
                  </p14:cNvPr>
                  <p14:cNvContentPartPr/>
                  <p14:nvPr/>
                </p14:nvContentPartPr>
                <p14:xfrm>
                  <a:off x="11390080" y="2083853"/>
                  <a:ext cx="177120" cy="29160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C19A1C11-B233-0C02-5DBA-DBF81E1E22E7}"/>
                      </a:ext>
                    </a:extLst>
                  </p:cNvPr>
                  <p:cNvPicPr/>
                  <p:nvPr/>
                </p:nvPicPr>
                <p:blipFill>
                  <a:blip r:embed="rId175"/>
                  <a:stretch>
                    <a:fillRect/>
                  </a:stretch>
                </p:blipFill>
                <p:spPr>
                  <a:xfrm>
                    <a:off x="11383960" y="2077733"/>
                    <a:ext cx="189360" cy="30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6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0E82E14E-4642-BA39-6E87-C1918D04D93B}"/>
                      </a:ext>
                    </a:extLst>
                  </p14:cNvPr>
                  <p14:cNvContentPartPr/>
                  <p14:nvPr/>
                </p14:nvContentPartPr>
                <p14:xfrm>
                  <a:off x="11603920" y="2296613"/>
                  <a:ext cx="91080" cy="11088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0E82E14E-4642-BA39-6E87-C1918D04D93B}"/>
                      </a:ext>
                    </a:extLst>
                  </p:cNvPr>
                  <p:cNvPicPr/>
                  <p:nvPr/>
                </p:nvPicPr>
                <p:blipFill>
                  <a:blip r:embed="rId177"/>
                  <a:stretch>
                    <a:fillRect/>
                  </a:stretch>
                </p:blipFill>
                <p:spPr>
                  <a:xfrm>
                    <a:off x="11597800" y="2290493"/>
                    <a:ext cx="103320" cy="12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8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9BF5E110-49FB-85DF-9987-9EDAB2C37E98}"/>
                      </a:ext>
                    </a:extLst>
                  </p14:cNvPr>
                  <p14:cNvContentPartPr/>
                  <p14:nvPr/>
                </p14:nvContentPartPr>
                <p14:xfrm>
                  <a:off x="11711560" y="2285813"/>
                  <a:ext cx="139680" cy="14580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9BF5E110-49FB-85DF-9987-9EDAB2C37E98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11705440" y="2279693"/>
                    <a:ext cx="151920" cy="15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0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9516D996-F7F6-AC2C-3A6C-01BF36589017}"/>
                      </a:ext>
                    </a:extLst>
                  </p14:cNvPr>
                  <p14:cNvContentPartPr/>
                  <p14:nvPr/>
                </p14:nvContentPartPr>
                <p14:xfrm>
                  <a:off x="11875000" y="2134973"/>
                  <a:ext cx="140760" cy="23544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9516D996-F7F6-AC2C-3A6C-01BF36589017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11868880" y="2128853"/>
                    <a:ext cx="153000" cy="24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133" name="Ink 132">
                    <a:extLst>
                      <a:ext uri="{FF2B5EF4-FFF2-40B4-BE49-F238E27FC236}">
                        <a16:creationId xmlns:a16="http://schemas.microsoft.com/office/drawing/2014/main" id="{3A7A09F8-574B-B76B-C5EB-34C1FDB98ABC}"/>
                      </a:ext>
                    </a:extLst>
                  </p14:cNvPr>
                  <p14:cNvContentPartPr/>
                  <p14:nvPr/>
                </p14:nvContentPartPr>
                <p14:xfrm>
                  <a:off x="12012520" y="2328293"/>
                  <a:ext cx="140760" cy="6408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3A7A09F8-574B-B76B-C5EB-34C1FDB98ABC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12006400" y="2322173"/>
                    <a:ext cx="153000" cy="7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134" name="Ink 133">
                    <a:extLst>
                      <a:ext uri="{FF2B5EF4-FFF2-40B4-BE49-F238E27FC236}">
                        <a16:creationId xmlns:a16="http://schemas.microsoft.com/office/drawing/2014/main" id="{866974F9-8330-F6C5-5DED-D8674452675D}"/>
                      </a:ext>
                    </a:extLst>
                  </p14:cNvPr>
                  <p14:cNvContentPartPr/>
                  <p14:nvPr/>
                </p14:nvContentPartPr>
                <p14:xfrm>
                  <a:off x="12100000" y="2114093"/>
                  <a:ext cx="69480" cy="31788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866974F9-8330-F6C5-5DED-D8674452675D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12093880" y="2107973"/>
                    <a:ext cx="81720" cy="330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84B3CD3-119A-A3EE-071C-41537C637D05}"/>
                </a:ext>
              </a:extLst>
            </p:cNvPr>
            <p:cNvGrpSpPr/>
            <p:nvPr/>
          </p:nvGrpSpPr>
          <p:grpSpPr>
            <a:xfrm>
              <a:off x="5926000" y="2888813"/>
              <a:ext cx="203040" cy="214560"/>
              <a:chOff x="5926000" y="2888813"/>
              <a:chExt cx="203040" cy="214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6">
                <p14:nvContentPartPr>
                  <p14:cNvPr id="136" name="Ink 135">
                    <a:extLst>
                      <a:ext uri="{FF2B5EF4-FFF2-40B4-BE49-F238E27FC236}">
                        <a16:creationId xmlns:a16="http://schemas.microsoft.com/office/drawing/2014/main" id="{62001763-0436-27CE-E250-7877D56F4F73}"/>
                      </a:ext>
                    </a:extLst>
                  </p14:cNvPr>
                  <p14:cNvContentPartPr/>
                  <p14:nvPr/>
                </p14:nvContentPartPr>
                <p14:xfrm>
                  <a:off x="5926000" y="3020933"/>
                  <a:ext cx="203040" cy="28800"/>
                </p14:xfrm>
              </p:contentPart>
            </mc:Choice>
            <mc:Fallback xmlns="">
              <p:pic>
                <p:nvPicPr>
                  <p:cNvPr id="136" name="Ink 135">
                    <a:extLst>
                      <a:ext uri="{FF2B5EF4-FFF2-40B4-BE49-F238E27FC236}">
                        <a16:creationId xmlns:a16="http://schemas.microsoft.com/office/drawing/2014/main" id="{62001763-0436-27CE-E250-7877D56F4F73}"/>
                      </a:ext>
                    </a:extLst>
                  </p:cNvPr>
                  <p:cNvPicPr/>
                  <p:nvPr/>
                </p:nvPicPr>
                <p:blipFill>
                  <a:blip r:embed="rId187"/>
                  <a:stretch>
                    <a:fillRect/>
                  </a:stretch>
                </p:blipFill>
                <p:spPr>
                  <a:xfrm>
                    <a:off x="5919880" y="3014813"/>
                    <a:ext cx="215280" cy="4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137" name="Ink 136">
                    <a:extLst>
                      <a:ext uri="{FF2B5EF4-FFF2-40B4-BE49-F238E27FC236}">
                        <a16:creationId xmlns:a16="http://schemas.microsoft.com/office/drawing/2014/main" id="{592C2711-4D02-18A8-4BFE-D6506B63F903}"/>
                      </a:ext>
                    </a:extLst>
                  </p14:cNvPr>
                  <p14:cNvContentPartPr/>
                  <p14:nvPr/>
                </p14:nvContentPartPr>
                <p14:xfrm>
                  <a:off x="6071440" y="2888813"/>
                  <a:ext cx="16200" cy="214560"/>
                </p14:xfrm>
              </p:contentPart>
            </mc:Choice>
            <mc:Fallback xmlns="">
              <p:pic>
                <p:nvPicPr>
                  <p:cNvPr id="137" name="Ink 136">
                    <a:extLst>
                      <a:ext uri="{FF2B5EF4-FFF2-40B4-BE49-F238E27FC236}">
                        <a16:creationId xmlns:a16="http://schemas.microsoft.com/office/drawing/2014/main" id="{592C2711-4D02-18A8-4BFE-D6506B63F903}"/>
                      </a:ext>
                    </a:extLst>
                  </p:cNvPr>
                  <p:cNvPicPr/>
                  <p:nvPr/>
                </p:nvPicPr>
                <p:blipFill>
                  <a:blip r:embed="rId189"/>
                  <a:stretch>
                    <a:fillRect/>
                  </a:stretch>
                </p:blipFill>
                <p:spPr>
                  <a:xfrm>
                    <a:off x="6065320" y="2882693"/>
                    <a:ext cx="28440" cy="2268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D939A4C4-E551-B9DB-1B6E-93599F93D23E}"/>
                  </a:ext>
                </a:extLst>
              </p14:cNvPr>
              <p14:cNvContentPartPr/>
              <p14:nvPr/>
            </p14:nvContentPartPr>
            <p14:xfrm>
              <a:off x="9809680" y="2430893"/>
              <a:ext cx="1288080" cy="288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D939A4C4-E551-B9DB-1B6E-93599F93D23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803560" y="2424773"/>
                <a:ext cx="130032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3CB5872-A7B6-4510-8F5F-21A2AD52A160}"/>
              </a:ext>
            </a:extLst>
          </p:cNvPr>
          <p:cNvGrpSpPr/>
          <p:nvPr/>
        </p:nvGrpSpPr>
        <p:grpSpPr>
          <a:xfrm>
            <a:off x="11541640" y="2019413"/>
            <a:ext cx="391320" cy="493560"/>
            <a:chOff x="11541640" y="2019413"/>
            <a:chExt cx="39132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18EE0DB-28FB-0FC8-0604-D560D1D0D5C9}"/>
                    </a:ext>
                  </a:extLst>
                </p14:cNvPr>
                <p14:cNvContentPartPr/>
                <p14:nvPr/>
              </p14:nvContentPartPr>
              <p14:xfrm>
                <a:off x="11541640" y="2019413"/>
                <a:ext cx="223560" cy="377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18EE0DB-28FB-0FC8-0604-D560D1D0D5C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535520" y="2013293"/>
                  <a:ext cx="2358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6B84591-3E49-5DC7-AD7A-CB4CF36F12A3}"/>
                    </a:ext>
                  </a:extLst>
                </p14:cNvPr>
                <p14:cNvContentPartPr/>
                <p14:nvPr/>
              </p14:nvContentPartPr>
              <p14:xfrm>
                <a:off x="11765560" y="2224253"/>
                <a:ext cx="167400" cy="288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6B84591-3E49-5DC7-AD7A-CB4CF36F12A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759440" y="2218133"/>
                  <a:ext cx="179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8F0B1ED-F11A-1D99-40DA-656414A1FF56}"/>
                    </a:ext>
                  </a:extLst>
                </p14:cNvPr>
                <p14:cNvContentPartPr/>
                <p14:nvPr/>
              </p14:nvContentPartPr>
              <p14:xfrm>
                <a:off x="11794360" y="2305973"/>
                <a:ext cx="89280" cy="18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8F0B1ED-F11A-1D99-40DA-656414A1FF5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88240" y="2299853"/>
                  <a:ext cx="1015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B97D93C-5053-6701-5B55-E26F98353C1E}"/>
                  </a:ext>
                </a:extLst>
              </p14:cNvPr>
              <p14:cNvContentPartPr/>
              <p14:nvPr/>
            </p14:nvContentPartPr>
            <p14:xfrm>
              <a:off x="6682000" y="2491013"/>
              <a:ext cx="2118960" cy="5616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B97D93C-5053-6701-5B55-E26F98353C1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675880" y="2484893"/>
                <a:ext cx="2131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26416F45-2B72-35ED-3891-CC743EBD0A0C}"/>
                  </a:ext>
                </a:extLst>
              </p14:cNvPr>
              <p14:cNvContentPartPr/>
              <p14:nvPr/>
            </p14:nvContentPartPr>
            <p14:xfrm>
              <a:off x="10379920" y="3097253"/>
              <a:ext cx="209160" cy="2980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26416F45-2B72-35ED-3891-CC743EBD0A0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373800" y="3091133"/>
                <a:ext cx="2214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8BC2E7E6-8834-D0CE-8D1F-CCED137F153E}"/>
                  </a:ext>
                </a:extLst>
              </p14:cNvPr>
              <p14:cNvContentPartPr/>
              <p14:nvPr/>
            </p14:nvContentPartPr>
            <p14:xfrm>
              <a:off x="10603840" y="3256733"/>
              <a:ext cx="9360" cy="1753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8BC2E7E6-8834-D0CE-8D1F-CCED137F153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597720" y="3250613"/>
                <a:ext cx="216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9E04F33D-1FEA-75B3-ABE7-58AD5FE916E1}"/>
                  </a:ext>
                </a:extLst>
              </p14:cNvPr>
              <p14:cNvContentPartPr/>
              <p14:nvPr/>
            </p14:nvContentPartPr>
            <p14:xfrm>
              <a:off x="10655680" y="2986733"/>
              <a:ext cx="223920" cy="4824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9E04F33D-1FEA-75B3-ABE7-58AD5FE916E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649560" y="2980613"/>
                <a:ext cx="2361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874CD5F6-E6B1-C4C9-C5B9-E9DD9F0E21E0}"/>
                  </a:ext>
                </a:extLst>
              </p14:cNvPr>
              <p14:cNvContentPartPr/>
              <p14:nvPr/>
            </p14:nvContentPartPr>
            <p14:xfrm>
              <a:off x="10848280" y="3261413"/>
              <a:ext cx="185040" cy="2811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874CD5F6-E6B1-C4C9-C5B9-E9DD9F0E21E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842160" y="3255293"/>
                <a:ext cx="19728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" name="Group 337">
            <a:extLst>
              <a:ext uri="{FF2B5EF4-FFF2-40B4-BE49-F238E27FC236}">
                <a16:creationId xmlns:a16="http://schemas.microsoft.com/office/drawing/2014/main" id="{DBDEAA40-7D6B-EA62-9E5E-C29E09A877AD}"/>
              </a:ext>
            </a:extLst>
          </p:cNvPr>
          <p:cNvGrpSpPr/>
          <p:nvPr/>
        </p:nvGrpSpPr>
        <p:grpSpPr>
          <a:xfrm>
            <a:off x="3981640" y="2512253"/>
            <a:ext cx="6325920" cy="2133720"/>
            <a:chOff x="3981640" y="2512253"/>
            <a:chExt cx="6325920" cy="21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BD8A0C-4907-80F2-D003-804D499830D3}"/>
                    </a:ext>
                  </a:extLst>
                </p14:cNvPr>
                <p14:cNvContentPartPr/>
                <p14:nvPr/>
              </p14:nvContentPartPr>
              <p14:xfrm>
                <a:off x="9934600" y="4211813"/>
                <a:ext cx="158400" cy="381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BD8A0C-4907-80F2-D003-804D499830D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28480" y="4205693"/>
                  <a:ext cx="1706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AB8B3CA-8A45-DCF1-E64F-9563A68CADAA}"/>
                    </a:ext>
                  </a:extLst>
                </p14:cNvPr>
                <p14:cNvContentPartPr/>
                <p14:nvPr/>
              </p14:nvContentPartPr>
              <p14:xfrm>
                <a:off x="10106680" y="4359053"/>
                <a:ext cx="200880" cy="286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AB8B3CA-8A45-DCF1-E64F-9563A68CADA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100560" y="4352933"/>
                  <a:ext cx="213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8781D67-A378-481F-881D-33DAEE48C3BF}"/>
                    </a:ext>
                  </a:extLst>
                </p14:cNvPr>
                <p14:cNvContentPartPr/>
                <p14:nvPr/>
              </p14:nvContentPartPr>
              <p14:xfrm>
                <a:off x="10143040" y="4437893"/>
                <a:ext cx="157680" cy="38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8781D67-A378-481F-881D-33DAEE48C3B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136920" y="4431773"/>
                  <a:ext cx="169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78CB062-502F-FB3B-483C-65F8AFAA6A39}"/>
                    </a:ext>
                  </a:extLst>
                </p14:cNvPr>
                <p14:cNvContentPartPr/>
                <p14:nvPr/>
              </p14:nvContentPartPr>
              <p14:xfrm>
                <a:off x="9617800" y="3196613"/>
                <a:ext cx="177480" cy="267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78CB062-502F-FB3B-483C-65F8AFAA6A3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11680" y="3190493"/>
                  <a:ext cx="189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B9207E8-6CFC-FB94-D8CB-44CDE5C23E89}"/>
                    </a:ext>
                  </a:extLst>
                </p14:cNvPr>
                <p14:cNvContentPartPr/>
                <p14:nvPr/>
              </p14:nvContentPartPr>
              <p14:xfrm>
                <a:off x="9870880" y="3133973"/>
                <a:ext cx="218160" cy="277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B9207E8-6CFC-FB94-D8CB-44CDE5C23E8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64760" y="3127853"/>
                  <a:ext cx="230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A761908-0267-AD7F-7426-1F21FBE3BE1A}"/>
                    </a:ext>
                  </a:extLst>
                </p14:cNvPr>
                <p14:cNvContentPartPr/>
                <p14:nvPr/>
              </p14:nvContentPartPr>
              <p14:xfrm>
                <a:off x="10140520" y="3325853"/>
                <a:ext cx="88200" cy="109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A761908-0267-AD7F-7426-1F21FBE3BE1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34400" y="3319733"/>
                  <a:ext cx="100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79B4739-C3B9-1BA8-218F-2E3277C149FE}"/>
                    </a:ext>
                  </a:extLst>
                </p14:cNvPr>
                <p14:cNvContentPartPr/>
                <p14:nvPr/>
              </p14:nvContentPartPr>
              <p14:xfrm>
                <a:off x="10268680" y="3333053"/>
                <a:ext cx="11160" cy="146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79B4739-C3B9-1BA8-218F-2E3277C149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62560" y="3326933"/>
                  <a:ext cx="23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80CB93A-7D41-69FC-A49A-946EB59A4C72}"/>
                    </a:ext>
                  </a:extLst>
                </p14:cNvPr>
                <p14:cNvContentPartPr/>
                <p14:nvPr/>
              </p14:nvContentPartPr>
              <p14:xfrm>
                <a:off x="3997120" y="3542573"/>
                <a:ext cx="157680" cy="24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80CB93A-7D41-69FC-A49A-946EB59A4C7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91000" y="3536453"/>
                  <a:ext cx="16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9F76141-65E3-B339-065F-7BBE6DB7A27C}"/>
                    </a:ext>
                  </a:extLst>
                </p14:cNvPr>
                <p14:cNvContentPartPr/>
                <p14:nvPr/>
              </p14:nvContentPartPr>
              <p14:xfrm>
                <a:off x="3981640" y="3656693"/>
                <a:ext cx="196560" cy="30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9F76141-65E3-B339-065F-7BBE6DB7A27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75520" y="3650573"/>
                  <a:ext cx="20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BEC2A4B-F811-35EF-C5F1-DD87DBB5A827}"/>
                    </a:ext>
                  </a:extLst>
                </p14:cNvPr>
                <p14:cNvContentPartPr/>
                <p14:nvPr/>
              </p14:nvContentPartPr>
              <p14:xfrm>
                <a:off x="6661120" y="2512253"/>
                <a:ext cx="1983240" cy="135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BEC2A4B-F811-35EF-C5F1-DD87DBB5A82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5000" y="2506133"/>
                  <a:ext cx="1995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E7127B4-6081-5339-DC0D-7AFDD21A30DE}"/>
                    </a:ext>
                  </a:extLst>
                </p14:cNvPr>
                <p14:cNvContentPartPr/>
                <p14:nvPr/>
              </p14:nvContentPartPr>
              <p14:xfrm>
                <a:off x="5663560" y="2741573"/>
                <a:ext cx="190440" cy="415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E7127B4-6081-5339-DC0D-7AFDD21A30D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657440" y="2735453"/>
                  <a:ext cx="2026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45EACBB-507A-8F32-3373-AF96849B4EF8}"/>
                    </a:ext>
                  </a:extLst>
                </p14:cNvPr>
                <p14:cNvContentPartPr/>
                <p14:nvPr/>
              </p14:nvContentPartPr>
              <p14:xfrm>
                <a:off x="5926000" y="2974133"/>
                <a:ext cx="180360" cy="2818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45EACBB-507A-8F32-3373-AF96849B4EF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19880" y="2968013"/>
                  <a:ext cx="192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BF03065-92F8-8654-7C5C-AED7C81D1563}"/>
                    </a:ext>
                  </a:extLst>
                </p14:cNvPr>
                <p14:cNvContentPartPr/>
                <p14:nvPr/>
              </p14:nvContentPartPr>
              <p14:xfrm>
                <a:off x="5950840" y="3094013"/>
                <a:ext cx="177120" cy="7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BF03065-92F8-8654-7C5C-AED7C81D156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44720" y="3087893"/>
                  <a:ext cx="189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43B0875-4A09-5BC8-D8A8-A9E195991B8E}"/>
                    </a:ext>
                  </a:extLst>
                </p14:cNvPr>
                <p14:cNvContentPartPr/>
                <p14:nvPr/>
              </p14:nvContentPartPr>
              <p14:xfrm>
                <a:off x="6036160" y="2731853"/>
                <a:ext cx="140760" cy="146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43B0875-4A09-5BC8-D8A8-A9E195991B8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30040" y="2725733"/>
                  <a:ext cx="153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651124F-69F2-9D16-497A-0044F302487B}"/>
                    </a:ext>
                  </a:extLst>
                </p14:cNvPr>
                <p14:cNvContentPartPr/>
                <p14:nvPr/>
              </p14:nvContentPartPr>
              <p14:xfrm>
                <a:off x="4470160" y="3508733"/>
                <a:ext cx="219960" cy="265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651124F-69F2-9D16-497A-0044F30248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464040" y="3502613"/>
                  <a:ext cx="23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DCBACED-BB4D-5DAC-B794-42783BEF7919}"/>
                    </a:ext>
                  </a:extLst>
                </p14:cNvPr>
                <p14:cNvContentPartPr/>
                <p14:nvPr/>
              </p14:nvContentPartPr>
              <p14:xfrm>
                <a:off x="4730440" y="3641933"/>
                <a:ext cx="98640" cy="98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DCBACED-BB4D-5DAC-B794-42783BEF791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24320" y="3635813"/>
                  <a:ext cx="11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F6076E9-07AA-1A01-7990-2E70A7720650}"/>
                    </a:ext>
                  </a:extLst>
                </p14:cNvPr>
                <p14:cNvContentPartPr/>
                <p14:nvPr/>
              </p14:nvContentPartPr>
              <p14:xfrm>
                <a:off x="4900000" y="3631853"/>
                <a:ext cx="12960" cy="176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F6076E9-07AA-1A01-7990-2E70A772065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93880" y="3625733"/>
                  <a:ext cx="25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CA710DC-2BC1-E123-CA76-9610F75A0AA9}"/>
                    </a:ext>
                  </a:extLst>
                </p14:cNvPr>
                <p14:cNvContentPartPr/>
                <p14:nvPr/>
              </p14:nvContentPartPr>
              <p14:xfrm>
                <a:off x="4892080" y="3344213"/>
                <a:ext cx="101160" cy="15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CA710DC-2BC1-E123-CA76-9610F75A0AA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85960" y="3338093"/>
                  <a:ext cx="113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C4900D5-E247-0972-3FA4-0657A0391B41}"/>
                    </a:ext>
                  </a:extLst>
                </p14:cNvPr>
                <p14:cNvContentPartPr/>
                <p14:nvPr/>
              </p14:nvContentPartPr>
              <p14:xfrm>
                <a:off x="5122120" y="3438893"/>
                <a:ext cx="167760" cy="259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C4900D5-E247-0972-3FA4-0657A0391B4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116000" y="3432773"/>
                  <a:ext cx="180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077C12D-1FE4-EDF7-5136-FD6D1F3F312C}"/>
                    </a:ext>
                  </a:extLst>
                </p14:cNvPr>
                <p14:cNvContentPartPr/>
                <p14:nvPr/>
              </p14:nvContentPartPr>
              <p14:xfrm>
                <a:off x="5387440" y="3618533"/>
                <a:ext cx="12960" cy="162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077C12D-1FE4-EDF7-5136-FD6D1F3F312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81320" y="3612413"/>
                  <a:ext cx="25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02A14A5-36BB-422D-ACD2-925FE79953F5}"/>
                    </a:ext>
                  </a:extLst>
                </p14:cNvPr>
                <p14:cNvContentPartPr/>
                <p14:nvPr/>
              </p14:nvContentPartPr>
              <p14:xfrm>
                <a:off x="5341720" y="3294893"/>
                <a:ext cx="112320" cy="146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02A14A5-36BB-422D-ACD2-925FE79953F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35600" y="3288773"/>
                  <a:ext cx="124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29682C3-BD5C-A426-0587-0160A68791DF}"/>
                    </a:ext>
                  </a:extLst>
                </p14:cNvPr>
                <p14:cNvContentPartPr/>
                <p14:nvPr/>
              </p14:nvContentPartPr>
              <p14:xfrm>
                <a:off x="5692360" y="3460133"/>
                <a:ext cx="235800" cy="54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29682C3-BD5C-A426-0587-0160A68791D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86240" y="3454013"/>
                  <a:ext cx="248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0100B3B-127F-3069-32BE-860E94D4BC23}"/>
                    </a:ext>
                  </a:extLst>
                </p14:cNvPr>
                <p14:cNvContentPartPr/>
                <p14:nvPr/>
              </p14:nvContentPartPr>
              <p14:xfrm>
                <a:off x="5820160" y="3357173"/>
                <a:ext cx="23040" cy="285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0100B3B-127F-3069-32BE-860E94D4BC2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14040" y="3351053"/>
                  <a:ext cx="35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22ABBCB-00A2-79D2-68DF-5B78412F667D}"/>
                    </a:ext>
                  </a:extLst>
                </p14:cNvPr>
                <p14:cNvContentPartPr/>
                <p14:nvPr/>
              </p14:nvContentPartPr>
              <p14:xfrm>
                <a:off x="6065320" y="3368693"/>
                <a:ext cx="146160" cy="200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22ABBCB-00A2-79D2-68DF-5B78412F667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059200" y="3362573"/>
                  <a:ext cx="158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EA5934-E5F4-924B-4E2D-59C19879D74A}"/>
                    </a:ext>
                  </a:extLst>
                </p14:cNvPr>
                <p14:cNvContentPartPr/>
                <p14:nvPr/>
              </p14:nvContentPartPr>
              <p14:xfrm>
                <a:off x="6310480" y="3371573"/>
                <a:ext cx="193320" cy="235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EA5934-E5F4-924B-4E2D-59C19879D7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04360" y="3365453"/>
                  <a:ext cx="205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EB18DD4-2D64-AA07-5B9F-EC7339121F0F}"/>
                    </a:ext>
                  </a:extLst>
                </p14:cNvPr>
                <p14:cNvContentPartPr/>
                <p14:nvPr/>
              </p14:nvContentPartPr>
              <p14:xfrm>
                <a:off x="6526120" y="3520253"/>
                <a:ext cx="93600" cy="100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EB18DD4-2D64-AA07-5B9F-EC7339121F0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20000" y="3514133"/>
                  <a:ext cx="105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ECF6007-9FD5-A9CA-0BF2-DFFF208CC7EF}"/>
                    </a:ext>
                  </a:extLst>
                </p14:cNvPr>
                <p14:cNvContentPartPr/>
                <p14:nvPr/>
              </p14:nvContentPartPr>
              <p14:xfrm>
                <a:off x="6674800" y="3500093"/>
                <a:ext cx="9000" cy="112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ECF6007-9FD5-A9CA-0BF2-DFFF208CC7E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668680" y="3493973"/>
                  <a:ext cx="21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871DA39-284E-A80B-E581-33156F6ED7C6}"/>
                    </a:ext>
                  </a:extLst>
                </p14:cNvPr>
                <p14:cNvContentPartPr/>
                <p14:nvPr/>
              </p14:nvContentPartPr>
              <p14:xfrm>
                <a:off x="6754360" y="3336653"/>
                <a:ext cx="174600" cy="277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871DA39-284E-A80B-E581-33156F6ED7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748240" y="3330533"/>
                  <a:ext cx="186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531B49B-ED69-61F3-85D5-1D8847F27F38}"/>
                    </a:ext>
                  </a:extLst>
                </p14:cNvPr>
                <p14:cNvContentPartPr/>
                <p14:nvPr/>
              </p14:nvContentPartPr>
              <p14:xfrm>
                <a:off x="6955960" y="3529253"/>
                <a:ext cx="8640" cy="131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531B49B-ED69-61F3-85D5-1D8847F27F3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949840" y="3523133"/>
                  <a:ext cx="20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79D3CD7-86A9-C10A-4E8F-2BA2DBE53125}"/>
                    </a:ext>
                  </a:extLst>
                </p14:cNvPr>
                <p14:cNvContentPartPr/>
                <p14:nvPr/>
              </p14:nvContentPartPr>
              <p14:xfrm>
                <a:off x="7054960" y="3326573"/>
                <a:ext cx="163800" cy="280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79D3CD7-86A9-C10A-4E8F-2BA2DBE5312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48840" y="3320453"/>
                  <a:ext cx="176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4C5E41F-17DD-C348-8542-D52FAD7F1FD5}"/>
                    </a:ext>
                  </a:extLst>
                </p14:cNvPr>
                <p14:cNvContentPartPr/>
                <p14:nvPr/>
              </p14:nvContentPartPr>
              <p14:xfrm>
                <a:off x="7288240" y="3527093"/>
                <a:ext cx="72000" cy="95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4C5E41F-17DD-C348-8542-D52FAD7F1FD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82120" y="3520973"/>
                  <a:ext cx="84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37DA331-1255-19FA-DC4E-FDB53B17ED8B}"/>
                    </a:ext>
                  </a:extLst>
                </p14:cNvPr>
                <p14:cNvContentPartPr/>
                <p14:nvPr/>
              </p14:nvContentPartPr>
              <p14:xfrm>
                <a:off x="7398400" y="3502613"/>
                <a:ext cx="112320" cy="127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37DA331-1255-19FA-DC4E-FDB53B17ED8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392280" y="3496493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83DFA2A-9742-1ADA-F9E7-44DFEBDE4CE6}"/>
                    </a:ext>
                  </a:extLst>
                </p14:cNvPr>
                <p14:cNvContentPartPr/>
                <p14:nvPr/>
              </p14:nvContentPartPr>
              <p14:xfrm>
                <a:off x="7557160" y="3304253"/>
                <a:ext cx="186840" cy="290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83DFA2A-9742-1ADA-F9E7-44DFEBDE4CE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51040" y="3298133"/>
                  <a:ext cx="199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DF65992-280C-D9C7-479E-64726DBE2840}"/>
                    </a:ext>
                  </a:extLst>
                </p14:cNvPr>
                <p14:cNvContentPartPr/>
                <p14:nvPr/>
              </p14:nvContentPartPr>
              <p14:xfrm>
                <a:off x="7759480" y="3509093"/>
                <a:ext cx="75960" cy="102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DF65992-280C-D9C7-479E-64726DBE284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53360" y="3502973"/>
                  <a:ext cx="88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06806C5-1D8F-F441-2489-447C377EA7CA}"/>
                    </a:ext>
                  </a:extLst>
                </p14:cNvPr>
                <p14:cNvContentPartPr/>
                <p14:nvPr/>
              </p14:nvContentPartPr>
              <p14:xfrm>
                <a:off x="7902040" y="3462293"/>
                <a:ext cx="156960" cy="46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06806C5-1D8F-F441-2489-447C377EA7C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95920" y="3456173"/>
                  <a:ext cx="169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D79BF34-6748-DEEE-A224-FE115C043B57}"/>
                    </a:ext>
                  </a:extLst>
                </p14:cNvPr>
                <p14:cNvContentPartPr/>
                <p14:nvPr/>
              </p14:nvContentPartPr>
              <p14:xfrm>
                <a:off x="7973680" y="3312893"/>
                <a:ext cx="5400" cy="298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D79BF34-6748-DEEE-A224-FE115C043B5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67560" y="3306773"/>
                  <a:ext cx="176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8C1D1CC-8C42-4913-0964-3FDF64849067}"/>
                    </a:ext>
                  </a:extLst>
                </p14:cNvPr>
                <p14:cNvContentPartPr/>
                <p14:nvPr/>
              </p14:nvContentPartPr>
              <p14:xfrm>
                <a:off x="8270680" y="3240533"/>
                <a:ext cx="183240" cy="362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8C1D1CC-8C42-4913-0964-3FDF6484906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64560" y="3234413"/>
                  <a:ext cx="195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BC954B6-C568-4784-7917-052365247ED0}"/>
                    </a:ext>
                  </a:extLst>
                </p14:cNvPr>
                <p14:cNvContentPartPr/>
                <p14:nvPr/>
              </p14:nvContentPartPr>
              <p14:xfrm>
                <a:off x="8492800" y="3468413"/>
                <a:ext cx="78120" cy="117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BC954B6-C568-4784-7917-052365247ED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86680" y="3462293"/>
                  <a:ext cx="9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9C312C5-6882-BEBF-E604-B1B4DF5164E9}"/>
                    </a:ext>
                  </a:extLst>
                </p14:cNvPr>
                <p14:cNvContentPartPr/>
                <p14:nvPr/>
              </p14:nvContentPartPr>
              <p14:xfrm>
                <a:off x="8625280" y="3466973"/>
                <a:ext cx="99360" cy="11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9C312C5-6882-BEBF-E604-B1B4DF5164E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19160" y="3460853"/>
                  <a:ext cx="111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857B23B-8D7F-AE4A-8E93-3569BB0C3C58}"/>
                    </a:ext>
                  </a:extLst>
                </p14:cNvPr>
                <p14:cNvContentPartPr/>
                <p14:nvPr/>
              </p14:nvContentPartPr>
              <p14:xfrm>
                <a:off x="8601160" y="3140453"/>
                <a:ext cx="135720" cy="1162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857B23B-8D7F-AE4A-8E93-3569BB0C3C5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95040" y="3134333"/>
                  <a:ext cx="147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D480DB0-B300-E958-97E9-AAF92B329633}"/>
                    </a:ext>
                  </a:extLst>
                </p14:cNvPr>
                <p14:cNvContentPartPr/>
                <p14:nvPr/>
              </p14:nvContentPartPr>
              <p14:xfrm>
                <a:off x="8835880" y="3232973"/>
                <a:ext cx="179640" cy="251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D480DB0-B300-E958-97E9-AAF92B32963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29760" y="3226853"/>
                  <a:ext cx="191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0DCDCA3-6C8D-3807-2464-FD6E3F73C6CB}"/>
                    </a:ext>
                  </a:extLst>
                </p14:cNvPr>
                <p14:cNvContentPartPr/>
                <p14:nvPr/>
              </p14:nvContentPartPr>
              <p14:xfrm>
                <a:off x="9037120" y="3415493"/>
                <a:ext cx="117360" cy="120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0DCDCA3-6C8D-3807-2464-FD6E3F73C6C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31000" y="3409373"/>
                  <a:ext cx="129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6123790-F376-CB2E-5629-7D62D5AA3CA4}"/>
                    </a:ext>
                  </a:extLst>
                </p14:cNvPr>
                <p14:cNvContentPartPr/>
                <p14:nvPr/>
              </p14:nvContentPartPr>
              <p14:xfrm>
                <a:off x="9077080" y="3100853"/>
                <a:ext cx="90720" cy="1375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6123790-F376-CB2E-5629-7D62D5AA3CA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70960" y="3094733"/>
                  <a:ext cx="102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8E9DBD3-90AD-CD60-60A0-7BDC1B9824AC}"/>
                    </a:ext>
                  </a:extLst>
                </p14:cNvPr>
                <p14:cNvContentPartPr/>
                <p14:nvPr/>
              </p14:nvContentPartPr>
              <p14:xfrm>
                <a:off x="9308920" y="3348533"/>
                <a:ext cx="141120" cy="2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8E9DBD3-90AD-CD60-60A0-7BDC1B9824A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02800" y="3342413"/>
                  <a:ext cx="153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3CC64FD-0DF4-640E-1BC5-51F31B2318BF}"/>
                    </a:ext>
                  </a:extLst>
                </p14:cNvPr>
                <p14:cNvContentPartPr/>
                <p14:nvPr/>
              </p14:nvContentPartPr>
              <p14:xfrm>
                <a:off x="6752920" y="4076093"/>
                <a:ext cx="133560" cy="27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3CC64FD-0DF4-640E-1BC5-51F31B2318B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46800" y="4069973"/>
                  <a:ext cx="145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9B9C19E-4F41-91A7-AC0A-4E6696A19948}"/>
                    </a:ext>
                  </a:extLst>
                </p14:cNvPr>
                <p14:cNvContentPartPr/>
                <p14:nvPr/>
              </p14:nvContentPartPr>
              <p14:xfrm>
                <a:off x="7044880" y="3881333"/>
                <a:ext cx="190800" cy="288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9B9C19E-4F41-91A7-AC0A-4E6696A1994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038760" y="3875213"/>
                  <a:ext cx="203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C565361-4625-0CAF-273C-27FCE696844B}"/>
                    </a:ext>
                  </a:extLst>
                </p14:cNvPr>
                <p14:cNvContentPartPr/>
                <p14:nvPr/>
              </p14:nvContentPartPr>
              <p14:xfrm>
                <a:off x="7398400" y="3823373"/>
                <a:ext cx="272160" cy="352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C565361-4625-0CAF-273C-27FCE696844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392280" y="3817253"/>
                  <a:ext cx="2844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6C0E34D-6456-9891-987E-B5BB997388AD}"/>
                    </a:ext>
                  </a:extLst>
                </p14:cNvPr>
                <p14:cNvContentPartPr/>
                <p14:nvPr/>
              </p14:nvContentPartPr>
              <p14:xfrm>
                <a:off x="7771360" y="4071053"/>
                <a:ext cx="108000" cy="120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6C0E34D-6456-9891-987E-B5BB997388A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65240" y="4064933"/>
                  <a:ext cx="120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63A8E40-BD26-A69F-32AA-0257AA2D9EDB}"/>
                    </a:ext>
                  </a:extLst>
                </p14:cNvPr>
                <p14:cNvContentPartPr/>
                <p14:nvPr/>
              </p14:nvContentPartPr>
              <p14:xfrm>
                <a:off x="7915360" y="4058093"/>
                <a:ext cx="101880" cy="982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63A8E40-BD26-A69F-32AA-0257AA2D9ED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909240" y="4051973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4982F43-2AB0-A894-DA24-BBD975A2FD90}"/>
                    </a:ext>
                  </a:extLst>
                </p14:cNvPr>
                <p14:cNvContentPartPr/>
                <p14:nvPr/>
              </p14:nvContentPartPr>
              <p14:xfrm>
                <a:off x="8093200" y="3826973"/>
                <a:ext cx="210240" cy="304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4982F43-2AB0-A894-DA24-BBD975A2FD9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087080" y="3820853"/>
                  <a:ext cx="222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AB53F01-B7CD-6DC7-67CA-B7198588B893}"/>
                    </a:ext>
                  </a:extLst>
                </p14:cNvPr>
                <p14:cNvContentPartPr/>
                <p14:nvPr/>
              </p14:nvContentPartPr>
              <p14:xfrm>
                <a:off x="8342320" y="4031813"/>
                <a:ext cx="95040" cy="100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AB53F01-B7CD-6DC7-67CA-B7198588B89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36200" y="4025693"/>
                  <a:ext cx="107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2F30B91-1446-7BC2-DD67-9278CBB7A145}"/>
                    </a:ext>
                  </a:extLst>
                </p14:cNvPr>
                <p14:cNvContentPartPr/>
                <p14:nvPr/>
              </p14:nvContentPartPr>
              <p14:xfrm>
                <a:off x="8506120" y="3748133"/>
                <a:ext cx="179640" cy="410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2F30B91-1446-7BC2-DD67-9278CBB7A14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00000" y="3742013"/>
                  <a:ext cx="1918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89FCB59-6ED7-FB84-BCE7-A4577E7B62B7}"/>
                    </a:ext>
                  </a:extLst>
                </p14:cNvPr>
                <p14:cNvContentPartPr/>
                <p14:nvPr/>
              </p14:nvContentPartPr>
              <p14:xfrm>
                <a:off x="8710960" y="3893213"/>
                <a:ext cx="164520" cy="2865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89FCB59-6ED7-FB84-BCE7-A4577E7B62B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04840" y="3887093"/>
                  <a:ext cx="176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4E041DD-D0FF-20C1-0A2B-A2EB005712B6}"/>
                    </a:ext>
                  </a:extLst>
                </p14:cNvPr>
                <p14:cNvContentPartPr/>
                <p14:nvPr/>
              </p14:nvContentPartPr>
              <p14:xfrm>
                <a:off x="8722120" y="4003373"/>
                <a:ext cx="151560" cy="18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4E041DD-D0FF-20C1-0A2B-A2EB005712B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716000" y="3997253"/>
                  <a:ext cx="163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41D4949-1D47-00F4-873E-5E45D5381712}"/>
                    </a:ext>
                  </a:extLst>
                </p14:cNvPr>
                <p14:cNvContentPartPr/>
                <p14:nvPr/>
              </p14:nvContentPartPr>
              <p14:xfrm>
                <a:off x="9113440" y="3906893"/>
                <a:ext cx="198360" cy="13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41D4949-1D47-00F4-873E-5E45D538171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07320" y="3900773"/>
                  <a:ext cx="21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C4DBEA6-2833-69BA-5ABB-193A24BA0068}"/>
                    </a:ext>
                  </a:extLst>
                </p14:cNvPr>
                <p14:cNvContentPartPr/>
                <p14:nvPr/>
              </p14:nvContentPartPr>
              <p14:xfrm>
                <a:off x="9185800" y="3761453"/>
                <a:ext cx="35640" cy="3373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C4DBEA6-2833-69BA-5ABB-193A24BA006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79680" y="3755333"/>
                  <a:ext cx="47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4DAD990-A456-C08C-ABA6-7C617C05BF31}"/>
                    </a:ext>
                  </a:extLst>
                </p14:cNvPr>
                <p14:cNvContentPartPr/>
                <p14:nvPr/>
              </p14:nvContentPartPr>
              <p14:xfrm>
                <a:off x="9450040" y="3693053"/>
                <a:ext cx="245880" cy="603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4DAD990-A456-C08C-ABA6-7C617C05BF3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443920" y="3686933"/>
                  <a:ext cx="25812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3F7D0DC-D9CB-423F-9332-B678EA03F3FA}"/>
                    </a:ext>
                  </a:extLst>
                </p14:cNvPr>
                <p14:cNvContentPartPr/>
                <p14:nvPr/>
              </p14:nvContentPartPr>
              <p14:xfrm>
                <a:off x="9702400" y="4004093"/>
                <a:ext cx="158760" cy="206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3F7D0DC-D9CB-423F-9332-B678EA03F3F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96280" y="3997973"/>
                  <a:ext cx="171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3FDF914-77AE-4C3D-BA27-6FE83655BB41}"/>
                    </a:ext>
                  </a:extLst>
                </p14:cNvPr>
                <p14:cNvContentPartPr/>
                <p14:nvPr/>
              </p14:nvContentPartPr>
              <p14:xfrm>
                <a:off x="9711040" y="4069613"/>
                <a:ext cx="138240" cy="72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3FDF914-77AE-4C3D-BA27-6FE83655BB4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04920" y="4063493"/>
                  <a:ext cx="150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55278FE-FC72-66D6-2A51-05D393B50D0C}"/>
                    </a:ext>
                  </a:extLst>
                </p14:cNvPr>
                <p14:cNvContentPartPr/>
                <p14:nvPr/>
              </p14:nvContentPartPr>
              <p14:xfrm>
                <a:off x="9758200" y="3611693"/>
                <a:ext cx="161640" cy="148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55278FE-FC72-66D6-2A51-05D393B50D0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52080" y="3605573"/>
                  <a:ext cx="17388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9065E5AE-AC68-53BC-7D37-C936106AE59C}"/>
                  </a:ext>
                </a:extLst>
              </p14:cNvPr>
              <p14:cNvContentPartPr/>
              <p14:nvPr/>
            </p14:nvContentPartPr>
            <p14:xfrm>
              <a:off x="9367600" y="2517653"/>
              <a:ext cx="2492280" cy="4536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9065E5AE-AC68-53BC-7D37-C936106AE59C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361480" y="2511533"/>
                <a:ext cx="25045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C1AFCFBF-3F31-DFBF-AC87-6757EE51234D}"/>
                  </a:ext>
                </a:extLst>
              </p14:cNvPr>
              <p14:cNvContentPartPr/>
              <p14:nvPr/>
            </p14:nvContentPartPr>
            <p14:xfrm>
              <a:off x="9315040" y="3518093"/>
              <a:ext cx="1917720" cy="10764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C1AFCFBF-3F31-DFBF-AC87-6757EE51234D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308920" y="3511973"/>
                <a:ext cx="19299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65AEF100-3FA9-48D9-C11B-AD0C3D3DD7AE}"/>
                  </a:ext>
                </a:extLst>
              </p14:cNvPr>
              <p14:cNvContentPartPr/>
              <p14:nvPr/>
            </p14:nvContentPartPr>
            <p14:xfrm>
              <a:off x="6840400" y="4343933"/>
              <a:ext cx="2096640" cy="9468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65AEF100-3FA9-48D9-C11B-AD0C3D3DD7AE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6834280" y="4337813"/>
                <a:ext cx="21088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971C999-C4DD-8DAE-9C2F-22D6C512AE35}"/>
                  </a:ext>
                </a:extLst>
              </p14:cNvPr>
              <p14:cNvContentPartPr/>
              <p14:nvPr/>
            </p14:nvContentPartPr>
            <p14:xfrm>
              <a:off x="3215200" y="1493453"/>
              <a:ext cx="290880" cy="169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971C999-C4DD-8DAE-9C2F-22D6C512AE35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209080" y="1487333"/>
                <a:ext cx="30312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AB0339B-376F-745B-4431-834F0BAF291F}"/>
                  </a:ext>
                </a:extLst>
              </p14:cNvPr>
              <p14:cNvContentPartPr/>
              <p14:nvPr/>
            </p14:nvContentPartPr>
            <p14:xfrm>
              <a:off x="5467720" y="795773"/>
              <a:ext cx="4820040" cy="92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AB0339B-376F-745B-4431-834F0BAF291F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5461600" y="789653"/>
                <a:ext cx="48322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3F77346-F781-F65C-356F-19D44259ED9C}"/>
                  </a:ext>
                </a:extLst>
              </p14:cNvPr>
              <p14:cNvContentPartPr/>
              <p14:nvPr/>
            </p14:nvContentPartPr>
            <p14:xfrm>
              <a:off x="1913080" y="1870733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3F77346-F781-F65C-356F-19D44259ED9C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906960" y="186461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0382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0365-536A-DFF0-880A-A578778F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B0D03DC1-E5BE-6253-5558-B5D46B6B7C97}"/>
                  </a:ext>
                </a:extLst>
              </p14:cNvPr>
              <p14:cNvContentPartPr/>
              <p14:nvPr/>
            </p14:nvContentPartPr>
            <p14:xfrm>
              <a:off x="8435200" y="853587"/>
              <a:ext cx="209160" cy="2980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B0D03DC1-E5BE-6253-5558-B5D46B6B7C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9080" y="847467"/>
                <a:ext cx="2214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9A5730B3-D556-AF34-3299-D1F0FB93A726}"/>
                  </a:ext>
                </a:extLst>
              </p14:cNvPr>
              <p14:cNvContentPartPr/>
              <p14:nvPr/>
            </p14:nvContentPartPr>
            <p14:xfrm>
              <a:off x="8659120" y="1013067"/>
              <a:ext cx="9360" cy="1753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9A5730B3-D556-AF34-3299-D1F0FB93A7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53000" y="1006947"/>
                <a:ext cx="216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7C66F5C9-0876-68A8-2142-7571CFEABEC5}"/>
                  </a:ext>
                </a:extLst>
              </p14:cNvPr>
              <p14:cNvContentPartPr/>
              <p14:nvPr/>
            </p14:nvContentPartPr>
            <p14:xfrm>
              <a:off x="8710960" y="743067"/>
              <a:ext cx="223920" cy="4824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7C66F5C9-0876-68A8-2142-7571CFEABE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04840" y="736947"/>
                <a:ext cx="2361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410F3FC0-D6C4-6E44-3F89-15D1FE4DA871}"/>
                  </a:ext>
                </a:extLst>
              </p14:cNvPr>
              <p14:cNvContentPartPr/>
              <p14:nvPr/>
            </p14:nvContentPartPr>
            <p14:xfrm>
              <a:off x="8903560" y="1017747"/>
              <a:ext cx="185040" cy="2811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410F3FC0-D6C4-6E44-3F89-15D1FE4DA8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97440" y="1011627"/>
                <a:ext cx="19728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" name="Group 337">
            <a:extLst>
              <a:ext uri="{FF2B5EF4-FFF2-40B4-BE49-F238E27FC236}">
                <a16:creationId xmlns:a16="http://schemas.microsoft.com/office/drawing/2014/main" id="{86AC01FE-6CF2-EF6A-9733-5CBC9184D61F}"/>
              </a:ext>
            </a:extLst>
          </p:cNvPr>
          <p:cNvGrpSpPr/>
          <p:nvPr/>
        </p:nvGrpSpPr>
        <p:grpSpPr>
          <a:xfrm>
            <a:off x="2036920" y="857187"/>
            <a:ext cx="6298200" cy="1195920"/>
            <a:chOff x="3981640" y="3100853"/>
            <a:chExt cx="6298200" cy="11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3A21558-0001-7225-5F31-215C4C192A94}"/>
                    </a:ext>
                  </a:extLst>
                </p14:cNvPr>
                <p14:cNvContentPartPr/>
                <p14:nvPr/>
              </p14:nvContentPartPr>
              <p14:xfrm>
                <a:off x="9617800" y="3196613"/>
                <a:ext cx="177480" cy="267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3A21558-0001-7225-5F31-215C4C192A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11680" y="3190493"/>
                  <a:ext cx="189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331A0A6-818F-6A1A-3C99-9A2046983CA7}"/>
                    </a:ext>
                  </a:extLst>
                </p14:cNvPr>
                <p14:cNvContentPartPr/>
                <p14:nvPr/>
              </p14:nvContentPartPr>
              <p14:xfrm>
                <a:off x="9870880" y="3133973"/>
                <a:ext cx="218160" cy="277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331A0A6-818F-6A1A-3C99-9A2046983C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64760" y="3127853"/>
                  <a:ext cx="230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AF203FF-A095-86A3-2AB6-A2971639ADC5}"/>
                    </a:ext>
                  </a:extLst>
                </p14:cNvPr>
                <p14:cNvContentPartPr/>
                <p14:nvPr/>
              </p14:nvContentPartPr>
              <p14:xfrm>
                <a:off x="10140520" y="3325853"/>
                <a:ext cx="88200" cy="109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AF203FF-A095-86A3-2AB6-A2971639ADC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34400" y="3319733"/>
                  <a:ext cx="100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073D111-41D8-7936-D66A-486B667EFAC0}"/>
                    </a:ext>
                  </a:extLst>
                </p14:cNvPr>
                <p14:cNvContentPartPr/>
                <p14:nvPr/>
              </p14:nvContentPartPr>
              <p14:xfrm>
                <a:off x="10268680" y="3333053"/>
                <a:ext cx="11160" cy="146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073D111-41D8-7936-D66A-486B667EFAC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62560" y="3326933"/>
                  <a:ext cx="23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49433CE-004D-6B78-9ADD-2382D604F71B}"/>
                    </a:ext>
                  </a:extLst>
                </p14:cNvPr>
                <p14:cNvContentPartPr/>
                <p14:nvPr/>
              </p14:nvContentPartPr>
              <p14:xfrm>
                <a:off x="3997120" y="3542573"/>
                <a:ext cx="157680" cy="24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49433CE-004D-6B78-9ADD-2382D604F7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1000" y="3536453"/>
                  <a:ext cx="16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5498E53-E724-BAC3-E093-CB8519FF87CA}"/>
                    </a:ext>
                  </a:extLst>
                </p14:cNvPr>
                <p14:cNvContentPartPr/>
                <p14:nvPr/>
              </p14:nvContentPartPr>
              <p14:xfrm>
                <a:off x="3981640" y="3656693"/>
                <a:ext cx="196560" cy="30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5498E53-E724-BAC3-E093-CB8519FF87C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75520" y="3650573"/>
                  <a:ext cx="20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E364EE3-9770-36D8-22D3-D3AD98E2E2BC}"/>
                    </a:ext>
                  </a:extLst>
                </p14:cNvPr>
                <p14:cNvContentPartPr/>
                <p14:nvPr/>
              </p14:nvContentPartPr>
              <p14:xfrm>
                <a:off x="4470160" y="3508733"/>
                <a:ext cx="219960" cy="265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E364EE3-9770-36D8-22D3-D3AD98E2E2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64040" y="3502613"/>
                  <a:ext cx="23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356751D-F33E-B163-2413-3906FEE86678}"/>
                    </a:ext>
                  </a:extLst>
                </p14:cNvPr>
                <p14:cNvContentPartPr/>
                <p14:nvPr/>
              </p14:nvContentPartPr>
              <p14:xfrm>
                <a:off x="4730440" y="3641933"/>
                <a:ext cx="98640" cy="98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356751D-F33E-B163-2413-3906FEE866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24320" y="3635813"/>
                  <a:ext cx="11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7CB55A9-1821-FB24-F06E-E6AE0573D425}"/>
                    </a:ext>
                  </a:extLst>
                </p14:cNvPr>
                <p14:cNvContentPartPr/>
                <p14:nvPr/>
              </p14:nvContentPartPr>
              <p14:xfrm>
                <a:off x="4900000" y="3631853"/>
                <a:ext cx="12960" cy="176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7CB55A9-1821-FB24-F06E-E6AE0573D4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93880" y="3625733"/>
                  <a:ext cx="25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8ABCC66-CF21-2CB4-CED3-9D67FC16EA98}"/>
                    </a:ext>
                  </a:extLst>
                </p14:cNvPr>
                <p14:cNvContentPartPr/>
                <p14:nvPr/>
              </p14:nvContentPartPr>
              <p14:xfrm>
                <a:off x="4892080" y="3344213"/>
                <a:ext cx="101160" cy="15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8ABCC66-CF21-2CB4-CED3-9D67FC16EA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85960" y="3338093"/>
                  <a:ext cx="113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79D008D-22E0-42F0-A97F-557D1D9C706A}"/>
                    </a:ext>
                  </a:extLst>
                </p14:cNvPr>
                <p14:cNvContentPartPr/>
                <p14:nvPr/>
              </p14:nvContentPartPr>
              <p14:xfrm>
                <a:off x="5122120" y="3438893"/>
                <a:ext cx="167760" cy="259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79D008D-22E0-42F0-A97F-557D1D9C706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16000" y="3432773"/>
                  <a:ext cx="180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61EC907-A714-11B6-7699-90E59F1EB5D7}"/>
                    </a:ext>
                  </a:extLst>
                </p14:cNvPr>
                <p14:cNvContentPartPr/>
                <p14:nvPr/>
              </p14:nvContentPartPr>
              <p14:xfrm>
                <a:off x="5387440" y="3618533"/>
                <a:ext cx="12960" cy="162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61EC907-A714-11B6-7699-90E59F1EB5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81320" y="3612413"/>
                  <a:ext cx="25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367D8AE-3985-219B-1D33-2B32B6CC12ED}"/>
                    </a:ext>
                  </a:extLst>
                </p14:cNvPr>
                <p14:cNvContentPartPr/>
                <p14:nvPr/>
              </p14:nvContentPartPr>
              <p14:xfrm>
                <a:off x="5341720" y="3294893"/>
                <a:ext cx="112320" cy="146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367D8AE-3985-219B-1D33-2B32B6CC12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5600" y="3288773"/>
                  <a:ext cx="124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DCEDB6D-6A00-5E56-C3C6-FBD0302AEDDD}"/>
                    </a:ext>
                  </a:extLst>
                </p14:cNvPr>
                <p14:cNvContentPartPr/>
                <p14:nvPr/>
              </p14:nvContentPartPr>
              <p14:xfrm>
                <a:off x="5692360" y="3460133"/>
                <a:ext cx="235800" cy="54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DCEDB6D-6A00-5E56-C3C6-FBD0302AED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86240" y="3454013"/>
                  <a:ext cx="248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4CEF40F-9D5D-1884-C368-A59A5195A649}"/>
                    </a:ext>
                  </a:extLst>
                </p14:cNvPr>
                <p14:cNvContentPartPr/>
                <p14:nvPr/>
              </p14:nvContentPartPr>
              <p14:xfrm>
                <a:off x="5820160" y="3357173"/>
                <a:ext cx="23040" cy="285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4CEF40F-9D5D-1884-C368-A59A5195A6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14040" y="3351053"/>
                  <a:ext cx="35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A45FCA9-DD65-C7B1-59BD-758E3DE74645}"/>
                    </a:ext>
                  </a:extLst>
                </p14:cNvPr>
                <p14:cNvContentPartPr/>
                <p14:nvPr/>
              </p14:nvContentPartPr>
              <p14:xfrm>
                <a:off x="6065320" y="3368693"/>
                <a:ext cx="146160" cy="200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A45FCA9-DD65-C7B1-59BD-758E3DE7464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59200" y="3362573"/>
                  <a:ext cx="158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36B762-A9F5-BC07-4BE3-A340104B0438}"/>
                    </a:ext>
                  </a:extLst>
                </p14:cNvPr>
                <p14:cNvContentPartPr/>
                <p14:nvPr/>
              </p14:nvContentPartPr>
              <p14:xfrm>
                <a:off x="6310480" y="3371573"/>
                <a:ext cx="193320" cy="235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36B762-A9F5-BC07-4BE3-A340104B04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04360" y="3365453"/>
                  <a:ext cx="205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7F75458-FB8D-182A-D8CC-AF71626A24C3}"/>
                    </a:ext>
                  </a:extLst>
                </p14:cNvPr>
                <p14:cNvContentPartPr/>
                <p14:nvPr/>
              </p14:nvContentPartPr>
              <p14:xfrm>
                <a:off x="6526120" y="3520253"/>
                <a:ext cx="93600" cy="100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7F75458-FB8D-182A-D8CC-AF71626A24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20000" y="3514133"/>
                  <a:ext cx="105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CEBB419-3654-1D92-53E6-DB7CA3B50A39}"/>
                    </a:ext>
                  </a:extLst>
                </p14:cNvPr>
                <p14:cNvContentPartPr/>
                <p14:nvPr/>
              </p14:nvContentPartPr>
              <p14:xfrm>
                <a:off x="6674800" y="3500093"/>
                <a:ext cx="9000" cy="112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CEBB419-3654-1D92-53E6-DB7CA3B50A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68680" y="3493973"/>
                  <a:ext cx="21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170E3C2-0F8A-6634-38CF-611B293D2A9C}"/>
                    </a:ext>
                  </a:extLst>
                </p14:cNvPr>
                <p14:cNvContentPartPr/>
                <p14:nvPr/>
              </p14:nvContentPartPr>
              <p14:xfrm>
                <a:off x="6754360" y="3336653"/>
                <a:ext cx="174600" cy="277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170E3C2-0F8A-6634-38CF-611B293D2A9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48240" y="3330533"/>
                  <a:ext cx="186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54284F2-D896-B143-BCAA-40DC20545E35}"/>
                    </a:ext>
                  </a:extLst>
                </p14:cNvPr>
                <p14:cNvContentPartPr/>
                <p14:nvPr/>
              </p14:nvContentPartPr>
              <p14:xfrm>
                <a:off x="6955960" y="3529253"/>
                <a:ext cx="8640" cy="131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54284F2-D896-B143-BCAA-40DC20545E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49840" y="3523133"/>
                  <a:ext cx="20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5D20A92-BE51-3556-35FA-35157FA1E6FC}"/>
                    </a:ext>
                  </a:extLst>
                </p14:cNvPr>
                <p14:cNvContentPartPr/>
                <p14:nvPr/>
              </p14:nvContentPartPr>
              <p14:xfrm>
                <a:off x="7054960" y="3326573"/>
                <a:ext cx="163800" cy="280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5D20A92-BE51-3556-35FA-35157FA1E6F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48840" y="3320453"/>
                  <a:ext cx="176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2ACA43E-54AD-7936-7194-58ECD2473C8E}"/>
                    </a:ext>
                  </a:extLst>
                </p14:cNvPr>
                <p14:cNvContentPartPr/>
                <p14:nvPr/>
              </p14:nvContentPartPr>
              <p14:xfrm>
                <a:off x="7288240" y="3527093"/>
                <a:ext cx="72000" cy="95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2ACA43E-54AD-7936-7194-58ECD2473C8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82120" y="3520973"/>
                  <a:ext cx="84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89945DF-67BE-EAA2-AEF2-AAA1BF4AD1A4}"/>
                    </a:ext>
                  </a:extLst>
                </p14:cNvPr>
                <p14:cNvContentPartPr/>
                <p14:nvPr/>
              </p14:nvContentPartPr>
              <p14:xfrm>
                <a:off x="7398400" y="3502613"/>
                <a:ext cx="112320" cy="127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89945DF-67BE-EAA2-AEF2-AAA1BF4AD1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92280" y="3496493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A1B07F0-5E17-76AB-AB4F-E9AAEED8643E}"/>
                    </a:ext>
                  </a:extLst>
                </p14:cNvPr>
                <p14:cNvContentPartPr/>
                <p14:nvPr/>
              </p14:nvContentPartPr>
              <p14:xfrm>
                <a:off x="7557160" y="3304253"/>
                <a:ext cx="186840" cy="290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A1B07F0-5E17-76AB-AB4F-E9AAEED864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51040" y="3298133"/>
                  <a:ext cx="199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6330F7B-D417-1CFE-AAA7-D99BD1D52E05}"/>
                    </a:ext>
                  </a:extLst>
                </p14:cNvPr>
                <p14:cNvContentPartPr/>
                <p14:nvPr/>
              </p14:nvContentPartPr>
              <p14:xfrm>
                <a:off x="7759480" y="3509093"/>
                <a:ext cx="75960" cy="102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6330F7B-D417-1CFE-AAA7-D99BD1D52E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53360" y="3502973"/>
                  <a:ext cx="88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2EA16DD-5106-2B4C-D1D8-9F408F900EDB}"/>
                    </a:ext>
                  </a:extLst>
                </p14:cNvPr>
                <p14:cNvContentPartPr/>
                <p14:nvPr/>
              </p14:nvContentPartPr>
              <p14:xfrm>
                <a:off x="7902040" y="3462293"/>
                <a:ext cx="156960" cy="46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2EA16DD-5106-2B4C-D1D8-9F408F900E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95920" y="3456173"/>
                  <a:ext cx="169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B0E0876-B118-FB56-A5F2-F5398E229FF4}"/>
                    </a:ext>
                  </a:extLst>
                </p14:cNvPr>
                <p14:cNvContentPartPr/>
                <p14:nvPr/>
              </p14:nvContentPartPr>
              <p14:xfrm>
                <a:off x="7973680" y="3312893"/>
                <a:ext cx="5400" cy="298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B0E0876-B118-FB56-A5F2-F5398E229FF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67560" y="3306773"/>
                  <a:ext cx="176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044D6A0-E804-240F-F21F-CA3D4AA1C473}"/>
                    </a:ext>
                  </a:extLst>
                </p14:cNvPr>
                <p14:cNvContentPartPr/>
                <p14:nvPr/>
              </p14:nvContentPartPr>
              <p14:xfrm>
                <a:off x="8270680" y="3240533"/>
                <a:ext cx="183240" cy="362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044D6A0-E804-240F-F21F-CA3D4AA1C4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64560" y="3234413"/>
                  <a:ext cx="195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97F0319-59D4-157B-E53A-A59218BDB76B}"/>
                    </a:ext>
                  </a:extLst>
                </p14:cNvPr>
                <p14:cNvContentPartPr/>
                <p14:nvPr/>
              </p14:nvContentPartPr>
              <p14:xfrm>
                <a:off x="8492800" y="3468413"/>
                <a:ext cx="78120" cy="117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97F0319-59D4-157B-E53A-A59218BDB76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86680" y="3462293"/>
                  <a:ext cx="9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03B8052-4E57-DC3B-068F-BA12FBC10291}"/>
                    </a:ext>
                  </a:extLst>
                </p14:cNvPr>
                <p14:cNvContentPartPr/>
                <p14:nvPr/>
              </p14:nvContentPartPr>
              <p14:xfrm>
                <a:off x="8625280" y="3466973"/>
                <a:ext cx="99360" cy="11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03B8052-4E57-DC3B-068F-BA12FBC1029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19160" y="3460853"/>
                  <a:ext cx="111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A9FFC2B-18BA-A5AD-1D8C-BB7852AD0258}"/>
                    </a:ext>
                  </a:extLst>
                </p14:cNvPr>
                <p14:cNvContentPartPr/>
                <p14:nvPr/>
              </p14:nvContentPartPr>
              <p14:xfrm>
                <a:off x="8601160" y="3140453"/>
                <a:ext cx="135720" cy="1162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A9FFC2B-18BA-A5AD-1D8C-BB7852AD02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95040" y="3134333"/>
                  <a:ext cx="147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294CBD8-E512-9404-025E-88899A62B4C5}"/>
                    </a:ext>
                  </a:extLst>
                </p14:cNvPr>
                <p14:cNvContentPartPr/>
                <p14:nvPr/>
              </p14:nvContentPartPr>
              <p14:xfrm>
                <a:off x="8835880" y="3232973"/>
                <a:ext cx="179640" cy="251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294CBD8-E512-9404-025E-88899A62B4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29760" y="3226853"/>
                  <a:ext cx="191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15AA11C-AFF3-E175-E696-CC3FB835230B}"/>
                    </a:ext>
                  </a:extLst>
                </p14:cNvPr>
                <p14:cNvContentPartPr/>
                <p14:nvPr/>
              </p14:nvContentPartPr>
              <p14:xfrm>
                <a:off x="9037120" y="3415493"/>
                <a:ext cx="117360" cy="120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15AA11C-AFF3-E175-E696-CC3FB835230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31000" y="3409373"/>
                  <a:ext cx="129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0484A10-098D-75DA-F9B2-4FBE28CC1A6D}"/>
                    </a:ext>
                  </a:extLst>
                </p14:cNvPr>
                <p14:cNvContentPartPr/>
                <p14:nvPr/>
              </p14:nvContentPartPr>
              <p14:xfrm>
                <a:off x="9077080" y="3100853"/>
                <a:ext cx="90720" cy="1375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0484A10-098D-75DA-F9B2-4FBE28CC1A6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70960" y="3094733"/>
                  <a:ext cx="102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3928846-449B-96D6-5CF7-6CF592565EB0}"/>
                    </a:ext>
                  </a:extLst>
                </p14:cNvPr>
                <p14:cNvContentPartPr/>
                <p14:nvPr/>
              </p14:nvContentPartPr>
              <p14:xfrm>
                <a:off x="9308920" y="3348533"/>
                <a:ext cx="141120" cy="2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3928846-449B-96D6-5CF7-6CF592565E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02800" y="3342413"/>
                  <a:ext cx="153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3412953-4999-2B46-4838-A2B7E52E45C6}"/>
                    </a:ext>
                  </a:extLst>
                </p14:cNvPr>
                <p14:cNvContentPartPr/>
                <p14:nvPr/>
              </p14:nvContentPartPr>
              <p14:xfrm>
                <a:off x="6752920" y="4076093"/>
                <a:ext cx="133560" cy="27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3412953-4999-2B46-4838-A2B7E52E45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46800" y="4069973"/>
                  <a:ext cx="145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E0B2C2F-04C1-821D-17E1-710775F7473E}"/>
                    </a:ext>
                  </a:extLst>
                </p14:cNvPr>
                <p14:cNvContentPartPr/>
                <p14:nvPr/>
              </p14:nvContentPartPr>
              <p14:xfrm>
                <a:off x="7044880" y="3881333"/>
                <a:ext cx="190800" cy="288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E0B2C2F-04C1-821D-17E1-710775F747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38760" y="3875213"/>
                  <a:ext cx="203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5CE5AB7-9F02-9061-20D6-0881C8379502}"/>
                    </a:ext>
                  </a:extLst>
                </p14:cNvPr>
                <p14:cNvContentPartPr/>
                <p14:nvPr/>
              </p14:nvContentPartPr>
              <p14:xfrm>
                <a:off x="7398400" y="3823373"/>
                <a:ext cx="272160" cy="352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5CE5AB7-9F02-9061-20D6-0881C837950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92280" y="3817253"/>
                  <a:ext cx="2844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86B7781-A128-F8D7-1ED2-ACC20D32B1DD}"/>
                    </a:ext>
                  </a:extLst>
                </p14:cNvPr>
                <p14:cNvContentPartPr/>
                <p14:nvPr/>
              </p14:nvContentPartPr>
              <p14:xfrm>
                <a:off x="7771360" y="4071053"/>
                <a:ext cx="108000" cy="120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86B7781-A128-F8D7-1ED2-ACC20D32B1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65240" y="4064933"/>
                  <a:ext cx="120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9FD9059-F1D1-4EB5-1119-A8CA1ADE7EEE}"/>
                    </a:ext>
                  </a:extLst>
                </p14:cNvPr>
                <p14:cNvContentPartPr/>
                <p14:nvPr/>
              </p14:nvContentPartPr>
              <p14:xfrm>
                <a:off x="7915360" y="4058093"/>
                <a:ext cx="101880" cy="982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9FD9059-F1D1-4EB5-1119-A8CA1ADE7E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09240" y="4051973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EB4CD9D-4E26-8572-7D8C-8FF54E9E0040}"/>
                    </a:ext>
                  </a:extLst>
                </p14:cNvPr>
                <p14:cNvContentPartPr/>
                <p14:nvPr/>
              </p14:nvContentPartPr>
              <p14:xfrm>
                <a:off x="8093200" y="3826973"/>
                <a:ext cx="210240" cy="304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EB4CD9D-4E26-8572-7D8C-8FF54E9E00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87080" y="3820853"/>
                  <a:ext cx="222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92C60AE-8F93-340B-1D74-EB2E1B15E105}"/>
                    </a:ext>
                  </a:extLst>
                </p14:cNvPr>
                <p14:cNvContentPartPr/>
                <p14:nvPr/>
              </p14:nvContentPartPr>
              <p14:xfrm>
                <a:off x="8342320" y="4031813"/>
                <a:ext cx="95040" cy="100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92C60AE-8F93-340B-1D74-EB2E1B15E10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36200" y="4025693"/>
                  <a:ext cx="107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C346782-7117-4D1D-9D9E-F25056DBF048}"/>
                    </a:ext>
                  </a:extLst>
                </p14:cNvPr>
                <p14:cNvContentPartPr/>
                <p14:nvPr/>
              </p14:nvContentPartPr>
              <p14:xfrm>
                <a:off x="8506120" y="3748133"/>
                <a:ext cx="179640" cy="410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C346782-7117-4D1D-9D9E-F25056DBF04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00000" y="3742013"/>
                  <a:ext cx="1918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0432D87-1B05-7D7F-E203-23BD0C9129F5}"/>
                    </a:ext>
                  </a:extLst>
                </p14:cNvPr>
                <p14:cNvContentPartPr/>
                <p14:nvPr/>
              </p14:nvContentPartPr>
              <p14:xfrm>
                <a:off x="8710960" y="3893213"/>
                <a:ext cx="164520" cy="2865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0432D87-1B05-7D7F-E203-23BD0C9129F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04840" y="3887093"/>
                  <a:ext cx="176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6061A4D-F6B2-510F-BF29-7C9CD2637E0E}"/>
                    </a:ext>
                  </a:extLst>
                </p14:cNvPr>
                <p14:cNvContentPartPr/>
                <p14:nvPr/>
              </p14:nvContentPartPr>
              <p14:xfrm>
                <a:off x="8722120" y="4003373"/>
                <a:ext cx="151560" cy="18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6061A4D-F6B2-510F-BF29-7C9CD2637E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16000" y="3997253"/>
                  <a:ext cx="163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73A7942-DEC0-9C3E-4319-171E399E73E2}"/>
                    </a:ext>
                  </a:extLst>
                </p14:cNvPr>
                <p14:cNvContentPartPr/>
                <p14:nvPr/>
              </p14:nvContentPartPr>
              <p14:xfrm>
                <a:off x="9113440" y="3906893"/>
                <a:ext cx="198360" cy="13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73A7942-DEC0-9C3E-4319-171E399E73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07320" y="3900773"/>
                  <a:ext cx="21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C812C3C-840E-10AA-DD86-D5FC6FA83107}"/>
                    </a:ext>
                  </a:extLst>
                </p14:cNvPr>
                <p14:cNvContentPartPr/>
                <p14:nvPr/>
              </p14:nvContentPartPr>
              <p14:xfrm>
                <a:off x="9185800" y="3761453"/>
                <a:ext cx="35640" cy="3373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C812C3C-840E-10AA-DD86-D5FC6FA8310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79680" y="3755333"/>
                  <a:ext cx="47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9C7FBF8-0E3A-9CA5-4243-BA06828F834F}"/>
                    </a:ext>
                  </a:extLst>
                </p14:cNvPr>
                <p14:cNvContentPartPr/>
                <p14:nvPr/>
              </p14:nvContentPartPr>
              <p14:xfrm>
                <a:off x="9450040" y="3693053"/>
                <a:ext cx="245880" cy="603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9C7FBF8-0E3A-9CA5-4243-BA06828F834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43920" y="3686933"/>
                  <a:ext cx="25812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C728179-14C3-E83B-B6D7-FE3E006F1754}"/>
                    </a:ext>
                  </a:extLst>
                </p14:cNvPr>
                <p14:cNvContentPartPr/>
                <p14:nvPr/>
              </p14:nvContentPartPr>
              <p14:xfrm>
                <a:off x="9702400" y="4004093"/>
                <a:ext cx="158760" cy="206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C728179-14C3-E83B-B6D7-FE3E006F17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96280" y="3997973"/>
                  <a:ext cx="171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BEE4319-B88F-19A5-C866-36CF7F585E41}"/>
                    </a:ext>
                  </a:extLst>
                </p14:cNvPr>
                <p14:cNvContentPartPr/>
                <p14:nvPr/>
              </p14:nvContentPartPr>
              <p14:xfrm>
                <a:off x="9711040" y="4069613"/>
                <a:ext cx="138240" cy="72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BEE4319-B88F-19A5-C866-36CF7F585E4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04920" y="4063493"/>
                  <a:ext cx="150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73FC2BB-A48C-EECB-EB57-8F0516BEF747}"/>
                    </a:ext>
                  </a:extLst>
                </p14:cNvPr>
                <p14:cNvContentPartPr/>
                <p14:nvPr/>
              </p14:nvContentPartPr>
              <p14:xfrm>
                <a:off x="9758200" y="3611693"/>
                <a:ext cx="161640" cy="148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73FC2BB-A48C-EECB-EB57-8F0516BEF74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752080" y="3605573"/>
                  <a:ext cx="1738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A302AFC-58C6-6725-BE84-7FD3C196B010}"/>
              </a:ext>
            </a:extLst>
          </p:cNvPr>
          <p:cNvGrpSpPr/>
          <p:nvPr/>
        </p:nvGrpSpPr>
        <p:grpSpPr>
          <a:xfrm>
            <a:off x="1155280" y="1080387"/>
            <a:ext cx="524880" cy="365760"/>
            <a:chOff x="3100000" y="3324053"/>
            <a:chExt cx="52488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799ECF-B6EF-91F0-B279-A75402D3E014}"/>
                    </a:ext>
                  </a:extLst>
                </p14:cNvPr>
                <p14:cNvContentPartPr/>
                <p14:nvPr/>
              </p14:nvContentPartPr>
              <p14:xfrm>
                <a:off x="3100000" y="3324053"/>
                <a:ext cx="47880" cy="312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799ECF-B6EF-91F0-B279-A75402D3E0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93880" y="3317933"/>
                  <a:ext cx="60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F98AC7-9542-B794-5940-138A87EA2DAF}"/>
                    </a:ext>
                  </a:extLst>
                </p14:cNvPr>
                <p14:cNvContentPartPr/>
                <p14:nvPr/>
              </p14:nvContentPartPr>
              <p14:xfrm>
                <a:off x="3230680" y="3524933"/>
                <a:ext cx="71280" cy="164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F98AC7-9542-B794-5940-138A87EA2DA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24560" y="3518813"/>
                  <a:ext cx="83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03CDC3-8051-2330-0286-6AE7C5D8CF66}"/>
                    </a:ext>
                  </a:extLst>
                </p14:cNvPr>
                <p14:cNvContentPartPr/>
                <p14:nvPr/>
              </p14:nvContentPartPr>
              <p14:xfrm>
                <a:off x="3373960" y="3542213"/>
                <a:ext cx="97560" cy="125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03CDC3-8051-2330-0286-6AE7C5D8CF6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67840" y="3536093"/>
                  <a:ext cx="109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436CA3-7A91-2B99-3CE0-BC74996001B6}"/>
                    </a:ext>
                  </a:extLst>
                </p14:cNvPr>
                <p14:cNvContentPartPr/>
                <p14:nvPr/>
              </p14:nvContentPartPr>
              <p14:xfrm>
                <a:off x="3544240" y="3536093"/>
                <a:ext cx="80640" cy="138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436CA3-7A91-2B99-3CE0-BC74996001B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38120" y="3529973"/>
                  <a:ext cx="92880" cy="15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6FD8F34F-EC2E-08F9-6301-CF790573864E}"/>
                  </a:ext>
                </a:extLst>
              </p14:cNvPr>
              <p14:cNvContentPartPr/>
              <p14:nvPr/>
            </p14:nvContentPartPr>
            <p14:xfrm>
              <a:off x="1522840" y="4156373"/>
              <a:ext cx="360" cy="3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6FD8F34F-EC2E-08F9-6301-CF790573864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516720" y="415025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4252130-0C15-C880-C6EC-7494088180D8}"/>
                  </a:ext>
                </a:extLst>
              </p14:cNvPr>
              <p14:cNvContentPartPr/>
              <p14:nvPr/>
            </p14:nvContentPartPr>
            <p14:xfrm>
              <a:off x="445720" y="3569573"/>
              <a:ext cx="23760" cy="246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4252130-0C15-C880-C6EC-7494088180D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39600" y="3563453"/>
                <a:ext cx="360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94D3F6D-9771-2A15-1EDF-A8F2FEB55D61}"/>
                  </a:ext>
                </a:extLst>
              </p14:cNvPr>
              <p14:cNvContentPartPr/>
              <p14:nvPr/>
            </p14:nvContentPartPr>
            <p14:xfrm>
              <a:off x="547600" y="3694853"/>
              <a:ext cx="95040" cy="1310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94D3F6D-9771-2A15-1EDF-A8F2FEB55D6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41480" y="3688733"/>
                <a:ext cx="1072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09CD13D-CE2A-61C5-6DAD-ACAEF38BC484}"/>
                  </a:ext>
                </a:extLst>
              </p14:cNvPr>
              <p14:cNvContentPartPr/>
              <p14:nvPr/>
            </p14:nvContentPartPr>
            <p14:xfrm>
              <a:off x="697000" y="3645533"/>
              <a:ext cx="261360" cy="1868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09CD13D-CE2A-61C5-6DAD-ACAEF38BC48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90880" y="3639413"/>
                <a:ext cx="2736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250FA45-1FF1-A951-BD58-3783753EC07D}"/>
                  </a:ext>
                </a:extLst>
              </p14:cNvPr>
              <p14:cNvContentPartPr/>
              <p14:nvPr/>
            </p14:nvContentPartPr>
            <p14:xfrm>
              <a:off x="218920" y="3418013"/>
              <a:ext cx="218520" cy="315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250FA45-1FF1-A951-BD58-3783753EC07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12800" y="3411893"/>
                <a:ext cx="23076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BAC42F4-DDA6-102C-5180-0384291DD4E7}"/>
                  </a:ext>
                </a:extLst>
              </p14:cNvPr>
              <p14:cNvContentPartPr/>
              <p14:nvPr/>
            </p14:nvContentPartPr>
            <p14:xfrm>
              <a:off x="187600" y="3799253"/>
              <a:ext cx="967680" cy="410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BAC42F4-DDA6-102C-5180-0384291DD4E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81480" y="3793133"/>
                <a:ext cx="9799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B7D0CBF-E6D3-0F48-08D7-457642E04EDB}"/>
                  </a:ext>
                </a:extLst>
              </p14:cNvPr>
              <p14:cNvContentPartPr/>
              <p14:nvPr/>
            </p14:nvContentPartPr>
            <p14:xfrm>
              <a:off x="297760" y="3887093"/>
              <a:ext cx="370440" cy="3067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B7D0CBF-E6D3-0F48-08D7-457642E04ED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91640" y="3880973"/>
                <a:ext cx="38268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573F733-6AF9-D1FF-E6EC-31B18B7CCFFB}"/>
                  </a:ext>
                </a:extLst>
              </p14:cNvPr>
              <p14:cNvContentPartPr/>
              <p14:nvPr/>
            </p14:nvContentPartPr>
            <p14:xfrm>
              <a:off x="695560" y="3897533"/>
              <a:ext cx="269640" cy="250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573F733-6AF9-D1FF-E6EC-31B18B7CCFF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89440" y="3891413"/>
                <a:ext cx="2818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BAF7D2A-6BB1-C39E-7F8E-0930B7FD2DA9}"/>
                  </a:ext>
                </a:extLst>
              </p14:cNvPr>
              <p14:cNvContentPartPr/>
              <p14:nvPr/>
            </p14:nvContentPartPr>
            <p14:xfrm>
              <a:off x="996880" y="4036133"/>
              <a:ext cx="82440" cy="89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BAF7D2A-6BB1-C39E-7F8E-0930B7FD2DA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90760" y="4030013"/>
                <a:ext cx="946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23BBB43-7095-A181-ABE6-E7CAE4048170}"/>
                  </a:ext>
                </a:extLst>
              </p14:cNvPr>
              <p14:cNvContentPartPr/>
              <p14:nvPr/>
            </p14:nvContentPartPr>
            <p14:xfrm>
              <a:off x="1079680" y="4029293"/>
              <a:ext cx="157320" cy="1195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23BBB43-7095-A181-ABE6-E7CAE404817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73560" y="4023173"/>
                <a:ext cx="16956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CDE0323-1D91-0811-7C49-083FF6E88239}"/>
                  </a:ext>
                </a:extLst>
              </p14:cNvPr>
              <p14:cNvContentPartPr/>
              <p14:nvPr/>
            </p14:nvContentPartPr>
            <p14:xfrm>
              <a:off x="4004320" y="3685493"/>
              <a:ext cx="360" cy="3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CDE0323-1D91-0811-7C49-083FF6E8823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998200" y="367937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B512AB2-F251-9714-8048-F3ADBAE52E6A}"/>
                  </a:ext>
                </a:extLst>
              </p14:cNvPr>
              <p14:cNvContentPartPr/>
              <p14:nvPr/>
            </p14:nvContentPartPr>
            <p14:xfrm>
              <a:off x="5570680" y="2054333"/>
              <a:ext cx="457920" cy="331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B512AB2-F251-9714-8048-F3ADBAE52E6A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564560" y="2048213"/>
                <a:ext cx="47016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73FEBD6-0368-D1CF-78DB-2CF5F96C6DB4}"/>
              </a:ext>
            </a:extLst>
          </p:cNvPr>
          <p:cNvGrpSpPr/>
          <p:nvPr/>
        </p:nvGrpSpPr>
        <p:grpSpPr>
          <a:xfrm>
            <a:off x="2546680" y="1604693"/>
            <a:ext cx="1066680" cy="370440"/>
            <a:chOff x="2546680" y="1604693"/>
            <a:chExt cx="106668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F93D77C-733B-4C3B-AFB6-86EEF4A1030D}"/>
                    </a:ext>
                  </a:extLst>
                </p14:cNvPr>
                <p14:cNvContentPartPr/>
                <p14:nvPr/>
              </p14:nvContentPartPr>
              <p14:xfrm>
                <a:off x="2546680" y="1604693"/>
                <a:ext cx="1018800" cy="18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F93D77C-733B-4C3B-AFB6-86EEF4A1030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540560" y="1598573"/>
                  <a:ext cx="1031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44E47F9-6BFB-705D-E8C5-F77945AC459B}"/>
                    </a:ext>
                  </a:extLst>
                </p14:cNvPr>
                <p14:cNvContentPartPr/>
                <p14:nvPr/>
              </p14:nvContentPartPr>
              <p14:xfrm>
                <a:off x="3222040" y="1720973"/>
                <a:ext cx="104400" cy="9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44E47F9-6BFB-705D-E8C5-F77945AC459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215920" y="1714853"/>
                  <a:ext cx="116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E1B77B5-298B-667A-8332-308FE1B1DBCD}"/>
                    </a:ext>
                  </a:extLst>
                </p14:cNvPr>
                <p14:cNvContentPartPr/>
                <p14:nvPr/>
              </p14:nvContentPartPr>
              <p14:xfrm>
                <a:off x="3379720" y="1672013"/>
                <a:ext cx="29880" cy="109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E1B77B5-298B-667A-8332-308FE1B1DBC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373600" y="1665893"/>
                  <a:ext cx="42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D29A67A-8800-B2F6-2A4B-FFA10D6FD8B8}"/>
                    </a:ext>
                  </a:extLst>
                </p14:cNvPr>
                <p14:cNvContentPartPr/>
                <p14:nvPr/>
              </p14:nvContentPartPr>
              <p14:xfrm>
                <a:off x="3482680" y="1819253"/>
                <a:ext cx="130680" cy="155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D29A67A-8800-B2F6-2A4B-FFA10D6FD8B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476560" y="1813133"/>
                  <a:ext cx="14292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AD570B6-0CBB-1CCC-21E2-60CD217D04D3}"/>
                  </a:ext>
                </a:extLst>
              </p14:cNvPr>
              <p14:cNvContentPartPr/>
              <p14:nvPr/>
            </p14:nvContentPartPr>
            <p14:xfrm>
              <a:off x="5192320" y="1439453"/>
              <a:ext cx="314280" cy="162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AD570B6-0CBB-1CCC-21E2-60CD217D04D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186200" y="1433333"/>
                <a:ext cx="326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F57FBC8-6ECB-2297-734B-2607CBE7FA33}"/>
                  </a:ext>
                </a:extLst>
              </p14:cNvPr>
              <p14:cNvContentPartPr/>
              <p14:nvPr/>
            </p14:nvContentPartPr>
            <p14:xfrm>
              <a:off x="6537280" y="1386533"/>
              <a:ext cx="225360" cy="309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F57FBC8-6ECB-2297-734B-2607CBE7FA33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531160" y="1380413"/>
                <a:ext cx="23760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7737AA7-CD46-EC28-0DD8-17AC80731B41}"/>
              </a:ext>
            </a:extLst>
          </p:cNvPr>
          <p:cNvGrpSpPr/>
          <p:nvPr/>
        </p:nvGrpSpPr>
        <p:grpSpPr>
          <a:xfrm>
            <a:off x="7721680" y="1220933"/>
            <a:ext cx="1910160" cy="206280"/>
            <a:chOff x="7721680" y="1220933"/>
            <a:chExt cx="191016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228061D-BF72-4084-B2FD-EC26B718ADF6}"/>
                    </a:ext>
                  </a:extLst>
                </p14:cNvPr>
                <p14:cNvContentPartPr/>
                <p14:nvPr/>
              </p14:nvContentPartPr>
              <p14:xfrm>
                <a:off x="7721680" y="1243253"/>
                <a:ext cx="1260000" cy="15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228061D-BF72-4084-B2FD-EC26B718ADF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715560" y="1237133"/>
                  <a:ext cx="1272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7BD271F-7B74-C332-B48A-305835075F59}"/>
                    </a:ext>
                  </a:extLst>
                </p14:cNvPr>
                <p14:cNvContentPartPr/>
                <p14:nvPr/>
              </p14:nvContentPartPr>
              <p14:xfrm>
                <a:off x="9299920" y="1220933"/>
                <a:ext cx="98640" cy="78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7BD271F-7B74-C332-B48A-305835075F5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293800" y="1214813"/>
                  <a:ext cx="110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B6E19B4-8A80-37D0-C075-A758561B2A96}"/>
                    </a:ext>
                  </a:extLst>
                </p14:cNvPr>
                <p14:cNvContentPartPr/>
                <p14:nvPr/>
              </p14:nvContentPartPr>
              <p14:xfrm>
                <a:off x="9331240" y="1310213"/>
                <a:ext cx="94680" cy="45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B6E19B4-8A80-37D0-C075-A758561B2A9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25120" y="1304093"/>
                  <a:ext cx="106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09147BC-EACA-E1DE-68BB-2B1551891373}"/>
                    </a:ext>
                  </a:extLst>
                </p14:cNvPr>
                <p14:cNvContentPartPr/>
                <p14:nvPr/>
              </p14:nvContentPartPr>
              <p14:xfrm>
                <a:off x="9518440" y="1274573"/>
                <a:ext cx="113400" cy="152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09147BC-EACA-E1DE-68BB-2B155189137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12320" y="1268453"/>
                  <a:ext cx="12564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644D8AA-9876-B93E-9AAB-04E549C7CF2B}"/>
              </a:ext>
            </a:extLst>
          </p:cNvPr>
          <p:cNvGrpSpPr/>
          <p:nvPr/>
        </p:nvGrpSpPr>
        <p:grpSpPr>
          <a:xfrm>
            <a:off x="7481200" y="2038133"/>
            <a:ext cx="974880" cy="221400"/>
            <a:chOff x="7481200" y="2038133"/>
            <a:chExt cx="97488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3E28A85-2645-10C7-662B-0B3A8D0F37D6}"/>
                    </a:ext>
                  </a:extLst>
                </p14:cNvPr>
                <p14:cNvContentPartPr/>
                <p14:nvPr/>
              </p14:nvContentPartPr>
              <p14:xfrm>
                <a:off x="7481200" y="2040293"/>
                <a:ext cx="461520" cy="43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3E28A85-2645-10C7-662B-0B3A8D0F37D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475080" y="2034173"/>
                  <a:ext cx="473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3ACF720-6BFD-FDA2-CFBD-49BA2D903FF6}"/>
                    </a:ext>
                  </a:extLst>
                </p14:cNvPr>
                <p14:cNvContentPartPr/>
                <p14:nvPr/>
              </p14:nvContentPartPr>
              <p14:xfrm>
                <a:off x="8115160" y="2038133"/>
                <a:ext cx="109440" cy="99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3ACF720-6BFD-FDA2-CFBD-49BA2D903FF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09040" y="2032013"/>
                  <a:ext cx="121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BF76B1D-C70A-748F-EEAC-6D7A5C0B3825}"/>
                    </a:ext>
                  </a:extLst>
                </p14:cNvPr>
                <p14:cNvContentPartPr/>
                <p14:nvPr/>
              </p14:nvContentPartPr>
              <p14:xfrm>
                <a:off x="8137480" y="2136413"/>
                <a:ext cx="79200" cy="49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BF76B1D-C70A-748F-EEAC-6D7A5C0B382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31360" y="2130293"/>
                  <a:ext cx="91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4FE220E-A7D6-56F6-E533-3DE0122B35CC}"/>
                    </a:ext>
                  </a:extLst>
                </p14:cNvPr>
                <p14:cNvContentPartPr/>
                <p14:nvPr/>
              </p14:nvContentPartPr>
              <p14:xfrm>
                <a:off x="8332600" y="2102573"/>
                <a:ext cx="123480" cy="156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4FE220E-A7D6-56F6-E533-3DE0122B35C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326480" y="2096453"/>
                  <a:ext cx="13572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AED8360-3DEF-C113-0D82-33EB3405B0F7}"/>
                  </a:ext>
                </a:extLst>
              </p14:cNvPr>
              <p14:cNvContentPartPr/>
              <p14:nvPr/>
            </p14:nvContentPartPr>
            <p14:xfrm>
              <a:off x="4181440" y="1466453"/>
              <a:ext cx="1716120" cy="824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AED8360-3DEF-C113-0D82-33EB3405B0F7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175320" y="1460333"/>
                <a:ext cx="1728360" cy="9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950BCCD-EA32-CF3C-DB34-E0E409DFB9B6}"/>
              </a:ext>
            </a:extLst>
          </p:cNvPr>
          <p:cNvGrpSpPr/>
          <p:nvPr/>
        </p:nvGrpSpPr>
        <p:grpSpPr>
          <a:xfrm>
            <a:off x="1941160" y="3523853"/>
            <a:ext cx="687960" cy="398520"/>
            <a:chOff x="1941160" y="3523853"/>
            <a:chExt cx="6879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C81AE80-3CFF-2CEA-159F-B4B158380284}"/>
                    </a:ext>
                  </a:extLst>
                </p14:cNvPr>
                <p14:cNvContentPartPr/>
                <p14:nvPr/>
              </p14:nvContentPartPr>
              <p14:xfrm>
                <a:off x="1941160" y="3523853"/>
                <a:ext cx="387000" cy="398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C81AE80-3CFF-2CEA-159F-B4B15838028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935040" y="3517733"/>
                  <a:ext cx="3992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A58AB6A-9EAF-EE24-EFCD-3B7BADF2A77E}"/>
                    </a:ext>
                  </a:extLst>
                </p14:cNvPr>
                <p14:cNvContentPartPr/>
                <p14:nvPr/>
              </p14:nvContentPartPr>
              <p14:xfrm>
                <a:off x="2421760" y="3718973"/>
                <a:ext cx="119160" cy="134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A58AB6A-9EAF-EE24-EFCD-3B7BADF2A77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415640" y="3712853"/>
                  <a:ext cx="131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C99B1A0-F292-9032-CC9F-D2673148BFEF}"/>
                    </a:ext>
                  </a:extLst>
                </p14:cNvPr>
                <p14:cNvContentPartPr/>
                <p14:nvPr/>
              </p14:nvContentPartPr>
              <p14:xfrm>
                <a:off x="2619760" y="3656693"/>
                <a:ext cx="9360" cy="257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C99B1A0-F292-9032-CC9F-D2673148BFE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613640" y="3650573"/>
                  <a:ext cx="2160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B5055B2-785A-1817-F457-8BB891E9F9E9}"/>
              </a:ext>
            </a:extLst>
          </p:cNvPr>
          <p:cNvGrpSpPr/>
          <p:nvPr/>
        </p:nvGrpSpPr>
        <p:grpSpPr>
          <a:xfrm>
            <a:off x="1322680" y="3504773"/>
            <a:ext cx="665280" cy="385560"/>
            <a:chOff x="1322680" y="3504773"/>
            <a:chExt cx="66528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9EDFBA5-8CBA-3EA9-F7D6-29E720A337C8}"/>
                    </a:ext>
                  </a:extLst>
                </p14:cNvPr>
                <p14:cNvContentPartPr/>
                <p14:nvPr/>
              </p14:nvContentPartPr>
              <p14:xfrm>
                <a:off x="1369840" y="3745613"/>
                <a:ext cx="91440" cy="72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9EDFBA5-8CBA-3EA9-F7D6-29E720A337C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363720" y="3739493"/>
                  <a:ext cx="103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1CC1FBE-3164-3656-4DF0-88C6FBCBA417}"/>
                    </a:ext>
                  </a:extLst>
                </p14:cNvPr>
                <p14:cNvContentPartPr/>
                <p14:nvPr/>
              </p14:nvContentPartPr>
              <p14:xfrm>
                <a:off x="1322680" y="3872693"/>
                <a:ext cx="176400" cy="17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1CC1FBE-3164-3656-4DF0-88C6FBCBA41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16560" y="3866573"/>
                  <a:ext cx="188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98B0E49-14A5-A103-280C-C7BE138867BC}"/>
                    </a:ext>
                  </a:extLst>
                </p14:cNvPr>
                <p14:cNvContentPartPr/>
                <p14:nvPr/>
              </p14:nvContentPartPr>
              <p14:xfrm>
                <a:off x="1691320" y="3504773"/>
                <a:ext cx="296640" cy="356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98B0E49-14A5-A103-280C-C7BE138867B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685200" y="3498653"/>
                  <a:ext cx="30888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030B35D-4405-8D76-A576-F686BEBEF913}"/>
              </a:ext>
            </a:extLst>
          </p:cNvPr>
          <p:cNvGrpSpPr/>
          <p:nvPr/>
        </p:nvGrpSpPr>
        <p:grpSpPr>
          <a:xfrm>
            <a:off x="5282680" y="1392653"/>
            <a:ext cx="203760" cy="98640"/>
            <a:chOff x="5282680" y="1392653"/>
            <a:chExt cx="20376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F25E91B-5E13-13B3-4CBD-B038B57D8894}"/>
                    </a:ext>
                  </a:extLst>
                </p14:cNvPr>
                <p14:cNvContentPartPr/>
                <p14:nvPr/>
              </p14:nvContentPartPr>
              <p14:xfrm>
                <a:off x="5377000" y="1392653"/>
                <a:ext cx="21240" cy="6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F25E91B-5E13-13B3-4CBD-B038B57D889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370880" y="1386533"/>
                  <a:ext cx="33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F6EE3AE-994B-DCEB-1A9A-280F9A856511}"/>
                    </a:ext>
                  </a:extLst>
                </p14:cNvPr>
                <p14:cNvContentPartPr/>
                <p14:nvPr/>
              </p14:nvContentPartPr>
              <p14:xfrm>
                <a:off x="5282680" y="1450613"/>
                <a:ext cx="203760" cy="40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F6EE3AE-994B-DCEB-1A9A-280F9A85651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276560" y="1444493"/>
                  <a:ext cx="2160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499ECBB-B89B-16F6-069D-30D0383C9E97}"/>
              </a:ext>
            </a:extLst>
          </p:cNvPr>
          <p:cNvGrpSpPr/>
          <p:nvPr/>
        </p:nvGrpSpPr>
        <p:grpSpPr>
          <a:xfrm>
            <a:off x="2863480" y="3451133"/>
            <a:ext cx="876960" cy="458640"/>
            <a:chOff x="2863480" y="3451133"/>
            <a:chExt cx="876960" cy="45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492B96F-4683-EEB1-F48F-C4DDECE46F7E}"/>
                    </a:ext>
                  </a:extLst>
                </p14:cNvPr>
                <p14:cNvContentPartPr/>
                <p14:nvPr/>
              </p14:nvContentPartPr>
              <p14:xfrm>
                <a:off x="2863480" y="3451133"/>
                <a:ext cx="209880" cy="421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492B96F-4683-EEB1-F48F-C4DDECE46F7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857360" y="3445013"/>
                  <a:ext cx="2221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EC27911-727D-17C6-AF16-080C12B98777}"/>
                    </a:ext>
                  </a:extLst>
                </p14:cNvPr>
                <p14:cNvContentPartPr/>
                <p14:nvPr/>
              </p14:nvContentPartPr>
              <p14:xfrm>
                <a:off x="3179560" y="3725813"/>
                <a:ext cx="4320" cy="183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EC27911-727D-17C6-AF16-080C12B9877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173440" y="3719693"/>
                  <a:ext cx="16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C7D4E7B-43AE-B7CF-03AF-2A9DD81BB80E}"/>
                    </a:ext>
                  </a:extLst>
                </p14:cNvPr>
                <p14:cNvContentPartPr/>
                <p14:nvPr/>
              </p14:nvContentPartPr>
              <p14:xfrm>
                <a:off x="3325000" y="3491453"/>
                <a:ext cx="203760" cy="325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C7D4E7B-43AE-B7CF-03AF-2A9DD81BB80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318880" y="3485333"/>
                  <a:ext cx="2160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5767A34-ADA0-67DA-9FB0-F21F5A1AC625}"/>
                    </a:ext>
                  </a:extLst>
                </p14:cNvPr>
                <p14:cNvContentPartPr/>
                <p14:nvPr/>
              </p14:nvContentPartPr>
              <p14:xfrm>
                <a:off x="3624160" y="3763613"/>
                <a:ext cx="116280" cy="133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5767A34-ADA0-67DA-9FB0-F21F5A1AC62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618040" y="3757493"/>
                  <a:ext cx="12852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11EC71FC-285E-58A8-592E-84BE626632C6}"/>
                  </a:ext>
                </a:extLst>
              </p14:cNvPr>
              <p14:cNvContentPartPr/>
              <p14:nvPr/>
            </p14:nvContentPartPr>
            <p14:xfrm>
              <a:off x="6341800" y="1391933"/>
              <a:ext cx="943560" cy="748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11EC71FC-285E-58A8-592E-84BE626632C6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335680" y="1385813"/>
                <a:ext cx="955800" cy="8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7BB20C1-97A6-0B30-CFC7-4EE1CD22A292}"/>
              </a:ext>
            </a:extLst>
          </p:cNvPr>
          <p:cNvGrpSpPr/>
          <p:nvPr/>
        </p:nvGrpSpPr>
        <p:grpSpPr>
          <a:xfrm>
            <a:off x="4033480" y="3116333"/>
            <a:ext cx="1951560" cy="609480"/>
            <a:chOff x="4033480" y="3116333"/>
            <a:chExt cx="1951560" cy="60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4875ABD-069E-9884-2CA0-41E395D620F8}"/>
                    </a:ext>
                  </a:extLst>
                </p14:cNvPr>
                <p14:cNvContentPartPr/>
                <p14:nvPr/>
              </p14:nvContentPartPr>
              <p14:xfrm>
                <a:off x="4680040" y="3244133"/>
                <a:ext cx="233280" cy="412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4875ABD-069E-9884-2CA0-41E395D620F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673920" y="3238013"/>
                  <a:ext cx="2455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166E73D-237E-8688-05F2-639FED805D1B}"/>
                    </a:ext>
                  </a:extLst>
                </p14:cNvPr>
                <p14:cNvContentPartPr/>
                <p14:nvPr/>
              </p14:nvContentPartPr>
              <p14:xfrm>
                <a:off x="4936720" y="3584333"/>
                <a:ext cx="142560" cy="128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166E73D-237E-8688-05F2-639FED805D1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930600" y="3578213"/>
                  <a:ext cx="154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CCD6FFF-2E4D-0016-7C76-15F003A1C12D}"/>
                    </a:ext>
                  </a:extLst>
                </p14:cNvPr>
                <p14:cNvContentPartPr/>
                <p14:nvPr/>
              </p14:nvContentPartPr>
              <p14:xfrm>
                <a:off x="5006920" y="3116333"/>
                <a:ext cx="152280" cy="1958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CCD6FFF-2E4D-0016-7C76-15F003A1C12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00800" y="3110213"/>
                  <a:ext cx="164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8946E96-B30A-0614-6570-9A0589621C33}"/>
                    </a:ext>
                  </a:extLst>
                </p14:cNvPr>
                <p14:cNvContentPartPr/>
                <p14:nvPr/>
              </p14:nvContentPartPr>
              <p14:xfrm>
                <a:off x="4033480" y="3535373"/>
                <a:ext cx="275760" cy="27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8946E96-B30A-0614-6570-9A0589621C3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027360" y="3529253"/>
                  <a:ext cx="288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8E94F5C-712C-7F9D-8832-11D95774E117}"/>
                    </a:ext>
                  </a:extLst>
                </p14:cNvPr>
                <p14:cNvContentPartPr/>
                <p14:nvPr/>
              </p14:nvContentPartPr>
              <p14:xfrm>
                <a:off x="4211320" y="3352853"/>
                <a:ext cx="33840" cy="372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8E94F5C-712C-7F9D-8832-11D95774E11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205200" y="3346733"/>
                  <a:ext cx="460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FC0DE12-F25A-379D-06ED-1DAB201B49DD}"/>
                    </a:ext>
                  </a:extLst>
                </p14:cNvPr>
                <p14:cNvContentPartPr/>
                <p14:nvPr/>
              </p14:nvContentPartPr>
              <p14:xfrm>
                <a:off x="4471600" y="3303893"/>
                <a:ext cx="169200" cy="298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FC0DE12-F25A-379D-06ED-1DAB201B49D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65480" y="3297773"/>
                  <a:ext cx="181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3253DCE-E690-C238-D922-9EAA078A5669}"/>
                    </a:ext>
                  </a:extLst>
                </p14:cNvPr>
                <p14:cNvContentPartPr/>
                <p14:nvPr/>
              </p14:nvContentPartPr>
              <p14:xfrm>
                <a:off x="5329840" y="3265733"/>
                <a:ext cx="320400" cy="365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3253DCE-E690-C238-D922-9EAA078A566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323720" y="3259613"/>
                  <a:ext cx="3326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B5567E6-EE37-9092-EBFB-1B41F8DE0314}"/>
                    </a:ext>
                  </a:extLst>
                </p14:cNvPr>
                <p14:cNvContentPartPr/>
                <p14:nvPr/>
              </p14:nvContentPartPr>
              <p14:xfrm>
                <a:off x="5701360" y="3484613"/>
                <a:ext cx="132840" cy="142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B5567E6-EE37-9092-EBFB-1B41F8DE031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695240" y="3478493"/>
                  <a:ext cx="145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AF91AD3-5C85-CBDE-1C10-CB4B5BC48CEC}"/>
                    </a:ext>
                  </a:extLst>
                </p14:cNvPr>
                <p14:cNvContentPartPr/>
                <p14:nvPr/>
              </p14:nvContentPartPr>
              <p14:xfrm>
                <a:off x="5817640" y="3482453"/>
                <a:ext cx="167400" cy="149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AF91AD3-5C85-CBDE-1C10-CB4B5BC48CE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11520" y="3476333"/>
                  <a:ext cx="17964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4CD2612-025A-5776-93DA-274031EEBB29}"/>
                  </a:ext>
                </a:extLst>
              </p14:cNvPr>
              <p14:cNvContentPartPr/>
              <p14:nvPr/>
            </p14:nvContentPartPr>
            <p14:xfrm>
              <a:off x="4871200" y="2033453"/>
              <a:ext cx="2079360" cy="1530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4CD2612-025A-5776-93DA-274031EEBB2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865080" y="2027333"/>
                <a:ext cx="209160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908A21A-3544-4FC8-42D2-9C3D95E8380E}"/>
              </a:ext>
            </a:extLst>
          </p:cNvPr>
          <p:cNvGrpSpPr/>
          <p:nvPr/>
        </p:nvGrpSpPr>
        <p:grpSpPr>
          <a:xfrm>
            <a:off x="6285640" y="3256733"/>
            <a:ext cx="675000" cy="264600"/>
            <a:chOff x="6285640" y="3256733"/>
            <a:chExt cx="67500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163E80E-FD25-776D-3084-48407FC6C230}"/>
                    </a:ext>
                  </a:extLst>
                </p14:cNvPr>
                <p14:cNvContentPartPr/>
                <p14:nvPr/>
              </p14:nvContentPartPr>
              <p14:xfrm>
                <a:off x="6285640" y="3370493"/>
                <a:ext cx="180360" cy="25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163E80E-FD25-776D-3084-48407FC6C23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279520" y="3364373"/>
                  <a:ext cx="192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F471E0F-B594-EBC4-843C-7A0314AAAF3B}"/>
                    </a:ext>
                  </a:extLst>
                </p14:cNvPr>
                <p14:cNvContentPartPr/>
                <p14:nvPr/>
              </p14:nvContentPartPr>
              <p14:xfrm>
                <a:off x="6619000" y="3256733"/>
                <a:ext cx="341640" cy="264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F471E0F-B594-EBC4-843C-7A0314AAAF3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612880" y="3250613"/>
                  <a:ext cx="35388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E5E60F2-2CED-C79B-EA8F-AB42E24AFCC3}"/>
              </a:ext>
            </a:extLst>
          </p:cNvPr>
          <p:cNvGrpSpPr/>
          <p:nvPr/>
        </p:nvGrpSpPr>
        <p:grpSpPr>
          <a:xfrm>
            <a:off x="7035880" y="2980613"/>
            <a:ext cx="923760" cy="655560"/>
            <a:chOff x="7035880" y="2980613"/>
            <a:chExt cx="923760" cy="65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3C83F4-9D28-1B1B-6DF3-F021B62EF7A1}"/>
                    </a:ext>
                  </a:extLst>
                </p14:cNvPr>
                <p14:cNvContentPartPr/>
                <p14:nvPr/>
              </p14:nvContentPartPr>
              <p14:xfrm>
                <a:off x="7035880" y="3127493"/>
                <a:ext cx="161280" cy="315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3C83F4-9D28-1B1B-6DF3-F021B62EF7A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029760" y="3121373"/>
                  <a:ext cx="1735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BF2EFAF-8DE7-92AE-2A13-7FA842C97EDE}"/>
                    </a:ext>
                  </a:extLst>
                </p14:cNvPr>
                <p14:cNvContentPartPr/>
                <p14:nvPr/>
              </p14:nvContentPartPr>
              <p14:xfrm>
                <a:off x="7244320" y="3382013"/>
                <a:ext cx="133200" cy="109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BF2EFAF-8DE7-92AE-2A13-7FA842C97ED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238200" y="3375893"/>
                  <a:ext cx="145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AD16C4D-0589-9BBB-515F-FDA62D31CA95}"/>
                    </a:ext>
                  </a:extLst>
                </p14:cNvPr>
                <p14:cNvContentPartPr/>
                <p14:nvPr/>
              </p14:nvContentPartPr>
              <p14:xfrm>
                <a:off x="7472200" y="2980613"/>
                <a:ext cx="182520" cy="6397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AD16C4D-0589-9BBB-515F-FDA62D31CA9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466080" y="2974493"/>
                  <a:ext cx="19476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DE7D5FF-F98E-092F-8E7F-39A0B571CE54}"/>
                    </a:ext>
                  </a:extLst>
                </p14:cNvPr>
                <p14:cNvContentPartPr/>
                <p14:nvPr/>
              </p14:nvContentPartPr>
              <p14:xfrm>
                <a:off x="7744000" y="3317213"/>
                <a:ext cx="172440" cy="318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DE7D5FF-F98E-092F-8E7F-39A0B571CE5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737880" y="3311093"/>
                  <a:ext cx="1846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0B89C74-04B4-3E74-F1CA-49E6D20FF409}"/>
                    </a:ext>
                  </a:extLst>
                </p14:cNvPr>
                <p14:cNvContentPartPr/>
                <p14:nvPr/>
              </p14:nvContentPartPr>
              <p14:xfrm>
                <a:off x="7762720" y="3438173"/>
                <a:ext cx="196920" cy="14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0B89C74-04B4-3E74-F1CA-49E6D20FF40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56600" y="3432053"/>
                  <a:ext cx="20916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ABDAB4EE-CD3E-8C0F-F7A9-B4DFB9512C54}"/>
                  </a:ext>
                </a:extLst>
              </p14:cNvPr>
              <p14:cNvContentPartPr/>
              <p14:nvPr/>
            </p14:nvContentPartPr>
            <p14:xfrm>
              <a:off x="1428520" y="4699613"/>
              <a:ext cx="315000" cy="288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ABDAB4EE-CD3E-8C0F-F7A9-B4DFB9512C54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422400" y="4693493"/>
                <a:ext cx="327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FA386B93-84EF-3C90-9218-BFB9735C9324}"/>
                  </a:ext>
                </a:extLst>
              </p14:cNvPr>
              <p14:cNvContentPartPr/>
              <p14:nvPr/>
            </p14:nvContentPartPr>
            <p14:xfrm>
              <a:off x="1491520" y="4865933"/>
              <a:ext cx="199440" cy="500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FA386B93-84EF-3C90-9218-BFB9735C9324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1485400" y="4859813"/>
                <a:ext cx="2116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8A1F8F8-B83F-C378-009C-E7EC2754357B}"/>
                  </a:ext>
                </a:extLst>
              </p14:cNvPr>
              <p14:cNvContentPartPr/>
              <p14:nvPr/>
            </p14:nvContentPartPr>
            <p14:xfrm>
              <a:off x="1976800" y="4569653"/>
              <a:ext cx="313200" cy="3164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8A1F8F8-B83F-C378-009C-E7EC2754357B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1970680" y="4563533"/>
                <a:ext cx="3254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36DEC88-2660-9DD2-C1F7-3DFDE981B705}"/>
                  </a:ext>
                </a:extLst>
              </p14:cNvPr>
              <p14:cNvContentPartPr/>
              <p14:nvPr/>
            </p14:nvContentPartPr>
            <p14:xfrm>
              <a:off x="6854080" y="3607373"/>
              <a:ext cx="360" cy="3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36DEC88-2660-9DD2-C1F7-3DFDE981B70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847960" y="360125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81A8E438-53FA-81D9-83BF-68B5EDC3DC94}"/>
                  </a:ext>
                </a:extLst>
              </p14:cNvPr>
              <p14:cNvContentPartPr/>
              <p14:nvPr/>
            </p14:nvContentPartPr>
            <p14:xfrm>
              <a:off x="4641880" y="3714653"/>
              <a:ext cx="2880" cy="72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81A8E438-53FA-81D9-83BF-68B5EDC3DC9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635760" y="3708533"/>
                <a:ext cx="1512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DAED6904-3DF8-0228-51B7-2ABA5BB52139}"/>
                  </a:ext>
                </a:extLst>
              </p14:cNvPr>
              <p14:cNvContentPartPr/>
              <p14:nvPr/>
            </p14:nvContentPartPr>
            <p14:xfrm>
              <a:off x="1985440" y="3969173"/>
              <a:ext cx="360" cy="3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DAED6904-3DF8-0228-51B7-2ABA5BB5213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79320" y="3963053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ABA4F64-865D-4A6E-E5D6-FD49DB3F576D}"/>
              </a:ext>
            </a:extLst>
          </p:cNvPr>
          <p:cNvGrpSpPr/>
          <p:nvPr/>
        </p:nvGrpSpPr>
        <p:grpSpPr>
          <a:xfrm>
            <a:off x="7025080" y="3928853"/>
            <a:ext cx="646920" cy="502200"/>
            <a:chOff x="7025080" y="3928853"/>
            <a:chExt cx="64692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156187E-F830-2D0F-8630-566C7FE62D3C}"/>
                    </a:ext>
                  </a:extLst>
                </p14:cNvPr>
                <p14:cNvContentPartPr/>
                <p14:nvPr/>
              </p14:nvContentPartPr>
              <p14:xfrm>
                <a:off x="7025080" y="3940373"/>
                <a:ext cx="250560" cy="4557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156187E-F830-2D0F-8630-566C7FE62D3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018960" y="3934253"/>
                  <a:ext cx="26280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4C64ECB-A0CC-645D-E35F-1B1F75A7E716}"/>
                    </a:ext>
                  </a:extLst>
                </p14:cNvPr>
                <p14:cNvContentPartPr/>
                <p14:nvPr/>
              </p14:nvContentPartPr>
              <p14:xfrm>
                <a:off x="7283920" y="4104173"/>
                <a:ext cx="231840" cy="326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4C64ECB-A0CC-645D-E35F-1B1F75A7E71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277800" y="4098053"/>
                  <a:ext cx="244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B36120C-A95D-1C8E-FBAE-3E8A9DB2A5AC}"/>
                    </a:ext>
                  </a:extLst>
                </p14:cNvPr>
                <p14:cNvContentPartPr/>
                <p14:nvPr/>
              </p14:nvContentPartPr>
              <p14:xfrm>
                <a:off x="7342240" y="4212533"/>
                <a:ext cx="186480" cy="14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B36120C-A95D-1C8E-FBAE-3E8A9DB2A5A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336120" y="4206413"/>
                  <a:ext cx="198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290755C-3BB6-E64E-0486-ED29CFBE0E4B}"/>
                    </a:ext>
                  </a:extLst>
                </p14:cNvPr>
                <p14:cNvContentPartPr/>
                <p14:nvPr/>
              </p14:nvContentPartPr>
              <p14:xfrm>
                <a:off x="7571560" y="3928853"/>
                <a:ext cx="100440" cy="4885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290755C-3BB6-E64E-0486-ED29CFBE0E4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565440" y="3922733"/>
                  <a:ext cx="11268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9A3B2D-3172-5194-380D-025FAFF27FFF}"/>
              </a:ext>
            </a:extLst>
          </p:cNvPr>
          <p:cNvGrpSpPr/>
          <p:nvPr/>
        </p:nvGrpSpPr>
        <p:grpSpPr>
          <a:xfrm>
            <a:off x="2517880" y="4094093"/>
            <a:ext cx="4396680" cy="891360"/>
            <a:chOff x="2517880" y="4094093"/>
            <a:chExt cx="4396680" cy="89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89678E6-854B-9482-403C-FE4143834ABF}"/>
                    </a:ext>
                  </a:extLst>
                </p14:cNvPr>
                <p14:cNvContentPartPr/>
                <p14:nvPr/>
              </p14:nvContentPartPr>
              <p14:xfrm>
                <a:off x="2517880" y="4437173"/>
                <a:ext cx="243000" cy="357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89678E6-854B-9482-403C-FE4143834AB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511760" y="4431053"/>
                  <a:ext cx="2552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5CE2029-EFD5-D6DD-9072-B965414B5B3C}"/>
                    </a:ext>
                  </a:extLst>
                </p14:cNvPr>
                <p14:cNvContentPartPr/>
                <p14:nvPr/>
              </p14:nvContentPartPr>
              <p14:xfrm>
                <a:off x="2779240" y="4617533"/>
                <a:ext cx="186840" cy="144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5CE2029-EFD5-D6DD-9072-B965414B5B3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773120" y="4611413"/>
                  <a:ext cx="199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F690B12-9E06-4DEC-8018-05A187B8113B}"/>
                    </a:ext>
                  </a:extLst>
                </p14:cNvPr>
                <p14:cNvContentPartPr/>
                <p14:nvPr/>
              </p14:nvContentPartPr>
              <p14:xfrm>
                <a:off x="3190000" y="4281653"/>
                <a:ext cx="175680" cy="555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F690B12-9E06-4DEC-8018-05A187B8113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183880" y="4275533"/>
                  <a:ext cx="18792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A73998D-E934-C7AE-5E12-D14F733E47E2}"/>
                    </a:ext>
                  </a:extLst>
                </p14:cNvPr>
                <p14:cNvContentPartPr/>
                <p14:nvPr/>
              </p14:nvContentPartPr>
              <p14:xfrm>
                <a:off x="3493840" y="4310453"/>
                <a:ext cx="288720" cy="447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A73998D-E934-C7AE-5E12-D14F733E47E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487720" y="4304333"/>
                  <a:ext cx="3009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97B0F99-C902-12DC-1A96-952E1A2782C4}"/>
                    </a:ext>
                  </a:extLst>
                </p14:cNvPr>
                <p14:cNvContentPartPr/>
                <p14:nvPr/>
              </p14:nvContentPartPr>
              <p14:xfrm>
                <a:off x="3826480" y="4563893"/>
                <a:ext cx="185400" cy="115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97B0F99-C902-12DC-1A96-952E1A2782C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820360" y="4557773"/>
                  <a:ext cx="197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899FBB1-4973-03B4-B6B5-E3CF4B5C1C47}"/>
                    </a:ext>
                  </a:extLst>
                </p14:cNvPr>
                <p14:cNvContentPartPr/>
                <p14:nvPr/>
              </p14:nvContentPartPr>
              <p14:xfrm>
                <a:off x="4070560" y="4473533"/>
                <a:ext cx="12960" cy="3182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899FBB1-4973-03B4-B6B5-E3CF4B5C1C4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064440" y="4467413"/>
                  <a:ext cx="25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63A1214-DD9A-D339-9D21-DB6F561C2010}"/>
                    </a:ext>
                  </a:extLst>
                </p14:cNvPr>
                <p14:cNvContentPartPr/>
                <p14:nvPr/>
              </p14:nvContentPartPr>
              <p14:xfrm>
                <a:off x="4235800" y="4266173"/>
                <a:ext cx="189720" cy="399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63A1214-DD9A-D339-9D21-DB6F561C201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229680" y="4260053"/>
                  <a:ext cx="2019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98EE37E-0B41-DA44-4692-892313532F0B}"/>
                    </a:ext>
                  </a:extLst>
                </p14:cNvPr>
                <p14:cNvContentPartPr/>
                <p14:nvPr/>
              </p14:nvContentPartPr>
              <p14:xfrm>
                <a:off x="4503640" y="4451213"/>
                <a:ext cx="5040" cy="1846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98EE37E-0B41-DA44-4692-892313532F0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497520" y="4445093"/>
                  <a:ext cx="17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9C084C4-1489-3DC8-6E6A-A73F6B5A0DC1}"/>
                    </a:ext>
                  </a:extLst>
                </p14:cNvPr>
                <p14:cNvContentPartPr/>
                <p14:nvPr/>
              </p14:nvContentPartPr>
              <p14:xfrm>
                <a:off x="4745920" y="4363013"/>
                <a:ext cx="271800" cy="327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9C084C4-1489-3DC8-6E6A-A73F6B5A0DC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739800" y="4356893"/>
                  <a:ext cx="284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2951BF6-2A3F-E969-7287-AEC7791D7A85}"/>
                    </a:ext>
                  </a:extLst>
                </p14:cNvPr>
                <p14:cNvContentPartPr/>
                <p14:nvPr/>
              </p14:nvContentPartPr>
              <p14:xfrm>
                <a:off x="4912240" y="4216853"/>
                <a:ext cx="17280" cy="529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2951BF6-2A3F-E969-7287-AEC7791D7A8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906120" y="4210733"/>
                  <a:ext cx="2952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B0AC48A-667F-D592-3448-3F45C0E91A5F}"/>
                    </a:ext>
                  </a:extLst>
                </p14:cNvPr>
                <p14:cNvContentPartPr/>
                <p14:nvPr/>
              </p14:nvContentPartPr>
              <p14:xfrm>
                <a:off x="5255320" y="4157453"/>
                <a:ext cx="219960" cy="329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B0AC48A-667F-D592-3448-3F45C0E91A5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249200" y="4151333"/>
                  <a:ext cx="2322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687956A-8C87-ADC1-1A03-79343E3F2D84}"/>
                    </a:ext>
                  </a:extLst>
                </p14:cNvPr>
                <p14:cNvContentPartPr/>
                <p14:nvPr/>
              </p14:nvContentPartPr>
              <p14:xfrm>
                <a:off x="5490760" y="4359773"/>
                <a:ext cx="210960" cy="1854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687956A-8C87-ADC1-1A03-79343E3F2D8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484640" y="4353653"/>
                  <a:ext cx="223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6D4CF1F-5B70-DFAA-5E8B-B83611B65133}"/>
                    </a:ext>
                  </a:extLst>
                </p14:cNvPr>
                <p14:cNvContentPartPr/>
                <p14:nvPr/>
              </p14:nvContentPartPr>
              <p14:xfrm>
                <a:off x="5840680" y="4094093"/>
                <a:ext cx="297360" cy="4284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6D4CF1F-5B70-DFAA-5E8B-B83611B6513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834560" y="4087973"/>
                  <a:ext cx="3096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A5AFD41-2773-8834-BED8-7D4CA4C189B9}"/>
                    </a:ext>
                  </a:extLst>
                </p14:cNvPr>
                <p14:cNvContentPartPr/>
                <p14:nvPr/>
              </p14:nvContentPartPr>
              <p14:xfrm>
                <a:off x="6171160" y="4346813"/>
                <a:ext cx="133560" cy="137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A5AFD41-2773-8834-BED8-7D4CA4C189B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165040" y="4340693"/>
                  <a:ext cx="145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2895C6F-D189-F4B9-6B71-11982CDB6B54}"/>
                    </a:ext>
                  </a:extLst>
                </p14:cNvPr>
                <p14:cNvContentPartPr/>
                <p14:nvPr/>
              </p14:nvContentPartPr>
              <p14:xfrm>
                <a:off x="6368800" y="4328453"/>
                <a:ext cx="119520" cy="1209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2895C6F-D189-F4B9-6B71-11982CDB6B5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362680" y="4322333"/>
                  <a:ext cx="131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DAEB40B-21A8-4176-CBCB-E57CC055E840}"/>
                    </a:ext>
                  </a:extLst>
                </p14:cNvPr>
                <p14:cNvContentPartPr/>
                <p14:nvPr/>
              </p14:nvContentPartPr>
              <p14:xfrm>
                <a:off x="6708280" y="4170413"/>
                <a:ext cx="206280" cy="32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DAEB40B-21A8-4176-CBCB-E57CC055E84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702160" y="4164293"/>
                  <a:ext cx="21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2229C41-47B8-5E9F-5F2F-474D778E9A14}"/>
                    </a:ext>
                  </a:extLst>
                </p14:cNvPr>
                <p14:cNvContentPartPr/>
                <p14:nvPr/>
              </p14:nvContentPartPr>
              <p14:xfrm>
                <a:off x="3754480" y="4741373"/>
                <a:ext cx="2463120" cy="244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2229C41-47B8-5E9F-5F2F-474D778E9A1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748360" y="4735253"/>
                  <a:ext cx="247536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41D84E1C-A8E4-87F8-0060-70F7D7522FA1}"/>
              </a:ext>
            </a:extLst>
          </p:cNvPr>
          <p:cNvGrpSpPr/>
          <p:nvPr/>
        </p:nvGrpSpPr>
        <p:grpSpPr>
          <a:xfrm>
            <a:off x="1726960" y="5516813"/>
            <a:ext cx="866160" cy="294480"/>
            <a:chOff x="1726960" y="5516813"/>
            <a:chExt cx="86616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55C518A-74DA-81A8-DE45-0124AAE0B721}"/>
                    </a:ext>
                  </a:extLst>
                </p14:cNvPr>
                <p14:cNvContentPartPr/>
                <p14:nvPr/>
              </p14:nvContentPartPr>
              <p14:xfrm>
                <a:off x="1726960" y="5583053"/>
                <a:ext cx="246960" cy="230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55C518A-74DA-81A8-DE45-0124AAE0B72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720840" y="5576933"/>
                  <a:ext cx="259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75B1112-5C4E-EE12-4ACF-5E8BCDF534D1}"/>
                    </a:ext>
                  </a:extLst>
                </p14:cNvPr>
                <p14:cNvContentPartPr/>
                <p14:nvPr/>
              </p14:nvContentPartPr>
              <p14:xfrm>
                <a:off x="1805800" y="5768453"/>
                <a:ext cx="259920" cy="42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75B1112-5C4E-EE12-4ACF-5E8BCDF534D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799680" y="5762333"/>
                  <a:ext cx="272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DB7DFD5-AF1B-6E95-B204-E1E875B74C5B}"/>
                    </a:ext>
                  </a:extLst>
                </p14:cNvPr>
                <p14:cNvContentPartPr/>
                <p14:nvPr/>
              </p14:nvContentPartPr>
              <p14:xfrm>
                <a:off x="2259760" y="5516813"/>
                <a:ext cx="333360" cy="280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DB7DFD5-AF1B-6E95-B204-E1E875B74C5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253640" y="5510693"/>
                  <a:ext cx="34560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7CEECC0-6C9E-CA55-1EDE-DD0C40D9407D}"/>
              </a:ext>
            </a:extLst>
          </p:cNvPr>
          <p:cNvGrpSpPr/>
          <p:nvPr/>
        </p:nvGrpSpPr>
        <p:grpSpPr>
          <a:xfrm>
            <a:off x="2877160" y="5376773"/>
            <a:ext cx="473040" cy="387000"/>
            <a:chOff x="2877160" y="5376773"/>
            <a:chExt cx="47304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D80603C-E490-900F-E348-4927053021C4}"/>
                    </a:ext>
                  </a:extLst>
                </p14:cNvPr>
                <p14:cNvContentPartPr/>
                <p14:nvPr/>
              </p14:nvContentPartPr>
              <p14:xfrm>
                <a:off x="2877160" y="5376773"/>
                <a:ext cx="262440" cy="351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D80603C-E490-900F-E348-4927053021C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871040" y="5370653"/>
                  <a:ext cx="2746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C9CACA1-E09A-BD91-497C-8350A5523CE4}"/>
                    </a:ext>
                  </a:extLst>
                </p14:cNvPr>
                <p14:cNvContentPartPr/>
                <p14:nvPr/>
              </p14:nvContentPartPr>
              <p14:xfrm>
                <a:off x="3208720" y="5629853"/>
                <a:ext cx="141480" cy="133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C9CACA1-E09A-BD91-497C-8350A5523CE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202600" y="5623733"/>
                  <a:ext cx="15372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B7F4D069-CB49-F0A8-D5A1-FEFB981AB651}"/>
                  </a:ext>
                </a:extLst>
              </p14:cNvPr>
              <p14:cNvContentPartPr/>
              <p14:nvPr/>
            </p14:nvContentPartPr>
            <p14:xfrm>
              <a:off x="3654400" y="5241413"/>
              <a:ext cx="97560" cy="50508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B7F4D069-CB49-F0A8-D5A1-FEFB981AB651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3648280" y="5235293"/>
                <a:ext cx="10980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26785313-574B-BF2D-766A-607D1D1B0699}"/>
                  </a:ext>
                </a:extLst>
              </p14:cNvPr>
              <p14:cNvContentPartPr/>
              <p14:nvPr/>
            </p14:nvContentPartPr>
            <p14:xfrm>
              <a:off x="4055440" y="5214053"/>
              <a:ext cx="209160" cy="5436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26785313-574B-BF2D-766A-607D1D1B0699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4049320" y="5207933"/>
                <a:ext cx="22140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3C9E54C4-13E2-9CFB-EADF-E35A8E9AC310}"/>
                  </a:ext>
                </a:extLst>
              </p14:cNvPr>
              <p14:cNvContentPartPr/>
              <p14:nvPr/>
            </p14:nvContentPartPr>
            <p14:xfrm>
              <a:off x="4458640" y="5569733"/>
              <a:ext cx="42480" cy="4273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3C9E54C4-13E2-9CFB-EADF-E35A8E9AC310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4452520" y="5563613"/>
                <a:ext cx="5472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4386466A-B818-5971-A2D2-23C248F981D9}"/>
                  </a:ext>
                </a:extLst>
              </p14:cNvPr>
              <p14:cNvContentPartPr/>
              <p14:nvPr/>
            </p14:nvContentPartPr>
            <p14:xfrm>
              <a:off x="4385200" y="5540573"/>
              <a:ext cx="207720" cy="13104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4386466A-B818-5971-A2D2-23C248F981D9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4379080" y="5534453"/>
                <a:ext cx="2199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4C0834A3-403C-67D7-A5AB-79400BC4857B}"/>
                  </a:ext>
                </a:extLst>
              </p14:cNvPr>
              <p14:cNvContentPartPr/>
              <p14:nvPr/>
            </p14:nvContentPartPr>
            <p14:xfrm>
              <a:off x="4826560" y="5411333"/>
              <a:ext cx="188280" cy="2952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4C0834A3-403C-67D7-A5AB-79400BC4857B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820440" y="5405213"/>
                <a:ext cx="20052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5A1BF2C-8E47-7FB1-63E6-E4A02B3AA8D5}"/>
              </a:ext>
            </a:extLst>
          </p:cNvPr>
          <p:cNvGrpSpPr/>
          <p:nvPr/>
        </p:nvGrpSpPr>
        <p:grpSpPr>
          <a:xfrm>
            <a:off x="6854080" y="3999760"/>
            <a:ext cx="5106527" cy="2740966"/>
            <a:chOff x="692681" y="631295"/>
            <a:chExt cx="5106527" cy="2740966"/>
          </a:xfrm>
        </p:grpSpPr>
        <p:sp>
          <p:nvSpPr>
            <p:cNvPr id="313" name="Flowchart: Connector 312">
              <a:extLst>
                <a:ext uri="{FF2B5EF4-FFF2-40B4-BE49-F238E27FC236}">
                  <a16:creationId xmlns:a16="http://schemas.microsoft.com/office/drawing/2014/main" id="{65FF8EA7-EEF1-DBCC-7D09-E6581566F818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4" name="Flowchart: Connector 313">
              <a:extLst>
                <a:ext uri="{FF2B5EF4-FFF2-40B4-BE49-F238E27FC236}">
                  <a16:creationId xmlns:a16="http://schemas.microsoft.com/office/drawing/2014/main" id="{8D7CEE36-E8A1-E72E-C9A1-45EDC068332A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75E4DA04-690D-1917-C2CF-EA463B7A04FB}"/>
                </a:ext>
              </a:extLst>
            </p:cNvPr>
            <p:cNvCxnSpPr>
              <a:cxnSpLocks/>
              <a:stCxn id="313" idx="6"/>
              <a:endCxn id="317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5DE6EF39-599D-9F93-7FA9-DEF025CCC96B}"/>
                </a:ext>
              </a:extLst>
            </p:cNvPr>
            <p:cNvCxnSpPr>
              <a:cxnSpLocks/>
              <a:stCxn id="313" idx="6"/>
              <a:endCxn id="324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Flowchart: Connector 316">
              <a:extLst>
                <a:ext uri="{FF2B5EF4-FFF2-40B4-BE49-F238E27FC236}">
                  <a16:creationId xmlns:a16="http://schemas.microsoft.com/office/drawing/2014/main" id="{E48EAC97-F812-7B11-0FDD-7A1D50307690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4" name="Flowchart: Connector 323">
              <a:extLst>
                <a:ext uri="{FF2B5EF4-FFF2-40B4-BE49-F238E27FC236}">
                  <a16:creationId xmlns:a16="http://schemas.microsoft.com/office/drawing/2014/main" id="{9776C4F6-079C-5C90-C6AB-93432930CB4F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0F674290-C302-30A5-2BCE-DB52347AF379}"/>
                </a:ext>
              </a:extLst>
            </p:cNvPr>
            <p:cNvCxnSpPr>
              <a:cxnSpLocks/>
              <a:stCxn id="324" idx="6"/>
              <a:endCxn id="314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97F91D96-7C53-CF4D-DC61-6B71F92B2FD6}"/>
                </a:ext>
              </a:extLst>
            </p:cNvPr>
            <p:cNvCxnSpPr>
              <a:cxnSpLocks/>
              <a:stCxn id="317" idx="6"/>
              <a:endCxn id="314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A7DA5CBD-089F-E503-AB18-118F7658C72A}"/>
                </a:ext>
              </a:extLst>
            </p:cNvPr>
            <p:cNvSpPr txBox="1"/>
            <p:nvPr/>
          </p:nvSpPr>
          <p:spPr>
            <a:xfrm>
              <a:off x="1757954" y="10481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F9F1CBD7-A768-499F-C4FD-63B43A801CD5}"/>
                </a:ext>
              </a:extLst>
            </p:cNvPr>
            <p:cNvSpPr txBox="1"/>
            <p:nvPr/>
          </p:nvSpPr>
          <p:spPr>
            <a:xfrm rot="2700000">
              <a:off x="1706345" y="241379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1C8BF2DD-C783-6349-1ED1-F92E592D2947}"/>
                </a:ext>
              </a:extLst>
            </p:cNvPr>
            <p:cNvSpPr txBox="1"/>
            <p:nvPr/>
          </p:nvSpPr>
          <p:spPr>
            <a:xfrm rot="2700000">
              <a:off x="4056167" y="128803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669994A3-D551-1B1B-03A1-93692AF4FD3F}"/>
                </a:ext>
              </a:extLst>
            </p:cNvPr>
            <p:cNvSpPr txBox="1"/>
            <p:nvPr/>
          </p:nvSpPr>
          <p:spPr>
            <a:xfrm rot="18940069">
              <a:off x="3598755" y="1838879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191C39F5-A0FC-907E-A073-CD79C51528C8}"/>
                  </a:ext>
                </a:extLst>
              </p14:cNvPr>
              <p14:cNvContentPartPr/>
              <p14:nvPr/>
            </p14:nvContentPartPr>
            <p14:xfrm>
              <a:off x="12572680" y="3484613"/>
              <a:ext cx="20880" cy="1152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191C39F5-A0FC-907E-A073-CD79C51528C8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2566560" y="3478493"/>
                <a:ext cx="331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2D1F33D7-8B3A-253D-9D00-19A04DE9F2AE}"/>
                  </a:ext>
                </a:extLst>
              </p14:cNvPr>
              <p14:cNvContentPartPr/>
              <p14:nvPr/>
            </p14:nvContentPartPr>
            <p14:xfrm>
              <a:off x="9378760" y="4770533"/>
              <a:ext cx="222120" cy="16416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2D1F33D7-8B3A-253D-9D00-19A04DE9F2AE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9372640" y="4764413"/>
                <a:ext cx="2343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6B111F87-2FC0-5460-A0EB-5E493796B77E}"/>
                  </a:ext>
                </a:extLst>
              </p14:cNvPr>
              <p14:cNvContentPartPr/>
              <p14:nvPr/>
            </p14:nvContentPartPr>
            <p14:xfrm>
              <a:off x="9346720" y="6347333"/>
              <a:ext cx="245520" cy="18972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6B111F87-2FC0-5460-A0EB-5E493796B77E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9340600" y="6341213"/>
                <a:ext cx="257760" cy="20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7" name="Group 356">
            <a:extLst>
              <a:ext uri="{FF2B5EF4-FFF2-40B4-BE49-F238E27FC236}">
                <a16:creationId xmlns:a16="http://schemas.microsoft.com/office/drawing/2014/main" id="{5ED78646-9D51-24AC-1903-EC06ABD8F197}"/>
              </a:ext>
            </a:extLst>
          </p:cNvPr>
          <p:cNvGrpSpPr/>
          <p:nvPr/>
        </p:nvGrpSpPr>
        <p:grpSpPr>
          <a:xfrm>
            <a:off x="8443480" y="5225933"/>
            <a:ext cx="2041200" cy="235080"/>
            <a:chOff x="8443480" y="5225933"/>
            <a:chExt cx="20412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0AE670E-C7EC-667E-F680-94729D0F5B65}"/>
                    </a:ext>
                  </a:extLst>
                </p14:cNvPr>
                <p14:cNvContentPartPr/>
                <p14:nvPr/>
              </p14:nvContentPartPr>
              <p14:xfrm>
                <a:off x="8443480" y="5331413"/>
                <a:ext cx="1847520" cy="1159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0AE670E-C7EC-667E-F680-94729D0F5B6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437360" y="5325293"/>
                  <a:ext cx="1859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A860AE0-616A-CA8D-D7A4-4C6B99DE066A}"/>
                    </a:ext>
                  </a:extLst>
                </p14:cNvPr>
                <p14:cNvContentPartPr/>
                <p14:nvPr/>
              </p14:nvContentPartPr>
              <p14:xfrm>
                <a:off x="10188400" y="5225933"/>
                <a:ext cx="243000" cy="2350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A860AE0-616A-CA8D-D7A4-4C6B99DE066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182280" y="5219813"/>
                  <a:ext cx="255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B0E0918-8154-470D-DFD9-2F102D60BAC4}"/>
                    </a:ext>
                  </a:extLst>
                </p14:cNvPr>
                <p14:cNvContentPartPr/>
                <p14:nvPr/>
              </p14:nvContentPartPr>
              <p14:xfrm>
                <a:off x="10435000" y="5373173"/>
                <a:ext cx="49680" cy="712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B0E0918-8154-470D-DFD9-2F102D60BAC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428880" y="5367053"/>
                  <a:ext cx="6192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3286883D-8E69-BAD8-62C8-074CA1827E80}"/>
                  </a:ext>
                </a:extLst>
              </p14:cNvPr>
              <p14:cNvContentPartPr/>
              <p14:nvPr/>
            </p14:nvContentPartPr>
            <p14:xfrm>
              <a:off x="4321120" y="6066173"/>
              <a:ext cx="155160" cy="15732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3286883D-8E69-BAD8-62C8-074CA1827E80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315000" y="6060053"/>
                <a:ext cx="16740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7" name="Group 376">
            <a:extLst>
              <a:ext uri="{FF2B5EF4-FFF2-40B4-BE49-F238E27FC236}">
                <a16:creationId xmlns:a16="http://schemas.microsoft.com/office/drawing/2014/main" id="{A9FFC226-1619-F393-8583-6F766752A850}"/>
              </a:ext>
            </a:extLst>
          </p:cNvPr>
          <p:cNvGrpSpPr/>
          <p:nvPr/>
        </p:nvGrpSpPr>
        <p:grpSpPr>
          <a:xfrm>
            <a:off x="5263240" y="5068973"/>
            <a:ext cx="865080" cy="1086480"/>
            <a:chOff x="5263240" y="5068973"/>
            <a:chExt cx="865080" cy="10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AC77005-183F-FF03-CC24-14C1816273F5}"/>
                    </a:ext>
                  </a:extLst>
                </p14:cNvPr>
                <p14:cNvContentPartPr/>
                <p14:nvPr/>
              </p14:nvContentPartPr>
              <p14:xfrm>
                <a:off x="5263240" y="5068973"/>
                <a:ext cx="285480" cy="7196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AC77005-183F-FF03-CC24-14C1816273F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257120" y="5062853"/>
                  <a:ext cx="29772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444459A-1EA0-C7C1-77AA-F0F64F934117}"/>
                    </a:ext>
                  </a:extLst>
                </p14:cNvPr>
                <p14:cNvContentPartPr/>
                <p14:nvPr/>
              </p14:nvContentPartPr>
              <p14:xfrm>
                <a:off x="5662840" y="5454173"/>
                <a:ext cx="224640" cy="3164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444459A-1EA0-C7C1-77AA-F0F64F93411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656720" y="5448053"/>
                  <a:ext cx="236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C65C695-4E0C-8589-6D42-B9D4AEBEDAA3}"/>
                    </a:ext>
                  </a:extLst>
                </p14:cNvPr>
                <p14:cNvContentPartPr/>
                <p14:nvPr/>
              </p14:nvContentPartPr>
              <p14:xfrm>
                <a:off x="5690560" y="5569373"/>
                <a:ext cx="171360" cy="19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C65C695-4E0C-8589-6D42-B9D4AEBEDAA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684440" y="5563253"/>
                  <a:ext cx="183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E595AF1-F9AB-E269-4879-014E0A35069A}"/>
                    </a:ext>
                  </a:extLst>
                </p14:cNvPr>
                <p14:cNvContentPartPr/>
                <p14:nvPr/>
              </p14:nvContentPartPr>
              <p14:xfrm>
                <a:off x="5998000" y="5123333"/>
                <a:ext cx="130320" cy="5191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E595AF1-F9AB-E269-4879-014E0A35069A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991880" y="5117213"/>
                  <a:ext cx="14256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9409131-EF1C-3B61-6789-2E470954C746}"/>
                    </a:ext>
                  </a:extLst>
                </p14:cNvPr>
                <p14:cNvContentPartPr/>
                <p14:nvPr/>
              </p14:nvContentPartPr>
              <p14:xfrm>
                <a:off x="5599840" y="5900213"/>
                <a:ext cx="191520" cy="2552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9409131-EF1C-3B61-6789-2E470954C74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593720" y="5894093"/>
                  <a:ext cx="20376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34DAC75F-0FAC-4125-495A-A30968712D4E}"/>
                  </a:ext>
                </a:extLst>
              </p14:cNvPr>
              <p14:cNvContentPartPr/>
              <p14:nvPr/>
            </p14:nvContentPartPr>
            <p14:xfrm>
              <a:off x="9855040" y="6324293"/>
              <a:ext cx="360" cy="36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34DAC75F-0FAC-4125-495A-A30968712D4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848920" y="631817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02C261C1-A762-FA89-A560-AE2DA4842ED6}"/>
                  </a:ext>
                </a:extLst>
              </p14:cNvPr>
              <p14:cNvContentPartPr/>
              <p14:nvPr/>
            </p14:nvContentPartPr>
            <p14:xfrm>
              <a:off x="3140680" y="6005333"/>
              <a:ext cx="221760" cy="21024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02C261C1-A762-FA89-A560-AE2DA4842ED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134560" y="5999213"/>
                <a:ext cx="2340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AFD0A44A-82B8-F443-9E18-B7527C0D90C8}"/>
                  </a:ext>
                </a:extLst>
              </p14:cNvPr>
              <p14:cNvContentPartPr/>
              <p14:nvPr/>
            </p14:nvContentPartPr>
            <p14:xfrm>
              <a:off x="583600" y="4268333"/>
              <a:ext cx="179640" cy="22032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AFD0A44A-82B8-F443-9E18-B7527C0D90C8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77480" y="4262213"/>
                <a:ext cx="19188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4" name="Group 383">
            <a:extLst>
              <a:ext uri="{FF2B5EF4-FFF2-40B4-BE49-F238E27FC236}">
                <a16:creationId xmlns:a16="http://schemas.microsoft.com/office/drawing/2014/main" id="{8E9CE67A-D287-15F9-6B98-8B94371A6F35}"/>
              </a:ext>
            </a:extLst>
          </p:cNvPr>
          <p:cNvGrpSpPr/>
          <p:nvPr/>
        </p:nvGrpSpPr>
        <p:grpSpPr>
          <a:xfrm>
            <a:off x="10244200" y="5750453"/>
            <a:ext cx="2075760" cy="940680"/>
            <a:chOff x="10244200" y="5750453"/>
            <a:chExt cx="2075760" cy="94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89AA4DF6-DE68-DD88-9C8D-1723B3672A45}"/>
                    </a:ext>
                  </a:extLst>
                </p14:cNvPr>
                <p14:cNvContentPartPr/>
                <p14:nvPr/>
              </p14:nvContentPartPr>
              <p14:xfrm>
                <a:off x="10244200" y="5750453"/>
                <a:ext cx="164160" cy="1904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89AA4DF6-DE68-DD88-9C8D-1723B3672A4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38080" y="5744333"/>
                  <a:ext cx="176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081F623-3A33-190B-9430-6322FAE19C23}"/>
                    </a:ext>
                  </a:extLst>
                </p14:cNvPr>
                <p14:cNvContentPartPr/>
                <p14:nvPr/>
              </p14:nvContentPartPr>
              <p14:xfrm>
                <a:off x="10394320" y="5761613"/>
                <a:ext cx="106920" cy="914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081F623-3A33-190B-9430-6322FAE19C2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388200" y="5755493"/>
                  <a:ext cx="119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B0E02D1-622D-0BC7-DF04-2E8ACC9B3F99}"/>
                    </a:ext>
                  </a:extLst>
                </p14:cNvPr>
                <p14:cNvContentPartPr/>
                <p14:nvPr/>
              </p14:nvContentPartPr>
              <p14:xfrm>
                <a:off x="10508800" y="5993813"/>
                <a:ext cx="169200" cy="2966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B0E02D1-622D-0BC7-DF04-2E8ACC9B3F9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502680" y="5987693"/>
                  <a:ext cx="1814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7027684-0B1B-6575-9AE4-AEB2744FC98E}"/>
                    </a:ext>
                  </a:extLst>
                </p14:cNvPr>
                <p14:cNvContentPartPr/>
                <p14:nvPr/>
              </p14:nvContentPartPr>
              <p14:xfrm>
                <a:off x="10729120" y="6201533"/>
                <a:ext cx="84240" cy="135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7027684-0B1B-6575-9AE4-AEB2744FC98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723000" y="6195413"/>
                  <a:ext cx="96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5E02B9A6-89FC-FB46-E343-E65EA2D5B83E}"/>
                    </a:ext>
                  </a:extLst>
                </p14:cNvPr>
                <p14:cNvContentPartPr/>
                <p14:nvPr/>
              </p14:nvContentPartPr>
              <p14:xfrm>
                <a:off x="10803640" y="6205853"/>
                <a:ext cx="200160" cy="1015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5E02B9A6-89FC-FB46-E343-E65EA2D5B83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797520" y="6199733"/>
                  <a:ext cx="212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E7AD9DB3-E4E1-C550-74F9-DAADBD533321}"/>
                    </a:ext>
                  </a:extLst>
                </p14:cNvPr>
                <p14:cNvContentPartPr/>
                <p14:nvPr/>
              </p14:nvContentPartPr>
              <p14:xfrm>
                <a:off x="11091280" y="6112253"/>
                <a:ext cx="155160" cy="162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E7AD9DB3-E4E1-C550-74F9-DAADBD53332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085160" y="6106133"/>
                  <a:ext cx="167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FFC46C9-F2CB-3C57-7D78-E85498393584}"/>
                    </a:ext>
                  </a:extLst>
                </p14:cNvPr>
                <p14:cNvContentPartPr/>
                <p14:nvPr/>
              </p14:nvContentPartPr>
              <p14:xfrm>
                <a:off x="11333560" y="5853413"/>
                <a:ext cx="238320" cy="2419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FFC46C9-F2CB-3C57-7D78-E8549839358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327440" y="5847293"/>
                  <a:ext cx="2505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A657EC1-389A-24C5-5762-B5280EC6545C}"/>
                    </a:ext>
                  </a:extLst>
                </p14:cNvPr>
                <p14:cNvContentPartPr/>
                <p14:nvPr/>
              </p14:nvContentPartPr>
              <p14:xfrm>
                <a:off x="11611480" y="5966093"/>
                <a:ext cx="83160" cy="1173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A657EC1-389A-24C5-5762-B5280EC6545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605360" y="5959973"/>
                  <a:ext cx="9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E8839DB-6FAA-42F6-DBB8-E833EBD495E8}"/>
                    </a:ext>
                  </a:extLst>
                </p14:cNvPr>
                <p14:cNvContentPartPr/>
                <p14:nvPr/>
              </p14:nvContentPartPr>
              <p14:xfrm>
                <a:off x="11692120" y="5929013"/>
                <a:ext cx="138600" cy="2066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E8839DB-6FAA-42F6-DBB8-E833EBD495E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686000" y="5922893"/>
                  <a:ext cx="150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2152EBE-A607-72A5-B6CD-152EB6C7D79C}"/>
                    </a:ext>
                  </a:extLst>
                </p14:cNvPr>
                <p14:cNvContentPartPr/>
                <p14:nvPr/>
              </p14:nvContentPartPr>
              <p14:xfrm>
                <a:off x="11268760" y="6103613"/>
                <a:ext cx="545040" cy="316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2152EBE-A607-72A5-B6CD-152EB6C7D79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262640" y="6097493"/>
                  <a:ext cx="557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9DC5792-D74D-C4E6-E215-280992C07D1A}"/>
                    </a:ext>
                  </a:extLst>
                </p14:cNvPr>
                <p14:cNvContentPartPr/>
                <p14:nvPr/>
              </p14:nvContentPartPr>
              <p14:xfrm>
                <a:off x="11289280" y="6163013"/>
                <a:ext cx="272880" cy="2257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9DC5792-D74D-C4E6-E215-280992C07D1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283160" y="6156893"/>
                  <a:ext cx="2851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6494F00-7202-6905-D553-C0994124B828}"/>
                    </a:ext>
                  </a:extLst>
                </p14:cNvPr>
                <p14:cNvContentPartPr/>
                <p14:nvPr/>
              </p14:nvContentPartPr>
              <p14:xfrm>
                <a:off x="11581240" y="6203333"/>
                <a:ext cx="164880" cy="1393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6494F00-7202-6905-D553-C0994124B82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575120" y="6197213"/>
                  <a:ext cx="177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C62E9E49-D000-7B77-CDEA-CD7A46B7F0AC}"/>
                    </a:ext>
                  </a:extLst>
                </p14:cNvPr>
                <p14:cNvContentPartPr/>
                <p14:nvPr/>
              </p14:nvContentPartPr>
              <p14:xfrm>
                <a:off x="11794720" y="6288653"/>
                <a:ext cx="88200" cy="824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C62E9E49-D000-7B77-CDEA-CD7A46B7F0A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788600" y="6282533"/>
                  <a:ext cx="100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B1BDD551-3D30-1005-B1E1-65E28E77D75A}"/>
                    </a:ext>
                  </a:extLst>
                </p14:cNvPr>
                <p14:cNvContentPartPr/>
                <p14:nvPr/>
              </p14:nvContentPartPr>
              <p14:xfrm>
                <a:off x="11891560" y="6257333"/>
                <a:ext cx="82080" cy="1288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B1BDD551-3D30-1005-B1E1-65E28E77D75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885440" y="6251213"/>
                  <a:ext cx="94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5FE960CC-2F70-A79C-B995-34027865960C}"/>
                    </a:ext>
                  </a:extLst>
                </p14:cNvPr>
                <p14:cNvContentPartPr/>
                <p14:nvPr/>
              </p14:nvContentPartPr>
              <p14:xfrm>
                <a:off x="11938720" y="6049613"/>
                <a:ext cx="18000" cy="450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5FE960CC-2F70-A79C-B995-34027865960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932600" y="6043493"/>
                  <a:ext cx="30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D0A13CD-A13C-D2A3-D916-CA86B027B32D}"/>
                    </a:ext>
                  </a:extLst>
                </p14:cNvPr>
                <p14:cNvContentPartPr/>
                <p14:nvPr/>
              </p14:nvContentPartPr>
              <p14:xfrm>
                <a:off x="12042040" y="5953853"/>
                <a:ext cx="126720" cy="15012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D0A13CD-A13C-D2A3-D916-CA86B027B32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2035920" y="5947733"/>
                  <a:ext cx="138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1DD041C-8EAC-C144-EF5D-6658A6BC8678}"/>
                    </a:ext>
                  </a:extLst>
                </p14:cNvPr>
                <p14:cNvContentPartPr/>
                <p14:nvPr/>
              </p14:nvContentPartPr>
              <p14:xfrm>
                <a:off x="12169480" y="5918213"/>
                <a:ext cx="150480" cy="2016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1DD041C-8EAC-C144-EF5D-6658A6BC867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2163360" y="5912093"/>
                  <a:ext cx="162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427EE08-B0E8-F706-B4F3-64F2B3D9D391}"/>
                    </a:ext>
                  </a:extLst>
                </p14:cNvPr>
                <p14:cNvContentPartPr/>
                <p14:nvPr/>
              </p14:nvContentPartPr>
              <p14:xfrm>
                <a:off x="11536240" y="6462893"/>
                <a:ext cx="208080" cy="2282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427EE08-B0E8-F706-B4F3-64F2B3D9D39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530120" y="6456773"/>
                  <a:ext cx="220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2B6ABAD-B7CD-B93E-C874-E5DE4AE1EE64}"/>
                    </a:ext>
                  </a:extLst>
                </p14:cNvPr>
                <p14:cNvContentPartPr/>
                <p14:nvPr/>
              </p14:nvContentPartPr>
              <p14:xfrm>
                <a:off x="10619680" y="6391253"/>
                <a:ext cx="172800" cy="2214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2B6ABAD-B7CD-B93E-C874-E5DE4AE1EE6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613560" y="6385133"/>
                  <a:ext cx="185040" cy="23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93740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8709-BEC9-1487-D124-E7A99F54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AF5B2-503C-7ABD-69B4-F508F8506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PDF</a:t>
            </a:r>
          </a:p>
          <a:p>
            <a:r>
              <a:rPr lang="en-US" dirty="0"/>
              <a:t>Try the Excel</a:t>
            </a:r>
          </a:p>
          <a:p>
            <a:r>
              <a:rPr lang="en-US" dirty="0"/>
              <a:t>Currently, there is no activation function. Could you add some? </a:t>
            </a:r>
          </a:p>
          <a:p>
            <a:r>
              <a:rPr lang="en-US" dirty="0"/>
              <a:t>Plot the prediction and results</a:t>
            </a:r>
          </a:p>
        </p:txBody>
      </p:sp>
    </p:spTree>
    <p:extLst>
      <p:ext uri="{BB962C8B-B14F-4D97-AF65-F5344CB8AC3E}">
        <p14:creationId xmlns:p14="http://schemas.microsoft.com/office/powerpoint/2010/main" val="483366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9042-6D0E-45CD-1254-697FC012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F04B4-CD05-089B-5515-64B9C0D8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</a:t>
            </a:r>
          </a:p>
          <a:p>
            <a:r>
              <a:rPr lang="en-US" dirty="0"/>
              <a:t>Logic gates</a:t>
            </a:r>
          </a:p>
          <a:p>
            <a:r>
              <a:rPr lang="en-US" dirty="0"/>
              <a:t>Transistor </a:t>
            </a:r>
          </a:p>
          <a:p>
            <a:r>
              <a:rPr lang="en-US" dirty="0"/>
              <a:t>Half adder</a:t>
            </a:r>
          </a:p>
          <a:p>
            <a:r>
              <a:rPr lang="en-US" dirty="0"/>
              <a:t>HPRC set up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69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F5BA-1976-0030-209D-D62FD7F4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82F6-8917-BFFA-3C19-D63AC99F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voltage = 1 (on); Low voltage = 0 (off)</a:t>
            </a:r>
          </a:p>
          <a:p>
            <a:r>
              <a:rPr lang="en-US" dirty="0"/>
              <a:t>Reliable </a:t>
            </a:r>
          </a:p>
          <a:p>
            <a:r>
              <a:rPr lang="en-US" b="0" i="0" dirty="0">
                <a:effectLst/>
                <a:latin typeface="fkGroteskNeue"/>
              </a:rPr>
              <a:t>ASCII (e.g., </a:t>
            </a:r>
            <a:r>
              <a:rPr lang="en-US" b="0" i="0" dirty="0">
                <a:effectLst/>
                <a:latin typeface="berkeleyMono"/>
              </a:rPr>
              <a:t>01100001-&gt;”a”; 01110000-&gt;”p”</a:t>
            </a:r>
            <a:r>
              <a:rPr lang="en-US" b="0" i="0" dirty="0">
                <a:effectLst/>
                <a:latin typeface="fkGroteskNeue"/>
              </a:rPr>
              <a:t>)</a:t>
            </a:r>
          </a:p>
          <a:p>
            <a:r>
              <a:rPr lang="en-US" dirty="0">
                <a:latin typeface="fkGroteskNeue"/>
              </a:rPr>
              <a:t>2</a:t>
            </a:r>
            <a:r>
              <a:rPr lang="en-US" baseline="30000" dirty="0">
                <a:latin typeface="fkGroteskNeue"/>
              </a:rPr>
              <a:t>8</a:t>
            </a:r>
          </a:p>
          <a:p>
            <a:r>
              <a:rPr lang="en-US" dirty="0"/>
              <a:t>Clock at 1 Hz</a:t>
            </a:r>
            <a:endParaRPr lang="en-US" baseline="30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B4EBCA-3164-0262-1D19-3969AE3B5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629514"/>
              </p:ext>
            </p:extLst>
          </p:nvPr>
        </p:nvGraphicFramePr>
        <p:xfrm>
          <a:off x="481263" y="5147287"/>
          <a:ext cx="10872532" cy="741680"/>
        </p:xfrm>
        <a:graphic>
          <a:graphicData uri="http://schemas.openxmlformats.org/drawingml/2006/table">
            <a:tbl>
              <a:tblPr firstRow="1" bandRow="1"/>
              <a:tblGrid>
                <a:gridCol w="494206">
                  <a:extLst>
                    <a:ext uri="{9D8B030D-6E8A-4147-A177-3AD203B41FA5}">
                      <a16:colId xmlns:a16="http://schemas.microsoft.com/office/drawing/2014/main" val="4748004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978962916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622451044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293873994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410666816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2215205905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4156061781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05533851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90985060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41508270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56500763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415994056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2866833638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81381406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717808313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635584265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800177161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599585642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3129596021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1726972727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894767164"/>
                    </a:ext>
                  </a:extLst>
                </a:gridCol>
                <a:gridCol w="494206">
                  <a:extLst>
                    <a:ext uri="{9D8B030D-6E8A-4147-A177-3AD203B41FA5}">
                      <a16:colId xmlns:a16="http://schemas.microsoft.com/office/drawing/2014/main" val="966903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33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158738"/>
                  </a:ext>
                </a:extLst>
              </a:tr>
            </a:tbl>
          </a:graphicData>
        </a:graphic>
      </p:graphicFrame>
      <p:pic>
        <p:nvPicPr>
          <p:cNvPr id="6" name="Picture 5" descr="A red led with two thin metal rods&#10;&#10;AI-generated content may be incorrect.">
            <a:extLst>
              <a:ext uri="{FF2B5EF4-FFF2-40B4-BE49-F238E27FC236}">
                <a16:creationId xmlns:a16="http://schemas.microsoft.com/office/drawing/2014/main" id="{3464FE15-CA6E-A265-6586-582B97AE9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39" y="2405366"/>
            <a:ext cx="1582535" cy="158253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387AC60-21FA-0369-F835-8FA5DFEE5377}"/>
              </a:ext>
            </a:extLst>
          </p:cNvPr>
          <p:cNvGrpSpPr/>
          <p:nvPr/>
        </p:nvGrpSpPr>
        <p:grpSpPr>
          <a:xfrm>
            <a:off x="1023288" y="5120384"/>
            <a:ext cx="3740760" cy="425520"/>
            <a:chOff x="1023288" y="5120384"/>
            <a:chExt cx="374076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EAB0D0-2781-19DC-DA99-965F55C94FCA}"/>
                    </a:ext>
                  </a:extLst>
                </p14:cNvPr>
                <p14:cNvContentPartPr/>
                <p14:nvPr/>
              </p14:nvContentPartPr>
              <p14:xfrm>
                <a:off x="1023288" y="5187704"/>
                <a:ext cx="272880" cy="32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EAB0D0-2781-19DC-DA99-965F55C94F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17168" y="5181584"/>
                  <a:ext cx="285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9FF92E-2C8F-77F3-8F0E-4E965257F220}"/>
                    </a:ext>
                  </a:extLst>
                </p14:cNvPr>
                <p14:cNvContentPartPr/>
                <p14:nvPr/>
              </p14:nvContentPartPr>
              <p14:xfrm>
                <a:off x="1516128" y="5182664"/>
                <a:ext cx="279360" cy="32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9FF92E-2C8F-77F3-8F0E-4E965257F2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10008" y="5176544"/>
                  <a:ext cx="2916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5DC430-1392-96A1-A472-1EA4A50952CE}"/>
                    </a:ext>
                  </a:extLst>
                </p14:cNvPr>
                <p14:cNvContentPartPr/>
                <p14:nvPr/>
              </p14:nvContentPartPr>
              <p14:xfrm>
                <a:off x="1951368" y="5172224"/>
                <a:ext cx="315720" cy="332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5DC430-1392-96A1-A472-1EA4A50952C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45248" y="5166104"/>
                  <a:ext cx="3279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0E6954-7851-BD50-FF4E-E684033A46B0}"/>
                    </a:ext>
                  </a:extLst>
                </p14:cNvPr>
                <p14:cNvContentPartPr/>
                <p14:nvPr/>
              </p14:nvContentPartPr>
              <p14:xfrm>
                <a:off x="2469048" y="5199944"/>
                <a:ext cx="286200" cy="301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0E6954-7851-BD50-FF4E-E684033A46B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62928" y="5193824"/>
                  <a:ext cx="2984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2A56EC-B4FB-9050-14E4-899572DC32B2}"/>
                    </a:ext>
                  </a:extLst>
                </p14:cNvPr>
                <p14:cNvContentPartPr/>
                <p14:nvPr/>
              </p14:nvContentPartPr>
              <p14:xfrm>
                <a:off x="2962608" y="5120384"/>
                <a:ext cx="392040" cy="407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2A56EC-B4FB-9050-14E4-899572DC32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56488" y="5114264"/>
                  <a:ext cx="4042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02ADF5-F5FE-4B50-43AD-BC9EA8EE6C81}"/>
                    </a:ext>
                  </a:extLst>
                </p14:cNvPr>
                <p14:cNvContentPartPr/>
                <p14:nvPr/>
              </p14:nvContentPartPr>
              <p14:xfrm>
                <a:off x="3436728" y="5147384"/>
                <a:ext cx="359280" cy="398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02ADF5-F5FE-4B50-43AD-BC9EA8EE6C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30608" y="5141264"/>
                  <a:ext cx="3715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7913BFA-C7DB-093E-9B1C-1E578EA2BA3A}"/>
                    </a:ext>
                  </a:extLst>
                </p14:cNvPr>
                <p14:cNvContentPartPr/>
                <p14:nvPr/>
              </p14:nvContentPartPr>
              <p14:xfrm>
                <a:off x="3943608" y="5121824"/>
                <a:ext cx="261720" cy="36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7913BFA-C7DB-093E-9B1C-1E578EA2BA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37488" y="5115704"/>
                  <a:ext cx="2739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E61C06-E53E-6B66-55DD-1AB7D4A2C38D}"/>
                    </a:ext>
                  </a:extLst>
                </p14:cNvPr>
                <p14:cNvContentPartPr/>
                <p14:nvPr/>
              </p14:nvContentPartPr>
              <p14:xfrm>
                <a:off x="4413768" y="5147024"/>
                <a:ext cx="350280" cy="318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E61C06-E53E-6B66-55DD-1AB7D4A2C3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07648" y="5140904"/>
                  <a:ext cx="36252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FB3EBB-EBE6-8F38-1B16-DED5D72A3FF4}"/>
              </a:ext>
            </a:extLst>
          </p:cNvPr>
          <p:cNvGrpSpPr/>
          <p:nvPr/>
        </p:nvGrpSpPr>
        <p:grpSpPr>
          <a:xfrm>
            <a:off x="1986648" y="3389864"/>
            <a:ext cx="479160" cy="342360"/>
            <a:chOff x="1986648" y="3389864"/>
            <a:chExt cx="47916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EFC9C9-DA96-A749-CFA2-FAF8D6AFA473}"/>
                    </a:ext>
                  </a:extLst>
                </p14:cNvPr>
                <p14:cNvContentPartPr/>
                <p14:nvPr/>
              </p14:nvContentPartPr>
              <p14:xfrm>
                <a:off x="1986648" y="3389864"/>
                <a:ext cx="131760" cy="342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EFC9C9-DA96-A749-CFA2-FAF8D6AFA47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80528" y="3383744"/>
                  <a:ext cx="1440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2CD991-3612-9AC9-5988-DFB13D8875BA}"/>
                    </a:ext>
                  </a:extLst>
                </p14:cNvPr>
                <p14:cNvContentPartPr/>
                <p14:nvPr/>
              </p14:nvContentPartPr>
              <p14:xfrm>
                <a:off x="2228208" y="3560144"/>
                <a:ext cx="5760" cy="101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2CD991-3612-9AC9-5988-DFB13D8875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22088" y="3554024"/>
                  <a:ext cx="18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FA2989-4CC1-8F60-C801-E9E59DF3FA37}"/>
                    </a:ext>
                  </a:extLst>
                </p14:cNvPr>
                <p14:cNvContentPartPr/>
                <p14:nvPr/>
              </p14:nvContentPartPr>
              <p14:xfrm>
                <a:off x="2222448" y="3449264"/>
                <a:ext cx="20880" cy="78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FA2989-4CC1-8F60-C801-E9E59DF3FA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16328" y="3443144"/>
                  <a:ext cx="33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B3EC92-57E1-457E-FF1B-7871C246BA80}"/>
                    </a:ext>
                  </a:extLst>
                </p14:cNvPr>
                <p14:cNvContentPartPr/>
                <p14:nvPr/>
              </p14:nvContentPartPr>
              <p14:xfrm>
                <a:off x="2369688" y="3439544"/>
                <a:ext cx="28080" cy="214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B3EC92-57E1-457E-FF1B-7871C246BA8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63568" y="3433424"/>
                  <a:ext cx="40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E7C6932-98F4-B2D5-A108-CE792D21B218}"/>
                    </a:ext>
                  </a:extLst>
                </p14:cNvPr>
                <p14:cNvContentPartPr/>
                <p14:nvPr/>
              </p14:nvContentPartPr>
              <p14:xfrm>
                <a:off x="2327928" y="3515504"/>
                <a:ext cx="137880" cy="37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E7C6932-98F4-B2D5-A108-CE792D21B2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21808" y="3509384"/>
                  <a:ext cx="15012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72AEB5-88A1-FE2C-67E9-042BBB90A924}"/>
                  </a:ext>
                </a:extLst>
              </p14:cNvPr>
              <p14:cNvContentPartPr/>
              <p14:nvPr/>
            </p14:nvContentPartPr>
            <p14:xfrm>
              <a:off x="1737168" y="3482384"/>
              <a:ext cx="153000" cy="315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72AEB5-88A1-FE2C-67E9-042BBB90A92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731048" y="3476264"/>
                <a:ext cx="165240" cy="32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35A1FD1-FCC0-AC81-9D0B-1798B7190A2A}"/>
              </a:ext>
            </a:extLst>
          </p:cNvPr>
          <p:cNvGrpSpPr/>
          <p:nvPr/>
        </p:nvGrpSpPr>
        <p:grpSpPr>
          <a:xfrm>
            <a:off x="3855048" y="3355664"/>
            <a:ext cx="919440" cy="345960"/>
            <a:chOff x="3855048" y="3355664"/>
            <a:chExt cx="91944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D1E1C8-D997-72F7-506F-46A0CCA3EDD3}"/>
                    </a:ext>
                  </a:extLst>
                </p14:cNvPr>
                <p14:cNvContentPartPr/>
                <p14:nvPr/>
              </p14:nvContentPartPr>
              <p14:xfrm>
                <a:off x="3855048" y="3355664"/>
                <a:ext cx="95040" cy="344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D1E1C8-D997-72F7-506F-46A0CCA3EDD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48928" y="3349544"/>
                  <a:ext cx="1072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B073E9-FE6B-136A-2059-6EB68C44395B}"/>
                    </a:ext>
                  </a:extLst>
                </p14:cNvPr>
                <p14:cNvContentPartPr/>
                <p14:nvPr/>
              </p14:nvContentPartPr>
              <p14:xfrm>
                <a:off x="3959448" y="3483464"/>
                <a:ext cx="195480" cy="140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B073E9-FE6B-136A-2059-6EB68C44395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53328" y="3477344"/>
                  <a:ext cx="207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E38F6B-5B60-32AF-93DA-A67026288DC8}"/>
                    </a:ext>
                  </a:extLst>
                </p14:cNvPr>
                <p14:cNvContentPartPr/>
                <p14:nvPr/>
              </p14:nvContentPartPr>
              <p14:xfrm>
                <a:off x="4067808" y="3503264"/>
                <a:ext cx="53640" cy="19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E38F6B-5B60-32AF-93DA-A67026288DC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061688" y="3497144"/>
                  <a:ext cx="65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82BE730-FD28-8FD9-6886-DB26C09D161E}"/>
                    </a:ext>
                  </a:extLst>
                </p14:cNvPr>
                <p14:cNvContentPartPr/>
                <p14:nvPr/>
              </p14:nvContentPartPr>
              <p14:xfrm>
                <a:off x="4347168" y="3371504"/>
                <a:ext cx="120960" cy="28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82BE730-FD28-8FD9-6886-DB26C09D16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41048" y="3365384"/>
                  <a:ext cx="1332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FE4CC62-FAFE-9E6F-3470-0C9D92491B66}"/>
                    </a:ext>
                  </a:extLst>
                </p14:cNvPr>
                <p14:cNvContentPartPr/>
                <p14:nvPr/>
              </p14:nvContentPartPr>
              <p14:xfrm>
                <a:off x="4538328" y="3547544"/>
                <a:ext cx="15480" cy="95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FE4CC62-FAFE-9E6F-3470-0C9D92491B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32208" y="3541424"/>
                  <a:ext cx="27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367BCF-3A11-7DDF-8101-604D098E9AD3}"/>
                    </a:ext>
                  </a:extLst>
                </p14:cNvPr>
                <p14:cNvContentPartPr/>
                <p14:nvPr/>
              </p14:nvContentPartPr>
              <p14:xfrm>
                <a:off x="4544448" y="3453584"/>
                <a:ext cx="5400" cy="8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367BCF-3A11-7DDF-8101-604D098E9AD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38328" y="3447464"/>
                  <a:ext cx="17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C00D215-3EA5-CA54-D9C7-6FDC6F4D1495}"/>
                    </a:ext>
                  </a:extLst>
                </p14:cNvPr>
                <p14:cNvContentPartPr/>
                <p14:nvPr/>
              </p14:nvContentPartPr>
              <p14:xfrm>
                <a:off x="4598448" y="3409304"/>
                <a:ext cx="176040" cy="256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C00D215-3EA5-CA54-D9C7-6FDC6F4D149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92328" y="3403184"/>
                  <a:ext cx="1882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162C89-326D-6B55-C80E-29E46D10991A}"/>
                    </a:ext>
                  </a:extLst>
                </p14:cNvPr>
                <p14:cNvContentPartPr/>
                <p14:nvPr/>
              </p14:nvContentPartPr>
              <p14:xfrm>
                <a:off x="4508448" y="3377624"/>
                <a:ext cx="36360" cy="29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162C89-326D-6B55-C80E-29E46D1099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02328" y="3371504"/>
                  <a:ext cx="486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0D2E473-6AE8-43B4-37CA-991FF9FFB853}"/>
              </a:ext>
            </a:extLst>
          </p:cNvPr>
          <p:cNvGrpSpPr/>
          <p:nvPr/>
        </p:nvGrpSpPr>
        <p:grpSpPr>
          <a:xfrm>
            <a:off x="2717088" y="6070784"/>
            <a:ext cx="203040" cy="316080"/>
            <a:chOff x="2717088" y="6070784"/>
            <a:chExt cx="20304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4F9A5F-EC2E-A48D-84EC-BF0E0619EA6A}"/>
                    </a:ext>
                  </a:extLst>
                </p14:cNvPr>
                <p14:cNvContentPartPr/>
                <p14:nvPr/>
              </p14:nvContentPartPr>
              <p14:xfrm>
                <a:off x="2717088" y="6082664"/>
                <a:ext cx="61920" cy="304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4F9A5F-EC2E-A48D-84EC-BF0E0619EA6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10968" y="6076544"/>
                  <a:ext cx="741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FFF904-D25F-9E70-601C-01389F87517E}"/>
                    </a:ext>
                  </a:extLst>
                </p14:cNvPr>
                <p14:cNvContentPartPr/>
                <p14:nvPr/>
              </p14:nvContentPartPr>
              <p14:xfrm>
                <a:off x="2753088" y="6070784"/>
                <a:ext cx="167040" cy="261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FFF904-D25F-9E70-601C-01389F8751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46968" y="6064664"/>
                  <a:ext cx="17928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B169BD-7B17-6AB6-5651-64E585EABCDF}"/>
              </a:ext>
            </a:extLst>
          </p:cNvPr>
          <p:cNvGrpSpPr/>
          <p:nvPr/>
        </p:nvGrpSpPr>
        <p:grpSpPr>
          <a:xfrm>
            <a:off x="4969968" y="5027144"/>
            <a:ext cx="3838320" cy="531000"/>
            <a:chOff x="4969968" y="5027144"/>
            <a:chExt cx="383832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35725D8-2E3A-6F8E-695D-ECB5921B36C1}"/>
                    </a:ext>
                  </a:extLst>
                </p14:cNvPr>
                <p14:cNvContentPartPr/>
                <p14:nvPr/>
              </p14:nvContentPartPr>
              <p14:xfrm>
                <a:off x="4969968" y="5073224"/>
                <a:ext cx="327960" cy="463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35725D8-2E3A-6F8E-695D-ECB5921B36C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63848" y="5067104"/>
                  <a:ext cx="3402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D65C0B4-44DF-1ADC-73ED-06FDE9859B0B}"/>
                    </a:ext>
                  </a:extLst>
                </p14:cNvPr>
                <p14:cNvContentPartPr/>
                <p14:nvPr/>
              </p14:nvContentPartPr>
              <p14:xfrm>
                <a:off x="5543088" y="5063144"/>
                <a:ext cx="325440" cy="483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D65C0B4-44DF-1ADC-73ED-06FDE9859B0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36968" y="5057024"/>
                  <a:ext cx="33768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922B0D-14AF-75D0-BE34-717128704587}"/>
                    </a:ext>
                  </a:extLst>
                </p14:cNvPr>
                <p14:cNvContentPartPr/>
                <p14:nvPr/>
              </p14:nvContentPartPr>
              <p14:xfrm>
                <a:off x="5965368" y="5095544"/>
                <a:ext cx="395280" cy="46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922B0D-14AF-75D0-BE34-7171287045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59248" y="5089424"/>
                  <a:ext cx="4075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DBBDF37-A0E9-8C2F-E94A-1FC764C9E863}"/>
                    </a:ext>
                  </a:extLst>
                </p14:cNvPr>
                <p14:cNvContentPartPr/>
                <p14:nvPr/>
              </p14:nvContentPartPr>
              <p14:xfrm>
                <a:off x="6482688" y="5118944"/>
                <a:ext cx="364680" cy="366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BBDF37-A0E9-8C2F-E94A-1FC764C9E86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76568" y="5112824"/>
                  <a:ext cx="3769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99341C-5C1B-4962-D630-C99AE9A9CC5C}"/>
                    </a:ext>
                  </a:extLst>
                </p14:cNvPr>
                <p14:cNvContentPartPr/>
                <p14:nvPr/>
              </p14:nvContentPartPr>
              <p14:xfrm>
                <a:off x="6955368" y="5078264"/>
                <a:ext cx="336240" cy="393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99341C-5C1B-4962-D630-C99AE9A9CC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49248" y="5072144"/>
                  <a:ext cx="3484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7DFEE2-BA1A-923E-56AF-2F3911388C0E}"/>
                    </a:ext>
                  </a:extLst>
                </p14:cNvPr>
                <p14:cNvContentPartPr/>
                <p14:nvPr/>
              </p14:nvContentPartPr>
              <p14:xfrm>
                <a:off x="7499328" y="5078624"/>
                <a:ext cx="332280" cy="426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7DFEE2-BA1A-923E-56AF-2F3911388C0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93208" y="5072504"/>
                  <a:ext cx="3445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212256-61B6-BB69-82FB-DFBD7E9AE396}"/>
                    </a:ext>
                  </a:extLst>
                </p14:cNvPr>
                <p14:cNvContentPartPr/>
                <p14:nvPr/>
              </p14:nvContentPartPr>
              <p14:xfrm>
                <a:off x="7950768" y="5039024"/>
                <a:ext cx="420120" cy="420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212256-61B6-BB69-82FB-DFBD7E9AE3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44648" y="5032904"/>
                  <a:ext cx="432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ECCC4C-249D-806D-A3C4-AABFC556051C}"/>
                    </a:ext>
                  </a:extLst>
                </p14:cNvPr>
                <p14:cNvContentPartPr/>
                <p14:nvPr/>
              </p14:nvContentPartPr>
              <p14:xfrm>
                <a:off x="8501208" y="5027144"/>
                <a:ext cx="307080" cy="476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ECCC4C-249D-806D-A3C4-AABFC556051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95088" y="5021024"/>
                  <a:ext cx="31932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CDE2EA-B44B-3194-C510-B41965991E64}"/>
              </a:ext>
            </a:extLst>
          </p:cNvPr>
          <p:cNvGrpSpPr/>
          <p:nvPr/>
        </p:nvGrpSpPr>
        <p:grpSpPr>
          <a:xfrm>
            <a:off x="6517248" y="6034784"/>
            <a:ext cx="285840" cy="457560"/>
            <a:chOff x="6517248" y="6034784"/>
            <a:chExt cx="28584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07FC4A-BBAF-F238-7F9B-26B162EF6765}"/>
                    </a:ext>
                  </a:extLst>
                </p14:cNvPr>
                <p14:cNvContentPartPr/>
                <p14:nvPr/>
              </p14:nvContentPartPr>
              <p14:xfrm>
                <a:off x="6609408" y="6101744"/>
                <a:ext cx="28800" cy="390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07FC4A-BBAF-F238-7F9B-26B162EF676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03288" y="6095624"/>
                  <a:ext cx="410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221C0B-CD7C-E4D2-276A-07FD02B3AA13}"/>
                    </a:ext>
                  </a:extLst>
                </p14:cNvPr>
                <p14:cNvContentPartPr/>
                <p14:nvPr/>
              </p14:nvContentPartPr>
              <p14:xfrm>
                <a:off x="6517248" y="6034784"/>
                <a:ext cx="285840" cy="225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221C0B-CD7C-E4D2-276A-07FD02B3AA1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11128" y="6028664"/>
                  <a:ext cx="29808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71DFDB1-30FF-5C1F-7966-7BF918CAEA5F}"/>
              </a:ext>
            </a:extLst>
          </p:cNvPr>
          <p:cNvGrpSpPr/>
          <p:nvPr/>
        </p:nvGrpSpPr>
        <p:grpSpPr>
          <a:xfrm>
            <a:off x="9644928" y="5965664"/>
            <a:ext cx="1049040" cy="443520"/>
            <a:chOff x="9644928" y="5965664"/>
            <a:chExt cx="104904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86207C-4D08-8D4D-3D78-A59F25123055}"/>
                    </a:ext>
                  </a:extLst>
                </p14:cNvPr>
                <p14:cNvContentPartPr/>
                <p14:nvPr/>
              </p14:nvContentPartPr>
              <p14:xfrm>
                <a:off x="9665448" y="6040184"/>
                <a:ext cx="30960" cy="369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86207C-4D08-8D4D-3D78-A59F2512305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59328" y="6034064"/>
                  <a:ext cx="432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BF602DE-7A4C-4C9E-333F-8C03408321F2}"/>
                    </a:ext>
                  </a:extLst>
                </p14:cNvPr>
                <p14:cNvContentPartPr/>
                <p14:nvPr/>
              </p14:nvContentPartPr>
              <p14:xfrm>
                <a:off x="9644928" y="5965664"/>
                <a:ext cx="206280" cy="264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BF602DE-7A4C-4C9E-333F-8C03408321F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38808" y="5959544"/>
                  <a:ext cx="218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1A18D1-E88F-FEC0-0A31-71A037ABD14B}"/>
                    </a:ext>
                  </a:extLst>
                </p14:cNvPr>
                <p14:cNvContentPartPr/>
                <p14:nvPr/>
              </p14:nvContentPartPr>
              <p14:xfrm>
                <a:off x="10003848" y="6018224"/>
                <a:ext cx="266040" cy="343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1A18D1-E88F-FEC0-0A31-71A037ABD14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97728" y="6012104"/>
                  <a:ext cx="2782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0EF8EF-CB87-0F48-6934-56BAB561A1BA}"/>
                    </a:ext>
                  </a:extLst>
                </p14:cNvPr>
                <p14:cNvContentPartPr/>
                <p14:nvPr/>
              </p14:nvContentPartPr>
              <p14:xfrm>
                <a:off x="10530528" y="6008504"/>
                <a:ext cx="163440" cy="58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0EF8EF-CB87-0F48-6934-56BAB561A1B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24408" y="6002384"/>
                  <a:ext cx="175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2E7476-1FB9-3D59-66E4-F1A7C96EC342}"/>
                    </a:ext>
                  </a:extLst>
                </p14:cNvPr>
                <p14:cNvContentPartPr/>
                <p14:nvPr/>
              </p14:nvContentPartPr>
              <p14:xfrm>
                <a:off x="10439088" y="6104624"/>
                <a:ext cx="235080" cy="256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2E7476-1FB9-3D59-66E4-F1A7C96EC3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432968" y="6098504"/>
                  <a:ext cx="247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44AF71-31AB-2B22-AD3E-271622330EF0}"/>
                    </a:ext>
                  </a:extLst>
                </p14:cNvPr>
                <p14:cNvContentPartPr/>
                <p14:nvPr/>
              </p14:nvContentPartPr>
              <p14:xfrm>
                <a:off x="10492368" y="6213344"/>
                <a:ext cx="186120" cy="5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44AF71-31AB-2B22-AD3E-271622330EF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86248" y="6207224"/>
                  <a:ext cx="19836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76F1AFE-AD49-7113-A1DB-F55706FE490E}"/>
                  </a:ext>
                </a:extLst>
              </p14:cNvPr>
              <p14:cNvContentPartPr/>
              <p14:nvPr/>
            </p14:nvContentPartPr>
            <p14:xfrm>
              <a:off x="3540048" y="4215704"/>
              <a:ext cx="129600" cy="324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76F1AFE-AD49-7113-A1DB-F55706FE490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533928" y="4209584"/>
                <a:ext cx="14184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DE9AD9B7-6D49-CC57-A50A-701F7A78DEC8}"/>
              </a:ext>
            </a:extLst>
          </p:cNvPr>
          <p:cNvGrpSpPr/>
          <p:nvPr/>
        </p:nvGrpSpPr>
        <p:grpSpPr>
          <a:xfrm>
            <a:off x="3918768" y="4270784"/>
            <a:ext cx="846360" cy="308520"/>
            <a:chOff x="3918768" y="4270784"/>
            <a:chExt cx="84636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309BF0-341B-EE18-08CE-9DCF7F66F695}"/>
                    </a:ext>
                  </a:extLst>
                </p14:cNvPr>
                <p14:cNvContentPartPr/>
                <p14:nvPr/>
              </p14:nvContentPartPr>
              <p14:xfrm>
                <a:off x="3918768" y="4270784"/>
                <a:ext cx="159120" cy="247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309BF0-341B-EE18-08CE-9DCF7F66F69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12648" y="4264664"/>
                  <a:ext cx="171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4E6237-F43F-74C2-7528-BACFCF9D8C63}"/>
                    </a:ext>
                  </a:extLst>
                </p14:cNvPr>
                <p14:cNvContentPartPr/>
                <p14:nvPr/>
              </p14:nvContentPartPr>
              <p14:xfrm>
                <a:off x="4156728" y="4305344"/>
                <a:ext cx="172800" cy="261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4E6237-F43F-74C2-7528-BACFCF9D8C6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50608" y="4299224"/>
                  <a:ext cx="1850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A6C418-CE04-8CE4-AF30-9E1360A9C9E8}"/>
                    </a:ext>
                  </a:extLst>
                </p14:cNvPr>
                <p14:cNvContentPartPr/>
                <p14:nvPr/>
              </p14:nvContentPartPr>
              <p14:xfrm>
                <a:off x="4327008" y="4480304"/>
                <a:ext cx="69120" cy="99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A6C418-CE04-8CE4-AF30-9E1360A9C9E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20888" y="4474184"/>
                  <a:ext cx="81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7B26A92-87AD-590E-C1E8-090EB653B6A7}"/>
                    </a:ext>
                  </a:extLst>
                </p14:cNvPr>
                <p14:cNvContentPartPr/>
                <p14:nvPr/>
              </p14:nvContentPartPr>
              <p14:xfrm>
                <a:off x="4594848" y="4367264"/>
                <a:ext cx="127440" cy="42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7B26A92-87AD-590E-C1E8-090EB653B6A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588728" y="4361144"/>
                  <a:ext cx="139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494A9D3-7860-B990-41CA-A55AAE85C470}"/>
                    </a:ext>
                  </a:extLst>
                </p14:cNvPr>
                <p14:cNvContentPartPr/>
                <p14:nvPr/>
              </p14:nvContentPartPr>
              <p14:xfrm>
                <a:off x="4628688" y="4415864"/>
                <a:ext cx="136440" cy="51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494A9D3-7860-B990-41CA-A55AAE85C47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622568" y="4409744"/>
                  <a:ext cx="14868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82E31FD-50BD-7DD9-1846-05590B3C9516}"/>
              </a:ext>
            </a:extLst>
          </p:cNvPr>
          <p:cNvGrpSpPr/>
          <p:nvPr/>
        </p:nvGrpSpPr>
        <p:grpSpPr>
          <a:xfrm>
            <a:off x="5080488" y="4153424"/>
            <a:ext cx="1370520" cy="455040"/>
            <a:chOff x="5080488" y="4153424"/>
            <a:chExt cx="1370520" cy="45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CB94B0-CE51-EF95-625D-8A46B84256B8}"/>
                    </a:ext>
                  </a:extLst>
                </p14:cNvPr>
                <p14:cNvContentPartPr/>
                <p14:nvPr/>
              </p14:nvContentPartPr>
              <p14:xfrm>
                <a:off x="5080488" y="4244144"/>
                <a:ext cx="108000" cy="296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CB94B0-CE51-EF95-625D-8A46B84256B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74368" y="4238024"/>
                  <a:ext cx="1202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C97A27-324F-E7AF-ED49-429C1275247A}"/>
                    </a:ext>
                  </a:extLst>
                </p14:cNvPr>
                <p14:cNvContentPartPr/>
                <p14:nvPr/>
              </p14:nvContentPartPr>
              <p14:xfrm>
                <a:off x="5301168" y="4298504"/>
                <a:ext cx="91080" cy="186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C97A27-324F-E7AF-ED49-429C1275247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295048" y="4292384"/>
                  <a:ext cx="103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322652-4FA7-1DFD-9E4F-3239ACB395DC}"/>
                    </a:ext>
                  </a:extLst>
                </p14:cNvPr>
                <p14:cNvContentPartPr/>
                <p14:nvPr/>
              </p14:nvContentPartPr>
              <p14:xfrm>
                <a:off x="5318088" y="4351784"/>
                <a:ext cx="84600" cy="11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322652-4FA7-1DFD-9E4F-3239ACB395D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11968" y="4345664"/>
                  <a:ext cx="96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79235A8-351B-2BB2-07D8-9FEA5EEA3E99}"/>
                    </a:ext>
                  </a:extLst>
                </p14:cNvPr>
                <p14:cNvContentPartPr/>
                <p14:nvPr/>
              </p14:nvContentPartPr>
              <p14:xfrm>
                <a:off x="5581608" y="4249184"/>
                <a:ext cx="69120" cy="255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79235A8-351B-2BB2-07D8-9FEA5EEA3E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575488" y="4243064"/>
                  <a:ext cx="81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69A1261-597C-DFDC-23BA-625CF1AAF509}"/>
                    </a:ext>
                  </a:extLst>
                </p14:cNvPr>
                <p14:cNvContentPartPr/>
                <p14:nvPr/>
              </p14:nvContentPartPr>
              <p14:xfrm>
                <a:off x="5693208" y="4335224"/>
                <a:ext cx="88920" cy="13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69A1261-597C-DFDC-23BA-625CF1AAF50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687088" y="4329104"/>
                  <a:ext cx="101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1B97098-5641-0566-9636-0EAE2E5B3BB8}"/>
                    </a:ext>
                  </a:extLst>
                </p14:cNvPr>
                <p14:cNvContentPartPr/>
                <p14:nvPr/>
              </p14:nvContentPartPr>
              <p14:xfrm>
                <a:off x="5850528" y="4153424"/>
                <a:ext cx="106560" cy="273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1B97098-5641-0566-9636-0EAE2E5B3BB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844408" y="4147304"/>
                  <a:ext cx="1188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915D528-744E-38F3-E28D-D541BE65B50E}"/>
                    </a:ext>
                  </a:extLst>
                </p14:cNvPr>
                <p14:cNvContentPartPr/>
                <p14:nvPr/>
              </p14:nvContentPartPr>
              <p14:xfrm>
                <a:off x="6092808" y="4279064"/>
                <a:ext cx="191160" cy="20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915D528-744E-38F3-E28D-D541BE65B50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086688" y="4272944"/>
                  <a:ext cx="203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15F0940-A64A-875B-EEB2-0B382A818662}"/>
                    </a:ext>
                  </a:extLst>
                </p14:cNvPr>
                <p14:cNvContentPartPr/>
                <p14:nvPr/>
              </p14:nvContentPartPr>
              <p14:xfrm>
                <a:off x="6234288" y="4277264"/>
                <a:ext cx="65160" cy="319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15F0940-A64A-875B-EEB2-0B382A81866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228168" y="4271144"/>
                  <a:ext cx="774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E98224E-3D29-2B10-7064-9C513D211301}"/>
                    </a:ext>
                  </a:extLst>
                </p14:cNvPr>
                <p14:cNvContentPartPr/>
                <p14:nvPr/>
              </p14:nvContentPartPr>
              <p14:xfrm>
                <a:off x="6309168" y="4463384"/>
                <a:ext cx="141840" cy="145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E98224E-3D29-2B10-7064-9C513D21130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303048" y="4457264"/>
                  <a:ext cx="154080" cy="157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6411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256F-5615-A953-1518-B2EB368F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CBCC-FCBE-EF28-12FC-26B86AA19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</a:t>
            </a:r>
          </a:p>
          <a:p>
            <a:endParaRPr lang="en-US" dirty="0"/>
          </a:p>
          <a:p>
            <a:r>
              <a:rPr lang="en-US" dirty="0"/>
              <a:t>Decimal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C07EC0-41EA-96B6-1E96-99414F6C8F8A}"/>
                  </a:ext>
                </a:extLst>
              </p:cNvPr>
              <p:cNvSpPr txBox="1"/>
              <p:nvPr/>
            </p:nvSpPr>
            <p:spPr>
              <a:xfrm>
                <a:off x="2809374" y="1825625"/>
                <a:ext cx="2321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C07EC0-41EA-96B6-1E96-99414F6C8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374" y="1825625"/>
                <a:ext cx="232178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B25615-E4BC-5433-E530-7241AF12D8BE}"/>
                  </a:ext>
                </a:extLst>
              </p:cNvPr>
              <p:cNvSpPr txBox="1"/>
              <p:nvPr/>
            </p:nvSpPr>
            <p:spPr>
              <a:xfrm>
                <a:off x="3017866" y="2812313"/>
                <a:ext cx="55800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B25615-E4BC-5433-E530-7241AF12D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866" y="2812313"/>
                <a:ext cx="558005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E3941B0-8606-B99A-5B25-B0E5750932B2}"/>
              </a:ext>
            </a:extLst>
          </p:cNvPr>
          <p:cNvGrpSpPr/>
          <p:nvPr/>
        </p:nvGrpSpPr>
        <p:grpSpPr>
          <a:xfrm>
            <a:off x="1240472" y="3898915"/>
            <a:ext cx="1849320" cy="1154160"/>
            <a:chOff x="2784048" y="2371784"/>
            <a:chExt cx="1849320" cy="11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C7C68FF-2F9D-63E4-E8B4-F823E4538F69}"/>
                    </a:ext>
                  </a:extLst>
                </p14:cNvPr>
                <p14:cNvContentPartPr/>
                <p14:nvPr/>
              </p14:nvContentPartPr>
              <p14:xfrm>
                <a:off x="3320808" y="2486264"/>
                <a:ext cx="35280" cy="266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C7C68FF-2F9D-63E4-E8B4-F823E4538F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14688" y="2480144"/>
                  <a:ext cx="475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4F2FBF-A19E-FA17-0885-08B1DBBF0166}"/>
                    </a:ext>
                  </a:extLst>
                </p14:cNvPr>
                <p14:cNvContentPartPr/>
                <p14:nvPr/>
              </p14:nvContentPartPr>
              <p14:xfrm>
                <a:off x="3576408" y="2481584"/>
                <a:ext cx="38160" cy="236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4F2FBF-A19E-FA17-0885-08B1DBBF016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70288" y="2475464"/>
                  <a:ext cx="504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AA02EB-FBE3-924D-4545-7CB72B45A677}"/>
                    </a:ext>
                  </a:extLst>
                </p14:cNvPr>
                <p14:cNvContentPartPr/>
                <p14:nvPr/>
              </p14:nvContentPartPr>
              <p14:xfrm>
                <a:off x="3929208" y="2484104"/>
                <a:ext cx="147960" cy="154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AA02EB-FBE3-924D-4545-7CB72B45A6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23088" y="2477984"/>
                  <a:ext cx="160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50CAA0-1038-8A52-4CF2-F93C003BB3BB}"/>
                    </a:ext>
                  </a:extLst>
                </p14:cNvPr>
                <p14:cNvContentPartPr/>
                <p14:nvPr/>
              </p14:nvContentPartPr>
              <p14:xfrm>
                <a:off x="4307928" y="2371784"/>
                <a:ext cx="33120" cy="372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50CAA0-1038-8A52-4CF2-F93C003BB3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01808" y="2365664"/>
                  <a:ext cx="453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51D9C4-7ED1-49D0-7B72-274F637EBEE3}"/>
                    </a:ext>
                  </a:extLst>
                </p14:cNvPr>
                <p14:cNvContentPartPr/>
                <p14:nvPr/>
              </p14:nvContentPartPr>
              <p14:xfrm>
                <a:off x="2784048" y="3008264"/>
                <a:ext cx="19188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51D9C4-7ED1-49D0-7B72-274F637EBE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77928" y="3002144"/>
                  <a:ext cx="204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0E37224-4C78-79BE-45F6-8D8E72FF013D}"/>
                    </a:ext>
                  </a:extLst>
                </p14:cNvPr>
                <p14:cNvContentPartPr/>
                <p14:nvPr/>
              </p14:nvContentPartPr>
              <p14:xfrm>
                <a:off x="2887728" y="2885504"/>
                <a:ext cx="28440" cy="319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0E37224-4C78-79BE-45F6-8D8E72FF01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1608" y="2879384"/>
                  <a:ext cx="40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D99035-7674-E3CF-D37B-6C91730B12A3}"/>
                    </a:ext>
                  </a:extLst>
                </p14:cNvPr>
                <p14:cNvContentPartPr/>
                <p14:nvPr/>
              </p14:nvContentPartPr>
              <p14:xfrm>
                <a:off x="3335208" y="2935184"/>
                <a:ext cx="28080" cy="156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D99035-7674-E3CF-D37B-6C91730B12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29088" y="2929064"/>
                  <a:ext cx="40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6F29E2-8397-40B3-AEBF-D65490A1CE00}"/>
                    </a:ext>
                  </a:extLst>
                </p14:cNvPr>
                <p14:cNvContentPartPr/>
                <p14:nvPr/>
              </p14:nvContentPartPr>
              <p14:xfrm>
                <a:off x="3483168" y="2934824"/>
                <a:ext cx="115920" cy="128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6F29E2-8397-40B3-AEBF-D65490A1CE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77048" y="2928704"/>
                  <a:ext cx="128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2006ABE-4A76-7CE2-42F4-F0B7D030C772}"/>
                    </a:ext>
                  </a:extLst>
                </p14:cNvPr>
                <p14:cNvContentPartPr/>
                <p14:nvPr/>
              </p14:nvContentPartPr>
              <p14:xfrm>
                <a:off x="3983568" y="2881904"/>
                <a:ext cx="104400" cy="124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2006ABE-4A76-7CE2-42F4-F0B7D030C7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77448" y="2875784"/>
                  <a:ext cx="11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09C384-E86A-6A49-668C-E9D0992F15E5}"/>
                    </a:ext>
                  </a:extLst>
                </p14:cNvPr>
                <p14:cNvContentPartPr/>
                <p14:nvPr/>
              </p14:nvContentPartPr>
              <p14:xfrm>
                <a:off x="4241328" y="2800904"/>
                <a:ext cx="28440" cy="270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09C384-E86A-6A49-668C-E9D0992F15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35208" y="2794784"/>
                  <a:ext cx="40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DEE677-4FA2-C13F-01BA-D78137EADD8F}"/>
                    </a:ext>
                  </a:extLst>
                </p14:cNvPr>
                <p14:cNvContentPartPr/>
                <p14:nvPr/>
              </p14:nvContentPartPr>
              <p14:xfrm>
                <a:off x="2870088" y="3048224"/>
                <a:ext cx="1763280" cy="20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DEE677-4FA2-C13F-01BA-D78137EADD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63968" y="3042104"/>
                  <a:ext cx="1775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7E3739-AE37-A066-3637-9AAFACC34071}"/>
                    </a:ext>
                  </a:extLst>
                </p14:cNvPr>
                <p14:cNvContentPartPr/>
                <p14:nvPr/>
              </p14:nvContentPartPr>
              <p14:xfrm>
                <a:off x="4231248" y="3203744"/>
                <a:ext cx="132120" cy="17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7E3739-AE37-A066-3637-9AAFACC340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25128" y="3197624"/>
                  <a:ext cx="1443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8B8D8D-D045-1555-644E-58E3AD5DA60B}"/>
                    </a:ext>
                  </a:extLst>
                </p14:cNvPr>
                <p14:cNvContentPartPr/>
                <p14:nvPr/>
              </p14:nvContentPartPr>
              <p14:xfrm>
                <a:off x="4051968" y="3211664"/>
                <a:ext cx="27000" cy="171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8B8D8D-D045-1555-644E-58E3AD5DA6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45848" y="3205544"/>
                  <a:ext cx="39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3A716F-1563-A7F4-E034-F56A6C3D06CC}"/>
                    </a:ext>
                  </a:extLst>
                </p14:cNvPr>
                <p14:cNvContentPartPr/>
                <p14:nvPr/>
              </p14:nvContentPartPr>
              <p14:xfrm>
                <a:off x="3603048" y="3269624"/>
                <a:ext cx="14760" cy="166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3A716F-1563-A7F4-E034-F56A6C3D06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96928" y="3263504"/>
                  <a:ext cx="27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45DD43-1037-57A3-A463-E967FA1D5C4D}"/>
                    </a:ext>
                  </a:extLst>
                </p14:cNvPr>
                <p14:cNvContentPartPr/>
                <p14:nvPr/>
              </p14:nvContentPartPr>
              <p14:xfrm>
                <a:off x="3347448" y="3302384"/>
                <a:ext cx="82440" cy="121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45DD43-1037-57A3-A463-E967FA1D5C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41328" y="3296264"/>
                  <a:ext cx="94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967FD5-2BFA-8EE3-4D9E-645AA8A0EA1E}"/>
                    </a:ext>
                  </a:extLst>
                </p14:cNvPr>
                <p14:cNvContentPartPr/>
                <p14:nvPr/>
              </p14:nvContentPartPr>
              <p14:xfrm>
                <a:off x="3204528" y="3302024"/>
                <a:ext cx="20520" cy="223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967FD5-2BFA-8EE3-4D9E-645AA8A0EA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98408" y="3295904"/>
                  <a:ext cx="3276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2A2671-8ADD-5FBF-5418-95AFCD2344F1}"/>
              </a:ext>
            </a:extLst>
          </p:cNvPr>
          <p:cNvGrpSpPr/>
          <p:nvPr/>
        </p:nvGrpSpPr>
        <p:grpSpPr>
          <a:xfrm>
            <a:off x="3696724" y="3908198"/>
            <a:ext cx="467640" cy="217440"/>
            <a:chOff x="5000928" y="2423984"/>
            <a:chExt cx="46764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984CD41-2757-2262-3FEF-7D4F31A366EB}"/>
                    </a:ext>
                  </a:extLst>
                </p14:cNvPr>
                <p14:cNvContentPartPr/>
                <p14:nvPr/>
              </p14:nvContentPartPr>
              <p14:xfrm>
                <a:off x="5000928" y="2516864"/>
                <a:ext cx="262800" cy="25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984CD41-2757-2262-3FEF-7D4F31A366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94808" y="2510744"/>
                  <a:ext cx="275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9C448F-F5C6-4F17-189E-BB697EF41C76}"/>
                    </a:ext>
                  </a:extLst>
                </p14:cNvPr>
                <p14:cNvContentPartPr/>
                <p14:nvPr/>
              </p14:nvContentPartPr>
              <p14:xfrm>
                <a:off x="5264808" y="2423984"/>
                <a:ext cx="203760" cy="217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9C448F-F5C6-4F17-189E-BB697EF41C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58688" y="2417864"/>
                  <a:ext cx="21600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349328-1CB4-9B63-F465-B2FA9C8C0DFA}"/>
              </a:ext>
            </a:extLst>
          </p:cNvPr>
          <p:cNvGrpSpPr/>
          <p:nvPr/>
        </p:nvGrpSpPr>
        <p:grpSpPr>
          <a:xfrm>
            <a:off x="4441204" y="3800558"/>
            <a:ext cx="396720" cy="276480"/>
            <a:chOff x="5745408" y="2316344"/>
            <a:chExt cx="3967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548990-A1AC-3367-A039-850919C4F734}"/>
                    </a:ext>
                  </a:extLst>
                </p14:cNvPr>
                <p14:cNvContentPartPr/>
                <p14:nvPr/>
              </p14:nvContentPartPr>
              <p14:xfrm>
                <a:off x="5745408" y="2320304"/>
                <a:ext cx="23760" cy="250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548990-A1AC-3367-A039-850919C4F7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39288" y="2314184"/>
                  <a:ext cx="36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D4266B-92DF-C4DB-231F-2A77AC287742}"/>
                    </a:ext>
                  </a:extLst>
                </p14:cNvPr>
                <p14:cNvContentPartPr/>
                <p14:nvPr/>
              </p14:nvContentPartPr>
              <p14:xfrm>
                <a:off x="5949888" y="2411384"/>
                <a:ext cx="192240" cy="27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D4266B-92DF-C4DB-231F-2A77AC2877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43768" y="2405264"/>
                  <a:ext cx="204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40538A-9D75-1FC3-F6EE-4EB4C7983EE7}"/>
                    </a:ext>
                  </a:extLst>
                </p14:cNvPr>
                <p14:cNvContentPartPr/>
                <p14:nvPr/>
              </p14:nvContentPartPr>
              <p14:xfrm>
                <a:off x="6038448" y="2316344"/>
                <a:ext cx="23760" cy="276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40538A-9D75-1FC3-F6EE-4EB4C7983E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32328" y="2310224"/>
                  <a:ext cx="3600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0128DE2-D0EB-E541-E13C-B05DC23D0FEB}"/>
              </a:ext>
            </a:extLst>
          </p:cNvPr>
          <p:cNvGrpSpPr/>
          <p:nvPr/>
        </p:nvGrpSpPr>
        <p:grpSpPr>
          <a:xfrm>
            <a:off x="4971484" y="3761318"/>
            <a:ext cx="439200" cy="270000"/>
            <a:chOff x="6275688" y="2277104"/>
            <a:chExt cx="43920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7F4818-33AD-4E56-7BFF-B8BDE18E8F87}"/>
                    </a:ext>
                  </a:extLst>
                </p14:cNvPr>
                <p14:cNvContentPartPr/>
                <p14:nvPr/>
              </p14:nvContentPartPr>
              <p14:xfrm>
                <a:off x="6275688" y="2345144"/>
                <a:ext cx="128160" cy="174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7F4818-33AD-4E56-7BFF-B8BDE18E8F8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69568" y="2339024"/>
                  <a:ext cx="140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40E155-CC94-57C5-32A4-8AE51F2E7E44}"/>
                    </a:ext>
                  </a:extLst>
                </p14:cNvPr>
                <p14:cNvContentPartPr/>
                <p14:nvPr/>
              </p14:nvContentPartPr>
              <p14:xfrm>
                <a:off x="6490608" y="2331104"/>
                <a:ext cx="224280" cy="55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40E155-CC94-57C5-32A4-8AE51F2E7E4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84488" y="2324984"/>
                  <a:ext cx="236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EA8AD5-2CBF-18A8-1ACF-EFCC452E21FC}"/>
                    </a:ext>
                  </a:extLst>
                </p14:cNvPr>
                <p14:cNvContentPartPr/>
                <p14:nvPr/>
              </p14:nvContentPartPr>
              <p14:xfrm>
                <a:off x="6626328" y="2277104"/>
                <a:ext cx="27360" cy="270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EA8AD5-2CBF-18A8-1ACF-EFCC452E21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20208" y="2270984"/>
                  <a:ext cx="396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1E1DC3-B51C-97A0-CCB1-BB32A1848EE7}"/>
              </a:ext>
            </a:extLst>
          </p:cNvPr>
          <p:cNvGrpSpPr/>
          <p:nvPr/>
        </p:nvGrpSpPr>
        <p:grpSpPr>
          <a:xfrm>
            <a:off x="5574124" y="3723518"/>
            <a:ext cx="117360" cy="277200"/>
            <a:chOff x="6878328" y="2239304"/>
            <a:chExt cx="11736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3DA971-0A78-8404-8F5F-9006F6421610}"/>
                    </a:ext>
                  </a:extLst>
                </p14:cNvPr>
                <p14:cNvContentPartPr/>
                <p14:nvPr/>
              </p14:nvContentPartPr>
              <p14:xfrm>
                <a:off x="6878328" y="2239304"/>
                <a:ext cx="33480" cy="27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3DA971-0A78-8404-8F5F-9006F642161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72208" y="2233184"/>
                  <a:ext cx="45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DE8A82-7304-E63D-D66F-1E36F776E807}"/>
                    </a:ext>
                  </a:extLst>
                </p14:cNvPr>
                <p14:cNvContentPartPr/>
                <p14:nvPr/>
              </p14:nvContentPartPr>
              <p14:xfrm>
                <a:off x="6989568" y="2390144"/>
                <a:ext cx="6120" cy="10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DE8A82-7304-E63D-D66F-1E36F776E8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83448" y="2384024"/>
                  <a:ext cx="1836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248BC1-CE60-4548-F6F6-80053E2EFC5D}"/>
              </a:ext>
            </a:extLst>
          </p:cNvPr>
          <p:cNvGrpSpPr/>
          <p:nvPr/>
        </p:nvGrpSpPr>
        <p:grpSpPr>
          <a:xfrm>
            <a:off x="5851684" y="3638918"/>
            <a:ext cx="1258920" cy="347400"/>
            <a:chOff x="7155888" y="2154704"/>
            <a:chExt cx="125892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0FABD01-983D-A029-BAB6-052267AF2115}"/>
                    </a:ext>
                  </a:extLst>
                </p14:cNvPr>
                <p14:cNvContentPartPr/>
                <p14:nvPr/>
              </p14:nvContentPartPr>
              <p14:xfrm>
                <a:off x="7155888" y="2286464"/>
                <a:ext cx="122040" cy="16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0FABD01-983D-A029-BAB6-052267AF21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49768" y="2280344"/>
                  <a:ext cx="134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E486FDA-ECEB-A5DA-930E-BED1D57EC11D}"/>
                    </a:ext>
                  </a:extLst>
                </p14:cNvPr>
                <p14:cNvContentPartPr/>
                <p14:nvPr/>
              </p14:nvContentPartPr>
              <p14:xfrm>
                <a:off x="7341288" y="2184584"/>
                <a:ext cx="142560" cy="119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E486FDA-ECEB-A5DA-930E-BED1D57EC1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35168" y="2178464"/>
                  <a:ext cx="154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611256-9107-7F9D-8B96-7B10999A7A90}"/>
                    </a:ext>
                  </a:extLst>
                </p14:cNvPr>
                <p14:cNvContentPartPr/>
                <p14:nvPr/>
              </p14:nvContentPartPr>
              <p14:xfrm>
                <a:off x="7584288" y="2303384"/>
                <a:ext cx="192240" cy="39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611256-9107-7F9D-8B96-7B10999A7A9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78168" y="2297264"/>
                  <a:ext cx="204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6EA2205-AB8F-5E63-1C5D-4247680E23A9}"/>
                    </a:ext>
                  </a:extLst>
                </p14:cNvPr>
                <p14:cNvContentPartPr/>
                <p14:nvPr/>
              </p14:nvContentPartPr>
              <p14:xfrm>
                <a:off x="7663488" y="2250824"/>
                <a:ext cx="33480" cy="251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6EA2205-AB8F-5E63-1C5D-4247680E23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57368" y="2244704"/>
                  <a:ext cx="45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98EA4A-0C98-87B6-2B98-F88C1D2DA0F1}"/>
                    </a:ext>
                  </a:extLst>
                </p14:cNvPr>
                <p14:cNvContentPartPr/>
                <p14:nvPr/>
              </p14:nvContentPartPr>
              <p14:xfrm>
                <a:off x="7929528" y="2216264"/>
                <a:ext cx="35640" cy="239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98EA4A-0C98-87B6-2B98-F88C1D2DA0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23408" y="2210144"/>
                  <a:ext cx="478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650FDC-66D2-BF0F-FB39-3880165806D4}"/>
                    </a:ext>
                  </a:extLst>
                </p14:cNvPr>
                <p14:cNvContentPartPr/>
                <p14:nvPr/>
              </p14:nvContentPartPr>
              <p14:xfrm>
                <a:off x="8013768" y="2358464"/>
                <a:ext cx="12240" cy="11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650FDC-66D2-BF0F-FB39-3880165806D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07648" y="2352344"/>
                  <a:ext cx="24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F08924-A346-1A87-F1E3-078FD2A43031}"/>
                    </a:ext>
                  </a:extLst>
                </p14:cNvPr>
                <p14:cNvContentPartPr/>
                <p14:nvPr/>
              </p14:nvContentPartPr>
              <p14:xfrm>
                <a:off x="8137968" y="2280704"/>
                <a:ext cx="110520" cy="169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F08924-A346-1A87-F1E3-078FD2A430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31848" y="2274584"/>
                  <a:ext cx="122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0F2C422-683E-020A-930E-D540D5C9804A}"/>
                    </a:ext>
                  </a:extLst>
                </p14:cNvPr>
                <p14:cNvContentPartPr/>
                <p14:nvPr/>
              </p14:nvContentPartPr>
              <p14:xfrm>
                <a:off x="8253168" y="2154704"/>
                <a:ext cx="161640" cy="195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0F2C422-683E-020A-930E-D540D5C9804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47048" y="2148584"/>
                  <a:ext cx="17388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16DA0EF-04F7-7B6A-3545-51DBE8542174}"/>
              </a:ext>
            </a:extLst>
          </p:cNvPr>
          <p:cNvGrpSpPr/>
          <p:nvPr/>
        </p:nvGrpSpPr>
        <p:grpSpPr>
          <a:xfrm>
            <a:off x="7381684" y="3829358"/>
            <a:ext cx="213840" cy="96840"/>
            <a:chOff x="8685888" y="2345144"/>
            <a:chExt cx="213840" cy="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E05008-57D6-B62F-9261-C5DEDA2AE7D5}"/>
                    </a:ext>
                  </a:extLst>
                </p14:cNvPr>
                <p14:cNvContentPartPr/>
                <p14:nvPr/>
              </p14:nvContentPartPr>
              <p14:xfrm>
                <a:off x="8685888" y="2345144"/>
                <a:ext cx="144360" cy="3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E05008-57D6-B62F-9261-C5DEDA2AE7D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79768" y="2339024"/>
                  <a:ext cx="156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0C40B4-A3FC-4B98-4B5D-2CCB32003E32}"/>
                    </a:ext>
                  </a:extLst>
                </p14:cNvPr>
                <p14:cNvContentPartPr/>
                <p14:nvPr/>
              </p14:nvContentPartPr>
              <p14:xfrm>
                <a:off x="8734128" y="2418944"/>
                <a:ext cx="165600" cy="23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0C40B4-A3FC-4B98-4B5D-2CCB32003E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28008" y="2412824"/>
                  <a:ext cx="1778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16F788A-2AF7-2823-0DAE-104D6D51C495}"/>
              </a:ext>
            </a:extLst>
          </p:cNvPr>
          <p:cNvGrpSpPr/>
          <p:nvPr/>
        </p:nvGrpSpPr>
        <p:grpSpPr>
          <a:xfrm>
            <a:off x="7833484" y="3652598"/>
            <a:ext cx="1561320" cy="344880"/>
            <a:chOff x="9137688" y="2168384"/>
            <a:chExt cx="156132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397E97-0CA0-FF95-FCC9-7478EA3DD7F3}"/>
                    </a:ext>
                  </a:extLst>
                </p14:cNvPr>
                <p14:cNvContentPartPr/>
                <p14:nvPr/>
              </p14:nvContentPartPr>
              <p14:xfrm>
                <a:off x="9137688" y="2269904"/>
                <a:ext cx="14040" cy="19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397E97-0CA0-FF95-FCC9-7478EA3DD7F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31568" y="2263784"/>
                  <a:ext cx="26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18B9B3-87E4-0967-4E85-DDA55AD79F37}"/>
                    </a:ext>
                  </a:extLst>
                </p14:cNvPr>
                <p14:cNvContentPartPr/>
                <p14:nvPr/>
              </p14:nvContentPartPr>
              <p14:xfrm>
                <a:off x="9232728" y="2339024"/>
                <a:ext cx="150840" cy="2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18B9B3-87E4-0967-4E85-DDA55AD79F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26608" y="2332904"/>
                  <a:ext cx="163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07D9EA-8186-B0F9-61FB-F43D292232EA}"/>
                    </a:ext>
                  </a:extLst>
                </p14:cNvPr>
                <p14:cNvContentPartPr/>
                <p14:nvPr/>
              </p14:nvContentPartPr>
              <p14:xfrm>
                <a:off x="9306528" y="2258024"/>
                <a:ext cx="42480" cy="223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07D9EA-8186-B0F9-61FB-F43D292232E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00408" y="2251904"/>
                  <a:ext cx="54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B25C72-076C-88A3-2260-72290E129058}"/>
                    </a:ext>
                  </a:extLst>
                </p14:cNvPr>
                <p14:cNvContentPartPr/>
                <p14:nvPr/>
              </p14:nvContentPartPr>
              <p14:xfrm>
                <a:off x="9498768" y="2269544"/>
                <a:ext cx="215640" cy="145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B25C72-076C-88A3-2260-72290E1290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92648" y="2263424"/>
                  <a:ext cx="227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9B55BC-F1CE-1E72-659E-F1C64774AFDC}"/>
                    </a:ext>
                  </a:extLst>
                </p14:cNvPr>
                <p14:cNvContentPartPr/>
                <p14:nvPr/>
              </p14:nvContentPartPr>
              <p14:xfrm>
                <a:off x="9628368" y="2278544"/>
                <a:ext cx="33480" cy="191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9B55BC-F1CE-1E72-659E-F1C64774AFD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22248" y="2272424"/>
                  <a:ext cx="45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4D5C1B-1C6B-639D-3DC2-83C2188ED778}"/>
                    </a:ext>
                  </a:extLst>
                </p14:cNvPr>
                <p14:cNvContentPartPr/>
                <p14:nvPr/>
              </p14:nvContentPartPr>
              <p14:xfrm>
                <a:off x="9738528" y="2323184"/>
                <a:ext cx="162000" cy="38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4D5C1B-1C6B-639D-3DC2-83C2188ED77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32408" y="2317064"/>
                  <a:ext cx="174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B1BAD45-17DF-B14A-82BA-0A4A0009E1EE}"/>
                    </a:ext>
                  </a:extLst>
                </p14:cNvPr>
                <p14:cNvContentPartPr/>
                <p14:nvPr/>
              </p14:nvContentPartPr>
              <p14:xfrm>
                <a:off x="9809088" y="2262704"/>
                <a:ext cx="42840" cy="230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B1BAD45-17DF-B14A-82BA-0A4A0009E1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02968" y="2256584"/>
                  <a:ext cx="550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445517-FED6-5E60-F5EA-4244A1AD87C4}"/>
                    </a:ext>
                  </a:extLst>
                </p14:cNvPr>
                <p14:cNvContentPartPr/>
                <p14:nvPr/>
              </p14:nvContentPartPr>
              <p14:xfrm>
                <a:off x="9987288" y="2170904"/>
                <a:ext cx="141120" cy="286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445517-FED6-5E60-F5EA-4244A1AD87C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81168" y="2164784"/>
                  <a:ext cx="1533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9B25C9A-30DD-2B6C-9179-1D81982BB7B5}"/>
                    </a:ext>
                  </a:extLst>
                </p14:cNvPr>
                <p14:cNvContentPartPr/>
                <p14:nvPr/>
              </p14:nvContentPartPr>
              <p14:xfrm>
                <a:off x="10188168" y="2291504"/>
                <a:ext cx="110520" cy="8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9B25C9A-30DD-2B6C-9179-1D81982BB7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82048" y="2285384"/>
                  <a:ext cx="1227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5D074FB-9AE1-76BF-5107-BD9EDB114520}"/>
                    </a:ext>
                  </a:extLst>
                </p14:cNvPr>
                <p14:cNvContentPartPr/>
                <p14:nvPr/>
              </p14:nvContentPartPr>
              <p14:xfrm>
                <a:off x="10200768" y="2366384"/>
                <a:ext cx="122760" cy="19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5D074FB-9AE1-76BF-5107-BD9EDB11452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94648" y="2360264"/>
                  <a:ext cx="135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4203087-9799-EF3D-A3F3-F2EE18E6B521}"/>
                    </a:ext>
                  </a:extLst>
                </p14:cNvPr>
                <p14:cNvContentPartPr/>
                <p14:nvPr/>
              </p14:nvContentPartPr>
              <p14:xfrm>
                <a:off x="10449168" y="2236064"/>
                <a:ext cx="9360" cy="198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4203087-9799-EF3D-A3F3-F2EE18E6B5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43048" y="2229944"/>
                  <a:ext cx="21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4A928D-6E3B-3E43-B358-82F3DEAEC41B}"/>
                    </a:ext>
                  </a:extLst>
                </p14:cNvPr>
                <p14:cNvContentPartPr/>
                <p14:nvPr/>
              </p14:nvContentPartPr>
              <p14:xfrm>
                <a:off x="10548888" y="2168384"/>
                <a:ext cx="150120" cy="344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4A928D-6E3B-3E43-B358-82F3DEAEC4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42768" y="2162264"/>
                  <a:ext cx="16236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3A1521E-87B2-BF24-3E00-DB8B088A07FB}"/>
              </a:ext>
            </a:extLst>
          </p:cNvPr>
          <p:cNvGrpSpPr/>
          <p:nvPr/>
        </p:nvGrpSpPr>
        <p:grpSpPr>
          <a:xfrm>
            <a:off x="3633364" y="4363958"/>
            <a:ext cx="436680" cy="187560"/>
            <a:chOff x="4937568" y="2879744"/>
            <a:chExt cx="436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AE8EC6-97C7-6E81-2353-993B06B00F5A}"/>
                    </a:ext>
                  </a:extLst>
                </p14:cNvPr>
                <p14:cNvContentPartPr/>
                <p14:nvPr/>
              </p14:nvContentPartPr>
              <p14:xfrm>
                <a:off x="4937568" y="2944904"/>
                <a:ext cx="232920" cy="19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AE8EC6-97C7-6E81-2353-993B06B00F5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31448" y="2938784"/>
                  <a:ext cx="245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F35FC39-FDF6-DB1F-729E-5D0E4EC3975B}"/>
                    </a:ext>
                  </a:extLst>
                </p14:cNvPr>
                <p14:cNvContentPartPr/>
                <p14:nvPr/>
              </p14:nvContentPartPr>
              <p14:xfrm>
                <a:off x="5196408" y="2879744"/>
                <a:ext cx="177840" cy="187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F35FC39-FDF6-DB1F-729E-5D0E4EC3975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90288" y="2873624"/>
                  <a:ext cx="19008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6A8EEF7-456B-3C46-98B3-3BBF601E7532}"/>
                  </a:ext>
                </a:extLst>
              </p14:cNvPr>
              <p14:cNvContentPartPr/>
              <p14:nvPr/>
            </p14:nvContentPartPr>
            <p14:xfrm>
              <a:off x="4362364" y="4412558"/>
              <a:ext cx="27000" cy="235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6A8EEF7-456B-3C46-98B3-3BBF601E753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356244" y="4406438"/>
                <a:ext cx="392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08690DC-A0DB-32AA-C0BB-F7957B4B8D14}"/>
                  </a:ext>
                </a:extLst>
              </p14:cNvPr>
              <p14:cNvContentPartPr/>
              <p14:nvPr/>
            </p14:nvContentPartPr>
            <p14:xfrm>
              <a:off x="4465684" y="4542518"/>
              <a:ext cx="14040" cy="29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08690DC-A0DB-32AA-C0BB-F7957B4B8D1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459564" y="4536398"/>
                <a:ext cx="26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023CA86-5D65-CFA6-A6DD-437AE5C771FD}"/>
                  </a:ext>
                </a:extLst>
              </p14:cNvPr>
              <p14:cNvContentPartPr/>
              <p14:nvPr/>
            </p14:nvContentPartPr>
            <p14:xfrm>
              <a:off x="4608604" y="4478438"/>
              <a:ext cx="15480" cy="149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023CA86-5D65-CFA6-A6DD-437AE5C771F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602484" y="4472318"/>
                <a:ext cx="277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3A0BD0D-AD30-3563-3131-E9A48F620846}"/>
                  </a:ext>
                </a:extLst>
              </p14:cNvPr>
              <p14:cNvContentPartPr/>
              <p14:nvPr/>
            </p14:nvContentPartPr>
            <p14:xfrm>
              <a:off x="4791124" y="4509758"/>
              <a:ext cx="194760" cy="450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3A0BD0D-AD30-3563-3131-E9A48F62084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785004" y="4503638"/>
                <a:ext cx="2070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476F7B9-72EA-2694-838F-BEB1B74FFF7F}"/>
                  </a:ext>
                </a:extLst>
              </p14:cNvPr>
              <p14:cNvContentPartPr/>
              <p14:nvPr/>
            </p14:nvContentPartPr>
            <p14:xfrm>
              <a:off x="4902364" y="4434518"/>
              <a:ext cx="13320" cy="236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476F7B9-72EA-2694-838F-BEB1B74FFF7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896244" y="4428398"/>
                <a:ext cx="255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E2D8FF7-3FF1-E692-7907-0206E43A32AC}"/>
                  </a:ext>
                </a:extLst>
              </p14:cNvPr>
              <p14:cNvContentPartPr/>
              <p14:nvPr/>
            </p14:nvContentPartPr>
            <p14:xfrm>
              <a:off x="5100724" y="4483118"/>
              <a:ext cx="125280" cy="2030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E2D8FF7-3FF1-E692-7907-0206E43A32A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094604" y="4476998"/>
                <a:ext cx="13752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B9F78179-0B04-0B5B-5193-8DB64E33B629}"/>
              </a:ext>
            </a:extLst>
          </p:cNvPr>
          <p:cNvGrpSpPr/>
          <p:nvPr/>
        </p:nvGrpSpPr>
        <p:grpSpPr>
          <a:xfrm>
            <a:off x="5394124" y="4444238"/>
            <a:ext cx="451440" cy="249120"/>
            <a:chOff x="6698328" y="2960024"/>
            <a:chExt cx="45144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4487696-1BDE-D7C4-3683-BF2749E1BD84}"/>
                    </a:ext>
                  </a:extLst>
                </p14:cNvPr>
                <p14:cNvContentPartPr/>
                <p14:nvPr/>
              </p14:nvContentPartPr>
              <p14:xfrm>
                <a:off x="6698328" y="3020144"/>
                <a:ext cx="222120" cy="52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4487696-1BDE-D7C4-3683-BF2749E1BD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92208" y="3014024"/>
                  <a:ext cx="234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821E95F-707D-268B-8517-581022E32E13}"/>
                    </a:ext>
                  </a:extLst>
                </p14:cNvPr>
                <p14:cNvContentPartPr/>
                <p14:nvPr/>
              </p14:nvContentPartPr>
              <p14:xfrm>
                <a:off x="6805968" y="2960024"/>
                <a:ext cx="24480" cy="249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821E95F-707D-268B-8517-581022E32E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99848" y="2953904"/>
                  <a:ext cx="36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AFAA529-19F8-4BCB-4ADF-1F21F251D5F5}"/>
                    </a:ext>
                  </a:extLst>
                </p14:cNvPr>
                <p14:cNvContentPartPr/>
                <p14:nvPr/>
              </p14:nvContentPartPr>
              <p14:xfrm>
                <a:off x="7017288" y="2985584"/>
                <a:ext cx="132480" cy="171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FAA529-19F8-4BCB-4ADF-1F21F251D5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11168" y="2979464"/>
                  <a:ext cx="1447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7FA2786-6458-62DB-9E46-7C7E92715A9F}"/>
              </a:ext>
            </a:extLst>
          </p:cNvPr>
          <p:cNvGrpSpPr/>
          <p:nvPr/>
        </p:nvGrpSpPr>
        <p:grpSpPr>
          <a:xfrm>
            <a:off x="6036364" y="4409318"/>
            <a:ext cx="200160" cy="220320"/>
            <a:chOff x="7340568" y="2925104"/>
            <a:chExt cx="20016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CFCAEB7-0D4C-7AB6-B341-799072D22C49}"/>
                    </a:ext>
                  </a:extLst>
                </p14:cNvPr>
                <p14:cNvContentPartPr/>
                <p14:nvPr/>
              </p14:nvContentPartPr>
              <p14:xfrm>
                <a:off x="7340568" y="2966144"/>
                <a:ext cx="200160" cy="51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CFCAEB7-0D4C-7AB6-B341-799072D22C4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34448" y="2960024"/>
                  <a:ext cx="212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B16896-3240-933F-1054-6AAD9F938073}"/>
                    </a:ext>
                  </a:extLst>
                </p14:cNvPr>
                <p14:cNvContentPartPr/>
                <p14:nvPr/>
              </p14:nvContentPartPr>
              <p14:xfrm>
                <a:off x="7435248" y="2925104"/>
                <a:ext cx="23040" cy="220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B16896-3240-933F-1054-6AAD9F93807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29128" y="2918984"/>
                  <a:ext cx="3528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194470A-B86B-114F-9934-ADB8F6F93A2E}"/>
              </a:ext>
            </a:extLst>
          </p:cNvPr>
          <p:cNvGrpSpPr/>
          <p:nvPr/>
        </p:nvGrpSpPr>
        <p:grpSpPr>
          <a:xfrm>
            <a:off x="6414004" y="4384118"/>
            <a:ext cx="104400" cy="231480"/>
            <a:chOff x="7718208" y="2899904"/>
            <a:chExt cx="10440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91FD08D-767D-AF1C-CE38-DCB2C0D7DFE8}"/>
                    </a:ext>
                  </a:extLst>
                </p14:cNvPr>
                <p14:cNvContentPartPr/>
                <p14:nvPr/>
              </p14:nvContentPartPr>
              <p14:xfrm>
                <a:off x="7718208" y="2899904"/>
                <a:ext cx="21600" cy="231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91FD08D-767D-AF1C-CE38-DCB2C0D7DF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12088" y="2893784"/>
                  <a:ext cx="33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4B88E67-CD0B-DFA3-9604-BB8247EBB208}"/>
                    </a:ext>
                  </a:extLst>
                </p14:cNvPr>
                <p14:cNvContentPartPr/>
                <p14:nvPr/>
              </p14:nvContentPartPr>
              <p14:xfrm>
                <a:off x="7803528" y="3055784"/>
                <a:ext cx="19080" cy="11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4B88E67-CD0B-DFA3-9604-BB8247EBB2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97408" y="3049664"/>
                  <a:ext cx="313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E15F45F-0127-C13B-E4B5-82DD1421BA33}"/>
              </a:ext>
            </a:extLst>
          </p:cNvPr>
          <p:cNvGrpSpPr/>
          <p:nvPr/>
        </p:nvGrpSpPr>
        <p:grpSpPr>
          <a:xfrm>
            <a:off x="6681484" y="4255598"/>
            <a:ext cx="244080" cy="334080"/>
            <a:chOff x="7985688" y="2771384"/>
            <a:chExt cx="24408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CC19DC8-E9A9-3729-8440-3A008F6A38DB}"/>
                    </a:ext>
                  </a:extLst>
                </p14:cNvPr>
                <p14:cNvContentPartPr/>
                <p14:nvPr/>
              </p14:nvContentPartPr>
              <p14:xfrm>
                <a:off x="7985688" y="2963624"/>
                <a:ext cx="132840" cy="14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CC19DC8-E9A9-3729-8440-3A008F6A38D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79568" y="2957504"/>
                  <a:ext cx="145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B72E1AD-8829-23C2-F4C6-918F81D1CD44}"/>
                    </a:ext>
                  </a:extLst>
                </p14:cNvPr>
                <p14:cNvContentPartPr/>
                <p14:nvPr/>
              </p14:nvContentPartPr>
              <p14:xfrm>
                <a:off x="8123208" y="2771384"/>
                <a:ext cx="106560" cy="223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B72E1AD-8829-23C2-F4C6-918F81D1CD4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17088" y="2765264"/>
                  <a:ext cx="11880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23F2326-DC09-33AF-364F-462691FFB7A9}"/>
              </a:ext>
            </a:extLst>
          </p:cNvPr>
          <p:cNvGrpSpPr/>
          <p:nvPr/>
        </p:nvGrpSpPr>
        <p:grpSpPr>
          <a:xfrm>
            <a:off x="7083244" y="4431998"/>
            <a:ext cx="180720" cy="100080"/>
            <a:chOff x="8387448" y="2947784"/>
            <a:chExt cx="180720" cy="10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AC9AEB2-F938-5B3F-2ADF-87E872198FCD}"/>
                    </a:ext>
                  </a:extLst>
                </p14:cNvPr>
                <p14:cNvContentPartPr/>
                <p14:nvPr/>
              </p14:nvContentPartPr>
              <p14:xfrm>
                <a:off x="8387448" y="2947784"/>
                <a:ext cx="162000" cy="38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AC9AEB2-F938-5B3F-2ADF-87E872198F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81328" y="2941664"/>
                  <a:ext cx="174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DC1333A-92C3-129D-C094-A4CB3D806AC6}"/>
                    </a:ext>
                  </a:extLst>
                </p14:cNvPr>
                <p14:cNvContentPartPr/>
                <p14:nvPr/>
              </p14:nvContentPartPr>
              <p14:xfrm>
                <a:off x="8436408" y="3034544"/>
                <a:ext cx="131760" cy="13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DC1333A-92C3-129D-C094-A4CB3D806AC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30288" y="3028424"/>
                  <a:ext cx="1440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D595013-D614-2151-571F-F824410460E4}"/>
              </a:ext>
            </a:extLst>
          </p:cNvPr>
          <p:cNvGrpSpPr/>
          <p:nvPr/>
        </p:nvGrpSpPr>
        <p:grpSpPr>
          <a:xfrm>
            <a:off x="7481404" y="4382318"/>
            <a:ext cx="305640" cy="210600"/>
            <a:chOff x="8785608" y="2898104"/>
            <a:chExt cx="30564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B47974-B3A8-4D92-DB0F-83D91F5DA373}"/>
                    </a:ext>
                  </a:extLst>
                </p14:cNvPr>
                <p14:cNvContentPartPr/>
                <p14:nvPr/>
              </p14:nvContentPartPr>
              <p14:xfrm>
                <a:off x="8785608" y="2923664"/>
                <a:ext cx="32040" cy="142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B47974-B3A8-4D92-DB0F-83D91F5DA37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79488" y="2917544"/>
                  <a:ext cx="44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564AF9-9776-BCAC-2ABB-1BAAEAED1261}"/>
                    </a:ext>
                  </a:extLst>
                </p14:cNvPr>
                <p14:cNvContentPartPr/>
                <p14:nvPr/>
              </p14:nvContentPartPr>
              <p14:xfrm>
                <a:off x="8902968" y="2954264"/>
                <a:ext cx="188280" cy="45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564AF9-9776-BCAC-2ABB-1BAAEAED126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96848" y="2948144"/>
                  <a:ext cx="200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E05F2F4-7DA5-F396-3E73-2F9D8FF354C9}"/>
                    </a:ext>
                  </a:extLst>
                </p14:cNvPr>
                <p14:cNvContentPartPr/>
                <p14:nvPr/>
              </p14:nvContentPartPr>
              <p14:xfrm>
                <a:off x="9023568" y="2898104"/>
                <a:ext cx="19440" cy="21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E05F2F4-7DA5-F396-3E73-2F9D8FF354C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17448" y="2891984"/>
                  <a:ext cx="3168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5422FB6-9607-CBA0-958D-4B84E0D53980}"/>
              </a:ext>
            </a:extLst>
          </p:cNvPr>
          <p:cNvGrpSpPr/>
          <p:nvPr/>
        </p:nvGrpSpPr>
        <p:grpSpPr>
          <a:xfrm>
            <a:off x="7945444" y="4364318"/>
            <a:ext cx="460440" cy="210960"/>
            <a:chOff x="9249648" y="2880104"/>
            <a:chExt cx="46044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DFB0CB1-4D53-4621-715E-C4AF0D73FB82}"/>
                    </a:ext>
                  </a:extLst>
                </p14:cNvPr>
                <p14:cNvContentPartPr/>
                <p14:nvPr/>
              </p14:nvContentPartPr>
              <p14:xfrm>
                <a:off x="9249648" y="2880104"/>
                <a:ext cx="144360" cy="210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DFB0CB1-4D53-4621-715E-C4AF0D73FB8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43528" y="2873984"/>
                  <a:ext cx="156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DA60E7A-6D64-D7C8-A17F-6366175A7EE2}"/>
                    </a:ext>
                  </a:extLst>
                </p14:cNvPr>
                <p14:cNvContentPartPr/>
                <p14:nvPr/>
              </p14:nvContentPartPr>
              <p14:xfrm>
                <a:off x="9516768" y="2896304"/>
                <a:ext cx="150120" cy="28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DA60E7A-6D64-D7C8-A17F-6366175A7E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10648" y="2890184"/>
                  <a:ext cx="162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D49E22D-3EC7-83A0-0323-B1E4BAC1C598}"/>
                    </a:ext>
                  </a:extLst>
                </p14:cNvPr>
                <p14:cNvContentPartPr/>
                <p14:nvPr/>
              </p14:nvContentPartPr>
              <p14:xfrm>
                <a:off x="9565728" y="2953184"/>
                <a:ext cx="144360" cy="67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D49E22D-3EC7-83A0-0323-B1E4BAC1C5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59608" y="2947064"/>
                  <a:ext cx="15660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FA1E0C7-28F8-16C6-632E-1A8D438E7A42}"/>
                  </a:ext>
                </a:extLst>
              </p14:cNvPr>
              <p14:cNvContentPartPr/>
              <p14:nvPr/>
            </p14:nvContentPartPr>
            <p14:xfrm>
              <a:off x="8646004" y="4277918"/>
              <a:ext cx="115920" cy="3808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FA1E0C7-28F8-16C6-632E-1A8D438E7A4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639884" y="4271798"/>
                <a:ext cx="12816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A75DF7E-8935-724F-1A83-03A6A9641CC6}"/>
              </a:ext>
            </a:extLst>
          </p:cNvPr>
          <p:cNvGrpSpPr/>
          <p:nvPr/>
        </p:nvGrpSpPr>
        <p:grpSpPr>
          <a:xfrm>
            <a:off x="3645604" y="5176883"/>
            <a:ext cx="483840" cy="174240"/>
            <a:chOff x="4897968" y="4545464"/>
            <a:chExt cx="483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ABC69CA-DF9D-C4DD-E56C-AA3F4536096B}"/>
                    </a:ext>
                  </a:extLst>
                </p14:cNvPr>
                <p14:cNvContentPartPr/>
                <p14:nvPr/>
              </p14:nvContentPartPr>
              <p14:xfrm>
                <a:off x="4897968" y="4613144"/>
                <a:ext cx="303840" cy="44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ABC69CA-DF9D-C4DD-E56C-AA3F4536096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91848" y="4607024"/>
                  <a:ext cx="316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841D28-91FD-C958-B2FD-88C7EFAF6D73}"/>
                    </a:ext>
                  </a:extLst>
                </p14:cNvPr>
                <p14:cNvContentPartPr/>
                <p14:nvPr/>
              </p14:nvContentPartPr>
              <p14:xfrm>
                <a:off x="5180928" y="4545464"/>
                <a:ext cx="200880" cy="174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841D28-91FD-C958-B2FD-88C7EFAF6D7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74808" y="4539344"/>
                  <a:ext cx="213120" cy="18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76D693D-AA59-1CFE-09C1-9DE145B0D9CE}"/>
                  </a:ext>
                </a:extLst>
              </p14:cNvPr>
              <p14:cNvContentPartPr/>
              <p14:nvPr/>
            </p14:nvContentPartPr>
            <p14:xfrm>
              <a:off x="4412764" y="5113883"/>
              <a:ext cx="144720" cy="195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76D693D-AA59-1CFE-09C1-9DE145B0D9C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406644" y="5107763"/>
                <a:ext cx="15696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65D6B22-B9F3-8325-A030-F18778AD6417}"/>
              </a:ext>
            </a:extLst>
          </p:cNvPr>
          <p:cNvGrpSpPr/>
          <p:nvPr/>
        </p:nvGrpSpPr>
        <p:grpSpPr>
          <a:xfrm>
            <a:off x="4735324" y="5037923"/>
            <a:ext cx="227520" cy="315360"/>
            <a:chOff x="5987688" y="4406504"/>
            <a:chExt cx="2275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310EA9E-EB08-78BD-8579-DD08CA13B42F}"/>
                    </a:ext>
                  </a:extLst>
                </p14:cNvPr>
                <p14:cNvContentPartPr/>
                <p14:nvPr/>
              </p14:nvContentPartPr>
              <p14:xfrm>
                <a:off x="5987688" y="4508024"/>
                <a:ext cx="227520" cy="51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310EA9E-EB08-78BD-8579-DD08CA13B42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81568" y="4501904"/>
                  <a:ext cx="239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19306CF-B766-5497-C9D7-015B11A01CB6}"/>
                    </a:ext>
                  </a:extLst>
                </p14:cNvPr>
                <p14:cNvContentPartPr/>
                <p14:nvPr/>
              </p14:nvContentPartPr>
              <p14:xfrm>
                <a:off x="6104688" y="4406504"/>
                <a:ext cx="52920" cy="315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19306CF-B766-5497-C9D7-015B11A01CB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98568" y="4400384"/>
                  <a:ext cx="6516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B76CF80-4EDA-070B-6076-4070B80CCE5E}"/>
              </a:ext>
            </a:extLst>
          </p:cNvPr>
          <p:cNvGrpSpPr/>
          <p:nvPr/>
        </p:nvGrpSpPr>
        <p:grpSpPr>
          <a:xfrm>
            <a:off x="5228524" y="5057723"/>
            <a:ext cx="103320" cy="183600"/>
            <a:chOff x="6480888" y="4426304"/>
            <a:chExt cx="10332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28163E0-A874-EBDD-B1B1-3B2CE1F514AB}"/>
                    </a:ext>
                  </a:extLst>
                </p14:cNvPr>
                <p14:cNvContentPartPr/>
                <p14:nvPr/>
              </p14:nvContentPartPr>
              <p14:xfrm>
                <a:off x="6480888" y="4426304"/>
                <a:ext cx="24480" cy="183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28163E0-A874-EBDD-B1B1-3B2CE1F514A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74768" y="4420184"/>
                  <a:ext cx="36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F984E63-D41B-8D7D-D048-EADB32F6591D}"/>
                    </a:ext>
                  </a:extLst>
                </p14:cNvPr>
                <p14:cNvContentPartPr/>
                <p14:nvPr/>
              </p14:nvContentPartPr>
              <p14:xfrm>
                <a:off x="6564408" y="4550864"/>
                <a:ext cx="19800" cy="16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F984E63-D41B-8D7D-D048-EADB32F6591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58288" y="4544744"/>
                  <a:ext cx="320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DEC6C57-EDD0-61EC-C8C7-3452BB1C13E9}"/>
              </a:ext>
            </a:extLst>
          </p:cNvPr>
          <p:cNvGrpSpPr/>
          <p:nvPr/>
        </p:nvGrpSpPr>
        <p:grpSpPr>
          <a:xfrm>
            <a:off x="5483764" y="4974563"/>
            <a:ext cx="200160" cy="271080"/>
            <a:chOff x="6736128" y="4343144"/>
            <a:chExt cx="20016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1437329-E319-8829-5845-C07807B16BDA}"/>
                    </a:ext>
                  </a:extLst>
                </p14:cNvPr>
                <p14:cNvContentPartPr/>
                <p14:nvPr/>
              </p14:nvContentPartPr>
              <p14:xfrm>
                <a:off x="6736128" y="4453304"/>
                <a:ext cx="152280" cy="160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1437329-E319-8829-5845-C07807B16BD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30008" y="4447184"/>
                  <a:ext cx="164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4014BB9-D664-4EEB-E26E-EEF3AFD0C25C}"/>
                    </a:ext>
                  </a:extLst>
                </p14:cNvPr>
                <p14:cNvContentPartPr/>
                <p14:nvPr/>
              </p14:nvContentPartPr>
              <p14:xfrm>
                <a:off x="6914328" y="4343144"/>
                <a:ext cx="21960" cy="109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4014BB9-D664-4EEB-E26E-EEF3AFD0C25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08208" y="4337024"/>
                  <a:ext cx="342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A21CA61-C334-74D8-C3A1-AF19163044AE}"/>
              </a:ext>
            </a:extLst>
          </p:cNvPr>
          <p:cNvGrpSpPr/>
          <p:nvPr/>
        </p:nvGrpSpPr>
        <p:grpSpPr>
          <a:xfrm>
            <a:off x="5862484" y="5028203"/>
            <a:ext cx="358200" cy="221760"/>
            <a:chOff x="7114848" y="4396784"/>
            <a:chExt cx="35820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D665959-F067-315A-EACE-CCC50BA1A60E}"/>
                    </a:ext>
                  </a:extLst>
                </p14:cNvPr>
                <p14:cNvContentPartPr/>
                <p14:nvPr/>
              </p14:nvContentPartPr>
              <p14:xfrm>
                <a:off x="7114848" y="4471664"/>
                <a:ext cx="166680" cy="29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D665959-F067-315A-EACE-CCC50BA1A60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08728" y="4465544"/>
                  <a:ext cx="178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4B4344F-BCE8-FB34-84B3-2036F7C7D149}"/>
                    </a:ext>
                  </a:extLst>
                </p14:cNvPr>
                <p14:cNvContentPartPr/>
                <p14:nvPr/>
              </p14:nvContentPartPr>
              <p14:xfrm>
                <a:off x="7205568" y="4396784"/>
                <a:ext cx="35640" cy="221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4B4344F-BCE8-FB34-84B3-2036F7C7D1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99448" y="4390664"/>
                  <a:ext cx="47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3094494-30EA-69D1-AE2C-1B1CCF445862}"/>
                    </a:ext>
                  </a:extLst>
                </p14:cNvPr>
                <p14:cNvContentPartPr/>
                <p14:nvPr/>
              </p14:nvContentPartPr>
              <p14:xfrm>
                <a:off x="7371528" y="4408664"/>
                <a:ext cx="28800" cy="205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3094494-30EA-69D1-AE2C-1B1CCF44586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65408" y="4402544"/>
                  <a:ext cx="41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5DA6965-C469-F3FC-711A-56EAB9C55253}"/>
                    </a:ext>
                  </a:extLst>
                </p14:cNvPr>
                <p14:cNvContentPartPr/>
                <p14:nvPr/>
              </p14:nvContentPartPr>
              <p14:xfrm>
                <a:off x="7468008" y="4515224"/>
                <a:ext cx="5040" cy="16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5DA6965-C469-F3FC-711A-56EAB9C5525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61888" y="4509104"/>
                  <a:ext cx="172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7D520EB-4A55-B77C-1015-BC4B5686CD0E}"/>
              </a:ext>
            </a:extLst>
          </p:cNvPr>
          <p:cNvGrpSpPr/>
          <p:nvPr/>
        </p:nvGrpSpPr>
        <p:grpSpPr>
          <a:xfrm>
            <a:off x="6420124" y="4945043"/>
            <a:ext cx="297000" cy="296280"/>
            <a:chOff x="7672488" y="4313624"/>
            <a:chExt cx="29700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FCA10A1-D736-9E95-F592-ADD27BFE84DD}"/>
                    </a:ext>
                  </a:extLst>
                </p14:cNvPr>
                <p14:cNvContentPartPr/>
                <p14:nvPr/>
              </p14:nvContentPartPr>
              <p14:xfrm>
                <a:off x="7672488" y="4434584"/>
                <a:ext cx="141480" cy="175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FCA10A1-D736-9E95-F592-ADD27BFE84D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66368" y="4428464"/>
                  <a:ext cx="153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79150CE-FBC1-6344-E021-73300814E01B}"/>
                    </a:ext>
                  </a:extLst>
                </p14:cNvPr>
                <p14:cNvContentPartPr/>
                <p14:nvPr/>
              </p14:nvContentPartPr>
              <p14:xfrm>
                <a:off x="7864728" y="4313624"/>
                <a:ext cx="104760" cy="109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79150CE-FBC1-6344-E021-73300814E01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58608" y="4307504"/>
                  <a:ext cx="1170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D1D152F-675D-0213-FFEE-117C88E954E8}"/>
              </a:ext>
            </a:extLst>
          </p:cNvPr>
          <p:cNvGrpSpPr/>
          <p:nvPr/>
        </p:nvGrpSpPr>
        <p:grpSpPr>
          <a:xfrm>
            <a:off x="6861844" y="5022083"/>
            <a:ext cx="189720" cy="207360"/>
            <a:chOff x="8114208" y="4390664"/>
            <a:chExt cx="1897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6412BF4-4F2B-E315-AF6A-CC41972F54CF}"/>
                    </a:ext>
                  </a:extLst>
                </p14:cNvPr>
                <p14:cNvContentPartPr/>
                <p14:nvPr/>
              </p14:nvContentPartPr>
              <p14:xfrm>
                <a:off x="8114208" y="4449344"/>
                <a:ext cx="189720" cy="45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6412BF4-4F2B-E315-AF6A-CC41972F54C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08088" y="4443224"/>
                  <a:ext cx="201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4507324-F496-AB9B-1A6A-8D9B1778B93A}"/>
                    </a:ext>
                  </a:extLst>
                </p14:cNvPr>
                <p14:cNvContentPartPr/>
                <p14:nvPr/>
              </p14:nvContentPartPr>
              <p14:xfrm>
                <a:off x="8199528" y="4390664"/>
                <a:ext cx="32040" cy="207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4507324-F496-AB9B-1A6A-8D9B1778B9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93408" y="4384544"/>
                  <a:ext cx="442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828662C-28FD-957E-2250-15EB4920EF42}"/>
              </a:ext>
            </a:extLst>
          </p:cNvPr>
          <p:cNvGrpSpPr/>
          <p:nvPr/>
        </p:nvGrpSpPr>
        <p:grpSpPr>
          <a:xfrm>
            <a:off x="7200964" y="4877003"/>
            <a:ext cx="997200" cy="324360"/>
            <a:chOff x="8453328" y="4245584"/>
            <a:chExt cx="99720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4150979-B2FB-660D-07B2-9648BDAFCDF3}"/>
                    </a:ext>
                  </a:extLst>
                </p14:cNvPr>
                <p14:cNvContentPartPr/>
                <p14:nvPr/>
              </p14:nvContentPartPr>
              <p14:xfrm>
                <a:off x="8453328" y="4361864"/>
                <a:ext cx="91080" cy="147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4150979-B2FB-660D-07B2-9648BDAFCDF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47208" y="4355744"/>
                  <a:ext cx="103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B94357F-0558-4097-4117-7EDBF5A1A53E}"/>
                    </a:ext>
                  </a:extLst>
                </p14:cNvPr>
                <p14:cNvContentPartPr/>
                <p14:nvPr/>
              </p14:nvContentPartPr>
              <p14:xfrm>
                <a:off x="8615328" y="4484264"/>
                <a:ext cx="15840" cy="10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B94357F-0558-4097-4117-7EDBF5A1A5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09208" y="4478144"/>
                  <a:ext cx="28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8CB71F2-1C6D-E013-3571-1003AEB02EA7}"/>
                    </a:ext>
                  </a:extLst>
                </p14:cNvPr>
                <p14:cNvContentPartPr/>
                <p14:nvPr/>
              </p14:nvContentPartPr>
              <p14:xfrm>
                <a:off x="8705688" y="4395344"/>
                <a:ext cx="144360" cy="174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8CB71F2-1C6D-E013-3571-1003AEB02EA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99568" y="4389224"/>
                  <a:ext cx="156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D403FD5-550A-03AC-F4E9-02430352D6B2}"/>
                    </a:ext>
                  </a:extLst>
                </p14:cNvPr>
                <p14:cNvContentPartPr/>
                <p14:nvPr/>
              </p14:nvContentPartPr>
              <p14:xfrm>
                <a:off x="8905488" y="4245584"/>
                <a:ext cx="90360" cy="195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D403FD5-550A-03AC-F4E9-02430352D6B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99368" y="4239464"/>
                  <a:ext cx="102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5C6DF79-92C3-FF61-3D07-D85DB5C11526}"/>
                    </a:ext>
                  </a:extLst>
                </p14:cNvPr>
                <p14:cNvContentPartPr/>
                <p14:nvPr/>
              </p14:nvContentPartPr>
              <p14:xfrm>
                <a:off x="9035808" y="4428104"/>
                <a:ext cx="200520" cy="46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5C6DF79-92C3-FF61-3D07-D85DB5C1152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29688" y="4421984"/>
                  <a:ext cx="212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C6345B7-B712-4DAA-91BC-C9EC894FE11E}"/>
                    </a:ext>
                  </a:extLst>
                </p14:cNvPr>
                <p14:cNvContentPartPr/>
                <p14:nvPr/>
              </p14:nvContentPartPr>
              <p14:xfrm>
                <a:off x="9138768" y="4338824"/>
                <a:ext cx="42840" cy="204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C6345B7-B712-4DAA-91BC-C9EC894FE11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32648" y="4332704"/>
                  <a:ext cx="55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F18E1E0-AB7F-7E3F-4488-0952708C9309}"/>
                    </a:ext>
                  </a:extLst>
                </p14:cNvPr>
                <p14:cNvContentPartPr/>
                <p14:nvPr/>
              </p14:nvContentPartPr>
              <p14:xfrm>
                <a:off x="9353328" y="4335944"/>
                <a:ext cx="16560" cy="202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F18E1E0-AB7F-7E3F-4488-0952708C930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47208" y="4329824"/>
                  <a:ext cx="28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4412353-7079-75DA-70E1-9142A72E5A1D}"/>
                    </a:ext>
                  </a:extLst>
                </p14:cNvPr>
                <p14:cNvContentPartPr/>
                <p14:nvPr/>
              </p14:nvContentPartPr>
              <p14:xfrm>
                <a:off x="9437928" y="4487144"/>
                <a:ext cx="12600" cy="19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4412353-7079-75DA-70E1-9142A72E5A1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31808" y="4481024"/>
                  <a:ext cx="2484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2EAB5B4-6847-BFE2-7CBD-8454BE57B9A2}"/>
              </a:ext>
            </a:extLst>
          </p:cNvPr>
          <p:cNvGrpSpPr/>
          <p:nvPr/>
        </p:nvGrpSpPr>
        <p:grpSpPr>
          <a:xfrm>
            <a:off x="8334604" y="4868003"/>
            <a:ext cx="427320" cy="320760"/>
            <a:chOff x="9586968" y="4236584"/>
            <a:chExt cx="42732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6D8E13F-3928-A0A6-4625-4ED11B524BCA}"/>
                    </a:ext>
                  </a:extLst>
                </p14:cNvPr>
                <p14:cNvContentPartPr/>
                <p14:nvPr/>
              </p14:nvContentPartPr>
              <p14:xfrm>
                <a:off x="9586968" y="4400744"/>
                <a:ext cx="180720" cy="156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6D8E13F-3928-A0A6-4625-4ED11B524B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80848" y="4394624"/>
                  <a:ext cx="192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DC9C303-71C3-FEBE-BF4B-399DADAB196B}"/>
                    </a:ext>
                  </a:extLst>
                </p14:cNvPr>
                <p14:cNvContentPartPr/>
                <p14:nvPr/>
              </p14:nvContentPartPr>
              <p14:xfrm>
                <a:off x="9806928" y="4261784"/>
                <a:ext cx="207360" cy="123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DC9C303-71C3-FEBE-BF4B-399DADAB196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00808" y="4255664"/>
                  <a:ext cx="219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083A28F-B4FD-C40D-AFF3-2832F204DA7E}"/>
                    </a:ext>
                  </a:extLst>
                </p14:cNvPr>
                <p14:cNvContentPartPr/>
                <p14:nvPr/>
              </p14:nvContentPartPr>
              <p14:xfrm>
                <a:off x="9888648" y="4236584"/>
                <a:ext cx="92520" cy="248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083A28F-B4FD-C40D-AFF3-2832F204DA7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82528" y="4230464"/>
                  <a:ext cx="10476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8855339-A59D-DD1B-792B-4DD987399C4A}"/>
                  </a:ext>
                </a:extLst>
              </p14:cNvPr>
              <p14:cNvContentPartPr/>
              <p14:nvPr/>
            </p14:nvContentPartPr>
            <p14:xfrm>
              <a:off x="4150684" y="5895803"/>
              <a:ext cx="164520" cy="136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8855339-A59D-DD1B-792B-4DD987399C4A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144564" y="5889683"/>
                <a:ext cx="1767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BA4A2BE-2F9B-D2C7-FFC9-F889BAA44EB5}"/>
                  </a:ext>
                </a:extLst>
              </p14:cNvPr>
              <p14:cNvContentPartPr/>
              <p14:nvPr/>
            </p14:nvContentPartPr>
            <p14:xfrm>
              <a:off x="4176244" y="6007403"/>
              <a:ext cx="174960" cy="252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BA4A2BE-2F9B-D2C7-FFC9-F889BAA44EB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170124" y="6001283"/>
                <a:ext cx="1872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729EEBE-F887-9695-E073-9B39847EBFB1}"/>
              </a:ext>
            </a:extLst>
          </p:cNvPr>
          <p:cNvGrpSpPr/>
          <p:nvPr/>
        </p:nvGrpSpPr>
        <p:grpSpPr>
          <a:xfrm>
            <a:off x="4548484" y="5753963"/>
            <a:ext cx="874080" cy="319680"/>
            <a:chOff x="5800848" y="5122544"/>
            <a:chExt cx="87408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2817F6E-03A9-D7C5-9E6C-CA1FFD07ACAD}"/>
                    </a:ext>
                  </a:extLst>
                </p14:cNvPr>
                <p14:cNvContentPartPr/>
                <p14:nvPr/>
              </p14:nvContentPartPr>
              <p14:xfrm>
                <a:off x="5800848" y="5195624"/>
                <a:ext cx="192240" cy="214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2817F6E-03A9-D7C5-9E6C-CA1FFD07ACA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94728" y="5189504"/>
                  <a:ext cx="204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8D675B2-49F7-F8DD-D3CC-9A5F5DAC8725}"/>
                    </a:ext>
                  </a:extLst>
                </p14:cNvPr>
                <p14:cNvContentPartPr/>
                <p14:nvPr/>
              </p14:nvContentPartPr>
              <p14:xfrm>
                <a:off x="6034488" y="5260784"/>
                <a:ext cx="202320" cy="83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8D675B2-49F7-F8DD-D3CC-9A5F5DAC872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028368" y="5254664"/>
                  <a:ext cx="214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AF3A604-2EC5-1F08-38AC-2975EE5313AB}"/>
                    </a:ext>
                  </a:extLst>
                </p14:cNvPr>
                <p14:cNvContentPartPr/>
                <p14:nvPr/>
              </p14:nvContentPartPr>
              <p14:xfrm>
                <a:off x="6147168" y="5177984"/>
                <a:ext cx="27720" cy="264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AF3A604-2EC5-1F08-38AC-2975EE5313A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41048" y="5171864"/>
                  <a:ext cx="39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6AC6B38-982A-601C-9D91-5FE403CB629A}"/>
                    </a:ext>
                  </a:extLst>
                </p14:cNvPr>
                <p14:cNvContentPartPr/>
                <p14:nvPr/>
              </p14:nvContentPartPr>
              <p14:xfrm>
                <a:off x="6357408" y="5147744"/>
                <a:ext cx="317520" cy="176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6AC6B38-982A-601C-9D91-5FE403CB629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1288" y="5141624"/>
                  <a:ext cx="329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54CAED3-221F-A416-D357-C6BDDD353107}"/>
                    </a:ext>
                  </a:extLst>
                </p14:cNvPr>
                <p14:cNvContentPartPr/>
                <p14:nvPr/>
              </p14:nvContentPartPr>
              <p14:xfrm>
                <a:off x="6534888" y="5122544"/>
                <a:ext cx="34200" cy="315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54CAED3-221F-A416-D357-C6BDDD35310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28768" y="5116424"/>
                  <a:ext cx="4644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B084F76-A725-E552-B313-A4BFE6981D14}"/>
              </a:ext>
            </a:extLst>
          </p:cNvPr>
          <p:cNvGrpSpPr/>
          <p:nvPr/>
        </p:nvGrpSpPr>
        <p:grpSpPr>
          <a:xfrm>
            <a:off x="5648284" y="5721923"/>
            <a:ext cx="182880" cy="339480"/>
            <a:chOff x="6900648" y="5090504"/>
            <a:chExt cx="18288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04E0355-13E1-86FA-AAC1-F96728257984}"/>
                    </a:ext>
                  </a:extLst>
                </p14:cNvPr>
                <p14:cNvContentPartPr/>
                <p14:nvPr/>
              </p14:nvContentPartPr>
              <p14:xfrm>
                <a:off x="6900648" y="5250344"/>
                <a:ext cx="182880" cy="18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04E0355-13E1-86FA-AAC1-F9672825798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94528" y="5244224"/>
                  <a:ext cx="195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E7DD247-2382-D386-EBBB-AE635C205D7B}"/>
                    </a:ext>
                  </a:extLst>
                </p14:cNvPr>
                <p14:cNvContentPartPr/>
                <p14:nvPr/>
              </p14:nvContentPartPr>
              <p14:xfrm>
                <a:off x="6963648" y="5090504"/>
                <a:ext cx="20520" cy="339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E7DD247-2382-D386-EBBB-AE635C205D7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57528" y="5084384"/>
                  <a:ext cx="32760" cy="35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F470F47-7AE9-322A-402A-E55BA3EFED36}"/>
              </a:ext>
            </a:extLst>
          </p:cNvPr>
          <p:cNvGrpSpPr/>
          <p:nvPr/>
        </p:nvGrpSpPr>
        <p:grpSpPr>
          <a:xfrm>
            <a:off x="5922604" y="5684483"/>
            <a:ext cx="290160" cy="324720"/>
            <a:chOff x="7174968" y="5053064"/>
            <a:chExt cx="29016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BE6C85B-0EC9-0BED-7AAF-761AAAC39914}"/>
                    </a:ext>
                  </a:extLst>
                </p14:cNvPr>
                <p14:cNvContentPartPr/>
                <p14:nvPr/>
              </p14:nvContentPartPr>
              <p14:xfrm>
                <a:off x="7174968" y="5171144"/>
                <a:ext cx="61200" cy="202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BE6C85B-0EC9-0BED-7AAF-761AAAC3991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68848" y="5165024"/>
                  <a:ext cx="73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2B463D3-3424-DFC0-EEF8-1A90E0DA2A52}"/>
                    </a:ext>
                  </a:extLst>
                </p14:cNvPr>
                <p14:cNvContentPartPr/>
                <p14:nvPr/>
              </p14:nvContentPartPr>
              <p14:xfrm>
                <a:off x="7349568" y="5053064"/>
                <a:ext cx="115560" cy="324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2B463D3-3424-DFC0-EEF8-1A90E0DA2A5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343448" y="5046944"/>
                  <a:ext cx="12780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4B390D5-3458-5D6D-F7AC-1D5C5FC38B20}"/>
              </a:ext>
            </a:extLst>
          </p:cNvPr>
          <p:cNvGrpSpPr/>
          <p:nvPr/>
        </p:nvGrpSpPr>
        <p:grpSpPr>
          <a:xfrm>
            <a:off x="4276684" y="6387203"/>
            <a:ext cx="961920" cy="248400"/>
            <a:chOff x="5529048" y="5755784"/>
            <a:chExt cx="9619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5AC42DE-466D-62B9-BAB6-17B5E8493DF6}"/>
                    </a:ext>
                  </a:extLst>
                </p14:cNvPr>
                <p14:cNvContentPartPr/>
                <p14:nvPr/>
              </p14:nvContentPartPr>
              <p14:xfrm>
                <a:off x="5529048" y="5912024"/>
                <a:ext cx="182520" cy="12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5AC42DE-466D-62B9-BAB6-17B5E8493DF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522928" y="5905904"/>
                  <a:ext cx="194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9201E58-6F7F-3189-2C1E-AB364A574911}"/>
                    </a:ext>
                  </a:extLst>
                </p14:cNvPr>
                <p14:cNvContentPartPr/>
                <p14:nvPr/>
              </p14:nvContentPartPr>
              <p14:xfrm>
                <a:off x="5557488" y="5966384"/>
                <a:ext cx="185760" cy="37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9201E58-6F7F-3189-2C1E-AB364A57491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51368" y="5960264"/>
                  <a:ext cx="198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520FB2-7A86-F579-EE82-788EA424FD38}"/>
                    </a:ext>
                  </a:extLst>
                </p14:cNvPr>
                <p14:cNvContentPartPr/>
                <p14:nvPr/>
              </p14:nvContentPartPr>
              <p14:xfrm>
                <a:off x="5883288" y="5755784"/>
                <a:ext cx="199440" cy="198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520FB2-7A86-F579-EE82-788EA424FD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77168" y="5749664"/>
                  <a:ext cx="211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1219F63-AE1D-BC10-CFE6-9EE39EE7A981}"/>
                    </a:ext>
                  </a:extLst>
                </p14:cNvPr>
                <p14:cNvContentPartPr/>
                <p14:nvPr/>
              </p14:nvContentPartPr>
              <p14:xfrm>
                <a:off x="6238608" y="5766944"/>
                <a:ext cx="252360" cy="206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1219F63-AE1D-BC10-CFE6-9EE39EE7A98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32488" y="5760824"/>
                  <a:ext cx="26460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6A5E066-E5A4-17E6-AB6A-F5A4B36576A2}"/>
              </a:ext>
            </a:extLst>
          </p:cNvPr>
          <p:cNvGrpSpPr/>
          <p:nvPr/>
        </p:nvGrpSpPr>
        <p:grpSpPr>
          <a:xfrm>
            <a:off x="6456408" y="673664"/>
            <a:ext cx="602640" cy="421200"/>
            <a:chOff x="6456408" y="673664"/>
            <a:chExt cx="60264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D6FDF49-1724-4F33-EF5C-15DA2BCCFA57}"/>
                    </a:ext>
                  </a:extLst>
                </p14:cNvPr>
                <p14:cNvContentPartPr/>
                <p14:nvPr/>
              </p14:nvContentPartPr>
              <p14:xfrm>
                <a:off x="6456408" y="695984"/>
                <a:ext cx="38880" cy="214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D6FDF49-1724-4F33-EF5C-15DA2BCCFA5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50288" y="689864"/>
                  <a:ext cx="51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1CB71D8-FDFA-CCE5-F1AD-016BCB025FF2}"/>
                    </a:ext>
                  </a:extLst>
                </p14:cNvPr>
                <p14:cNvContentPartPr/>
                <p14:nvPr/>
              </p14:nvContentPartPr>
              <p14:xfrm>
                <a:off x="6541008" y="751424"/>
                <a:ext cx="38880" cy="67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1CB71D8-FDFA-CCE5-F1AD-016BCB025FF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34888" y="745304"/>
                  <a:ext cx="51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044AF71-3AB5-A80F-ABBC-2AA0D3891CED}"/>
                    </a:ext>
                  </a:extLst>
                </p14:cNvPr>
                <p14:cNvContentPartPr/>
                <p14:nvPr/>
              </p14:nvContentPartPr>
              <p14:xfrm>
                <a:off x="6639648" y="809024"/>
                <a:ext cx="24120" cy="218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044AF71-3AB5-A80F-ABBC-2AA0D3891C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633528" y="802904"/>
                  <a:ext cx="36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5956363-7488-A901-327E-104EF1000C34}"/>
                    </a:ext>
                  </a:extLst>
                </p14:cNvPr>
                <p14:cNvContentPartPr/>
                <p14:nvPr/>
              </p14:nvContentPartPr>
              <p14:xfrm>
                <a:off x="6734688" y="769424"/>
                <a:ext cx="149040" cy="3254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5956363-7488-A901-327E-104EF1000C3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28568" y="763304"/>
                  <a:ext cx="161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05F406B-D2AD-156A-29C9-EEBEFDDD857E}"/>
                    </a:ext>
                  </a:extLst>
                </p14:cNvPr>
                <p14:cNvContentPartPr/>
                <p14:nvPr/>
              </p14:nvContentPartPr>
              <p14:xfrm>
                <a:off x="6944928" y="676184"/>
                <a:ext cx="12600" cy="120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05F406B-D2AD-156A-29C9-EEBEFDDD85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938808" y="670064"/>
                  <a:ext cx="24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CD4B0CF-9E4A-8B61-BC81-CF94C16D2375}"/>
                    </a:ext>
                  </a:extLst>
                </p14:cNvPr>
                <p14:cNvContentPartPr/>
                <p14:nvPr/>
              </p14:nvContentPartPr>
              <p14:xfrm>
                <a:off x="7039248" y="673664"/>
                <a:ext cx="19800" cy="92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CD4B0CF-9E4A-8B61-BC81-CF94C16D237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033128" y="667544"/>
                  <a:ext cx="3204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0409DC9-1EB1-A208-8368-75B158B0D0C1}"/>
              </a:ext>
            </a:extLst>
          </p:cNvPr>
          <p:cNvGrpSpPr/>
          <p:nvPr/>
        </p:nvGrpSpPr>
        <p:grpSpPr>
          <a:xfrm>
            <a:off x="4970328" y="324464"/>
            <a:ext cx="850320" cy="320040"/>
            <a:chOff x="4970328" y="324464"/>
            <a:chExt cx="85032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50B0E52-33F5-9CDD-8734-4AA24B232DD5}"/>
                    </a:ext>
                  </a:extLst>
                </p14:cNvPr>
                <p14:cNvContentPartPr/>
                <p14:nvPr/>
              </p14:nvContentPartPr>
              <p14:xfrm>
                <a:off x="5176248" y="329144"/>
                <a:ext cx="195840" cy="296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50B0E52-33F5-9CDD-8734-4AA24B232DD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170128" y="323024"/>
                  <a:ext cx="2080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3537CFC-AD80-BD08-4C9E-9224CB27B1CC}"/>
                    </a:ext>
                  </a:extLst>
                </p14:cNvPr>
                <p14:cNvContentPartPr/>
                <p14:nvPr/>
              </p14:nvContentPartPr>
              <p14:xfrm>
                <a:off x="4970328" y="372344"/>
                <a:ext cx="108000" cy="254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3537CFC-AD80-BD08-4C9E-9224CB27B1C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964208" y="366224"/>
                  <a:ext cx="1202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52FA846-3D16-4FE6-A4AB-98F51EF7C429}"/>
                    </a:ext>
                  </a:extLst>
                </p14:cNvPr>
                <p14:cNvContentPartPr/>
                <p14:nvPr/>
              </p14:nvContentPartPr>
              <p14:xfrm>
                <a:off x="5092728" y="366224"/>
                <a:ext cx="92160" cy="278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52FA846-3D16-4FE6-A4AB-98F51EF7C42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86608" y="360104"/>
                  <a:ext cx="104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DDCE531-1D0D-C27A-63E1-313F3373EE8A}"/>
                    </a:ext>
                  </a:extLst>
                </p14:cNvPr>
                <p14:cNvContentPartPr/>
                <p14:nvPr/>
              </p14:nvContentPartPr>
              <p14:xfrm>
                <a:off x="5076528" y="519944"/>
                <a:ext cx="139320" cy="77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DDCE531-1D0D-C27A-63E1-313F3373EE8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70408" y="513824"/>
                  <a:ext cx="151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58840DA-257F-AFEB-D9F4-D7921493EAEB}"/>
                    </a:ext>
                  </a:extLst>
                </p14:cNvPr>
                <p14:cNvContentPartPr/>
                <p14:nvPr/>
              </p14:nvContentPartPr>
              <p14:xfrm>
                <a:off x="5476488" y="350384"/>
                <a:ext cx="168120" cy="2674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58840DA-257F-AFEB-D9F4-D7921493EAE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470368" y="344264"/>
                  <a:ext cx="1803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9574F2-E4E1-38B7-778B-730A9CCB65AD}"/>
                    </a:ext>
                  </a:extLst>
                </p14:cNvPr>
                <p14:cNvContentPartPr/>
                <p14:nvPr/>
              </p14:nvContentPartPr>
              <p14:xfrm>
                <a:off x="5696808" y="372704"/>
                <a:ext cx="22680" cy="215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9574F2-E4E1-38B7-778B-730A9CCB65A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690688" y="366584"/>
                  <a:ext cx="349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65884B7-7FF5-563D-1A06-E46004D52538}"/>
                    </a:ext>
                  </a:extLst>
                </p14:cNvPr>
                <p14:cNvContentPartPr/>
                <p14:nvPr/>
              </p14:nvContentPartPr>
              <p14:xfrm>
                <a:off x="5767728" y="324464"/>
                <a:ext cx="52920" cy="291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65884B7-7FF5-563D-1A06-E46004D5253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61608" y="318344"/>
                  <a:ext cx="6516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9F17C55-404F-D9BE-9D88-5249CFD1ADA4}"/>
              </a:ext>
            </a:extLst>
          </p:cNvPr>
          <p:cNvGrpSpPr/>
          <p:nvPr/>
        </p:nvGrpSpPr>
        <p:grpSpPr>
          <a:xfrm>
            <a:off x="7285128" y="820904"/>
            <a:ext cx="189720" cy="277560"/>
            <a:chOff x="7285128" y="820904"/>
            <a:chExt cx="18972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C0A567B-1093-2A1E-02F9-BBD2BEC8A6FC}"/>
                    </a:ext>
                  </a:extLst>
                </p14:cNvPr>
                <p14:cNvContentPartPr/>
                <p14:nvPr/>
              </p14:nvContentPartPr>
              <p14:xfrm>
                <a:off x="7285128" y="932504"/>
                <a:ext cx="189720" cy="52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C0A567B-1093-2A1E-02F9-BBD2BEC8A6F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79008" y="926384"/>
                  <a:ext cx="201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E14A0B-775D-749D-C4D1-82DC8E86EFDC}"/>
                    </a:ext>
                  </a:extLst>
                </p14:cNvPr>
                <p14:cNvContentPartPr/>
                <p14:nvPr/>
              </p14:nvContentPartPr>
              <p14:xfrm>
                <a:off x="7406808" y="820904"/>
                <a:ext cx="15480" cy="2775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E14A0B-775D-749D-C4D1-82DC8E86EFD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0688" y="814784"/>
                  <a:ext cx="2772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A8F99C89-3EE2-5167-A6EB-A8D6B664F151}"/>
              </a:ext>
            </a:extLst>
          </p:cNvPr>
          <p:cNvGrpSpPr/>
          <p:nvPr/>
        </p:nvGrpSpPr>
        <p:grpSpPr>
          <a:xfrm>
            <a:off x="7740888" y="591584"/>
            <a:ext cx="491400" cy="537120"/>
            <a:chOff x="7740888" y="591584"/>
            <a:chExt cx="49140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2ADA520-186B-0999-6FDC-1B82977AEB2B}"/>
                    </a:ext>
                  </a:extLst>
                </p14:cNvPr>
                <p14:cNvContentPartPr/>
                <p14:nvPr/>
              </p14:nvContentPartPr>
              <p14:xfrm>
                <a:off x="7740888" y="660344"/>
                <a:ext cx="22320" cy="122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2ADA520-186B-0999-6FDC-1B82977AEB2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34768" y="654224"/>
                  <a:ext cx="34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341EC63-95EF-971E-F0A4-4857583FBFB3}"/>
                    </a:ext>
                  </a:extLst>
                </p14:cNvPr>
                <p14:cNvContentPartPr/>
                <p14:nvPr/>
              </p14:nvContentPartPr>
              <p14:xfrm>
                <a:off x="7804608" y="672944"/>
                <a:ext cx="38160" cy="65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341EC63-95EF-971E-F0A4-4857583FBFB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798488" y="666824"/>
                  <a:ext cx="50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ED25C14-12D9-5BB9-9C44-9AE914EEE164}"/>
                    </a:ext>
                  </a:extLst>
                </p14:cNvPr>
                <p14:cNvContentPartPr/>
                <p14:nvPr/>
              </p14:nvContentPartPr>
              <p14:xfrm>
                <a:off x="7900728" y="713984"/>
                <a:ext cx="142920" cy="414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ED25C14-12D9-5BB9-9C44-9AE914EEE16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894608" y="707864"/>
                  <a:ext cx="1551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7F0E1DE-AC23-F0DB-FA53-2587CF1FF050}"/>
                    </a:ext>
                  </a:extLst>
                </p14:cNvPr>
                <p14:cNvContentPartPr/>
                <p14:nvPr/>
              </p14:nvContentPartPr>
              <p14:xfrm>
                <a:off x="8140848" y="615344"/>
                <a:ext cx="10080" cy="128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7F0E1DE-AC23-F0DB-FA53-2587CF1FF05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34728" y="609224"/>
                  <a:ext cx="22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138F944-67C6-B331-2057-2E0A0360C5B1}"/>
                    </a:ext>
                  </a:extLst>
                </p14:cNvPr>
                <p14:cNvContentPartPr/>
                <p14:nvPr/>
              </p14:nvContentPartPr>
              <p14:xfrm>
                <a:off x="8224368" y="591584"/>
                <a:ext cx="7920" cy="18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138F944-67C6-B331-2057-2E0A0360C5B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218248" y="585464"/>
                  <a:ext cx="201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7B26D5D-5AC2-3D46-2815-60C7FA6893FC}"/>
              </a:ext>
            </a:extLst>
          </p:cNvPr>
          <p:cNvGrpSpPr/>
          <p:nvPr/>
        </p:nvGrpSpPr>
        <p:grpSpPr>
          <a:xfrm>
            <a:off x="8420928" y="815864"/>
            <a:ext cx="370800" cy="383760"/>
            <a:chOff x="8420928" y="815864"/>
            <a:chExt cx="37080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DC73DED-7D6C-9DE5-7BC5-DC06C65EA16D}"/>
                    </a:ext>
                  </a:extLst>
                </p14:cNvPr>
                <p14:cNvContentPartPr/>
                <p14:nvPr/>
              </p14:nvContentPartPr>
              <p14:xfrm>
                <a:off x="8443608" y="868064"/>
                <a:ext cx="317160" cy="73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DC73DED-7D6C-9DE5-7BC5-DC06C65EA1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437488" y="861944"/>
                  <a:ext cx="329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5CAD9CC-63EA-80A1-9B8A-24E7FCD9F0E8}"/>
                    </a:ext>
                  </a:extLst>
                </p14:cNvPr>
                <p14:cNvContentPartPr/>
                <p14:nvPr/>
              </p14:nvContentPartPr>
              <p14:xfrm>
                <a:off x="8420928" y="949784"/>
                <a:ext cx="370800" cy="83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5CAD9CC-63EA-80A1-9B8A-24E7FCD9F0E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14808" y="943664"/>
                  <a:ext cx="383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5F1DD9E-791F-C3FB-C26F-1F7AB18A8B3C}"/>
                    </a:ext>
                  </a:extLst>
                </p14:cNvPr>
                <p14:cNvContentPartPr/>
                <p14:nvPr/>
              </p14:nvContentPartPr>
              <p14:xfrm>
                <a:off x="8504808" y="815864"/>
                <a:ext cx="211680" cy="383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5F1DD9E-791F-C3FB-C26F-1F7AB18A8B3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98688" y="809744"/>
                  <a:ext cx="22392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D982931-5E53-8EF0-CCF7-ABFAA038F920}"/>
              </a:ext>
            </a:extLst>
          </p:cNvPr>
          <p:cNvGrpSpPr/>
          <p:nvPr/>
        </p:nvGrpSpPr>
        <p:grpSpPr>
          <a:xfrm>
            <a:off x="9058848" y="685544"/>
            <a:ext cx="642240" cy="348480"/>
            <a:chOff x="9058848" y="685544"/>
            <a:chExt cx="64224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293F133-1393-2F2A-388D-B65CB7A0CA2D}"/>
                    </a:ext>
                  </a:extLst>
                </p14:cNvPr>
                <p14:cNvContentPartPr/>
                <p14:nvPr/>
              </p14:nvContentPartPr>
              <p14:xfrm>
                <a:off x="9058848" y="726584"/>
                <a:ext cx="50400" cy="910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293F133-1393-2F2A-388D-B65CB7A0CA2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052728" y="720464"/>
                  <a:ext cx="62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D4DE44D-6954-D75C-2D23-10F3B0FF1299}"/>
                    </a:ext>
                  </a:extLst>
                </p14:cNvPr>
                <p14:cNvContentPartPr/>
                <p14:nvPr/>
              </p14:nvContentPartPr>
              <p14:xfrm>
                <a:off x="9130848" y="742064"/>
                <a:ext cx="40320" cy="61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D4DE44D-6954-D75C-2D23-10F3B0FF129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24728" y="735944"/>
                  <a:ext cx="52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E6AA7BB-826F-FCCD-4406-2A386F4F9969}"/>
                    </a:ext>
                  </a:extLst>
                </p14:cNvPr>
                <p14:cNvContentPartPr/>
                <p14:nvPr/>
              </p14:nvContentPartPr>
              <p14:xfrm>
                <a:off x="9207528" y="893264"/>
                <a:ext cx="154080" cy="140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E6AA7BB-826F-FCCD-4406-2A386F4F996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01408" y="887144"/>
                  <a:ext cx="166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1398F75-74DE-606B-D2DB-4929AB89466A}"/>
                    </a:ext>
                  </a:extLst>
                </p14:cNvPr>
                <p14:cNvContentPartPr/>
                <p14:nvPr/>
              </p14:nvContentPartPr>
              <p14:xfrm>
                <a:off x="9389688" y="884624"/>
                <a:ext cx="167400" cy="125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1398F75-74DE-606B-D2DB-4929AB89466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83568" y="878504"/>
                  <a:ext cx="179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F2FC0F9-C715-21EC-8D10-CB4E1FC29BA7}"/>
                    </a:ext>
                  </a:extLst>
                </p14:cNvPr>
                <p14:cNvContentPartPr/>
                <p14:nvPr/>
              </p14:nvContentPartPr>
              <p14:xfrm>
                <a:off x="9561048" y="697784"/>
                <a:ext cx="31320" cy="1479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F2FC0F9-C715-21EC-8D10-CB4E1FC29BA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554928" y="691664"/>
                  <a:ext cx="43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0002733-F4D2-8892-A5B0-A52DFE089392}"/>
                    </a:ext>
                  </a:extLst>
                </p14:cNvPr>
                <p14:cNvContentPartPr/>
                <p14:nvPr/>
              </p14:nvContentPartPr>
              <p14:xfrm>
                <a:off x="9638808" y="685544"/>
                <a:ext cx="62280" cy="138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0002733-F4D2-8892-A5B0-A52DFE08939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632688" y="679424"/>
                  <a:ext cx="74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FB12F4C-8713-AEFD-EE21-B3B313A03A94}"/>
                    </a:ext>
                  </a:extLst>
                </p14:cNvPr>
                <p14:cNvContentPartPr/>
                <p14:nvPr/>
              </p14:nvContentPartPr>
              <p14:xfrm>
                <a:off x="9201048" y="922064"/>
                <a:ext cx="61560" cy="21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FB12F4C-8713-AEFD-EE21-B3B313A03A9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194928" y="915944"/>
                  <a:ext cx="7380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049A870-865B-E984-458C-38DA3A837800}"/>
                  </a:ext>
                </a:extLst>
              </p14:cNvPr>
              <p14:cNvContentPartPr/>
              <p14:nvPr/>
            </p14:nvContentPartPr>
            <p14:xfrm>
              <a:off x="12349840" y="2880533"/>
              <a:ext cx="78480" cy="86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049A870-865B-E984-458C-38DA3A837800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2343720" y="2874413"/>
                <a:ext cx="907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91BF243-2308-1C45-9B75-45A804AC9B6D}"/>
                  </a:ext>
                </a:extLst>
              </p14:cNvPr>
              <p14:cNvContentPartPr/>
              <p14:nvPr/>
            </p14:nvContentPartPr>
            <p14:xfrm>
              <a:off x="6440080" y="1144613"/>
              <a:ext cx="527400" cy="15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91BF243-2308-1C45-9B75-45A804AC9B6D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433960" y="1138493"/>
                <a:ext cx="5396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0D2D5E0-DEB6-AA63-67D9-56BD8DF521A3}"/>
              </a:ext>
            </a:extLst>
          </p:cNvPr>
          <p:cNvGrpSpPr/>
          <p:nvPr/>
        </p:nvGrpSpPr>
        <p:grpSpPr>
          <a:xfrm>
            <a:off x="6172960" y="1284293"/>
            <a:ext cx="888480" cy="237960"/>
            <a:chOff x="6172960" y="1284293"/>
            <a:chExt cx="88848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84D67A2-6198-136F-4FFF-4394340FD2F2}"/>
                    </a:ext>
                  </a:extLst>
                </p14:cNvPr>
                <p14:cNvContentPartPr/>
                <p14:nvPr/>
              </p14:nvContentPartPr>
              <p14:xfrm>
                <a:off x="6172960" y="1309493"/>
                <a:ext cx="118800" cy="98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84D67A2-6198-136F-4FFF-4394340FD2F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166840" y="1303373"/>
                  <a:ext cx="131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361B90E-EC05-707D-2956-CB9F23C40A26}"/>
                    </a:ext>
                  </a:extLst>
                </p14:cNvPr>
                <p14:cNvContentPartPr/>
                <p14:nvPr/>
              </p14:nvContentPartPr>
              <p14:xfrm>
                <a:off x="6359440" y="1297613"/>
                <a:ext cx="36360" cy="140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361B90E-EC05-707D-2956-CB9F23C40A2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53320" y="1291493"/>
                  <a:ext cx="48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99C5208-6129-DAF3-5029-ACF170E03ED7}"/>
                    </a:ext>
                  </a:extLst>
                </p14:cNvPr>
                <p14:cNvContentPartPr/>
                <p14:nvPr/>
              </p14:nvContentPartPr>
              <p14:xfrm>
                <a:off x="6436120" y="1318493"/>
                <a:ext cx="61560" cy="91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99C5208-6129-DAF3-5029-ACF170E03ED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430000" y="1312373"/>
                  <a:ext cx="73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CDAA03D-3767-51EF-2DEC-6A12BE61D21A}"/>
                    </a:ext>
                  </a:extLst>
                </p14:cNvPr>
                <p14:cNvContentPartPr/>
                <p14:nvPr/>
              </p14:nvContentPartPr>
              <p14:xfrm>
                <a:off x="6579400" y="1284293"/>
                <a:ext cx="19440" cy="144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CDAA03D-3767-51EF-2DEC-6A12BE61D21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573280" y="1278173"/>
                  <a:ext cx="31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3886954-5B3B-F05B-9F78-978D51FEE64F}"/>
                    </a:ext>
                  </a:extLst>
                </p14:cNvPr>
                <p14:cNvContentPartPr/>
                <p14:nvPr/>
              </p14:nvContentPartPr>
              <p14:xfrm>
                <a:off x="6682720" y="1315613"/>
                <a:ext cx="53280" cy="96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3886954-5B3B-F05B-9F78-978D51FEE64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676600" y="1309493"/>
                  <a:ext cx="65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31A99CD-8C31-8B84-1311-293138CB40C8}"/>
                    </a:ext>
                  </a:extLst>
                </p14:cNvPr>
                <p14:cNvContentPartPr/>
                <p14:nvPr/>
              </p14:nvContentPartPr>
              <p14:xfrm>
                <a:off x="6794320" y="1313453"/>
                <a:ext cx="65160" cy="106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31A99CD-8C31-8B84-1311-293138CB40C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788200" y="1307333"/>
                  <a:ext cx="77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AC3A545-F112-844D-107E-6D50816A406E}"/>
                    </a:ext>
                  </a:extLst>
                </p14:cNvPr>
                <p14:cNvContentPartPr/>
                <p14:nvPr/>
              </p14:nvContentPartPr>
              <p14:xfrm>
                <a:off x="6919600" y="1333253"/>
                <a:ext cx="28440" cy="62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AC3A545-F112-844D-107E-6D50816A406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913480" y="1327133"/>
                  <a:ext cx="40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2BD5F4F-3A58-8E89-8F56-32380067985D}"/>
                    </a:ext>
                  </a:extLst>
                </p14:cNvPr>
                <p14:cNvContentPartPr/>
                <p14:nvPr/>
              </p14:nvContentPartPr>
              <p14:xfrm>
                <a:off x="6991600" y="1333253"/>
                <a:ext cx="69840" cy="831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2BD5F4F-3A58-8E89-8F56-32380067985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985480" y="1327133"/>
                  <a:ext cx="82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702FEDE-564E-43ED-5DE3-856EBC0B86C8}"/>
                    </a:ext>
                  </a:extLst>
                </p14:cNvPr>
                <p14:cNvContentPartPr/>
                <p14:nvPr/>
              </p14:nvContentPartPr>
              <p14:xfrm>
                <a:off x="6205000" y="1494173"/>
                <a:ext cx="712800" cy="28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702FEDE-564E-43ED-5DE3-856EBC0B86C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198880" y="1488053"/>
                  <a:ext cx="7250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2C84493-CDEF-9D90-8F73-A43BE74EE8C1}"/>
              </a:ext>
            </a:extLst>
          </p:cNvPr>
          <p:cNvGrpSpPr/>
          <p:nvPr/>
        </p:nvGrpSpPr>
        <p:grpSpPr>
          <a:xfrm>
            <a:off x="6586600" y="1918253"/>
            <a:ext cx="544320" cy="231840"/>
            <a:chOff x="6586600" y="1918253"/>
            <a:chExt cx="54432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415AE72-F1E7-19EA-342F-6B0860EC7537}"/>
                    </a:ext>
                  </a:extLst>
                </p14:cNvPr>
                <p14:cNvContentPartPr/>
                <p14:nvPr/>
              </p14:nvContentPartPr>
              <p14:xfrm>
                <a:off x="6586600" y="1920053"/>
                <a:ext cx="143640" cy="205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415AE72-F1E7-19EA-342F-6B0860EC753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80480" y="1913933"/>
                  <a:ext cx="155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5A310BB-D064-5E47-710A-303899B725C9}"/>
                    </a:ext>
                  </a:extLst>
                </p14:cNvPr>
                <p14:cNvContentPartPr/>
                <p14:nvPr/>
              </p14:nvContentPartPr>
              <p14:xfrm>
                <a:off x="6780280" y="2034173"/>
                <a:ext cx="72000" cy="72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5A310BB-D064-5E47-710A-303899B725C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774160" y="2028053"/>
                  <a:ext cx="84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BE66280-E611-7D92-6C88-AD6964B780AF}"/>
                    </a:ext>
                  </a:extLst>
                </p14:cNvPr>
                <p14:cNvContentPartPr/>
                <p14:nvPr/>
              </p14:nvContentPartPr>
              <p14:xfrm>
                <a:off x="6831760" y="1918253"/>
                <a:ext cx="81000" cy="214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BE66280-E611-7D92-6C88-AD6964B780A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825640" y="1912133"/>
                  <a:ext cx="93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9948772-5047-3FC3-29E5-BB9B4A716B19}"/>
                    </a:ext>
                  </a:extLst>
                </p14:cNvPr>
                <p14:cNvContentPartPr/>
                <p14:nvPr/>
              </p14:nvContentPartPr>
              <p14:xfrm>
                <a:off x="6951640" y="2045693"/>
                <a:ext cx="5400" cy="846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9948772-5047-3FC3-29E5-BB9B4A716B1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945520" y="2039573"/>
                  <a:ext cx="1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EB19E34-1102-B0B1-5200-260777503868}"/>
                    </a:ext>
                  </a:extLst>
                </p14:cNvPr>
                <p14:cNvContentPartPr/>
                <p14:nvPr/>
              </p14:nvContentPartPr>
              <p14:xfrm>
                <a:off x="6993400" y="1951733"/>
                <a:ext cx="7200" cy="57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EB19E34-1102-B0B1-5200-2607775038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987280" y="1945613"/>
                  <a:ext cx="19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DC69001-5370-CFCE-A8BA-C30D53B2AB1A}"/>
                    </a:ext>
                  </a:extLst>
                </p14:cNvPr>
                <p14:cNvContentPartPr/>
                <p14:nvPr/>
              </p14:nvContentPartPr>
              <p14:xfrm>
                <a:off x="7065040" y="1944893"/>
                <a:ext cx="40320" cy="2052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DC69001-5370-CFCE-A8BA-C30D53B2AB1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058920" y="1938773"/>
                  <a:ext cx="52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409229C-F2B1-EED4-CE04-3760A73386AF}"/>
                    </a:ext>
                  </a:extLst>
                </p14:cNvPr>
                <p14:cNvContentPartPr/>
                <p14:nvPr/>
              </p14:nvContentPartPr>
              <p14:xfrm>
                <a:off x="7034440" y="2032013"/>
                <a:ext cx="96480" cy="11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409229C-F2B1-EED4-CE04-3760A73386A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028320" y="2025893"/>
                  <a:ext cx="1087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D895BFC-87CD-0EB7-F16C-96C1B58E0061}"/>
              </a:ext>
            </a:extLst>
          </p:cNvPr>
          <p:cNvGrpSpPr/>
          <p:nvPr/>
        </p:nvGrpSpPr>
        <p:grpSpPr>
          <a:xfrm>
            <a:off x="7236400" y="1277453"/>
            <a:ext cx="160560" cy="237240"/>
            <a:chOff x="7236400" y="1277453"/>
            <a:chExt cx="16056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179A9F3-CBBC-97CE-C294-69AEFAFC759D}"/>
                    </a:ext>
                  </a:extLst>
                </p14:cNvPr>
                <p14:cNvContentPartPr/>
                <p14:nvPr/>
              </p14:nvContentPartPr>
              <p14:xfrm>
                <a:off x="7236400" y="1371413"/>
                <a:ext cx="160560" cy="126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179A9F3-CBBC-97CE-C294-69AEFAFC759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230280" y="1365293"/>
                  <a:ext cx="172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F0DA0E1-CBAC-0BC4-F62E-AA0F8340FE82}"/>
                    </a:ext>
                  </a:extLst>
                </p14:cNvPr>
                <p14:cNvContentPartPr/>
                <p14:nvPr/>
              </p14:nvContentPartPr>
              <p14:xfrm>
                <a:off x="7326400" y="1277453"/>
                <a:ext cx="11520" cy="237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F0DA0E1-CBAC-0BC4-F62E-AA0F8340FE8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320280" y="1271333"/>
                  <a:ext cx="23760" cy="24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DB063273-A46F-DE20-3CD1-C819E2987FD4}"/>
                  </a:ext>
                </a:extLst>
              </p14:cNvPr>
              <p14:cNvContentPartPr/>
              <p14:nvPr/>
            </p14:nvContentPartPr>
            <p14:xfrm>
              <a:off x="7863880" y="1115093"/>
              <a:ext cx="270000" cy="320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DB063273-A46F-DE20-3CD1-C819E2987FD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7857760" y="1108973"/>
                <a:ext cx="2822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0381E5DF-22D7-E527-E8AF-70100A81C23A}"/>
                  </a:ext>
                </a:extLst>
              </p14:cNvPr>
              <p14:cNvContentPartPr/>
              <p14:nvPr/>
            </p14:nvContentPartPr>
            <p14:xfrm>
              <a:off x="9212080" y="1062893"/>
              <a:ext cx="387360" cy="212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0381E5DF-22D7-E527-E8AF-70100A81C23A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9205960" y="1056773"/>
                <a:ext cx="3996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EA8F6832-69DD-FF14-5913-210483A4B4F5}"/>
                  </a:ext>
                </a:extLst>
              </p14:cNvPr>
              <p14:cNvContentPartPr/>
              <p14:nvPr/>
            </p14:nvContentPartPr>
            <p14:xfrm>
              <a:off x="5163880" y="699293"/>
              <a:ext cx="613080" cy="284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EA8F6832-69DD-FF14-5913-210483A4B4F5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5157760" y="693173"/>
                <a:ext cx="62532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5063235-53B0-7EC3-B3E4-4763E0116B41}"/>
              </a:ext>
            </a:extLst>
          </p:cNvPr>
          <p:cNvGrpSpPr/>
          <p:nvPr/>
        </p:nvGrpSpPr>
        <p:grpSpPr>
          <a:xfrm>
            <a:off x="7804480" y="1279613"/>
            <a:ext cx="739800" cy="170280"/>
            <a:chOff x="7804480" y="1279613"/>
            <a:chExt cx="73980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5157071-95A5-35AC-10D6-FF2891E43DA1}"/>
                    </a:ext>
                  </a:extLst>
                </p14:cNvPr>
                <p14:cNvContentPartPr/>
                <p14:nvPr/>
              </p14:nvContentPartPr>
              <p14:xfrm>
                <a:off x="7804480" y="1310933"/>
                <a:ext cx="14400" cy="128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5157071-95A5-35AC-10D6-FF2891E43DA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798360" y="1304813"/>
                  <a:ext cx="26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3547354-BD63-2E03-242C-371A55E62433}"/>
                    </a:ext>
                  </a:extLst>
                </p14:cNvPr>
                <p14:cNvContentPartPr/>
                <p14:nvPr/>
              </p14:nvContentPartPr>
              <p14:xfrm>
                <a:off x="7902040" y="1279613"/>
                <a:ext cx="10440" cy="150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3547354-BD63-2E03-242C-371A55E6243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895920" y="1273493"/>
                  <a:ext cx="226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8566DE6-5D0A-9B4C-02E0-6D35B06A62AD}"/>
                    </a:ext>
                  </a:extLst>
                </p14:cNvPr>
                <p14:cNvContentPartPr/>
                <p14:nvPr/>
              </p14:nvContentPartPr>
              <p14:xfrm>
                <a:off x="8005000" y="1284293"/>
                <a:ext cx="11880" cy="1458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8566DE6-5D0A-9B4C-02E0-6D35B06A62A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998880" y="1278173"/>
                  <a:ext cx="241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D29A9EA-126F-7541-9401-76EA9E625339}"/>
                    </a:ext>
                  </a:extLst>
                </p14:cNvPr>
                <p14:cNvContentPartPr/>
                <p14:nvPr/>
              </p14:nvContentPartPr>
              <p14:xfrm>
                <a:off x="8110480" y="1340093"/>
                <a:ext cx="18720" cy="109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D29A9EA-126F-7541-9401-76EA9E62533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104360" y="1333973"/>
                  <a:ext cx="309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690C906-D10F-DFA4-76EA-2FD2EDF3B0F1}"/>
                    </a:ext>
                  </a:extLst>
                </p14:cNvPr>
                <p14:cNvContentPartPr/>
                <p14:nvPr/>
              </p14:nvContentPartPr>
              <p14:xfrm>
                <a:off x="8259160" y="1337573"/>
                <a:ext cx="360" cy="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690C906-D10F-DFA4-76EA-2FD2EDF3B0F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253040" y="13314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9FC37B4-ED37-D2E1-B1C5-AE43C7A0414C}"/>
                    </a:ext>
                  </a:extLst>
                </p14:cNvPr>
                <p14:cNvContentPartPr/>
                <p14:nvPr/>
              </p14:nvContentPartPr>
              <p14:xfrm>
                <a:off x="8241880" y="1346933"/>
                <a:ext cx="48960" cy="70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9FC37B4-ED37-D2E1-B1C5-AE43C7A041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235760" y="1340813"/>
                  <a:ext cx="61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5D2FEE7-A1AB-532B-F69E-B438B8D771E7}"/>
                    </a:ext>
                  </a:extLst>
                </p14:cNvPr>
                <p14:cNvContentPartPr/>
                <p14:nvPr/>
              </p14:nvContentPartPr>
              <p14:xfrm>
                <a:off x="8355640" y="1337573"/>
                <a:ext cx="37800" cy="72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5D2FEE7-A1AB-532B-F69E-B438B8D771E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349520" y="1331453"/>
                  <a:ext cx="50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3B63C2F-0EC2-6B4A-AF87-4C4AFDDAD946}"/>
                    </a:ext>
                  </a:extLst>
                </p14:cNvPr>
                <p14:cNvContentPartPr/>
                <p14:nvPr/>
              </p14:nvContentPartPr>
              <p14:xfrm>
                <a:off x="8437000" y="1353413"/>
                <a:ext cx="45720" cy="58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3B63C2F-0EC2-6B4A-AF87-4C4AFDDAD94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430880" y="1347293"/>
                  <a:ext cx="57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814E19C-B051-8277-F036-B938F09F56D2}"/>
                    </a:ext>
                  </a:extLst>
                </p14:cNvPr>
                <p14:cNvContentPartPr/>
                <p14:nvPr/>
              </p14:nvContentPartPr>
              <p14:xfrm>
                <a:off x="8501800" y="1356293"/>
                <a:ext cx="42480" cy="64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814E19C-B051-8277-F036-B938F09F56D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495680" y="1350173"/>
                  <a:ext cx="5472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E1712C8-368F-509A-122B-2762229F05AE}"/>
              </a:ext>
            </a:extLst>
          </p:cNvPr>
          <p:cNvGrpSpPr/>
          <p:nvPr/>
        </p:nvGrpSpPr>
        <p:grpSpPr>
          <a:xfrm>
            <a:off x="10413040" y="757253"/>
            <a:ext cx="1121400" cy="750960"/>
            <a:chOff x="10413040" y="757253"/>
            <a:chExt cx="112140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3CC074E-5BFC-D3DE-6FDA-D1402B8751B5}"/>
                    </a:ext>
                  </a:extLst>
                </p14:cNvPr>
                <p14:cNvContentPartPr/>
                <p14:nvPr/>
              </p14:nvContentPartPr>
              <p14:xfrm>
                <a:off x="10413040" y="824213"/>
                <a:ext cx="166680" cy="246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3CC074E-5BFC-D3DE-6FDA-D1402B8751B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406920" y="818093"/>
                  <a:ext cx="178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A0DE7E7-95BA-17CE-BD07-5CE5B99D408F}"/>
                    </a:ext>
                  </a:extLst>
                </p14:cNvPr>
                <p14:cNvContentPartPr/>
                <p14:nvPr/>
              </p14:nvContentPartPr>
              <p14:xfrm>
                <a:off x="10609960" y="864893"/>
                <a:ext cx="237240" cy="68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A0DE7E7-95BA-17CE-BD07-5CE5B99D408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603840" y="858773"/>
                  <a:ext cx="249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F6EA5C3-738E-4F39-40BB-3740F2CF6868}"/>
                    </a:ext>
                  </a:extLst>
                </p14:cNvPr>
                <p14:cNvContentPartPr/>
                <p14:nvPr/>
              </p14:nvContentPartPr>
              <p14:xfrm>
                <a:off x="10678360" y="757253"/>
                <a:ext cx="171720" cy="307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F6EA5C3-738E-4F39-40BB-3740F2CF686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672240" y="751133"/>
                  <a:ext cx="1839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B93793E-5923-D12B-9BD8-10A39A71CC2A}"/>
                    </a:ext>
                  </a:extLst>
                </p14:cNvPr>
                <p14:cNvContentPartPr/>
                <p14:nvPr/>
              </p14:nvContentPartPr>
              <p14:xfrm>
                <a:off x="10870960" y="900173"/>
                <a:ext cx="126720" cy="158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B93793E-5923-D12B-9BD8-10A39A71CC2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864840" y="894053"/>
                  <a:ext cx="138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2F58BF3-E105-94C3-FE24-FE2DD1A9E13E}"/>
                    </a:ext>
                  </a:extLst>
                </p14:cNvPr>
                <p14:cNvContentPartPr/>
                <p14:nvPr/>
              </p14:nvContentPartPr>
              <p14:xfrm>
                <a:off x="11020720" y="909173"/>
                <a:ext cx="37080" cy="1468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2F58BF3-E105-94C3-FE24-FE2DD1A9E13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014600" y="903053"/>
                  <a:ext cx="49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FE38FD8-9C14-694A-5263-6E78327CCFA3}"/>
                    </a:ext>
                  </a:extLst>
                </p14:cNvPr>
                <p14:cNvContentPartPr/>
                <p14:nvPr/>
              </p14:nvContentPartPr>
              <p14:xfrm>
                <a:off x="11081560" y="773093"/>
                <a:ext cx="10080" cy="132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FE38FD8-9C14-694A-5263-6E78327CCFA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075440" y="766973"/>
                  <a:ext cx="22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6F40604-F907-6CA2-B7FF-CCAC3125CBF9}"/>
                    </a:ext>
                  </a:extLst>
                </p14:cNvPr>
                <p14:cNvContentPartPr/>
                <p14:nvPr/>
              </p14:nvContentPartPr>
              <p14:xfrm>
                <a:off x="11108920" y="903413"/>
                <a:ext cx="425520" cy="604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6F40604-F907-6CA2-B7FF-CCAC3125CBF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102800" y="897293"/>
                  <a:ext cx="437760" cy="61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63C97662-FBE4-7889-C923-AB6593365B05}"/>
              </a:ext>
            </a:extLst>
          </p:cNvPr>
          <p:cNvGrpSpPr/>
          <p:nvPr/>
        </p:nvGrpSpPr>
        <p:grpSpPr>
          <a:xfrm>
            <a:off x="9816880" y="2085653"/>
            <a:ext cx="1634040" cy="506160"/>
            <a:chOff x="9816880" y="2085653"/>
            <a:chExt cx="1634040" cy="50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BEC1FE3-EDE2-B7B9-F619-8571E2F9760C}"/>
                    </a:ext>
                  </a:extLst>
                </p14:cNvPr>
                <p14:cNvContentPartPr/>
                <p14:nvPr/>
              </p14:nvContentPartPr>
              <p14:xfrm>
                <a:off x="10042240" y="2098973"/>
                <a:ext cx="147960" cy="492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BEC1FE3-EDE2-B7B9-F619-8571E2F9760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036120" y="2092853"/>
                  <a:ext cx="16020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585EE8C-0E7D-D249-FE4E-39ACA2841790}"/>
                    </a:ext>
                  </a:extLst>
                </p14:cNvPr>
                <p14:cNvContentPartPr/>
                <p14:nvPr/>
              </p14:nvContentPartPr>
              <p14:xfrm>
                <a:off x="10028200" y="2254853"/>
                <a:ext cx="273240" cy="41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585EE8C-0E7D-D249-FE4E-39ACA284179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022080" y="2248733"/>
                  <a:ext cx="285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3FC6ABE-5F47-575F-E688-CA85C32376F0}"/>
                    </a:ext>
                  </a:extLst>
                </p14:cNvPr>
                <p14:cNvContentPartPr/>
                <p14:nvPr/>
              </p14:nvContentPartPr>
              <p14:xfrm>
                <a:off x="10292800" y="2085653"/>
                <a:ext cx="52560" cy="302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3FC6ABE-5F47-575F-E688-CA85C32376F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286680" y="2079533"/>
                  <a:ext cx="648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2D7A275-BF73-FB94-3BBB-37CB27689A20}"/>
                    </a:ext>
                  </a:extLst>
                </p14:cNvPr>
                <p14:cNvContentPartPr/>
                <p14:nvPr/>
              </p14:nvContentPartPr>
              <p14:xfrm>
                <a:off x="10354000" y="2228573"/>
                <a:ext cx="77760" cy="122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2D7A275-BF73-FB94-3BBB-37CB27689A2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347880" y="2222453"/>
                  <a:ext cx="90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EACC36A-169D-9C66-4B49-0BC6600B427F}"/>
                    </a:ext>
                  </a:extLst>
                </p14:cNvPr>
                <p14:cNvContentPartPr/>
                <p14:nvPr/>
              </p14:nvContentPartPr>
              <p14:xfrm>
                <a:off x="10623280" y="2118413"/>
                <a:ext cx="157680" cy="288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EACC36A-169D-9C66-4B49-0BC6600B427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617160" y="2112293"/>
                  <a:ext cx="169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BCE0573-EDAC-0D72-6D81-86CD50FC0BEC}"/>
                    </a:ext>
                  </a:extLst>
                </p14:cNvPr>
                <p14:cNvContentPartPr/>
                <p14:nvPr/>
              </p14:nvContentPartPr>
              <p14:xfrm>
                <a:off x="10501600" y="2224253"/>
                <a:ext cx="86400" cy="160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BCE0573-EDAC-0D72-6D81-86CD50FC0BE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495480" y="2218133"/>
                  <a:ext cx="98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F77B7D6-F16A-83FD-3B31-2458E86E8FFA}"/>
                    </a:ext>
                  </a:extLst>
                </p14:cNvPr>
                <p14:cNvContentPartPr/>
                <p14:nvPr/>
              </p14:nvContentPartPr>
              <p14:xfrm>
                <a:off x="10874560" y="2101133"/>
                <a:ext cx="129600" cy="3344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F77B7D6-F16A-83FD-3B31-2458E86E8FF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868440" y="2095013"/>
                  <a:ext cx="141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2986D5B-C0CD-620F-DA6D-1564FADFA248}"/>
                    </a:ext>
                  </a:extLst>
                </p14:cNvPr>
                <p14:cNvContentPartPr/>
                <p14:nvPr/>
              </p14:nvContentPartPr>
              <p14:xfrm>
                <a:off x="11090560" y="2213093"/>
                <a:ext cx="195840" cy="158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2986D5B-C0CD-620F-DA6D-1564FADFA24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084440" y="2206973"/>
                  <a:ext cx="208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E6D7022-C568-E8D7-22FD-09EB183767F7}"/>
                    </a:ext>
                  </a:extLst>
                </p14:cNvPr>
                <p14:cNvContentPartPr/>
                <p14:nvPr/>
              </p14:nvContentPartPr>
              <p14:xfrm>
                <a:off x="9816880" y="2425853"/>
                <a:ext cx="1634040" cy="35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E6D7022-C568-E8D7-22FD-09EB183767F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810760" y="2419733"/>
                  <a:ext cx="164628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97F0337E-3B01-E78C-D17F-0C847EB97241}"/>
                  </a:ext>
                </a:extLst>
              </p14:cNvPr>
              <p14:cNvContentPartPr/>
              <p14:nvPr/>
            </p14:nvContentPartPr>
            <p14:xfrm>
              <a:off x="1687000" y="4212533"/>
              <a:ext cx="1344600" cy="1393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97F0337E-3B01-E78C-D17F-0C847EB97241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1680880" y="4206413"/>
                <a:ext cx="135684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FD068A16-D111-73A2-843C-B5E88649CE69}"/>
                  </a:ext>
                </a:extLst>
              </p14:cNvPr>
              <p14:cNvContentPartPr/>
              <p14:nvPr/>
            </p14:nvContentPartPr>
            <p14:xfrm>
              <a:off x="954040" y="3549773"/>
              <a:ext cx="2454840" cy="18464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FD068A16-D111-73A2-843C-B5E88649CE69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947920" y="3543653"/>
                <a:ext cx="2467080" cy="18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2520B460-8AA5-E323-AB33-CA313F1D158C}"/>
                  </a:ext>
                </a:extLst>
              </p14:cNvPr>
              <p14:cNvContentPartPr/>
              <p14:nvPr/>
            </p14:nvContentPartPr>
            <p14:xfrm>
              <a:off x="2795440" y="4469933"/>
              <a:ext cx="2160" cy="288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2520B460-8AA5-E323-AB33-CA313F1D158C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2789320" y="4463813"/>
                <a:ext cx="14400" cy="1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F52D393F-6423-8B8E-55AC-3BB87E647BC0}"/>
              </a:ext>
            </a:extLst>
          </p:cNvPr>
          <p:cNvGrpSpPr/>
          <p:nvPr/>
        </p:nvGrpSpPr>
        <p:grpSpPr>
          <a:xfrm>
            <a:off x="3664480" y="3896093"/>
            <a:ext cx="529200" cy="194760"/>
            <a:chOff x="3664480" y="3896093"/>
            <a:chExt cx="52920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C8DD622-ED40-D10A-1B38-D47C5E32AEA2}"/>
                    </a:ext>
                  </a:extLst>
                </p14:cNvPr>
                <p14:cNvContentPartPr/>
                <p14:nvPr/>
              </p14:nvContentPartPr>
              <p14:xfrm>
                <a:off x="3664480" y="3963053"/>
                <a:ext cx="381960" cy="936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C8DD622-ED40-D10A-1B38-D47C5E32AEA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658360" y="3956933"/>
                  <a:ext cx="394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3BC5D96-5C7F-A724-9335-A8ADBDD7D0B6}"/>
                    </a:ext>
                  </a:extLst>
                </p14:cNvPr>
                <p14:cNvContentPartPr/>
                <p14:nvPr/>
              </p14:nvContentPartPr>
              <p14:xfrm>
                <a:off x="3977320" y="3896093"/>
                <a:ext cx="216360" cy="1947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3BC5D96-5C7F-A724-9335-A8ADBDD7D0B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971200" y="3889973"/>
                  <a:ext cx="22860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BFB048C-602E-310B-258A-3B281F885A5C}"/>
                  </a:ext>
                </a:extLst>
              </p14:cNvPr>
              <p14:cNvContentPartPr/>
              <p14:nvPr/>
            </p14:nvContentPartPr>
            <p14:xfrm>
              <a:off x="3654400" y="4343213"/>
              <a:ext cx="421200" cy="1731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BFB048C-602E-310B-258A-3B281F885A5C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3648280" y="4337093"/>
                <a:ext cx="43344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82BF4D4A-691F-9885-7516-8787FBECC2BD}"/>
              </a:ext>
            </a:extLst>
          </p:cNvPr>
          <p:cNvGrpSpPr/>
          <p:nvPr/>
        </p:nvGrpSpPr>
        <p:grpSpPr>
          <a:xfrm>
            <a:off x="1394680" y="2346653"/>
            <a:ext cx="591840" cy="593280"/>
            <a:chOff x="1394680" y="2346653"/>
            <a:chExt cx="5918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C56E9C0-7A4A-E442-6059-4047A69F5A34}"/>
                    </a:ext>
                  </a:extLst>
                </p14:cNvPr>
                <p14:cNvContentPartPr/>
                <p14:nvPr/>
              </p14:nvContentPartPr>
              <p14:xfrm>
                <a:off x="1394680" y="2346653"/>
                <a:ext cx="476640" cy="54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C56E9C0-7A4A-E442-6059-4047A69F5A3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388560" y="2340533"/>
                  <a:ext cx="488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D577882-FB8F-DEA2-2293-3638DC3A38E9}"/>
                    </a:ext>
                  </a:extLst>
                </p14:cNvPr>
                <p14:cNvContentPartPr/>
                <p14:nvPr/>
              </p14:nvContentPartPr>
              <p14:xfrm>
                <a:off x="1714360" y="2453933"/>
                <a:ext cx="21960" cy="3427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D577882-FB8F-DEA2-2293-3638DC3A38E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708240" y="2447813"/>
                  <a:ext cx="342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FF750CA-4EC4-5F4C-AF7F-1A19AE7553DC}"/>
                    </a:ext>
                  </a:extLst>
                </p14:cNvPr>
                <p14:cNvContentPartPr/>
                <p14:nvPr/>
              </p14:nvContentPartPr>
              <p14:xfrm>
                <a:off x="1783480" y="2507573"/>
                <a:ext cx="54000" cy="285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FF750CA-4EC4-5F4C-AF7F-1A19AE7553D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777360" y="2501453"/>
                  <a:ext cx="66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7E61EC9-E064-8313-BA79-4C65B38BB077}"/>
                    </a:ext>
                  </a:extLst>
                </p14:cNvPr>
                <p14:cNvContentPartPr/>
                <p14:nvPr/>
              </p14:nvContentPartPr>
              <p14:xfrm>
                <a:off x="1666480" y="2612693"/>
                <a:ext cx="320040" cy="3272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7E61EC9-E064-8313-BA79-4C65B38BB07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660360" y="2606573"/>
                  <a:ext cx="332280" cy="33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04D608F0-A7D9-19EC-75C0-2002D2EB8EB0}"/>
                  </a:ext>
                </a:extLst>
              </p14:cNvPr>
              <p14:cNvContentPartPr/>
              <p14:nvPr/>
            </p14:nvContentPartPr>
            <p14:xfrm>
              <a:off x="1405480" y="4126133"/>
              <a:ext cx="316080" cy="1335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04D608F0-A7D9-19EC-75C0-2002D2EB8EB0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1399360" y="4120013"/>
                <a:ext cx="3283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2D4FE8E-E88B-4419-175E-1DF8B112CD1F}"/>
                  </a:ext>
                </a:extLst>
              </p14:cNvPr>
              <p14:cNvContentPartPr/>
              <p14:nvPr/>
            </p14:nvContentPartPr>
            <p14:xfrm>
              <a:off x="4916200" y="1561133"/>
              <a:ext cx="18720" cy="27828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2D4FE8E-E88B-4419-175E-1DF8B112CD1F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4910080" y="1555013"/>
                <a:ext cx="3096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B77F0A1A-365C-6B20-741A-CCDE4C892E54}"/>
                  </a:ext>
                </a:extLst>
              </p14:cNvPr>
              <p14:cNvContentPartPr/>
              <p14:nvPr/>
            </p14:nvContentPartPr>
            <p14:xfrm>
              <a:off x="4450720" y="1616573"/>
              <a:ext cx="172800" cy="2163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B77F0A1A-365C-6B20-741A-CCDE4C892E54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4444600" y="1610453"/>
                <a:ext cx="18504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3F096BB8-8F46-1F08-D2F0-BA64AF53F4DF}"/>
              </a:ext>
            </a:extLst>
          </p:cNvPr>
          <p:cNvGrpSpPr/>
          <p:nvPr/>
        </p:nvGrpSpPr>
        <p:grpSpPr>
          <a:xfrm>
            <a:off x="565600" y="4440773"/>
            <a:ext cx="254880" cy="255600"/>
            <a:chOff x="565600" y="4440773"/>
            <a:chExt cx="25488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EBA8BF9-E86B-AFBE-A56D-60C239D893C5}"/>
                    </a:ext>
                  </a:extLst>
                </p14:cNvPr>
                <p14:cNvContentPartPr/>
                <p14:nvPr/>
              </p14:nvContentPartPr>
              <p14:xfrm>
                <a:off x="565600" y="4505213"/>
                <a:ext cx="254880" cy="1818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EBA8BF9-E86B-AFBE-A56D-60C239D893C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59480" y="4499093"/>
                  <a:ext cx="267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F4F0655-C8A3-89AA-0A73-3AD0782D01BA}"/>
                    </a:ext>
                  </a:extLst>
                </p14:cNvPr>
                <p14:cNvContentPartPr/>
                <p14:nvPr/>
              </p14:nvContentPartPr>
              <p14:xfrm>
                <a:off x="736240" y="4440773"/>
                <a:ext cx="68760" cy="2556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F4F0655-C8A3-89AA-0A73-3AD0782D01B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30120" y="4434653"/>
                  <a:ext cx="8100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8E2C5A32-A8E3-515F-8458-64092532E338}"/>
                  </a:ext>
                </a:extLst>
              </p14:cNvPr>
              <p14:cNvContentPartPr/>
              <p14:nvPr/>
            </p14:nvContentPartPr>
            <p14:xfrm>
              <a:off x="5049400" y="1869293"/>
              <a:ext cx="360" cy="36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8E2C5A32-A8E3-515F-8458-64092532E338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043280" y="186317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5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DCE1A5E3-82A5-0132-6234-BD6E50D64771}"/>
                  </a:ext>
                </a:extLst>
              </p14:cNvPr>
              <p14:cNvContentPartPr/>
              <p14:nvPr/>
            </p14:nvContentPartPr>
            <p14:xfrm>
              <a:off x="4430560" y="4045853"/>
              <a:ext cx="174600" cy="20268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DCE1A5E3-82A5-0132-6234-BD6E50D64771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4424440" y="4039733"/>
                <a:ext cx="1868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CAC97DB2-F343-0178-9104-E986E4BCA55A}"/>
                  </a:ext>
                </a:extLst>
              </p14:cNvPr>
              <p14:cNvContentPartPr/>
              <p14:nvPr/>
            </p14:nvContentPartPr>
            <p14:xfrm>
              <a:off x="3838000" y="3154133"/>
              <a:ext cx="160200" cy="1216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CAC97DB2-F343-0178-9104-E986E4BCA55A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3831880" y="3148013"/>
                <a:ext cx="1724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9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2F8E208-A33D-DF05-AF27-D6C1DBEEDFE1}"/>
                  </a:ext>
                </a:extLst>
              </p14:cNvPr>
              <p14:cNvContentPartPr/>
              <p14:nvPr/>
            </p14:nvContentPartPr>
            <p14:xfrm>
              <a:off x="4522720" y="4072493"/>
              <a:ext cx="151560" cy="16812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2F8E208-A33D-DF05-AF27-D6C1DBEEDFE1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4516600" y="4066373"/>
                <a:ext cx="1638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F0FC19AF-F34A-0620-035D-25A3A442A28D}"/>
                  </a:ext>
                </a:extLst>
              </p14:cNvPr>
              <p14:cNvContentPartPr/>
              <p14:nvPr/>
            </p14:nvContentPartPr>
            <p14:xfrm>
              <a:off x="4763560" y="3205253"/>
              <a:ext cx="116640" cy="1623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F0FC19AF-F34A-0620-035D-25A3A442A28D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4757440" y="3199133"/>
                <a:ext cx="1288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54CAB857-597E-876C-74D7-8CC8ADC36495}"/>
                  </a:ext>
                </a:extLst>
              </p14:cNvPr>
              <p14:cNvContentPartPr/>
              <p14:nvPr/>
            </p14:nvContentPartPr>
            <p14:xfrm>
              <a:off x="5054800" y="4068173"/>
              <a:ext cx="97920" cy="759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54CAB857-597E-876C-74D7-8CC8ADC36495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5048680" y="4062053"/>
                <a:ext cx="11016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8" name="Group 287">
            <a:extLst>
              <a:ext uri="{FF2B5EF4-FFF2-40B4-BE49-F238E27FC236}">
                <a16:creationId xmlns:a16="http://schemas.microsoft.com/office/drawing/2014/main" id="{CF0D8B1D-E7E1-DD06-C2A2-BA0066FBDEAD}"/>
              </a:ext>
            </a:extLst>
          </p:cNvPr>
          <p:cNvGrpSpPr/>
          <p:nvPr/>
        </p:nvGrpSpPr>
        <p:grpSpPr>
          <a:xfrm>
            <a:off x="3789400" y="2268893"/>
            <a:ext cx="1140120" cy="218520"/>
            <a:chOff x="3789400" y="2268893"/>
            <a:chExt cx="11401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A5A037E-80B9-499D-E843-939237242E5B}"/>
                    </a:ext>
                  </a:extLst>
                </p14:cNvPr>
                <p14:cNvContentPartPr/>
                <p14:nvPr/>
              </p14:nvContentPartPr>
              <p14:xfrm>
                <a:off x="4752400" y="2268893"/>
                <a:ext cx="177120" cy="115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A5A037E-80B9-499D-E843-939237242E5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746280" y="2262773"/>
                  <a:ext cx="189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28E27E2-E122-D471-6F6F-43E56AC78A66}"/>
                    </a:ext>
                  </a:extLst>
                </p14:cNvPr>
                <p14:cNvContentPartPr/>
                <p14:nvPr/>
              </p14:nvContentPartPr>
              <p14:xfrm>
                <a:off x="4494280" y="2302013"/>
                <a:ext cx="169560" cy="125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28E27E2-E122-D471-6F6F-43E56AC78A6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488160" y="2295893"/>
                  <a:ext cx="181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001B304-188C-4017-FE17-8639AF5F3FEC}"/>
                    </a:ext>
                  </a:extLst>
                </p14:cNvPr>
                <p14:cNvContentPartPr/>
                <p14:nvPr/>
              </p14:nvContentPartPr>
              <p14:xfrm>
                <a:off x="4204120" y="2340173"/>
                <a:ext cx="201600" cy="1202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001B304-188C-4017-FE17-8639AF5F3FE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198000" y="2334053"/>
                  <a:ext cx="213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6278974-C045-341A-F920-CDFC5FA8B229}"/>
                    </a:ext>
                  </a:extLst>
                </p14:cNvPr>
                <p14:cNvContentPartPr/>
                <p14:nvPr/>
              </p14:nvContentPartPr>
              <p14:xfrm>
                <a:off x="3789400" y="2312093"/>
                <a:ext cx="187200" cy="172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6278974-C045-341A-F920-CDFC5FA8B22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783280" y="2305973"/>
                  <a:ext cx="199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5EEB414-55C3-6782-DCD9-5FB365C2B7CE}"/>
                    </a:ext>
                  </a:extLst>
                </p14:cNvPr>
                <p14:cNvContentPartPr/>
                <p14:nvPr/>
              </p14:nvContentPartPr>
              <p14:xfrm>
                <a:off x="4244800" y="2288693"/>
                <a:ext cx="220320" cy="198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5EEB414-55C3-6782-DCD9-5FB365C2B7CE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238680" y="2282573"/>
                  <a:ext cx="232560" cy="21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54D9DE23-7C7C-813C-19C0-8E7E22BD35A0}"/>
                  </a:ext>
                </a:extLst>
              </p14:cNvPr>
              <p14:cNvContentPartPr/>
              <p14:nvPr/>
            </p14:nvContentPartPr>
            <p14:xfrm>
              <a:off x="5590840" y="4063493"/>
              <a:ext cx="77400" cy="10116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54D9DE23-7C7C-813C-19C0-8E7E22BD35A0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5584720" y="4057373"/>
                <a:ext cx="896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A080A7A-705E-8697-B5B6-DEDE1B2946C9}"/>
                  </a:ext>
                </a:extLst>
              </p14:cNvPr>
              <p14:cNvContentPartPr/>
              <p14:nvPr/>
            </p14:nvContentPartPr>
            <p14:xfrm>
              <a:off x="5927800" y="3976373"/>
              <a:ext cx="96120" cy="15264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A080A7A-705E-8697-B5B6-DEDE1B2946C9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5921680" y="3970253"/>
                <a:ext cx="10836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438AAEBF-3A20-4823-3376-595932109BE5}"/>
              </a:ext>
            </a:extLst>
          </p:cNvPr>
          <p:cNvGrpSpPr/>
          <p:nvPr/>
        </p:nvGrpSpPr>
        <p:grpSpPr>
          <a:xfrm>
            <a:off x="3801640" y="1538813"/>
            <a:ext cx="358560" cy="460800"/>
            <a:chOff x="3801640" y="1538813"/>
            <a:chExt cx="35856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46A24C6-27E8-D045-B3C1-C0A8DB7F9A65}"/>
                    </a:ext>
                  </a:extLst>
                </p14:cNvPr>
                <p14:cNvContentPartPr/>
                <p14:nvPr/>
              </p14:nvContentPartPr>
              <p14:xfrm>
                <a:off x="4138960" y="1565453"/>
                <a:ext cx="21240" cy="2545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46A24C6-27E8-D045-B3C1-C0A8DB7F9A6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132840" y="1559333"/>
                  <a:ext cx="33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2F2B3B4-D043-FF89-B412-00173059810B}"/>
                    </a:ext>
                  </a:extLst>
                </p14:cNvPr>
                <p14:cNvContentPartPr/>
                <p14:nvPr/>
              </p14:nvContentPartPr>
              <p14:xfrm>
                <a:off x="3801640" y="1538813"/>
                <a:ext cx="18720" cy="2145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2F2B3B4-D043-FF89-B412-00173059810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795520" y="1532693"/>
                  <a:ext cx="309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D976C2C-8871-089C-E606-2600AA8E2A6E}"/>
                    </a:ext>
                  </a:extLst>
                </p14:cNvPr>
                <p14:cNvContentPartPr/>
                <p14:nvPr/>
              </p14:nvContentPartPr>
              <p14:xfrm>
                <a:off x="3810640" y="1836533"/>
                <a:ext cx="149760" cy="163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D976C2C-8871-089C-E606-2600AA8E2A6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804520" y="1830413"/>
                  <a:ext cx="1620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F571CF7B-8B2D-3DFA-69AA-C51A48F6139B}"/>
              </a:ext>
            </a:extLst>
          </p:cNvPr>
          <p:cNvGrpSpPr/>
          <p:nvPr/>
        </p:nvGrpSpPr>
        <p:grpSpPr>
          <a:xfrm>
            <a:off x="6561760" y="3982133"/>
            <a:ext cx="362520" cy="112320"/>
            <a:chOff x="6561760" y="3982133"/>
            <a:chExt cx="362520" cy="1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8FF3D70-8BC3-1AFD-76D9-9D6662F7A74B}"/>
                    </a:ext>
                  </a:extLst>
                </p14:cNvPr>
                <p14:cNvContentPartPr/>
                <p14:nvPr/>
              </p14:nvContentPartPr>
              <p14:xfrm>
                <a:off x="6561760" y="3982133"/>
                <a:ext cx="117720" cy="1123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8FF3D70-8BC3-1AFD-76D9-9D6662F7A74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555640" y="3976013"/>
                  <a:ext cx="129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AAA30CC-1907-2123-1E68-F8AEB583DDF6}"/>
                    </a:ext>
                  </a:extLst>
                </p14:cNvPr>
                <p14:cNvContentPartPr/>
                <p14:nvPr/>
              </p14:nvContentPartPr>
              <p14:xfrm>
                <a:off x="6788920" y="3989333"/>
                <a:ext cx="135360" cy="910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AAA30CC-1907-2123-1E68-F8AEB583DDF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782800" y="3983213"/>
                  <a:ext cx="14760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996CC2D4-7AE9-9501-A2E3-0265A406ABA3}"/>
                  </a:ext>
                </a:extLst>
              </p14:cNvPr>
              <p14:cNvContentPartPr/>
              <p14:nvPr/>
            </p14:nvContentPartPr>
            <p14:xfrm>
              <a:off x="1760440" y="4209293"/>
              <a:ext cx="1107000" cy="11160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996CC2D4-7AE9-9501-A2E3-0265A406ABA3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1754320" y="4203173"/>
                <a:ext cx="11192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2A21A8B4-A71B-F474-65A6-BA8707C41706}"/>
                  </a:ext>
                </a:extLst>
              </p14:cNvPr>
              <p14:cNvContentPartPr/>
              <p14:nvPr/>
            </p14:nvContentPartPr>
            <p14:xfrm>
              <a:off x="9019840" y="3526373"/>
              <a:ext cx="630720" cy="5731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2A21A8B4-A71B-F474-65A6-BA8707C41706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9013720" y="3520253"/>
                <a:ext cx="64296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D1B226F-9A8F-1C48-5A76-7C8DFF870FC3}"/>
                  </a:ext>
                </a:extLst>
              </p14:cNvPr>
              <p14:cNvContentPartPr/>
              <p14:nvPr/>
            </p14:nvContentPartPr>
            <p14:xfrm>
              <a:off x="1797160" y="4608893"/>
              <a:ext cx="834480" cy="7920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D1B226F-9A8F-1C48-5A76-7C8DFF870FC3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791040" y="4602773"/>
                <a:ext cx="8467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2A15C53-1FF3-BA86-D1AD-78CDF9360E4B}"/>
                  </a:ext>
                </a:extLst>
              </p14:cNvPr>
              <p14:cNvContentPartPr/>
              <p14:nvPr/>
            </p14:nvContentPartPr>
            <p14:xfrm>
              <a:off x="8476240" y="4169693"/>
              <a:ext cx="479520" cy="5673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2A15C53-1FF3-BA86-D1AD-78CDF9360E4B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8470120" y="4163573"/>
                <a:ext cx="491760" cy="57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5" name="Group 304">
            <a:extLst>
              <a:ext uri="{FF2B5EF4-FFF2-40B4-BE49-F238E27FC236}">
                <a16:creationId xmlns:a16="http://schemas.microsoft.com/office/drawing/2014/main" id="{7F7EACB1-7F9C-E29E-B084-8643D288E7D0}"/>
              </a:ext>
            </a:extLst>
          </p:cNvPr>
          <p:cNvGrpSpPr/>
          <p:nvPr/>
        </p:nvGrpSpPr>
        <p:grpSpPr>
          <a:xfrm>
            <a:off x="9875560" y="3960893"/>
            <a:ext cx="221040" cy="383760"/>
            <a:chOff x="9875560" y="3960893"/>
            <a:chExt cx="22104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8A313D29-7A47-B049-9FED-1CF02C354305}"/>
                    </a:ext>
                  </a:extLst>
                </p14:cNvPr>
                <p14:cNvContentPartPr/>
                <p14:nvPr/>
              </p14:nvContentPartPr>
              <p14:xfrm>
                <a:off x="9875560" y="4081853"/>
                <a:ext cx="221040" cy="417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8A313D29-7A47-B049-9FED-1CF02C35430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869440" y="4075733"/>
                  <a:ext cx="233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661BF85-C6EB-3B82-B64D-28DF1CA458A7}"/>
                    </a:ext>
                  </a:extLst>
                </p14:cNvPr>
                <p14:cNvContentPartPr/>
                <p14:nvPr/>
              </p14:nvContentPartPr>
              <p14:xfrm>
                <a:off x="9979960" y="3960893"/>
                <a:ext cx="25560" cy="3837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661BF85-C6EB-3B82-B64D-28DF1CA458A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973840" y="3954773"/>
                  <a:ext cx="3780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EC8373EA-9C26-4DA6-CD22-B45FAC662A9B}"/>
              </a:ext>
            </a:extLst>
          </p:cNvPr>
          <p:cNvGrpSpPr/>
          <p:nvPr/>
        </p:nvGrpSpPr>
        <p:grpSpPr>
          <a:xfrm>
            <a:off x="10478200" y="4059173"/>
            <a:ext cx="687600" cy="232200"/>
            <a:chOff x="10478200" y="4059173"/>
            <a:chExt cx="68760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F54C10B1-C1F1-32C6-4C8E-A65E6A104B76}"/>
                    </a:ext>
                  </a:extLst>
                </p14:cNvPr>
                <p14:cNvContentPartPr/>
                <p14:nvPr/>
              </p14:nvContentPartPr>
              <p14:xfrm>
                <a:off x="10478200" y="4059173"/>
                <a:ext cx="282960" cy="232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F54C10B1-C1F1-32C6-4C8E-A65E6A104B76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472080" y="4053053"/>
                  <a:ext cx="2952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D909997-3E6C-2FC6-CDBF-09C036F55D4E}"/>
                    </a:ext>
                  </a:extLst>
                </p14:cNvPr>
                <p14:cNvContentPartPr/>
                <p14:nvPr/>
              </p14:nvContentPartPr>
              <p14:xfrm>
                <a:off x="10850800" y="4063133"/>
                <a:ext cx="315000" cy="2084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D909997-3E6C-2FC6-CDBF-09C036F55D4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844680" y="4057013"/>
                  <a:ext cx="32724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D743C06C-2063-E27F-27B6-A1CE02E2D523}"/>
                  </a:ext>
                </a:extLst>
              </p14:cNvPr>
              <p14:cNvContentPartPr/>
              <p14:nvPr/>
            </p14:nvContentPartPr>
            <p14:xfrm>
              <a:off x="1691320" y="5502053"/>
              <a:ext cx="385560" cy="37296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D743C06C-2063-E27F-27B6-A1CE02E2D523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1685200" y="5495933"/>
                <a:ext cx="397800" cy="38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D202F1A-0F3B-6D4F-B932-C3776A115F54}"/>
              </a:ext>
            </a:extLst>
          </p:cNvPr>
          <p:cNvGrpSpPr/>
          <p:nvPr/>
        </p:nvGrpSpPr>
        <p:grpSpPr>
          <a:xfrm>
            <a:off x="1543360" y="4754693"/>
            <a:ext cx="3798360" cy="2086920"/>
            <a:chOff x="1543360" y="4754693"/>
            <a:chExt cx="3798360" cy="20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1E66AE9-39F6-0FDA-21DD-142F96EF7147}"/>
                    </a:ext>
                  </a:extLst>
                </p14:cNvPr>
                <p14:cNvContentPartPr/>
                <p14:nvPr/>
              </p14:nvContentPartPr>
              <p14:xfrm>
                <a:off x="2804080" y="4838213"/>
                <a:ext cx="360" cy="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1E66AE9-39F6-0FDA-21DD-142F96EF714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797960" y="48320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D5524BB-1D6D-2192-06F0-5E1B1AD6835A}"/>
                    </a:ext>
                  </a:extLst>
                </p14:cNvPr>
                <p14:cNvContentPartPr/>
                <p14:nvPr/>
              </p14:nvContentPartPr>
              <p14:xfrm>
                <a:off x="2515000" y="4918493"/>
                <a:ext cx="117000" cy="133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D5524BB-1D6D-2192-06F0-5E1B1AD6835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508880" y="4912373"/>
                  <a:ext cx="129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0366CC0-0513-F993-21DF-10874AE7E811}"/>
                    </a:ext>
                  </a:extLst>
                </p14:cNvPr>
                <p14:cNvContentPartPr/>
                <p14:nvPr/>
              </p14:nvContentPartPr>
              <p14:xfrm>
                <a:off x="2170120" y="4845053"/>
                <a:ext cx="360" cy="3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0366CC0-0513-F993-21DF-10874AE7E81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164000" y="48389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67A1E37-D87D-86EB-351B-C569EE99BE9C}"/>
                    </a:ext>
                  </a:extLst>
                </p14:cNvPr>
                <p14:cNvContentPartPr/>
                <p14:nvPr/>
              </p14:nvContentPartPr>
              <p14:xfrm>
                <a:off x="1688080" y="5104613"/>
                <a:ext cx="133560" cy="118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67A1E37-D87D-86EB-351B-C569EE99BE9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681960" y="5098493"/>
                  <a:ext cx="1458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6B09596-C64A-E63F-1FDC-448A637B8DBF}"/>
                    </a:ext>
                  </a:extLst>
                </p14:cNvPr>
                <p14:cNvContentPartPr/>
                <p14:nvPr/>
              </p14:nvContentPartPr>
              <p14:xfrm>
                <a:off x="1543360" y="4901213"/>
                <a:ext cx="1443240" cy="193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6B09596-C64A-E63F-1FDC-448A637B8DB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537240" y="4895093"/>
                  <a:ext cx="1455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A3E8BA3-9CC5-2DEE-5610-ED9CDAB2FE35}"/>
                    </a:ext>
                  </a:extLst>
                </p14:cNvPr>
                <p14:cNvContentPartPr/>
                <p14:nvPr/>
              </p14:nvContentPartPr>
              <p14:xfrm>
                <a:off x="2974720" y="4869533"/>
                <a:ext cx="925920" cy="9090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A3E8BA3-9CC5-2DEE-5610-ED9CDAB2FE3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968600" y="4863413"/>
                  <a:ext cx="93816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C4ABCF6-AFD6-AAC2-37C2-98D750950893}"/>
                    </a:ext>
                  </a:extLst>
                </p14:cNvPr>
                <p14:cNvContentPartPr/>
                <p14:nvPr/>
              </p14:nvContentPartPr>
              <p14:xfrm>
                <a:off x="3280720" y="4754693"/>
                <a:ext cx="945720" cy="13089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C4ABCF6-AFD6-AAC2-37C2-98D75095089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274600" y="4748573"/>
                  <a:ext cx="957960" cy="13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A2E8A50-F9EA-82F2-0364-9F97FD44D65A}"/>
                    </a:ext>
                  </a:extLst>
                </p14:cNvPr>
                <p14:cNvContentPartPr/>
                <p14:nvPr/>
              </p14:nvContentPartPr>
              <p14:xfrm>
                <a:off x="3732160" y="5771333"/>
                <a:ext cx="641160" cy="3765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A2E8A50-F9EA-82F2-0364-9F97FD44D65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726040" y="5765213"/>
                  <a:ext cx="6534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29E8020-9B3E-1BCD-319A-5A098BABA0E5}"/>
                    </a:ext>
                  </a:extLst>
                </p14:cNvPr>
                <p14:cNvContentPartPr/>
                <p14:nvPr/>
              </p14:nvContentPartPr>
              <p14:xfrm>
                <a:off x="4570240" y="6099653"/>
                <a:ext cx="771480" cy="7419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29E8020-9B3E-1BCD-319A-5A098BABA0E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564120" y="6093533"/>
                  <a:ext cx="783720" cy="75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02328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igital logic gates symbols and truth tables">
            <a:extLst>
              <a:ext uri="{FF2B5EF4-FFF2-40B4-BE49-F238E27FC236}">
                <a16:creationId xmlns:a16="http://schemas.microsoft.com/office/drawing/2014/main" id="{8BC9C950-E5F6-279F-9B2D-BF6BE02D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61F94A-B48E-24D5-C17A-E63A71DCD3D7}"/>
                  </a:ext>
                </a:extLst>
              </p14:cNvPr>
              <p14:cNvContentPartPr/>
              <p14:nvPr/>
            </p14:nvContentPartPr>
            <p14:xfrm>
              <a:off x="6486648" y="1311944"/>
              <a:ext cx="4150800" cy="5441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61F94A-B48E-24D5-C17A-E63A71DCD3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0528" y="1305824"/>
                <a:ext cx="4163040" cy="54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4CABAF5-1CC8-F683-BCBD-452A837FACBD}"/>
              </a:ext>
            </a:extLst>
          </p:cNvPr>
          <p:cNvGrpSpPr/>
          <p:nvPr/>
        </p:nvGrpSpPr>
        <p:grpSpPr>
          <a:xfrm>
            <a:off x="61368" y="2220944"/>
            <a:ext cx="1307160" cy="657000"/>
            <a:chOff x="61368" y="2220944"/>
            <a:chExt cx="1307160" cy="6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9BE8E92-15C0-4FA8-5402-2C14239D5D9B}"/>
                    </a:ext>
                  </a:extLst>
                </p14:cNvPr>
                <p14:cNvContentPartPr/>
                <p14:nvPr/>
              </p14:nvContentPartPr>
              <p14:xfrm>
                <a:off x="700368" y="2577704"/>
                <a:ext cx="27720" cy="300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9BE8E92-15C0-4FA8-5402-2C14239D5D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4248" y="2571584"/>
                  <a:ext cx="399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02B289-2689-196A-72FE-23A49155E159}"/>
                    </a:ext>
                  </a:extLst>
                </p14:cNvPr>
                <p14:cNvContentPartPr/>
                <p14:nvPr/>
              </p14:nvContentPartPr>
              <p14:xfrm>
                <a:off x="829968" y="2642504"/>
                <a:ext cx="8280" cy="131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02B289-2689-196A-72FE-23A49155E1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3848" y="2636384"/>
                  <a:ext cx="20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5A45C8-F4B5-E4D4-F6A3-DB27FBE52AF7}"/>
                    </a:ext>
                  </a:extLst>
                </p14:cNvPr>
                <p14:cNvContentPartPr/>
                <p14:nvPr/>
              </p14:nvContentPartPr>
              <p14:xfrm>
                <a:off x="830688" y="2375024"/>
                <a:ext cx="537840" cy="36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5A45C8-F4B5-E4D4-F6A3-DB27FBE52A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4568" y="2368904"/>
                  <a:ext cx="550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A99CFF-CF2D-3284-A1DA-FCEB1AE58C88}"/>
                    </a:ext>
                  </a:extLst>
                </p14:cNvPr>
                <p14:cNvContentPartPr/>
                <p14:nvPr/>
              </p14:nvContentPartPr>
              <p14:xfrm>
                <a:off x="1179168" y="2359544"/>
                <a:ext cx="54000" cy="4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A99CFF-CF2D-3284-A1DA-FCEB1AE58C8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3048" y="2353424"/>
                  <a:ext cx="66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F752680-76C3-27DF-B63C-33F570767472}"/>
                    </a:ext>
                  </a:extLst>
                </p14:cNvPr>
                <p14:cNvContentPartPr/>
                <p14:nvPr/>
              </p14:nvContentPartPr>
              <p14:xfrm>
                <a:off x="1028328" y="2230304"/>
                <a:ext cx="159120" cy="14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F752680-76C3-27DF-B63C-33F57076747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2208" y="2224184"/>
                  <a:ext cx="171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154831-4764-907D-5242-F849F657ACCE}"/>
                    </a:ext>
                  </a:extLst>
                </p14:cNvPr>
                <p14:cNvContentPartPr/>
                <p14:nvPr/>
              </p14:nvContentPartPr>
              <p14:xfrm>
                <a:off x="514248" y="2415704"/>
                <a:ext cx="476280" cy="31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154831-4764-907D-5242-F849F657ACC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8128" y="2409584"/>
                  <a:ext cx="488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458383-1256-67E7-A69C-C5E7939A2034}"/>
                    </a:ext>
                  </a:extLst>
                </p14:cNvPr>
                <p14:cNvContentPartPr/>
                <p14:nvPr/>
              </p14:nvContentPartPr>
              <p14:xfrm>
                <a:off x="424968" y="2415704"/>
                <a:ext cx="72000" cy="71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458383-1256-67E7-A69C-C5E7939A20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848" y="2409584"/>
                  <a:ext cx="84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8F1E03-F3CA-A907-9FD9-B39C0D0A6A13}"/>
                    </a:ext>
                  </a:extLst>
                </p14:cNvPr>
                <p14:cNvContentPartPr/>
                <p14:nvPr/>
              </p14:nvContentPartPr>
              <p14:xfrm>
                <a:off x="261888" y="2220944"/>
                <a:ext cx="162000" cy="24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8F1E03-F3CA-A907-9FD9-B39C0D0A6A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5768" y="2214824"/>
                  <a:ext cx="174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E7D141-A71F-33E3-67F7-57D5D1F45EA6}"/>
                    </a:ext>
                  </a:extLst>
                </p14:cNvPr>
                <p14:cNvContentPartPr/>
                <p14:nvPr/>
              </p14:nvContentPartPr>
              <p14:xfrm>
                <a:off x="84408" y="2487344"/>
                <a:ext cx="170640" cy="19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E7D141-A71F-33E3-67F7-57D5D1F45EA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288" y="2481224"/>
                  <a:ext cx="182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9229A6-38E3-B2AB-BC09-67CE72A34FE3}"/>
                    </a:ext>
                  </a:extLst>
                </p14:cNvPr>
                <p14:cNvContentPartPr/>
                <p14:nvPr/>
              </p14:nvContentPartPr>
              <p14:xfrm>
                <a:off x="61368" y="2499584"/>
                <a:ext cx="649080" cy="269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9229A6-38E3-B2AB-BC09-67CE72A34FE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248" y="2493464"/>
                  <a:ext cx="66132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199580-D70D-E21F-79AB-60FB75A44BE1}"/>
              </a:ext>
            </a:extLst>
          </p:cNvPr>
          <p:cNvGrpSpPr/>
          <p:nvPr/>
        </p:nvGrpSpPr>
        <p:grpSpPr>
          <a:xfrm>
            <a:off x="1019328" y="1624784"/>
            <a:ext cx="133920" cy="268560"/>
            <a:chOff x="1019328" y="1624784"/>
            <a:chExt cx="13392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58D59A-03DC-A745-7CA7-201BB7314FE4}"/>
                    </a:ext>
                  </a:extLst>
                </p14:cNvPr>
                <p14:cNvContentPartPr/>
                <p14:nvPr/>
              </p14:nvContentPartPr>
              <p14:xfrm>
                <a:off x="1019328" y="1629464"/>
                <a:ext cx="58320" cy="263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58D59A-03DC-A745-7CA7-201BB7314F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3208" y="1623344"/>
                  <a:ext cx="70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275914A-5166-003E-ED83-CDC3B38039E5}"/>
                    </a:ext>
                  </a:extLst>
                </p14:cNvPr>
                <p14:cNvContentPartPr/>
                <p14:nvPr/>
              </p14:nvContentPartPr>
              <p14:xfrm>
                <a:off x="1072608" y="1624784"/>
                <a:ext cx="61560" cy="24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275914A-5166-003E-ED83-CDC3B38039E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6488" y="1618664"/>
                  <a:ext cx="73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FA90669-F441-D3E7-4AB7-0CE07C40C42B}"/>
                    </a:ext>
                  </a:extLst>
                </p14:cNvPr>
                <p14:cNvContentPartPr/>
                <p14:nvPr/>
              </p14:nvContentPartPr>
              <p14:xfrm>
                <a:off x="1054248" y="1782464"/>
                <a:ext cx="99000" cy="1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FA90669-F441-D3E7-4AB7-0CE07C40C42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48128" y="1776344"/>
                  <a:ext cx="11124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E18034-25AA-52BD-D25A-59341263B0CA}"/>
              </a:ext>
            </a:extLst>
          </p:cNvPr>
          <p:cNvGrpSpPr/>
          <p:nvPr/>
        </p:nvGrpSpPr>
        <p:grpSpPr>
          <a:xfrm>
            <a:off x="253248" y="1671944"/>
            <a:ext cx="185400" cy="268560"/>
            <a:chOff x="253248" y="1671944"/>
            <a:chExt cx="18540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6084CF-7106-0131-E67D-35CC2985907C}"/>
                    </a:ext>
                  </a:extLst>
                </p14:cNvPr>
                <p14:cNvContentPartPr/>
                <p14:nvPr/>
              </p14:nvContentPartPr>
              <p14:xfrm>
                <a:off x="263328" y="1733144"/>
                <a:ext cx="14040" cy="172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6084CF-7106-0131-E67D-35CC2985907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7208" y="1727024"/>
                  <a:ext cx="26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89F3C04-2CEC-AB73-4E2F-C2E81A23FCAE}"/>
                    </a:ext>
                  </a:extLst>
                </p14:cNvPr>
                <p14:cNvContentPartPr/>
                <p14:nvPr/>
              </p14:nvContentPartPr>
              <p14:xfrm>
                <a:off x="253248" y="1671944"/>
                <a:ext cx="185400" cy="268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89F3C04-2CEC-AB73-4E2F-C2E81A23FC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128" y="1665824"/>
                  <a:ext cx="19764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E3F467-368B-CE88-55F5-A79B4A126DD3}"/>
              </a:ext>
            </a:extLst>
          </p:cNvPr>
          <p:cNvGrpSpPr/>
          <p:nvPr/>
        </p:nvGrpSpPr>
        <p:grpSpPr>
          <a:xfrm>
            <a:off x="69288" y="3223184"/>
            <a:ext cx="1209960" cy="1441080"/>
            <a:chOff x="69288" y="3223184"/>
            <a:chExt cx="1209960" cy="14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092752-DE7E-BC88-35D3-04F5DDBA4036}"/>
                    </a:ext>
                  </a:extLst>
                </p14:cNvPr>
                <p14:cNvContentPartPr/>
                <p14:nvPr/>
              </p14:nvContentPartPr>
              <p14:xfrm>
                <a:off x="743568" y="4409024"/>
                <a:ext cx="18000" cy="255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092752-DE7E-BC88-35D3-04F5DDBA403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7448" y="4402904"/>
                  <a:ext cx="302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08AD56-F4F1-5B9B-1F76-D6CF83DEED2B}"/>
                    </a:ext>
                  </a:extLst>
                </p14:cNvPr>
                <p14:cNvContentPartPr/>
                <p14:nvPr/>
              </p14:nvContentPartPr>
              <p14:xfrm>
                <a:off x="843648" y="4452584"/>
                <a:ext cx="10440" cy="9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08AD56-F4F1-5B9B-1F76-D6CF83DEED2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7528" y="4446464"/>
                  <a:ext cx="2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025598-B5E9-9EF8-3555-F9983216218A}"/>
                    </a:ext>
                  </a:extLst>
                </p14:cNvPr>
                <p14:cNvContentPartPr/>
                <p14:nvPr/>
              </p14:nvContentPartPr>
              <p14:xfrm>
                <a:off x="850848" y="3956864"/>
                <a:ext cx="428400" cy="56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025598-B5E9-9EF8-3555-F9983216218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4728" y="3950744"/>
                  <a:ext cx="44064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9FE531-BDC6-E40D-1F45-B5B9613FCBA1}"/>
                    </a:ext>
                  </a:extLst>
                </p14:cNvPr>
                <p14:cNvContentPartPr/>
                <p14:nvPr/>
              </p14:nvContentPartPr>
              <p14:xfrm>
                <a:off x="422088" y="3500744"/>
                <a:ext cx="542520" cy="470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9FE531-BDC6-E40D-1F45-B5B9613FCBA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5968" y="3494624"/>
                  <a:ext cx="5547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52BEA4-A30B-7103-B14C-426B3F09B4CC}"/>
                    </a:ext>
                  </a:extLst>
                </p14:cNvPr>
                <p14:cNvContentPartPr/>
                <p14:nvPr/>
              </p14:nvContentPartPr>
              <p14:xfrm>
                <a:off x="100248" y="3712064"/>
                <a:ext cx="278640" cy="36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52BEA4-A30B-7103-B14C-426B3F09B4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128" y="3705944"/>
                  <a:ext cx="290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A833C0-67F3-7399-4FCA-3CB588C5D9D8}"/>
                    </a:ext>
                  </a:extLst>
                </p14:cNvPr>
                <p14:cNvContentPartPr/>
                <p14:nvPr/>
              </p14:nvContentPartPr>
              <p14:xfrm>
                <a:off x="572928" y="4155584"/>
                <a:ext cx="427320" cy="16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A833C0-67F3-7399-4FCA-3CB588C5D9D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6808" y="4149464"/>
                  <a:ext cx="439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B318C8-2391-E4F5-EAC0-CABE0A67C199}"/>
                    </a:ext>
                  </a:extLst>
                </p14:cNvPr>
                <p14:cNvContentPartPr/>
                <p14:nvPr/>
              </p14:nvContentPartPr>
              <p14:xfrm>
                <a:off x="141288" y="4313624"/>
                <a:ext cx="376200" cy="3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B318C8-2391-E4F5-EAC0-CABE0A67C1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5168" y="4307504"/>
                  <a:ext cx="388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DA415E-F796-409B-3540-9968B7D6C18B}"/>
                    </a:ext>
                  </a:extLst>
                </p14:cNvPr>
                <p14:cNvContentPartPr/>
                <p14:nvPr/>
              </p14:nvContentPartPr>
              <p14:xfrm>
                <a:off x="69288" y="3752024"/>
                <a:ext cx="672480" cy="790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DA415E-F796-409B-3540-9968B7D6C18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168" y="3745904"/>
                  <a:ext cx="68472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33009C-C324-1481-D981-11155A9F5B37}"/>
                    </a:ext>
                  </a:extLst>
                </p14:cNvPr>
                <p14:cNvContentPartPr/>
                <p14:nvPr/>
              </p14:nvContentPartPr>
              <p14:xfrm>
                <a:off x="636648" y="3223184"/>
                <a:ext cx="129600" cy="230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33009C-C324-1481-D981-11155A9F5B3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0528" y="3217064"/>
                  <a:ext cx="141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7D24FA-4FB9-1A19-7941-F6126A5761F5}"/>
                    </a:ext>
                  </a:extLst>
                </p14:cNvPr>
                <p14:cNvContentPartPr/>
                <p14:nvPr/>
              </p14:nvContentPartPr>
              <p14:xfrm>
                <a:off x="660048" y="3943904"/>
                <a:ext cx="153720" cy="21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7D24FA-4FB9-1A19-7941-F6126A5761F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3928" y="3937784"/>
                  <a:ext cx="16596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F97EE0-8AD8-5B0C-4BC8-92DE2596E6BF}"/>
                  </a:ext>
                </a:extLst>
              </p14:cNvPr>
              <p14:cNvContentPartPr/>
              <p14:nvPr/>
            </p14:nvContentPartPr>
            <p14:xfrm>
              <a:off x="-450680" y="202985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F97EE0-8AD8-5B0C-4BC8-92DE2596E6B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-456800" y="202373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4CAA319-B9E8-FDF5-9739-00BBFB071D73}"/>
                  </a:ext>
                </a:extLst>
              </p14:cNvPr>
              <p14:cNvContentPartPr/>
              <p14:nvPr/>
            </p14:nvContentPartPr>
            <p14:xfrm>
              <a:off x="1813360" y="174413"/>
              <a:ext cx="1111320" cy="520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4CAA319-B9E8-FDF5-9739-00BBFB071D7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807240" y="168293"/>
                <a:ext cx="112356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78B00C6-A658-0F6E-62D8-EB0CA80657EA}"/>
                  </a:ext>
                </a:extLst>
              </p14:cNvPr>
              <p14:cNvContentPartPr/>
              <p14:nvPr/>
            </p14:nvContentPartPr>
            <p14:xfrm>
              <a:off x="3857800" y="641333"/>
              <a:ext cx="19440" cy="6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78B00C6-A658-0F6E-62D8-EB0CA80657E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851680" y="635213"/>
                <a:ext cx="316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05780AB-F261-278C-C60B-E6333BD68D69}"/>
                  </a:ext>
                </a:extLst>
              </p14:cNvPr>
              <p14:cNvContentPartPr/>
              <p14:nvPr/>
            </p14:nvContentPartPr>
            <p14:xfrm>
              <a:off x="4962640" y="581213"/>
              <a:ext cx="142920" cy="102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05780AB-F261-278C-C60B-E6333BD68D6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956520" y="575093"/>
                <a:ext cx="1551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EAA6341-E2DB-5946-B360-37CFC2627513}"/>
                  </a:ext>
                </a:extLst>
              </p14:cNvPr>
              <p14:cNvContentPartPr/>
              <p14:nvPr/>
            </p14:nvContentPartPr>
            <p14:xfrm>
              <a:off x="3886240" y="928613"/>
              <a:ext cx="151920" cy="145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EAA6341-E2DB-5946-B360-37CFC262751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880120" y="922493"/>
                <a:ext cx="1641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A349A89-FFA2-A3F7-15AA-D1E1FDEBD989}"/>
                  </a:ext>
                </a:extLst>
              </p14:cNvPr>
              <p14:cNvContentPartPr/>
              <p14:nvPr/>
            </p14:nvContentPartPr>
            <p14:xfrm>
              <a:off x="4884160" y="960653"/>
              <a:ext cx="204840" cy="135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A349A89-FFA2-A3F7-15AA-D1E1FDEBD98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878040" y="954533"/>
                <a:ext cx="2170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9A1F62A-7F80-B0A6-182C-10E3B10ADF9C}"/>
                  </a:ext>
                </a:extLst>
              </p14:cNvPr>
              <p14:cNvContentPartPr/>
              <p14:nvPr/>
            </p14:nvContentPartPr>
            <p14:xfrm>
              <a:off x="6653920" y="131933"/>
              <a:ext cx="1370880" cy="998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9A1F62A-7F80-B0A6-182C-10E3B10ADF9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647800" y="125813"/>
                <a:ext cx="1383120" cy="10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E01B4784-ACDA-1188-41A2-E0CB986E2C50}"/>
              </a:ext>
            </a:extLst>
          </p:cNvPr>
          <p:cNvGrpSpPr/>
          <p:nvPr/>
        </p:nvGrpSpPr>
        <p:grpSpPr>
          <a:xfrm>
            <a:off x="6534760" y="586973"/>
            <a:ext cx="4021560" cy="6247440"/>
            <a:chOff x="6534760" y="586973"/>
            <a:chExt cx="4021560" cy="624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1082385-AAC3-90B2-DC9F-75A96FD63AAC}"/>
                    </a:ext>
                  </a:extLst>
                </p14:cNvPr>
                <p14:cNvContentPartPr/>
                <p14:nvPr/>
              </p14:nvContentPartPr>
              <p14:xfrm>
                <a:off x="8878000" y="625133"/>
                <a:ext cx="154440" cy="175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1082385-AAC3-90B2-DC9F-75A96FD63AA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71880" y="619013"/>
                  <a:ext cx="166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18F7530-BD7F-5471-18FD-45D045C1EAC0}"/>
                    </a:ext>
                  </a:extLst>
                </p14:cNvPr>
                <p14:cNvContentPartPr/>
                <p14:nvPr/>
              </p14:nvContentPartPr>
              <p14:xfrm>
                <a:off x="9606640" y="630893"/>
                <a:ext cx="217080" cy="210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18F7530-BD7F-5471-18FD-45D045C1EAC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00520" y="624773"/>
                  <a:ext cx="229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A50DDA-FD4C-14CA-9701-CE66986F0F36}"/>
                    </a:ext>
                  </a:extLst>
                </p14:cNvPr>
                <p14:cNvContentPartPr/>
                <p14:nvPr/>
              </p14:nvContentPartPr>
              <p14:xfrm>
                <a:off x="8541040" y="586973"/>
                <a:ext cx="539280" cy="32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A50DDA-FD4C-14CA-9701-CE66986F0F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534920" y="580853"/>
                  <a:ext cx="5515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391154-F0B5-BF07-7C25-B9373531A3AF}"/>
                    </a:ext>
                  </a:extLst>
                </p14:cNvPr>
                <p14:cNvContentPartPr/>
                <p14:nvPr/>
              </p14:nvContentPartPr>
              <p14:xfrm>
                <a:off x="8594320" y="891173"/>
                <a:ext cx="320040" cy="31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391154-F0B5-BF07-7C25-B9373531A3A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88200" y="885053"/>
                  <a:ext cx="3322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778335-76E4-EC87-7365-27B73D06BC91}"/>
                    </a:ext>
                  </a:extLst>
                </p14:cNvPr>
                <p14:cNvContentPartPr/>
                <p14:nvPr/>
              </p14:nvContentPartPr>
              <p14:xfrm>
                <a:off x="9432400" y="907013"/>
                <a:ext cx="448920" cy="287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778335-76E4-EC87-7365-27B73D06BC9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426280" y="900893"/>
                  <a:ext cx="461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CBA0C29-FE22-D835-4C4A-8191455E97AE}"/>
                    </a:ext>
                  </a:extLst>
                </p14:cNvPr>
                <p14:cNvContentPartPr/>
                <p14:nvPr/>
              </p14:nvContentPartPr>
              <p14:xfrm>
                <a:off x="6534760" y="1244693"/>
                <a:ext cx="4021560" cy="5589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CBA0C29-FE22-D835-4C4A-8191455E97A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528640" y="1238573"/>
                  <a:ext cx="4033800" cy="56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26FD3AC-1C9A-053B-C24F-D1DEB33A909C}"/>
                  </a:ext>
                </a:extLst>
              </p14:cNvPr>
              <p14:cNvContentPartPr/>
              <p14:nvPr/>
            </p14:nvContentPartPr>
            <p14:xfrm>
              <a:off x="2101720" y="1963613"/>
              <a:ext cx="466920" cy="288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26FD3AC-1C9A-053B-C24F-D1DEB33A909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095600" y="1957493"/>
                <a:ext cx="4791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35A1BEC-FD28-0BAA-97F4-DEF5648CCBC5}"/>
                  </a:ext>
                </a:extLst>
              </p14:cNvPr>
              <p14:cNvContentPartPr/>
              <p14:nvPr/>
            </p14:nvContentPartPr>
            <p14:xfrm>
              <a:off x="2171200" y="3813653"/>
              <a:ext cx="319320" cy="6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35A1BEC-FD28-0BAA-97F4-DEF5648CCBC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165080" y="3807533"/>
                <a:ext cx="33156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03BA0A8-1EB8-6881-7003-B0B64074DD9C}"/>
                  </a:ext>
                </a:extLst>
              </p14:cNvPr>
              <p14:cNvContentPartPr/>
              <p14:nvPr/>
            </p14:nvContentPartPr>
            <p14:xfrm>
              <a:off x="2034040" y="5631293"/>
              <a:ext cx="486360" cy="19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03BA0A8-1EB8-6881-7003-B0B64074DD9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027920" y="5625173"/>
                <a:ext cx="4986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31142EB-30CB-7EB0-A6EB-326FD648B405}"/>
                  </a:ext>
                </a:extLst>
              </p14:cNvPr>
              <p14:cNvContentPartPr/>
              <p14:nvPr/>
            </p14:nvContentPartPr>
            <p14:xfrm>
              <a:off x="811840" y="2887373"/>
              <a:ext cx="154440" cy="122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31142EB-30CB-7EB0-A6EB-326FD648B40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05720" y="2881253"/>
                <a:ext cx="16668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8584E8EC-CF66-ACF5-85C1-334DF9477DAB}"/>
              </a:ext>
            </a:extLst>
          </p:cNvPr>
          <p:cNvGrpSpPr/>
          <p:nvPr/>
        </p:nvGrpSpPr>
        <p:grpSpPr>
          <a:xfrm>
            <a:off x="2379640" y="1290773"/>
            <a:ext cx="666360" cy="387720"/>
            <a:chOff x="2379640" y="1290773"/>
            <a:chExt cx="66636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C506DC-671E-3A4D-5A99-5B7C94F4234E}"/>
                    </a:ext>
                  </a:extLst>
                </p14:cNvPr>
                <p14:cNvContentPartPr/>
                <p14:nvPr/>
              </p14:nvContentPartPr>
              <p14:xfrm>
                <a:off x="2379640" y="1340813"/>
                <a:ext cx="155880" cy="337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C506DC-671E-3A4D-5A99-5B7C94F4234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373520" y="1334693"/>
                  <a:ext cx="1681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5EFDC57-8A5A-5D0A-3EA2-715BDCFDB354}"/>
                    </a:ext>
                  </a:extLst>
                </p14:cNvPr>
                <p14:cNvContentPartPr/>
                <p14:nvPr/>
              </p14:nvContentPartPr>
              <p14:xfrm>
                <a:off x="2632720" y="1383653"/>
                <a:ext cx="120240" cy="125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5EFDC57-8A5A-5D0A-3EA2-715BDCFDB35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26600" y="1377533"/>
                  <a:ext cx="132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3802F99-A765-BC9D-A3AF-C7A6507A100E}"/>
                    </a:ext>
                  </a:extLst>
                </p14:cNvPr>
                <p14:cNvContentPartPr/>
                <p14:nvPr/>
              </p14:nvContentPartPr>
              <p14:xfrm>
                <a:off x="2806960" y="1290773"/>
                <a:ext cx="18000" cy="200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3802F99-A765-BC9D-A3AF-C7A6507A100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800840" y="1284653"/>
                  <a:ext cx="30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0FA81A-9B27-AADE-B66D-708F24521262}"/>
                    </a:ext>
                  </a:extLst>
                </p14:cNvPr>
                <p14:cNvContentPartPr/>
                <p14:nvPr/>
              </p14:nvContentPartPr>
              <p14:xfrm>
                <a:off x="2739640" y="1335773"/>
                <a:ext cx="153720" cy="29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0FA81A-9B27-AADE-B66D-708F2452126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733520" y="1329653"/>
                  <a:ext cx="165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93EEE5-C7E0-6B88-ED4A-7D4A19CFC89A}"/>
                    </a:ext>
                  </a:extLst>
                </p14:cNvPr>
                <p14:cNvContentPartPr/>
                <p14:nvPr/>
              </p14:nvContentPartPr>
              <p14:xfrm>
                <a:off x="2897320" y="1321733"/>
                <a:ext cx="148680" cy="150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93EEE5-C7E0-6B88-ED4A-7D4A19CFC8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891200" y="1315613"/>
                  <a:ext cx="1609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415FF7-32FC-535B-C5B9-2F149EF1D71D}"/>
              </a:ext>
            </a:extLst>
          </p:cNvPr>
          <p:cNvGrpSpPr/>
          <p:nvPr/>
        </p:nvGrpSpPr>
        <p:grpSpPr>
          <a:xfrm>
            <a:off x="1687720" y="1268453"/>
            <a:ext cx="651600" cy="437760"/>
            <a:chOff x="1687720" y="1268453"/>
            <a:chExt cx="651600" cy="43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D37D7B-7620-CDA5-EDAD-6E1977732B19}"/>
                    </a:ext>
                  </a:extLst>
                </p14:cNvPr>
                <p14:cNvContentPartPr/>
                <p14:nvPr/>
              </p14:nvContentPartPr>
              <p14:xfrm>
                <a:off x="1687720" y="1331093"/>
                <a:ext cx="20160" cy="193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D37D7B-7620-CDA5-EDAD-6E1977732B1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681600" y="1324973"/>
                  <a:ext cx="32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E9ED0B-1BA6-FA6C-0A76-9FA372C0664C}"/>
                    </a:ext>
                  </a:extLst>
                </p14:cNvPr>
                <p14:cNvContentPartPr/>
                <p14:nvPr/>
              </p14:nvContentPartPr>
              <p14:xfrm>
                <a:off x="1815880" y="1379333"/>
                <a:ext cx="81000" cy="105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E9ED0B-1BA6-FA6C-0A76-9FA372C0664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09760" y="1373213"/>
                  <a:ext cx="93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1E2A8AA-1199-9BB8-FB9B-D7361EAB3774}"/>
                    </a:ext>
                  </a:extLst>
                </p14:cNvPr>
                <p14:cNvContentPartPr/>
                <p14:nvPr/>
              </p14:nvContentPartPr>
              <p14:xfrm>
                <a:off x="1913080" y="1373213"/>
                <a:ext cx="144720" cy="333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1E2A8AA-1199-9BB8-FB9B-D7361EAB377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06960" y="1367093"/>
                  <a:ext cx="1569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E9B67F-4763-A5DB-3C84-2C5BB0CBF591}"/>
                    </a:ext>
                  </a:extLst>
                </p14:cNvPr>
                <p14:cNvContentPartPr/>
                <p14:nvPr/>
              </p14:nvContentPartPr>
              <p14:xfrm>
                <a:off x="2155000" y="1398053"/>
                <a:ext cx="7200" cy="9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E9B67F-4763-A5DB-3C84-2C5BB0CBF59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148880" y="1391933"/>
                  <a:ext cx="19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62A8D15-A5D3-33EF-F75A-0026410EB4F4}"/>
                    </a:ext>
                  </a:extLst>
                </p14:cNvPr>
                <p14:cNvContentPartPr/>
                <p14:nvPr/>
              </p14:nvContentPartPr>
              <p14:xfrm>
                <a:off x="2175520" y="1268453"/>
                <a:ext cx="46440" cy="111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62A8D15-A5D3-33EF-F75A-0026410EB4F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169400" y="1262333"/>
                  <a:ext cx="58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32636A5-81F6-D041-A8CA-FF3DFEA0EE61}"/>
                    </a:ext>
                  </a:extLst>
                </p14:cNvPr>
                <p14:cNvContentPartPr/>
                <p14:nvPr/>
              </p14:nvContentPartPr>
              <p14:xfrm>
                <a:off x="2219440" y="1358453"/>
                <a:ext cx="119880" cy="153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32636A5-81F6-D041-A8CA-FF3DFEA0EE6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13320" y="1352333"/>
                  <a:ext cx="13212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216" name="Ink 9215">
                <a:extLst>
                  <a:ext uri="{FF2B5EF4-FFF2-40B4-BE49-F238E27FC236}">
                    <a16:creationId xmlns:a16="http://schemas.microsoft.com/office/drawing/2014/main" id="{75B5EADC-6372-6D78-CF68-1634C2E763A4}"/>
                  </a:ext>
                </a:extLst>
              </p14:cNvPr>
              <p14:cNvContentPartPr/>
              <p14:nvPr/>
            </p14:nvContentPartPr>
            <p14:xfrm>
              <a:off x="3377200" y="2219573"/>
              <a:ext cx="251640" cy="244440"/>
            </p14:xfrm>
          </p:contentPart>
        </mc:Choice>
        <mc:Fallback xmlns="">
          <p:pic>
            <p:nvPicPr>
              <p:cNvPr id="9216" name="Ink 9215">
                <a:extLst>
                  <a:ext uri="{FF2B5EF4-FFF2-40B4-BE49-F238E27FC236}">
                    <a16:creationId xmlns:a16="http://schemas.microsoft.com/office/drawing/2014/main" id="{75B5EADC-6372-6D78-CF68-1634C2E763A4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371080" y="2213453"/>
                <a:ext cx="2638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9217" name="Ink 9216">
                <a:extLst>
                  <a:ext uri="{FF2B5EF4-FFF2-40B4-BE49-F238E27FC236}">
                    <a16:creationId xmlns:a16="http://schemas.microsoft.com/office/drawing/2014/main" id="{130D3991-6113-8CA0-F892-7E7F5A3BA688}"/>
                  </a:ext>
                </a:extLst>
              </p14:cNvPr>
              <p14:cNvContentPartPr/>
              <p14:nvPr/>
            </p14:nvContentPartPr>
            <p14:xfrm>
              <a:off x="3935920" y="2493893"/>
              <a:ext cx="195120" cy="288360"/>
            </p14:xfrm>
          </p:contentPart>
        </mc:Choice>
        <mc:Fallback xmlns="">
          <p:pic>
            <p:nvPicPr>
              <p:cNvPr id="9217" name="Ink 9216">
                <a:extLst>
                  <a:ext uri="{FF2B5EF4-FFF2-40B4-BE49-F238E27FC236}">
                    <a16:creationId xmlns:a16="http://schemas.microsoft.com/office/drawing/2014/main" id="{130D3991-6113-8CA0-F892-7E7F5A3BA68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929800" y="2487773"/>
                <a:ext cx="207360" cy="30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21" name="Group 9220">
            <a:extLst>
              <a:ext uri="{FF2B5EF4-FFF2-40B4-BE49-F238E27FC236}">
                <a16:creationId xmlns:a16="http://schemas.microsoft.com/office/drawing/2014/main" id="{09C7706C-8C31-9C7C-981D-50BFCA484EC6}"/>
              </a:ext>
            </a:extLst>
          </p:cNvPr>
          <p:cNvGrpSpPr/>
          <p:nvPr/>
        </p:nvGrpSpPr>
        <p:grpSpPr>
          <a:xfrm>
            <a:off x="4651240" y="2184293"/>
            <a:ext cx="304200" cy="574560"/>
            <a:chOff x="4651240" y="2184293"/>
            <a:chExt cx="304200" cy="57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219" name="Ink 9218">
                  <a:extLst>
                    <a:ext uri="{FF2B5EF4-FFF2-40B4-BE49-F238E27FC236}">
                      <a16:creationId xmlns:a16="http://schemas.microsoft.com/office/drawing/2014/main" id="{2EEE8F98-5346-F5CC-9989-652EEFFA9330}"/>
                    </a:ext>
                  </a:extLst>
                </p14:cNvPr>
                <p14:cNvContentPartPr/>
                <p14:nvPr/>
              </p14:nvContentPartPr>
              <p14:xfrm>
                <a:off x="4651240" y="2184293"/>
                <a:ext cx="255600" cy="275760"/>
              </p14:xfrm>
            </p:contentPart>
          </mc:Choice>
          <mc:Fallback xmlns="">
            <p:pic>
              <p:nvPicPr>
                <p:cNvPr id="9219" name="Ink 9218">
                  <a:extLst>
                    <a:ext uri="{FF2B5EF4-FFF2-40B4-BE49-F238E27FC236}">
                      <a16:creationId xmlns:a16="http://schemas.microsoft.com/office/drawing/2014/main" id="{2EEE8F98-5346-F5CC-9989-652EEFFA933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45120" y="2178173"/>
                  <a:ext cx="2678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220" name="Ink 9219">
                  <a:extLst>
                    <a:ext uri="{FF2B5EF4-FFF2-40B4-BE49-F238E27FC236}">
                      <a16:creationId xmlns:a16="http://schemas.microsoft.com/office/drawing/2014/main" id="{6695F6B5-B057-D250-77F5-D23607C7774D}"/>
                    </a:ext>
                  </a:extLst>
                </p14:cNvPr>
                <p14:cNvContentPartPr/>
                <p14:nvPr/>
              </p14:nvContentPartPr>
              <p14:xfrm>
                <a:off x="4659160" y="2482013"/>
                <a:ext cx="296280" cy="276840"/>
              </p14:xfrm>
            </p:contentPart>
          </mc:Choice>
          <mc:Fallback xmlns="">
            <p:pic>
              <p:nvPicPr>
                <p:cNvPr id="9220" name="Ink 9219">
                  <a:extLst>
                    <a:ext uri="{FF2B5EF4-FFF2-40B4-BE49-F238E27FC236}">
                      <a16:creationId xmlns:a16="http://schemas.microsoft.com/office/drawing/2014/main" id="{6695F6B5-B057-D250-77F5-D23607C7774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653040" y="2475893"/>
                  <a:ext cx="30852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24" name="Group 9223">
            <a:extLst>
              <a:ext uri="{FF2B5EF4-FFF2-40B4-BE49-F238E27FC236}">
                <a16:creationId xmlns:a16="http://schemas.microsoft.com/office/drawing/2014/main" id="{CD13981A-719D-34C1-3539-C6F392573923}"/>
              </a:ext>
            </a:extLst>
          </p:cNvPr>
          <p:cNvGrpSpPr/>
          <p:nvPr/>
        </p:nvGrpSpPr>
        <p:grpSpPr>
          <a:xfrm>
            <a:off x="3304840" y="2752013"/>
            <a:ext cx="861840" cy="408600"/>
            <a:chOff x="3304840" y="2752013"/>
            <a:chExt cx="86184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222" name="Ink 9221">
                  <a:extLst>
                    <a:ext uri="{FF2B5EF4-FFF2-40B4-BE49-F238E27FC236}">
                      <a16:creationId xmlns:a16="http://schemas.microsoft.com/office/drawing/2014/main" id="{C22BBDFA-0FDC-368C-B7F4-6ADDD9407C6D}"/>
                    </a:ext>
                  </a:extLst>
                </p14:cNvPr>
                <p14:cNvContentPartPr/>
                <p14:nvPr/>
              </p14:nvContentPartPr>
              <p14:xfrm>
                <a:off x="3304840" y="2752013"/>
                <a:ext cx="396720" cy="408600"/>
              </p14:xfrm>
            </p:contentPart>
          </mc:Choice>
          <mc:Fallback xmlns="">
            <p:pic>
              <p:nvPicPr>
                <p:cNvPr id="9222" name="Ink 9221">
                  <a:extLst>
                    <a:ext uri="{FF2B5EF4-FFF2-40B4-BE49-F238E27FC236}">
                      <a16:creationId xmlns:a16="http://schemas.microsoft.com/office/drawing/2014/main" id="{C22BBDFA-0FDC-368C-B7F4-6ADDD9407C6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298720" y="2745893"/>
                  <a:ext cx="4089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223" name="Ink 9222">
                  <a:extLst>
                    <a:ext uri="{FF2B5EF4-FFF2-40B4-BE49-F238E27FC236}">
                      <a16:creationId xmlns:a16="http://schemas.microsoft.com/office/drawing/2014/main" id="{B2992E9B-46E8-F94A-7CE9-10AD4DB61A5C}"/>
                    </a:ext>
                  </a:extLst>
                </p14:cNvPr>
                <p14:cNvContentPartPr/>
                <p14:nvPr/>
              </p14:nvContentPartPr>
              <p14:xfrm>
                <a:off x="3894880" y="2776133"/>
                <a:ext cx="271800" cy="325800"/>
              </p14:xfrm>
            </p:contentPart>
          </mc:Choice>
          <mc:Fallback xmlns="">
            <p:pic>
              <p:nvPicPr>
                <p:cNvPr id="9223" name="Ink 9222">
                  <a:extLst>
                    <a:ext uri="{FF2B5EF4-FFF2-40B4-BE49-F238E27FC236}">
                      <a16:creationId xmlns:a16="http://schemas.microsoft.com/office/drawing/2014/main" id="{B2992E9B-46E8-F94A-7CE9-10AD4DB61A5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888760" y="2770013"/>
                  <a:ext cx="284040" cy="33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225" name="Ink 9224">
                <a:extLst>
                  <a:ext uri="{FF2B5EF4-FFF2-40B4-BE49-F238E27FC236}">
                    <a16:creationId xmlns:a16="http://schemas.microsoft.com/office/drawing/2014/main" id="{76878401-039D-122B-32EB-B98641EAFD6C}"/>
                  </a:ext>
                </a:extLst>
              </p14:cNvPr>
              <p14:cNvContentPartPr/>
              <p14:nvPr/>
            </p14:nvContentPartPr>
            <p14:xfrm>
              <a:off x="4627840" y="2760293"/>
              <a:ext cx="398160" cy="419040"/>
            </p14:xfrm>
          </p:contentPart>
        </mc:Choice>
        <mc:Fallback xmlns="">
          <p:pic>
            <p:nvPicPr>
              <p:cNvPr id="9225" name="Ink 9224">
                <a:extLst>
                  <a:ext uri="{FF2B5EF4-FFF2-40B4-BE49-F238E27FC236}">
                    <a16:creationId xmlns:a16="http://schemas.microsoft.com/office/drawing/2014/main" id="{76878401-039D-122B-32EB-B98641EAFD6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621720" y="2754173"/>
                <a:ext cx="41040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226" name="Ink 9225">
                <a:extLst>
                  <a:ext uri="{FF2B5EF4-FFF2-40B4-BE49-F238E27FC236}">
                    <a16:creationId xmlns:a16="http://schemas.microsoft.com/office/drawing/2014/main" id="{205487A8-6A72-BC5C-1608-2CD769309E66}"/>
                  </a:ext>
                </a:extLst>
              </p14:cNvPr>
              <p14:cNvContentPartPr/>
              <p14:nvPr/>
            </p14:nvContentPartPr>
            <p14:xfrm>
              <a:off x="4652320" y="1911053"/>
              <a:ext cx="329400" cy="275400"/>
            </p14:xfrm>
          </p:contentPart>
        </mc:Choice>
        <mc:Fallback xmlns="">
          <p:pic>
            <p:nvPicPr>
              <p:cNvPr id="9226" name="Ink 9225">
                <a:extLst>
                  <a:ext uri="{FF2B5EF4-FFF2-40B4-BE49-F238E27FC236}">
                    <a16:creationId xmlns:a16="http://schemas.microsoft.com/office/drawing/2014/main" id="{205487A8-6A72-BC5C-1608-2CD769309E6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646200" y="1904933"/>
                <a:ext cx="3416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9227" name="Ink 9226">
                <a:extLst>
                  <a:ext uri="{FF2B5EF4-FFF2-40B4-BE49-F238E27FC236}">
                    <a16:creationId xmlns:a16="http://schemas.microsoft.com/office/drawing/2014/main" id="{C4F2092A-290D-8C5D-AF68-237859749A65}"/>
                  </a:ext>
                </a:extLst>
              </p14:cNvPr>
              <p14:cNvContentPartPr/>
              <p14:nvPr/>
            </p14:nvContentPartPr>
            <p14:xfrm>
              <a:off x="967360" y="4144133"/>
              <a:ext cx="84600" cy="132120"/>
            </p14:xfrm>
          </p:contentPart>
        </mc:Choice>
        <mc:Fallback xmlns="">
          <p:pic>
            <p:nvPicPr>
              <p:cNvPr id="9227" name="Ink 9226">
                <a:extLst>
                  <a:ext uri="{FF2B5EF4-FFF2-40B4-BE49-F238E27FC236}">
                    <a16:creationId xmlns:a16="http://schemas.microsoft.com/office/drawing/2014/main" id="{C4F2092A-290D-8C5D-AF68-237859749A6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61240" y="4138013"/>
                <a:ext cx="96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9228" name="Ink 9227">
                <a:extLst>
                  <a:ext uri="{FF2B5EF4-FFF2-40B4-BE49-F238E27FC236}">
                    <a16:creationId xmlns:a16="http://schemas.microsoft.com/office/drawing/2014/main" id="{452DDBDB-E19F-0D62-52FD-03A2D5286B30}"/>
                  </a:ext>
                </a:extLst>
              </p14:cNvPr>
              <p14:cNvContentPartPr/>
              <p14:nvPr/>
            </p14:nvContentPartPr>
            <p14:xfrm>
              <a:off x="865480" y="3314333"/>
              <a:ext cx="136800" cy="185760"/>
            </p14:xfrm>
          </p:contentPart>
        </mc:Choice>
        <mc:Fallback xmlns="">
          <p:pic>
            <p:nvPicPr>
              <p:cNvPr id="9228" name="Ink 9227">
                <a:extLst>
                  <a:ext uri="{FF2B5EF4-FFF2-40B4-BE49-F238E27FC236}">
                    <a16:creationId xmlns:a16="http://schemas.microsoft.com/office/drawing/2014/main" id="{452DDBDB-E19F-0D62-52FD-03A2D5286B30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859360" y="3308213"/>
                <a:ext cx="1490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9229" name="Ink 9228">
                <a:extLst>
                  <a:ext uri="{FF2B5EF4-FFF2-40B4-BE49-F238E27FC236}">
                    <a16:creationId xmlns:a16="http://schemas.microsoft.com/office/drawing/2014/main" id="{83CFEB92-1577-67AE-EC19-369BA450809F}"/>
                  </a:ext>
                </a:extLst>
              </p14:cNvPr>
              <p14:cNvContentPartPr/>
              <p14:nvPr/>
            </p14:nvContentPartPr>
            <p14:xfrm>
              <a:off x="3386560" y="3926693"/>
              <a:ext cx="198720" cy="298800"/>
            </p14:xfrm>
          </p:contentPart>
        </mc:Choice>
        <mc:Fallback xmlns="">
          <p:pic>
            <p:nvPicPr>
              <p:cNvPr id="9229" name="Ink 9228">
                <a:extLst>
                  <a:ext uri="{FF2B5EF4-FFF2-40B4-BE49-F238E27FC236}">
                    <a16:creationId xmlns:a16="http://schemas.microsoft.com/office/drawing/2014/main" id="{83CFEB92-1577-67AE-EC19-369BA450809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380440" y="3920573"/>
                <a:ext cx="21096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9231" name="Ink 9230">
                <a:extLst>
                  <a:ext uri="{FF2B5EF4-FFF2-40B4-BE49-F238E27FC236}">
                    <a16:creationId xmlns:a16="http://schemas.microsoft.com/office/drawing/2014/main" id="{C6841099-4BB6-A812-2CCD-BE1DD4956725}"/>
                  </a:ext>
                </a:extLst>
              </p14:cNvPr>
              <p14:cNvContentPartPr/>
              <p14:nvPr/>
            </p14:nvContentPartPr>
            <p14:xfrm>
              <a:off x="3924040" y="4228373"/>
              <a:ext cx="237960" cy="321120"/>
            </p14:xfrm>
          </p:contentPart>
        </mc:Choice>
        <mc:Fallback xmlns="">
          <p:pic>
            <p:nvPicPr>
              <p:cNvPr id="9231" name="Ink 9230">
                <a:extLst>
                  <a:ext uri="{FF2B5EF4-FFF2-40B4-BE49-F238E27FC236}">
                    <a16:creationId xmlns:a16="http://schemas.microsoft.com/office/drawing/2014/main" id="{C6841099-4BB6-A812-2CCD-BE1DD495672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917920" y="4222253"/>
                <a:ext cx="250200" cy="33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33" name="Group 9232">
            <a:extLst>
              <a:ext uri="{FF2B5EF4-FFF2-40B4-BE49-F238E27FC236}">
                <a16:creationId xmlns:a16="http://schemas.microsoft.com/office/drawing/2014/main" id="{2FDF8F23-C4AE-169E-FB01-D91E16998FE1}"/>
              </a:ext>
            </a:extLst>
          </p:cNvPr>
          <p:cNvGrpSpPr/>
          <p:nvPr/>
        </p:nvGrpSpPr>
        <p:grpSpPr>
          <a:xfrm>
            <a:off x="4657720" y="3935693"/>
            <a:ext cx="258840" cy="677520"/>
            <a:chOff x="4657720" y="3935693"/>
            <a:chExt cx="258840" cy="67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230" name="Ink 9229">
                  <a:extLst>
                    <a:ext uri="{FF2B5EF4-FFF2-40B4-BE49-F238E27FC236}">
                      <a16:creationId xmlns:a16="http://schemas.microsoft.com/office/drawing/2014/main" id="{1978993F-216B-49E7-2510-8934D7079F30}"/>
                    </a:ext>
                  </a:extLst>
                </p14:cNvPr>
                <p14:cNvContentPartPr/>
                <p14:nvPr/>
              </p14:nvContentPartPr>
              <p14:xfrm>
                <a:off x="4657720" y="3935693"/>
                <a:ext cx="226440" cy="295920"/>
              </p14:xfrm>
            </p:contentPart>
          </mc:Choice>
          <mc:Fallback xmlns="">
            <p:pic>
              <p:nvPicPr>
                <p:cNvPr id="9230" name="Ink 9229">
                  <a:extLst>
                    <a:ext uri="{FF2B5EF4-FFF2-40B4-BE49-F238E27FC236}">
                      <a16:creationId xmlns:a16="http://schemas.microsoft.com/office/drawing/2014/main" id="{1978993F-216B-49E7-2510-8934D7079F3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51600" y="3929573"/>
                  <a:ext cx="2386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32" name="Ink 9231">
                  <a:extLst>
                    <a:ext uri="{FF2B5EF4-FFF2-40B4-BE49-F238E27FC236}">
                      <a16:creationId xmlns:a16="http://schemas.microsoft.com/office/drawing/2014/main" id="{E2C6727C-105B-75DB-6C90-3FDE2D2CF256}"/>
                    </a:ext>
                  </a:extLst>
                </p14:cNvPr>
                <p14:cNvContentPartPr/>
                <p14:nvPr/>
              </p14:nvContentPartPr>
              <p14:xfrm>
                <a:off x="4670320" y="4253573"/>
                <a:ext cx="246240" cy="359640"/>
              </p14:xfrm>
            </p:contentPart>
          </mc:Choice>
          <mc:Fallback xmlns="">
            <p:pic>
              <p:nvPicPr>
                <p:cNvPr id="9232" name="Ink 9231">
                  <a:extLst>
                    <a:ext uri="{FF2B5EF4-FFF2-40B4-BE49-F238E27FC236}">
                      <a16:creationId xmlns:a16="http://schemas.microsoft.com/office/drawing/2014/main" id="{E2C6727C-105B-75DB-6C90-3FDE2D2CF25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64200" y="4247453"/>
                  <a:ext cx="258480" cy="37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37" name="Group 9236">
            <a:extLst>
              <a:ext uri="{FF2B5EF4-FFF2-40B4-BE49-F238E27FC236}">
                <a16:creationId xmlns:a16="http://schemas.microsoft.com/office/drawing/2014/main" id="{9155E91C-530F-415D-CBAA-1AD5F9E68DDA}"/>
              </a:ext>
            </a:extLst>
          </p:cNvPr>
          <p:cNvGrpSpPr/>
          <p:nvPr/>
        </p:nvGrpSpPr>
        <p:grpSpPr>
          <a:xfrm>
            <a:off x="3336880" y="4527893"/>
            <a:ext cx="808200" cy="386640"/>
            <a:chOff x="3336880" y="4527893"/>
            <a:chExt cx="80820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34" name="Ink 9233">
                  <a:extLst>
                    <a:ext uri="{FF2B5EF4-FFF2-40B4-BE49-F238E27FC236}">
                      <a16:creationId xmlns:a16="http://schemas.microsoft.com/office/drawing/2014/main" id="{F6144ACE-52E9-9685-DE00-00952B52451F}"/>
                    </a:ext>
                  </a:extLst>
                </p14:cNvPr>
                <p14:cNvContentPartPr/>
                <p14:nvPr/>
              </p14:nvContentPartPr>
              <p14:xfrm>
                <a:off x="3336880" y="4537253"/>
                <a:ext cx="335160" cy="361080"/>
              </p14:xfrm>
            </p:contentPart>
          </mc:Choice>
          <mc:Fallback xmlns="">
            <p:pic>
              <p:nvPicPr>
                <p:cNvPr id="9234" name="Ink 9233">
                  <a:extLst>
                    <a:ext uri="{FF2B5EF4-FFF2-40B4-BE49-F238E27FC236}">
                      <a16:creationId xmlns:a16="http://schemas.microsoft.com/office/drawing/2014/main" id="{F6144ACE-52E9-9685-DE00-00952B52451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330760" y="4531133"/>
                  <a:ext cx="3474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35" name="Ink 9234">
                  <a:extLst>
                    <a:ext uri="{FF2B5EF4-FFF2-40B4-BE49-F238E27FC236}">
                      <a16:creationId xmlns:a16="http://schemas.microsoft.com/office/drawing/2014/main" id="{C5A9DE31-E613-BC87-D67C-CA0F03C94640}"/>
                    </a:ext>
                  </a:extLst>
                </p14:cNvPr>
                <p14:cNvContentPartPr/>
                <p14:nvPr/>
              </p14:nvContentPartPr>
              <p14:xfrm>
                <a:off x="3885160" y="4527893"/>
                <a:ext cx="259920" cy="386640"/>
              </p14:xfrm>
            </p:contentPart>
          </mc:Choice>
          <mc:Fallback xmlns="">
            <p:pic>
              <p:nvPicPr>
                <p:cNvPr id="9235" name="Ink 9234">
                  <a:extLst>
                    <a:ext uri="{FF2B5EF4-FFF2-40B4-BE49-F238E27FC236}">
                      <a16:creationId xmlns:a16="http://schemas.microsoft.com/office/drawing/2014/main" id="{C5A9DE31-E613-BC87-D67C-CA0F03C9464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79040" y="4521773"/>
                  <a:ext cx="272160" cy="39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9236" name="Ink 9235">
                <a:extLst>
                  <a:ext uri="{FF2B5EF4-FFF2-40B4-BE49-F238E27FC236}">
                    <a16:creationId xmlns:a16="http://schemas.microsoft.com/office/drawing/2014/main" id="{FF21D49D-32E1-512A-A414-9D599BFF3A31}"/>
                  </a:ext>
                </a:extLst>
              </p14:cNvPr>
              <p14:cNvContentPartPr/>
              <p14:nvPr/>
            </p14:nvContentPartPr>
            <p14:xfrm>
              <a:off x="4633600" y="4544453"/>
              <a:ext cx="303480" cy="368280"/>
            </p14:xfrm>
          </p:contentPart>
        </mc:Choice>
        <mc:Fallback xmlns="">
          <p:pic>
            <p:nvPicPr>
              <p:cNvPr id="9236" name="Ink 9235">
                <a:extLst>
                  <a:ext uri="{FF2B5EF4-FFF2-40B4-BE49-F238E27FC236}">
                    <a16:creationId xmlns:a16="http://schemas.microsoft.com/office/drawing/2014/main" id="{FF21D49D-32E1-512A-A414-9D599BFF3A31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627480" y="4538333"/>
                <a:ext cx="3157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9238" name="Ink 9237">
                <a:extLst>
                  <a:ext uri="{FF2B5EF4-FFF2-40B4-BE49-F238E27FC236}">
                    <a16:creationId xmlns:a16="http://schemas.microsoft.com/office/drawing/2014/main" id="{989B7CD8-8478-D6A0-0219-2236E8EA10DA}"/>
                  </a:ext>
                </a:extLst>
              </p14:cNvPr>
              <p14:cNvContentPartPr/>
              <p14:nvPr/>
            </p14:nvContentPartPr>
            <p14:xfrm>
              <a:off x="4639360" y="3635093"/>
              <a:ext cx="374400" cy="374760"/>
            </p14:xfrm>
          </p:contentPart>
        </mc:Choice>
        <mc:Fallback xmlns="">
          <p:pic>
            <p:nvPicPr>
              <p:cNvPr id="9238" name="Ink 9237">
                <a:extLst>
                  <a:ext uri="{FF2B5EF4-FFF2-40B4-BE49-F238E27FC236}">
                    <a16:creationId xmlns:a16="http://schemas.microsoft.com/office/drawing/2014/main" id="{989B7CD8-8478-D6A0-0219-2236E8EA10DA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633240" y="3628973"/>
                <a:ext cx="386640" cy="38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44" name="Group 9243">
            <a:extLst>
              <a:ext uri="{FF2B5EF4-FFF2-40B4-BE49-F238E27FC236}">
                <a16:creationId xmlns:a16="http://schemas.microsoft.com/office/drawing/2014/main" id="{DCBE6ED2-7ABE-8676-CEBE-78018FAD6FF6}"/>
              </a:ext>
            </a:extLst>
          </p:cNvPr>
          <p:cNvGrpSpPr/>
          <p:nvPr/>
        </p:nvGrpSpPr>
        <p:grpSpPr>
          <a:xfrm>
            <a:off x="5933920" y="2268893"/>
            <a:ext cx="517320" cy="234720"/>
            <a:chOff x="5933920" y="2268893"/>
            <a:chExt cx="51732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39" name="Ink 9238">
                  <a:extLst>
                    <a:ext uri="{FF2B5EF4-FFF2-40B4-BE49-F238E27FC236}">
                      <a16:creationId xmlns:a16="http://schemas.microsoft.com/office/drawing/2014/main" id="{793D4AAD-AB15-7E7D-EF4E-A92C0668F38F}"/>
                    </a:ext>
                  </a:extLst>
                </p14:cNvPr>
                <p14:cNvContentPartPr/>
                <p14:nvPr/>
              </p14:nvContentPartPr>
              <p14:xfrm>
                <a:off x="5933920" y="2341973"/>
                <a:ext cx="404280" cy="45360"/>
              </p14:xfrm>
            </p:contentPart>
          </mc:Choice>
          <mc:Fallback xmlns="">
            <p:pic>
              <p:nvPicPr>
                <p:cNvPr id="9239" name="Ink 9238">
                  <a:extLst>
                    <a:ext uri="{FF2B5EF4-FFF2-40B4-BE49-F238E27FC236}">
                      <a16:creationId xmlns:a16="http://schemas.microsoft.com/office/drawing/2014/main" id="{793D4AAD-AB15-7E7D-EF4E-A92C0668F38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27800" y="2335853"/>
                  <a:ext cx="416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40" name="Ink 9239">
                  <a:extLst>
                    <a:ext uri="{FF2B5EF4-FFF2-40B4-BE49-F238E27FC236}">
                      <a16:creationId xmlns:a16="http://schemas.microsoft.com/office/drawing/2014/main" id="{2F4DAA79-63F5-306C-0489-05717FFD0FD8}"/>
                    </a:ext>
                  </a:extLst>
                </p14:cNvPr>
                <p14:cNvContentPartPr/>
                <p14:nvPr/>
              </p14:nvContentPartPr>
              <p14:xfrm>
                <a:off x="6281320" y="2268893"/>
                <a:ext cx="169920" cy="234720"/>
              </p14:xfrm>
            </p:contentPart>
          </mc:Choice>
          <mc:Fallback xmlns="">
            <p:pic>
              <p:nvPicPr>
                <p:cNvPr id="9240" name="Ink 9239">
                  <a:extLst>
                    <a:ext uri="{FF2B5EF4-FFF2-40B4-BE49-F238E27FC236}">
                      <a16:creationId xmlns:a16="http://schemas.microsoft.com/office/drawing/2014/main" id="{2F4DAA79-63F5-306C-0489-05717FFD0FD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75200" y="2262773"/>
                  <a:ext cx="1821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43" name="Group 9242">
            <a:extLst>
              <a:ext uri="{FF2B5EF4-FFF2-40B4-BE49-F238E27FC236}">
                <a16:creationId xmlns:a16="http://schemas.microsoft.com/office/drawing/2014/main" id="{684C8040-F5D3-96D7-5025-FFE992547822}"/>
              </a:ext>
            </a:extLst>
          </p:cNvPr>
          <p:cNvGrpSpPr/>
          <p:nvPr/>
        </p:nvGrpSpPr>
        <p:grpSpPr>
          <a:xfrm>
            <a:off x="5783080" y="4039013"/>
            <a:ext cx="555840" cy="209160"/>
            <a:chOff x="5783080" y="4039013"/>
            <a:chExt cx="5558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241" name="Ink 9240">
                  <a:extLst>
                    <a:ext uri="{FF2B5EF4-FFF2-40B4-BE49-F238E27FC236}">
                      <a16:creationId xmlns:a16="http://schemas.microsoft.com/office/drawing/2014/main" id="{28DA9F25-C331-0A2B-5985-3BF07F9DE564}"/>
                    </a:ext>
                  </a:extLst>
                </p14:cNvPr>
                <p14:cNvContentPartPr/>
                <p14:nvPr/>
              </p14:nvContentPartPr>
              <p14:xfrm>
                <a:off x="5783080" y="4128293"/>
                <a:ext cx="457200" cy="50760"/>
              </p14:xfrm>
            </p:contentPart>
          </mc:Choice>
          <mc:Fallback xmlns="">
            <p:pic>
              <p:nvPicPr>
                <p:cNvPr id="9241" name="Ink 9240">
                  <a:extLst>
                    <a:ext uri="{FF2B5EF4-FFF2-40B4-BE49-F238E27FC236}">
                      <a16:creationId xmlns:a16="http://schemas.microsoft.com/office/drawing/2014/main" id="{28DA9F25-C331-0A2B-5985-3BF07F9DE56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76960" y="4122173"/>
                  <a:ext cx="469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42" name="Ink 9241">
                  <a:extLst>
                    <a:ext uri="{FF2B5EF4-FFF2-40B4-BE49-F238E27FC236}">
                      <a16:creationId xmlns:a16="http://schemas.microsoft.com/office/drawing/2014/main" id="{5E141D4B-6F53-5866-B2E3-58135EDA0457}"/>
                    </a:ext>
                  </a:extLst>
                </p14:cNvPr>
                <p14:cNvContentPartPr/>
                <p14:nvPr/>
              </p14:nvContentPartPr>
              <p14:xfrm>
                <a:off x="6147400" y="4039013"/>
                <a:ext cx="191520" cy="209160"/>
              </p14:xfrm>
            </p:contentPart>
          </mc:Choice>
          <mc:Fallback xmlns="">
            <p:pic>
              <p:nvPicPr>
                <p:cNvPr id="9242" name="Ink 9241">
                  <a:extLst>
                    <a:ext uri="{FF2B5EF4-FFF2-40B4-BE49-F238E27FC236}">
                      <a16:creationId xmlns:a16="http://schemas.microsoft.com/office/drawing/2014/main" id="{5E141D4B-6F53-5866-B2E3-58135EDA045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141280" y="4032893"/>
                  <a:ext cx="20376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9245" name="Ink 9244">
                <a:extLst>
                  <a:ext uri="{FF2B5EF4-FFF2-40B4-BE49-F238E27FC236}">
                    <a16:creationId xmlns:a16="http://schemas.microsoft.com/office/drawing/2014/main" id="{7FE7AF0D-D328-20FE-A2DA-847E501B6B98}"/>
                  </a:ext>
                </a:extLst>
              </p14:cNvPr>
              <p14:cNvContentPartPr/>
              <p14:nvPr/>
            </p14:nvContentPartPr>
            <p14:xfrm>
              <a:off x="2000200" y="5601773"/>
              <a:ext cx="506160" cy="39960"/>
            </p14:xfrm>
          </p:contentPart>
        </mc:Choice>
        <mc:Fallback xmlns="">
          <p:pic>
            <p:nvPicPr>
              <p:cNvPr id="9245" name="Ink 9244">
                <a:extLst>
                  <a:ext uri="{FF2B5EF4-FFF2-40B4-BE49-F238E27FC236}">
                    <a16:creationId xmlns:a16="http://schemas.microsoft.com/office/drawing/2014/main" id="{7FE7AF0D-D328-20FE-A2DA-847E501B6B9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994080" y="5595653"/>
                <a:ext cx="5184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9246" name="Ink 9245">
                <a:extLst>
                  <a:ext uri="{FF2B5EF4-FFF2-40B4-BE49-F238E27FC236}">
                    <a16:creationId xmlns:a16="http://schemas.microsoft.com/office/drawing/2014/main" id="{7704F0CD-636E-FD2B-5DD3-30987592DBCC}"/>
                  </a:ext>
                </a:extLst>
              </p14:cNvPr>
              <p14:cNvContentPartPr/>
              <p14:nvPr/>
            </p14:nvContentPartPr>
            <p14:xfrm>
              <a:off x="5284120" y="3657413"/>
              <a:ext cx="266040" cy="940320"/>
            </p14:xfrm>
          </p:contentPart>
        </mc:Choice>
        <mc:Fallback xmlns="">
          <p:pic>
            <p:nvPicPr>
              <p:cNvPr id="9246" name="Ink 9245">
                <a:extLst>
                  <a:ext uri="{FF2B5EF4-FFF2-40B4-BE49-F238E27FC236}">
                    <a16:creationId xmlns:a16="http://schemas.microsoft.com/office/drawing/2014/main" id="{7704F0CD-636E-FD2B-5DD3-30987592DBC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278000" y="3651293"/>
                <a:ext cx="278280" cy="9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9247" name="Ink 9246">
                <a:extLst>
                  <a:ext uri="{FF2B5EF4-FFF2-40B4-BE49-F238E27FC236}">
                    <a16:creationId xmlns:a16="http://schemas.microsoft.com/office/drawing/2014/main" id="{6AC0B8B2-FA51-F3B6-DDEB-4BFB429E7141}"/>
                  </a:ext>
                </a:extLst>
              </p14:cNvPr>
              <p14:cNvContentPartPr/>
              <p14:nvPr/>
            </p14:nvContentPartPr>
            <p14:xfrm>
              <a:off x="4632520" y="6312773"/>
              <a:ext cx="303480" cy="412560"/>
            </p14:xfrm>
          </p:contentPart>
        </mc:Choice>
        <mc:Fallback xmlns="">
          <p:pic>
            <p:nvPicPr>
              <p:cNvPr id="9247" name="Ink 9246">
                <a:extLst>
                  <a:ext uri="{FF2B5EF4-FFF2-40B4-BE49-F238E27FC236}">
                    <a16:creationId xmlns:a16="http://schemas.microsoft.com/office/drawing/2014/main" id="{6AC0B8B2-FA51-F3B6-DDEB-4BFB429E714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626400" y="6306653"/>
                <a:ext cx="315720" cy="42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50" name="Group 9249">
            <a:extLst>
              <a:ext uri="{FF2B5EF4-FFF2-40B4-BE49-F238E27FC236}">
                <a16:creationId xmlns:a16="http://schemas.microsoft.com/office/drawing/2014/main" id="{EB31C491-34C2-F1E8-BEBC-4C60ED9AE56F}"/>
              </a:ext>
            </a:extLst>
          </p:cNvPr>
          <p:cNvGrpSpPr/>
          <p:nvPr/>
        </p:nvGrpSpPr>
        <p:grpSpPr>
          <a:xfrm>
            <a:off x="5583280" y="5700053"/>
            <a:ext cx="685080" cy="243720"/>
            <a:chOff x="5583280" y="5700053"/>
            <a:chExt cx="68508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248" name="Ink 9247">
                  <a:extLst>
                    <a:ext uri="{FF2B5EF4-FFF2-40B4-BE49-F238E27FC236}">
                      <a16:creationId xmlns:a16="http://schemas.microsoft.com/office/drawing/2014/main" id="{AE4CF8F1-6723-F2C9-57C2-0B6D23DCF13D}"/>
                    </a:ext>
                  </a:extLst>
                </p14:cNvPr>
                <p14:cNvContentPartPr/>
                <p14:nvPr/>
              </p14:nvContentPartPr>
              <p14:xfrm>
                <a:off x="5583280" y="5858453"/>
                <a:ext cx="574200" cy="57600"/>
              </p14:xfrm>
            </p:contentPart>
          </mc:Choice>
          <mc:Fallback xmlns="">
            <p:pic>
              <p:nvPicPr>
                <p:cNvPr id="9248" name="Ink 9247">
                  <a:extLst>
                    <a:ext uri="{FF2B5EF4-FFF2-40B4-BE49-F238E27FC236}">
                      <a16:creationId xmlns:a16="http://schemas.microsoft.com/office/drawing/2014/main" id="{AE4CF8F1-6723-F2C9-57C2-0B6D23DCF13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577160" y="5852333"/>
                  <a:ext cx="586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249" name="Ink 9248">
                  <a:extLst>
                    <a:ext uri="{FF2B5EF4-FFF2-40B4-BE49-F238E27FC236}">
                      <a16:creationId xmlns:a16="http://schemas.microsoft.com/office/drawing/2014/main" id="{0D5D6F7A-E238-9C98-BC0C-61A0302F20BB}"/>
                    </a:ext>
                  </a:extLst>
                </p14:cNvPr>
                <p14:cNvContentPartPr/>
                <p14:nvPr/>
              </p14:nvContentPartPr>
              <p14:xfrm>
                <a:off x="6084400" y="5700053"/>
                <a:ext cx="183960" cy="243720"/>
              </p14:xfrm>
            </p:contentPart>
          </mc:Choice>
          <mc:Fallback xmlns="">
            <p:pic>
              <p:nvPicPr>
                <p:cNvPr id="9249" name="Ink 9248">
                  <a:extLst>
                    <a:ext uri="{FF2B5EF4-FFF2-40B4-BE49-F238E27FC236}">
                      <a16:creationId xmlns:a16="http://schemas.microsoft.com/office/drawing/2014/main" id="{0D5D6F7A-E238-9C98-BC0C-61A0302F20B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078280" y="5693933"/>
                  <a:ext cx="196200" cy="25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92850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What Is a Transistor? (Definition, How It Works, Example) | Built In">
            <a:extLst>
              <a:ext uri="{FF2B5EF4-FFF2-40B4-BE49-F238E27FC236}">
                <a16:creationId xmlns:a16="http://schemas.microsoft.com/office/drawing/2014/main" id="{51BDFEEB-8445-04D1-62DA-6E9BE0546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276225"/>
            <a:ext cx="6953250" cy="630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4BD98B7-4BDB-53CA-11E1-30578BD8B5E3}"/>
                  </a:ext>
                </a:extLst>
              </p14:cNvPr>
              <p14:cNvContentPartPr/>
              <p14:nvPr/>
            </p14:nvContentPartPr>
            <p14:xfrm>
              <a:off x="9580848" y="3974864"/>
              <a:ext cx="19440" cy="161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4BD98B7-4BDB-53CA-11E1-30578BD8B5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74728" y="3968744"/>
                <a:ext cx="316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F05222F-F25C-06B9-CE6E-8D7459A94461}"/>
                  </a:ext>
                </a:extLst>
              </p14:cNvPr>
              <p14:cNvContentPartPr/>
              <p14:nvPr/>
            </p14:nvContentPartPr>
            <p14:xfrm>
              <a:off x="9500928" y="4337384"/>
              <a:ext cx="114120" cy="2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F05222F-F25C-06B9-CE6E-8D7459A944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94808" y="4331264"/>
                <a:ext cx="1263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173776-DC1A-A8AA-44DA-B5C8DBCFB0BB}"/>
                  </a:ext>
                </a:extLst>
              </p14:cNvPr>
              <p14:cNvContentPartPr/>
              <p14:nvPr/>
            </p14:nvContentPartPr>
            <p14:xfrm>
              <a:off x="8119248" y="4388504"/>
              <a:ext cx="1434960" cy="1788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173776-DC1A-A8AA-44DA-B5C8DBCFB0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13128" y="4382384"/>
                <a:ext cx="1447200" cy="180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986027-57FC-8FB5-9079-9612EEF0AAA0}"/>
                  </a:ext>
                </a:extLst>
              </p14:cNvPr>
              <p14:cNvContentPartPr/>
              <p14:nvPr/>
            </p14:nvContentPartPr>
            <p14:xfrm>
              <a:off x="9437928" y="4374824"/>
              <a:ext cx="251640" cy="37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986027-57FC-8FB5-9079-9612EEF0AAA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31808" y="4368704"/>
                <a:ext cx="2638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DC1B9C-329B-FD4A-CF67-31B4A39FD3D2}"/>
                  </a:ext>
                </a:extLst>
              </p14:cNvPr>
              <p14:cNvContentPartPr/>
              <p14:nvPr/>
            </p14:nvContentPartPr>
            <p14:xfrm>
              <a:off x="8227968" y="2803784"/>
              <a:ext cx="1337400" cy="1252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DC1B9C-329B-FD4A-CF67-31B4A39FD3D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21848" y="2797664"/>
                <a:ext cx="1349640" cy="12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49A831-FE09-C58D-BB7E-9043EC13A34C}"/>
                  </a:ext>
                </a:extLst>
              </p14:cNvPr>
              <p14:cNvContentPartPr/>
              <p14:nvPr/>
            </p14:nvContentPartPr>
            <p14:xfrm>
              <a:off x="9344688" y="4128944"/>
              <a:ext cx="470520" cy="10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49A831-FE09-C58D-BB7E-9043EC13A3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38568" y="4122824"/>
                <a:ext cx="48276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DC05C464-AE9C-CCB6-0480-DB64CA975711}"/>
              </a:ext>
            </a:extLst>
          </p:cNvPr>
          <p:cNvGrpSpPr/>
          <p:nvPr/>
        </p:nvGrpSpPr>
        <p:grpSpPr>
          <a:xfrm>
            <a:off x="5525448" y="341384"/>
            <a:ext cx="2155320" cy="5317200"/>
            <a:chOff x="5525448" y="341384"/>
            <a:chExt cx="2155320" cy="531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ACC700-70BD-7F26-24E7-5CD2CBB00DA6}"/>
                    </a:ext>
                  </a:extLst>
                </p14:cNvPr>
                <p14:cNvContentPartPr/>
                <p14:nvPr/>
              </p14:nvContentPartPr>
              <p14:xfrm>
                <a:off x="5975448" y="4974584"/>
                <a:ext cx="335880" cy="30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ACC700-70BD-7F26-24E7-5CD2CBB00DA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69328" y="4968464"/>
                  <a:ext cx="348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EDE1C8-8CF7-2E8F-6AD1-4552126BB45E}"/>
                    </a:ext>
                  </a:extLst>
                </p14:cNvPr>
                <p14:cNvContentPartPr/>
                <p14:nvPr/>
              </p14:nvContentPartPr>
              <p14:xfrm>
                <a:off x="6281808" y="4897904"/>
                <a:ext cx="149760" cy="14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EDE1C8-8CF7-2E8F-6AD1-4552126BB45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75688" y="4891784"/>
                  <a:ext cx="162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648E75-2B0D-E52E-BEFB-7392A7BE7335}"/>
                    </a:ext>
                  </a:extLst>
                </p14:cNvPr>
                <p14:cNvContentPartPr/>
                <p14:nvPr/>
              </p14:nvContentPartPr>
              <p14:xfrm>
                <a:off x="5525448" y="5348624"/>
                <a:ext cx="122400" cy="18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D648E75-2B0D-E52E-BEFB-7392A7BE73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19328" y="5342504"/>
                  <a:ext cx="134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86DBC28-6EB9-C5B1-855F-D15638C01CD9}"/>
                    </a:ext>
                  </a:extLst>
                </p14:cNvPr>
                <p14:cNvContentPartPr/>
                <p14:nvPr/>
              </p14:nvContentPartPr>
              <p14:xfrm>
                <a:off x="5683128" y="5381384"/>
                <a:ext cx="91440" cy="13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86DBC28-6EB9-C5B1-855F-D15638C01C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77008" y="5375264"/>
                  <a:ext cx="103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F34906D-B49C-6ACC-C197-E01D530864D8}"/>
                    </a:ext>
                  </a:extLst>
                </p14:cNvPr>
                <p14:cNvContentPartPr/>
                <p14:nvPr/>
              </p14:nvContentPartPr>
              <p14:xfrm>
                <a:off x="5782488" y="5379944"/>
                <a:ext cx="81360" cy="89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F34906D-B49C-6ACC-C197-E01D530864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76368" y="5373824"/>
                  <a:ext cx="93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D1A34F-9BC3-E49C-9D66-0D8FB9279AC2}"/>
                    </a:ext>
                  </a:extLst>
                </p14:cNvPr>
                <p14:cNvContentPartPr/>
                <p14:nvPr/>
              </p14:nvContentPartPr>
              <p14:xfrm>
                <a:off x="5894808" y="5248544"/>
                <a:ext cx="188280" cy="232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D1A34F-9BC3-E49C-9D66-0D8FB9279AC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88688" y="5242424"/>
                  <a:ext cx="200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E12CA1-6906-DEC1-DF36-69EBD1E3960E}"/>
                    </a:ext>
                  </a:extLst>
                </p14:cNvPr>
                <p14:cNvContentPartPr/>
                <p14:nvPr/>
              </p14:nvContentPartPr>
              <p14:xfrm>
                <a:off x="6115848" y="5253584"/>
                <a:ext cx="12600" cy="239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E12CA1-6906-DEC1-DF36-69EBD1E396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09728" y="5247464"/>
                  <a:ext cx="24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50AC09-1FEB-E742-2CDD-07B701701E69}"/>
                    </a:ext>
                  </a:extLst>
                </p14:cNvPr>
                <p14:cNvContentPartPr/>
                <p14:nvPr/>
              </p14:nvContentPartPr>
              <p14:xfrm>
                <a:off x="6445608" y="5320544"/>
                <a:ext cx="8820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50AC09-1FEB-E742-2CDD-07B701701E6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39488" y="5314424"/>
                  <a:ext cx="100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DF9F77-B47F-6F04-055A-334699D53437}"/>
                    </a:ext>
                  </a:extLst>
                </p14:cNvPr>
                <p14:cNvContentPartPr/>
                <p14:nvPr/>
              </p14:nvContentPartPr>
              <p14:xfrm>
                <a:off x="6561168" y="5388944"/>
                <a:ext cx="57600" cy="68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DF9F77-B47F-6F04-055A-334699D5343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55048" y="5382824"/>
                  <a:ext cx="69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1906AA9-6BD2-7690-8752-24846E647FE1}"/>
                    </a:ext>
                  </a:extLst>
                </p14:cNvPr>
                <p14:cNvContentPartPr/>
                <p14:nvPr/>
              </p14:nvContentPartPr>
              <p14:xfrm>
                <a:off x="6650808" y="5261504"/>
                <a:ext cx="29160" cy="23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1906AA9-6BD2-7690-8752-24846E647F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44688" y="5255384"/>
                  <a:ext cx="41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B3D755-E493-BDFD-0B75-D57A2178BFD6}"/>
                    </a:ext>
                  </a:extLst>
                </p14:cNvPr>
                <p14:cNvContentPartPr/>
                <p14:nvPr/>
              </p14:nvContentPartPr>
              <p14:xfrm>
                <a:off x="6691128" y="5270504"/>
                <a:ext cx="185040" cy="224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B3D755-E493-BDFD-0B75-D57A2178BFD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85008" y="5264384"/>
                  <a:ext cx="197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8B783A-9086-1143-BFA3-820DAD539808}"/>
                    </a:ext>
                  </a:extLst>
                </p14:cNvPr>
                <p14:cNvContentPartPr/>
                <p14:nvPr/>
              </p14:nvContentPartPr>
              <p14:xfrm>
                <a:off x="6853488" y="5402264"/>
                <a:ext cx="89280" cy="256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8B783A-9086-1143-BFA3-820DAD53980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47368" y="5396144"/>
                  <a:ext cx="101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E69C02-BC5F-FCDB-4DB4-B4F733BFE527}"/>
                    </a:ext>
                  </a:extLst>
                </p14:cNvPr>
                <p14:cNvContentPartPr/>
                <p14:nvPr/>
              </p14:nvContentPartPr>
              <p14:xfrm>
                <a:off x="6970848" y="5392544"/>
                <a:ext cx="127080" cy="155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E69C02-BC5F-FCDB-4DB4-B4F733BFE52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64728" y="5386424"/>
                  <a:ext cx="139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0CF319-FECA-5678-9F1F-F569619FBEBF}"/>
                    </a:ext>
                  </a:extLst>
                </p14:cNvPr>
                <p14:cNvContentPartPr/>
                <p14:nvPr/>
              </p14:nvContentPartPr>
              <p14:xfrm>
                <a:off x="6595368" y="2130944"/>
                <a:ext cx="58320" cy="2656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0CF319-FECA-5678-9F1F-F569619FBEB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89248" y="2124824"/>
                  <a:ext cx="70560" cy="266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08A5421-B326-67EB-98C0-50989AD2D76E}"/>
                    </a:ext>
                  </a:extLst>
                </p14:cNvPr>
                <p14:cNvContentPartPr/>
                <p14:nvPr/>
              </p14:nvContentPartPr>
              <p14:xfrm>
                <a:off x="6551088" y="2092784"/>
                <a:ext cx="955800" cy="60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08A5421-B326-67EB-98C0-50989AD2D7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44968" y="2086664"/>
                  <a:ext cx="968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DCCAC2-1860-C4CE-D5CD-089C1759F44D}"/>
                    </a:ext>
                  </a:extLst>
                </p14:cNvPr>
                <p14:cNvContentPartPr/>
                <p14:nvPr/>
              </p14:nvContentPartPr>
              <p14:xfrm>
                <a:off x="6531648" y="864464"/>
                <a:ext cx="696240" cy="1370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DCCAC2-1860-C4CE-D5CD-089C1759F44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25528" y="858344"/>
                  <a:ext cx="708480" cy="13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903524-C044-1FA1-9E23-B020B36825BE}"/>
                    </a:ext>
                  </a:extLst>
                </p14:cNvPr>
                <p14:cNvContentPartPr/>
                <p14:nvPr/>
              </p14:nvContentPartPr>
              <p14:xfrm>
                <a:off x="6548568" y="463064"/>
                <a:ext cx="57240" cy="70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903524-C044-1FA1-9E23-B020B36825B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42448" y="456944"/>
                  <a:ext cx="6948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5EF7CB-53DF-99BE-54D9-71BD5191F3E2}"/>
                    </a:ext>
                  </a:extLst>
                </p14:cNvPr>
                <p14:cNvContentPartPr/>
                <p14:nvPr/>
              </p14:nvContentPartPr>
              <p14:xfrm>
                <a:off x="6503208" y="458744"/>
                <a:ext cx="727200" cy="2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5EF7CB-53DF-99BE-54D9-71BD5191F3E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97088" y="452624"/>
                  <a:ext cx="739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3F9012-FB89-EACF-071A-144A7BC56E7D}"/>
                    </a:ext>
                  </a:extLst>
                </p14:cNvPr>
                <p14:cNvContentPartPr/>
                <p14:nvPr/>
              </p14:nvContentPartPr>
              <p14:xfrm>
                <a:off x="6567648" y="1631264"/>
                <a:ext cx="709920" cy="42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3F9012-FB89-EACF-071A-144A7BC56E7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561528" y="1625144"/>
                  <a:ext cx="722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86C3E0-1EC5-AD9F-D11A-A7D1A714B53D}"/>
                    </a:ext>
                  </a:extLst>
                </p14:cNvPr>
                <p14:cNvContentPartPr/>
                <p14:nvPr/>
              </p14:nvContentPartPr>
              <p14:xfrm>
                <a:off x="7448568" y="2089184"/>
                <a:ext cx="232200" cy="209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86C3E0-1EC5-AD9F-D11A-A7D1A714B5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42448" y="2083064"/>
                  <a:ext cx="244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F38244-5875-441C-CA2B-774327C029F3}"/>
                    </a:ext>
                  </a:extLst>
                </p14:cNvPr>
                <p14:cNvContentPartPr/>
                <p14:nvPr/>
              </p14:nvContentPartPr>
              <p14:xfrm>
                <a:off x="7286568" y="1556744"/>
                <a:ext cx="177120" cy="234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F38244-5875-441C-CA2B-774327C029F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80448" y="1550624"/>
                  <a:ext cx="189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613099-9948-E23A-CCA6-AE885B9B1415}"/>
                    </a:ext>
                  </a:extLst>
                </p14:cNvPr>
                <p14:cNvContentPartPr/>
                <p14:nvPr/>
              </p14:nvContentPartPr>
              <p14:xfrm>
                <a:off x="7216008" y="819824"/>
                <a:ext cx="186120" cy="222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613099-9948-E23A-CCA6-AE885B9B14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09888" y="813704"/>
                  <a:ext cx="198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CD934F-D887-FB87-850A-9E3E0A710825}"/>
                    </a:ext>
                  </a:extLst>
                </p14:cNvPr>
                <p14:cNvContentPartPr/>
                <p14:nvPr/>
              </p14:nvContentPartPr>
              <p14:xfrm>
                <a:off x="7219248" y="341384"/>
                <a:ext cx="227880" cy="325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CD934F-D887-FB87-850A-9E3E0A7108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13128" y="335264"/>
                  <a:ext cx="2401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D79F78D-EF08-B31D-1B79-A7181A4FC462}"/>
              </a:ext>
            </a:extLst>
          </p:cNvPr>
          <p:cNvGrpSpPr/>
          <p:nvPr/>
        </p:nvGrpSpPr>
        <p:grpSpPr>
          <a:xfrm>
            <a:off x="3892000" y="5994173"/>
            <a:ext cx="246600" cy="383040"/>
            <a:chOff x="3892000" y="5994173"/>
            <a:chExt cx="24660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33B277-E8DA-0B7E-D05F-8AFDA8345F7E}"/>
                    </a:ext>
                  </a:extLst>
                </p14:cNvPr>
                <p14:cNvContentPartPr/>
                <p14:nvPr/>
              </p14:nvContentPartPr>
              <p14:xfrm>
                <a:off x="3892000" y="5994173"/>
                <a:ext cx="171360" cy="4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33B277-E8DA-0B7E-D05F-8AFDA8345F7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885880" y="5988053"/>
                  <a:ext cx="183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2E530B7-62FE-BBF7-4E06-9CE667632D7C}"/>
                    </a:ext>
                  </a:extLst>
                </p14:cNvPr>
                <p14:cNvContentPartPr/>
                <p14:nvPr/>
              </p14:nvContentPartPr>
              <p14:xfrm>
                <a:off x="3938800" y="6010373"/>
                <a:ext cx="167040" cy="366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2E530B7-62FE-BBF7-4E06-9CE667632D7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32680" y="6004253"/>
                  <a:ext cx="1792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FE4697B-0F05-512D-90F7-00846A4263A2}"/>
                    </a:ext>
                  </a:extLst>
                </p14:cNvPr>
                <p14:cNvContentPartPr/>
                <p14:nvPr/>
              </p14:nvContentPartPr>
              <p14:xfrm>
                <a:off x="3952480" y="6129173"/>
                <a:ext cx="186120" cy="75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FE4697B-0F05-512D-90F7-00846A4263A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46360" y="6123053"/>
                  <a:ext cx="1983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115898-8FDC-07FE-A065-10456817508E}"/>
              </a:ext>
            </a:extLst>
          </p:cNvPr>
          <p:cNvGrpSpPr/>
          <p:nvPr/>
        </p:nvGrpSpPr>
        <p:grpSpPr>
          <a:xfrm>
            <a:off x="4378000" y="6013253"/>
            <a:ext cx="470880" cy="271080"/>
            <a:chOff x="4378000" y="6013253"/>
            <a:chExt cx="47088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9855BD-C07C-8EDB-C32C-2B982A556CF1}"/>
                    </a:ext>
                  </a:extLst>
                </p14:cNvPr>
                <p14:cNvContentPartPr/>
                <p14:nvPr/>
              </p14:nvContentPartPr>
              <p14:xfrm>
                <a:off x="4378000" y="6013253"/>
                <a:ext cx="175320" cy="259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9855BD-C07C-8EDB-C32C-2B982A556CF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71880" y="6007133"/>
                  <a:ext cx="1875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39FAE4-2343-F637-1615-332E324D9F16}"/>
                    </a:ext>
                  </a:extLst>
                </p14:cNvPr>
                <p14:cNvContentPartPr/>
                <p14:nvPr/>
              </p14:nvContentPartPr>
              <p14:xfrm>
                <a:off x="4688680" y="6039173"/>
                <a:ext cx="160200" cy="245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39FAE4-2343-F637-1615-332E324D9F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682560" y="6033053"/>
                  <a:ext cx="17244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4473369-B6A6-75AF-95D0-A0711E33D40C}"/>
                  </a:ext>
                </a:extLst>
              </p14:cNvPr>
              <p14:cNvContentPartPr/>
              <p14:nvPr/>
            </p14:nvContentPartPr>
            <p14:xfrm>
              <a:off x="8469400" y="4942973"/>
              <a:ext cx="904320" cy="953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4473369-B6A6-75AF-95D0-A0711E33D40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463280" y="4936853"/>
                <a:ext cx="916560" cy="9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0289790-F602-AF3B-BC38-9BE73A255019}"/>
                  </a:ext>
                </a:extLst>
              </p14:cNvPr>
              <p14:cNvContentPartPr/>
              <p14:nvPr/>
            </p14:nvContentPartPr>
            <p14:xfrm>
              <a:off x="5566360" y="5599613"/>
              <a:ext cx="1564560" cy="378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0289790-F602-AF3B-BC38-9BE73A25501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560240" y="5593493"/>
                <a:ext cx="15768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D3F5DA-7A66-8033-8C12-FBC4BD272D98}"/>
                  </a:ext>
                </a:extLst>
              </p14:cNvPr>
              <p14:cNvContentPartPr/>
              <p14:nvPr/>
            </p14:nvContentPartPr>
            <p14:xfrm>
              <a:off x="9162400" y="4639493"/>
              <a:ext cx="217080" cy="40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D3F5DA-7A66-8033-8C12-FBC4BD272D9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156280" y="4633373"/>
                <a:ext cx="2293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9B1259-63DA-8057-AD30-6B61A54E14E7}"/>
                  </a:ext>
                </a:extLst>
              </p14:cNvPr>
              <p14:cNvContentPartPr/>
              <p14:nvPr/>
            </p14:nvContentPartPr>
            <p14:xfrm>
              <a:off x="9140080" y="3769013"/>
              <a:ext cx="216360" cy="3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9B1259-63DA-8057-AD30-6B61A54E14E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133960" y="3762893"/>
                <a:ext cx="2286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6EAE65-AB90-AE06-0DEA-7153FDEC39CE}"/>
                  </a:ext>
                </a:extLst>
              </p14:cNvPr>
              <p14:cNvContentPartPr/>
              <p14:nvPr/>
            </p14:nvContentPartPr>
            <p14:xfrm>
              <a:off x="9241240" y="3697373"/>
              <a:ext cx="22320" cy="254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6EAE65-AB90-AE06-0DEA-7153FDEC39C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235120" y="3691253"/>
                <a:ext cx="345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F3A4953-3098-1332-36F8-D89B81635BD1}"/>
                  </a:ext>
                </a:extLst>
              </p14:cNvPr>
              <p14:cNvContentPartPr/>
              <p14:nvPr/>
            </p14:nvContentPartPr>
            <p14:xfrm>
              <a:off x="8353120" y="2909333"/>
              <a:ext cx="1138320" cy="761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F3A4953-3098-1332-36F8-D89B81635BD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347000" y="2903213"/>
                <a:ext cx="1150560" cy="7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521C44B-BD6E-EC28-E3A1-8665236510B8}"/>
                  </a:ext>
                </a:extLst>
              </p14:cNvPr>
              <p14:cNvContentPartPr/>
              <p14:nvPr/>
            </p14:nvContentPartPr>
            <p14:xfrm>
              <a:off x="8319640" y="3583613"/>
              <a:ext cx="112680" cy="1144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521C44B-BD6E-EC28-E3A1-8665236510B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13520" y="3577493"/>
                <a:ext cx="1249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CDB2140-9FAF-AC6D-D983-AB3A410FD4BA}"/>
                  </a:ext>
                </a:extLst>
              </p14:cNvPr>
              <p14:cNvContentPartPr/>
              <p14:nvPr/>
            </p14:nvContentPartPr>
            <p14:xfrm>
              <a:off x="7731760" y="4690973"/>
              <a:ext cx="1800" cy="7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CDB2140-9FAF-AC6D-D983-AB3A410FD4B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725640" y="4684853"/>
                <a:ext cx="140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C1D019A-4BB0-84DD-37B4-0F4D684CC5CF}"/>
                  </a:ext>
                </a:extLst>
              </p14:cNvPr>
              <p14:cNvContentPartPr/>
              <p14:nvPr/>
            </p14:nvContentPartPr>
            <p14:xfrm>
              <a:off x="8349160" y="3889253"/>
              <a:ext cx="58680" cy="915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C1D019A-4BB0-84DD-37B4-0F4D684CC5C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343040" y="3883133"/>
                <a:ext cx="70920" cy="9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E1B1C5B-39D1-EDDF-76E5-54AF35F0032D}"/>
                  </a:ext>
                </a:extLst>
              </p14:cNvPr>
              <p14:cNvContentPartPr/>
              <p14:nvPr/>
            </p14:nvContentPartPr>
            <p14:xfrm>
              <a:off x="8305600" y="4561373"/>
              <a:ext cx="153000" cy="281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E1B1C5B-39D1-EDDF-76E5-54AF35F0032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299480" y="4555253"/>
                <a:ext cx="1652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F4804AC-167C-4584-4525-BB11759D321D}"/>
                  </a:ext>
                </a:extLst>
              </p14:cNvPr>
              <p14:cNvContentPartPr/>
              <p14:nvPr/>
            </p14:nvContentPartPr>
            <p14:xfrm>
              <a:off x="6813760" y="4713293"/>
              <a:ext cx="15840" cy="64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F4804AC-167C-4584-4525-BB11759D321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807640" y="4707173"/>
                <a:ext cx="2808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50" name="Group 10249">
            <a:extLst>
              <a:ext uri="{FF2B5EF4-FFF2-40B4-BE49-F238E27FC236}">
                <a16:creationId xmlns:a16="http://schemas.microsoft.com/office/drawing/2014/main" id="{A6CFB545-09A9-306B-B228-911D8A753128}"/>
              </a:ext>
            </a:extLst>
          </p:cNvPr>
          <p:cNvGrpSpPr/>
          <p:nvPr/>
        </p:nvGrpSpPr>
        <p:grpSpPr>
          <a:xfrm>
            <a:off x="3257320" y="386093"/>
            <a:ext cx="4429440" cy="4358520"/>
            <a:chOff x="3257320" y="386093"/>
            <a:chExt cx="4429440" cy="435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1FDABC-0530-1750-7A97-EA4CFF516AD4}"/>
                    </a:ext>
                  </a:extLst>
                </p14:cNvPr>
                <p14:cNvContentPartPr/>
                <p14:nvPr/>
              </p14:nvContentPartPr>
              <p14:xfrm>
                <a:off x="6627280" y="2082413"/>
                <a:ext cx="1059480" cy="2662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1FDABC-0530-1750-7A97-EA4CFF516A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621160" y="2076293"/>
                  <a:ext cx="1071720" cy="26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9CD4558-CC2B-2240-B55E-B7764CB922E0}"/>
                    </a:ext>
                  </a:extLst>
                </p14:cNvPr>
                <p14:cNvContentPartPr/>
                <p14:nvPr/>
              </p14:nvContentPartPr>
              <p14:xfrm>
                <a:off x="6615400" y="1615853"/>
                <a:ext cx="36720" cy="767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9CD4558-CC2B-2240-B55E-B7764CB922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609280" y="1609733"/>
                  <a:ext cx="4896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C85798-F947-46BC-3DA0-C83AA524815E}"/>
                    </a:ext>
                  </a:extLst>
                </p14:cNvPr>
                <p14:cNvContentPartPr/>
                <p14:nvPr/>
              </p14:nvContentPartPr>
              <p14:xfrm>
                <a:off x="6570760" y="1548893"/>
                <a:ext cx="938880" cy="21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C85798-F947-46BC-3DA0-C83AA524815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64640" y="1542773"/>
                  <a:ext cx="951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075D41-FF3D-AD37-F5C3-A49EEBFFE8CD}"/>
                    </a:ext>
                  </a:extLst>
                </p14:cNvPr>
                <p14:cNvContentPartPr/>
                <p14:nvPr/>
              </p14:nvContentPartPr>
              <p14:xfrm>
                <a:off x="6604600" y="858053"/>
                <a:ext cx="871560" cy="913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075D41-FF3D-AD37-F5C3-A49EEBFFE8C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598480" y="851933"/>
                  <a:ext cx="88380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72AF61-660F-BC57-5981-D7A54B39B55F}"/>
                    </a:ext>
                  </a:extLst>
                </p14:cNvPr>
                <p14:cNvContentPartPr/>
                <p14:nvPr/>
              </p14:nvContentPartPr>
              <p14:xfrm>
                <a:off x="6646000" y="386093"/>
                <a:ext cx="894960" cy="791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72AF61-660F-BC57-5981-D7A54B39B55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39880" y="379973"/>
                  <a:ext cx="90720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7D86AB-7C7D-9853-4A36-C8AAA4B524AE}"/>
                    </a:ext>
                  </a:extLst>
                </p14:cNvPr>
                <p14:cNvContentPartPr/>
                <p14:nvPr/>
              </p14:nvContentPartPr>
              <p14:xfrm>
                <a:off x="4559080" y="1557173"/>
                <a:ext cx="2950560" cy="213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7D86AB-7C7D-9853-4A36-C8AAA4B524A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552960" y="1551053"/>
                  <a:ext cx="2962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302D376-3CD5-021A-BB60-2C813E0AAF32}"/>
                    </a:ext>
                  </a:extLst>
                </p14:cNvPr>
                <p14:cNvContentPartPr/>
                <p14:nvPr/>
              </p14:nvContentPartPr>
              <p14:xfrm>
                <a:off x="3257320" y="2065493"/>
                <a:ext cx="83880" cy="573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302D376-3CD5-021A-BB60-2C813E0AAF3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251200" y="2059373"/>
                  <a:ext cx="9612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996A23-F0BF-9621-34CD-3315409E5446}"/>
                    </a:ext>
                  </a:extLst>
                </p14:cNvPr>
                <p14:cNvContentPartPr/>
                <p14:nvPr/>
              </p14:nvContentPartPr>
              <p14:xfrm>
                <a:off x="3280360" y="2058653"/>
                <a:ext cx="180000" cy="210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996A23-F0BF-9621-34CD-3315409E544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274240" y="2052533"/>
                  <a:ext cx="192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240" name="Ink 10239">
                  <a:extLst>
                    <a:ext uri="{FF2B5EF4-FFF2-40B4-BE49-F238E27FC236}">
                      <a16:creationId xmlns:a16="http://schemas.microsoft.com/office/drawing/2014/main" id="{9282000F-8A8D-5421-BC43-FE2049F97C62}"/>
                    </a:ext>
                  </a:extLst>
                </p14:cNvPr>
                <p14:cNvContentPartPr/>
                <p14:nvPr/>
              </p14:nvContentPartPr>
              <p14:xfrm>
                <a:off x="3508960" y="1877933"/>
                <a:ext cx="140040" cy="406440"/>
              </p14:xfrm>
            </p:contentPart>
          </mc:Choice>
          <mc:Fallback xmlns="">
            <p:pic>
              <p:nvPicPr>
                <p:cNvPr id="10240" name="Ink 10239">
                  <a:extLst>
                    <a:ext uri="{FF2B5EF4-FFF2-40B4-BE49-F238E27FC236}">
                      <a16:creationId xmlns:a16="http://schemas.microsoft.com/office/drawing/2014/main" id="{9282000F-8A8D-5421-BC43-FE2049F97C6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502840" y="1871813"/>
                  <a:ext cx="152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241" name="Ink 10240">
                  <a:extLst>
                    <a:ext uri="{FF2B5EF4-FFF2-40B4-BE49-F238E27FC236}">
                      <a16:creationId xmlns:a16="http://schemas.microsoft.com/office/drawing/2014/main" id="{07C68670-3C63-FBDA-2674-D9015A7058F9}"/>
                    </a:ext>
                  </a:extLst>
                </p14:cNvPr>
                <p14:cNvContentPartPr/>
                <p14:nvPr/>
              </p14:nvContentPartPr>
              <p14:xfrm>
                <a:off x="3722080" y="2046413"/>
                <a:ext cx="210600" cy="519840"/>
              </p14:xfrm>
            </p:contentPart>
          </mc:Choice>
          <mc:Fallback xmlns="">
            <p:pic>
              <p:nvPicPr>
                <p:cNvPr id="10241" name="Ink 10240">
                  <a:extLst>
                    <a:ext uri="{FF2B5EF4-FFF2-40B4-BE49-F238E27FC236}">
                      <a16:creationId xmlns:a16="http://schemas.microsoft.com/office/drawing/2014/main" id="{07C68670-3C63-FBDA-2674-D9015A7058F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715960" y="2040293"/>
                  <a:ext cx="2228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243" name="Ink 10242">
                  <a:extLst>
                    <a:ext uri="{FF2B5EF4-FFF2-40B4-BE49-F238E27FC236}">
                      <a16:creationId xmlns:a16="http://schemas.microsoft.com/office/drawing/2014/main" id="{30660F9B-BD56-2D10-D78D-4566F134672E}"/>
                    </a:ext>
                  </a:extLst>
                </p14:cNvPr>
                <p14:cNvContentPartPr/>
                <p14:nvPr/>
              </p14:nvContentPartPr>
              <p14:xfrm>
                <a:off x="4036000" y="2061173"/>
                <a:ext cx="139320" cy="224640"/>
              </p14:xfrm>
            </p:contentPart>
          </mc:Choice>
          <mc:Fallback xmlns="">
            <p:pic>
              <p:nvPicPr>
                <p:cNvPr id="10243" name="Ink 10242">
                  <a:extLst>
                    <a:ext uri="{FF2B5EF4-FFF2-40B4-BE49-F238E27FC236}">
                      <a16:creationId xmlns:a16="http://schemas.microsoft.com/office/drawing/2014/main" id="{30660F9B-BD56-2D10-D78D-4566F134672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029880" y="2055053"/>
                  <a:ext cx="1515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244" name="Ink 10243">
                  <a:extLst>
                    <a:ext uri="{FF2B5EF4-FFF2-40B4-BE49-F238E27FC236}">
                      <a16:creationId xmlns:a16="http://schemas.microsoft.com/office/drawing/2014/main" id="{AE98D98B-DC54-4595-3D25-086905B223C8}"/>
                    </a:ext>
                  </a:extLst>
                </p14:cNvPr>
                <p14:cNvContentPartPr/>
                <p14:nvPr/>
              </p14:nvContentPartPr>
              <p14:xfrm>
                <a:off x="4247320" y="2132453"/>
                <a:ext cx="13680" cy="177840"/>
              </p14:xfrm>
            </p:contentPart>
          </mc:Choice>
          <mc:Fallback xmlns="">
            <p:pic>
              <p:nvPicPr>
                <p:cNvPr id="10244" name="Ink 10243">
                  <a:extLst>
                    <a:ext uri="{FF2B5EF4-FFF2-40B4-BE49-F238E27FC236}">
                      <a16:creationId xmlns:a16="http://schemas.microsoft.com/office/drawing/2014/main" id="{AE98D98B-DC54-4595-3D25-086905B223C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41200" y="2126333"/>
                  <a:ext cx="25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245" name="Ink 10244">
                  <a:extLst>
                    <a:ext uri="{FF2B5EF4-FFF2-40B4-BE49-F238E27FC236}">
                      <a16:creationId xmlns:a16="http://schemas.microsoft.com/office/drawing/2014/main" id="{BE29AF8A-7744-D531-63C3-4933C451999C}"/>
                    </a:ext>
                  </a:extLst>
                </p14:cNvPr>
                <p14:cNvContentPartPr/>
                <p14:nvPr/>
              </p14:nvContentPartPr>
              <p14:xfrm>
                <a:off x="4314280" y="1974053"/>
                <a:ext cx="11520" cy="211320"/>
              </p14:xfrm>
            </p:contentPart>
          </mc:Choice>
          <mc:Fallback xmlns="">
            <p:pic>
              <p:nvPicPr>
                <p:cNvPr id="10245" name="Ink 10244">
                  <a:extLst>
                    <a:ext uri="{FF2B5EF4-FFF2-40B4-BE49-F238E27FC236}">
                      <a16:creationId xmlns:a16="http://schemas.microsoft.com/office/drawing/2014/main" id="{BE29AF8A-7744-D531-63C3-4933C451999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308160" y="1967933"/>
                  <a:ext cx="23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246" name="Ink 10245">
                  <a:extLst>
                    <a:ext uri="{FF2B5EF4-FFF2-40B4-BE49-F238E27FC236}">
                      <a16:creationId xmlns:a16="http://schemas.microsoft.com/office/drawing/2014/main" id="{7F1F4FAE-36E9-C0DC-5981-9CB54A104F4B}"/>
                    </a:ext>
                  </a:extLst>
                </p14:cNvPr>
                <p14:cNvContentPartPr/>
                <p14:nvPr/>
              </p14:nvContentPartPr>
              <p14:xfrm>
                <a:off x="4427320" y="2128133"/>
                <a:ext cx="350280" cy="225360"/>
              </p14:xfrm>
            </p:contentPart>
          </mc:Choice>
          <mc:Fallback xmlns="">
            <p:pic>
              <p:nvPicPr>
                <p:cNvPr id="10246" name="Ink 10245">
                  <a:extLst>
                    <a:ext uri="{FF2B5EF4-FFF2-40B4-BE49-F238E27FC236}">
                      <a16:creationId xmlns:a16="http://schemas.microsoft.com/office/drawing/2014/main" id="{7F1F4FAE-36E9-C0DC-5981-9CB54A104F4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421200" y="2122013"/>
                  <a:ext cx="362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247" name="Ink 10246">
                  <a:extLst>
                    <a:ext uri="{FF2B5EF4-FFF2-40B4-BE49-F238E27FC236}">
                      <a16:creationId xmlns:a16="http://schemas.microsoft.com/office/drawing/2014/main" id="{0B448763-1E47-659B-8034-6E0776F21C88}"/>
                    </a:ext>
                  </a:extLst>
                </p14:cNvPr>
                <p14:cNvContentPartPr/>
                <p14:nvPr/>
              </p14:nvContentPartPr>
              <p14:xfrm>
                <a:off x="4860040" y="1804493"/>
                <a:ext cx="140040" cy="682200"/>
              </p14:xfrm>
            </p:contentPart>
          </mc:Choice>
          <mc:Fallback xmlns="">
            <p:pic>
              <p:nvPicPr>
                <p:cNvPr id="10247" name="Ink 10246">
                  <a:extLst>
                    <a:ext uri="{FF2B5EF4-FFF2-40B4-BE49-F238E27FC236}">
                      <a16:creationId xmlns:a16="http://schemas.microsoft.com/office/drawing/2014/main" id="{0B448763-1E47-659B-8034-6E0776F21C8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853920" y="1798373"/>
                  <a:ext cx="15228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249" name="Ink 10248">
                  <a:extLst>
                    <a:ext uri="{FF2B5EF4-FFF2-40B4-BE49-F238E27FC236}">
                      <a16:creationId xmlns:a16="http://schemas.microsoft.com/office/drawing/2014/main" id="{062813A1-EDA0-EFA0-A528-D7726563509C}"/>
                    </a:ext>
                  </a:extLst>
                </p14:cNvPr>
                <p14:cNvContentPartPr/>
                <p14:nvPr/>
              </p14:nvContentPartPr>
              <p14:xfrm>
                <a:off x="5008720" y="1623413"/>
                <a:ext cx="1621440" cy="126720"/>
              </p14:xfrm>
            </p:contentPart>
          </mc:Choice>
          <mc:Fallback xmlns="">
            <p:pic>
              <p:nvPicPr>
                <p:cNvPr id="10249" name="Ink 10248">
                  <a:extLst>
                    <a:ext uri="{FF2B5EF4-FFF2-40B4-BE49-F238E27FC236}">
                      <a16:creationId xmlns:a16="http://schemas.microsoft.com/office/drawing/2014/main" id="{062813A1-EDA0-EFA0-A528-D772656350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002600" y="1617293"/>
                  <a:ext cx="163368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55" name="Group 10254">
            <a:extLst>
              <a:ext uri="{FF2B5EF4-FFF2-40B4-BE49-F238E27FC236}">
                <a16:creationId xmlns:a16="http://schemas.microsoft.com/office/drawing/2014/main" id="{A32F9F16-60B6-A552-88E1-6430630D8038}"/>
              </a:ext>
            </a:extLst>
          </p:cNvPr>
          <p:cNvGrpSpPr/>
          <p:nvPr/>
        </p:nvGrpSpPr>
        <p:grpSpPr>
          <a:xfrm>
            <a:off x="2820640" y="3101213"/>
            <a:ext cx="398160" cy="432360"/>
            <a:chOff x="2820640" y="3101213"/>
            <a:chExt cx="39816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251" name="Ink 10250">
                  <a:extLst>
                    <a:ext uri="{FF2B5EF4-FFF2-40B4-BE49-F238E27FC236}">
                      <a16:creationId xmlns:a16="http://schemas.microsoft.com/office/drawing/2014/main" id="{BA8012D2-442A-4EE5-BCBF-1A295D0C6400}"/>
                    </a:ext>
                  </a:extLst>
                </p14:cNvPr>
                <p14:cNvContentPartPr/>
                <p14:nvPr/>
              </p14:nvContentPartPr>
              <p14:xfrm>
                <a:off x="2934040" y="3195533"/>
                <a:ext cx="184680" cy="296280"/>
              </p14:xfrm>
            </p:contentPart>
          </mc:Choice>
          <mc:Fallback xmlns="">
            <p:pic>
              <p:nvPicPr>
                <p:cNvPr id="10251" name="Ink 10250">
                  <a:extLst>
                    <a:ext uri="{FF2B5EF4-FFF2-40B4-BE49-F238E27FC236}">
                      <a16:creationId xmlns:a16="http://schemas.microsoft.com/office/drawing/2014/main" id="{BA8012D2-442A-4EE5-BCBF-1A295D0C640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927920" y="3189413"/>
                  <a:ext cx="1969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252" name="Ink 10251">
                  <a:extLst>
                    <a:ext uri="{FF2B5EF4-FFF2-40B4-BE49-F238E27FC236}">
                      <a16:creationId xmlns:a16="http://schemas.microsoft.com/office/drawing/2014/main" id="{AD9A02C9-0EE7-2BB0-F006-4F1A670053FD}"/>
                    </a:ext>
                  </a:extLst>
                </p14:cNvPr>
                <p14:cNvContentPartPr/>
                <p14:nvPr/>
              </p14:nvContentPartPr>
              <p14:xfrm>
                <a:off x="2820640" y="3101213"/>
                <a:ext cx="398160" cy="432360"/>
              </p14:xfrm>
            </p:contentPart>
          </mc:Choice>
          <mc:Fallback xmlns="">
            <p:pic>
              <p:nvPicPr>
                <p:cNvPr id="10252" name="Ink 10251">
                  <a:extLst>
                    <a:ext uri="{FF2B5EF4-FFF2-40B4-BE49-F238E27FC236}">
                      <a16:creationId xmlns:a16="http://schemas.microsoft.com/office/drawing/2014/main" id="{AD9A02C9-0EE7-2BB0-F006-4F1A670053F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14520" y="3095093"/>
                  <a:ext cx="4104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254" name="Ink 10253">
                  <a:extLst>
                    <a:ext uri="{FF2B5EF4-FFF2-40B4-BE49-F238E27FC236}">
                      <a16:creationId xmlns:a16="http://schemas.microsoft.com/office/drawing/2014/main" id="{72E4E6E2-358A-AC26-BCDB-C2B4D738C34C}"/>
                    </a:ext>
                  </a:extLst>
                </p14:cNvPr>
                <p14:cNvContentPartPr/>
                <p14:nvPr/>
              </p14:nvContentPartPr>
              <p14:xfrm>
                <a:off x="2911000" y="3210653"/>
                <a:ext cx="137520" cy="176040"/>
              </p14:xfrm>
            </p:contentPart>
          </mc:Choice>
          <mc:Fallback xmlns="">
            <p:pic>
              <p:nvPicPr>
                <p:cNvPr id="10254" name="Ink 10253">
                  <a:extLst>
                    <a:ext uri="{FF2B5EF4-FFF2-40B4-BE49-F238E27FC236}">
                      <a16:creationId xmlns:a16="http://schemas.microsoft.com/office/drawing/2014/main" id="{72E4E6E2-358A-AC26-BCDB-C2B4D738C34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904880" y="3204533"/>
                  <a:ext cx="149760" cy="18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0717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nd gate 1">
            <a:extLst>
              <a:ext uri="{FF2B5EF4-FFF2-40B4-BE49-F238E27FC236}">
                <a16:creationId xmlns:a16="http://schemas.microsoft.com/office/drawing/2014/main" id="{69B6C594-F262-6414-3BE5-DA0486B9E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5D44F5B-D546-32A3-D49A-F794332586A8}"/>
                  </a:ext>
                </a:extLst>
              </p14:cNvPr>
              <p14:cNvContentPartPr/>
              <p14:nvPr/>
            </p14:nvContentPartPr>
            <p14:xfrm>
              <a:off x="8193408" y="1788944"/>
              <a:ext cx="27360" cy="25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5D44F5B-D546-32A3-D49A-F794332586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7288" y="1782824"/>
                <a:ext cx="396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476353-39E2-BF06-0161-06199969D630}"/>
                  </a:ext>
                </a:extLst>
              </p14:cNvPr>
              <p14:cNvContentPartPr/>
              <p14:nvPr/>
            </p14:nvContentPartPr>
            <p14:xfrm>
              <a:off x="7243728" y="1860584"/>
              <a:ext cx="687240" cy="270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476353-39E2-BF06-0161-06199969D6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37608" y="1854464"/>
                <a:ext cx="69948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65F7B7-2E2D-BE26-82C7-A836D73F0246}"/>
                  </a:ext>
                </a:extLst>
              </p14:cNvPr>
              <p14:cNvContentPartPr/>
              <p14:nvPr/>
            </p14:nvContentPartPr>
            <p14:xfrm>
              <a:off x="7131768" y="973184"/>
              <a:ext cx="2181600" cy="1074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65F7B7-2E2D-BE26-82C7-A836D73F02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5648" y="967064"/>
                <a:ext cx="219384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D3470E2-36C9-BE75-7535-21FE535F3CBA}"/>
                  </a:ext>
                </a:extLst>
              </p14:cNvPr>
              <p14:cNvContentPartPr/>
              <p14:nvPr/>
            </p14:nvContentPartPr>
            <p14:xfrm>
              <a:off x="8019888" y="1801184"/>
              <a:ext cx="20160" cy="246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D3470E2-36C9-BE75-7535-21FE535F3C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13768" y="1795064"/>
                <a:ext cx="3240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D78A0E1-96C9-6C9A-2D80-9B45FF56E892}"/>
              </a:ext>
            </a:extLst>
          </p:cNvPr>
          <p:cNvGrpSpPr/>
          <p:nvPr/>
        </p:nvGrpSpPr>
        <p:grpSpPr>
          <a:xfrm>
            <a:off x="5763048" y="1039424"/>
            <a:ext cx="3604680" cy="929880"/>
            <a:chOff x="5763048" y="1039424"/>
            <a:chExt cx="3604680" cy="9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7508BF5-D0E5-EC10-BDBB-618B4EFA1E88}"/>
                    </a:ext>
                  </a:extLst>
                </p14:cNvPr>
                <p14:cNvContentPartPr/>
                <p14:nvPr/>
              </p14:nvContentPartPr>
              <p14:xfrm>
                <a:off x="9359808" y="1055264"/>
                <a:ext cx="7920" cy="6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7508BF5-D0E5-EC10-BDBB-618B4EFA1E8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53688" y="1049144"/>
                  <a:ext cx="201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85E2BAD-E350-3F43-A516-74B6EAA4CC12}"/>
                    </a:ext>
                  </a:extLst>
                </p14:cNvPr>
                <p14:cNvContentPartPr/>
                <p14:nvPr/>
              </p14:nvContentPartPr>
              <p14:xfrm>
                <a:off x="8417328" y="1182704"/>
                <a:ext cx="899640" cy="532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85E2BAD-E350-3F43-A516-74B6EAA4CC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11208" y="1176584"/>
                  <a:ext cx="91188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A00E6D-E110-2BBC-49A7-BCB6CDF27EF2}"/>
                    </a:ext>
                  </a:extLst>
                </p14:cNvPr>
                <p14:cNvContentPartPr/>
                <p14:nvPr/>
              </p14:nvContentPartPr>
              <p14:xfrm>
                <a:off x="5763048" y="1039424"/>
                <a:ext cx="3552840" cy="92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A00E6D-E110-2BBC-49A7-BCB6CDF27EF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56928" y="1033304"/>
                  <a:ext cx="3565080" cy="9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0B243-016A-453C-DBCB-9E8B84464E81}"/>
              </a:ext>
            </a:extLst>
          </p:cNvPr>
          <p:cNvGrpSpPr/>
          <p:nvPr/>
        </p:nvGrpSpPr>
        <p:grpSpPr>
          <a:xfrm>
            <a:off x="6359208" y="1169744"/>
            <a:ext cx="1818720" cy="851760"/>
            <a:chOff x="6359208" y="1169744"/>
            <a:chExt cx="1818720" cy="85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575C38-2590-6497-204E-874D794B43D5}"/>
                    </a:ext>
                  </a:extLst>
                </p14:cNvPr>
                <p14:cNvContentPartPr/>
                <p14:nvPr/>
              </p14:nvContentPartPr>
              <p14:xfrm>
                <a:off x="7281528" y="1931144"/>
                <a:ext cx="326160" cy="5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575C38-2590-6497-204E-874D794B43D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75408" y="1925024"/>
                  <a:ext cx="3384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0D9363-2BC5-B1B0-B388-210C1A1A03EA}"/>
                    </a:ext>
                  </a:extLst>
                </p14:cNvPr>
                <p14:cNvContentPartPr/>
                <p14:nvPr/>
              </p14:nvContentPartPr>
              <p14:xfrm>
                <a:off x="6359208" y="1169744"/>
                <a:ext cx="1711080" cy="812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0D9363-2BC5-B1B0-B388-210C1A1A03E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53088" y="1163624"/>
                  <a:ext cx="172332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40105CB-FB7C-B18E-7A1C-F01698043463}"/>
                    </a:ext>
                  </a:extLst>
                </p14:cNvPr>
                <p14:cNvContentPartPr/>
                <p14:nvPr/>
              </p14:nvContentPartPr>
              <p14:xfrm>
                <a:off x="7704528" y="1937264"/>
                <a:ext cx="473400" cy="8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40105CB-FB7C-B18E-7A1C-F016980434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98408" y="1931144"/>
                  <a:ext cx="48564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2A958F-01CA-157D-C23D-E5F2A25F7884}"/>
                  </a:ext>
                </a:extLst>
              </p14:cNvPr>
              <p14:cNvContentPartPr/>
              <p14:nvPr/>
            </p14:nvContentPartPr>
            <p14:xfrm>
              <a:off x="4288000" y="3896813"/>
              <a:ext cx="6430680" cy="217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2A958F-01CA-157D-C23D-E5F2A25F788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81880" y="3890693"/>
                <a:ext cx="6442920" cy="21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9E1E1B4-4E61-E316-D40A-735E78DEC80F}"/>
                  </a:ext>
                </a:extLst>
              </p14:cNvPr>
              <p14:cNvContentPartPr/>
              <p14:nvPr/>
            </p14:nvContentPartPr>
            <p14:xfrm>
              <a:off x="8398840" y="5224493"/>
              <a:ext cx="816120" cy="816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9E1E1B4-4E61-E316-D40A-735E78DEC80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92720" y="5218373"/>
                <a:ext cx="828360" cy="8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EDD4C89-97E5-2C51-0FA9-7740A1B876EE}"/>
                  </a:ext>
                </a:extLst>
              </p14:cNvPr>
              <p14:cNvContentPartPr/>
              <p14:nvPr/>
            </p14:nvContentPartPr>
            <p14:xfrm>
              <a:off x="7421440" y="5234213"/>
              <a:ext cx="804240" cy="833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EDD4C89-97E5-2C51-0FA9-7740A1B876E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15320" y="5228093"/>
                <a:ext cx="816480" cy="84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475D420-DE2F-F0A2-05E0-ABC419A806B7}"/>
              </a:ext>
            </a:extLst>
          </p:cNvPr>
          <p:cNvGrpSpPr/>
          <p:nvPr/>
        </p:nvGrpSpPr>
        <p:grpSpPr>
          <a:xfrm>
            <a:off x="5028160" y="4165013"/>
            <a:ext cx="1555200" cy="624600"/>
            <a:chOff x="5028160" y="4165013"/>
            <a:chExt cx="1555200" cy="62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008179-46AA-DA79-D741-438FA60C86A4}"/>
                    </a:ext>
                  </a:extLst>
                </p14:cNvPr>
                <p14:cNvContentPartPr/>
                <p14:nvPr/>
              </p14:nvContentPartPr>
              <p14:xfrm>
                <a:off x="5028160" y="4185893"/>
                <a:ext cx="577800" cy="59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008179-46AA-DA79-D741-438FA60C86A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22040" y="4179773"/>
                  <a:ext cx="5900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E2CC959-84E4-543D-3F61-A55C9012D0BF}"/>
                    </a:ext>
                  </a:extLst>
                </p14:cNvPr>
                <p14:cNvContentPartPr/>
                <p14:nvPr/>
              </p14:nvContentPartPr>
              <p14:xfrm>
                <a:off x="6162880" y="4165013"/>
                <a:ext cx="420480" cy="624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E2CC959-84E4-543D-3F61-A55C9012D0B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56760" y="4158893"/>
                  <a:ext cx="432720" cy="63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C57FEC1-AE92-C44A-B087-5F3673B483D1}"/>
              </a:ext>
            </a:extLst>
          </p:cNvPr>
          <p:cNvGrpSpPr/>
          <p:nvPr/>
        </p:nvGrpSpPr>
        <p:grpSpPr>
          <a:xfrm>
            <a:off x="6863080" y="5101733"/>
            <a:ext cx="2352960" cy="1050120"/>
            <a:chOff x="6863080" y="5101733"/>
            <a:chExt cx="2352960" cy="10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1491081-AF2F-54DC-961B-E3E4C3F3D208}"/>
                    </a:ext>
                  </a:extLst>
                </p14:cNvPr>
                <p14:cNvContentPartPr/>
                <p14:nvPr/>
              </p14:nvContentPartPr>
              <p14:xfrm>
                <a:off x="6863080" y="5101733"/>
                <a:ext cx="967320" cy="433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1491081-AF2F-54DC-961B-E3E4C3F3D20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56960" y="5095613"/>
                  <a:ext cx="9795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95B73B-2BF1-1E24-5105-DBDCFF38A973}"/>
                    </a:ext>
                  </a:extLst>
                </p14:cNvPr>
                <p14:cNvContentPartPr/>
                <p14:nvPr/>
              </p14:nvContentPartPr>
              <p14:xfrm>
                <a:off x="6940840" y="5533733"/>
                <a:ext cx="1172520" cy="293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95B73B-2BF1-1E24-5105-DBDCFF38A9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34720" y="5527613"/>
                  <a:ext cx="1184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DDAC14-1643-FB92-F6C4-593898FD08B4}"/>
                    </a:ext>
                  </a:extLst>
                </p14:cNvPr>
                <p14:cNvContentPartPr/>
                <p14:nvPr/>
              </p14:nvContentPartPr>
              <p14:xfrm>
                <a:off x="9046840" y="5539133"/>
                <a:ext cx="54720" cy="333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DDAC14-1643-FB92-F6C4-593898FD08B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40720" y="5533013"/>
                  <a:ext cx="669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79D761-A067-367E-8F23-50905A4CC632}"/>
                    </a:ext>
                  </a:extLst>
                </p14:cNvPr>
                <p14:cNvContentPartPr/>
                <p14:nvPr/>
              </p14:nvContentPartPr>
              <p14:xfrm>
                <a:off x="8496400" y="5264093"/>
                <a:ext cx="719640" cy="887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79D761-A067-367E-8F23-50905A4CC63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90280" y="5257973"/>
                  <a:ext cx="731880" cy="90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5156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nd gate 2">
            <a:extLst>
              <a:ext uri="{FF2B5EF4-FFF2-40B4-BE49-F238E27FC236}">
                <a16:creationId xmlns:a16="http://schemas.microsoft.com/office/drawing/2014/main" id="{95ABF994-B267-C94B-7E33-2D39C3424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1E5126-D67D-BAE5-570E-55E9D4A6C902}"/>
                  </a:ext>
                </a:extLst>
              </p14:cNvPr>
              <p14:cNvContentPartPr/>
              <p14:nvPr/>
            </p14:nvContentPartPr>
            <p14:xfrm>
              <a:off x="7132848" y="1223024"/>
              <a:ext cx="38160" cy="356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1E5126-D67D-BAE5-570E-55E9D4A6C9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26728" y="1216904"/>
                <a:ext cx="50400" cy="36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1A888F5-27A0-BDF0-9497-4C5D371CA861}"/>
              </a:ext>
            </a:extLst>
          </p:cNvPr>
          <p:cNvGrpSpPr/>
          <p:nvPr/>
        </p:nvGrpSpPr>
        <p:grpSpPr>
          <a:xfrm>
            <a:off x="5200008" y="5109944"/>
            <a:ext cx="2363040" cy="1606320"/>
            <a:chOff x="5200008" y="5109944"/>
            <a:chExt cx="2363040" cy="160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EE883B8-A262-CF61-0F9D-DF9A441D319C}"/>
                    </a:ext>
                  </a:extLst>
                </p14:cNvPr>
                <p14:cNvContentPartPr/>
                <p14:nvPr/>
              </p14:nvContentPartPr>
              <p14:xfrm>
                <a:off x="6154008" y="5171504"/>
                <a:ext cx="655920" cy="648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EE883B8-A262-CF61-0F9D-DF9A441D319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47888" y="5165384"/>
                  <a:ext cx="66816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6D854D9-3BE2-3B39-0F95-07554576FE9A}"/>
                    </a:ext>
                  </a:extLst>
                </p14:cNvPr>
                <p14:cNvContentPartPr/>
                <p14:nvPr/>
              </p14:nvContentPartPr>
              <p14:xfrm>
                <a:off x="5200008" y="5109944"/>
                <a:ext cx="690840" cy="669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6D854D9-3BE2-3B39-0F95-07554576FE9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93888" y="5103824"/>
                  <a:ext cx="7030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782E3CE-BA16-A839-F6ED-05B4EA182BEA}"/>
                    </a:ext>
                  </a:extLst>
                </p14:cNvPr>
                <p14:cNvContentPartPr/>
                <p14:nvPr/>
              </p14:nvContentPartPr>
              <p14:xfrm>
                <a:off x="5427888" y="5831384"/>
                <a:ext cx="1067400" cy="590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782E3CE-BA16-A839-F6ED-05B4EA182BE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21768" y="5825264"/>
                  <a:ext cx="10796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7E38B9-A56B-2EE6-D491-57CD7275B443}"/>
                    </a:ext>
                  </a:extLst>
                </p14:cNvPr>
                <p14:cNvContentPartPr/>
                <p14:nvPr/>
              </p14:nvContentPartPr>
              <p14:xfrm>
                <a:off x="6789408" y="6418904"/>
                <a:ext cx="29520" cy="259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7E38B9-A56B-2EE6-D491-57CD7275B4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3288" y="6412784"/>
                  <a:ext cx="417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9F31D2-307B-AD52-9248-9752FE08DFCC}"/>
                    </a:ext>
                  </a:extLst>
                </p14:cNvPr>
                <p14:cNvContentPartPr/>
                <p14:nvPr/>
              </p14:nvContentPartPr>
              <p14:xfrm>
                <a:off x="6760968" y="6394424"/>
                <a:ext cx="111240" cy="174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9F31D2-307B-AD52-9248-9752FE08DF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54848" y="6388304"/>
                  <a:ext cx="123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C222A49-C7E5-546E-5D04-CCFD857B6D4D}"/>
                    </a:ext>
                  </a:extLst>
                </p14:cNvPr>
                <p14:cNvContentPartPr/>
                <p14:nvPr/>
              </p14:nvContentPartPr>
              <p14:xfrm>
                <a:off x="6916488" y="6228104"/>
                <a:ext cx="192600" cy="488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C222A49-C7E5-546E-5D04-CCFD857B6D4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10368" y="6221984"/>
                  <a:ext cx="20484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80BF83-399F-6C0A-17C5-8C16CB77B807}"/>
                    </a:ext>
                  </a:extLst>
                </p14:cNvPr>
                <p14:cNvContentPartPr/>
                <p14:nvPr/>
              </p14:nvContentPartPr>
              <p14:xfrm>
                <a:off x="7171008" y="6327824"/>
                <a:ext cx="39960" cy="223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80BF83-399F-6C0A-17C5-8C16CB77B80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64888" y="6321704"/>
                  <a:ext cx="52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04B883-402F-5FA4-A075-F47DFD291605}"/>
                    </a:ext>
                  </a:extLst>
                </p14:cNvPr>
                <p14:cNvContentPartPr/>
                <p14:nvPr/>
              </p14:nvContentPartPr>
              <p14:xfrm>
                <a:off x="7252728" y="6376064"/>
                <a:ext cx="84600" cy="160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04B883-402F-5FA4-A075-F47DFD29160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46608" y="6369944"/>
                  <a:ext cx="96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9A8292-6C75-5104-2796-B5BAE47C1BB8}"/>
                    </a:ext>
                  </a:extLst>
                </p14:cNvPr>
                <p14:cNvContentPartPr/>
                <p14:nvPr/>
              </p14:nvContentPartPr>
              <p14:xfrm>
                <a:off x="7361808" y="6249704"/>
                <a:ext cx="201240" cy="32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9A8292-6C75-5104-2796-B5BAE47C1B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55688" y="6243584"/>
                  <a:ext cx="21348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EEDA20-C683-7C89-84C9-C0678493ABA9}"/>
              </a:ext>
            </a:extLst>
          </p:cNvPr>
          <p:cNvGrpSpPr/>
          <p:nvPr/>
        </p:nvGrpSpPr>
        <p:grpSpPr>
          <a:xfrm>
            <a:off x="8092608" y="5438624"/>
            <a:ext cx="3209760" cy="1137600"/>
            <a:chOff x="8092608" y="5438624"/>
            <a:chExt cx="3209760" cy="11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C64AB4B-1D0F-C353-EA37-11AA89FC9172}"/>
                    </a:ext>
                  </a:extLst>
                </p14:cNvPr>
                <p14:cNvContentPartPr/>
                <p14:nvPr/>
              </p14:nvContentPartPr>
              <p14:xfrm>
                <a:off x="8092608" y="6379664"/>
                <a:ext cx="106920" cy="15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C64AB4B-1D0F-C353-EA37-11AA89FC917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86488" y="6373544"/>
                  <a:ext cx="119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8A85E5-6C08-19A2-BD64-DD16AD1FE066}"/>
                    </a:ext>
                  </a:extLst>
                </p14:cNvPr>
                <p14:cNvContentPartPr/>
                <p14:nvPr/>
              </p14:nvContentPartPr>
              <p14:xfrm>
                <a:off x="8209608" y="6417104"/>
                <a:ext cx="211320" cy="149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8A85E5-6C08-19A2-BD64-DD16AD1FE06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03488" y="6410984"/>
                  <a:ext cx="2235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E95309-BD1C-DFD1-1995-31A071AB61E4}"/>
                    </a:ext>
                  </a:extLst>
                </p14:cNvPr>
                <p14:cNvContentPartPr/>
                <p14:nvPr/>
              </p14:nvContentPartPr>
              <p14:xfrm>
                <a:off x="8429568" y="6411344"/>
                <a:ext cx="16560" cy="11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CE95309-BD1C-DFD1-1995-31A071AB61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23448" y="6405224"/>
                  <a:ext cx="28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6FF634-FFE4-2C8B-0442-7D86E42772D5}"/>
                    </a:ext>
                  </a:extLst>
                </p14:cNvPr>
                <p14:cNvContentPartPr/>
                <p14:nvPr/>
              </p14:nvContentPartPr>
              <p14:xfrm>
                <a:off x="8428128" y="6354824"/>
                <a:ext cx="720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6FF634-FFE4-2C8B-0442-7D86E42772D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22008" y="6348704"/>
                  <a:ext cx="19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A8D1C6-9B75-DC84-703A-9DE208A33E1D}"/>
                    </a:ext>
                  </a:extLst>
                </p14:cNvPr>
                <p14:cNvContentPartPr/>
                <p14:nvPr/>
              </p14:nvContentPartPr>
              <p14:xfrm>
                <a:off x="8486808" y="6297944"/>
                <a:ext cx="317160" cy="27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A8D1C6-9B75-DC84-703A-9DE208A33E1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80688" y="6291824"/>
                  <a:ext cx="329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438B31-38A1-EB56-2E71-7785329209D0}"/>
                    </a:ext>
                  </a:extLst>
                </p14:cNvPr>
                <p14:cNvContentPartPr/>
                <p14:nvPr/>
              </p14:nvContentPartPr>
              <p14:xfrm>
                <a:off x="8861208" y="5979704"/>
                <a:ext cx="342720" cy="30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438B31-38A1-EB56-2E71-7785329209D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55088" y="5973584"/>
                  <a:ext cx="3549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6B808D-C14A-E39D-C842-F6ECBF51D659}"/>
                    </a:ext>
                  </a:extLst>
                </p14:cNvPr>
                <p14:cNvContentPartPr/>
                <p14:nvPr/>
              </p14:nvContentPartPr>
              <p14:xfrm>
                <a:off x="9248568" y="5681984"/>
                <a:ext cx="305280" cy="234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6B808D-C14A-E39D-C842-F6ECBF51D6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42448" y="5675864"/>
                  <a:ext cx="317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84A1B6-7C14-F427-827C-64FDF9D99F81}"/>
                    </a:ext>
                  </a:extLst>
                </p14:cNvPr>
                <p14:cNvContentPartPr/>
                <p14:nvPr/>
              </p14:nvContentPartPr>
              <p14:xfrm>
                <a:off x="9605688" y="5666144"/>
                <a:ext cx="94680" cy="16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84A1B6-7C14-F427-827C-64FDF9D99F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99568" y="5660024"/>
                  <a:ext cx="106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515F4AD-F5D0-CC0D-28D0-4E59EB68EE6F}"/>
                    </a:ext>
                  </a:extLst>
                </p14:cNvPr>
                <p14:cNvContentPartPr/>
                <p14:nvPr/>
              </p14:nvContentPartPr>
              <p14:xfrm>
                <a:off x="9730248" y="5658584"/>
                <a:ext cx="259920" cy="20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515F4AD-F5D0-CC0D-28D0-4E59EB68EE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24128" y="5652464"/>
                  <a:ext cx="272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7B2EE4-9E24-8C90-3AC5-84BE73909803}"/>
                    </a:ext>
                  </a:extLst>
                </p14:cNvPr>
                <p14:cNvContentPartPr/>
                <p14:nvPr/>
              </p14:nvContentPartPr>
              <p14:xfrm>
                <a:off x="10079088" y="5438624"/>
                <a:ext cx="200880" cy="541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7B2EE4-9E24-8C90-3AC5-84BE739098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72968" y="5432504"/>
                  <a:ext cx="2131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93212CC-A7D5-052D-CE2C-423EDC125FF5}"/>
                    </a:ext>
                  </a:extLst>
                </p14:cNvPr>
                <p14:cNvContentPartPr/>
                <p14:nvPr/>
              </p14:nvContentPartPr>
              <p14:xfrm>
                <a:off x="10253328" y="5529704"/>
                <a:ext cx="86040" cy="34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93212CC-A7D5-052D-CE2C-423EDC125FF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47208" y="5523584"/>
                  <a:ext cx="982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6231EC-09C0-93DE-66B2-482F2C7DACD4}"/>
                    </a:ext>
                  </a:extLst>
                </p14:cNvPr>
                <p14:cNvContentPartPr/>
                <p14:nvPr/>
              </p14:nvContentPartPr>
              <p14:xfrm>
                <a:off x="10315248" y="5677664"/>
                <a:ext cx="359640" cy="351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6231EC-09C0-93DE-66B2-482F2C7DAC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09128" y="5671544"/>
                  <a:ext cx="3718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815195-B485-5A22-441A-A72B3463CBB5}"/>
                    </a:ext>
                  </a:extLst>
                </p14:cNvPr>
                <p14:cNvContentPartPr/>
                <p14:nvPr/>
              </p14:nvContentPartPr>
              <p14:xfrm>
                <a:off x="10745808" y="5575424"/>
                <a:ext cx="213840" cy="290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815195-B485-5A22-441A-A72B3463CBB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39688" y="5569304"/>
                  <a:ext cx="226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13034B6-7B0C-E054-9A87-ED5A877C4B05}"/>
                    </a:ext>
                  </a:extLst>
                </p14:cNvPr>
                <p14:cNvContentPartPr/>
                <p14:nvPr/>
              </p14:nvContentPartPr>
              <p14:xfrm>
                <a:off x="11001408" y="5610704"/>
                <a:ext cx="300960" cy="294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13034B6-7B0C-E054-9A87-ED5A877C4B0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95288" y="5604584"/>
                  <a:ext cx="313200" cy="30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5203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264E-BB1F-0BB6-F7C2-58C1B274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4100" name="Picture 4" descr="or gate 1">
            <a:extLst>
              <a:ext uri="{FF2B5EF4-FFF2-40B4-BE49-F238E27FC236}">
                <a16:creationId xmlns:a16="http://schemas.microsoft.com/office/drawing/2014/main" id="{F24C001E-005A-E114-DF74-4663425FE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BAF700-11BE-D32E-53BC-7458E2D5B57D}"/>
                  </a:ext>
                </a:extLst>
              </p14:cNvPr>
              <p14:cNvContentPartPr/>
              <p14:nvPr/>
            </p14:nvContentPartPr>
            <p14:xfrm>
              <a:off x="3894160" y="4965293"/>
              <a:ext cx="532800" cy="342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BAF700-11BE-D32E-53BC-7458E2D5B5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8040" y="4959173"/>
                <a:ext cx="545040" cy="3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88348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xor gate 1">
            <a:extLst>
              <a:ext uri="{FF2B5EF4-FFF2-40B4-BE49-F238E27FC236}">
                <a16:creationId xmlns:a16="http://schemas.microsoft.com/office/drawing/2014/main" id="{A6BF3F88-FE21-85A4-2314-3D4B4301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709EC0-3398-9FF8-F641-50FD5FC394F1}"/>
                  </a:ext>
                </a:extLst>
              </p14:cNvPr>
              <p14:cNvContentPartPr/>
              <p14:nvPr/>
            </p14:nvContentPartPr>
            <p14:xfrm>
              <a:off x="1554648" y="4261424"/>
              <a:ext cx="1839600" cy="206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709EC0-3398-9FF8-F641-50FD5FC394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8528" y="4255304"/>
                <a:ext cx="18518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C19C266-DE56-AE3B-D5DF-D114A6A041BA}"/>
                  </a:ext>
                </a:extLst>
              </p14:cNvPr>
              <p14:cNvContentPartPr/>
              <p14:nvPr/>
            </p14:nvContentPartPr>
            <p14:xfrm>
              <a:off x="3343360" y="5341493"/>
              <a:ext cx="572760" cy="314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C19C266-DE56-AE3B-D5DF-D114A6A041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7240" y="5335373"/>
                <a:ext cx="58500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4D2A2A-32D7-6738-A22F-9AAA17A707EC}"/>
                  </a:ext>
                </a:extLst>
              </p14:cNvPr>
              <p14:cNvContentPartPr/>
              <p14:nvPr/>
            </p14:nvContentPartPr>
            <p14:xfrm>
              <a:off x="10221160" y="6345173"/>
              <a:ext cx="1725480" cy="163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4D2A2A-32D7-6738-A22F-9AAA17A707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15040" y="6339053"/>
                <a:ext cx="17377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A693E6-6E3A-9B87-F9F4-CCF8229D14AD}"/>
                  </a:ext>
                </a:extLst>
              </p14:cNvPr>
              <p14:cNvContentPartPr/>
              <p14:nvPr/>
            </p14:nvContentPartPr>
            <p14:xfrm>
              <a:off x="10357600" y="6697973"/>
              <a:ext cx="1627920" cy="95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A693E6-6E3A-9B87-F9F4-CCF8229D14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51480" y="6691853"/>
                <a:ext cx="164016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56655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alf adder built on a breadboard">
            <a:extLst>
              <a:ext uri="{FF2B5EF4-FFF2-40B4-BE49-F238E27FC236}">
                <a16:creationId xmlns:a16="http://schemas.microsoft.com/office/drawing/2014/main" id="{86198362-5243-F27B-B67A-77BACA2F5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C9D1A1-D875-99DC-196D-69870A7BFBF6}"/>
                  </a:ext>
                </a:extLst>
              </p14:cNvPr>
              <p14:cNvContentPartPr/>
              <p14:nvPr/>
            </p14:nvContentPartPr>
            <p14:xfrm>
              <a:off x="2732440" y="2672093"/>
              <a:ext cx="696960" cy="4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C9D1A1-D875-99DC-196D-69870A7BF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6320" y="2665973"/>
                <a:ext cx="7092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1E9792-2788-8A07-3981-C24D3591D963}"/>
                  </a:ext>
                </a:extLst>
              </p14:cNvPr>
              <p14:cNvContentPartPr/>
              <p14:nvPr/>
            </p14:nvContentPartPr>
            <p14:xfrm>
              <a:off x="2720920" y="2668133"/>
              <a:ext cx="585000" cy="42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1E9792-2788-8A07-3981-C24D3591D9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4800" y="2662013"/>
                <a:ext cx="5972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FDF4C7-0844-DC73-F371-48D3940C60F6}"/>
                  </a:ext>
                </a:extLst>
              </p14:cNvPr>
              <p14:cNvContentPartPr/>
              <p14:nvPr/>
            </p14:nvContentPartPr>
            <p14:xfrm>
              <a:off x="1873480" y="3195173"/>
              <a:ext cx="539640" cy="18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FDF4C7-0844-DC73-F371-48D3940C60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7360" y="3189053"/>
                <a:ext cx="55188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708EE3E-D56B-AF6B-0886-837B6A9054F9}"/>
              </a:ext>
            </a:extLst>
          </p:cNvPr>
          <p:cNvGrpSpPr/>
          <p:nvPr/>
        </p:nvGrpSpPr>
        <p:grpSpPr>
          <a:xfrm>
            <a:off x="1838920" y="2925893"/>
            <a:ext cx="1724040" cy="335880"/>
            <a:chOff x="1838920" y="2925893"/>
            <a:chExt cx="172404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798C85-3EE0-38CC-B409-B231A137B887}"/>
                    </a:ext>
                  </a:extLst>
                </p14:cNvPr>
                <p14:cNvContentPartPr/>
                <p14:nvPr/>
              </p14:nvContentPartPr>
              <p14:xfrm>
                <a:off x="1838920" y="3020213"/>
                <a:ext cx="274320" cy="211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798C85-3EE0-38CC-B409-B231A137B88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32800" y="3014093"/>
                  <a:ext cx="286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8943EB3-BAD7-CEA7-071A-B63FD87B1D59}"/>
                    </a:ext>
                  </a:extLst>
                </p14:cNvPr>
                <p14:cNvContentPartPr/>
                <p14:nvPr/>
              </p14:nvContentPartPr>
              <p14:xfrm>
                <a:off x="2122960" y="3035693"/>
                <a:ext cx="305640" cy="22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8943EB3-BAD7-CEA7-071A-B63FD87B1D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16840" y="3029573"/>
                  <a:ext cx="317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76C72D0-931D-C218-662C-356772B5A6FF}"/>
                    </a:ext>
                  </a:extLst>
                </p14:cNvPr>
                <p14:cNvContentPartPr/>
                <p14:nvPr/>
              </p14:nvContentPartPr>
              <p14:xfrm>
                <a:off x="2628760" y="3018053"/>
                <a:ext cx="284040" cy="210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76C72D0-931D-C218-662C-356772B5A6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22640" y="3011933"/>
                  <a:ext cx="296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AA1E803-EC77-E1EB-4410-0B57C26AB995}"/>
                    </a:ext>
                  </a:extLst>
                </p14:cNvPr>
                <p14:cNvContentPartPr/>
                <p14:nvPr/>
              </p14:nvContentPartPr>
              <p14:xfrm>
                <a:off x="3249040" y="3041453"/>
                <a:ext cx="294840" cy="21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AA1E803-EC77-E1EB-4410-0B57C26AB9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42920" y="3035333"/>
                  <a:ext cx="307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E7FF99-E9FF-3924-F5D4-79CBC7FFBA4D}"/>
                    </a:ext>
                  </a:extLst>
                </p14:cNvPr>
                <p14:cNvContentPartPr/>
                <p14:nvPr/>
              </p14:nvContentPartPr>
              <p14:xfrm>
                <a:off x="2565400" y="2925893"/>
                <a:ext cx="426960" cy="75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E7FF99-E9FF-3924-F5D4-79CBC7FFBA4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59280" y="2919773"/>
                  <a:ext cx="439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F8685E-5B96-E2D7-6821-060FF064BDE1}"/>
                    </a:ext>
                  </a:extLst>
                </p14:cNvPr>
                <p14:cNvContentPartPr/>
                <p14:nvPr/>
              </p14:nvContentPartPr>
              <p14:xfrm>
                <a:off x="3158680" y="2936693"/>
                <a:ext cx="40428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F8685E-5B96-E2D7-6821-060FF064BD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52560" y="2930573"/>
                  <a:ext cx="416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63FE1C-4B43-067D-840F-DD9E069C89E3}"/>
                    </a:ext>
                  </a:extLst>
                </p14:cNvPr>
                <p14:cNvContentPartPr/>
                <p14:nvPr/>
              </p14:nvContentPartPr>
              <p14:xfrm>
                <a:off x="2644240" y="3184373"/>
                <a:ext cx="851760" cy="5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63FE1C-4B43-067D-840F-DD9E069C89E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38120" y="3178253"/>
                  <a:ext cx="86400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0E32E1-624F-1F13-1535-9624B48D4A55}"/>
              </a:ext>
            </a:extLst>
          </p:cNvPr>
          <p:cNvGrpSpPr/>
          <p:nvPr/>
        </p:nvGrpSpPr>
        <p:grpSpPr>
          <a:xfrm>
            <a:off x="1797160" y="3467333"/>
            <a:ext cx="1696680" cy="36360"/>
            <a:chOff x="1797160" y="3467333"/>
            <a:chExt cx="1696680" cy="3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57DEF97-0938-D5AE-6E20-921C0C34D70B}"/>
                    </a:ext>
                  </a:extLst>
                </p14:cNvPr>
                <p14:cNvContentPartPr/>
                <p14:nvPr/>
              </p14:nvContentPartPr>
              <p14:xfrm>
                <a:off x="1797160" y="3476333"/>
                <a:ext cx="593640" cy="22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57DEF97-0938-D5AE-6E20-921C0C34D70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91040" y="3470213"/>
                  <a:ext cx="605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28F371-740F-5917-BE99-C1DE92569E85}"/>
                    </a:ext>
                  </a:extLst>
                </p14:cNvPr>
                <p14:cNvContentPartPr/>
                <p14:nvPr/>
              </p14:nvContentPartPr>
              <p14:xfrm>
                <a:off x="2680240" y="3467333"/>
                <a:ext cx="813600" cy="36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28F371-740F-5917-BE99-C1DE92569E8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74120" y="3461213"/>
                  <a:ext cx="8258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E739E48-DA98-5C96-2702-E63293F03E5F}"/>
              </a:ext>
            </a:extLst>
          </p:cNvPr>
          <p:cNvGrpSpPr/>
          <p:nvPr/>
        </p:nvGrpSpPr>
        <p:grpSpPr>
          <a:xfrm>
            <a:off x="1837120" y="3641573"/>
            <a:ext cx="1722240" cy="61920"/>
            <a:chOff x="1837120" y="3641573"/>
            <a:chExt cx="1722240" cy="6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EACA5D7-CAED-667B-B13A-D5D8C72A5A8D}"/>
                    </a:ext>
                  </a:extLst>
                </p14:cNvPr>
                <p14:cNvContentPartPr/>
                <p14:nvPr/>
              </p14:nvContentPartPr>
              <p14:xfrm>
                <a:off x="1837120" y="3695213"/>
                <a:ext cx="466200" cy="7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EACA5D7-CAED-667B-B13A-D5D8C72A5A8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831000" y="3689093"/>
                  <a:ext cx="4784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B784FC-C5D7-C320-EE64-BC5263D30DCA}"/>
                    </a:ext>
                  </a:extLst>
                </p14:cNvPr>
                <p14:cNvContentPartPr/>
                <p14:nvPr/>
              </p14:nvContentPartPr>
              <p14:xfrm>
                <a:off x="2624080" y="3641573"/>
                <a:ext cx="935280" cy="61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B784FC-C5D7-C320-EE64-BC5263D30DC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17960" y="3635453"/>
                  <a:ext cx="9475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A3190C-E829-B2F4-FCB7-667B17935A0B}"/>
              </a:ext>
            </a:extLst>
          </p:cNvPr>
          <p:cNvGrpSpPr/>
          <p:nvPr/>
        </p:nvGrpSpPr>
        <p:grpSpPr>
          <a:xfrm>
            <a:off x="1790320" y="3909413"/>
            <a:ext cx="1826280" cy="126360"/>
            <a:chOff x="1790320" y="3909413"/>
            <a:chExt cx="182628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5FC5B1-927B-E130-F4E8-30294C98C667}"/>
                    </a:ext>
                  </a:extLst>
                </p14:cNvPr>
                <p14:cNvContentPartPr/>
                <p14:nvPr/>
              </p14:nvContentPartPr>
              <p14:xfrm>
                <a:off x="1790320" y="3909413"/>
                <a:ext cx="481320" cy="9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5FC5B1-927B-E130-F4E8-30294C98C66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84200" y="3903293"/>
                  <a:ext cx="493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DAB227F-8EDA-AC42-0A4C-826BE77527F3}"/>
                    </a:ext>
                  </a:extLst>
                </p14:cNvPr>
                <p14:cNvContentPartPr/>
                <p14:nvPr/>
              </p14:nvContentPartPr>
              <p14:xfrm>
                <a:off x="2561080" y="4025693"/>
                <a:ext cx="1055520" cy="1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DAB227F-8EDA-AC42-0A4C-826BE77527F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554960" y="4019573"/>
                  <a:ext cx="106776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E16D9A-6A66-C225-0214-152DB6425755}"/>
                  </a:ext>
                </a:extLst>
              </p14:cNvPr>
              <p14:cNvContentPartPr/>
              <p14:nvPr/>
            </p14:nvContentPartPr>
            <p14:xfrm>
              <a:off x="5525320" y="523253"/>
              <a:ext cx="380520" cy="3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E16D9A-6A66-C225-0214-152DB642575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19200" y="517133"/>
                <a:ext cx="3927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0995531-FFEC-7561-7D99-EE1CCDF981C7}"/>
                  </a:ext>
                </a:extLst>
              </p14:cNvPr>
              <p14:cNvContentPartPr/>
              <p14:nvPr/>
            </p14:nvContentPartPr>
            <p14:xfrm>
              <a:off x="5588680" y="1199333"/>
              <a:ext cx="236160" cy="33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0995531-FFEC-7561-7D99-EE1CCDF981C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82560" y="1193213"/>
                <a:ext cx="24840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C185030F-26C6-D59A-CA83-9FDEA7198EF5}"/>
              </a:ext>
            </a:extLst>
          </p:cNvPr>
          <p:cNvGrpSpPr/>
          <p:nvPr/>
        </p:nvGrpSpPr>
        <p:grpSpPr>
          <a:xfrm>
            <a:off x="4683280" y="568253"/>
            <a:ext cx="272160" cy="546840"/>
            <a:chOff x="4683280" y="568253"/>
            <a:chExt cx="272160" cy="5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4243F13-2269-F705-65F6-51B5D621CA9F}"/>
                    </a:ext>
                  </a:extLst>
                </p14:cNvPr>
                <p14:cNvContentPartPr/>
                <p14:nvPr/>
              </p14:nvContentPartPr>
              <p14:xfrm>
                <a:off x="4740520" y="568253"/>
                <a:ext cx="178200" cy="255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4243F13-2269-F705-65F6-51B5D621CA9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34400" y="562133"/>
                  <a:ext cx="190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6550BA-40B1-C305-01CB-20971C9636D1}"/>
                    </a:ext>
                  </a:extLst>
                </p14:cNvPr>
                <p14:cNvContentPartPr/>
                <p14:nvPr/>
              </p14:nvContentPartPr>
              <p14:xfrm>
                <a:off x="4683280" y="816653"/>
                <a:ext cx="272160" cy="298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6550BA-40B1-C305-01CB-20971C9636D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77160" y="810533"/>
                  <a:ext cx="284400" cy="31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62B1932-73FB-5341-C94B-A5B1EEE16243}"/>
                  </a:ext>
                </a:extLst>
              </p14:cNvPr>
              <p14:cNvContentPartPr/>
              <p14:nvPr/>
            </p14:nvContentPartPr>
            <p14:xfrm>
              <a:off x="5537200" y="598853"/>
              <a:ext cx="31680" cy="47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62B1932-73FB-5341-C94B-A5B1EEE1624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531080" y="592733"/>
                <a:ext cx="4392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38858416-F76A-67CF-A7D6-7A83122B118F}"/>
              </a:ext>
            </a:extLst>
          </p:cNvPr>
          <p:cNvGrpSpPr/>
          <p:nvPr/>
        </p:nvGrpSpPr>
        <p:grpSpPr>
          <a:xfrm>
            <a:off x="5557000" y="1331813"/>
            <a:ext cx="48240" cy="37800"/>
            <a:chOff x="5557000" y="1331813"/>
            <a:chExt cx="48240" cy="3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E8172D-8B3F-A17A-5654-C591ECE18BFF}"/>
                    </a:ext>
                  </a:extLst>
                </p14:cNvPr>
                <p14:cNvContentPartPr/>
                <p14:nvPr/>
              </p14:nvContentPartPr>
              <p14:xfrm>
                <a:off x="5557000" y="1331813"/>
                <a:ext cx="39600" cy="3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E8172D-8B3F-A17A-5654-C591ECE18BF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50880" y="1325693"/>
                  <a:ext cx="51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EAEB14-36A7-B522-07F9-F6227CB5F111}"/>
                    </a:ext>
                  </a:extLst>
                </p14:cNvPr>
                <p14:cNvContentPartPr/>
                <p14:nvPr/>
              </p14:nvContentPartPr>
              <p14:xfrm>
                <a:off x="5573920" y="1335773"/>
                <a:ext cx="31320" cy="2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EAEB14-36A7-B522-07F9-F6227CB5F1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67800" y="1329653"/>
                  <a:ext cx="4356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F958DF5-E9C7-9E77-C4CD-E30E3C4D335F}"/>
                  </a:ext>
                </a:extLst>
              </p14:cNvPr>
              <p14:cNvContentPartPr/>
              <p14:nvPr/>
            </p14:nvContentPartPr>
            <p14:xfrm>
              <a:off x="5563120" y="1518653"/>
              <a:ext cx="28080" cy="45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F958DF5-E9C7-9E77-C4CD-E30E3C4D335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557000" y="1512533"/>
                <a:ext cx="4032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C968C9FA-C3F8-9788-3297-731D17001DBB}"/>
              </a:ext>
            </a:extLst>
          </p:cNvPr>
          <p:cNvGrpSpPr/>
          <p:nvPr/>
        </p:nvGrpSpPr>
        <p:grpSpPr>
          <a:xfrm>
            <a:off x="5602360" y="828893"/>
            <a:ext cx="47520" cy="49320"/>
            <a:chOff x="5602360" y="828893"/>
            <a:chExt cx="47520" cy="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EBBC63-130A-9A2E-C7C5-DE5B96BE5BE8}"/>
                    </a:ext>
                  </a:extLst>
                </p14:cNvPr>
                <p14:cNvContentPartPr/>
                <p14:nvPr/>
              </p14:nvContentPartPr>
              <p14:xfrm>
                <a:off x="5602360" y="828893"/>
                <a:ext cx="29520" cy="43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EBBC63-130A-9A2E-C7C5-DE5B96BE5BE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96240" y="822773"/>
                  <a:ext cx="41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95011A-541B-26A0-8B31-AEA9BEA69E70}"/>
                    </a:ext>
                  </a:extLst>
                </p14:cNvPr>
                <p14:cNvContentPartPr/>
                <p14:nvPr/>
              </p14:nvContentPartPr>
              <p14:xfrm>
                <a:off x="5645920" y="876053"/>
                <a:ext cx="3960" cy="2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95011A-541B-26A0-8B31-AEA9BEA69E7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39800" y="869933"/>
                  <a:ext cx="16200" cy="1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60152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1F17-46AE-B41F-AB2B-04AA8D63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0+0=00</a:t>
            </a:r>
          </a:p>
        </p:txBody>
      </p:sp>
      <p:pic>
        <p:nvPicPr>
          <p:cNvPr id="4" name="Google Shape;739;p16">
            <a:extLst>
              <a:ext uri="{FF2B5EF4-FFF2-40B4-BE49-F238E27FC236}">
                <a16:creationId xmlns:a16="http://schemas.microsoft.com/office/drawing/2014/main" id="{A2D9664B-F7F6-6B89-961D-677B42B7E1D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12344" y="829469"/>
            <a:ext cx="5167312" cy="6889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E7DAFEA-0E42-62A5-5A47-5FC09E8EA540}"/>
              </a:ext>
            </a:extLst>
          </p:cNvPr>
          <p:cNvGrpSpPr/>
          <p:nvPr/>
        </p:nvGrpSpPr>
        <p:grpSpPr>
          <a:xfrm>
            <a:off x="1209768" y="2996384"/>
            <a:ext cx="3052440" cy="895320"/>
            <a:chOff x="1209768" y="2996384"/>
            <a:chExt cx="305244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C91C03-7F63-F20D-1FF0-17548AA190A5}"/>
                    </a:ext>
                  </a:extLst>
                </p14:cNvPr>
                <p14:cNvContentPartPr/>
                <p14:nvPr/>
              </p14:nvContentPartPr>
              <p14:xfrm>
                <a:off x="2008608" y="2996384"/>
                <a:ext cx="2253600" cy="526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C91C03-7F63-F20D-1FF0-17548AA190A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02488" y="2990264"/>
                  <a:ext cx="22658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A575AA-2951-2236-CD0B-0D1F6F751200}"/>
                    </a:ext>
                  </a:extLst>
                </p14:cNvPr>
                <p14:cNvContentPartPr/>
                <p14:nvPr/>
              </p14:nvContentPartPr>
              <p14:xfrm>
                <a:off x="1929048" y="3161624"/>
                <a:ext cx="186480" cy="29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A575AA-2951-2236-CD0B-0D1F6F75120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22928" y="3155504"/>
                  <a:ext cx="1987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51534E-996E-6930-1F90-CA6E5086A45E}"/>
                    </a:ext>
                  </a:extLst>
                </p14:cNvPr>
                <p14:cNvContentPartPr/>
                <p14:nvPr/>
              </p14:nvContentPartPr>
              <p14:xfrm>
                <a:off x="1209768" y="3447464"/>
                <a:ext cx="62280" cy="44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51534E-996E-6930-1F90-CA6E5086A4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03648" y="3441344"/>
                  <a:ext cx="745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AE6B20-CA5C-E530-97F1-02309A8BFD21}"/>
                    </a:ext>
                  </a:extLst>
                </p14:cNvPr>
                <p14:cNvContentPartPr/>
                <p14:nvPr/>
              </p14:nvContentPartPr>
              <p14:xfrm>
                <a:off x="1217688" y="3385904"/>
                <a:ext cx="237600" cy="421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AE6B20-CA5C-E530-97F1-02309A8BFD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1568" y="3379784"/>
                  <a:ext cx="249840" cy="43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0C91EB-9660-6802-F35E-70AA2A2D64AE}"/>
              </a:ext>
            </a:extLst>
          </p:cNvPr>
          <p:cNvGrpSpPr/>
          <p:nvPr/>
        </p:nvGrpSpPr>
        <p:grpSpPr>
          <a:xfrm>
            <a:off x="5544528" y="757904"/>
            <a:ext cx="1915920" cy="2660040"/>
            <a:chOff x="5544528" y="757904"/>
            <a:chExt cx="1915920" cy="266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C3D9F8-54F1-53A9-B687-A9811F7AC765}"/>
                    </a:ext>
                  </a:extLst>
                </p14:cNvPr>
                <p14:cNvContentPartPr/>
                <p14:nvPr/>
              </p14:nvContentPartPr>
              <p14:xfrm>
                <a:off x="5544528" y="1103504"/>
                <a:ext cx="1474200" cy="231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C3D9F8-54F1-53A9-B687-A9811F7AC7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38408" y="1097384"/>
                  <a:ext cx="1486440" cy="23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FD0D04-E5A3-4429-3D89-E10A055684AC}"/>
                    </a:ext>
                  </a:extLst>
                </p14:cNvPr>
                <p14:cNvContentPartPr/>
                <p14:nvPr/>
              </p14:nvContentPartPr>
              <p14:xfrm>
                <a:off x="6824328" y="965264"/>
                <a:ext cx="275040" cy="310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FD0D04-E5A3-4429-3D89-E10A055684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18208" y="959144"/>
                  <a:ext cx="28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D83317-056D-94FE-1D0A-AC67475BE021}"/>
                    </a:ext>
                  </a:extLst>
                </p14:cNvPr>
                <p14:cNvContentPartPr/>
                <p14:nvPr/>
              </p14:nvContentPartPr>
              <p14:xfrm>
                <a:off x="7163808" y="825224"/>
                <a:ext cx="24120" cy="363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D83317-056D-94FE-1D0A-AC67475BE0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57688" y="819104"/>
                  <a:ext cx="363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DFAE44-DBA8-2826-52CA-0E0955010D6A}"/>
                    </a:ext>
                  </a:extLst>
                </p14:cNvPr>
                <p14:cNvContentPartPr/>
                <p14:nvPr/>
              </p14:nvContentPartPr>
              <p14:xfrm>
                <a:off x="7131048" y="757904"/>
                <a:ext cx="329400" cy="54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DFAE44-DBA8-2826-52CA-0E0955010D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24928" y="751784"/>
                  <a:ext cx="341640" cy="55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AC063C8-FECB-6CD5-A45A-CF97D9901073}"/>
                  </a:ext>
                </a:extLst>
              </p14:cNvPr>
              <p14:cNvContentPartPr/>
              <p14:nvPr/>
            </p14:nvContentPartPr>
            <p14:xfrm>
              <a:off x="4320528" y="4085384"/>
              <a:ext cx="293760" cy="237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AC063C8-FECB-6CD5-A45A-CF97D99010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14408" y="4079264"/>
                <a:ext cx="3060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F2607B1-4F0B-16BD-5982-67EF54B44415}"/>
                  </a:ext>
                </a:extLst>
              </p14:cNvPr>
              <p14:cNvContentPartPr/>
              <p14:nvPr/>
            </p14:nvContentPartPr>
            <p14:xfrm>
              <a:off x="5294688" y="3978104"/>
              <a:ext cx="341640" cy="317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F2607B1-4F0B-16BD-5982-67EF54B4441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88568" y="3971984"/>
                <a:ext cx="35388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A90B188-D8C6-FBB4-C7B4-DF0A06895954}"/>
              </a:ext>
            </a:extLst>
          </p:cNvPr>
          <p:cNvGrpSpPr/>
          <p:nvPr/>
        </p:nvGrpSpPr>
        <p:grpSpPr>
          <a:xfrm>
            <a:off x="7185408" y="5437904"/>
            <a:ext cx="475560" cy="380160"/>
            <a:chOff x="7185408" y="5437904"/>
            <a:chExt cx="47556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47F201-4C72-5283-1120-479A7A1AC425}"/>
                    </a:ext>
                  </a:extLst>
                </p14:cNvPr>
                <p14:cNvContentPartPr/>
                <p14:nvPr/>
              </p14:nvContentPartPr>
              <p14:xfrm>
                <a:off x="7185408" y="5437904"/>
                <a:ext cx="97200" cy="18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47F201-4C72-5283-1120-479A7A1AC42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79288" y="5431784"/>
                  <a:ext cx="109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4E7939-418A-70F9-1608-9DE4B78AA19D}"/>
                    </a:ext>
                  </a:extLst>
                </p14:cNvPr>
                <p14:cNvContentPartPr/>
                <p14:nvPr/>
              </p14:nvContentPartPr>
              <p14:xfrm>
                <a:off x="7295208" y="5457344"/>
                <a:ext cx="120240" cy="129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4E7939-418A-70F9-1608-9DE4B78AA19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89088" y="5451224"/>
                  <a:ext cx="132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086D59-2B54-178C-313E-9BC875EB3D77}"/>
                    </a:ext>
                  </a:extLst>
                </p14:cNvPr>
                <p14:cNvContentPartPr/>
                <p14:nvPr/>
              </p14:nvContentPartPr>
              <p14:xfrm>
                <a:off x="7433448" y="5467064"/>
                <a:ext cx="227520" cy="351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086D59-2B54-178C-313E-9BC875EB3D7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27328" y="5460944"/>
                  <a:ext cx="23976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28389C2-580A-AFA7-307B-BCF21DCFCB32}"/>
              </a:ext>
            </a:extLst>
          </p:cNvPr>
          <p:cNvGrpSpPr/>
          <p:nvPr/>
        </p:nvGrpSpPr>
        <p:grpSpPr>
          <a:xfrm>
            <a:off x="7921608" y="5452304"/>
            <a:ext cx="447840" cy="213480"/>
            <a:chOff x="7921608" y="5452304"/>
            <a:chExt cx="44784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7C9021-3093-1E9D-165B-EBAA4634D464}"/>
                    </a:ext>
                  </a:extLst>
                </p14:cNvPr>
                <p14:cNvContentPartPr/>
                <p14:nvPr/>
              </p14:nvContentPartPr>
              <p14:xfrm>
                <a:off x="7921608" y="5452304"/>
                <a:ext cx="105480" cy="18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7C9021-3093-1E9D-165B-EBAA4634D46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15488" y="5446184"/>
                  <a:ext cx="117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83CBDE-9AA6-3BDE-C057-BEFE0B9FD1D5}"/>
                    </a:ext>
                  </a:extLst>
                </p14:cNvPr>
                <p14:cNvContentPartPr/>
                <p14:nvPr/>
              </p14:nvContentPartPr>
              <p14:xfrm>
                <a:off x="8030328" y="5490104"/>
                <a:ext cx="79560" cy="136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83CBDE-9AA6-3BDE-C057-BEFE0B9FD1D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024208" y="5483984"/>
                  <a:ext cx="91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6494FE-A14F-C46F-8DA5-4C5F86CF320E}"/>
                    </a:ext>
                  </a:extLst>
                </p14:cNvPr>
                <p14:cNvContentPartPr/>
                <p14:nvPr/>
              </p14:nvContentPartPr>
              <p14:xfrm>
                <a:off x="8145168" y="5509544"/>
                <a:ext cx="224280" cy="156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6494FE-A14F-C46F-8DA5-4C5F86CF320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39048" y="5503424"/>
                  <a:ext cx="236520" cy="16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66157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B2195-AEE0-9DB5-D30A-11DAAA9E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E624-042E-8463-8D84-E57F3C90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0+1=01</a:t>
            </a:r>
          </a:p>
        </p:txBody>
      </p:sp>
      <p:pic>
        <p:nvPicPr>
          <p:cNvPr id="4" name="Google Shape;744;p17">
            <a:extLst>
              <a:ext uri="{FF2B5EF4-FFF2-40B4-BE49-F238E27FC236}">
                <a16:creationId xmlns:a16="http://schemas.microsoft.com/office/drawing/2014/main" id="{F5E6C5AC-DA59-BBCA-1951-3DC140160AB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61848" y="752473"/>
            <a:ext cx="5068303" cy="67577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1341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2C0E-14BC-E73A-FED2-6D3B4AD62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74C2-79EA-F418-D027-E05DD7D0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1+0=01</a:t>
            </a:r>
          </a:p>
        </p:txBody>
      </p:sp>
      <p:pic>
        <p:nvPicPr>
          <p:cNvPr id="5" name="Google Shape;749;p18">
            <a:extLst>
              <a:ext uri="{FF2B5EF4-FFF2-40B4-BE49-F238E27FC236}">
                <a16:creationId xmlns:a16="http://schemas.microsoft.com/office/drawing/2014/main" id="{5F8782EE-B2EE-1ED6-0897-DE92E522E9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52825" y="923925"/>
            <a:ext cx="5086350" cy="678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45105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F5A9-CD50-D4A0-AFD9-2D81F7BE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1996-B53F-411B-3F13-BA58D536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1+1=10</a:t>
            </a:r>
          </a:p>
        </p:txBody>
      </p:sp>
      <p:pic>
        <p:nvPicPr>
          <p:cNvPr id="4" name="Google Shape;754;p19">
            <a:extLst>
              <a:ext uri="{FF2B5EF4-FFF2-40B4-BE49-F238E27FC236}">
                <a16:creationId xmlns:a16="http://schemas.microsoft.com/office/drawing/2014/main" id="{1491D9E5-7CD3-C435-C8CC-0B78CD0A53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3557337" y="934453"/>
            <a:ext cx="5077326" cy="676976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2EF100-9D3A-07DC-BE3E-F9C53542CE87}"/>
                  </a:ext>
                </a:extLst>
              </p14:cNvPr>
              <p14:cNvContentPartPr/>
              <p14:nvPr/>
            </p14:nvContentPartPr>
            <p14:xfrm>
              <a:off x="1131880" y="2773973"/>
              <a:ext cx="4680" cy="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2EF100-9D3A-07DC-BE3E-F9C53542CE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5760" y="2767853"/>
                <a:ext cx="1692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FEFB25A-B828-8603-F3ED-C13FC7747BC9}"/>
              </a:ext>
            </a:extLst>
          </p:cNvPr>
          <p:cNvGrpSpPr/>
          <p:nvPr/>
        </p:nvGrpSpPr>
        <p:grpSpPr>
          <a:xfrm>
            <a:off x="5145160" y="525413"/>
            <a:ext cx="1634760" cy="561600"/>
            <a:chOff x="5145160" y="525413"/>
            <a:chExt cx="163476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EC0A6E1-192A-351F-D627-37096D8A20AD}"/>
                    </a:ext>
                  </a:extLst>
                </p14:cNvPr>
                <p14:cNvContentPartPr/>
                <p14:nvPr/>
              </p14:nvContentPartPr>
              <p14:xfrm>
                <a:off x="5145160" y="639893"/>
                <a:ext cx="171720" cy="19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EC0A6E1-192A-351F-D627-37096D8A20A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39040" y="633773"/>
                  <a:ext cx="183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433FE78-CDAE-219A-3F33-9089CF9BE0F6}"/>
                    </a:ext>
                  </a:extLst>
                </p14:cNvPr>
                <p14:cNvContentPartPr/>
                <p14:nvPr/>
              </p14:nvContentPartPr>
              <p14:xfrm>
                <a:off x="5336320" y="663653"/>
                <a:ext cx="123120" cy="156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433FE78-CDAE-219A-3F33-9089CF9BE0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30200" y="657533"/>
                  <a:ext cx="135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3D5D8F7-AF78-4273-07D7-DAEDFD892679}"/>
                    </a:ext>
                  </a:extLst>
                </p14:cNvPr>
                <p14:cNvContentPartPr/>
                <p14:nvPr/>
              </p14:nvContentPartPr>
              <p14:xfrm>
                <a:off x="5487520" y="668333"/>
                <a:ext cx="322920" cy="154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3D5D8F7-AF78-4273-07D7-DAEDFD89267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81400" y="662213"/>
                  <a:ext cx="335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ECC729C-763E-0D61-4005-D4B04ACB841C}"/>
                    </a:ext>
                  </a:extLst>
                </p14:cNvPr>
                <p14:cNvContentPartPr/>
                <p14:nvPr/>
              </p14:nvContentPartPr>
              <p14:xfrm>
                <a:off x="5837080" y="681293"/>
                <a:ext cx="46800" cy="405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ECC729C-763E-0D61-4005-D4B04ACB841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30960" y="675173"/>
                  <a:ext cx="590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F3FFF08-82B2-A242-F8E9-FF103D1FB82C}"/>
                    </a:ext>
                  </a:extLst>
                </p14:cNvPr>
                <p14:cNvContentPartPr/>
                <p14:nvPr/>
              </p14:nvContentPartPr>
              <p14:xfrm>
                <a:off x="5798200" y="608213"/>
                <a:ext cx="223560" cy="246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F3FFF08-82B2-A242-F8E9-FF103D1FB8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92080" y="602093"/>
                  <a:ext cx="235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8C72BB-C569-F759-17A3-A312298CB0DE}"/>
                    </a:ext>
                  </a:extLst>
                </p14:cNvPr>
                <p14:cNvContentPartPr/>
                <p14:nvPr/>
              </p14:nvContentPartPr>
              <p14:xfrm>
                <a:off x="6032200" y="525413"/>
                <a:ext cx="380520" cy="311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8C72BB-C569-F759-17A3-A312298CB0D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26080" y="519293"/>
                  <a:ext cx="3927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EE884D-F588-2F07-815C-1E4950B96C77}"/>
                    </a:ext>
                  </a:extLst>
                </p14:cNvPr>
                <p14:cNvContentPartPr/>
                <p14:nvPr/>
              </p14:nvContentPartPr>
              <p14:xfrm>
                <a:off x="6412360" y="638453"/>
                <a:ext cx="367560" cy="217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EE884D-F588-2F07-815C-1E4950B96C7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06240" y="632333"/>
                  <a:ext cx="379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491A97-A0D5-7DB8-9C89-96EEF9944471}"/>
                    </a:ext>
                  </a:extLst>
                </p14:cNvPr>
                <p14:cNvContentPartPr/>
                <p14:nvPr/>
              </p14:nvContentPartPr>
              <p14:xfrm>
                <a:off x="6337480" y="607853"/>
                <a:ext cx="207360" cy="2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491A97-A0D5-7DB8-9C89-96EEF994447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31360" y="601733"/>
                  <a:ext cx="2196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9A5E11-F711-59EE-0811-9ED3756625D4}"/>
              </a:ext>
            </a:extLst>
          </p:cNvPr>
          <p:cNvGrpSpPr/>
          <p:nvPr/>
        </p:nvGrpSpPr>
        <p:grpSpPr>
          <a:xfrm>
            <a:off x="3367120" y="446933"/>
            <a:ext cx="1058400" cy="438840"/>
            <a:chOff x="3367120" y="446933"/>
            <a:chExt cx="1058400" cy="43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AD3016-9899-CE6F-FE28-DEBE2E770157}"/>
                    </a:ext>
                  </a:extLst>
                </p14:cNvPr>
                <p14:cNvContentPartPr/>
                <p14:nvPr/>
              </p14:nvContentPartPr>
              <p14:xfrm>
                <a:off x="3367120" y="561773"/>
                <a:ext cx="271080" cy="22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AD3016-9899-CE6F-FE28-DEBE2E77015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61000" y="555653"/>
                  <a:ext cx="283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6816E1-3379-5498-075C-13B1E68EA766}"/>
                    </a:ext>
                  </a:extLst>
                </p14:cNvPr>
                <p14:cNvContentPartPr/>
                <p14:nvPr/>
              </p14:nvContentPartPr>
              <p14:xfrm>
                <a:off x="3844840" y="449453"/>
                <a:ext cx="173160" cy="436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6816E1-3379-5498-075C-13B1E68EA76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38720" y="443333"/>
                  <a:ext cx="1854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B7F0BF-5D4F-E330-0418-00E8EC1FCD9E}"/>
                    </a:ext>
                  </a:extLst>
                </p14:cNvPr>
                <p14:cNvContentPartPr/>
                <p14:nvPr/>
              </p14:nvContentPartPr>
              <p14:xfrm>
                <a:off x="4109800" y="585533"/>
                <a:ext cx="33840" cy="231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B7F0BF-5D4F-E330-0418-00E8EC1FCD9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03680" y="579413"/>
                  <a:ext cx="46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109E5C-EBEE-071E-001E-66CED1FB4BAD}"/>
                    </a:ext>
                  </a:extLst>
                </p14:cNvPr>
                <p14:cNvContentPartPr/>
                <p14:nvPr/>
              </p14:nvContentPartPr>
              <p14:xfrm>
                <a:off x="4225360" y="538373"/>
                <a:ext cx="200160" cy="30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109E5C-EBEE-071E-001E-66CED1FB4BA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19240" y="532253"/>
                  <a:ext cx="212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9FA17E5-80F9-A2D9-2613-96347F14836E}"/>
                    </a:ext>
                  </a:extLst>
                </p14:cNvPr>
                <p14:cNvContentPartPr/>
                <p14:nvPr/>
              </p14:nvContentPartPr>
              <p14:xfrm>
                <a:off x="4134640" y="446933"/>
                <a:ext cx="87120" cy="65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9FA17E5-80F9-A2D9-2613-96347F14836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28520" y="440813"/>
                  <a:ext cx="9936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75F38EF-B658-68B4-AC8E-1F157A7E367F}"/>
              </a:ext>
            </a:extLst>
          </p:cNvPr>
          <p:cNvGrpSpPr/>
          <p:nvPr/>
        </p:nvGrpSpPr>
        <p:grpSpPr>
          <a:xfrm>
            <a:off x="4556920" y="5153213"/>
            <a:ext cx="3373200" cy="821160"/>
            <a:chOff x="4556920" y="5153213"/>
            <a:chExt cx="3373200" cy="82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57CBEB-81C4-30D0-E3B9-A82DD278D589}"/>
                    </a:ext>
                  </a:extLst>
                </p14:cNvPr>
                <p14:cNvContentPartPr/>
                <p14:nvPr/>
              </p14:nvContentPartPr>
              <p14:xfrm>
                <a:off x="7443760" y="5153213"/>
                <a:ext cx="156960" cy="206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57CBEB-81C4-30D0-E3B9-A82DD278D5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37640" y="5147093"/>
                  <a:ext cx="169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57FF35-5B0D-B04A-565B-7CB55EBCC7CF}"/>
                    </a:ext>
                  </a:extLst>
                </p14:cNvPr>
                <p14:cNvContentPartPr/>
                <p14:nvPr/>
              </p14:nvContentPartPr>
              <p14:xfrm>
                <a:off x="7121920" y="5209373"/>
                <a:ext cx="174960" cy="21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57FF35-5B0D-B04A-565B-7CB55EBCC7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15800" y="5203253"/>
                  <a:ext cx="187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939628-5D72-8F3A-44FC-51657E0A395E}"/>
                    </a:ext>
                  </a:extLst>
                </p14:cNvPr>
                <p14:cNvContentPartPr/>
                <p14:nvPr/>
              </p14:nvContentPartPr>
              <p14:xfrm>
                <a:off x="4556920" y="5316653"/>
                <a:ext cx="2515680" cy="41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939628-5D72-8F3A-44FC-51657E0A395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50800" y="5310533"/>
                  <a:ext cx="25279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C21FEBD-95E2-F02E-DD0D-BA982F88C941}"/>
                    </a:ext>
                  </a:extLst>
                </p14:cNvPr>
                <p14:cNvContentPartPr/>
                <p14:nvPr/>
              </p14:nvContentPartPr>
              <p14:xfrm>
                <a:off x="5532160" y="5675573"/>
                <a:ext cx="301680" cy="298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C21FEBD-95E2-F02E-DD0D-BA982F88C94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26040" y="5669453"/>
                  <a:ext cx="3139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81C1BA-4703-F61C-A306-27A4CDAF7F83}"/>
                    </a:ext>
                  </a:extLst>
                </p14:cNvPr>
                <p14:cNvContentPartPr/>
                <p14:nvPr/>
              </p14:nvContentPartPr>
              <p14:xfrm>
                <a:off x="5937520" y="5657573"/>
                <a:ext cx="110520" cy="27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81C1BA-4703-F61C-A306-27A4CDAF7F8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31400" y="5651453"/>
                  <a:ext cx="122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C5D9B6-B3F4-5E4B-2BDB-D1A380E235A5}"/>
                    </a:ext>
                  </a:extLst>
                </p14:cNvPr>
                <p14:cNvContentPartPr/>
                <p14:nvPr/>
              </p14:nvContentPartPr>
              <p14:xfrm>
                <a:off x="6128680" y="5838293"/>
                <a:ext cx="4320" cy="66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C5D9B6-B3F4-5E4B-2BDB-D1A380E235A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22560" y="5832173"/>
                  <a:ext cx="16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71D80CE-E567-4640-4AD1-2B21121AC91F}"/>
                    </a:ext>
                  </a:extLst>
                </p14:cNvPr>
                <p14:cNvContentPartPr/>
                <p14:nvPr/>
              </p14:nvContentPartPr>
              <p14:xfrm>
                <a:off x="6128320" y="5700053"/>
                <a:ext cx="22320" cy="9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71D80CE-E567-4640-4AD1-2B21121AC91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122200" y="5693933"/>
                  <a:ext cx="34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24AE9B-2446-5026-8E6E-1C4FE8C7F09E}"/>
                    </a:ext>
                  </a:extLst>
                </p14:cNvPr>
                <p14:cNvContentPartPr/>
                <p14:nvPr/>
              </p14:nvContentPartPr>
              <p14:xfrm>
                <a:off x="6256120" y="5670893"/>
                <a:ext cx="101160" cy="243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24AE9B-2446-5026-8E6E-1C4FE8C7F0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50000" y="5664773"/>
                  <a:ext cx="113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6811923-01AA-0F77-6764-4541EBE99193}"/>
                    </a:ext>
                  </a:extLst>
                </p14:cNvPr>
                <p14:cNvContentPartPr/>
                <p14:nvPr/>
              </p14:nvContentPartPr>
              <p14:xfrm>
                <a:off x="6222640" y="5768813"/>
                <a:ext cx="155520" cy="27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6811923-01AA-0F77-6764-4541EBE9919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16520" y="5762693"/>
                  <a:ext cx="167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A82F78D-7F03-B979-40B4-984961F855FC}"/>
                    </a:ext>
                  </a:extLst>
                </p14:cNvPr>
                <p14:cNvContentPartPr/>
                <p14:nvPr/>
              </p14:nvContentPartPr>
              <p14:xfrm>
                <a:off x="4649080" y="5318453"/>
                <a:ext cx="3281040" cy="352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A82F78D-7F03-B979-40B4-984961F855F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42960" y="5312333"/>
                  <a:ext cx="329328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E544DC5-4FA4-5B04-5120-6082AC4530DE}"/>
              </a:ext>
            </a:extLst>
          </p:cNvPr>
          <p:cNvGrpSpPr/>
          <p:nvPr/>
        </p:nvGrpSpPr>
        <p:grpSpPr>
          <a:xfrm>
            <a:off x="3424360" y="1067573"/>
            <a:ext cx="1091880" cy="596520"/>
            <a:chOff x="3424360" y="1067573"/>
            <a:chExt cx="1091880" cy="59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36F689-2690-38AA-CB86-B0F9EA7A566D}"/>
                    </a:ext>
                  </a:extLst>
                </p14:cNvPr>
                <p14:cNvContentPartPr/>
                <p14:nvPr/>
              </p14:nvContentPartPr>
              <p14:xfrm>
                <a:off x="3424360" y="1096733"/>
                <a:ext cx="134280" cy="392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36F689-2690-38AA-CB86-B0F9EA7A566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18240" y="1090613"/>
                  <a:ext cx="1465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698353-AD14-FBD5-0685-3C37600B0950}"/>
                    </a:ext>
                  </a:extLst>
                </p14:cNvPr>
                <p14:cNvContentPartPr/>
                <p14:nvPr/>
              </p14:nvContentPartPr>
              <p14:xfrm>
                <a:off x="3589600" y="1257293"/>
                <a:ext cx="223920" cy="207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698353-AD14-FBD5-0685-3C37600B095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83480" y="1251173"/>
                  <a:ext cx="236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F9F592-2DEE-9E62-E04B-398684371EAC}"/>
                    </a:ext>
                  </a:extLst>
                </p14:cNvPr>
                <p14:cNvContentPartPr/>
                <p14:nvPr/>
              </p14:nvContentPartPr>
              <p14:xfrm>
                <a:off x="3734320" y="1248653"/>
                <a:ext cx="45000" cy="253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F9F592-2DEE-9E62-E04B-398684371EA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28200" y="1242533"/>
                  <a:ext cx="57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B56271-D4FB-DF02-781D-F4E394DCC879}"/>
                    </a:ext>
                  </a:extLst>
                </p14:cNvPr>
                <p14:cNvContentPartPr/>
                <p14:nvPr/>
              </p14:nvContentPartPr>
              <p14:xfrm>
                <a:off x="4000360" y="1067573"/>
                <a:ext cx="135720" cy="417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B56271-D4FB-DF02-781D-F4E394DCC87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94240" y="1061453"/>
                  <a:ext cx="1479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8B430D4-B30B-FE47-65C2-F78C0CD620CF}"/>
                    </a:ext>
                  </a:extLst>
                </p14:cNvPr>
                <p14:cNvContentPartPr/>
                <p14:nvPr/>
              </p14:nvContentPartPr>
              <p14:xfrm>
                <a:off x="4212760" y="1335773"/>
                <a:ext cx="7200" cy="10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8B430D4-B30B-FE47-65C2-F78C0CD620C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06640" y="1329653"/>
                  <a:ext cx="194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1FB8C9-B792-2F08-B964-A41509929195}"/>
                    </a:ext>
                  </a:extLst>
                </p14:cNvPr>
                <p14:cNvContentPartPr/>
                <p14:nvPr/>
              </p14:nvContentPartPr>
              <p14:xfrm>
                <a:off x="4228960" y="1221653"/>
                <a:ext cx="19440" cy="69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1FB8C9-B792-2F08-B964-A4150992919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22840" y="1215533"/>
                  <a:ext cx="31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70A65CE-A05D-0DF1-A0FF-996187BA3B08}"/>
                    </a:ext>
                  </a:extLst>
                </p14:cNvPr>
                <p14:cNvContentPartPr/>
                <p14:nvPr/>
              </p14:nvContentPartPr>
              <p14:xfrm>
                <a:off x="4363240" y="1156853"/>
                <a:ext cx="140400" cy="327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70A65CE-A05D-0DF1-A0FF-996187BA3B0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57120" y="1150733"/>
                  <a:ext cx="1526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8B3F07-63F7-06D8-015D-DD506A3402D6}"/>
                    </a:ext>
                  </a:extLst>
                </p14:cNvPr>
                <p14:cNvContentPartPr/>
                <p14:nvPr/>
              </p14:nvContentPartPr>
              <p14:xfrm>
                <a:off x="4339120" y="1291853"/>
                <a:ext cx="177120" cy="17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8B3F07-63F7-06D8-015D-DD506A3402D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33000" y="1285733"/>
                  <a:ext cx="189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E3B07F-4A5F-455A-1E35-B34D9259A202}"/>
                    </a:ext>
                  </a:extLst>
                </p14:cNvPr>
                <p14:cNvContentPartPr/>
                <p14:nvPr/>
              </p14:nvContentPartPr>
              <p14:xfrm>
                <a:off x="3529480" y="1575173"/>
                <a:ext cx="954360" cy="88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E3B07F-4A5F-455A-1E35-B34D9259A20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23360" y="1569053"/>
                  <a:ext cx="966600" cy="10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43922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E501-A533-CF6A-5784-F374482E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B78C4-B464-C18C-EA7A-3AF38905C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pair 1</a:t>
            </a:r>
          </a:p>
          <a:p>
            <a:endParaRPr lang="en-US" dirty="0"/>
          </a:p>
          <a:p>
            <a:r>
              <a:rPr lang="en-US" dirty="0"/>
              <a:t>Data pair 2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Batch gradient 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D29BD8-0985-35FE-DC0C-F4F504573D66}"/>
                  </a:ext>
                </a:extLst>
              </p:cNvPr>
              <p:cNvSpPr txBox="1"/>
              <p:nvPr/>
            </p:nvSpPr>
            <p:spPr>
              <a:xfrm>
                <a:off x="5103261" y="1582404"/>
                <a:ext cx="4765535" cy="892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D29BD8-0985-35FE-DC0C-F4F504573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61" y="1582404"/>
                <a:ext cx="4765535" cy="892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2A1C9-7F56-FBC2-2073-9E87147FD64A}"/>
                  </a:ext>
                </a:extLst>
              </p:cNvPr>
              <p:cNvSpPr txBox="1"/>
              <p:nvPr/>
            </p:nvSpPr>
            <p:spPr>
              <a:xfrm>
                <a:off x="5103261" y="2641889"/>
                <a:ext cx="4861972" cy="892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2A1C9-7F56-FBC2-2073-9E87147FD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61" y="2641889"/>
                <a:ext cx="4861972" cy="892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89CD82-4E79-1801-7DF5-B7CC9E3DBF5D}"/>
                  </a:ext>
                </a:extLst>
              </p:cNvPr>
              <p:cNvSpPr txBox="1"/>
              <p:nvPr/>
            </p:nvSpPr>
            <p:spPr>
              <a:xfrm>
                <a:off x="5103261" y="4829576"/>
                <a:ext cx="20849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+…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89CD82-4E79-1801-7DF5-B7CC9E3D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61" y="4829576"/>
                <a:ext cx="2084930" cy="430887"/>
              </a:xfrm>
              <a:prstGeom prst="rect">
                <a:avLst/>
              </a:prstGeom>
              <a:blipFill>
                <a:blip r:embed="rId4"/>
                <a:stretch>
                  <a:fillRect t="-25352" r="-9357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84B3184-59BD-DF3F-DE76-2200E0C5E5A8}"/>
              </a:ext>
            </a:extLst>
          </p:cNvPr>
          <p:cNvSpPr txBox="1"/>
          <p:nvPr/>
        </p:nvSpPr>
        <p:spPr>
          <a:xfrm>
            <a:off x="5259806" y="3980860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899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12E13E8-1B5D-8126-5DBC-AB1D42596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99" y="312955"/>
            <a:ext cx="6446989" cy="623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FA20A76-EE17-0CFA-B6F4-8C4AE467B008}"/>
              </a:ext>
            </a:extLst>
          </p:cNvPr>
          <p:cNvGrpSpPr/>
          <p:nvPr/>
        </p:nvGrpSpPr>
        <p:grpSpPr>
          <a:xfrm>
            <a:off x="7336608" y="4149824"/>
            <a:ext cx="1113120" cy="762120"/>
            <a:chOff x="7336608" y="4149824"/>
            <a:chExt cx="1113120" cy="76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440D90-BB53-AA9C-5E53-BA1A8D7A2ACA}"/>
                    </a:ext>
                  </a:extLst>
                </p14:cNvPr>
                <p14:cNvContentPartPr/>
                <p14:nvPr/>
              </p14:nvContentPartPr>
              <p14:xfrm>
                <a:off x="7336608" y="4310024"/>
                <a:ext cx="372960" cy="105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440D90-BB53-AA9C-5E53-BA1A8D7A2A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30488" y="4303904"/>
                  <a:ext cx="3852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FCE486-0B56-CF8E-2FD8-3DB88D1355AC}"/>
                    </a:ext>
                  </a:extLst>
                </p14:cNvPr>
                <p14:cNvContentPartPr/>
                <p14:nvPr/>
              </p14:nvContentPartPr>
              <p14:xfrm>
                <a:off x="7849608" y="4149824"/>
                <a:ext cx="112680" cy="216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FCE486-0B56-CF8E-2FD8-3DB88D1355A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43488" y="4143704"/>
                  <a:ext cx="124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C55BCE0-6867-70CF-7FBA-C6558212436F}"/>
                    </a:ext>
                  </a:extLst>
                </p14:cNvPr>
                <p14:cNvContentPartPr/>
                <p14:nvPr/>
              </p14:nvContentPartPr>
              <p14:xfrm>
                <a:off x="7991448" y="4262144"/>
                <a:ext cx="131400" cy="144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C55BCE0-6867-70CF-7FBA-C655821243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85328" y="4256024"/>
                  <a:ext cx="143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A2D485C-E4CF-B5FF-ADAD-0801B8466586}"/>
                    </a:ext>
                  </a:extLst>
                </p14:cNvPr>
                <p14:cNvContentPartPr/>
                <p14:nvPr/>
              </p14:nvContentPartPr>
              <p14:xfrm>
                <a:off x="8155968" y="4235864"/>
                <a:ext cx="9720" cy="168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A2D485C-E4CF-B5FF-ADAD-0801B846658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49848" y="4229744"/>
                  <a:ext cx="21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E7810D2-98B0-CB6A-8F3D-68294DAB2BA7}"/>
                    </a:ext>
                  </a:extLst>
                </p14:cNvPr>
                <p14:cNvContentPartPr/>
                <p14:nvPr/>
              </p14:nvContentPartPr>
              <p14:xfrm>
                <a:off x="8107008" y="4275464"/>
                <a:ext cx="129960" cy="20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E7810D2-98B0-CB6A-8F3D-68294DAB2BA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00888" y="4269344"/>
                  <a:ext cx="142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5C4831-BA76-E2E2-3820-F0CA8CBA002F}"/>
                    </a:ext>
                  </a:extLst>
                </p14:cNvPr>
                <p14:cNvContentPartPr/>
                <p14:nvPr/>
              </p14:nvContentPartPr>
              <p14:xfrm>
                <a:off x="8218248" y="4164584"/>
                <a:ext cx="231480" cy="28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5C4831-BA76-E2E2-3820-F0CA8CBA002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12128" y="4158464"/>
                  <a:ext cx="243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F34CE4F-642D-32FA-EEBF-810DB5B1157C}"/>
                    </a:ext>
                  </a:extLst>
                </p14:cNvPr>
                <p14:cNvContentPartPr/>
                <p14:nvPr/>
              </p14:nvContentPartPr>
              <p14:xfrm>
                <a:off x="7350288" y="4687664"/>
                <a:ext cx="328320" cy="40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F34CE4F-642D-32FA-EEBF-810DB5B115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44168" y="4681544"/>
                  <a:ext cx="340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62910A-EDF2-11BB-522D-ADAF5C4FECDA}"/>
                    </a:ext>
                  </a:extLst>
                </p14:cNvPr>
                <p14:cNvContentPartPr/>
                <p14:nvPr/>
              </p14:nvContentPartPr>
              <p14:xfrm>
                <a:off x="7851768" y="4528904"/>
                <a:ext cx="133560" cy="334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62910A-EDF2-11BB-522D-ADAF5C4FECD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45648" y="4522784"/>
                  <a:ext cx="145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D3BD13-C6BE-B8DD-4F49-21A6988E527A}"/>
                    </a:ext>
                  </a:extLst>
                </p14:cNvPr>
                <p14:cNvContentPartPr/>
                <p14:nvPr/>
              </p14:nvContentPartPr>
              <p14:xfrm>
                <a:off x="8011968" y="4739144"/>
                <a:ext cx="73440" cy="11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D3BD13-C6BE-B8DD-4F49-21A6988E527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05848" y="4733024"/>
                  <a:ext cx="85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0D8E57-E39C-467F-9AFA-A97E2FFE7771}"/>
                    </a:ext>
                  </a:extLst>
                </p14:cNvPr>
                <p14:cNvContentPartPr/>
                <p14:nvPr/>
              </p14:nvContentPartPr>
              <p14:xfrm>
                <a:off x="8138328" y="4739144"/>
                <a:ext cx="78480" cy="110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0D8E57-E39C-467F-9AFA-A97E2FFE777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32208" y="4733024"/>
                  <a:ext cx="90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06DF54-1683-45AC-B79F-48203779ED72}"/>
                    </a:ext>
                  </a:extLst>
                </p14:cNvPr>
                <p14:cNvContentPartPr/>
                <p14:nvPr/>
              </p14:nvContentPartPr>
              <p14:xfrm>
                <a:off x="8054088" y="4670384"/>
                <a:ext cx="138960" cy="222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06DF54-1683-45AC-B79F-48203779ED7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47968" y="4664264"/>
                  <a:ext cx="151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ADF5FE-4987-8B3A-029D-19CED4828E98}"/>
                    </a:ext>
                  </a:extLst>
                </p14:cNvPr>
                <p14:cNvContentPartPr/>
                <p14:nvPr/>
              </p14:nvContentPartPr>
              <p14:xfrm>
                <a:off x="8256408" y="4640144"/>
                <a:ext cx="119160" cy="27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ADF5FE-4987-8B3A-029D-19CED4828E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50288" y="4634024"/>
                  <a:ext cx="1314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3316E5-E90F-DDC5-D292-0B25FB87D5AE}"/>
              </a:ext>
            </a:extLst>
          </p:cNvPr>
          <p:cNvGrpSpPr/>
          <p:nvPr/>
        </p:nvGrpSpPr>
        <p:grpSpPr>
          <a:xfrm>
            <a:off x="560688" y="4100144"/>
            <a:ext cx="3185640" cy="661320"/>
            <a:chOff x="560688" y="4100144"/>
            <a:chExt cx="3185640" cy="66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21C794-6E83-F305-1A09-5DFACDED2185}"/>
                    </a:ext>
                  </a:extLst>
                </p14:cNvPr>
                <p14:cNvContentPartPr/>
                <p14:nvPr/>
              </p14:nvContentPartPr>
              <p14:xfrm>
                <a:off x="560688" y="4509464"/>
                <a:ext cx="39960" cy="245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21C794-6E83-F305-1A09-5DFACDED21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4568" y="4503344"/>
                  <a:ext cx="522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09FC13-DEBD-0456-F6E6-F6B590130359}"/>
                    </a:ext>
                  </a:extLst>
                </p14:cNvPr>
                <p14:cNvContentPartPr/>
                <p14:nvPr/>
              </p14:nvContentPartPr>
              <p14:xfrm>
                <a:off x="576168" y="4626824"/>
                <a:ext cx="3170160" cy="134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09FC13-DEBD-0456-F6E6-F6B5901303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70048" y="4620704"/>
                  <a:ext cx="3182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74F2D8-D9E9-2E5F-5FE2-EE62B8E37B92}"/>
                    </a:ext>
                  </a:extLst>
                </p14:cNvPr>
                <p14:cNvContentPartPr/>
                <p14:nvPr/>
              </p14:nvContentPartPr>
              <p14:xfrm>
                <a:off x="561768" y="4387424"/>
                <a:ext cx="3165840" cy="266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74F2D8-D9E9-2E5F-5FE2-EE62B8E37B9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5648" y="4381304"/>
                  <a:ext cx="3178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7100F78-01A3-10CD-BFAA-123A82335AD2}"/>
                    </a:ext>
                  </a:extLst>
                </p14:cNvPr>
                <p14:cNvContentPartPr/>
                <p14:nvPr/>
              </p14:nvContentPartPr>
              <p14:xfrm>
                <a:off x="1730328" y="4100144"/>
                <a:ext cx="11880" cy="231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7100F78-01A3-10CD-BFAA-123A82335AD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24208" y="4094024"/>
                  <a:ext cx="241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DE1EB1-4E4E-AA28-CECC-378FA0CD5249}"/>
                    </a:ext>
                  </a:extLst>
                </p14:cNvPr>
                <p14:cNvContentPartPr/>
                <p14:nvPr/>
              </p14:nvContentPartPr>
              <p14:xfrm>
                <a:off x="1807368" y="4109144"/>
                <a:ext cx="35640" cy="215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DE1EB1-4E4E-AA28-CECC-378FA0CD524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01248" y="4103024"/>
                  <a:ext cx="47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1F46E2-64AB-DF26-2493-6B5659346F37}"/>
                    </a:ext>
                  </a:extLst>
                </p14:cNvPr>
                <p14:cNvContentPartPr/>
                <p14:nvPr/>
              </p14:nvContentPartPr>
              <p14:xfrm>
                <a:off x="1802328" y="4198784"/>
                <a:ext cx="178200" cy="9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1F46E2-64AB-DF26-2493-6B5659346F3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96208" y="4192664"/>
                  <a:ext cx="190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2A60E23-5798-B7FB-8315-71A0243A59DA}"/>
                    </a:ext>
                  </a:extLst>
                </p14:cNvPr>
                <p14:cNvContentPartPr/>
                <p14:nvPr/>
              </p14:nvContentPartPr>
              <p14:xfrm>
                <a:off x="1691448" y="4112024"/>
                <a:ext cx="107280" cy="256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2A60E23-5798-B7FB-8315-71A0243A59D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85328" y="4105904"/>
                  <a:ext cx="119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1A5475-946C-71EC-CFA4-E8C620B52BAC}"/>
                    </a:ext>
                  </a:extLst>
                </p14:cNvPr>
                <p14:cNvContentPartPr/>
                <p14:nvPr/>
              </p14:nvContentPartPr>
              <p14:xfrm>
                <a:off x="1708728" y="4159544"/>
                <a:ext cx="121320" cy="26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1A5475-946C-71EC-CFA4-E8C620B52BA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02608" y="4153424"/>
                  <a:ext cx="1335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C4A00D3-9272-CB84-25A4-0FDC25A8E9CD}"/>
              </a:ext>
            </a:extLst>
          </p:cNvPr>
          <p:cNvGrpSpPr/>
          <p:nvPr/>
        </p:nvGrpSpPr>
        <p:grpSpPr>
          <a:xfrm>
            <a:off x="8103768" y="529304"/>
            <a:ext cx="977040" cy="311040"/>
            <a:chOff x="8103768" y="529304"/>
            <a:chExt cx="97704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28F853-4115-0F84-2767-1D903707BA87}"/>
                    </a:ext>
                  </a:extLst>
                </p14:cNvPr>
                <p14:cNvContentPartPr/>
                <p14:nvPr/>
              </p14:nvContentPartPr>
              <p14:xfrm>
                <a:off x="8103768" y="614984"/>
                <a:ext cx="154440" cy="178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28F853-4115-0F84-2767-1D903707BA8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097648" y="608864"/>
                  <a:ext cx="166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513BA2-E7D9-A33D-44E7-262223C4C4BD}"/>
                    </a:ext>
                  </a:extLst>
                </p14:cNvPr>
                <p14:cNvContentPartPr/>
                <p14:nvPr/>
              </p14:nvContentPartPr>
              <p14:xfrm>
                <a:off x="8262168" y="529304"/>
                <a:ext cx="162720" cy="257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513BA2-E7D9-A33D-44E7-262223C4C4B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56048" y="523184"/>
                  <a:ext cx="174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34EF5EF-C7B2-9D6C-27EE-5F299F9F31CF}"/>
                    </a:ext>
                  </a:extLst>
                </p14:cNvPr>
                <p14:cNvContentPartPr/>
                <p14:nvPr/>
              </p14:nvContentPartPr>
              <p14:xfrm>
                <a:off x="8424888" y="593384"/>
                <a:ext cx="69840" cy="134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34EF5EF-C7B2-9D6C-27EE-5F299F9F31C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18768" y="587264"/>
                  <a:ext cx="82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005CC07-B832-F123-5B9B-1BA4B771389E}"/>
                    </a:ext>
                  </a:extLst>
                </p14:cNvPr>
                <p14:cNvContentPartPr/>
                <p14:nvPr/>
              </p14:nvContentPartPr>
              <p14:xfrm>
                <a:off x="8530728" y="577544"/>
                <a:ext cx="114480" cy="145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005CC07-B832-F123-5B9B-1BA4B771389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24608" y="571424"/>
                  <a:ext cx="126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96B843-1FF1-D307-C256-8BC4E7A4966D}"/>
                    </a:ext>
                  </a:extLst>
                </p14:cNvPr>
                <p14:cNvContentPartPr/>
                <p14:nvPr/>
              </p14:nvContentPartPr>
              <p14:xfrm>
                <a:off x="8640528" y="553064"/>
                <a:ext cx="205200" cy="287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96B843-1FF1-D307-C256-8BC4E7A4966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34408" y="546944"/>
                  <a:ext cx="2174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52ABCD-AB45-E24B-44BA-293DD172377A}"/>
                    </a:ext>
                  </a:extLst>
                </p14:cNvPr>
                <p14:cNvContentPartPr/>
                <p14:nvPr/>
              </p14:nvContentPartPr>
              <p14:xfrm>
                <a:off x="8909808" y="531104"/>
                <a:ext cx="1710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52ABCD-AB45-E24B-44BA-293DD172377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03688" y="524984"/>
                  <a:ext cx="18324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DEFBCBA-4BB0-CAEC-788D-3D3D5319D82C}"/>
              </a:ext>
            </a:extLst>
          </p:cNvPr>
          <p:cNvGrpSpPr/>
          <p:nvPr/>
        </p:nvGrpSpPr>
        <p:grpSpPr>
          <a:xfrm>
            <a:off x="849408" y="481784"/>
            <a:ext cx="1065600" cy="477360"/>
            <a:chOff x="849408" y="481784"/>
            <a:chExt cx="106560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6D1184-BCB7-E90C-DAE0-80960B466957}"/>
                    </a:ext>
                  </a:extLst>
                </p14:cNvPr>
                <p14:cNvContentPartPr/>
                <p14:nvPr/>
              </p14:nvContentPartPr>
              <p14:xfrm>
                <a:off x="849408" y="544424"/>
                <a:ext cx="141480" cy="31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6D1184-BCB7-E90C-DAE0-80960B46695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3288" y="538304"/>
                  <a:ext cx="1537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47D3F9-1294-0827-FCE7-7699EA083219}"/>
                    </a:ext>
                  </a:extLst>
                </p14:cNvPr>
                <p14:cNvContentPartPr/>
                <p14:nvPr/>
              </p14:nvContentPartPr>
              <p14:xfrm>
                <a:off x="1065768" y="659624"/>
                <a:ext cx="12960" cy="101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47D3F9-1294-0827-FCE7-7699EA08321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9648" y="653504"/>
                  <a:ext cx="25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F8174E-9E45-338B-8B03-1002E756849A}"/>
                    </a:ext>
                  </a:extLst>
                </p14:cNvPr>
                <p14:cNvContentPartPr/>
                <p14:nvPr/>
              </p14:nvContentPartPr>
              <p14:xfrm>
                <a:off x="1065048" y="581144"/>
                <a:ext cx="9720" cy="42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F8174E-9E45-338B-8B03-1002E756849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58928" y="575024"/>
                  <a:ext cx="21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DBE6C3E-975E-5183-30D2-983BB1CEDB41}"/>
                    </a:ext>
                  </a:extLst>
                </p14:cNvPr>
                <p14:cNvContentPartPr/>
                <p14:nvPr/>
              </p14:nvContentPartPr>
              <p14:xfrm>
                <a:off x="1143168" y="639104"/>
                <a:ext cx="105120" cy="186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DBE6C3E-975E-5183-30D2-983BB1CEDB4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37048" y="632984"/>
                  <a:ext cx="1173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EFB2924-FEEB-7496-D556-02AE78491D75}"/>
                    </a:ext>
                  </a:extLst>
                </p14:cNvPr>
                <p14:cNvContentPartPr/>
                <p14:nvPr/>
              </p14:nvContentPartPr>
              <p14:xfrm>
                <a:off x="1292928" y="603824"/>
                <a:ext cx="42480" cy="355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EFB2924-FEEB-7496-D556-02AE78491D7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286808" y="597704"/>
                  <a:ext cx="547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F008914-34E1-B03B-0066-ABE0FBDF915F}"/>
                    </a:ext>
                  </a:extLst>
                </p14:cNvPr>
                <p14:cNvContentPartPr/>
                <p14:nvPr/>
              </p14:nvContentPartPr>
              <p14:xfrm>
                <a:off x="1255128" y="644144"/>
                <a:ext cx="141840" cy="193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F008914-34E1-B03B-0066-ABE0FBDF91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49008" y="638024"/>
                  <a:ext cx="154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8917032-DECA-EE46-2C8C-0EDDC2AD1648}"/>
                    </a:ext>
                  </a:extLst>
                </p14:cNvPr>
                <p14:cNvContentPartPr/>
                <p14:nvPr/>
              </p14:nvContentPartPr>
              <p14:xfrm>
                <a:off x="1404168" y="481784"/>
                <a:ext cx="39600" cy="289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8917032-DECA-EE46-2C8C-0EDDC2AD164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398048" y="475664"/>
                  <a:ext cx="51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576EB6-1CF3-EF56-9B62-3ABF53B5FDB4}"/>
                    </a:ext>
                  </a:extLst>
                </p14:cNvPr>
                <p14:cNvContentPartPr/>
                <p14:nvPr/>
              </p14:nvContentPartPr>
              <p14:xfrm>
                <a:off x="1495608" y="577544"/>
                <a:ext cx="419400" cy="370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576EB6-1CF3-EF56-9B62-3ABF53B5FDB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89488" y="571424"/>
                  <a:ext cx="431640" cy="38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F1985197-C319-F3FE-7B5A-95FBF37B47EF}"/>
              </a:ext>
            </a:extLst>
          </p:cNvPr>
          <p:cNvGrpSpPr/>
          <p:nvPr/>
        </p:nvGrpSpPr>
        <p:grpSpPr>
          <a:xfrm>
            <a:off x="9671208" y="492944"/>
            <a:ext cx="563400" cy="314280"/>
            <a:chOff x="9671208" y="492944"/>
            <a:chExt cx="56340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072" name="Ink 3071">
                  <a:extLst>
                    <a:ext uri="{FF2B5EF4-FFF2-40B4-BE49-F238E27FC236}">
                      <a16:creationId xmlns:a16="http://schemas.microsoft.com/office/drawing/2014/main" id="{F7BA29B7-35DE-D327-3438-D9F7C7024FB7}"/>
                    </a:ext>
                  </a:extLst>
                </p14:cNvPr>
                <p14:cNvContentPartPr/>
                <p14:nvPr/>
              </p14:nvContentPartPr>
              <p14:xfrm>
                <a:off x="9671208" y="492944"/>
                <a:ext cx="129600" cy="314280"/>
              </p14:xfrm>
            </p:contentPart>
          </mc:Choice>
          <mc:Fallback xmlns="">
            <p:pic>
              <p:nvPicPr>
                <p:cNvPr id="3072" name="Ink 3071">
                  <a:extLst>
                    <a:ext uri="{FF2B5EF4-FFF2-40B4-BE49-F238E27FC236}">
                      <a16:creationId xmlns:a16="http://schemas.microsoft.com/office/drawing/2014/main" id="{F7BA29B7-35DE-D327-3438-D9F7C7024FB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65088" y="486824"/>
                  <a:ext cx="141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073" name="Ink 3072">
                  <a:extLst>
                    <a:ext uri="{FF2B5EF4-FFF2-40B4-BE49-F238E27FC236}">
                      <a16:creationId xmlns:a16="http://schemas.microsoft.com/office/drawing/2014/main" id="{7BF1B961-DF24-0719-758D-35DACFAB722E}"/>
                    </a:ext>
                  </a:extLst>
                </p14:cNvPr>
                <p14:cNvContentPartPr/>
                <p14:nvPr/>
              </p14:nvContentPartPr>
              <p14:xfrm>
                <a:off x="9852288" y="623984"/>
                <a:ext cx="131040" cy="167760"/>
              </p14:xfrm>
            </p:contentPart>
          </mc:Choice>
          <mc:Fallback xmlns="">
            <p:pic>
              <p:nvPicPr>
                <p:cNvPr id="3073" name="Ink 3072">
                  <a:extLst>
                    <a:ext uri="{FF2B5EF4-FFF2-40B4-BE49-F238E27FC236}">
                      <a16:creationId xmlns:a16="http://schemas.microsoft.com/office/drawing/2014/main" id="{7BF1B961-DF24-0719-758D-35DACFAB722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46168" y="617864"/>
                  <a:ext cx="143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075" name="Ink 3074">
                  <a:extLst>
                    <a:ext uri="{FF2B5EF4-FFF2-40B4-BE49-F238E27FC236}">
                      <a16:creationId xmlns:a16="http://schemas.microsoft.com/office/drawing/2014/main" id="{3BAE4A7B-35F3-36B3-DB02-AB94FD0C8145}"/>
                    </a:ext>
                  </a:extLst>
                </p14:cNvPr>
                <p14:cNvContentPartPr/>
                <p14:nvPr/>
              </p14:nvContentPartPr>
              <p14:xfrm>
                <a:off x="10036248" y="511304"/>
                <a:ext cx="25920" cy="271440"/>
              </p14:xfrm>
            </p:contentPart>
          </mc:Choice>
          <mc:Fallback xmlns="">
            <p:pic>
              <p:nvPicPr>
                <p:cNvPr id="3075" name="Ink 3074">
                  <a:extLst>
                    <a:ext uri="{FF2B5EF4-FFF2-40B4-BE49-F238E27FC236}">
                      <a16:creationId xmlns:a16="http://schemas.microsoft.com/office/drawing/2014/main" id="{3BAE4A7B-35F3-36B3-DB02-AB94FD0C81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30128" y="505184"/>
                  <a:ext cx="381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076" name="Ink 3075">
                  <a:extLst>
                    <a:ext uri="{FF2B5EF4-FFF2-40B4-BE49-F238E27FC236}">
                      <a16:creationId xmlns:a16="http://schemas.microsoft.com/office/drawing/2014/main" id="{4444CCD1-EED8-0ADD-A818-77122357F414}"/>
                    </a:ext>
                  </a:extLst>
                </p14:cNvPr>
                <p14:cNvContentPartPr/>
                <p14:nvPr/>
              </p14:nvContentPartPr>
              <p14:xfrm>
                <a:off x="10018248" y="603104"/>
                <a:ext cx="94320" cy="37440"/>
              </p14:xfrm>
            </p:contentPart>
          </mc:Choice>
          <mc:Fallback xmlns="">
            <p:pic>
              <p:nvPicPr>
                <p:cNvPr id="3076" name="Ink 3075">
                  <a:extLst>
                    <a:ext uri="{FF2B5EF4-FFF2-40B4-BE49-F238E27FC236}">
                      <a16:creationId xmlns:a16="http://schemas.microsoft.com/office/drawing/2014/main" id="{4444CCD1-EED8-0ADD-A818-77122357F41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012128" y="596984"/>
                  <a:ext cx="106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077" name="Ink 3076">
                  <a:extLst>
                    <a:ext uri="{FF2B5EF4-FFF2-40B4-BE49-F238E27FC236}">
                      <a16:creationId xmlns:a16="http://schemas.microsoft.com/office/drawing/2014/main" id="{C35ADC5D-D217-D589-664B-37BF174BC404}"/>
                    </a:ext>
                  </a:extLst>
                </p14:cNvPr>
                <p14:cNvContentPartPr/>
                <p14:nvPr/>
              </p14:nvContentPartPr>
              <p14:xfrm>
                <a:off x="10126968" y="599144"/>
                <a:ext cx="107640" cy="178560"/>
              </p14:xfrm>
            </p:contentPart>
          </mc:Choice>
          <mc:Fallback xmlns="">
            <p:pic>
              <p:nvPicPr>
                <p:cNvPr id="3077" name="Ink 3076">
                  <a:extLst>
                    <a:ext uri="{FF2B5EF4-FFF2-40B4-BE49-F238E27FC236}">
                      <a16:creationId xmlns:a16="http://schemas.microsoft.com/office/drawing/2014/main" id="{C35ADC5D-D217-D589-664B-37BF174BC40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20848" y="593024"/>
                  <a:ext cx="11988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0" name="Group 3079">
            <a:extLst>
              <a:ext uri="{FF2B5EF4-FFF2-40B4-BE49-F238E27FC236}">
                <a16:creationId xmlns:a16="http://schemas.microsoft.com/office/drawing/2014/main" id="{539E94C7-9955-77B5-8C78-04776F4E3D66}"/>
              </a:ext>
            </a:extLst>
          </p:cNvPr>
          <p:cNvGrpSpPr/>
          <p:nvPr/>
        </p:nvGrpSpPr>
        <p:grpSpPr>
          <a:xfrm>
            <a:off x="10479408" y="482144"/>
            <a:ext cx="361440" cy="339480"/>
            <a:chOff x="10479408" y="482144"/>
            <a:chExt cx="361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078" name="Ink 3077">
                  <a:extLst>
                    <a:ext uri="{FF2B5EF4-FFF2-40B4-BE49-F238E27FC236}">
                      <a16:creationId xmlns:a16="http://schemas.microsoft.com/office/drawing/2014/main" id="{C42E8678-425D-E04C-3EA8-CFDB6311F015}"/>
                    </a:ext>
                  </a:extLst>
                </p14:cNvPr>
                <p14:cNvContentPartPr/>
                <p14:nvPr/>
              </p14:nvContentPartPr>
              <p14:xfrm>
                <a:off x="10479408" y="482144"/>
                <a:ext cx="207360" cy="285840"/>
              </p14:xfrm>
            </p:contentPart>
          </mc:Choice>
          <mc:Fallback xmlns="">
            <p:pic>
              <p:nvPicPr>
                <p:cNvPr id="3078" name="Ink 3077">
                  <a:extLst>
                    <a:ext uri="{FF2B5EF4-FFF2-40B4-BE49-F238E27FC236}">
                      <a16:creationId xmlns:a16="http://schemas.microsoft.com/office/drawing/2014/main" id="{C42E8678-425D-E04C-3EA8-CFDB6311F01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73288" y="476024"/>
                  <a:ext cx="219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079" name="Ink 3078">
                  <a:extLst>
                    <a:ext uri="{FF2B5EF4-FFF2-40B4-BE49-F238E27FC236}">
                      <a16:creationId xmlns:a16="http://schemas.microsoft.com/office/drawing/2014/main" id="{94CEB800-B687-6553-8707-B85B7EDED05B}"/>
                    </a:ext>
                  </a:extLst>
                </p14:cNvPr>
                <p14:cNvContentPartPr/>
                <p14:nvPr/>
              </p14:nvContentPartPr>
              <p14:xfrm>
                <a:off x="10706928" y="640904"/>
                <a:ext cx="133920" cy="180720"/>
              </p14:xfrm>
            </p:contentPart>
          </mc:Choice>
          <mc:Fallback xmlns="">
            <p:pic>
              <p:nvPicPr>
                <p:cNvPr id="3079" name="Ink 3078">
                  <a:extLst>
                    <a:ext uri="{FF2B5EF4-FFF2-40B4-BE49-F238E27FC236}">
                      <a16:creationId xmlns:a16="http://schemas.microsoft.com/office/drawing/2014/main" id="{94CEB800-B687-6553-8707-B85B7EDED05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00808" y="634784"/>
                  <a:ext cx="1461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21B8A78-EF06-B22C-5464-020110CA5EB7}"/>
                  </a:ext>
                </a:extLst>
              </p14:cNvPr>
              <p14:cNvContentPartPr/>
              <p14:nvPr/>
            </p14:nvContentPartPr>
            <p14:xfrm>
              <a:off x="6518560" y="923933"/>
              <a:ext cx="401040" cy="47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21B8A78-EF06-B22C-5464-020110CA5EB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512440" y="917813"/>
                <a:ext cx="4132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AB54D26-5D6F-8D5A-F4A4-BB13C6302B03}"/>
                  </a:ext>
                </a:extLst>
              </p14:cNvPr>
              <p14:cNvContentPartPr/>
              <p14:nvPr/>
            </p14:nvContentPartPr>
            <p14:xfrm>
              <a:off x="8281480" y="886133"/>
              <a:ext cx="792720" cy="90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AB54D26-5D6F-8D5A-F4A4-BB13C6302B0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275360" y="880013"/>
                <a:ext cx="8049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7C73B15-84EE-C4FB-683D-3A68E2AE2F51}"/>
                  </a:ext>
                </a:extLst>
              </p14:cNvPr>
              <p14:cNvContentPartPr/>
              <p14:nvPr/>
            </p14:nvContentPartPr>
            <p14:xfrm>
              <a:off x="1072120" y="915293"/>
              <a:ext cx="993960" cy="165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7C73B15-84EE-C4FB-683D-3A68E2AE2F5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66000" y="909173"/>
                <a:ext cx="10062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A2F5867-31F3-A017-B6A4-18114923DB86}"/>
                  </a:ext>
                </a:extLst>
              </p14:cNvPr>
              <p14:cNvContentPartPr/>
              <p14:nvPr/>
            </p14:nvContentPartPr>
            <p14:xfrm>
              <a:off x="6526120" y="938333"/>
              <a:ext cx="384480" cy="56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A2F5867-31F3-A017-B6A4-18114923DB8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520000" y="932213"/>
                <a:ext cx="39672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E351909-EA8C-C201-F8D0-008F825C8AEF}"/>
                  </a:ext>
                </a:extLst>
              </p14:cNvPr>
              <p14:cNvContentPartPr/>
              <p14:nvPr/>
            </p14:nvContentPartPr>
            <p14:xfrm>
              <a:off x="3736840" y="2923013"/>
              <a:ext cx="405360" cy="98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E351909-EA8C-C201-F8D0-008F825C8AE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730720" y="2916893"/>
                <a:ext cx="4176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9C82962-70EB-9681-5347-6EBB27543D67}"/>
                  </a:ext>
                </a:extLst>
              </p14:cNvPr>
              <p14:cNvContentPartPr/>
              <p14:nvPr/>
            </p14:nvContentPartPr>
            <p14:xfrm>
              <a:off x="5896840" y="228053"/>
              <a:ext cx="176040" cy="957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9C82962-70EB-9681-5347-6EBB27543D6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890720" y="221933"/>
                <a:ext cx="188280" cy="9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E8CDF00-5034-2F51-13DF-04E09F7EB5B8}"/>
                  </a:ext>
                </a:extLst>
              </p14:cNvPr>
              <p14:cNvContentPartPr/>
              <p14:nvPr/>
            </p14:nvContentPartPr>
            <p14:xfrm>
              <a:off x="7323520" y="256493"/>
              <a:ext cx="330480" cy="843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E8CDF00-5034-2F51-13DF-04E09F7EB5B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317400" y="250373"/>
                <a:ext cx="342720" cy="85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3" name="Group 3112">
            <a:extLst>
              <a:ext uri="{FF2B5EF4-FFF2-40B4-BE49-F238E27FC236}">
                <a16:creationId xmlns:a16="http://schemas.microsoft.com/office/drawing/2014/main" id="{17AF1076-C8C0-E49E-9EF4-943790F19387}"/>
              </a:ext>
            </a:extLst>
          </p:cNvPr>
          <p:cNvGrpSpPr/>
          <p:nvPr/>
        </p:nvGrpSpPr>
        <p:grpSpPr>
          <a:xfrm>
            <a:off x="3071560" y="196733"/>
            <a:ext cx="4620240" cy="927720"/>
            <a:chOff x="3071560" y="196733"/>
            <a:chExt cx="4620240" cy="92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111" name="Ink 3110">
                  <a:extLst>
                    <a:ext uri="{FF2B5EF4-FFF2-40B4-BE49-F238E27FC236}">
                      <a16:creationId xmlns:a16="http://schemas.microsoft.com/office/drawing/2014/main" id="{1D937CBB-58D3-F8BA-0BC4-E1EF8EFB1F19}"/>
                    </a:ext>
                  </a:extLst>
                </p14:cNvPr>
                <p14:cNvContentPartPr/>
                <p14:nvPr/>
              </p14:nvContentPartPr>
              <p14:xfrm>
                <a:off x="3376480" y="429653"/>
                <a:ext cx="831600" cy="667440"/>
              </p14:xfrm>
            </p:contentPart>
          </mc:Choice>
          <mc:Fallback xmlns="">
            <p:pic>
              <p:nvPicPr>
                <p:cNvPr id="3111" name="Ink 3110">
                  <a:extLst>
                    <a:ext uri="{FF2B5EF4-FFF2-40B4-BE49-F238E27FC236}">
                      <a16:creationId xmlns:a16="http://schemas.microsoft.com/office/drawing/2014/main" id="{1D937CBB-58D3-F8BA-0BC4-E1EF8EFB1F1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70360" y="423533"/>
                  <a:ext cx="84384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112" name="Ink 3111">
                  <a:extLst>
                    <a:ext uri="{FF2B5EF4-FFF2-40B4-BE49-F238E27FC236}">
                      <a16:creationId xmlns:a16="http://schemas.microsoft.com/office/drawing/2014/main" id="{4AE2C6E9-8F40-04B5-A15D-76862D5D15C7}"/>
                    </a:ext>
                  </a:extLst>
                </p14:cNvPr>
                <p14:cNvContentPartPr/>
                <p14:nvPr/>
              </p14:nvContentPartPr>
              <p14:xfrm>
                <a:off x="3071560" y="196733"/>
                <a:ext cx="4620240" cy="927720"/>
              </p14:xfrm>
            </p:contentPart>
          </mc:Choice>
          <mc:Fallback xmlns="">
            <p:pic>
              <p:nvPicPr>
                <p:cNvPr id="3112" name="Ink 3111">
                  <a:extLst>
                    <a:ext uri="{FF2B5EF4-FFF2-40B4-BE49-F238E27FC236}">
                      <a16:creationId xmlns:a16="http://schemas.microsoft.com/office/drawing/2014/main" id="{4AE2C6E9-8F40-04B5-A15D-76862D5D15C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065440" y="190613"/>
                  <a:ext cx="463248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127" name="Ink 3126">
                <a:extLst>
                  <a:ext uri="{FF2B5EF4-FFF2-40B4-BE49-F238E27FC236}">
                    <a16:creationId xmlns:a16="http://schemas.microsoft.com/office/drawing/2014/main" id="{5777B68B-D6F1-A99B-427D-ACDC65E52A2F}"/>
                  </a:ext>
                </a:extLst>
              </p14:cNvPr>
              <p14:cNvContentPartPr/>
              <p14:nvPr/>
            </p14:nvContentPartPr>
            <p14:xfrm>
              <a:off x="6016360" y="3676493"/>
              <a:ext cx="303840" cy="255240"/>
            </p14:xfrm>
          </p:contentPart>
        </mc:Choice>
        <mc:Fallback xmlns="">
          <p:pic>
            <p:nvPicPr>
              <p:cNvPr id="3127" name="Ink 3126">
                <a:extLst>
                  <a:ext uri="{FF2B5EF4-FFF2-40B4-BE49-F238E27FC236}">
                    <a16:creationId xmlns:a16="http://schemas.microsoft.com/office/drawing/2014/main" id="{5777B68B-D6F1-A99B-427D-ACDC65E52A2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010240" y="3670373"/>
                <a:ext cx="3160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128" name="Ink 3127">
                <a:extLst>
                  <a:ext uri="{FF2B5EF4-FFF2-40B4-BE49-F238E27FC236}">
                    <a16:creationId xmlns:a16="http://schemas.microsoft.com/office/drawing/2014/main" id="{A0EDD815-5BD0-F495-2632-DCB2070D1911}"/>
                  </a:ext>
                </a:extLst>
              </p14:cNvPr>
              <p14:cNvContentPartPr/>
              <p14:nvPr/>
            </p14:nvContentPartPr>
            <p14:xfrm>
              <a:off x="8355280" y="5856293"/>
              <a:ext cx="99360" cy="250920"/>
            </p14:xfrm>
          </p:contentPart>
        </mc:Choice>
        <mc:Fallback xmlns="">
          <p:pic>
            <p:nvPicPr>
              <p:cNvPr id="3128" name="Ink 3127">
                <a:extLst>
                  <a:ext uri="{FF2B5EF4-FFF2-40B4-BE49-F238E27FC236}">
                    <a16:creationId xmlns:a16="http://schemas.microsoft.com/office/drawing/2014/main" id="{A0EDD815-5BD0-F495-2632-DCB2070D191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349160" y="5850173"/>
                <a:ext cx="11160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133" name="Ink 3132">
                <a:extLst>
                  <a:ext uri="{FF2B5EF4-FFF2-40B4-BE49-F238E27FC236}">
                    <a16:creationId xmlns:a16="http://schemas.microsoft.com/office/drawing/2014/main" id="{B7F15582-41C4-6392-2652-AFBDD1D14F4E}"/>
                  </a:ext>
                </a:extLst>
              </p14:cNvPr>
              <p14:cNvContentPartPr/>
              <p14:nvPr/>
            </p14:nvContentPartPr>
            <p14:xfrm>
              <a:off x="7065040" y="831413"/>
              <a:ext cx="119160" cy="127440"/>
            </p14:xfrm>
          </p:contentPart>
        </mc:Choice>
        <mc:Fallback xmlns="">
          <p:pic>
            <p:nvPicPr>
              <p:cNvPr id="3133" name="Ink 3132">
                <a:extLst>
                  <a:ext uri="{FF2B5EF4-FFF2-40B4-BE49-F238E27FC236}">
                    <a16:creationId xmlns:a16="http://schemas.microsoft.com/office/drawing/2014/main" id="{B7F15582-41C4-6392-2652-AFBDD1D14F4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058920" y="825293"/>
                <a:ext cx="1314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5" name="Group 3134">
            <a:extLst>
              <a:ext uri="{FF2B5EF4-FFF2-40B4-BE49-F238E27FC236}">
                <a16:creationId xmlns:a16="http://schemas.microsoft.com/office/drawing/2014/main" id="{9B8DF013-ABDA-CE55-D863-503584B7F375}"/>
              </a:ext>
            </a:extLst>
          </p:cNvPr>
          <p:cNvGrpSpPr/>
          <p:nvPr/>
        </p:nvGrpSpPr>
        <p:grpSpPr>
          <a:xfrm>
            <a:off x="6313720" y="3632933"/>
            <a:ext cx="1102320" cy="312480"/>
            <a:chOff x="6313720" y="3632933"/>
            <a:chExt cx="11023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130" name="Ink 3129">
                  <a:extLst>
                    <a:ext uri="{FF2B5EF4-FFF2-40B4-BE49-F238E27FC236}">
                      <a16:creationId xmlns:a16="http://schemas.microsoft.com/office/drawing/2014/main" id="{58FD78A3-B2B7-27D8-325F-FF2DECBF128F}"/>
                    </a:ext>
                  </a:extLst>
                </p14:cNvPr>
                <p14:cNvContentPartPr/>
                <p14:nvPr/>
              </p14:nvContentPartPr>
              <p14:xfrm>
                <a:off x="6313720" y="3632933"/>
                <a:ext cx="298440" cy="310680"/>
              </p14:xfrm>
            </p:contentPart>
          </mc:Choice>
          <mc:Fallback xmlns="">
            <p:pic>
              <p:nvPicPr>
                <p:cNvPr id="3130" name="Ink 3129">
                  <a:extLst>
                    <a:ext uri="{FF2B5EF4-FFF2-40B4-BE49-F238E27FC236}">
                      <a16:creationId xmlns:a16="http://schemas.microsoft.com/office/drawing/2014/main" id="{58FD78A3-B2B7-27D8-325F-FF2DECBF128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307600" y="3626813"/>
                  <a:ext cx="310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131" name="Ink 3130">
                  <a:extLst>
                    <a:ext uri="{FF2B5EF4-FFF2-40B4-BE49-F238E27FC236}">
                      <a16:creationId xmlns:a16="http://schemas.microsoft.com/office/drawing/2014/main" id="{183B7875-2F32-1E84-60E7-F618178540C4}"/>
                    </a:ext>
                  </a:extLst>
                </p14:cNvPr>
                <p14:cNvContentPartPr/>
                <p14:nvPr/>
              </p14:nvContentPartPr>
              <p14:xfrm>
                <a:off x="6793600" y="3715373"/>
                <a:ext cx="289080" cy="230040"/>
              </p14:xfrm>
            </p:contentPart>
          </mc:Choice>
          <mc:Fallback xmlns="">
            <p:pic>
              <p:nvPicPr>
                <p:cNvPr id="3131" name="Ink 3130">
                  <a:extLst>
                    <a:ext uri="{FF2B5EF4-FFF2-40B4-BE49-F238E27FC236}">
                      <a16:creationId xmlns:a16="http://schemas.microsoft.com/office/drawing/2014/main" id="{183B7875-2F32-1E84-60E7-F618178540C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87480" y="3709253"/>
                  <a:ext cx="3013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134" name="Ink 3133">
                  <a:extLst>
                    <a:ext uri="{FF2B5EF4-FFF2-40B4-BE49-F238E27FC236}">
                      <a16:creationId xmlns:a16="http://schemas.microsoft.com/office/drawing/2014/main" id="{370E63C6-8588-32BF-5B36-24462C6CFBB6}"/>
                    </a:ext>
                  </a:extLst>
                </p14:cNvPr>
                <p14:cNvContentPartPr/>
                <p14:nvPr/>
              </p14:nvContentPartPr>
              <p14:xfrm>
                <a:off x="7139920" y="3708893"/>
                <a:ext cx="276120" cy="232920"/>
              </p14:xfrm>
            </p:contentPart>
          </mc:Choice>
          <mc:Fallback xmlns="">
            <p:pic>
              <p:nvPicPr>
                <p:cNvPr id="3134" name="Ink 3133">
                  <a:extLst>
                    <a:ext uri="{FF2B5EF4-FFF2-40B4-BE49-F238E27FC236}">
                      <a16:creationId xmlns:a16="http://schemas.microsoft.com/office/drawing/2014/main" id="{370E63C6-8588-32BF-5B36-24462C6CFBB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133800" y="3702773"/>
                  <a:ext cx="288360" cy="24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3136" name="Ink 3135">
                <a:extLst>
                  <a:ext uri="{FF2B5EF4-FFF2-40B4-BE49-F238E27FC236}">
                    <a16:creationId xmlns:a16="http://schemas.microsoft.com/office/drawing/2014/main" id="{E62EB7E0-D688-BC8A-B621-BEA19C2AAA58}"/>
                  </a:ext>
                </a:extLst>
              </p14:cNvPr>
              <p14:cNvContentPartPr/>
              <p14:nvPr/>
            </p14:nvContentPartPr>
            <p14:xfrm>
              <a:off x="9301000" y="2012573"/>
              <a:ext cx="435240" cy="1748160"/>
            </p14:xfrm>
          </p:contentPart>
        </mc:Choice>
        <mc:Fallback xmlns="">
          <p:pic>
            <p:nvPicPr>
              <p:cNvPr id="3136" name="Ink 3135">
                <a:extLst>
                  <a:ext uri="{FF2B5EF4-FFF2-40B4-BE49-F238E27FC236}">
                    <a16:creationId xmlns:a16="http://schemas.microsoft.com/office/drawing/2014/main" id="{E62EB7E0-D688-BC8A-B621-BEA19C2AAA5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294880" y="2006453"/>
                <a:ext cx="447480" cy="176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42" name="Group 3141">
            <a:extLst>
              <a:ext uri="{FF2B5EF4-FFF2-40B4-BE49-F238E27FC236}">
                <a16:creationId xmlns:a16="http://schemas.microsoft.com/office/drawing/2014/main" id="{3EAD2CC3-002E-CBF3-823C-6A70FDDFF5C4}"/>
              </a:ext>
            </a:extLst>
          </p:cNvPr>
          <p:cNvGrpSpPr/>
          <p:nvPr/>
        </p:nvGrpSpPr>
        <p:grpSpPr>
          <a:xfrm>
            <a:off x="5262880" y="3793493"/>
            <a:ext cx="849960" cy="527400"/>
            <a:chOff x="5262880" y="3793493"/>
            <a:chExt cx="84996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138" name="Ink 3137">
                  <a:extLst>
                    <a:ext uri="{FF2B5EF4-FFF2-40B4-BE49-F238E27FC236}">
                      <a16:creationId xmlns:a16="http://schemas.microsoft.com/office/drawing/2014/main" id="{3EA01EEF-1F6C-ADBE-828E-EB1A782B5C68}"/>
                    </a:ext>
                  </a:extLst>
                </p14:cNvPr>
                <p14:cNvContentPartPr/>
                <p14:nvPr/>
              </p14:nvContentPartPr>
              <p14:xfrm>
                <a:off x="5785960" y="3793493"/>
                <a:ext cx="326880" cy="214920"/>
              </p14:xfrm>
            </p:contentPart>
          </mc:Choice>
          <mc:Fallback xmlns="">
            <p:pic>
              <p:nvPicPr>
                <p:cNvPr id="3138" name="Ink 3137">
                  <a:extLst>
                    <a:ext uri="{FF2B5EF4-FFF2-40B4-BE49-F238E27FC236}">
                      <a16:creationId xmlns:a16="http://schemas.microsoft.com/office/drawing/2014/main" id="{3EA01EEF-1F6C-ADBE-828E-EB1A782B5C6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79840" y="3787373"/>
                  <a:ext cx="339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139" name="Ink 3138">
                  <a:extLst>
                    <a:ext uri="{FF2B5EF4-FFF2-40B4-BE49-F238E27FC236}">
                      <a16:creationId xmlns:a16="http://schemas.microsoft.com/office/drawing/2014/main" id="{AABC12E6-C5ED-0E1D-0FD3-5249EE196D1A}"/>
                    </a:ext>
                  </a:extLst>
                </p14:cNvPr>
                <p14:cNvContentPartPr/>
                <p14:nvPr/>
              </p14:nvContentPartPr>
              <p14:xfrm>
                <a:off x="5274040" y="4043333"/>
                <a:ext cx="185400" cy="249120"/>
              </p14:xfrm>
            </p:contentPart>
          </mc:Choice>
          <mc:Fallback xmlns="">
            <p:pic>
              <p:nvPicPr>
                <p:cNvPr id="3139" name="Ink 3138">
                  <a:extLst>
                    <a:ext uri="{FF2B5EF4-FFF2-40B4-BE49-F238E27FC236}">
                      <a16:creationId xmlns:a16="http://schemas.microsoft.com/office/drawing/2014/main" id="{AABC12E6-C5ED-0E1D-0FD3-5249EE196D1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267920" y="4037213"/>
                  <a:ext cx="197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140" name="Ink 3139">
                  <a:extLst>
                    <a:ext uri="{FF2B5EF4-FFF2-40B4-BE49-F238E27FC236}">
                      <a16:creationId xmlns:a16="http://schemas.microsoft.com/office/drawing/2014/main" id="{356F1F54-8CB2-39DB-8936-97813FCF5659}"/>
                    </a:ext>
                  </a:extLst>
                </p14:cNvPr>
                <p14:cNvContentPartPr/>
                <p14:nvPr/>
              </p14:nvContentPartPr>
              <p14:xfrm>
                <a:off x="5554840" y="4170773"/>
                <a:ext cx="33480" cy="150120"/>
              </p14:xfrm>
            </p:contentPart>
          </mc:Choice>
          <mc:Fallback xmlns="">
            <p:pic>
              <p:nvPicPr>
                <p:cNvPr id="3140" name="Ink 3139">
                  <a:extLst>
                    <a:ext uri="{FF2B5EF4-FFF2-40B4-BE49-F238E27FC236}">
                      <a16:creationId xmlns:a16="http://schemas.microsoft.com/office/drawing/2014/main" id="{356F1F54-8CB2-39DB-8936-97813FCF565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548720" y="4164653"/>
                  <a:ext cx="457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141" name="Ink 3140">
                  <a:extLst>
                    <a:ext uri="{FF2B5EF4-FFF2-40B4-BE49-F238E27FC236}">
                      <a16:creationId xmlns:a16="http://schemas.microsoft.com/office/drawing/2014/main" id="{EABA8B13-0930-38F1-A9A9-9F2FD63BEF19}"/>
                    </a:ext>
                  </a:extLst>
                </p14:cNvPr>
                <p14:cNvContentPartPr/>
                <p14:nvPr/>
              </p14:nvContentPartPr>
              <p14:xfrm>
                <a:off x="5262880" y="3912293"/>
                <a:ext cx="310320" cy="127080"/>
              </p14:xfrm>
            </p:contentPart>
          </mc:Choice>
          <mc:Fallback xmlns="">
            <p:pic>
              <p:nvPicPr>
                <p:cNvPr id="3141" name="Ink 3140">
                  <a:extLst>
                    <a:ext uri="{FF2B5EF4-FFF2-40B4-BE49-F238E27FC236}">
                      <a16:creationId xmlns:a16="http://schemas.microsoft.com/office/drawing/2014/main" id="{EABA8B13-0930-38F1-A9A9-9F2FD63BEF1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56760" y="3906173"/>
                  <a:ext cx="3225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7" name="Group 3146">
            <a:extLst>
              <a:ext uri="{FF2B5EF4-FFF2-40B4-BE49-F238E27FC236}">
                <a16:creationId xmlns:a16="http://schemas.microsoft.com/office/drawing/2014/main" id="{772E02D3-832B-DF8A-3D69-1D7084ECFC2A}"/>
              </a:ext>
            </a:extLst>
          </p:cNvPr>
          <p:cNvGrpSpPr/>
          <p:nvPr/>
        </p:nvGrpSpPr>
        <p:grpSpPr>
          <a:xfrm>
            <a:off x="7380040" y="3764693"/>
            <a:ext cx="779040" cy="318600"/>
            <a:chOff x="7380040" y="3764693"/>
            <a:chExt cx="77904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143" name="Ink 3142">
                  <a:extLst>
                    <a:ext uri="{FF2B5EF4-FFF2-40B4-BE49-F238E27FC236}">
                      <a16:creationId xmlns:a16="http://schemas.microsoft.com/office/drawing/2014/main" id="{1F890EAA-3273-0973-E8AA-BD4A1379987B}"/>
                    </a:ext>
                  </a:extLst>
                </p14:cNvPr>
                <p14:cNvContentPartPr/>
                <p14:nvPr/>
              </p14:nvContentPartPr>
              <p14:xfrm>
                <a:off x="7380040" y="3808973"/>
                <a:ext cx="333360" cy="243720"/>
              </p14:xfrm>
            </p:contentPart>
          </mc:Choice>
          <mc:Fallback xmlns="">
            <p:pic>
              <p:nvPicPr>
                <p:cNvPr id="3143" name="Ink 3142">
                  <a:extLst>
                    <a:ext uri="{FF2B5EF4-FFF2-40B4-BE49-F238E27FC236}">
                      <a16:creationId xmlns:a16="http://schemas.microsoft.com/office/drawing/2014/main" id="{1F890EAA-3273-0973-E8AA-BD4A1379987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73920" y="3802853"/>
                  <a:ext cx="345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144" name="Ink 3143">
                  <a:extLst>
                    <a:ext uri="{FF2B5EF4-FFF2-40B4-BE49-F238E27FC236}">
                      <a16:creationId xmlns:a16="http://schemas.microsoft.com/office/drawing/2014/main" id="{2C1E8948-7911-242A-DE25-D617AA984665}"/>
                    </a:ext>
                  </a:extLst>
                </p14:cNvPr>
                <p14:cNvContentPartPr/>
                <p14:nvPr/>
              </p14:nvContentPartPr>
              <p14:xfrm>
                <a:off x="7854160" y="3856133"/>
                <a:ext cx="135000" cy="188640"/>
              </p14:xfrm>
            </p:contentPart>
          </mc:Choice>
          <mc:Fallback xmlns="">
            <p:pic>
              <p:nvPicPr>
                <p:cNvPr id="3144" name="Ink 3143">
                  <a:extLst>
                    <a:ext uri="{FF2B5EF4-FFF2-40B4-BE49-F238E27FC236}">
                      <a16:creationId xmlns:a16="http://schemas.microsoft.com/office/drawing/2014/main" id="{2C1E8948-7911-242A-DE25-D617AA98466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48040" y="3850013"/>
                  <a:ext cx="147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145" name="Ink 3144">
                  <a:extLst>
                    <a:ext uri="{FF2B5EF4-FFF2-40B4-BE49-F238E27FC236}">
                      <a16:creationId xmlns:a16="http://schemas.microsoft.com/office/drawing/2014/main" id="{FCEBEF79-9ADD-FB87-3743-A9892D4A6C7E}"/>
                    </a:ext>
                  </a:extLst>
                </p14:cNvPr>
                <p14:cNvContentPartPr/>
                <p14:nvPr/>
              </p14:nvContentPartPr>
              <p14:xfrm>
                <a:off x="8033080" y="3969893"/>
                <a:ext cx="95400" cy="113400"/>
              </p14:xfrm>
            </p:contentPart>
          </mc:Choice>
          <mc:Fallback xmlns="">
            <p:pic>
              <p:nvPicPr>
                <p:cNvPr id="3145" name="Ink 3144">
                  <a:extLst>
                    <a:ext uri="{FF2B5EF4-FFF2-40B4-BE49-F238E27FC236}">
                      <a16:creationId xmlns:a16="http://schemas.microsoft.com/office/drawing/2014/main" id="{FCEBEF79-9ADD-FB87-3743-A9892D4A6C7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026960" y="3963773"/>
                  <a:ext cx="107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146" name="Ink 3145">
                  <a:extLst>
                    <a:ext uri="{FF2B5EF4-FFF2-40B4-BE49-F238E27FC236}">
                      <a16:creationId xmlns:a16="http://schemas.microsoft.com/office/drawing/2014/main" id="{89115869-E2E1-4BD0-3155-38DAC0E61A27}"/>
                    </a:ext>
                  </a:extLst>
                </p14:cNvPr>
                <p14:cNvContentPartPr/>
                <p14:nvPr/>
              </p14:nvContentPartPr>
              <p14:xfrm>
                <a:off x="7870360" y="3764693"/>
                <a:ext cx="288720" cy="53640"/>
              </p14:xfrm>
            </p:contentPart>
          </mc:Choice>
          <mc:Fallback xmlns="">
            <p:pic>
              <p:nvPicPr>
                <p:cNvPr id="3146" name="Ink 3145">
                  <a:extLst>
                    <a:ext uri="{FF2B5EF4-FFF2-40B4-BE49-F238E27FC236}">
                      <a16:creationId xmlns:a16="http://schemas.microsoft.com/office/drawing/2014/main" id="{89115869-E2E1-4BD0-3155-38DAC0E61A2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64240" y="3758573"/>
                  <a:ext cx="30096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3148" name="Ink 3147">
                <a:extLst>
                  <a:ext uri="{FF2B5EF4-FFF2-40B4-BE49-F238E27FC236}">
                    <a16:creationId xmlns:a16="http://schemas.microsoft.com/office/drawing/2014/main" id="{5B040EFE-3A2C-A32F-3B52-3F8E5C2F5F57}"/>
                  </a:ext>
                </a:extLst>
              </p14:cNvPr>
              <p14:cNvContentPartPr/>
              <p14:nvPr/>
            </p14:nvContentPartPr>
            <p14:xfrm>
              <a:off x="3639640" y="1425773"/>
              <a:ext cx="2374560" cy="2010960"/>
            </p14:xfrm>
          </p:contentPart>
        </mc:Choice>
        <mc:Fallback xmlns="">
          <p:pic>
            <p:nvPicPr>
              <p:cNvPr id="3148" name="Ink 3147">
                <a:extLst>
                  <a:ext uri="{FF2B5EF4-FFF2-40B4-BE49-F238E27FC236}">
                    <a16:creationId xmlns:a16="http://schemas.microsoft.com/office/drawing/2014/main" id="{5B040EFE-3A2C-A32F-3B52-3F8E5C2F5F57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633520" y="1419653"/>
                <a:ext cx="2386800" cy="20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3" name="Group 3152">
            <a:extLst>
              <a:ext uri="{FF2B5EF4-FFF2-40B4-BE49-F238E27FC236}">
                <a16:creationId xmlns:a16="http://schemas.microsoft.com/office/drawing/2014/main" id="{661DD7C2-05F8-DD0A-F6CA-6907F416631F}"/>
              </a:ext>
            </a:extLst>
          </p:cNvPr>
          <p:cNvGrpSpPr/>
          <p:nvPr/>
        </p:nvGrpSpPr>
        <p:grpSpPr>
          <a:xfrm>
            <a:off x="758200" y="2285093"/>
            <a:ext cx="1991880" cy="1264320"/>
            <a:chOff x="758200" y="2285093"/>
            <a:chExt cx="1991880" cy="12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2FE455-3CC9-F53E-4015-587FE065BFFA}"/>
                    </a:ext>
                  </a:extLst>
                </p14:cNvPr>
                <p14:cNvContentPartPr/>
                <p14:nvPr/>
              </p14:nvContentPartPr>
              <p14:xfrm>
                <a:off x="1365520" y="2442773"/>
                <a:ext cx="226440" cy="318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2FE455-3CC9-F53E-4015-587FE065BFF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59400" y="2436653"/>
                  <a:ext cx="2386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2AFAAAD-DD8A-02DD-1561-D048D919AE39}"/>
                    </a:ext>
                  </a:extLst>
                </p14:cNvPr>
                <p14:cNvContentPartPr/>
                <p14:nvPr/>
              </p14:nvContentPartPr>
              <p14:xfrm>
                <a:off x="1650280" y="2449613"/>
                <a:ext cx="37080" cy="322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2AFAAAD-DD8A-02DD-1561-D048D919AE3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44160" y="2443493"/>
                  <a:ext cx="493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80E0C3-62D0-5EDD-838D-DCE83A169384}"/>
                    </a:ext>
                  </a:extLst>
                </p14:cNvPr>
                <p14:cNvContentPartPr/>
                <p14:nvPr/>
              </p14:nvContentPartPr>
              <p14:xfrm>
                <a:off x="1789960" y="2442773"/>
                <a:ext cx="47520" cy="368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80E0C3-62D0-5EDD-838D-DCE83A16938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783840" y="2436653"/>
                  <a:ext cx="597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80D15C-5F68-450C-E5A9-2D2EC9BA760C}"/>
                    </a:ext>
                  </a:extLst>
                </p14:cNvPr>
                <p14:cNvContentPartPr/>
                <p14:nvPr/>
              </p14:nvContentPartPr>
              <p14:xfrm>
                <a:off x="1801480" y="2359973"/>
                <a:ext cx="190800" cy="20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80D15C-5F68-450C-E5A9-2D2EC9BA76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795360" y="2353853"/>
                  <a:ext cx="20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8EEC4F-07B8-8EC6-1D33-F857D33DC7E2}"/>
                    </a:ext>
                  </a:extLst>
                </p14:cNvPr>
                <p14:cNvContentPartPr/>
                <p14:nvPr/>
              </p14:nvContentPartPr>
              <p14:xfrm>
                <a:off x="2111440" y="2289413"/>
                <a:ext cx="298080" cy="442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8EEC4F-07B8-8EC6-1D33-F857D33DC7E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105320" y="2283293"/>
                  <a:ext cx="3103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053FF5-292D-199E-16A4-85EF3C2ADEFE}"/>
                    </a:ext>
                  </a:extLst>
                </p14:cNvPr>
                <p14:cNvContentPartPr/>
                <p14:nvPr/>
              </p14:nvContentPartPr>
              <p14:xfrm>
                <a:off x="2511040" y="2285093"/>
                <a:ext cx="239040" cy="37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053FF5-292D-199E-16A4-85EF3C2ADEF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504920" y="2278973"/>
                  <a:ext cx="2512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3149" name="Ink 3148">
                  <a:extLst>
                    <a:ext uri="{FF2B5EF4-FFF2-40B4-BE49-F238E27FC236}">
                      <a16:creationId xmlns:a16="http://schemas.microsoft.com/office/drawing/2014/main" id="{BBE698E7-5090-E941-2A44-DDADA5044E28}"/>
                    </a:ext>
                  </a:extLst>
                </p14:cNvPr>
                <p14:cNvContentPartPr/>
                <p14:nvPr/>
              </p14:nvContentPartPr>
              <p14:xfrm>
                <a:off x="1242040" y="2686133"/>
                <a:ext cx="1496880" cy="330840"/>
              </p14:xfrm>
            </p:contentPart>
          </mc:Choice>
          <mc:Fallback xmlns="">
            <p:pic>
              <p:nvPicPr>
                <p:cNvPr id="3149" name="Ink 3148">
                  <a:extLst>
                    <a:ext uri="{FF2B5EF4-FFF2-40B4-BE49-F238E27FC236}">
                      <a16:creationId xmlns:a16="http://schemas.microsoft.com/office/drawing/2014/main" id="{BBE698E7-5090-E941-2A44-DDADA5044E2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35920" y="2680013"/>
                  <a:ext cx="1509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3150" name="Ink 3149">
                  <a:extLst>
                    <a:ext uri="{FF2B5EF4-FFF2-40B4-BE49-F238E27FC236}">
                      <a16:creationId xmlns:a16="http://schemas.microsoft.com/office/drawing/2014/main" id="{0C291F24-13BE-9675-CB51-A1B3BC683B5C}"/>
                    </a:ext>
                  </a:extLst>
                </p14:cNvPr>
                <p14:cNvContentPartPr/>
                <p14:nvPr/>
              </p14:nvContentPartPr>
              <p14:xfrm>
                <a:off x="758200" y="3004013"/>
                <a:ext cx="554040" cy="452880"/>
              </p14:xfrm>
            </p:contentPart>
          </mc:Choice>
          <mc:Fallback xmlns="">
            <p:pic>
              <p:nvPicPr>
                <p:cNvPr id="3150" name="Ink 3149">
                  <a:extLst>
                    <a:ext uri="{FF2B5EF4-FFF2-40B4-BE49-F238E27FC236}">
                      <a16:creationId xmlns:a16="http://schemas.microsoft.com/office/drawing/2014/main" id="{0C291F24-13BE-9675-CB51-A1B3BC683B5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2080" y="2997893"/>
                  <a:ext cx="5662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151" name="Ink 3150">
                  <a:extLst>
                    <a:ext uri="{FF2B5EF4-FFF2-40B4-BE49-F238E27FC236}">
                      <a16:creationId xmlns:a16="http://schemas.microsoft.com/office/drawing/2014/main" id="{9E2357A1-B52A-DE58-AFE4-5BFD6C4D3229}"/>
                    </a:ext>
                  </a:extLst>
                </p14:cNvPr>
                <p14:cNvContentPartPr/>
                <p14:nvPr/>
              </p14:nvContentPartPr>
              <p14:xfrm>
                <a:off x="1466320" y="3148373"/>
                <a:ext cx="101520" cy="401040"/>
              </p14:xfrm>
            </p:contentPart>
          </mc:Choice>
          <mc:Fallback xmlns="">
            <p:pic>
              <p:nvPicPr>
                <p:cNvPr id="3151" name="Ink 3150">
                  <a:extLst>
                    <a:ext uri="{FF2B5EF4-FFF2-40B4-BE49-F238E27FC236}">
                      <a16:creationId xmlns:a16="http://schemas.microsoft.com/office/drawing/2014/main" id="{9E2357A1-B52A-DE58-AFE4-5BFD6C4D322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460200" y="3142253"/>
                  <a:ext cx="1137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152" name="Ink 3151">
                  <a:extLst>
                    <a:ext uri="{FF2B5EF4-FFF2-40B4-BE49-F238E27FC236}">
                      <a16:creationId xmlns:a16="http://schemas.microsoft.com/office/drawing/2014/main" id="{F8FBACC3-F5E6-C686-85BF-B3FE4BACF46E}"/>
                    </a:ext>
                  </a:extLst>
                </p14:cNvPr>
                <p14:cNvContentPartPr/>
                <p14:nvPr/>
              </p14:nvContentPartPr>
              <p14:xfrm>
                <a:off x="1276960" y="3154853"/>
                <a:ext cx="202680" cy="285120"/>
              </p14:xfrm>
            </p:contentPart>
          </mc:Choice>
          <mc:Fallback xmlns="">
            <p:pic>
              <p:nvPicPr>
                <p:cNvPr id="3152" name="Ink 3151">
                  <a:extLst>
                    <a:ext uri="{FF2B5EF4-FFF2-40B4-BE49-F238E27FC236}">
                      <a16:creationId xmlns:a16="http://schemas.microsoft.com/office/drawing/2014/main" id="{F8FBACC3-F5E6-C686-85BF-B3FE4BACF46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270840" y="3148733"/>
                  <a:ext cx="21492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6" name="Group 3155">
            <a:extLst>
              <a:ext uri="{FF2B5EF4-FFF2-40B4-BE49-F238E27FC236}">
                <a16:creationId xmlns:a16="http://schemas.microsoft.com/office/drawing/2014/main" id="{9F674E7E-D362-028A-A128-A4505071352C}"/>
              </a:ext>
            </a:extLst>
          </p:cNvPr>
          <p:cNvGrpSpPr/>
          <p:nvPr/>
        </p:nvGrpSpPr>
        <p:grpSpPr>
          <a:xfrm>
            <a:off x="9315760" y="1934813"/>
            <a:ext cx="3051720" cy="1830240"/>
            <a:chOff x="9315760" y="1934813"/>
            <a:chExt cx="3051720" cy="183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D9E2F6-A590-710F-9FF0-5D2A6F0CAE8A}"/>
                    </a:ext>
                  </a:extLst>
                </p14:cNvPr>
                <p14:cNvContentPartPr/>
                <p14:nvPr/>
              </p14:nvContentPartPr>
              <p14:xfrm>
                <a:off x="9711040" y="3313973"/>
                <a:ext cx="158760" cy="243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D9E2F6-A590-710F-9FF0-5D2A6F0CAE8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04920" y="3307853"/>
                  <a:ext cx="171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108B73-4546-2D98-6FE3-A2D065D6F80B}"/>
                    </a:ext>
                  </a:extLst>
                </p14:cNvPr>
                <p14:cNvContentPartPr/>
                <p14:nvPr/>
              </p14:nvContentPartPr>
              <p14:xfrm>
                <a:off x="9890680" y="3443213"/>
                <a:ext cx="145440" cy="197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108B73-4546-2D98-6FE3-A2D065D6F80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884560" y="3437093"/>
                  <a:ext cx="157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30F36FC-8ED3-4156-4AE8-A56E4CDC4351}"/>
                    </a:ext>
                  </a:extLst>
                </p14:cNvPr>
                <p14:cNvContentPartPr/>
                <p14:nvPr/>
              </p14:nvContentPartPr>
              <p14:xfrm>
                <a:off x="9697720" y="3183653"/>
                <a:ext cx="334800" cy="10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30F36FC-8ED3-4156-4AE8-A56E4CDC435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691600" y="3177533"/>
                  <a:ext cx="347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3088" name="Ink 3087">
                  <a:extLst>
                    <a:ext uri="{FF2B5EF4-FFF2-40B4-BE49-F238E27FC236}">
                      <a16:creationId xmlns:a16="http://schemas.microsoft.com/office/drawing/2014/main" id="{0104CA13-78C5-7AA5-E1ED-F201A05BD99F}"/>
                    </a:ext>
                  </a:extLst>
                </p14:cNvPr>
                <p14:cNvContentPartPr/>
                <p14:nvPr/>
              </p14:nvContentPartPr>
              <p14:xfrm>
                <a:off x="10248520" y="3266813"/>
                <a:ext cx="111240" cy="32400"/>
              </p14:xfrm>
            </p:contentPart>
          </mc:Choice>
          <mc:Fallback xmlns="">
            <p:pic>
              <p:nvPicPr>
                <p:cNvPr id="3088" name="Ink 3087">
                  <a:extLst>
                    <a:ext uri="{FF2B5EF4-FFF2-40B4-BE49-F238E27FC236}">
                      <a16:creationId xmlns:a16="http://schemas.microsoft.com/office/drawing/2014/main" id="{0104CA13-78C5-7AA5-E1ED-F201A05BD99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242400" y="3260693"/>
                  <a:ext cx="123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3089" name="Ink 3088">
                  <a:extLst>
                    <a:ext uri="{FF2B5EF4-FFF2-40B4-BE49-F238E27FC236}">
                      <a16:creationId xmlns:a16="http://schemas.microsoft.com/office/drawing/2014/main" id="{71FD6BFA-320C-C940-CF72-97F73162013E}"/>
                    </a:ext>
                  </a:extLst>
                </p14:cNvPr>
                <p14:cNvContentPartPr/>
                <p14:nvPr/>
              </p14:nvContentPartPr>
              <p14:xfrm>
                <a:off x="10261840" y="3341693"/>
                <a:ext cx="134280" cy="64440"/>
              </p14:xfrm>
            </p:contentPart>
          </mc:Choice>
          <mc:Fallback xmlns="">
            <p:pic>
              <p:nvPicPr>
                <p:cNvPr id="3089" name="Ink 3088">
                  <a:extLst>
                    <a:ext uri="{FF2B5EF4-FFF2-40B4-BE49-F238E27FC236}">
                      <a16:creationId xmlns:a16="http://schemas.microsoft.com/office/drawing/2014/main" id="{71FD6BFA-320C-C940-CF72-97F73162013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255720" y="3335573"/>
                  <a:ext cx="146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092" name="Ink 3091">
                  <a:extLst>
                    <a:ext uri="{FF2B5EF4-FFF2-40B4-BE49-F238E27FC236}">
                      <a16:creationId xmlns:a16="http://schemas.microsoft.com/office/drawing/2014/main" id="{A329D464-9E03-87F4-61F8-29CB0BC73774}"/>
                    </a:ext>
                  </a:extLst>
                </p14:cNvPr>
                <p14:cNvContentPartPr/>
                <p14:nvPr/>
              </p14:nvContentPartPr>
              <p14:xfrm>
                <a:off x="10113520" y="3235493"/>
                <a:ext cx="15120" cy="94680"/>
              </p14:xfrm>
            </p:contentPart>
          </mc:Choice>
          <mc:Fallback xmlns="">
            <p:pic>
              <p:nvPicPr>
                <p:cNvPr id="3092" name="Ink 3091">
                  <a:extLst>
                    <a:ext uri="{FF2B5EF4-FFF2-40B4-BE49-F238E27FC236}">
                      <a16:creationId xmlns:a16="http://schemas.microsoft.com/office/drawing/2014/main" id="{A329D464-9E03-87F4-61F8-29CB0BC7377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107400" y="3229373"/>
                  <a:ext cx="27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7256D4-CFFF-41E1-AE11-E1CB5555F25A}"/>
                    </a:ext>
                  </a:extLst>
                </p14:cNvPr>
                <p14:cNvContentPartPr/>
                <p14:nvPr/>
              </p14:nvContentPartPr>
              <p14:xfrm>
                <a:off x="9591880" y="2121293"/>
                <a:ext cx="188640" cy="22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7256D4-CFFF-41E1-AE11-E1CB5555F25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585760" y="2115173"/>
                  <a:ext cx="200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A70248-32FE-BDDF-653F-A10B78E18F89}"/>
                    </a:ext>
                  </a:extLst>
                </p14:cNvPr>
                <p14:cNvContentPartPr/>
                <p14:nvPr/>
              </p14:nvContentPartPr>
              <p14:xfrm>
                <a:off x="9573880" y="2019773"/>
                <a:ext cx="291600" cy="86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A70248-32FE-BDDF-653F-A10B78E18F8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567760" y="2013653"/>
                  <a:ext cx="3038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D1D114-77C4-11BB-F3C7-4F35255B7755}"/>
                    </a:ext>
                  </a:extLst>
                </p14:cNvPr>
                <p14:cNvContentPartPr/>
                <p14:nvPr/>
              </p14:nvContentPartPr>
              <p14:xfrm>
                <a:off x="9854680" y="2268893"/>
                <a:ext cx="11880" cy="12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D1D114-77C4-11BB-F3C7-4F35255B775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848560" y="2262773"/>
                  <a:ext cx="24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084" name="Ink 3083">
                  <a:extLst>
                    <a:ext uri="{FF2B5EF4-FFF2-40B4-BE49-F238E27FC236}">
                      <a16:creationId xmlns:a16="http://schemas.microsoft.com/office/drawing/2014/main" id="{10A9A37E-AF81-5EC1-551F-A1045176B1DD}"/>
                    </a:ext>
                  </a:extLst>
                </p14:cNvPr>
                <p14:cNvContentPartPr/>
                <p14:nvPr/>
              </p14:nvContentPartPr>
              <p14:xfrm>
                <a:off x="10079680" y="2148293"/>
                <a:ext cx="128520" cy="11520"/>
              </p14:xfrm>
            </p:contentPart>
          </mc:Choice>
          <mc:Fallback xmlns="">
            <p:pic>
              <p:nvPicPr>
                <p:cNvPr id="3084" name="Ink 3083">
                  <a:extLst>
                    <a:ext uri="{FF2B5EF4-FFF2-40B4-BE49-F238E27FC236}">
                      <a16:creationId xmlns:a16="http://schemas.microsoft.com/office/drawing/2014/main" id="{10A9A37E-AF81-5EC1-551F-A1045176B1D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073560" y="2142173"/>
                  <a:ext cx="140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3085" name="Ink 3084">
                  <a:extLst>
                    <a:ext uri="{FF2B5EF4-FFF2-40B4-BE49-F238E27FC236}">
                      <a16:creationId xmlns:a16="http://schemas.microsoft.com/office/drawing/2014/main" id="{FB1CF0C5-2326-37BF-A2EE-9CEFA43ECFD6}"/>
                    </a:ext>
                  </a:extLst>
                </p14:cNvPr>
                <p14:cNvContentPartPr/>
                <p14:nvPr/>
              </p14:nvContentPartPr>
              <p14:xfrm>
                <a:off x="10081840" y="2253053"/>
                <a:ext cx="95400" cy="9360"/>
              </p14:xfrm>
            </p:contentPart>
          </mc:Choice>
          <mc:Fallback xmlns="">
            <p:pic>
              <p:nvPicPr>
                <p:cNvPr id="3085" name="Ink 3084">
                  <a:extLst>
                    <a:ext uri="{FF2B5EF4-FFF2-40B4-BE49-F238E27FC236}">
                      <a16:creationId xmlns:a16="http://schemas.microsoft.com/office/drawing/2014/main" id="{FB1CF0C5-2326-37BF-A2EE-9CEFA43ECFD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075720" y="2246933"/>
                  <a:ext cx="107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3090" name="Ink 3089">
                  <a:extLst>
                    <a:ext uri="{FF2B5EF4-FFF2-40B4-BE49-F238E27FC236}">
                      <a16:creationId xmlns:a16="http://schemas.microsoft.com/office/drawing/2014/main" id="{7BECBFED-0B1A-9ABC-DDD0-35F169188245}"/>
                    </a:ext>
                  </a:extLst>
                </p14:cNvPr>
                <p14:cNvContentPartPr/>
                <p14:nvPr/>
              </p14:nvContentPartPr>
              <p14:xfrm>
                <a:off x="9938200" y="1949573"/>
                <a:ext cx="29160" cy="183600"/>
              </p14:xfrm>
            </p:contentPart>
          </mc:Choice>
          <mc:Fallback xmlns="">
            <p:pic>
              <p:nvPicPr>
                <p:cNvPr id="3090" name="Ink 3089">
                  <a:extLst>
                    <a:ext uri="{FF2B5EF4-FFF2-40B4-BE49-F238E27FC236}">
                      <a16:creationId xmlns:a16="http://schemas.microsoft.com/office/drawing/2014/main" id="{7BECBFED-0B1A-9ABC-DDD0-35F16918824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932080" y="1943453"/>
                  <a:ext cx="41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20F5F99-8D72-555A-1DA5-4FDB79A5D311}"/>
                    </a:ext>
                  </a:extLst>
                </p14:cNvPr>
                <p14:cNvContentPartPr/>
                <p14:nvPr/>
              </p14:nvContentPartPr>
              <p14:xfrm>
                <a:off x="9616720" y="2793413"/>
                <a:ext cx="140040" cy="239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20F5F99-8D72-555A-1DA5-4FDB79A5D31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10600" y="2787293"/>
                  <a:ext cx="152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F39952-27A0-C84B-775B-C8A7AA58B181}"/>
                    </a:ext>
                  </a:extLst>
                </p14:cNvPr>
                <p14:cNvContentPartPr/>
                <p14:nvPr/>
              </p14:nvContentPartPr>
              <p14:xfrm>
                <a:off x="9832720" y="2927333"/>
                <a:ext cx="118080" cy="86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F39952-27A0-C84B-775B-C8A7AA58B18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26600" y="2921213"/>
                  <a:ext cx="130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DD1707-FE30-701B-B826-77D72FF157A6}"/>
                    </a:ext>
                  </a:extLst>
                </p14:cNvPr>
                <p14:cNvContentPartPr/>
                <p14:nvPr/>
              </p14:nvContentPartPr>
              <p14:xfrm>
                <a:off x="9639040" y="2691173"/>
                <a:ext cx="254520" cy="116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DD1707-FE30-701B-B826-77D72FF157A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632920" y="2685053"/>
                  <a:ext cx="266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3086" name="Ink 3085">
                  <a:extLst>
                    <a:ext uri="{FF2B5EF4-FFF2-40B4-BE49-F238E27FC236}">
                      <a16:creationId xmlns:a16="http://schemas.microsoft.com/office/drawing/2014/main" id="{A6215D6C-02A9-050F-608A-024578054E62}"/>
                    </a:ext>
                  </a:extLst>
                </p14:cNvPr>
                <p14:cNvContentPartPr/>
                <p14:nvPr/>
              </p14:nvContentPartPr>
              <p14:xfrm>
                <a:off x="10097680" y="2786573"/>
                <a:ext cx="110160" cy="27000"/>
              </p14:xfrm>
            </p:contentPart>
          </mc:Choice>
          <mc:Fallback xmlns="">
            <p:pic>
              <p:nvPicPr>
                <p:cNvPr id="3086" name="Ink 3085">
                  <a:extLst>
                    <a:ext uri="{FF2B5EF4-FFF2-40B4-BE49-F238E27FC236}">
                      <a16:creationId xmlns:a16="http://schemas.microsoft.com/office/drawing/2014/main" id="{A6215D6C-02A9-050F-608A-024578054E6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091560" y="2780453"/>
                  <a:ext cx="122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3087" name="Ink 3086">
                  <a:extLst>
                    <a:ext uri="{FF2B5EF4-FFF2-40B4-BE49-F238E27FC236}">
                      <a16:creationId xmlns:a16="http://schemas.microsoft.com/office/drawing/2014/main" id="{70D503D0-AD12-79D9-9F18-C884A76501E7}"/>
                    </a:ext>
                  </a:extLst>
                </p14:cNvPr>
                <p14:cNvContentPartPr/>
                <p14:nvPr/>
              </p14:nvContentPartPr>
              <p14:xfrm>
                <a:off x="10106680" y="2880893"/>
                <a:ext cx="119520" cy="9720"/>
              </p14:xfrm>
            </p:contentPart>
          </mc:Choice>
          <mc:Fallback xmlns="">
            <p:pic>
              <p:nvPicPr>
                <p:cNvPr id="3087" name="Ink 3086">
                  <a:extLst>
                    <a:ext uri="{FF2B5EF4-FFF2-40B4-BE49-F238E27FC236}">
                      <a16:creationId xmlns:a16="http://schemas.microsoft.com/office/drawing/2014/main" id="{70D503D0-AD12-79D9-9F18-C884A76501E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100560" y="2874773"/>
                  <a:ext cx="131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3091" name="Ink 3090">
                  <a:extLst>
                    <a:ext uri="{FF2B5EF4-FFF2-40B4-BE49-F238E27FC236}">
                      <a16:creationId xmlns:a16="http://schemas.microsoft.com/office/drawing/2014/main" id="{20CDED9B-F3DF-BC6C-8C28-A4924635F08D}"/>
                    </a:ext>
                  </a:extLst>
                </p14:cNvPr>
                <p14:cNvContentPartPr/>
                <p14:nvPr/>
              </p14:nvContentPartPr>
              <p14:xfrm>
                <a:off x="9981040" y="2594693"/>
                <a:ext cx="14400" cy="141840"/>
              </p14:xfrm>
            </p:contentPart>
          </mc:Choice>
          <mc:Fallback xmlns="">
            <p:pic>
              <p:nvPicPr>
                <p:cNvPr id="3091" name="Ink 3090">
                  <a:extLst>
                    <a:ext uri="{FF2B5EF4-FFF2-40B4-BE49-F238E27FC236}">
                      <a16:creationId xmlns:a16="http://schemas.microsoft.com/office/drawing/2014/main" id="{20CDED9B-F3DF-BC6C-8C28-A4924635F08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974920" y="2588573"/>
                  <a:ext cx="26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3096" name="Ink 3095">
                  <a:extLst>
                    <a:ext uri="{FF2B5EF4-FFF2-40B4-BE49-F238E27FC236}">
                      <a16:creationId xmlns:a16="http://schemas.microsoft.com/office/drawing/2014/main" id="{8B300BEB-4C8C-ACFA-F672-B15FF3CA7176}"/>
                    </a:ext>
                  </a:extLst>
                </p14:cNvPr>
                <p14:cNvContentPartPr/>
                <p14:nvPr/>
              </p14:nvContentPartPr>
              <p14:xfrm>
                <a:off x="10410160" y="2083493"/>
                <a:ext cx="190440" cy="201240"/>
              </p14:xfrm>
            </p:contentPart>
          </mc:Choice>
          <mc:Fallback xmlns="">
            <p:pic>
              <p:nvPicPr>
                <p:cNvPr id="3096" name="Ink 3095">
                  <a:extLst>
                    <a:ext uri="{FF2B5EF4-FFF2-40B4-BE49-F238E27FC236}">
                      <a16:creationId xmlns:a16="http://schemas.microsoft.com/office/drawing/2014/main" id="{8B300BEB-4C8C-ACFA-F672-B15FF3CA717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04040" y="2077373"/>
                  <a:ext cx="202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3097" name="Ink 3096">
                  <a:extLst>
                    <a:ext uri="{FF2B5EF4-FFF2-40B4-BE49-F238E27FC236}">
                      <a16:creationId xmlns:a16="http://schemas.microsoft.com/office/drawing/2014/main" id="{18630350-7708-793D-5BAE-F3CBDB204030}"/>
                    </a:ext>
                  </a:extLst>
                </p14:cNvPr>
                <p14:cNvContentPartPr/>
                <p14:nvPr/>
              </p14:nvContentPartPr>
              <p14:xfrm>
                <a:off x="10671160" y="2163773"/>
                <a:ext cx="10440" cy="194040"/>
              </p14:xfrm>
            </p:contentPart>
          </mc:Choice>
          <mc:Fallback xmlns="">
            <p:pic>
              <p:nvPicPr>
                <p:cNvPr id="3097" name="Ink 3096">
                  <a:extLst>
                    <a:ext uri="{FF2B5EF4-FFF2-40B4-BE49-F238E27FC236}">
                      <a16:creationId xmlns:a16="http://schemas.microsoft.com/office/drawing/2014/main" id="{18630350-7708-793D-5BAE-F3CBDB20403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665040" y="2157653"/>
                  <a:ext cx="22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3098" name="Ink 3097">
                  <a:extLst>
                    <a:ext uri="{FF2B5EF4-FFF2-40B4-BE49-F238E27FC236}">
                      <a16:creationId xmlns:a16="http://schemas.microsoft.com/office/drawing/2014/main" id="{8F0338E8-2D9C-345D-D871-89DFE8CF6745}"/>
                    </a:ext>
                  </a:extLst>
                </p14:cNvPr>
                <p14:cNvContentPartPr/>
                <p14:nvPr/>
              </p14:nvContentPartPr>
              <p14:xfrm>
                <a:off x="10459840" y="1993853"/>
                <a:ext cx="233280" cy="54000"/>
              </p14:xfrm>
            </p:contentPart>
          </mc:Choice>
          <mc:Fallback xmlns="">
            <p:pic>
              <p:nvPicPr>
                <p:cNvPr id="3098" name="Ink 3097">
                  <a:extLst>
                    <a:ext uri="{FF2B5EF4-FFF2-40B4-BE49-F238E27FC236}">
                      <a16:creationId xmlns:a16="http://schemas.microsoft.com/office/drawing/2014/main" id="{8F0338E8-2D9C-345D-D871-89DFE8CF674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453720" y="1987733"/>
                  <a:ext cx="245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3100" name="Ink 3099">
                  <a:extLst>
                    <a:ext uri="{FF2B5EF4-FFF2-40B4-BE49-F238E27FC236}">
                      <a16:creationId xmlns:a16="http://schemas.microsoft.com/office/drawing/2014/main" id="{CDD0064B-7C2C-A014-06FC-6A7938808C5C}"/>
                    </a:ext>
                  </a:extLst>
                </p14:cNvPr>
                <p14:cNvContentPartPr/>
                <p14:nvPr/>
              </p14:nvContentPartPr>
              <p14:xfrm>
                <a:off x="10882120" y="2161613"/>
                <a:ext cx="95760" cy="6480"/>
              </p14:xfrm>
            </p:contentPart>
          </mc:Choice>
          <mc:Fallback xmlns="">
            <p:pic>
              <p:nvPicPr>
                <p:cNvPr id="3100" name="Ink 3099">
                  <a:extLst>
                    <a:ext uri="{FF2B5EF4-FFF2-40B4-BE49-F238E27FC236}">
                      <a16:creationId xmlns:a16="http://schemas.microsoft.com/office/drawing/2014/main" id="{CDD0064B-7C2C-A014-06FC-6A7938808C5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876000" y="2155493"/>
                  <a:ext cx="10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3102" name="Ink 3101">
                  <a:extLst>
                    <a:ext uri="{FF2B5EF4-FFF2-40B4-BE49-F238E27FC236}">
                      <a16:creationId xmlns:a16="http://schemas.microsoft.com/office/drawing/2014/main" id="{2AB2388B-E5CF-B2A8-CF00-7350F59A1510}"/>
                    </a:ext>
                  </a:extLst>
                </p14:cNvPr>
                <p14:cNvContentPartPr/>
                <p14:nvPr/>
              </p14:nvContentPartPr>
              <p14:xfrm>
                <a:off x="11185600" y="2058293"/>
                <a:ext cx="169920" cy="194040"/>
              </p14:xfrm>
            </p:contentPart>
          </mc:Choice>
          <mc:Fallback xmlns="">
            <p:pic>
              <p:nvPicPr>
                <p:cNvPr id="3102" name="Ink 3101">
                  <a:extLst>
                    <a:ext uri="{FF2B5EF4-FFF2-40B4-BE49-F238E27FC236}">
                      <a16:creationId xmlns:a16="http://schemas.microsoft.com/office/drawing/2014/main" id="{2AB2388B-E5CF-B2A8-CF00-7350F59A151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179480" y="2052173"/>
                  <a:ext cx="182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3103" name="Ink 3102">
                  <a:extLst>
                    <a:ext uri="{FF2B5EF4-FFF2-40B4-BE49-F238E27FC236}">
                      <a16:creationId xmlns:a16="http://schemas.microsoft.com/office/drawing/2014/main" id="{C99D3B3A-268A-26E0-5778-7074C3F4FD95}"/>
                    </a:ext>
                  </a:extLst>
                </p14:cNvPr>
                <p14:cNvContentPartPr/>
                <p14:nvPr/>
              </p14:nvContentPartPr>
              <p14:xfrm>
                <a:off x="11417440" y="2163773"/>
                <a:ext cx="31320" cy="139320"/>
              </p14:xfrm>
            </p:contentPart>
          </mc:Choice>
          <mc:Fallback xmlns="">
            <p:pic>
              <p:nvPicPr>
                <p:cNvPr id="3103" name="Ink 3102">
                  <a:extLst>
                    <a:ext uri="{FF2B5EF4-FFF2-40B4-BE49-F238E27FC236}">
                      <a16:creationId xmlns:a16="http://schemas.microsoft.com/office/drawing/2014/main" id="{C99D3B3A-268A-26E0-5778-7074C3F4FD9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411320" y="2157653"/>
                  <a:ext cx="43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3104" name="Ink 3103">
                  <a:extLst>
                    <a:ext uri="{FF2B5EF4-FFF2-40B4-BE49-F238E27FC236}">
                      <a16:creationId xmlns:a16="http://schemas.microsoft.com/office/drawing/2014/main" id="{F7F5E59B-92B3-9267-0A72-B61B84FB82C4}"/>
                    </a:ext>
                  </a:extLst>
                </p14:cNvPr>
                <p14:cNvContentPartPr/>
                <p14:nvPr/>
              </p14:nvContentPartPr>
              <p14:xfrm>
                <a:off x="11203600" y="1934813"/>
                <a:ext cx="288720" cy="66600"/>
              </p14:xfrm>
            </p:contentPart>
          </mc:Choice>
          <mc:Fallback xmlns="">
            <p:pic>
              <p:nvPicPr>
                <p:cNvPr id="3104" name="Ink 3103">
                  <a:extLst>
                    <a:ext uri="{FF2B5EF4-FFF2-40B4-BE49-F238E27FC236}">
                      <a16:creationId xmlns:a16="http://schemas.microsoft.com/office/drawing/2014/main" id="{F7F5E59B-92B3-9267-0A72-B61B84FB82C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197480" y="1928693"/>
                  <a:ext cx="300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3105" name="Ink 3104">
                  <a:extLst>
                    <a:ext uri="{FF2B5EF4-FFF2-40B4-BE49-F238E27FC236}">
                      <a16:creationId xmlns:a16="http://schemas.microsoft.com/office/drawing/2014/main" id="{E91EF550-F2D4-8B63-F8D9-EE386C01769A}"/>
                    </a:ext>
                  </a:extLst>
                </p14:cNvPr>
                <p14:cNvContentPartPr/>
                <p14:nvPr/>
              </p14:nvContentPartPr>
              <p14:xfrm>
                <a:off x="11653240" y="2125973"/>
                <a:ext cx="29880" cy="22680"/>
              </p14:xfrm>
            </p:contentPart>
          </mc:Choice>
          <mc:Fallback xmlns="">
            <p:pic>
              <p:nvPicPr>
                <p:cNvPr id="3105" name="Ink 3104">
                  <a:extLst>
                    <a:ext uri="{FF2B5EF4-FFF2-40B4-BE49-F238E27FC236}">
                      <a16:creationId xmlns:a16="http://schemas.microsoft.com/office/drawing/2014/main" id="{E91EF550-F2D4-8B63-F8D9-EE386C01769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647120" y="2119853"/>
                  <a:ext cx="42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3106" name="Ink 3105">
                  <a:extLst>
                    <a:ext uri="{FF2B5EF4-FFF2-40B4-BE49-F238E27FC236}">
                      <a16:creationId xmlns:a16="http://schemas.microsoft.com/office/drawing/2014/main" id="{621FFD9D-9F34-C63D-2D34-87C1794E4BDB}"/>
                    </a:ext>
                  </a:extLst>
                </p14:cNvPr>
                <p14:cNvContentPartPr/>
                <p14:nvPr/>
              </p14:nvContentPartPr>
              <p14:xfrm>
                <a:off x="11744320" y="2025533"/>
                <a:ext cx="186840" cy="207000"/>
              </p14:xfrm>
            </p:contentPart>
          </mc:Choice>
          <mc:Fallback xmlns="">
            <p:pic>
              <p:nvPicPr>
                <p:cNvPr id="3106" name="Ink 3105">
                  <a:extLst>
                    <a:ext uri="{FF2B5EF4-FFF2-40B4-BE49-F238E27FC236}">
                      <a16:creationId xmlns:a16="http://schemas.microsoft.com/office/drawing/2014/main" id="{621FFD9D-9F34-C63D-2D34-87C1794E4BD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738200" y="2019413"/>
                  <a:ext cx="199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3108" name="Ink 3107">
                  <a:extLst>
                    <a:ext uri="{FF2B5EF4-FFF2-40B4-BE49-F238E27FC236}">
                      <a16:creationId xmlns:a16="http://schemas.microsoft.com/office/drawing/2014/main" id="{E6D56D76-43A7-200A-7322-0968ABEF7431}"/>
                    </a:ext>
                  </a:extLst>
                </p14:cNvPr>
                <p14:cNvContentPartPr/>
                <p14:nvPr/>
              </p14:nvContentPartPr>
              <p14:xfrm>
                <a:off x="11979040" y="1987013"/>
                <a:ext cx="210960" cy="277200"/>
              </p14:xfrm>
            </p:contentPart>
          </mc:Choice>
          <mc:Fallback xmlns="">
            <p:pic>
              <p:nvPicPr>
                <p:cNvPr id="3108" name="Ink 3107">
                  <a:extLst>
                    <a:ext uri="{FF2B5EF4-FFF2-40B4-BE49-F238E27FC236}">
                      <a16:creationId xmlns:a16="http://schemas.microsoft.com/office/drawing/2014/main" id="{E6D56D76-43A7-200A-7322-0968ABEF743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972920" y="1980893"/>
                  <a:ext cx="2232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3109" name="Ink 3108">
                  <a:extLst>
                    <a:ext uri="{FF2B5EF4-FFF2-40B4-BE49-F238E27FC236}">
                      <a16:creationId xmlns:a16="http://schemas.microsoft.com/office/drawing/2014/main" id="{D39A5D95-57E1-E818-5643-34D5139CA43C}"/>
                    </a:ext>
                  </a:extLst>
                </p14:cNvPr>
                <p14:cNvContentPartPr/>
                <p14:nvPr/>
              </p14:nvContentPartPr>
              <p14:xfrm>
                <a:off x="9428080" y="2447813"/>
                <a:ext cx="2939400" cy="194760"/>
              </p14:xfrm>
            </p:contentPart>
          </mc:Choice>
          <mc:Fallback xmlns="">
            <p:pic>
              <p:nvPicPr>
                <p:cNvPr id="3109" name="Ink 3108">
                  <a:extLst>
                    <a:ext uri="{FF2B5EF4-FFF2-40B4-BE49-F238E27FC236}">
                      <a16:creationId xmlns:a16="http://schemas.microsoft.com/office/drawing/2014/main" id="{D39A5D95-57E1-E818-5643-34D5139CA43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421960" y="2441693"/>
                  <a:ext cx="2951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3154" name="Ink 3153">
                  <a:extLst>
                    <a:ext uri="{FF2B5EF4-FFF2-40B4-BE49-F238E27FC236}">
                      <a16:creationId xmlns:a16="http://schemas.microsoft.com/office/drawing/2014/main" id="{EA049BF9-0CF8-723C-59D9-5DB82CF8CA1E}"/>
                    </a:ext>
                  </a:extLst>
                </p14:cNvPr>
                <p14:cNvContentPartPr/>
                <p14:nvPr/>
              </p14:nvContentPartPr>
              <p14:xfrm>
                <a:off x="9315760" y="1984493"/>
                <a:ext cx="402120" cy="1780560"/>
              </p14:xfrm>
            </p:contentPart>
          </mc:Choice>
          <mc:Fallback xmlns="">
            <p:pic>
              <p:nvPicPr>
                <p:cNvPr id="3154" name="Ink 3153">
                  <a:extLst>
                    <a:ext uri="{FF2B5EF4-FFF2-40B4-BE49-F238E27FC236}">
                      <a16:creationId xmlns:a16="http://schemas.microsoft.com/office/drawing/2014/main" id="{EA049BF9-0CF8-723C-59D9-5DB82CF8CA1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309640" y="1978373"/>
                  <a:ext cx="414360" cy="17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3155" name="Ink 3154">
                  <a:extLst>
                    <a:ext uri="{FF2B5EF4-FFF2-40B4-BE49-F238E27FC236}">
                      <a16:creationId xmlns:a16="http://schemas.microsoft.com/office/drawing/2014/main" id="{BE329E8B-C860-450B-6BE4-5AF7E395DD9C}"/>
                    </a:ext>
                  </a:extLst>
                </p14:cNvPr>
                <p14:cNvContentPartPr/>
                <p14:nvPr/>
              </p14:nvContentPartPr>
              <p14:xfrm>
                <a:off x="12159400" y="2084933"/>
                <a:ext cx="126360" cy="225000"/>
              </p14:xfrm>
            </p:contentPart>
          </mc:Choice>
          <mc:Fallback xmlns="">
            <p:pic>
              <p:nvPicPr>
                <p:cNvPr id="3155" name="Ink 3154">
                  <a:extLst>
                    <a:ext uri="{FF2B5EF4-FFF2-40B4-BE49-F238E27FC236}">
                      <a16:creationId xmlns:a16="http://schemas.microsoft.com/office/drawing/2014/main" id="{BE329E8B-C860-450B-6BE4-5AF7E395DD9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2153280" y="2078813"/>
                  <a:ext cx="138600" cy="23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3157" name="Ink 3156">
                <a:extLst>
                  <a:ext uri="{FF2B5EF4-FFF2-40B4-BE49-F238E27FC236}">
                    <a16:creationId xmlns:a16="http://schemas.microsoft.com/office/drawing/2014/main" id="{AFC4C627-F1B2-7D1D-1D2B-6D752EB02AAA}"/>
                  </a:ext>
                </a:extLst>
              </p14:cNvPr>
              <p14:cNvContentPartPr/>
              <p14:nvPr/>
            </p14:nvContentPartPr>
            <p14:xfrm>
              <a:off x="12085960" y="2795573"/>
              <a:ext cx="136800" cy="179280"/>
            </p14:xfrm>
          </p:contentPart>
        </mc:Choice>
        <mc:Fallback xmlns="">
          <p:pic>
            <p:nvPicPr>
              <p:cNvPr id="3157" name="Ink 3156">
                <a:extLst>
                  <a:ext uri="{FF2B5EF4-FFF2-40B4-BE49-F238E27FC236}">
                    <a16:creationId xmlns:a16="http://schemas.microsoft.com/office/drawing/2014/main" id="{AFC4C627-F1B2-7D1D-1D2B-6D752EB02AAA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2079840" y="2789453"/>
                <a:ext cx="1490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3158" name="Ink 3157">
                <a:extLst>
                  <a:ext uri="{FF2B5EF4-FFF2-40B4-BE49-F238E27FC236}">
                    <a16:creationId xmlns:a16="http://schemas.microsoft.com/office/drawing/2014/main" id="{5E016263-36BD-8975-E5B7-DAE135352E27}"/>
                  </a:ext>
                </a:extLst>
              </p14:cNvPr>
              <p14:cNvContentPartPr/>
              <p14:nvPr/>
            </p14:nvContentPartPr>
            <p14:xfrm>
              <a:off x="12021880" y="3254573"/>
              <a:ext cx="149040" cy="291960"/>
            </p14:xfrm>
          </p:contentPart>
        </mc:Choice>
        <mc:Fallback xmlns="">
          <p:pic>
            <p:nvPicPr>
              <p:cNvPr id="3158" name="Ink 3157">
                <a:extLst>
                  <a:ext uri="{FF2B5EF4-FFF2-40B4-BE49-F238E27FC236}">
                    <a16:creationId xmlns:a16="http://schemas.microsoft.com/office/drawing/2014/main" id="{5E016263-36BD-8975-E5B7-DAE135352E27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2015760" y="3248453"/>
                <a:ext cx="16128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0" name="Group 3159">
            <a:extLst>
              <a:ext uri="{FF2B5EF4-FFF2-40B4-BE49-F238E27FC236}">
                <a16:creationId xmlns:a16="http://schemas.microsoft.com/office/drawing/2014/main" id="{FB47F166-E15E-F53D-B0C6-82A2BB8CAA03}"/>
              </a:ext>
            </a:extLst>
          </p:cNvPr>
          <p:cNvGrpSpPr/>
          <p:nvPr/>
        </p:nvGrpSpPr>
        <p:grpSpPr>
          <a:xfrm>
            <a:off x="8128120" y="5560013"/>
            <a:ext cx="1349280" cy="837000"/>
            <a:chOff x="8128120" y="5560013"/>
            <a:chExt cx="1349280" cy="83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114" name="Ink 3113">
                  <a:extLst>
                    <a:ext uri="{FF2B5EF4-FFF2-40B4-BE49-F238E27FC236}">
                      <a16:creationId xmlns:a16="http://schemas.microsoft.com/office/drawing/2014/main" id="{D71BB02E-0013-E18D-3B9D-DF189334865E}"/>
                    </a:ext>
                  </a:extLst>
                </p14:cNvPr>
                <p14:cNvContentPartPr/>
                <p14:nvPr/>
              </p14:nvContentPartPr>
              <p14:xfrm>
                <a:off x="8128120" y="5858453"/>
                <a:ext cx="110880" cy="302040"/>
              </p14:xfrm>
            </p:contentPart>
          </mc:Choice>
          <mc:Fallback xmlns="">
            <p:pic>
              <p:nvPicPr>
                <p:cNvPr id="3114" name="Ink 3113">
                  <a:extLst>
                    <a:ext uri="{FF2B5EF4-FFF2-40B4-BE49-F238E27FC236}">
                      <a16:creationId xmlns:a16="http://schemas.microsoft.com/office/drawing/2014/main" id="{D71BB02E-0013-E18D-3B9D-DF189334865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22000" y="5852333"/>
                  <a:ext cx="1231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115" name="Ink 3114">
                  <a:extLst>
                    <a:ext uri="{FF2B5EF4-FFF2-40B4-BE49-F238E27FC236}">
                      <a16:creationId xmlns:a16="http://schemas.microsoft.com/office/drawing/2014/main" id="{226880C0-FE1F-062F-0B88-324B66015E83}"/>
                    </a:ext>
                  </a:extLst>
                </p14:cNvPr>
                <p14:cNvContentPartPr/>
                <p14:nvPr/>
              </p14:nvContentPartPr>
              <p14:xfrm>
                <a:off x="8207680" y="5873933"/>
                <a:ext cx="167040" cy="284400"/>
              </p14:xfrm>
            </p:contentPart>
          </mc:Choice>
          <mc:Fallback xmlns="">
            <p:pic>
              <p:nvPicPr>
                <p:cNvPr id="3115" name="Ink 3114">
                  <a:extLst>
                    <a:ext uri="{FF2B5EF4-FFF2-40B4-BE49-F238E27FC236}">
                      <a16:creationId xmlns:a16="http://schemas.microsoft.com/office/drawing/2014/main" id="{226880C0-FE1F-062F-0B88-324B66015E8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01560" y="5867813"/>
                  <a:ext cx="1792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116" name="Ink 3115">
                  <a:extLst>
                    <a:ext uri="{FF2B5EF4-FFF2-40B4-BE49-F238E27FC236}">
                      <a16:creationId xmlns:a16="http://schemas.microsoft.com/office/drawing/2014/main" id="{BCA0EBE5-D1EA-8289-71A0-E92D6D1D7DC2}"/>
                    </a:ext>
                  </a:extLst>
                </p14:cNvPr>
                <p14:cNvContentPartPr/>
                <p14:nvPr/>
              </p14:nvContentPartPr>
              <p14:xfrm>
                <a:off x="8362120" y="5876453"/>
                <a:ext cx="53640" cy="137160"/>
              </p14:xfrm>
            </p:contentPart>
          </mc:Choice>
          <mc:Fallback xmlns="">
            <p:pic>
              <p:nvPicPr>
                <p:cNvPr id="3116" name="Ink 3115">
                  <a:extLst>
                    <a:ext uri="{FF2B5EF4-FFF2-40B4-BE49-F238E27FC236}">
                      <a16:creationId xmlns:a16="http://schemas.microsoft.com/office/drawing/2014/main" id="{BCA0EBE5-D1EA-8289-71A0-E92D6D1D7DC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356000" y="5870333"/>
                  <a:ext cx="65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117" name="Ink 3116">
                  <a:extLst>
                    <a:ext uri="{FF2B5EF4-FFF2-40B4-BE49-F238E27FC236}">
                      <a16:creationId xmlns:a16="http://schemas.microsoft.com/office/drawing/2014/main" id="{C98F813B-2769-2AAD-CA8A-3AE4B5045040}"/>
                    </a:ext>
                  </a:extLst>
                </p14:cNvPr>
                <p14:cNvContentPartPr/>
                <p14:nvPr/>
              </p14:nvContentPartPr>
              <p14:xfrm>
                <a:off x="8497120" y="5847293"/>
                <a:ext cx="72360" cy="200880"/>
              </p14:xfrm>
            </p:contentPart>
          </mc:Choice>
          <mc:Fallback xmlns="">
            <p:pic>
              <p:nvPicPr>
                <p:cNvPr id="3117" name="Ink 3116">
                  <a:extLst>
                    <a:ext uri="{FF2B5EF4-FFF2-40B4-BE49-F238E27FC236}">
                      <a16:creationId xmlns:a16="http://schemas.microsoft.com/office/drawing/2014/main" id="{C98F813B-2769-2AAD-CA8A-3AE4B504504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491000" y="5841173"/>
                  <a:ext cx="846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118" name="Ink 3117">
                  <a:extLst>
                    <a:ext uri="{FF2B5EF4-FFF2-40B4-BE49-F238E27FC236}">
                      <a16:creationId xmlns:a16="http://schemas.microsoft.com/office/drawing/2014/main" id="{FFDA7174-0D42-7BF6-6830-1F5C9AEFB76C}"/>
                    </a:ext>
                  </a:extLst>
                </p14:cNvPr>
                <p14:cNvContentPartPr/>
                <p14:nvPr/>
              </p14:nvContentPartPr>
              <p14:xfrm>
                <a:off x="8569120" y="5644253"/>
                <a:ext cx="6840" cy="66240"/>
              </p14:xfrm>
            </p:contentPart>
          </mc:Choice>
          <mc:Fallback xmlns="">
            <p:pic>
              <p:nvPicPr>
                <p:cNvPr id="3118" name="Ink 3117">
                  <a:extLst>
                    <a:ext uri="{FF2B5EF4-FFF2-40B4-BE49-F238E27FC236}">
                      <a16:creationId xmlns:a16="http://schemas.microsoft.com/office/drawing/2014/main" id="{FFDA7174-0D42-7BF6-6830-1F5C9AEFB76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563000" y="5638133"/>
                  <a:ext cx="19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119" name="Ink 3118">
                  <a:extLst>
                    <a:ext uri="{FF2B5EF4-FFF2-40B4-BE49-F238E27FC236}">
                      <a16:creationId xmlns:a16="http://schemas.microsoft.com/office/drawing/2014/main" id="{971A48EE-B779-F561-539E-76F3FBF5EAAD}"/>
                    </a:ext>
                  </a:extLst>
                </p14:cNvPr>
                <p14:cNvContentPartPr/>
                <p14:nvPr/>
              </p14:nvContentPartPr>
              <p14:xfrm>
                <a:off x="8649400" y="5864933"/>
                <a:ext cx="85680" cy="251280"/>
              </p14:xfrm>
            </p:contentPart>
          </mc:Choice>
          <mc:Fallback xmlns="">
            <p:pic>
              <p:nvPicPr>
                <p:cNvPr id="3119" name="Ink 3118">
                  <a:extLst>
                    <a:ext uri="{FF2B5EF4-FFF2-40B4-BE49-F238E27FC236}">
                      <a16:creationId xmlns:a16="http://schemas.microsoft.com/office/drawing/2014/main" id="{971A48EE-B779-F561-539E-76F3FBF5EAA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643280" y="5858813"/>
                  <a:ext cx="97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120" name="Ink 3119">
                  <a:extLst>
                    <a:ext uri="{FF2B5EF4-FFF2-40B4-BE49-F238E27FC236}">
                      <a16:creationId xmlns:a16="http://schemas.microsoft.com/office/drawing/2014/main" id="{F15C3B67-622E-45F9-C283-47D964750A97}"/>
                    </a:ext>
                  </a:extLst>
                </p14:cNvPr>
                <p14:cNvContentPartPr/>
                <p14:nvPr/>
              </p14:nvContentPartPr>
              <p14:xfrm>
                <a:off x="8813200" y="5869613"/>
                <a:ext cx="31320" cy="184680"/>
              </p14:xfrm>
            </p:contentPart>
          </mc:Choice>
          <mc:Fallback xmlns="">
            <p:pic>
              <p:nvPicPr>
                <p:cNvPr id="3120" name="Ink 3119">
                  <a:extLst>
                    <a:ext uri="{FF2B5EF4-FFF2-40B4-BE49-F238E27FC236}">
                      <a16:creationId xmlns:a16="http://schemas.microsoft.com/office/drawing/2014/main" id="{F15C3B67-622E-45F9-C283-47D964750A9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807080" y="5863493"/>
                  <a:ext cx="43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121" name="Ink 3120">
                  <a:extLst>
                    <a:ext uri="{FF2B5EF4-FFF2-40B4-BE49-F238E27FC236}">
                      <a16:creationId xmlns:a16="http://schemas.microsoft.com/office/drawing/2014/main" id="{87602792-9FFD-5B63-EBE5-163E0C547B2A}"/>
                    </a:ext>
                  </a:extLst>
                </p14:cNvPr>
                <p14:cNvContentPartPr/>
                <p14:nvPr/>
              </p14:nvContentPartPr>
              <p14:xfrm>
                <a:off x="8861440" y="5679893"/>
                <a:ext cx="16560" cy="91440"/>
              </p14:xfrm>
            </p:contentPart>
          </mc:Choice>
          <mc:Fallback xmlns="">
            <p:pic>
              <p:nvPicPr>
                <p:cNvPr id="3121" name="Ink 3120">
                  <a:extLst>
                    <a:ext uri="{FF2B5EF4-FFF2-40B4-BE49-F238E27FC236}">
                      <a16:creationId xmlns:a16="http://schemas.microsoft.com/office/drawing/2014/main" id="{87602792-9FFD-5B63-EBE5-163E0C547B2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855320" y="5673773"/>
                  <a:ext cx="28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122" name="Ink 3121">
                  <a:extLst>
                    <a:ext uri="{FF2B5EF4-FFF2-40B4-BE49-F238E27FC236}">
                      <a16:creationId xmlns:a16="http://schemas.microsoft.com/office/drawing/2014/main" id="{521A78A5-474B-EF68-9B0C-0A3330F0CB9A}"/>
                    </a:ext>
                  </a:extLst>
                </p14:cNvPr>
                <p14:cNvContentPartPr/>
                <p14:nvPr/>
              </p14:nvContentPartPr>
              <p14:xfrm>
                <a:off x="8959000" y="5560013"/>
                <a:ext cx="212400" cy="492480"/>
              </p14:xfrm>
            </p:contentPart>
          </mc:Choice>
          <mc:Fallback xmlns="">
            <p:pic>
              <p:nvPicPr>
                <p:cNvPr id="3122" name="Ink 3121">
                  <a:extLst>
                    <a:ext uri="{FF2B5EF4-FFF2-40B4-BE49-F238E27FC236}">
                      <a16:creationId xmlns:a16="http://schemas.microsoft.com/office/drawing/2014/main" id="{521A78A5-474B-EF68-9B0C-0A3330F0CB9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52880" y="5553893"/>
                  <a:ext cx="2246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123" name="Ink 3122">
                  <a:extLst>
                    <a:ext uri="{FF2B5EF4-FFF2-40B4-BE49-F238E27FC236}">
                      <a16:creationId xmlns:a16="http://schemas.microsoft.com/office/drawing/2014/main" id="{527443BA-9BDB-0783-1FE9-FDF9F51CC1BC}"/>
                    </a:ext>
                  </a:extLst>
                </p14:cNvPr>
                <p14:cNvContentPartPr/>
                <p14:nvPr/>
              </p14:nvContentPartPr>
              <p14:xfrm>
                <a:off x="9201280" y="5842973"/>
                <a:ext cx="25200" cy="183960"/>
              </p14:xfrm>
            </p:contentPart>
          </mc:Choice>
          <mc:Fallback xmlns="">
            <p:pic>
              <p:nvPicPr>
                <p:cNvPr id="3123" name="Ink 3122">
                  <a:extLst>
                    <a:ext uri="{FF2B5EF4-FFF2-40B4-BE49-F238E27FC236}">
                      <a16:creationId xmlns:a16="http://schemas.microsoft.com/office/drawing/2014/main" id="{527443BA-9BDB-0783-1FE9-FDF9F51CC1B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195160" y="5836853"/>
                  <a:ext cx="37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3124" name="Ink 3123">
                  <a:extLst>
                    <a:ext uri="{FF2B5EF4-FFF2-40B4-BE49-F238E27FC236}">
                      <a16:creationId xmlns:a16="http://schemas.microsoft.com/office/drawing/2014/main" id="{6F583753-0AF1-C182-EDB2-A9A2B076E98D}"/>
                    </a:ext>
                  </a:extLst>
                </p14:cNvPr>
                <p14:cNvContentPartPr/>
                <p14:nvPr/>
              </p14:nvContentPartPr>
              <p14:xfrm>
                <a:off x="9227200" y="5661893"/>
                <a:ext cx="1080" cy="106920"/>
              </p14:xfrm>
            </p:contentPart>
          </mc:Choice>
          <mc:Fallback xmlns="">
            <p:pic>
              <p:nvPicPr>
                <p:cNvPr id="3124" name="Ink 3123">
                  <a:extLst>
                    <a:ext uri="{FF2B5EF4-FFF2-40B4-BE49-F238E27FC236}">
                      <a16:creationId xmlns:a16="http://schemas.microsoft.com/office/drawing/2014/main" id="{6F583753-0AF1-C182-EDB2-A9A2B076E98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221080" y="5655773"/>
                  <a:ext cx="13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125" name="Ink 3124">
                  <a:extLst>
                    <a:ext uri="{FF2B5EF4-FFF2-40B4-BE49-F238E27FC236}">
                      <a16:creationId xmlns:a16="http://schemas.microsoft.com/office/drawing/2014/main" id="{420793FE-0BAE-C340-2A8B-28EC18A70F68}"/>
                    </a:ext>
                  </a:extLst>
                </p14:cNvPr>
                <p14:cNvContentPartPr/>
                <p14:nvPr/>
              </p14:nvContentPartPr>
              <p14:xfrm>
                <a:off x="9319000" y="5790773"/>
                <a:ext cx="158400" cy="274680"/>
              </p14:xfrm>
            </p:contentPart>
          </mc:Choice>
          <mc:Fallback xmlns="">
            <p:pic>
              <p:nvPicPr>
                <p:cNvPr id="3125" name="Ink 3124">
                  <a:extLst>
                    <a:ext uri="{FF2B5EF4-FFF2-40B4-BE49-F238E27FC236}">
                      <a16:creationId xmlns:a16="http://schemas.microsoft.com/office/drawing/2014/main" id="{420793FE-0BAE-C340-2A8B-28EC18A70F6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312880" y="5784653"/>
                  <a:ext cx="1706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3159" name="Ink 3158">
                  <a:extLst>
                    <a:ext uri="{FF2B5EF4-FFF2-40B4-BE49-F238E27FC236}">
                      <a16:creationId xmlns:a16="http://schemas.microsoft.com/office/drawing/2014/main" id="{00312F5C-3549-1596-77E1-6EBB7B4CA46A}"/>
                    </a:ext>
                  </a:extLst>
                </p14:cNvPr>
                <p14:cNvContentPartPr/>
                <p14:nvPr/>
              </p14:nvContentPartPr>
              <p14:xfrm>
                <a:off x="8198680" y="6175253"/>
                <a:ext cx="1244160" cy="221760"/>
              </p14:xfrm>
            </p:contentPart>
          </mc:Choice>
          <mc:Fallback xmlns="">
            <p:pic>
              <p:nvPicPr>
                <p:cNvPr id="3159" name="Ink 3158">
                  <a:extLst>
                    <a:ext uri="{FF2B5EF4-FFF2-40B4-BE49-F238E27FC236}">
                      <a16:creationId xmlns:a16="http://schemas.microsoft.com/office/drawing/2014/main" id="{00312F5C-3549-1596-77E1-6EBB7B4CA46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192560" y="6169133"/>
                  <a:ext cx="125640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3161" name="Ink 3160">
                <a:extLst>
                  <a:ext uri="{FF2B5EF4-FFF2-40B4-BE49-F238E27FC236}">
                    <a16:creationId xmlns:a16="http://schemas.microsoft.com/office/drawing/2014/main" id="{5981D483-6A76-5CA5-0D06-D6708B71D432}"/>
                  </a:ext>
                </a:extLst>
              </p14:cNvPr>
              <p14:cNvContentPartPr/>
              <p14:nvPr/>
            </p14:nvContentPartPr>
            <p14:xfrm>
              <a:off x="3059680" y="5159693"/>
              <a:ext cx="2594880" cy="1171440"/>
            </p14:xfrm>
          </p:contentPart>
        </mc:Choice>
        <mc:Fallback xmlns="">
          <p:pic>
            <p:nvPicPr>
              <p:cNvPr id="3161" name="Ink 3160">
                <a:extLst>
                  <a:ext uri="{FF2B5EF4-FFF2-40B4-BE49-F238E27FC236}">
                    <a16:creationId xmlns:a16="http://schemas.microsoft.com/office/drawing/2014/main" id="{5981D483-6A76-5CA5-0D06-D6708B71D432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053560" y="5153573"/>
                <a:ext cx="2607120" cy="11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06886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dp-all-reduce">
            <a:extLst>
              <a:ext uri="{FF2B5EF4-FFF2-40B4-BE49-F238E27FC236}">
                <a16:creationId xmlns:a16="http://schemas.microsoft.com/office/drawing/2014/main" id="{DEA66821-7899-D6CE-CDC2-E60C2CD4F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1289"/>
            <a:ext cx="12107960" cy="608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8D5AB9-C4D2-35A0-54C7-C968F2BFFF38}"/>
                  </a:ext>
                </a:extLst>
              </p14:cNvPr>
              <p14:cNvContentPartPr/>
              <p14:nvPr/>
            </p14:nvContentPartPr>
            <p14:xfrm>
              <a:off x="2771088" y="3972344"/>
              <a:ext cx="46800" cy="14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8D5AB9-C4D2-35A0-54C7-C968F2BFF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4968" y="3966224"/>
                <a:ext cx="590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5584B1-C122-28CB-6536-6D2BCF413CCB}"/>
                  </a:ext>
                </a:extLst>
              </p14:cNvPr>
              <p14:cNvContentPartPr/>
              <p14:nvPr/>
            </p14:nvContentPartPr>
            <p14:xfrm>
              <a:off x="2710608" y="2775704"/>
              <a:ext cx="32400" cy="9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5584B1-C122-28CB-6536-6D2BCF413C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4488" y="2769584"/>
                <a:ext cx="446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D2D6C5-F989-2B48-4D7A-321A00BF8898}"/>
                  </a:ext>
                </a:extLst>
              </p14:cNvPr>
              <p14:cNvContentPartPr/>
              <p14:nvPr/>
            </p14:nvContentPartPr>
            <p14:xfrm>
              <a:off x="2717088" y="1766984"/>
              <a:ext cx="12960" cy="10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D2D6C5-F989-2B48-4D7A-321A00BF88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0968" y="1760864"/>
                <a:ext cx="252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3D2648-89EF-CF93-5B36-552A7450B972}"/>
                  </a:ext>
                </a:extLst>
              </p14:cNvPr>
              <p14:cNvContentPartPr/>
              <p14:nvPr/>
            </p14:nvContentPartPr>
            <p14:xfrm>
              <a:off x="7373328" y="1730624"/>
              <a:ext cx="72720" cy="115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3D2648-89EF-CF93-5B36-552A7450B9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67208" y="1724504"/>
                <a:ext cx="8496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96F636-2417-C72B-E891-2CE22B15EC34}"/>
                  </a:ext>
                </a:extLst>
              </p14:cNvPr>
              <p14:cNvContentPartPr/>
              <p14:nvPr/>
            </p14:nvContentPartPr>
            <p14:xfrm>
              <a:off x="7263528" y="2767424"/>
              <a:ext cx="70560" cy="10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96F636-2417-C72B-E891-2CE22B15EC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57408" y="2761304"/>
                <a:ext cx="828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7FD1ED-B17D-8946-0840-20CCDA612E14}"/>
                  </a:ext>
                </a:extLst>
              </p14:cNvPr>
              <p14:cNvContentPartPr/>
              <p14:nvPr/>
            </p14:nvContentPartPr>
            <p14:xfrm>
              <a:off x="7375128" y="3989264"/>
              <a:ext cx="65160" cy="125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7FD1ED-B17D-8946-0840-20CCDA612E1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69008" y="3983144"/>
                <a:ext cx="774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4B186E1-5CE8-6F45-4F21-6DC385449BAD}"/>
                  </a:ext>
                </a:extLst>
              </p14:cNvPr>
              <p14:cNvContentPartPr/>
              <p14:nvPr/>
            </p14:nvContentPartPr>
            <p14:xfrm>
              <a:off x="652360" y="1123373"/>
              <a:ext cx="40320" cy="151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4B186E1-5CE8-6F45-4F21-6DC385449BA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240" y="1117253"/>
                <a:ext cx="525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C8ED0B-C47F-2F42-8FED-561C0A7870C5}"/>
                  </a:ext>
                </a:extLst>
              </p14:cNvPr>
              <p14:cNvContentPartPr/>
              <p14:nvPr/>
            </p14:nvContentPartPr>
            <p14:xfrm>
              <a:off x="7297240" y="1105733"/>
              <a:ext cx="225000" cy="197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C8ED0B-C47F-2F42-8FED-561C0A7870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91120" y="1099613"/>
                <a:ext cx="2372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45E751B-D599-C3C1-8C16-E933BA181165}"/>
                  </a:ext>
                </a:extLst>
              </p14:cNvPr>
              <p14:cNvContentPartPr/>
              <p14:nvPr/>
            </p14:nvContentPartPr>
            <p14:xfrm>
              <a:off x="2486920" y="4289213"/>
              <a:ext cx="217800" cy="43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45E751B-D599-C3C1-8C16-E933BA18116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80800" y="4283093"/>
                <a:ext cx="230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85FDC5C-2BC4-A4D0-4D4A-A9A5AF4D9AA7}"/>
                  </a:ext>
                </a:extLst>
              </p14:cNvPr>
              <p14:cNvContentPartPr/>
              <p14:nvPr/>
            </p14:nvContentPartPr>
            <p14:xfrm>
              <a:off x="2857360" y="3936413"/>
              <a:ext cx="54720" cy="114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85FDC5C-2BC4-A4D0-4D4A-A9A5AF4D9AA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51240" y="3930293"/>
                <a:ext cx="6696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D73146A4-38F4-07A6-F6A4-3DF7277F282C}"/>
              </a:ext>
            </a:extLst>
          </p:cNvPr>
          <p:cNvGrpSpPr/>
          <p:nvPr/>
        </p:nvGrpSpPr>
        <p:grpSpPr>
          <a:xfrm>
            <a:off x="3056800" y="4260053"/>
            <a:ext cx="284760" cy="85320"/>
            <a:chOff x="3056800" y="4260053"/>
            <a:chExt cx="284760" cy="8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83C303-B994-047E-02B9-9842EAF207A5}"/>
                    </a:ext>
                  </a:extLst>
                </p14:cNvPr>
                <p14:cNvContentPartPr/>
                <p14:nvPr/>
              </p14:nvContentPartPr>
              <p14:xfrm>
                <a:off x="3062560" y="4260053"/>
                <a:ext cx="21240" cy="26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83C303-B994-047E-02B9-9842EAF207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56440" y="4253933"/>
                  <a:ext cx="33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F8CA4E-873C-2E64-CB24-9A6FFBED3ADF}"/>
                    </a:ext>
                  </a:extLst>
                </p14:cNvPr>
                <p14:cNvContentPartPr/>
                <p14:nvPr/>
              </p14:nvContentPartPr>
              <p14:xfrm>
                <a:off x="3056800" y="4271213"/>
                <a:ext cx="284760" cy="74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F8CA4E-873C-2E64-CB24-9A6FFBED3AD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50680" y="4265093"/>
                  <a:ext cx="29700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896B63D-7017-B752-2C4C-6DB1ACCD0630}"/>
                  </a:ext>
                </a:extLst>
              </p14:cNvPr>
              <p14:cNvContentPartPr/>
              <p14:nvPr/>
            </p14:nvContentPartPr>
            <p14:xfrm>
              <a:off x="3621280" y="4293533"/>
              <a:ext cx="133560" cy="167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896B63D-7017-B752-2C4C-6DB1ACCD063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15160" y="4287413"/>
                <a:ext cx="145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D98172F-9C9E-16E8-E53C-F2262051DF62}"/>
                  </a:ext>
                </a:extLst>
              </p14:cNvPr>
              <p14:cNvContentPartPr/>
              <p14:nvPr/>
            </p14:nvContentPartPr>
            <p14:xfrm>
              <a:off x="3964000" y="4396133"/>
              <a:ext cx="413280" cy="124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D98172F-9C9E-16E8-E53C-F2262051DF6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57880" y="4390013"/>
                <a:ext cx="42552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3EBB27E-A64F-16DF-6BD8-22C5FA41B4BB}"/>
              </a:ext>
            </a:extLst>
          </p:cNvPr>
          <p:cNvGrpSpPr/>
          <p:nvPr/>
        </p:nvGrpSpPr>
        <p:grpSpPr>
          <a:xfrm>
            <a:off x="2241760" y="277013"/>
            <a:ext cx="305280" cy="238680"/>
            <a:chOff x="2241760" y="277013"/>
            <a:chExt cx="305280" cy="2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2BC990-682A-E35E-EACE-330CAC7AD10C}"/>
                    </a:ext>
                  </a:extLst>
                </p14:cNvPr>
                <p14:cNvContentPartPr/>
                <p14:nvPr/>
              </p14:nvContentPartPr>
              <p14:xfrm>
                <a:off x="2241760" y="295373"/>
                <a:ext cx="238680" cy="220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2BC990-682A-E35E-EACE-330CAC7AD10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35640" y="289253"/>
                  <a:ext cx="250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E59D18-F2E3-8FA3-9283-7C95CE2654F6}"/>
                    </a:ext>
                  </a:extLst>
                </p14:cNvPr>
                <p14:cNvContentPartPr/>
                <p14:nvPr/>
              </p14:nvContentPartPr>
              <p14:xfrm>
                <a:off x="2287840" y="277013"/>
                <a:ext cx="259200" cy="6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E59D18-F2E3-8FA3-9283-7C95CE2654F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81720" y="270893"/>
                  <a:ext cx="2714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ED2C24-4662-9A82-85FA-A3747E54A023}"/>
              </a:ext>
            </a:extLst>
          </p:cNvPr>
          <p:cNvGrpSpPr/>
          <p:nvPr/>
        </p:nvGrpSpPr>
        <p:grpSpPr>
          <a:xfrm>
            <a:off x="9200920" y="248933"/>
            <a:ext cx="253440" cy="307440"/>
            <a:chOff x="9200920" y="248933"/>
            <a:chExt cx="25344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504572-73F4-282D-D332-2A373E60F8B8}"/>
                    </a:ext>
                  </a:extLst>
                </p14:cNvPr>
                <p14:cNvContentPartPr/>
                <p14:nvPr/>
              </p14:nvContentPartPr>
              <p14:xfrm>
                <a:off x="9200920" y="380693"/>
                <a:ext cx="234000" cy="175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504572-73F4-282D-D332-2A373E60F8B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94800" y="374573"/>
                  <a:ext cx="246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9F7740D-3B07-60E4-3B82-9C6B521ADBCC}"/>
                    </a:ext>
                  </a:extLst>
                </p14:cNvPr>
                <p14:cNvContentPartPr/>
                <p14:nvPr/>
              </p14:nvContentPartPr>
              <p14:xfrm>
                <a:off x="9293080" y="391133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9F7740D-3B07-60E4-3B82-9C6B521ADB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86960" y="3850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E3033D4-6F78-82D1-695F-3B63865416D9}"/>
                    </a:ext>
                  </a:extLst>
                </p14:cNvPr>
                <p14:cNvContentPartPr/>
                <p14:nvPr/>
              </p14:nvContentPartPr>
              <p14:xfrm>
                <a:off x="9219640" y="248933"/>
                <a:ext cx="234720" cy="113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E3033D4-6F78-82D1-695F-3B63865416D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13520" y="242813"/>
                  <a:ext cx="2469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FBC33B-4A02-3037-5B98-876A2E4D2407}"/>
              </a:ext>
            </a:extLst>
          </p:cNvPr>
          <p:cNvGrpSpPr/>
          <p:nvPr/>
        </p:nvGrpSpPr>
        <p:grpSpPr>
          <a:xfrm>
            <a:off x="5429560" y="1578413"/>
            <a:ext cx="982440" cy="357840"/>
            <a:chOff x="5429560" y="1578413"/>
            <a:chExt cx="98244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856D60-434D-5554-B539-401D5E4D6395}"/>
                    </a:ext>
                  </a:extLst>
                </p14:cNvPr>
                <p14:cNvContentPartPr/>
                <p14:nvPr/>
              </p14:nvContentPartPr>
              <p14:xfrm>
                <a:off x="5429560" y="1584533"/>
                <a:ext cx="97200" cy="146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856D60-434D-5554-B539-401D5E4D639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23440" y="1578413"/>
                  <a:ext cx="109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84E0AB-150F-470D-59B6-150CD767D65E}"/>
                    </a:ext>
                  </a:extLst>
                </p14:cNvPr>
                <p14:cNvContentPartPr/>
                <p14:nvPr/>
              </p14:nvContentPartPr>
              <p14:xfrm>
                <a:off x="5579680" y="1592093"/>
                <a:ext cx="91080" cy="111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84E0AB-150F-470D-59B6-150CD767D65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73560" y="1585973"/>
                  <a:ext cx="103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F8FB7F8-CDA8-1681-28CF-79998041AFA2}"/>
                    </a:ext>
                  </a:extLst>
                </p14:cNvPr>
                <p14:cNvContentPartPr/>
                <p14:nvPr/>
              </p14:nvContentPartPr>
              <p14:xfrm>
                <a:off x="5694160" y="1580933"/>
                <a:ext cx="531000" cy="355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F8FB7F8-CDA8-1681-28CF-79998041AF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88040" y="1574813"/>
                  <a:ext cx="5432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E02001-B7B4-FC20-D210-CBCD4ACB37F3}"/>
                    </a:ext>
                  </a:extLst>
                </p14:cNvPr>
                <p14:cNvContentPartPr/>
                <p14:nvPr/>
              </p14:nvContentPartPr>
              <p14:xfrm>
                <a:off x="6267280" y="1578413"/>
                <a:ext cx="144720" cy="192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E02001-B7B4-FC20-D210-CBCD4ACB37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61160" y="1572293"/>
                  <a:ext cx="15696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03AF363-BF68-DF36-57A8-0BD80A932567}"/>
                  </a:ext>
                </a:extLst>
              </p14:cNvPr>
              <p14:cNvContentPartPr/>
              <p14:nvPr/>
            </p14:nvContentPartPr>
            <p14:xfrm>
              <a:off x="5640520" y="2097533"/>
              <a:ext cx="164880" cy="141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03AF363-BF68-DF36-57A8-0BD80A93256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634400" y="2091413"/>
                <a:ext cx="1771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FBCA373-9E3E-CE49-274B-23D9C3AE7EBE}"/>
                  </a:ext>
                </a:extLst>
              </p14:cNvPr>
              <p14:cNvContentPartPr/>
              <p14:nvPr/>
            </p14:nvContentPartPr>
            <p14:xfrm>
              <a:off x="5658520" y="2911493"/>
              <a:ext cx="161640" cy="194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FBCA373-9E3E-CE49-274B-23D9C3AE7EB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652400" y="2905373"/>
                <a:ext cx="1738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AD4AA49-8618-4C72-2522-16E443AD9EF5}"/>
                  </a:ext>
                </a:extLst>
              </p14:cNvPr>
              <p14:cNvContentPartPr/>
              <p14:nvPr/>
            </p14:nvContentPartPr>
            <p14:xfrm>
              <a:off x="5704600" y="4042973"/>
              <a:ext cx="193320" cy="214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AD4AA49-8618-4C72-2522-16E443AD9EF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698480" y="4036853"/>
                <a:ext cx="205560" cy="2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45252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0938-4943-CFDB-3329-673B131D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HPRC 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15918-35DA-0056-0472-4B0C63BBE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HPRC libraries and Google Co-lab do not have the same versions of TensorFlow and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Large language models need GPUs (lecture 4)</a:t>
            </a:r>
          </a:p>
          <a:p>
            <a:r>
              <a:rPr lang="en-US" dirty="0"/>
              <a:t>GRACE</a:t>
            </a:r>
          </a:p>
          <a:p>
            <a:r>
              <a:rPr lang="en-US" dirty="0"/>
              <a:t>Get a sense of the AI hardware</a:t>
            </a:r>
          </a:p>
          <a:p>
            <a:r>
              <a:rPr lang="en-US" dirty="0"/>
              <a:t>Energy hungry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6940EC-3F75-847F-6F7B-8663C1458A81}"/>
                  </a:ext>
                </a:extLst>
              </p14:cNvPr>
              <p14:cNvContentPartPr/>
              <p14:nvPr/>
            </p14:nvContentPartPr>
            <p14:xfrm>
              <a:off x="1017040" y="1326773"/>
              <a:ext cx="1209240" cy="31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6940EC-3F75-847F-6F7B-8663C1458A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0920" y="1320653"/>
                <a:ext cx="12214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D4832B-9C92-C195-BB22-D44C504713D4}"/>
                  </a:ext>
                </a:extLst>
              </p14:cNvPr>
              <p14:cNvContentPartPr/>
              <p14:nvPr/>
            </p14:nvContentPartPr>
            <p14:xfrm>
              <a:off x="963040" y="1340453"/>
              <a:ext cx="1321560" cy="131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D4832B-9C92-C195-BB22-D44C504713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6920" y="1334333"/>
                <a:ext cx="1333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C4408F-2D75-2153-2242-584F18D970CB}"/>
                  </a:ext>
                </a:extLst>
              </p14:cNvPr>
              <p14:cNvContentPartPr/>
              <p14:nvPr/>
            </p14:nvContentPartPr>
            <p14:xfrm>
              <a:off x="6613600" y="3126773"/>
              <a:ext cx="1288440" cy="57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C4408F-2D75-2153-2242-584F18D970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7480" y="3120653"/>
                <a:ext cx="13006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C3180D-AA2F-94A8-609D-521828CC6A13}"/>
                  </a:ext>
                </a:extLst>
              </p14:cNvPr>
              <p14:cNvContentPartPr/>
              <p14:nvPr/>
            </p14:nvContentPartPr>
            <p14:xfrm>
              <a:off x="1136200" y="3121373"/>
              <a:ext cx="5287680" cy="143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C3180D-AA2F-94A8-609D-521828CC6A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0080" y="3115253"/>
                <a:ext cx="52999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75CE92-ED88-38B7-86AD-955AE08AC2F5}"/>
                  </a:ext>
                </a:extLst>
              </p14:cNvPr>
              <p14:cNvContentPartPr/>
              <p14:nvPr/>
            </p14:nvContentPartPr>
            <p14:xfrm>
              <a:off x="1466680" y="1738973"/>
              <a:ext cx="4925160" cy="58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75CE92-ED88-38B7-86AD-955AE08AC2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60560" y="1732853"/>
                <a:ext cx="4937400" cy="59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E36706A7-CC68-F9EF-5C9C-FCD56A90C989}"/>
              </a:ext>
            </a:extLst>
          </p:cNvPr>
          <p:cNvGrpSpPr/>
          <p:nvPr/>
        </p:nvGrpSpPr>
        <p:grpSpPr>
          <a:xfrm>
            <a:off x="1725160" y="2570213"/>
            <a:ext cx="3621240" cy="237240"/>
            <a:chOff x="1725160" y="2570213"/>
            <a:chExt cx="362124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B410F8-B0DE-FF04-D3A0-C1E8A489DCC2}"/>
                    </a:ext>
                  </a:extLst>
                </p14:cNvPr>
                <p14:cNvContentPartPr/>
                <p14:nvPr/>
              </p14:nvContentPartPr>
              <p14:xfrm>
                <a:off x="4021240" y="2570213"/>
                <a:ext cx="1325160" cy="79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B410F8-B0DE-FF04-D3A0-C1E8A489DC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15120" y="2564093"/>
                  <a:ext cx="1337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15D451-D4DC-D2C0-BC4C-152109DF810E}"/>
                    </a:ext>
                  </a:extLst>
                </p14:cNvPr>
                <p14:cNvContentPartPr/>
                <p14:nvPr/>
              </p14:nvContentPartPr>
              <p14:xfrm>
                <a:off x="1725160" y="2628173"/>
                <a:ext cx="1548360" cy="179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15D451-D4DC-D2C0-BC4C-152109DF81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19040" y="2622053"/>
                  <a:ext cx="15606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CD56FCE-54FC-4C38-E6BA-5A1AEEB641CD}"/>
                  </a:ext>
                </a:extLst>
              </p14:cNvPr>
              <p14:cNvContentPartPr/>
              <p14:nvPr/>
            </p14:nvContentPartPr>
            <p14:xfrm>
              <a:off x="1366960" y="3601613"/>
              <a:ext cx="1086480" cy="147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CD56FCE-54FC-4C38-E6BA-5A1AEEB641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60840" y="3595493"/>
                <a:ext cx="1098720" cy="15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27923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HPRC</a:t>
            </a:r>
            <a:endParaRPr dirty="0"/>
          </a:p>
        </p:txBody>
      </p:sp>
      <p:sp>
        <p:nvSpPr>
          <p:cNvPr id="760" name="Google Shape;760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https://hprc.tamu.edu/apply/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NetID: piyalong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Phone: 9792559203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Research Description: I am taking the 2025 ICPE 642. HPRC resources are required by the instructor to conduct energy-related research.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 Apply for a basic account 5000 computing hours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5A7E6D-C701-4B39-B3FA-11D90FC2C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169" y="0"/>
            <a:ext cx="7097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08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</TotalTime>
  <Words>1199</Words>
  <Application>Microsoft Office PowerPoint</Application>
  <PresentationFormat>Widescreen</PresentationFormat>
  <Paragraphs>490</Paragraphs>
  <Slides>64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berkeleyMono</vt:lpstr>
      <vt:lpstr>fkGroteskNeue</vt:lpstr>
      <vt:lpstr>Noto Sans Symbols</vt:lpstr>
      <vt:lpstr>Aptos</vt:lpstr>
      <vt:lpstr>Aptos Display</vt:lpstr>
      <vt:lpstr>Arial</vt:lpstr>
      <vt:lpstr>Calibri</vt:lpstr>
      <vt:lpstr>Cambria Math</vt:lpstr>
      <vt:lpstr>Office Theme</vt:lpstr>
      <vt:lpstr>Advanced Concepts in Machine Learning for Energy</vt:lpstr>
      <vt:lpstr>Instructor</vt:lpstr>
      <vt:lpstr>PowerPoint Presentation</vt:lpstr>
      <vt:lpstr>Course materials </vt:lpstr>
      <vt:lpstr>PowerPoint Presentation</vt:lpstr>
      <vt:lpstr>Four quizzes and one final project</vt:lpstr>
      <vt:lpstr>Lecture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types</vt:lpstr>
      <vt:lpstr>Regression loss</vt:lpstr>
      <vt:lpstr>PowerPoint Presentation</vt:lpstr>
      <vt:lpstr>Softmax for y_pred</vt:lpstr>
      <vt:lpstr>One hot encoding for y_true</vt:lpstr>
      <vt:lpstr>PowerPoint Presentation</vt:lpstr>
      <vt:lpstr>Cross entropy loss for classification</vt:lpstr>
      <vt:lpstr>PowerPoint Presentation</vt:lpstr>
      <vt:lpstr>PowerPoint Presentation</vt:lpstr>
      <vt:lpstr>Feature extraction</vt:lpstr>
      <vt:lpstr>Combination</vt:lpstr>
      <vt:lpstr>Weight update</vt:lpstr>
      <vt:lpstr>Use the model</vt:lpstr>
      <vt:lpstr>PowerPoint Presentation</vt:lpstr>
      <vt:lpstr>PowerPoint Presentation</vt:lpstr>
      <vt:lpstr>Metrics</vt:lpstr>
      <vt:lpstr>PowerPoint Presentation</vt:lpstr>
      <vt:lpstr>PowerPoint Presentation</vt:lpstr>
      <vt:lpstr>Excel machine learning </vt:lpstr>
      <vt:lpstr>Derivative/slope for f(x)  </vt:lpstr>
      <vt:lpstr>Differentiation Rules</vt:lpstr>
      <vt:lpstr>Partial derivatives </vt:lpstr>
      <vt:lpstr>Gradient </vt:lpstr>
      <vt:lpstr>PowerPoint Presentation</vt:lpstr>
      <vt:lpstr>PowerPoint Presentation</vt:lpstr>
      <vt:lpstr>PowerPoint Presentation</vt:lpstr>
      <vt:lpstr>PowerPoint Presentation</vt:lpstr>
      <vt:lpstr>Homework</vt:lpstr>
      <vt:lpstr>Computing</vt:lpstr>
      <vt:lpstr>Binary </vt:lpstr>
      <vt:lpstr>Binary to decimal </vt:lpstr>
      <vt:lpstr>PowerPoint Presentation</vt:lpstr>
      <vt:lpstr>PowerPoint Presentation</vt:lpstr>
      <vt:lpstr>PowerPoint Presentation</vt:lpstr>
      <vt:lpstr>PowerPoint Presentation</vt:lpstr>
      <vt:lpstr>AND gate</vt:lpstr>
      <vt:lpstr>PowerPoint Presentation</vt:lpstr>
      <vt:lpstr>PowerPoint Presentation</vt:lpstr>
      <vt:lpstr>0+0=00</vt:lpstr>
      <vt:lpstr>0+1=01</vt:lpstr>
      <vt:lpstr>1+0=01</vt:lpstr>
      <vt:lpstr>1+1=10</vt:lpstr>
      <vt:lpstr>Batch</vt:lpstr>
      <vt:lpstr>PowerPoint Presentation</vt:lpstr>
      <vt:lpstr>PowerPoint Presentation</vt:lpstr>
      <vt:lpstr>HPRC Resources </vt:lpstr>
      <vt:lpstr>HPRC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Pi, Yalong</dc:creator>
  <cp:lastModifiedBy>Pi, Yalong</cp:lastModifiedBy>
  <cp:revision>21</cp:revision>
  <cp:lastPrinted>2025-04-07T03:10:18Z</cp:lastPrinted>
  <dcterms:created xsi:type="dcterms:W3CDTF">2025-04-02T16:55:01Z</dcterms:created>
  <dcterms:modified xsi:type="dcterms:W3CDTF">2025-04-07T22:29:03Z</dcterms:modified>
</cp:coreProperties>
</file>