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9" r:id="rId3"/>
    <p:sldId id="294" r:id="rId4"/>
    <p:sldId id="264" r:id="rId5"/>
    <p:sldId id="265" r:id="rId6"/>
    <p:sldId id="329" r:id="rId7"/>
    <p:sldId id="260" r:id="rId8"/>
    <p:sldId id="267" r:id="rId9"/>
    <p:sldId id="266" r:id="rId10"/>
    <p:sldId id="268" r:id="rId11"/>
    <p:sldId id="261" r:id="rId12"/>
    <p:sldId id="271" r:id="rId13"/>
    <p:sldId id="272" r:id="rId14"/>
    <p:sldId id="273" r:id="rId15"/>
    <p:sldId id="333" r:id="rId16"/>
    <p:sldId id="270" r:id="rId17"/>
    <p:sldId id="330" r:id="rId18"/>
    <p:sldId id="274" r:id="rId19"/>
    <p:sldId id="281" r:id="rId20"/>
    <p:sldId id="300" r:id="rId21"/>
    <p:sldId id="269" r:id="rId22"/>
    <p:sldId id="283" r:id="rId23"/>
    <p:sldId id="332" r:id="rId24"/>
    <p:sldId id="282" r:id="rId25"/>
    <p:sldId id="280" r:id="rId26"/>
    <p:sldId id="293" r:id="rId27"/>
    <p:sldId id="292" r:id="rId28"/>
    <p:sldId id="284" r:id="rId29"/>
    <p:sldId id="285" r:id="rId30"/>
    <p:sldId id="301" r:id="rId31"/>
    <p:sldId id="320" r:id="rId32"/>
    <p:sldId id="321" r:id="rId33"/>
    <p:sldId id="286" r:id="rId34"/>
    <p:sldId id="288" r:id="rId35"/>
    <p:sldId id="290" r:id="rId36"/>
    <p:sldId id="289" r:id="rId37"/>
    <p:sldId id="291" r:id="rId38"/>
    <p:sldId id="297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27DBD7-C221-430A-B104-6485CFF704D9}" v="225" dt="2025-04-08T18:30:36.5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1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, Yalong" userId="c9a3dc08-26f0-490d-b190-2780270c58e1" providerId="ADAL" clId="{B327DBD7-C221-430A-B104-6485CFF704D9}"/>
    <pc:docChg chg="undo redo custSel addSld delSld modSld sldOrd">
      <pc:chgData name="Pi, Yalong" userId="c9a3dc08-26f0-490d-b190-2780270c58e1" providerId="ADAL" clId="{B327DBD7-C221-430A-B104-6485CFF704D9}" dt="2025-04-11T00:22:09.490" v="3090" actId="47"/>
      <pc:docMkLst>
        <pc:docMk/>
      </pc:docMkLst>
      <pc:sldChg chg="add del">
        <pc:chgData name="Pi, Yalong" userId="c9a3dc08-26f0-490d-b190-2780270c58e1" providerId="ADAL" clId="{B327DBD7-C221-430A-B104-6485CFF704D9}" dt="2025-04-04T20:06:17.335" v="505" actId="2696"/>
        <pc:sldMkLst>
          <pc:docMk/>
          <pc:sldMk cId="454250523" sldId="256"/>
        </pc:sldMkLst>
      </pc:sldChg>
      <pc:sldChg chg="del">
        <pc:chgData name="Pi, Yalong" userId="c9a3dc08-26f0-490d-b190-2780270c58e1" providerId="ADAL" clId="{B327DBD7-C221-430A-B104-6485CFF704D9}" dt="2025-04-04T13:42:16.442" v="0" actId="47"/>
        <pc:sldMkLst>
          <pc:docMk/>
          <pc:sldMk cId="2441978347" sldId="257"/>
        </pc:sldMkLst>
      </pc:sldChg>
      <pc:sldChg chg="modSp del mod">
        <pc:chgData name="Pi, Yalong" userId="c9a3dc08-26f0-490d-b190-2780270c58e1" providerId="ADAL" clId="{B327DBD7-C221-430A-B104-6485CFF704D9}" dt="2025-04-04T19:54:15.166" v="365" actId="47"/>
        <pc:sldMkLst>
          <pc:docMk/>
          <pc:sldMk cId="970756971" sldId="258"/>
        </pc:sldMkLst>
      </pc:sldChg>
      <pc:sldChg chg="add del">
        <pc:chgData name="Pi, Yalong" userId="c9a3dc08-26f0-490d-b190-2780270c58e1" providerId="ADAL" clId="{B327DBD7-C221-430A-B104-6485CFF704D9}" dt="2025-04-04T20:06:17.335" v="505" actId="2696"/>
        <pc:sldMkLst>
          <pc:docMk/>
          <pc:sldMk cId="1837931256" sldId="259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279864421" sldId="260"/>
        </pc:sldMkLst>
      </pc:sldChg>
      <pc:sldChg chg="modSp new add del mod">
        <pc:chgData name="Pi, Yalong" userId="c9a3dc08-26f0-490d-b190-2780270c58e1" providerId="ADAL" clId="{B327DBD7-C221-430A-B104-6485CFF704D9}" dt="2025-04-04T20:06:17.335" v="505" actId="2696"/>
        <pc:sldMkLst>
          <pc:docMk/>
          <pc:sldMk cId="552751238" sldId="260"/>
        </pc:sldMkLst>
        <pc:spChg chg="mod">
          <ac:chgData name="Pi, Yalong" userId="c9a3dc08-26f0-490d-b190-2780270c58e1" providerId="ADAL" clId="{B327DBD7-C221-430A-B104-6485CFF704D9}" dt="2025-04-04T13:43:03.716" v="37" actId="20577"/>
          <ac:spMkLst>
            <pc:docMk/>
            <pc:sldMk cId="552751238" sldId="260"/>
            <ac:spMk id="2" creationId="{EB544AB4-6DF0-8B53-C907-E87F619593EF}"/>
          </ac:spMkLst>
        </pc:spChg>
        <pc:spChg chg="mod">
          <ac:chgData name="Pi, Yalong" userId="c9a3dc08-26f0-490d-b190-2780270c58e1" providerId="ADAL" clId="{B327DBD7-C221-430A-B104-6485CFF704D9}" dt="2025-04-04T14:27:48.518" v="192" actId="20577"/>
          <ac:spMkLst>
            <pc:docMk/>
            <pc:sldMk cId="552751238" sldId="260"/>
            <ac:spMk id="3" creationId="{0183E6EC-14AC-0E07-DBFA-450639956493}"/>
          </ac:spMkLst>
        </pc:spChg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2890345164" sldId="261"/>
        </pc:sldMkLst>
      </pc:sldChg>
      <pc:sldChg chg="addSp modSp new add del ord">
        <pc:chgData name="Pi, Yalong" userId="c9a3dc08-26f0-490d-b190-2780270c58e1" providerId="ADAL" clId="{B327DBD7-C221-430A-B104-6485CFF704D9}" dt="2025-04-04T20:06:17.335" v="505" actId="2696"/>
        <pc:sldMkLst>
          <pc:docMk/>
          <pc:sldMk cId="3222508411" sldId="261"/>
        </pc:sldMkLst>
        <pc:picChg chg="add mod">
          <ac:chgData name="Pi, Yalong" userId="c9a3dc08-26f0-490d-b190-2780270c58e1" providerId="ADAL" clId="{B327DBD7-C221-430A-B104-6485CFF704D9}" dt="2025-04-04T13:43:50.674" v="39"/>
          <ac:picMkLst>
            <pc:docMk/>
            <pc:sldMk cId="3222508411" sldId="261"/>
            <ac:picMk id="2" creationId="{2C7E9F5A-28DA-3870-8C93-19FC3CA4B5C1}"/>
          </ac:picMkLst>
        </pc:picChg>
        <pc:picChg chg="add mod">
          <ac:chgData name="Pi, Yalong" userId="c9a3dc08-26f0-490d-b190-2780270c58e1" providerId="ADAL" clId="{B327DBD7-C221-430A-B104-6485CFF704D9}" dt="2025-04-04T13:43:50.674" v="39"/>
          <ac:picMkLst>
            <pc:docMk/>
            <pc:sldMk cId="3222508411" sldId="261"/>
            <ac:picMk id="3" creationId="{8D8B58E9-84C7-B1B5-20A8-61E89C4AEF1F}"/>
          </ac:picMkLst>
        </pc:picChg>
      </pc:sldChg>
      <pc:sldChg chg="addSp modSp new del ord">
        <pc:chgData name="Pi, Yalong" userId="c9a3dc08-26f0-490d-b190-2780270c58e1" providerId="ADAL" clId="{B327DBD7-C221-430A-B104-6485CFF704D9}" dt="2025-04-04T20:03:39.169" v="446" actId="47"/>
        <pc:sldMkLst>
          <pc:docMk/>
          <pc:sldMk cId="3783671340" sldId="262"/>
        </pc:sldMkLst>
      </pc:sldChg>
      <pc:sldChg chg="addSp delSp modSp new del mod">
        <pc:chgData name="Pi, Yalong" userId="c9a3dc08-26f0-490d-b190-2780270c58e1" providerId="ADAL" clId="{B327DBD7-C221-430A-B104-6485CFF704D9}" dt="2025-04-04T17:26:00.055" v="310" actId="47"/>
        <pc:sldMkLst>
          <pc:docMk/>
          <pc:sldMk cId="1887695577" sldId="263"/>
        </pc:sldMkLst>
      </pc:sldChg>
      <pc:sldChg chg="addSp delSp modSp new add del mod ord">
        <pc:chgData name="Pi, Yalong" userId="c9a3dc08-26f0-490d-b190-2780270c58e1" providerId="ADAL" clId="{B327DBD7-C221-430A-B104-6485CFF704D9}" dt="2025-04-04T20:06:17.335" v="505" actId="2696"/>
        <pc:sldMkLst>
          <pc:docMk/>
          <pc:sldMk cId="2380063793" sldId="264"/>
        </pc:sldMkLst>
        <pc:spChg chg="mod">
          <ac:chgData name="Pi, Yalong" userId="c9a3dc08-26f0-490d-b190-2780270c58e1" providerId="ADAL" clId="{B327DBD7-C221-430A-B104-6485CFF704D9}" dt="2025-04-04T14:08:17.891" v="75" actId="5793"/>
          <ac:spMkLst>
            <pc:docMk/>
            <pc:sldMk cId="2380063793" sldId="264"/>
            <ac:spMk id="2" creationId="{1A810257-ADB2-9DD3-27EA-0B681511E277}"/>
          </ac:spMkLst>
        </pc:spChg>
        <pc:spChg chg="mod">
          <ac:chgData name="Pi, Yalong" userId="c9a3dc08-26f0-490d-b190-2780270c58e1" providerId="ADAL" clId="{B327DBD7-C221-430A-B104-6485CFF704D9}" dt="2025-04-04T14:20:33.777" v="107" actId="1076"/>
          <ac:spMkLst>
            <pc:docMk/>
            <pc:sldMk cId="2380063793" sldId="264"/>
            <ac:spMk id="6" creationId="{5C96571F-CB6B-2C21-E99F-DEC654D0A948}"/>
          </ac:spMkLst>
        </pc:spChg>
        <pc:grpChg chg="add mod">
          <ac:chgData name="Pi, Yalong" userId="c9a3dc08-26f0-490d-b190-2780270c58e1" providerId="ADAL" clId="{B327DBD7-C221-430A-B104-6485CFF704D9}" dt="2025-04-04T14:20:33.777" v="107" actId="1076"/>
          <ac:grpSpMkLst>
            <pc:docMk/>
            <pc:sldMk cId="2380063793" sldId="264"/>
            <ac:grpSpMk id="4" creationId="{CC95504C-2FEA-308B-FA22-E368118D6A83}"/>
          </ac:grpSpMkLst>
        </pc:grpChg>
        <pc:picChg chg="mod">
          <ac:chgData name="Pi, Yalong" userId="c9a3dc08-26f0-490d-b190-2780270c58e1" providerId="ADAL" clId="{B327DBD7-C221-430A-B104-6485CFF704D9}" dt="2025-04-04T14:20:33.777" v="107" actId="1076"/>
          <ac:picMkLst>
            <pc:docMk/>
            <pc:sldMk cId="2380063793" sldId="264"/>
            <ac:picMk id="5" creationId="{AA5DB515-B8D9-1692-8749-19D6A1D983C0}"/>
          </ac:picMkLst>
        </pc:picChg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1634234858" sldId="265"/>
        </pc:sldMkLst>
      </pc:sldChg>
      <pc:sldChg chg="addSp delSp modSp new add del mod ord">
        <pc:chgData name="Pi, Yalong" userId="c9a3dc08-26f0-490d-b190-2780270c58e1" providerId="ADAL" clId="{B327DBD7-C221-430A-B104-6485CFF704D9}" dt="2025-04-08T18:13:54.829" v="2750"/>
        <pc:sldMkLst>
          <pc:docMk/>
          <pc:sldMk cId="2273229446" sldId="265"/>
        </pc:sldMkLst>
        <pc:picChg chg="add mod">
          <ac:chgData name="Pi, Yalong" userId="c9a3dc08-26f0-490d-b190-2780270c58e1" providerId="ADAL" clId="{B327DBD7-C221-430A-B104-6485CFF704D9}" dt="2025-04-04T14:32:33.048" v="204" actId="1076"/>
          <ac:picMkLst>
            <pc:docMk/>
            <pc:sldMk cId="2273229446" sldId="265"/>
            <ac:picMk id="1026" creationId="{567AA96F-FE37-B407-EAD1-F8CF3B3C9BFA}"/>
          </ac:picMkLst>
        </pc:picChg>
        <pc:picChg chg="add mod">
          <ac:chgData name="Pi, Yalong" userId="c9a3dc08-26f0-490d-b190-2780270c58e1" providerId="ADAL" clId="{B327DBD7-C221-430A-B104-6485CFF704D9}" dt="2025-04-04T14:32:33.048" v="204" actId="1076"/>
          <ac:picMkLst>
            <pc:docMk/>
            <pc:sldMk cId="2273229446" sldId="265"/>
            <ac:picMk id="1028" creationId="{5B8AB20A-D08F-69DC-B247-509F2AD30C83}"/>
          </ac:picMkLst>
        </pc:picChg>
      </pc:sldChg>
      <pc:sldChg chg="addSp delSp modSp new add del mod">
        <pc:chgData name="Pi, Yalong" userId="c9a3dc08-26f0-490d-b190-2780270c58e1" providerId="ADAL" clId="{B327DBD7-C221-430A-B104-6485CFF704D9}" dt="2025-04-04T20:06:17.335" v="505" actId="2696"/>
        <pc:sldMkLst>
          <pc:docMk/>
          <pc:sldMk cId="1845096697" sldId="266"/>
        </pc:sldMkLst>
        <pc:spChg chg="mod">
          <ac:chgData name="Pi, Yalong" userId="c9a3dc08-26f0-490d-b190-2780270c58e1" providerId="ADAL" clId="{B327DBD7-C221-430A-B104-6485CFF704D9}" dt="2025-04-04T14:58:33.791" v="210"/>
          <ac:spMkLst>
            <pc:docMk/>
            <pc:sldMk cId="1845096697" sldId="266"/>
            <ac:spMk id="2" creationId="{BBBA7220-3815-573D-3DA7-711FCB66945A}"/>
          </ac:spMkLst>
        </pc:spChg>
        <pc:picChg chg="add mod">
          <ac:chgData name="Pi, Yalong" userId="c9a3dc08-26f0-490d-b190-2780270c58e1" providerId="ADAL" clId="{B327DBD7-C221-430A-B104-6485CFF704D9}" dt="2025-04-04T14:58:38.524" v="211" actId="1076"/>
          <ac:picMkLst>
            <pc:docMk/>
            <pc:sldMk cId="1845096697" sldId="266"/>
            <ac:picMk id="3074" creationId="{2336F1D0-97A6-CF33-4D24-4D7D892A25E3}"/>
          </ac:picMkLst>
        </pc:picChg>
      </pc:sldChg>
      <pc:sldChg chg="addSp modSp new add del mod">
        <pc:chgData name="Pi, Yalong" userId="c9a3dc08-26f0-490d-b190-2780270c58e1" providerId="ADAL" clId="{B327DBD7-C221-430A-B104-6485CFF704D9}" dt="2025-04-04T20:06:17.335" v="505" actId="2696"/>
        <pc:sldMkLst>
          <pc:docMk/>
          <pc:sldMk cId="709780524" sldId="267"/>
        </pc:sldMkLst>
        <pc:spChg chg="mod">
          <ac:chgData name="Pi, Yalong" userId="c9a3dc08-26f0-490d-b190-2780270c58e1" providerId="ADAL" clId="{B327DBD7-C221-430A-B104-6485CFF704D9}" dt="2025-04-04T14:28:37.034" v="198"/>
          <ac:spMkLst>
            <pc:docMk/>
            <pc:sldMk cId="709780524" sldId="267"/>
            <ac:spMk id="2" creationId="{46311416-598B-20F2-4FD3-73CB382AFC3B}"/>
          </ac:spMkLst>
        </pc:spChg>
        <pc:spChg chg="mod">
          <ac:chgData name="Pi, Yalong" userId="c9a3dc08-26f0-490d-b190-2780270c58e1" providerId="ADAL" clId="{B327DBD7-C221-430A-B104-6485CFF704D9}" dt="2025-04-04T14:30:48.606" v="201" actId="255"/>
          <ac:spMkLst>
            <pc:docMk/>
            <pc:sldMk cId="709780524" sldId="267"/>
            <ac:spMk id="3" creationId="{66FA249C-B0A5-C92E-C069-E055A0547C29}"/>
          </ac:spMkLst>
        </pc:spChg>
        <pc:picChg chg="add mod">
          <ac:chgData name="Pi, Yalong" userId="c9a3dc08-26f0-490d-b190-2780270c58e1" providerId="ADAL" clId="{B327DBD7-C221-430A-B104-6485CFF704D9}" dt="2025-04-04T14:30:52.967" v="203" actId="1076"/>
          <ac:picMkLst>
            <pc:docMk/>
            <pc:sldMk cId="709780524" sldId="267"/>
            <ac:picMk id="2050" creationId="{EDB3B5B3-D3DA-A94F-AF3C-4E0955FD68CD}"/>
          </ac:picMkLst>
        </pc:picChg>
      </pc:sldChg>
      <pc:sldChg chg="addSp delSp modSp new add del mod">
        <pc:chgData name="Pi, Yalong" userId="c9a3dc08-26f0-490d-b190-2780270c58e1" providerId="ADAL" clId="{B327DBD7-C221-430A-B104-6485CFF704D9}" dt="2025-04-08T18:19:08.253" v="2777" actId="20577"/>
        <pc:sldMkLst>
          <pc:docMk/>
          <pc:sldMk cId="249987385" sldId="268"/>
        </pc:sldMkLst>
        <pc:spChg chg="add mod">
          <ac:chgData name="Pi, Yalong" userId="c9a3dc08-26f0-490d-b190-2780270c58e1" providerId="ADAL" clId="{B327DBD7-C221-430A-B104-6485CFF704D9}" dt="2025-04-08T18:19:08.253" v="2777" actId="20577"/>
          <ac:spMkLst>
            <pc:docMk/>
            <pc:sldMk cId="249987385" sldId="268"/>
            <ac:spMk id="2" creationId="{F22B94FA-DFF0-5BCF-9DA0-7AD544A51F05}"/>
          </ac:spMkLst>
        </pc:spChg>
        <pc:picChg chg="add mod">
          <ac:chgData name="Pi, Yalong" userId="c9a3dc08-26f0-490d-b190-2780270c58e1" providerId="ADAL" clId="{B327DBD7-C221-430A-B104-6485CFF704D9}" dt="2025-04-08T18:18:51.466" v="2768" actId="14100"/>
          <ac:picMkLst>
            <pc:docMk/>
            <pc:sldMk cId="249987385" sldId="268"/>
            <ac:picMk id="2050" creationId="{00C7FC38-5AEE-A397-4AF1-F909B6CE299E}"/>
          </ac:picMkLst>
        </pc:picChg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2792971065" sldId="268"/>
        </pc:sldMkLst>
      </pc:sldChg>
      <pc:sldChg chg="modSp add mod">
        <pc:chgData name="Pi, Yalong" userId="c9a3dc08-26f0-490d-b190-2780270c58e1" providerId="ADAL" clId="{B327DBD7-C221-430A-B104-6485CFF704D9}" dt="2025-04-04T21:44:52.248" v="1597" actId="5793"/>
        <pc:sldMkLst>
          <pc:docMk/>
          <pc:sldMk cId="1833404617" sldId="269"/>
        </pc:sldMkLst>
        <pc:graphicFrameChg chg="modGraphic">
          <ac:chgData name="Pi, Yalong" userId="c9a3dc08-26f0-490d-b190-2780270c58e1" providerId="ADAL" clId="{B327DBD7-C221-430A-B104-6485CFF704D9}" dt="2025-04-04T21:44:52.248" v="1597" actId="5793"/>
          <ac:graphicFrameMkLst>
            <pc:docMk/>
            <pc:sldMk cId="1833404617" sldId="269"/>
            <ac:graphicFrameMk id="6" creationId="{00000000-0000-0000-0000-000000000000}"/>
          </ac:graphicFrameMkLst>
        </pc:graphicFrameChg>
      </pc:sldChg>
      <pc:sldChg chg="addSp modSp new del mod">
        <pc:chgData name="Pi, Yalong" userId="c9a3dc08-26f0-490d-b190-2780270c58e1" providerId="ADAL" clId="{B327DBD7-C221-430A-B104-6485CFF704D9}" dt="2025-04-04T17:19:15.562" v="237" actId="47"/>
        <pc:sldMkLst>
          <pc:docMk/>
          <pc:sldMk cId="3931532231" sldId="269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0" sldId="270"/>
        </pc:sldMkLst>
      </pc:sldChg>
      <pc:sldChg chg="addSp delSp modSp new add del">
        <pc:chgData name="Pi, Yalong" userId="c9a3dc08-26f0-490d-b190-2780270c58e1" providerId="ADAL" clId="{B327DBD7-C221-430A-B104-6485CFF704D9}" dt="2025-04-04T20:06:17.335" v="505" actId="2696"/>
        <pc:sldMkLst>
          <pc:docMk/>
          <pc:sldMk cId="2029302961" sldId="270"/>
        </pc:sldMkLst>
        <pc:picChg chg="add mod">
          <ac:chgData name="Pi, Yalong" userId="c9a3dc08-26f0-490d-b190-2780270c58e1" providerId="ADAL" clId="{B327DBD7-C221-430A-B104-6485CFF704D9}" dt="2025-04-04T17:11:33.436" v="236" actId="1076"/>
          <ac:picMkLst>
            <pc:docMk/>
            <pc:sldMk cId="2029302961" sldId="270"/>
            <ac:picMk id="6152" creationId="{53CF51E3-9ABE-D490-5261-62F045610B82}"/>
          </ac:picMkLst>
        </pc:picChg>
      </pc:sldChg>
      <pc:sldChg chg="addSp modSp new add del mod">
        <pc:chgData name="Pi, Yalong" userId="c9a3dc08-26f0-490d-b190-2780270c58e1" providerId="ADAL" clId="{B327DBD7-C221-430A-B104-6485CFF704D9}" dt="2025-04-04T20:06:17.335" v="505" actId="2696"/>
        <pc:sldMkLst>
          <pc:docMk/>
          <pc:sldMk cId="2696387400" sldId="271"/>
        </pc:sldMkLst>
        <pc:spChg chg="mod">
          <ac:chgData name="Pi, Yalong" userId="c9a3dc08-26f0-490d-b190-2780270c58e1" providerId="ADAL" clId="{B327DBD7-C221-430A-B104-6485CFF704D9}" dt="2025-04-04T17:19:29.020" v="245" actId="5793"/>
          <ac:spMkLst>
            <pc:docMk/>
            <pc:sldMk cId="2696387400" sldId="271"/>
            <ac:spMk id="2" creationId="{2915486B-BA28-6737-BC57-AA7830E176EC}"/>
          </ac:spMkLst>
        </pc:spChg>
        <pc:spChg chg="mod">
          <ac:chgData name="Pi, Yalong" userId="c9a3dc08-26f0-490d-b190-2780270c58e1" providerId="ADAL" clId="{B327DBD7-C221-430A-B104-6485CFF704D9}" dt="2025-04-04T17:22:40.701" v="305" actId="6549"/>
          <ac:spMkLst>
            <pc:docMk/>
            <pc:sldMk cId="2696387400" sldId="271"/>
            <ac:spMk id="3" creationId="{4CF71A96-9D67-25A5-B395-76528F9A8FA5}"/>
          </ac:spMkLst>
        </pc:spChg>
        <pc:picChg chg="add mod">
          <ac:chgData name="Pi, Yalong" userId="c9a3dc08-26f0-490d-b190-2780270c58e1" providerId="ADAL" clId="{B327DBD7-C221-430A-B104-6485CFF704D9}" dt="2025-04-04T17:21:50.702" v="299" actId="1076"/>
          <ac:picMkLst>
            <pc:docMk/>
            <pc:sldMk cId="2696387400" sldId="271"/>
            <ac:picMk id="7170" creationId="{1F0AAFD9-102C-97B9-0B48-DA940E78D817}"/>
          </ac:picMkLst>
        </pc:picChg>
      </pc:sldChg>
      <pc:sldChg chg="addSp new add del">
        <pc:chgData name="Pi, Yalong" userId="c9a3dc08-26f0-490d-b190-2780270c58e1" providerId="ADAL" clId="{B327DBD7-C221-430A-B104-6485CFF704D9}" dt="2025-04-04T20:06:17.335" v="505" actId="2696"/>
        <pc:sldMkLst>
          <pc:docMk/>
          <pc:sldMk cId="1785881854" sldId="272"/>
        </pc:sldMkLst>
        <pc:picChg chg="add">
          <ac:chgData name="Pi, Yalong" userId="c9a3dc08-26f0-490d-b190-2780270c58e1" providerId="ADAL" clId="{B327DBD7-C221-430A-B104-6485CFF704D9}" dt="2025-04-04T17:25:34.701" v="307"/>
          <ac:picMkLst>
            <pc:docMk/>
            <pc:sldMk cId="1785881854" sldId="272"/>
            <ac:picMk id="8194" creationId="{471BF98C-4AD2-07EA-FB16-0A2A5EBC2376}"/>
          </ac:picMkLst>
        </pc:picChg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1957540637" sldId="272"/>
        </pc:sldMkLst>
      </pc:sldChg>
      <pc:sldChg chg="addSp new add del">
        <pc:chgData name="Pi, Yalong" userId="c9a3dc08-26f0-490d-b190-2780270c58e1" providerId="ADAL" clId="{B327DBD7-C221-430A-B104-6485CFF704D9}" dt="2025-04-04T20:06:17.335" v="505" actId="2696"/>
        <pc:sldMkLst>
          <pc:docMk/>
          <pc:sldMk cId="1044276292" sldId="273"/>
        </pc:sldMkLst>
        <pc:picChg chg="add">
          <ac:chgData name="Pi, Yalong" userId="c9a3dc08-26f0-490d-b190-2780270c58e1" providerId="ADAL" clId="{B327DBD7-C221-430A-B104-6485CFF704D9}" dt="2025-04-04T17:26:20.885" v="312"/>
          <ac:picMkLst>
            <pc:docMk/>
            <pc:sldMk cId="1044276292" sldId="273"/>
            <ac:picMk id="9218" creationId="{022144AD-BC1C-8928-6805-7C306B8311E3}"/>
          </ac:picMkLst>
        </pc:picChg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2823956413" sldId="273"/>
        </pc:sldMkLst>
      </pc:sldChg>
      <pc:sldChg chg="addSp delSp new add del">
        <pc:chgData name="Pi, Yalong" userId="c9a3dc08-26f0-490d-b190-2780270c58e1" providerId="ADAL" clId="{B327DBD7-C221-430A-B104-6485CFF704D9}" dt="2025-04-04T20:06:17.335" v="505" actId="2696"/>
        <pc:sldMkLst>
          <pc:docMk/>
          <pc:sldMk cId="3618790974" sldId="274"/>
        </pc:sldMkLst>
        <pc:picChg chg="add">
          <ac:chgData name="Pi, Yalong" userId="c9a3dc08-26f0-490d-b190-2780270c58e1" providerId="ADAL" clId="{B327DBD7-C221-430A-B104-6485CFF704D9}" dt="2025-04-04T19:46:17.180" v="320"/>
          <ac:picMkLst>
            <pc:docMk/>
            <pc:sldMk cId="3618790974" sldId="274"/>
            <ac:picMk id="10248" creationId="{0ADA9F19-7DE8-A1FF-2022-E6F80CF482CC}"/>
          </ac:picMkLst>
        </pc:picChg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0" sldId="275"/>
        </pc:sldMkLst>
      </pc:sldChg>
      <pc:sldChg chg="addSp delSp modSp new del mod">
        <pc:chgData name="Pi, Yalong" userId="c9a3dc08-26f0-490d-b190-2780270c58e1" providerId="ADAL" clId="{B327DBD7-C221-430A-B104-6485CFF704D9}" dt="2025-04-04T20:03:37.180" v="445" actId="47"/>
        <pc:sldMkLst>
          <pc:docMk/>
          <pc:sldMk cId="3656488444" sldId="275"/>
        </pc:sldMkLst>
      </pc:sldChg>
      <pc:sldChg chg="addSp delSp modSp new del mod">
        <pc:chgData name="Pi, Yalong" userId="c9a3dc08-26f0-490d-b190-2780270c58e1" providerId="ADAL" clId="{B327DBD7-C221-430A-B104-6485CFF704D9}" dt="2025-04-04T19:50:51.002" v="341" actId="47"/>
        <pc:sldMkLst>
          <pc:docMk/>
          <pc:sldMk cId="2612865208" sldId="276"/>
        </pc:sldMkLst>
      </pc:sldChg>
      <pc:sldChg chg="add del ord">
        <pc:chgData name="Pi, Yalong" userId="c9a3dc08-26f0-490d-b190-2780270c58e1" providerId="ADAL" clId="{B327DBD7-C221-430A-B104-6485CFF704D9}" dt="2025-04-11T00:17:41.160" v="3089" actId="2696"/>
        <pc:sldMkLst>
          <pc:docMk/>
          <pc:sldMk cId="3687868484" sldId="276"/>
        </pc:sldMkLst>
      </pc:sldChg>
      <pc:sldChg chg="addSp delSp modSp new add del mod">
        <pc:chgData name="Pi, Yalong" userId="c9a3dc08-26f0-490d-b190-2780270c58e1" providerId="ADAL" clId="{B327DBD7-C221-430A-B104-6485CFF704D9}" dt="2025-04-04T20:06:33.265" v="511" actId="47"/>
        <pc:sldMkLst>
          <pc:docMk/>
          <pc:sldMk cId="353019301" sldId="277"/>
        </pc:sldMkLst>
      </pc:sldChg>
      <pc:sldChg chg="addSp delSp modSp new del mod ord">
        <pc:chgData name="Pi, Yalong" userId="c9a3dc08-26f0-490d-b190-2780270c58e1" providerId="ADAL" clId="{B327DBD7-C221-430A-B104-6485CFF704D9}" dt="2025-04-04T20:03:35.808" v="444" actId="47"/>
        <pc:sldMkLst>
          <pc:docMk/>
          <pc:sldMk cId="4244806653" sldId="278"/>
        </pc:sldMkLst>
      </pc:sldChg>
      <pc:sldChg chg="addSp delSp modSp new add del mod ord">
        <pc:chgData name="Pi, Yalong" userId="c9a3dc08-26f0-490d-b190-2780270c58e1" providerId="ADAL" clId="{B327DBD7-C221-430A-B104-6485CFF704D9}" dt="2025-04-04T20:06:33.104" v="510" actId="47"/>
        <pc:sldMkLst>
          <pc:docMk/>
          <pc:sldMk cId="1848639064" sldId="279"/>
        </pc:sldMkLst>
      </pc:sldChg>
      <pc:sldChg chg="addSp delSp modSp new add del mod">
        <pc:chgData name="Pi, Yalong" userId="c9a3dc08-26f0-490d-b190-2780270c58e1" providerId="ADAL" clId="{B327DBD7-C221-430A-B104-6485CFF704D9}" dt="2025-04-04T20:06:17.335" v="505" actId="2696"/>
        <pc:sldMkLst>
          <pc:docMk/>
          <pc:sldMk cId="2749832146" sldId="280"/>
        </pc:sldMkLst>
        <pc:spChg chg="mod">
          <ac:chgData name="Pi, Yalong" userId="c9a3dc08-26f0-490d-b190-2780270c58e1" providerId="ADAL" clId="{B327DBD7-C221-430A-B104-6485CFF704D9}" dt="2025-04-04T20:02:41.820" v="413" actId="20577"/>
          <ac:spMkLst>
            <pc:docMk/>
            <pc:sldMk cId="2749832146" sldId="280"/>
            <ac:spMk id="2" creationId="{CFB66B68-8C1A-82BF-C44B-DF5DE89D63C2}"/>
          </ac:spMkLst>
        </pc:spChg>
        <pc:spChg chg="add mod">
          <ac:chgData name="Pi, Yalong" userId="c9a3dc08-26f0-490d-b190-2780270c58e1" providerId="ADAL" clId="{B327DBD7-C221-430A-B104-6485CFF704D9}" dt="2025-04-04T20:02:49.371" v="416"/>
          <ac:spMkLst>
            <pc:docMk/>
            <pc:sldMk cId="2749832146" sldId="280"/>
            <ac:spMk id="6" creationId="{7CF5A057-20F5-4C9C-2F67-318A39B080C6}"/>
          </ac:spMkLst>
        </pc:spChg>
        <pc:spChg chg="add mod">
          <ac:chgData name="Pi, Yalong" userId="c9a3dc08-26f0-490d-b190-2780270c58e1" providerId="ADAL" clId="{B327DBD7-C221-430A-B104-6485CFF704D9}" dt="2025-04-04T20:02:49.371" v="416"/>
          <ac:spMkLst>
            <pc:docMk/>
            <pc:sldMk cId="2749832146" sldId="280"/>
            <ac:spMk id="15" creationId="{3E0FB91E-DC70-9E9D-1C79-73EDB3D7207B}"/>
          </ac:spMkLst>
        </pc:spChg>
        <pc:graphicFrameChg chg="add mod">
          <ac:chgData name="Pi, Yalong" userId="c9a3dc08-26f0-490d-b190-2780270c58e1" providerId="ADAL" clId="{B327DBD7-C221-430A-B104-6485CFF704D9}" dt="2025-04-04T20:02:49.371" v="416"/>
          <ac:graphicFrameMkLst>
            <pc:docMk/>
            <pc:sldMk cId="2749832146" sldId="280"/>
            <ac:graphicFrameMk id="4" creationId="{E562887E-926E-2084-6201-A06BE09D306A}"/>
          </ac:graphicFrameMkLst>
        </pc:graphicFrameChg>
        <pc:graphicFrameChg chg="add mod">
          <ac:chgData name="Pi, Yalong" userId="c9a3dc08-26f0-490d-b190-2780270c58e1" providerId="ADAL" clId="{B327DBD7-C221-430A-B104-6485CFF704D9}" dt="2025-04-04T20:02:49.371" v="416"/>
          <ac:graphicFrameMkLst>
            <pc:docMk/>
            <pc:sldMk cId="2749832146" sldId="280"/>
            <ac:graphicFrameMk id="5" creationId="{96B4B27A-83D2-FA19-90C4-DAF399525141}"/>
          </ac:graphicFrameMkLst>
        </pc:graphicFrameChg>
        <pc:graphicFrameChg chg="add mod">
          <ac:chgData name="Pi, Yalong" userId="c9a3dc08-26f0-490d-b190-2780270c58e1" providerId="ADAL" clId="{B327DBD7-C221-430A-B104-6485CFF704D9}" dt="2025-04-04T20:02:49.371" v="416"/>
          <ac:graphicFrameMkLst>
            <pc:docMk/>
            <pc:sldMk cId="2749832146" sldId="280"/>
            <ac:graphicFrameMk id="7" creationId="{ABE76E0B-AE7D-7808-5F05-B2F98C755A2D}"/>
          </ac:graphicFrameMkLst>
        </pc:graphicFrameChg>
        <pc:graphicFrameChg chg="add mod">
          <ac:chgData name="Pi, Yalong" userId="c9a3dc08-26f0-490d-b190-2780270c58e1" providerId="ADAL" clId="{B327DBD7-C221-430A-B104-6485CFF704D9}" dt="2025-04-04T20:02:49.371" v="416"/>
          <ac:graphicFrameMkLst>
            <pc:docMk/>
            <pc:sldMk cId="2749832146" sldId="280"/>
            <ac:graphicFrameMk id="8" creationId="{476897DF-A554-4754-D629-F3ABC8B8FDAE}"/>
          </ac:graphicFrameMkLst>
        </pc:graphicFrameChg>
        <pc:graphicFrameChg chg="add mod">
          <ac:chgData name="Pi, Yalong" userId="c9a3dc08-26f0-490d-b190-2780270c58e1" providerId="ADAL" clId="{B327DBD7-C221-430A-B104-6485CFF704D9}" dt="2025-04-04T20:02:49.371" v="416"/>
          <ac:graphicFrameMkLst>
            <pc:docMk/>
            <pc:sldMk cId="2749832146" sldId="280"/>
            <ac:graphicFrameMk id="9" creationId="{6F739248-BB85-5975-EED8-6323D74D4538}"/>
          </ac:graphicFrameMkLst>
        </pc:graphicFrameChg>
        <pc:graphicFrameChg chg="add mod">
          <ac:chgData name="Pi, Yalong" userId="c9a3dc08-26f0-490d-b190-2780270c58e1" providerId="ADAL" clId="{B327DBD7-C221-430A-B104-6485CFF704D9}" dt="2025-04-04T20:02:49.371" v="416"/>
          <ac:graphicFrameMkLst>
            <pc:docMk/>
            <pc:sldMk cId="2749832146" sldId="280"/>
            <ac:graphicFrameMk id="10" creationId="{BC13FA4D-76AD-E54A-ECE6-1FCEC914BBEF}"/>
          </ac:graphicFrameMkLst>
        </pc:graphicFrameChg>
        <pc:graphicFrameChg chg="add mod">
          <ac:chgData name="Pi, Yalong" userId="c9a3dc08-26f0-490d-b190-2780270c58e1" providerId="ADAL" clId="{B327DBD7-C221-430A-B104-6485CFF704D9}" dt="2025-04-04T20:02:49.371" v="416"/>
          <ac:graphicFrameMkLst>
            <pc:docMk/>
            <pc:sldMk cId="2749832146" sldId="280"/>
            <ac:graphicFrameMk id="14" creationId="{EB658A95-0D75-E33C-9007-3C80DB13A39C}"/>
          </ac:graphicFrameMkLst>
        </pc:graphicFrameChg>
        <pc:graphicFrameChg chg="add mod">
          <ac:chgData name="Pi, Yalong" userId="c9a3dc08-26f0-490d-b190-2780270c58e1" providerId="ADAL" clId="{B327DBD7-C221-430A-B104-6485CFF704D9}" dt="2025-04-04T20:02:49.371" v="416"/>
          <ac:graphicFrameMkLst>
            <pc:docMk/>
            <pc:sldMk cId="2749832146" sldId="280"/>
            <ac:graphicFrameMk id="17" creationId="{27D3685A-1FC9-020C-47B9-8139C58030B3}"/>
          </ac:graphicFrameMkLst>
        </pc:graphicFrameChg>
      </pc:sldChg>
      <pc:sldChg chg="addSp modSp new add del mod">
        <pc:chgData name="Pi, Yalong" userId="c9a3dc08-26f0-490d-b190-2780270c58e1" providerId="ADAL" clId="{B327DBD7-C221-430A-B104-6485CFF704D9}" dt="2025-04-04T20:06:17.335" v="505" actId="2696"/>
        <pc:sldMkLst>
          <pc:docMk/>
          <pc:sldMk cId="1012564859" sldId="281"/>
        </pc:sldMkLst>
        <pc:spChg chg="mod">
          <ac:chgData name="Pi, Yalong" userId="c9a3dc08-26f0-490d-b190-2780270c58e1" providerId="ADAL" clId="{B327DBD7-C221-430A-B104-6485CFF704D9}" dt="2025-04-04T20:03:06.707" v="428" actId="20577"/>
          <ac:spMkLst>
            <pc:docMk/>
            <pc:sldMk cId="1012564859" sldId="281"/>
            <ac:spMk id="2" creationId="{C38D42C1-2899-26DC-31D1-F652F1C2B54E}"/>
          </ac:spMkLst>
        </pc:spChg>
        <pc:picChg chg="add mod">
          <ac:chgData name="Pi, Yalong" userId="c9a3dc08-26f0-490d-b190-2780270c58e1" providerId="ADAL" clId="{B327DBD7-C221-430A-B104-6485CFF704D9}" dt="2025-04-04T20:03:02.033" v="418"/>
          <ac:picMkLst>
            <pc:docMk/>
            <pc:sldMk cId="1012564859" sldId="281"/>
            <ac:picMk id="3" creationId="{5089F3F9-3329-6D95-BFD0-3951921EDDCF}"/>
          </ac:picMkLst>
        </pc:picChg>
      </pc:sldChg>
      <pc:sldChg chg="addSp modSp new add del mod">
        <pc:chgData name="Pi, Yalong" userId="c9a3dc08-26f0-490d-b190-2780270c58e1" providerId="ADAL" clId="{B327DBD7-C221-430A-B104-6485CFF704D9}" dt="2025-04-04T20:06:17.335" v="505" actId="2696"/>
        <pc:sldMkLst>
          <pc:docMk/>
          <pc:sldMk cId="2816949220" sldId="282"/>
        </pc:sldMkLst>
        <pc:spChg chg="mod">
          <ac:chgData name="Pi, Yalong" userId="c9a3dc08-26f0-490d-b190-2780270c58e1" providerId="ADAL" clId="{B327DBD7-C221-430A-B104-6485CFF704D9}" dt="2025-04-04T20:03:28.355" v="441" actId="20577"/>
          <ac:spMkLst>
            <pc:docMk/>
            <pc:sldMk cId="2816949220" sldId="282"/>
            <ac:spMk id="2" creationId="{DAD0C32E-6A3C-9C4D-6F8B-3617D615E1F4}"/>
          </ac:spMkLst>
        </pc:spChg>
        <pc:spChg chg="mod">
          <ac:chgData name="Pi, Yalong" userId="c9a3dc08-26f0-490d-b190-2780270c58e1" providerId="ADAL" clId="{B327DBD7-C221-430A-B104-6485CFF704D9}" dt="2025-04-04T20:03:33.822" v="443"/>
          <ac:spMkLst>
            <pc:docMk/>
            <pc:sldMk cId="2816949220" sldId="282"/>
            <ac:spMk id="7" creationId="{24EBE9F6-C240-B489-A664-E47CB160A395}"/>
          </ac:spMkLst>
        </pc:spChg>
        <pc:spChg chg="mod">
          <ac:chgData name="Pi, Yalong" userId="c9a3dc08-26f0-490d-b190-2780270c58e1" providerId="ADAL" clId="{B327DBD7-C221-430A-B104-6485CFF704D9}" dt="2025-04-04T20:03:33.822" v="443"/>
          <ac:spMkLst>
            <pc:docMk/>
            <pc:sldMk cId="2816949220" sldId="282"/>
            <ac:spMk id="9" creationId="{8C350D4E-0BEE-719B-F724-5D095835CFE0}"/>
          </ac:spMkLst>
        </pc:spChg>
        <pc:spChg chg="mod">
          <ac:chgData name="Pi, Yalong" userId="c9a3dc08-26f0-490d-b190-2780270c58e1" providerId="ADAL" clId="{B327DBD7-C221-430A-B104-6485CFF704D9}" dt="2025-04-04T20:03:33.822" v="443"/>
          <ac:spMkLst>
            <pc:docMk/>
            <pc:sldMk cId="2816949220" sldId="282"/>
            <ac:spMk id="10" creationId="{77890818-8DF8-66BD-14A9-7B604FFC779D}"/>
          </ac:spMkLst>
        </pc:spChg>
        <pc:spChg chg="mod">
          <ac:chgData name="Pi, Yalong" userId="c9a3dc08-26f0-490d-b190-2780270c58e1" providerId="ADAL" clId="{B327DBD7-C221-430A-B104-6485CFF704D9}" dt="2025-04-04T20:03:33.822" v="443"/>
          <ac:spMkLst>
            <pc:docMk/>
            <pc:sldMk cId="2816949220" sldId="282"/>
            <ac:spMk id="11" creationId="{7B1EBCBC-6290-E44D-4325-39830C9689E8}"/>
          </ac:spMkLst>
        </pc:spChg>
        <pc:spChg chg="mod">
          <ac:chgData name="Pi, Yalong" userId="c9a3dc08-26f0-490d-b190-2780270c58e1" providerId="ADAL" clId="{B327DBD7-C221-430A-B104-6485CFF704D9}" dt="2025-04-04T20:03:33.822" v="443"/>
          <ac:spMkLst>
            <pc:docMk/>
            <pc:sldMk cId="2816949220" sldId="282"/>
            <ac:spMk id="12" creationId="{E6D2887F-0B34-9C0C-6426-5D6AB2231203}"/>
          </ac:spMkLst>
        </pc:spChg>
        <pc:spChg chg="mod">
          <ac:chgData name="Pi, Yalong" userId="c9a3dc08-26f0-490d-b190-2780270c58e1" providerId="ADAL" clId="{B327DBD7-C221-430A-B104-6485CFF704D9}" dt="2025-04-04T20:03:33.822" v="443"/>
          <ac:spMkLst>
            <pc:docMk/>
            <pc:sldMk cId="2816949220" sldId="282"/>
            <ac:spMk id="13" creationId="{913F27AC-7792-D2C7-4E59-C720D0685E23}"/>
          </ac:spMkLst>
        </pc:spChg>
        <pc:spChg chg="mod">
          <ac:chgData name="Pi, Yalong" userId="c9a3dc08-26f0-490d-b190-2780270c58e1" providerId="ADAL" clId="{B327DBD7-C221-430A-B104-6485CFF704D9}" dt="2025-04-04T20:03:33.822" v="443"/>
          <ac:spMkLst>
            <pc:docMk/>
            <pc:sldMk cId="2816949220" sldId="282"/>
            <ac:spMk id="14" creationId="{A4FB3AE0-04E1-AFDD-9A62-95C63447A4A2}"/>
          </ac:spMkLst>
        </pc:spChg>
        <pc:graphicFrameChg chg="add mod">
          <ac:chgData name="Pi, Yalong" userId="c9a3dc08-26f0-490d-b190-2780270c58e1" providerId="ADAL" clId="{B327DBD7-C221-430A-B104-6485CFF704D9}" dt="2025-04-04T20:03:33.822" v="443"/>
          <ac:graphicFrameMkLst>
            <pc:docMk/>
            <pc:sldMk cId="2816949220" sldId="282"/>
            <ac:graphicFrameMk id="4" creationId="{7D1E41A1-E439-F22A-A8F2-2360D9E269BF}"/>
          </ac:graphicFrameMkLst>
        </pc:graphicFrameChg>
        <pc:graphicFrameChg chg="add mod">
          <ac:chgData name="Pi, Yalong" userId="c9a3dc08-26f0-490d-b190-2780270c58e1" providerId="ADAL" clId="{B327DBD7-C221-430A-B104-6485CFF704D9}" dt="2025-04-04T20:03:33.822" v="443"/>
          <ac:graphicFrameMkLst>
            <pc:docMk/>
            <pc:sldMk cId="2816949220" sldId="282"/>
            <ac:graphicFrameMk id="15" creationId="{F3C99A79-0EDD-DDF4-BC93-7A8FB4966C0D}"/>
          </ac:graphicFrameMkLst>
        </pc:graphicFrameChg>
        <pc:graphicFrameChg chg="add mod">
          <ac:chgData name="Pi, Yalong" userId="c9a3dc08-26f0-490d-b190-2780270c58e1" providerId="ADAL" clId="{B327DBD7-C221-430A-B104-6485CFF704D9}" dt="2025-04-04T20:03:33.822" v="443"/>
          <ac:graphicFrameMkLst>
            <pc:docMk/>
            <pc:sldMk cId="2816949220" sldId="282"/>
            <ac:graphicFrameMk id="16" creationId="{4BB3A27E-3AB1-8903-BF2F-551F170976F3}"/>
          </ac:graphicFrameMkLst>
        </pc:graphicFrameChg>
      </pc:sldChg>
      <pc:sldChg chg="addSp delSp modSp new add del mod ord">
        <pc:chgData name="Pi, Yalong" userId="c9a3dc08-26f0-490d-b190-2780270c58e1" providerId="ADAL" clId="{B327DBD7-C221-430A-B104-6485CFF704D9}" dt="2025-04-04T20:49:19.384" v="887" actId="20577"/>
        <pc:sldMkLst>
          <pc:docMk/>
          <pc:sldMk cId="331584325" sldId="283"/>
        </pc:sldMkLst>
        <pc:spChg chg="mod">
          <ac:chgData name="Pi, Yalong" userId="c9a3dc08-26f0-490d-b190-2780270c58e1" providerId="ADAL" clId="{B327DBD7-C221-430A-B104-6485CFF704D9}" dt="2025-04-04T20:47:39.969" v="823" actId="1076"/>
          <ac:spMkLst>
            <pc:docMk/>
            <pc:sldMk cId="331584325" sldId="283"/>
            <ac:spMk id="2" creationId="{22E998D0-333D-5C2A-72F3-4135A93D0C68}"/>
          </ac:spMkLst>
        </pc:spChg>
        <pc:spChg chg="add mod">
          <ac:chgData name="Pi, Yalong" userId="c9a3dc08-26f0-490d-b190-2780270c58e1" providerId="ADAL" clId="{B327DBD7-C221-430A-B104-6485CFF704D9}" dt="2025-04-04T20:47:33.500" v="821" actId="20577"/>
          <ac:spMkLst>
            <pc:docMk/>
            <pc:sldMk cId="331584325" sldId="283"/>
            <ac:spMk id="94" creationId="{1C9F029D-D8EE-A742-5D35-1D2AD7289506}"/>
          </ac:spMkLst>
        </pc:spChg>
        <pc:spChg chg="add mod">
          <ac:chgData name="Pi, Yalong" userId="c9a3dc08-26f0-490d-b190-2780270c58e1" providerId="ADAL" clId="{B327DBD7-C221-430A-B104-6485CFF704D9}" dt="2025-04-04T20:49:07.018" v="883" actId="571"/>
          <ac:spMkLst>
            <pc:docMk/>
            <pc:sldMk cId="331584325" sldId="283"/>
            <ac:spMk id="96" creationId="{93AFAF74-10CE-58C1-F9A2-0EAD94E24601}"/>
          </ac:spMkLst>
        </pc:spChg>
        <pc:spChg chg="add mod">
          <ac:chgData name="Pi, Yalong" userId="c9a3dc08-26f0-490d-b190-2780270c58e1" providerId="ADAL" clId="{B327DBD7-C221-430A-B104-6485CFF704D9}" dt="2025-04-04T20:49:07.018" v="883" actId="571"/>
          <ac:spMkLst>
            <pc:docMk/>
            <pc:sldMk cId="331584325" sldId="283"/>
            <ac:spMk id="97" creationId="{9F7D3923-6C3C-9745-1F5D-196825967E0A}"/>
          </ac:spMkLst>
        </pc:spChg>
        <pc:spChg chg="add mod">
          <ac:chgData name="Pi, Yalong" userId="c9a3dc08-26f0-490d-b190-2780270c58e1" providerId="ADAL" clId="{B327DBD7-C221-430A-B104-6485CFF704D9}" dt="2025-04-04T20:49:07.018" v="883" actId="571"/>
          <ac:spMkLst>
            <pc:docMk/>
            <pc:sldMk cId="331584325" sldId="283"/>
            <ac:spMk id="98" creationId="{9ECB21CD-4019-99DC-7F58-FE7CA0B19724}"/>
          </ac:spMkLst>
        </pc:spChg>
        <pc:spChg chg="add mod">
          <ac:chgData name="Pi, Yalong" userId="c9a3dc08-26f0-490d-b190-2780270c58e1" providerId="ADAL" clId="{B327DBD7-C221-430A-B104-6485CFF704D9}" dt="2025-04-04T20:49:07.018" v="883" actId="571"/>
          <ac:spMkLst>
            <pc:docMk/>
            <pc:sldMk cId="331584325" sldId="283"/>
            <ac:spMk id="99" creationId="{92FB9C42-254F-770F-4ADC-9518F84ADF9B}"/>
          </ac:spMkLst>
        </pc:spChg>
        <pc:spChg chg="add mod">
          <ac:chgData name="Pi, Yalong" userId="c9a3dc08-26f0-490d-b190-2780270c58e1" providerId="ADAL" clId="{B327DBD7-C221-430A-B104-6485CFF704D9}" dt="2025-04-04T20:49:07.018" v="883" actId="571"/>
          <ac:spMkLst>
            <pc:docMk/>
            <pc:sldMk cId="331584325" sldId="283"/>
            <ac:spMk id="100" creationId="{C796CE31-AABC-2240-6F48-08DBAED7A4E3}"/>
          </ac:spMkLst>
        </pc:spChg>
        <pc:spChg chg="add mod">
          <ac:chgData name="Pi, Yalong" userId="c9a3dc08-26f0-490d-b190-2780270c58e1" providerId="ADAL" clId="{B327DBD7-C221-430A-B104-6485CFF704D9}" dt="2025-04-04T20:49:07.018" v="883" actId="571"/>
          <ac:spMkLst>
            <pc:docMk/>
            <pc:sldMk cId="331584325" sldId="283"/>
            <ac:spMk id="101" creationId="{91A85082-371C-4370-0435-F0028755DE7B}"/>
          </ac:spMkLst>
        </pc:spChg>
        <pc:spChg chg="mod">
          <ac:chgData name="Pi, Yalong" userId="c9a3dc08-26f0-490d-b190-2780270c58e1" providerId="ADAL" clId="{B327DBD7-C221-430A-B104-6485CFF704D9}" dt="2025-04-04T20:47:31.979" v="819" actId="1076"/>
          <ac:spMkLst>
            <pc:docMk/>
            <pc:sldMk cId="331584325" sldId="283"/>
            <ac:spMk id="111" creationId="{99027EB4-B37F-11E5-3814-C4DAEE645E0B}"/>
          </ac:spMkLst>
        </pc:spChg>
        <pc:spChg chg="add mod">
          <ac:chgData name="Pi, Yalong" userId="c9a3dc08-26f0-490d-b190-2780270c58e1" providerId="ADAL" clId="{B327DBD7-C221-430A-B104-6485CFF704D9}" dt="2025-04-04T20:05:25.785" v="450"/>
          <ac:spMkLst>
            <pc:docMk/>
            <pc:sldMk cId="331584325" sldId="283"/>
            <ac:spMk id="118" creationId="{26A55382-7950-2C55-D8E3-70C47E72601D}"/>
          </ac:spMkLst>
        </pc:spChg>
        <pc:spChg chg="mod">
          <ac:chgData name="Pi, Yalong" userId="c9a3dc08-26f0-490d-b190-2780270c58e1" providerId="ADAL" clId="{B327DBD7-C221-430A-B104-6485CFF704D9}" dt="2025-04-04T20:47:56.851" v="878" actId="164"/>
          <ac:spMkLst>
            <pc:docMk/>
            <pc:sldMk cId="331584325" sldId="283"/>
            <ac:spMk id="119" creationId="{7171287D-C86F-4F4D-E709-EEF2BDD058B8}"/>
          </ac:spMkLst>
        </pc:spChg>
        <pc:spChg chg="mod">
          <ac:chgData name="Pi, Yalong" userId="c9a3dc08-26f0-490d-b190-2780270c58e1" providerId="ADAL" clId="{B327DBD7-C221-430A-B104-6485CFF704D9}" dt="2025-04-04T20:47:56.851" v="878" actId="164"/>
          <ac:spMkLst>
            <pc:docMk/>
            <pc:sldMk cId="331584325" sldId="283"/>
            <ac:spMk id="120" creationId="{3AE70D1E-065F-E8FE-C33A-0D6BFDDF554C}"/>
          </ac:spMkLst>
        </pc:spChg>
        <pc:spChg chg="mod">
          <ac:chgData name="Pi, Yalong" userId="c9a3dc08-26f0-490d-b190-2780270c58e1" providerId="ADAL" clId="{B327DBD7-C221-430A-B104-6485CFF704D9}" dt="2025-04-04T20:47:56.851" v="878" actId="164"/>
          <ac:spMkLst>
            <pc:docMk/>
            <pc:sldMk cId="331584325" sldId="283"/>
            <ac:spMk id="121" creationId="{DAE81EEF-5A60-DDEB-3831-E56F42BF4110}"/>
          </ac:spMkLst>
        </pc:spChg>
        <pc:spChg chg="add mod">
          <ac:chgData name="Pi, Yalong" userId="c9a3dc08-26f0-490d-b190-2780270c58e1" providerId="ADAL" clId="{B327DBD7-C221-430A-B104-6485CFF704D9}" dt="2025-04-04T20:05:25.785" v="450"/>
          <ac:spMkLst>
            <pc:docMk/>
            <pc:sldMk cId="331584325" sldId="283"/>
            <ac:spMk id="122" creationId="{2BDE7215-7F40-A055-C030-4C8080FA5003}"/>
          </ac:spMkLst>
        </pc:spChg>
        <pc:spChg chg="mod">
          <ac:chgData name="Pi, Yalong" userId="c9a3dc08-26f0-490d-b190-2780270c58e1" providerId="ADAL" clId="{B327DBD7-C221-430A-B104-6485CFF704D9}" dt="2025-04-04T20:48:23.136" v="881" actId="164"/>
          <ac:spMkLst>
            <pc:docMk/>
            <pc:sldMk cId="331584325" sldId="283"/>
            <ac:spMk id="123" creationId="{9EFEBBA0-02E1-817C-97C8-D1132BB4473D}"/>
          </ac:spMkLst>
        </pc:spChg>
        <pc:spChg chg="add mod">
          <ac:chgData name="Pi, Yalong" userId="c9a3dc08-26f0-490d-b190-2780270c58e1" providerId="ADAL" clId="{B327DBD7-C221-430A-B104-6485CFF704D9}" dt="2025-04-04T20:48:23.136" v="881" actId="164"/>
          <ac:spMkLst>
            <pc:docMk/>
            <pc:sldMk cId="331584325" sldId="283"/>
            <ac:spMk id="124" creationId="{F5B4B365-1AF3-2252-47CB-96A28060F387}"/>
          </ac:spMkLst>
        </pc:spChg>
        <pc:spChg chg="add mod">
          <ac:chgData name="Pi, Yalong" userId="c9a3dc08-26f0-490d-b190-2780270c58e1" providerId="ADAL" clId="{B327DBD7-C221-430A-B104-6485CFF704D9}" dt="2025-04-04T20:48:23.136" v="881" actId="164"/>
          <ac:spMkLst>
            <pc:docMk/>
            <pc:sldMk cId="331584325" sldId="283"/>
            <ac:spMk id="135" creationId="{93842D26-42FA-88D4-6AC2-190C9733A438}"/>
          </ac:spMkLst>
        </pc:spChg>
        <pc:spChg chg="mod">
          <ac:chgData name="Pi, Yalong" userId="c9a3dc08-26f0-490d-b190-2780270c58e1" providerId="ADAL" clId="{B327DBD7-C221-430A-B104-6485CFF704D9}" dt="2025-04-04T20:48:23.136" v="881" actId="164"/>
          <ac:spMkLst>
            <pc:docMk/>
            <pc:sldMk cId="331584325" sldId="283"/>
            <ac:spMk id="136" creationId="{22F654D5-156B-8A36-28CF-98A89722EF25}"/>
          </ac:spMkLst>
        </pc:spChg>
        <pc:spChg chg="add mod">
          <ac:chgData name="Pi, Yalong" userId="c9a3dc08-26f0-490d-b190-2780270c58e1" providerId="ADAL" clId="{B327DBD7-C221-430A-B104-6485CFF704D9}" dt="2025-04-04T20:48:23.136" v="881" actId="164"/>
          <ac:spMkLst>
            <pc:docMk/>
            <pc:sldMk cId="331584325" sldId="283"/>
            <ac:spMk id="137" creationId="{01ECA92A-5BDC-1883-10E7-2F03166A71E3}"/>
          </ac:spMkLst>
        </pc:spChg>
        <pc:spChg chg="add mod">
          <ac:chgData name="Pi, Yalong" userId="c9a3dc08-26f0-490d-b190-2780270c58e1" providerId="ADAL" clId="{B327DBD7-C221-430A-B104-6485CFF704D9}" dt="2025-04-04T20:05:25.785" v="450"/>
          <ac:spMkLst>
            <pc:docMk/>
            <pc:sldMk cId="331584325" sldId="283"/>
            <ac:spMk id="138" creationId="{9B8FEF03-1DAE-853D-E58C-D2B26CDBA065}"/>
          </ac:spMkLst>
        </pc:spChg>
        <pc:spChg chg="mod">
          <ac:chgData name="Pi, Yalong" userId="c9a3dc08-26f0-490d-b190-2780270c58e1" providerId="ADAL" clId="{B327DBD7-C221-430A-B104-6485CFF704D9}" dt="2025-04-04T20:47:56.851" v="878" actId="164"/>
          <ac:spMkLst>
            <pc:docMk/>
            <pc:sldMk cId="331584325" sldId="283"/>
            <ac:spMk id="140" creationId="{CE92B141-1F75-245F-9471-F0A15DD2E176}"/>
          </ac:spMkLst>
        </pc:spChg>
        <pc:spChg chg="mod">
          <ac:chgData name="Pi, Yalong" userId="c9a3dc08-26f0-490d-b190-2780270c58e1" providerId="ADAL" clId="{B327DBD7-C221-430A-B104-6485CFF704D9}" dt="2025-04-04T20:48:23.136" v="881" actId="164"/>
          <ac:spMkLst>
            <pc:docMk/>
            <pc:sldMk cId="331584325" sldId="283"/>
            <ac:spMk id="142" creationId="{C1A03D47-4243-F21A-57F8-EC0569F68318}"/>
          </ac:spMkLst>
        </pc:spChg>
        <pc:spChg chg="add mod">
          <ac:chgData name="Pi, Yalong" userId="c9a3dc08-26f0-490d-b190-2780270c58e1" providerId="ADAL" clId="{B327DBD7-C221-430A-B104-6485CFF704D9}" dt="2025-04-04T20:48:23.136" v="881" actId="164"/>
          <ac:spMkLst>
            <pc:docMk/>
            <pc:sldMk cId="331584325" sldId="283"/>
            <ac:spMk id="143" creationId="{1E806859-1761-5C26-43B6-0407D7AF6E32}"/>
          </ac:spMkLst>
        </pc:spChg>
        <pc:spChg chg="add mod">
          <ac:chgData name="Pi, Yalong" userId="c9a3dc08-26f0-490d-b190-2780270c58e1" providerId="ADAL" clId="{B327DBD7-C221-430A-B104-6485CFF704D9}" dt="2025-04-04T20:48:23.136" v="881" actId="164"/>
          <ac:spMkLst>
            <pc:docMk/>
            <pc:sldMk cId="331584325" sldId="283"/>
            <ac:spMk id="178" creationId="{62968BC5-6BC2-C0FF-24BC-A7BA6C5CAF79}"/>
          </ac:spMkLst>
        </pc:spChg>
        <pc:spChg chg="add mod">
          <ac:chgData name="Pi, Yalong" userId="c9a3dc08-26f0-490d-b190-2780270c58e1" providerId="ADAL" clId="{B327DBD7-C221-430A-B104-6485CFF704D9}" dt="2025-04-04T20:48:23.136" v="881" actId="164"/>
          <ac:spMkLst>
            <pc:docMk/>
            <pc:sldMk cId="331584325" sldId="283"/>
            <ac:spMk id="179" creationId="{9927298D-5B08-A441-09C6-FECA9BC6324A}"/>
          </ac:spMkLst>
        </pc:spChg>
        <pc:spChg chg="add mod">
          <ac:chgData name="Pi, Yalong" userId="c9a3dc08-26f0-490d-b190-2780270c58e1" providerId="ADAL" clId="{B327DBD7-C221-430A-B104-6485CFF704D9}" dt="2025-04-04T20:47:56.851" v="878" actId="164"/>
          <ac:spMkLst>
            <pc:docMk/>
            <pc:sldMk cId="331584325" sldId="283"/>
            <ac:spMk id="186" creationId="{F0795B30-C7DC-1E33-5D57-930688EBA425}"/>
          </ac:spMkLst>
        </pc:spChg>
        <pc:spChg chg="add mod">
          <ac:chgData name="Pi, Yalong" userId="c9a3dc08-26f0-490d-b190-2780270c58e1" providerId="ADAL" clId="{B327DBD7-C221-430A-B104-6485CFF704D9}" dt="2025-04-04T20:49:07.018" v="883" actId="571"/>
          <ac:spMkLst>
            <pc:docMk/>
            <pc:sldMk cId="331584325" sldId="283"/>
            <ac:spMk id="217" creationId="{C464842E-B363-C445-14E9-08D40D252BDA}"/>
          </ac:spMkLst>
        </pc:spChg>
        <pc:spChg chg="add mod">
          <ac:chgData name="Pi, Yalong" userId="c9a3dc08-26f0-490d-b190-2780270c58e1" providerId="ADAL" clId="{B327DBD7-C221-430A-B104-6485CFF704D9}" dt="2025-04-04T20:49:07.018" v="883" actId="571"/>
          <ac:spMkLst>
            <pc:docMk/>
            <pc:sldMk cId="331584325" sldId="283"/>
            <ac:spMk id="218" creationId="{F92CB65D-59BE-00D3-F6A3-50E881669CB4}"/>
          </ac:spMkLst>
        </pc:spChg>
        <pc:spChg chg="add mod">
          <ac:chgData name="Pi, Yalong" userId="c9a3dc08-26f0-490d-b190-2780270c58e1" providerId="ADAL" clId="{B327DBD7-C221-430A-B104-6485CFF704D9}" dt="2025-04-04T20:49:19.384" v="887" actId="20577"/>
          <ac:spMkLst>
            <pc:docMk/>
            <pc:sldMk cId="331584325" sldId="283"/>
            <ac:spMk id="219" creationId="{7C8651FC-735C-9125-EB57-A28067380DD0}"/>
          </ac:spMkLst>
        </pc:spChg>
      </pc:sldChg>
      <pc:sldChg chg="addSp delSp modSp new add del mod">
        <pc:chgData name="Pi, Yalong" userId="c9a3dc08-26f0-490d-b190-2780270c58e1" providerId="ADAL" clId="{B327DBD7-C221-430A-B104-6485CFF704D9}" dt="2025-04-04T20:06:28.999" v="509" actId="478"/>
        <pc:sldMkLst>
          <pc:docMk/>
          <pc:sldMk cId="3509447377" sldId="284"/>
        </pc:sldMkLst>
        <pc:spChg chg="add del mod">
          <ac:chgData name="Pi, Yalong" userId="c9a3dc08-26f0-490d-b190-2780270c58e1" providerId="ADAL" clId="{B327DBD7-C221-430A-B104-6485CFF704D9}" dt="2025-04-04T20:06:28.999" v="509" actId="478"/>
          <ac:spMkLst>
            <pc:docMk/>
            <pc:sldMk cId="3509447377" sldId="284"/>
            <ac:spMk id="2" creationId="{9554481B-A39E-CF50-C47B-C9E2A6DBE0CA}"/>
          </ac:spMkLst>
        </pc:spChg>
        <pc:spChg chg="add mod">
          <ac:chgData name="Pi, Yalong" userId="c9a3dc08-26f0-490d-b190-2780270c58e1" providerId="ADAL" clId="{B327DBD7-C221-430A-B104-6485CFF704D9}" dt="2025-04-04T20:06:22.627" v="507"/>
          <ac:spMkLst>
            <pc:docMk/>
            <pc:sldMk cId="3509447377" sldId="284"/>
            <ac:spMk id="5" creationId="{20339185-AEE0-DED2-48B5-6C81B52CC731}"/>
          </ac:spMkLst>
        </pc:spChg>
        <pc:spChg chg="add mod">
          <ac:chgData name="Pi, Yalong" userId="c9a3dc08-26f0-490d-b190-2780270c58e1" providerId="ADAL" clId="{B327DBD7-C221-430A-B104-6485CFF704D9}" dt="2025-04-04T20:06:22.627" v="507"/>
          <ac:spMkLst>
            <pc:docMk/>
            <pc:sldMk cId="3509447377" sldId="284"/>
            <ac:spMk id="6" creationId="{C9350942-6F06-1E5E-3DFC-4E49F058B523}"/>
          </ac:spMkLst>
        </pc:spChg>
        <pc:spChg chg="add mod">
          <ac:chgData name="Pi, Yalong" userId="c9a3dc08-26f0-490d-b190-2780270c58e1" providerId="ADAL" clId="{B327DBD7-C221-430A-B104-6485CFF704D9}" dt="2025-04-04T20:06:22.627" v="507"/>
          <ac:spMkLst>
            <pc:docMk/>
            <pc:sldMk cId="3509447377" sldId="284"/>
            <ac:spMk id="7" creationId="{63CE0725-C8A1-1CB4-F9BB-2DE19AD766DF}"/>
          </ac:spMkLst>
        </pc:spChg>
        <pc:spChg chg="add mod">
          <ac:chgData name="Pi, Yalong" userId="c9a3dc08-26f0-490d-b190-2780270c58e1" providerId="ADAL" clId="{B327DBD7-C221-430A-B104-6485CFF704D9}" dt="2025-04-04T20:06:22.627" v="507"/>
          <ac:spMkLst>
            <pc:docMk/>
            <pc:sldMk cId="3509447377" sldId="284"/>
            <ac:spMk id="8" creationId="{7D7A166A-FED9-E8C7-E10A-579D9633B943}"/>
          </ac:spMkLst>
        </pc:spChg>
        <pc:spChg chg="add mod">
          <ac:chgData name="Pi, Yalong" userId="c9a3dc08-26f0-490d-b190-2780270c58e1" providerId="ADAL" clId="{B327DBD7-C221-430A-B104-6485CFF704D9}" dt="2025-04-04T20:06:22.627" v="507"/>
          <ac:spMkLst>
            <pc:docMk/>
            <pc:sldMk cId="3509447377" sldId="284"/>
            <ac:spMk id="9" creationId="{712F4E74-410D-0B1A-E8FF-AEEE063A6DC7}"/>
          </ac:spMkLst>
        </pc:spChg>
        <pc:spChg chg="add mod">
          <ac:chgData name="Pi, Yalong" userId="c9a3dc08-26f0-490d-b190-2780270c58e1" providerId="ADAL" clId="{B327DBD7-C221-430A-B104-6485CFF704D9}" dt="2025-04-04T20:06:22.627" v="507"/>
          <ac:spMkLst>
            <pc:docMk/>
            <pc:sldMk cId="3509447377" sldId="284"/>
            <ac:spMk id="10" creationId="{9D9C7C46-3CFA-640A-C713-F992AF21B99C}"/>
          </ac:spMkLst>
        </pc:spChg>
        <pc:spChg chg="add mod">
          <ac:chgData name="Pi, Yalong" userId="c9a3dc08-26f0-490d-b190-2780270c58e1" providerId="ADAL" clId="{B327DBD7-C221-430A-B104-6485CFF704D9}" dt="2025-04-04T20:06:22.627" v="507"/>
          <ac:spMkLst>
            <pc:docMk/>
            <pc:sldMk cId="3509447377" sldId="284"/>
            <ac:spMk id="11" creationId="{FC953EF4-B201-B471-C193-73ED4B0C86C8}"/>
          </ac:spMkLst>
        </pc:spChg>
        <pc:spChg chg="add mod">
          <ac:chgData name="Pi, Yalong" userId="c9a3dc08-26f0-490d-b190-2780270c58e1" providerId="ADAL" clId="{B327DBD7-C221-430A-B104-6485CFF704D9}" dt="2025-04-04T20:06:22.627" v="507"/>
          <ac:spMkLst>
            <pc:docMk/>
            <pc:sldMk cId="3509447377" sldId="284"/>
            <ac:spMk id="12" creationId="{B2B52C87-56D1-FBDB-1A9E-81F026FAB7D2}"/>
          </ac:spMkLst>
        </pc:spChg>
        <pc:spChg chg="add mod">
          <ac:chgData name="Pi, Yalong" userId="c9a3dc08-26f0-490d-b190-2780270c58e1" providerId="ADAL" clId="{B327DBD7-C221-430A-B104-6485CFF704D9}" dt="2025-04-04T20:06:22.627" v="507"/>
          <ac:spMkLst>
            <pc:docMk/>
            <pc:sldMk cId="3509447377" sldId="284"/>
            <ac:spMk id="14" creationId="{95012DDD-9156-BA1E-21CF-111B416ECD39}"/>
          </ac:spMkLst>
        </pc:spChg>
        <pc:spChg chg="add mod">
          <ac:chgData name="Pi, Yalong" userId="c9a3dc08-26f0-490d-b190-2780270c58e1" providerId="ADAL" clId="{B327DBD7-C221-430A-B104-6485CFF704D9}" dt="2025-04-04T20:06:22.627" v="507"/>
          <ac:spMkLst>
            <pc:docMk/>
            <pc:sldMk cId="3509447377" sldId="284"/>
            <ac:spMk id="23" creationId="{EAC09A28-ED2C-1455-F721-DFD5D13FA79B}"/>
          </ac:spMkLst>
        </pc:spChg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10884349" sldId="285"/>
        </pc:sldMkLst>
      </pc:sldChg>
      <pc:sldChg chg="addSp delSp modSp new mod">
        <pc:chgData name="Pi, Yalong" userId="c9a3dc08-26f0-490d-b190-2780270c58e1" providerId="ADAL" clId="{B327DBD7-C221-430A-B104-6485CFF704D9}" dt="2025-04-04T21:57:02.217" v="1634" actId="1076"/>
        <pc:sldMkLst>
          <pc:docMk/>
          <pc:sldMk cId="695999460" sldId="285"/>
        </pc:sldMkLst>
        <pc:spChg chg="mod">
          <ac:chgData name="Pi, Yalong" userId="c9a3dc08-26f0-490d-b190-2780270c58e1" providerId="ADAL" clId="{B327DBD7-C221-430A-B104-6485CFF704D9}" dt="2025-04-04T21:56:49.316" v="1629" actId="1076"/>
          <ac:spMkLst>
            <pc:docMk/>
            <pc:sldMk cId="695999460" sldId="285"/>
            <ac:spMk id="2" creationId="{9926754F-96E1-1B4A-E22A-F4D8363B4380}"/>
          </ac:spMkLst>
        </pc:spChg>
        <pc:spChg chg="add mod">
          <ac:chgData name="Pi, Yalong" userId="c9a3dc08-26f0-490d-b190-2780270c58e1" providerId="ADAL" clId="{B327DBD7-C221-430A-B104-6485CFF704D9}" dt="2025-04-04T21:57:02.217" v="1634" actId="1076"/>
          <ac:spMkLst>
            <pc:docMk/>
            <pc:sldMk cId="695999460" sldId="285"/>
            <ac:spMk id="8" creationId="{9368B4F6-7040-2820-4908-11FDFBF63566}"/>
          </ac:spMkLst>
        </pc:spChg>
        <pc:graphicFrameChg chg="add mod modGraphic">
          <ac:chgData name="Pi, Yalong" userId="c9a3dc08-26f0-490d-b190-2780270c58e1" providerId="ADAL" clId="{B327DBD7-C221-430A-B104-6485CFF704D9}" dt="2025-04-04T21:57:02.217" v="1634" actId="1076"/>
          <ac:graphicFrameMkLst>
            <pc:docMk/>
            <pc:sldMk cId="695999460" sldId="285"/>
            <ac:graphicFrameMk id="6" creationId="{B85D076A-E8BD-AC37-ED66-B696E9A4BCE3}"/>
          </ac:graphicFrameMkLst>
        </pc:graphicFrameChg>
        <pc:graphicFrameChg chg="add mod modGraphic">
          <ac:chgData name="Pi, Yalong" userId="c9a3dc08-26f0-490d-b190-2780270c58e1" providerId="ADAL" clId="{B327DBD7-C221-430A-B104-6485CFF704D9}" dt="2025-04-04T21:57:02.217" v="1634" actId="1076"/>
          <ac:graphicFrameMkLst>
            <pc:docMk/>
            <pc:sldMk cId="695999460" sldId="285"/>
            <ac:graphicFrameMk id="7" creationId="{1EC6C5A9-7013-6C96-8BDB-AC772FEA29CA}"/>
          </ac:graphicFrameMkLst>
        </pc:graphicFrameChg>
      </pc:sldChg>
      <pc:sldChg chg="addSp modSp new mod">
        <pc:chgData name="Pi, Yalong" userId="c9a3dc08-26f0-490d-b190-2780270c58e1" providerId="ADAL" clId="{B327DBD7-C221-430A-B104-6485CFF704D9}" dt="2025-04-04T20:20:23.944" v="568"/>
        <pc:sldMkLst>
          <pc:docMk/>
          <pc:sldMk cId="1380612160" sldId="286"/>
        </pc:sldMkLst>
        <pc:spChg chg="mod">
          <ac:chgData name="Pi, Yalong" userId="c9a3dc08-26f0-490d-b190-2780270c58e1" providerId="ADAL" clId="{B327DBD7-C221-430A-B104-6485CFF704D9}" dt="2025-04-04T20:20:03.953" v="567" actId="20577"/>
          <ac:spMkLst>
            <pc:docMk/>
            <pc:sldMk cId="1380612160" sldId="286"/>
            <ac:spMk id="2" creationId="{0D7B68FA-4D8D-94F5-FD1C-FC85C3122E19}"/>
          </ac:spMkLst>
        </pc:spChg>
        <pc:spChg chg="add mod">
          <ac:chgData name="Pi, Yalong" userId="c9a3dc08-26f0-490d-b190-2780270c58e1" providerId="ADAL" clId="{B327DBD7-C221-430A-B104-6485CFF704D9}" dt="2025-04-04T20:20:23.944" v="568"/>
          <ac:spMkLst>
            <pc:docMk/>
            <pc:sldMk cId="1380612160" sldId="286"/>
            <ac:spMk id="7" creationId="{1A198BFA-B8A1-99AC-18DC-CA76C61CA533}"/>
          </ac:spMkLst>
        </pc:spChg>
        <pc:spChg chg="add mod">
          <ac:chgData name="Pi, Yalong" userId="c9a3dc08-26f0-490d-b190-2780270c58e1" providerId="ADAL" clId="{B327DBD7-C221-430A-B104-6485CFF704D9}" dt="2025-04-04T20:20:23.944" v="568"/>
          <ac:spMkLst>
            <pc:docMk/>
            <pc:sldMk cId="1380612160" sldId="286"/>
            <ac:spMk id="8" creationId="{D0D00ECC-8A03-FC29-E6F0-6BC6402DE19D}"/>
          </ac:spMkLst>
        </pc:spChg>
        <pc:picChg chg="add mod">
          <ac:chgData name="Pi, Yalong" userId="c9a3dc08-26f0-490d-b190-2780270c58e1" providerId="ADAL" clId="{B327DBD7-C221-430A-B104-6485CFF704D9}" dt="2025-04-04T20:20:23.944" v="568"/>
          <ac:picMkLst>
            <pc:docMk/>
            <pc:sldMk cId="1380612160" sldId="286"/>
            <ac:picMk id="3" creationId="{BBECB694-0976-46A6-36F4-732A80047FDD}"/>
          </ac:picMkLst>
        </pc:picChg>
        <pc:picChg chg="add mod">
          <ac:chgData name="Pi, Yalong" userId="c9a3dc08-26f0-490d-b190-2780270c58e1" providerId="ADAL" clId="{B327DBD7-C221-430A-B104-6485CFF704D9}" dt="2025-04-04T20:20:23.944" v="568"/>
          <ac:picMkLst>
            <pc:docMk/>
            <pc:sldMk cId="1380612160" sldId="286"/>
            <ac:picMk id="4" creationId="{40142FC0-4947-331A-A0BD-6B13681E7F75}"/>
          </ac:picMkLst>
        </pc:picChg>
        <pc:picChg chg="add mod">
          <ac:chgData name="Pi, Yalong" userId="c9a3dc08-26f0-490d-b190-2780270c58e1" providerId="ADAL" clId="{B327DBD7-C221-430A-B104-6485CFF704D9}" dt="2025-04-04T20:20:23.944" v="568"/>
          <ac:picMkLst>
            <pc:docMk/>
            <pc:sldMk cId="1380612160" sldId="286"/>
            <ac:picMk id="5" creationId="{9F68813D-FF1C-84BF-98BD-2526112444EC}"/>
          </ac:picMkLst>
        </pc:picChg>
        <pc:picChg chg="add mod">
          <ac:chgData name="Pi, Yalong" userId="c9a3dc08-26f0-490d-b190-2780270c58e1" providerId="ADAL" clId="{B327DBD7-C221-430A-B104-6485CFF704D9}" dt="2025-04-04T20:20:23.944" v="568"/>
          <ac:picMkLst>
            <pc:docMk/>
            <pc:sldMk cId="1380612160" sldId="286"/>
            <ac:picMk id="6" creationId="{2149FFBD-80B2-A958-9DA9-F38066AE4E04}"/>
          </ac:picMkLst>
        </pc:picChg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1487505461" sldId="286"/>
        </pc:sldMkLst>
      </pc:sldChg>
      <pc:sldChg chg="add del">
        <pc:chgData name="Pi, Yalong" userId="c9a3dc08-26f0-490d-b190-2780270c58e1" providerId="ADAL" clId="{B327DBD7-C221-430A-B104-6485CFF704D9}" dt="2025-04-04T20:21:44.933" v="580" actId="47"/>
        <pc:sldMkLst>
          <pc:docMk/>
          <pc:sldMk cId="3205195687" sldId="287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3708792088" sldId="287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260066305" sldId="288"/>
        </pc:sldMkLst>
      </pc:sldChg>
      <pc:sldChg chg="addSp delSp modSp add mod">
        <pc:chgData name="Pi, Yalong" userId="c9a3dc08-26f0-490d-b190-2780270c58e1" providerId="ADAL" clId="{B327DBD7-C221-430A-B104-6485CFF704D9}" dt="2025-04-04T20:22:45.357" v="622" actId="5793"/>
        <pc:sldMkLst>
          <pc:docMk/>
          <pc:sldMk cId="3343857042" sldId="288"/>
        </pc:sldMkLst>
        <pc:spChg chg="add mod">
          <ac:chgData name="Pi, Yalong" userId="c9a3dc08-26f0-490d-b190-2780270c58e1" providerId="ADAL" clId="{B327DBD7-C221-430A-B104-6485CFF704D9}" dt="2025-04-04T20:21:24.997" v="575" actId="164"/>
          <ac:spMkLst>
            <pc:docMk/>
            <pc:sldMk cId="3343857042" sldId="288"/>
            <ac:spMk id="26" creationId="{8296F821-22C4-03E1-FB08-4E017E3BED00}"/>
          </ac:spMkLst>
        </pc:spChg>
        <pc:spChg chg="add mod">
          <ac:chgData name="Pi, Yalong" userId="c9a3dc08-26f0-490d-b190-2780270c58e1" providerId="ADAL" clId="{B327DBD7-C221-430A-B104-6485CFF704D9}" dt="2025-04-04T20:21:24.997" v="575" actId="164"/>
          <ac:spMkLst>
            <pc:docMk/>
            <pc:sldMk cId="3343857042" sldId="288"/>
            <ac:spMk id="28" creationId="{16FCA368-C5E2-3BE6-2C3C-AC77609DC7A3}"/>
          </ac:spMkLst>
        </pc:spChg>
        <pc:spChg chg="add mod">
          <ac:chgData name="Pi, Yalong" userId="c9a3dc08-26f0-490d-b190-2780270c58e1" providerId="ADAL" clId="{B327DBD7-C221-430A-B104-6485CFF704D9}" dt="2025-04-04T20:21:24.997" v="575" actId="164"/>
          <ac:spMkLst>
            <pc:docMk/>
            <pc:sldMk cId="3343857042" sldId="288"/>
            <ac:spMk id="30" creationId="{B2191520-F9C8-BC2D-3A5B-9019F7B49F86}"/>
          </ac:spMkLst>
        </pc:spChg>
        <pc:spChg chg="add mod">
          <ac:chgData name="Pi, Yalong" userId="c9a3dc08-26f0-490d-b190-2780270c58e1" providerId="ADAL" clId="{B327DBD7-C221-430A-B104-6485CFF704D9}" dt="2025-04-04T20:21:24.997" v="575" actId="164"/>
          <ac:spMkLst>
            <pc:docMk/>
            <pc:sldMk cId="3343857042" sldId="288"/>
            <ac:spMk id="32" creationId="{E81ACDA1-F17C-6672-7294-D898BDEB7CBE}"/>
          </ac:spMkLst>
        </pc:spChg>
        <pc:spChg chg="add mod">
          <ac:chgData name="Pi, Yalong" userId="c9a3dc08-26f0-490d-b190-2780270c58e1" providerId="ADAL" clId="{B327DBD7-C221-430A-B104-6485CFF704D9}" dt="2025-04-04T20:21:24.997" v="575" actId="164"/>
          <ac:spMkLst>
            <pc:docMk/>
            <pc:sldMk cId="3343857042" sldId="288"/>
            <ac:spMk id="34" creationId="{0A4779C3-980B-82A5-5ABD-812BAEC55C74}"/>
          </ac:spMkLst>
        </pc:spChg>
        <pc:spChg chg="add mod">
          <ac:chgData name="Pi, Yalong" userId="c9a3dc08-26f0-490d-b190-2780270c58e1" providerId="ADAL" clId="{B327DBD7-C221-430A-B104-6485CFF704D9}" dt="2025-04-04T20:21:24.997" v="575" actId="164"/>
          <ac:spMkLst>
            <pc:docMk/>
            <pc:sldMk cId="3343857042" sldId="288"/>
            <ac:spMk id="36" creationId="{0FF458C1-5D7A-CF38-7159-D30B87991F6E}"/>
          </ac:spMkLst>
        </pc:spChg>
        <pc:spChg chg="add mod">
          <ac:chgData name="Pi, Yalong" userId="c9a3dc08-26f0-490d-b190-2780270c58e1" providerId="ADAL" clId="{B327DBD7-C221-430A-B104-6485CFF704D9}" dt="2025-04-04T20:21:24.997" v="575" actId="164"/>
          <ac:spMkLst>
            <pc:docMk/>
            <pc:sldMk cId="3343857042" sldId="288"/>
            <ac:spMk id="38" creationId="{BC271149-637C-87A5-60E4-9B19B96FCE2A}"/>
          </ac:spMkLst>
        </pc:spChg>
        <pc:spChg chg="add mod">
          <ac:chgData name="Pi, Yalong" userId="c9a3dc08-26f0-490d-b190-2780270c58e1" providerId="ADAL" clId="{B327DBD7-C221-430A-B104-6485CFF704D9}" dt="2025-04-04T20:21:24.997" v="575" actId="164"/>
          <ac:spMkLst>
            <pc:docMk/>
            <pc:sldMk cId="3343857042" sldId="288"/>
            <ac:spMk id="40" creationId="{ACBEBA26-0C33-7F62-01EB-C812115F996D}"/>
          </ac:spMkLst>
        </pc:spChg>
        <pc:spChg chg="add mod">
          <ac:chgData name="Pi, Yalong" userId="c9a3dc08-26f0-490d-b190-2780270c58e1" providerId="ADAL" clId="{B327DBD7-C221-430A-B104-6485CFF704D9}" dt="2025-04-04T20:22:45.357" v="622" actId="5793"/>
          <ac:spMkLst>
            <pc:docMk/>
            <pc:sldMk cId="3343857042" sldId="288"/>
            <ac:spMk id="44" creationId="{C583A67D-C447-6598-2BB6-1B704F7A792E}"/>
          </ac:spMkLst>
        </pc:spChg>
        <pc:grpChg chg="mod">
          <ac:chgData name="Pi, Yalong" userId="c9a3dc08-26f0-490d-b190-2780270c58e1" providerId="ADAL" clId="{B327DBD7-C221-430A-B104-6485CFF704D9}" dt="2025-04-04T20:21:30.877" v="577" actId="1076"/>
          <ac:grpSpMkLst>
            <pc:docMk/>
            <pc:sldMk cId="3343857042" sldId="288"/>
            <ac:grpSpMk id="41" creationId="{D43128A1-0A7D-DBD3-3133-AA3B0ED824AC}"/>
          </ac:grpSpMkLst>
        </pc:grpChg>
        <pc:picChg chg="add mod">
          <ac:chgData name="Pi, Yalong" userId="c9a3dc08-26f0-490d-b190-2780270c58e1" providerId="ADAL" clId="{B327DBD7-C221-430A-B104-6485CFF704D9}" dt="2025-04-04T20:21:24.997" v="575" actId="164"/>
          <ac:picMkLst>
            <pc:docMk/>
            <pc:sldMk cId="3343857042" sldId="288"/>
            <ac:picMk id="27" creationId="{25F8486D-EE31-3B44-100A-3EC127ABD3BC}"/>
          </ac:picMkLst>
        </pc:picChg>
        <pc:picChg chg="add mod">
          <ac:chgData name="Pi, Yalong" userId="c9a3dc08-26f0-490d-b190-2780270c58e1" providerId="ADAL" clId="{B327DBD7-C221-430A-B104-6485CFF704D9}" dt="2025-04-04T20:21:24.997" v="575" actId="164"/>
          <ac:picMkLst>
            <pc:docMk/>
            <pc:sldMk cId="3343857042" sldId="288"/>
            <ac:picMk id="39" creationId="{EB9D9B40-8BC3-5BA4-B065-9223693C66CC}"/>
          </ac:picMkLst>
        </pc:picChg>
        <pc:picChg chg="add mod">
          <ac:chgData name="Pi, Yalong" userId="c9a3dc08-26f0-490d-b190-2780270c58e1" providerId="ADAL" clId="{B327DBD7-C221-430A-B104-6485CFF704D9}" dt="2025-04-04T20:22:05.661" v="581" actId="1076"/>
          <ac:picMkLst>
            <pc:docMk/>
            <pc:sldMk cId="3343857042" sldId="288"/>
            <ac:picMk id="42" creationId="{67394206-4E1A-FDE1-9163-9D5FB553D52B}"/>
          </ac:picMkLst>
        </pc:picChg>
        <pc:picChg chg="add mod">
          <ac:chgData name="Pi, Yalong" userId="c9a3dc08-26f0-490d-b190-2780270c58e1" providerId="ADAL" clId="{B327DBD7-C221-430A-B104-6485CFF704D9}" dt="2025-04-04T20:22:05.661" v="581" actId="1076"/>
          <ac:picMkLst>
            <pc:docMk/>
            <pc:sldMk cId="3343857042" sldId="288"/>
            <ac:picMk id="43" creationId="{D6588882-6DBD-B96A-1BA6-D0CDE5E8D092}"/>
          </ac:picMkLst>
        </pc:picChg>
      </pc:sldChg>
      <pc:sldChg chg="addSp modSp new mod ord">
        <pc:chgData name="Pi, Yalong" userId="c9a3dc08-26f0-490d-b190-2780270c58e1" providerId="ADAL" clId="{B327DBD7-C221-430A-B104-6485CFF704D9}" dt="2025-04-04T20:53:18.436" v="1096" actId="255"/>
        <pc:sldMkLst>
          <pc:docMk/>
          <pc:sldMk cId="582756788" sldId="289"/>
        </pc:sldMkLst>
        <pc:spChg chg="mod">
          <ac:chgData name="Pi, Yalong" userId="c9a3dc08-26f0-490d-b190-2780270c58e1" providerId="ADAL" clId="{B327DBD7-C221-430A-B104-6485CFF704D9}" dt="2025-04-04T20:24:17.548" v="737" actId="20577"/>
          <ac:spMkLst>
            <pc:docMk/>
            <pc:sldMk cId="582756788" sldId="289"/>
            <ac:spMk id="2" creationId="{F201E15B-8F5C-99F8-9B55-EC662BE549A1}"/>
          </ac:spMkLst>
        </pc:spChg>
        <pc:spChg chg="add mod">
          <ac:chgData name="Pi, Yalong" userId="c9a3dc08-26f0-490d-b190-2780270c58e1" providerId="ADAL" clId="{B327DBD7-C221-430A-B104-6485CFF704D9}" dt="2025-04-04T20:53:18.436" v="1096" actId="255"/>
          <ac:spMkLst>
            <pc:docMk/>
            <pc:sldMk cId="582756788" sldId="289"/>
            <ac:spMk id="114" creationId="{2A16C816-41A7-5899-A169-F77CB96B7738}"/>
          </ac:spMkLst>
        </pc:spChg>
        <pc:spChg chg="add mod">
          <ac:chgData name="Pi, Yalong" userId="c9a3dc08-26f0-490d-b190-2780270c58e1" providerId="ADAL" clId="{B327DBD7-C221-430A-B104-6485CFF704D9}" dt="2025-04-04T20:53:18.436" v="1096" actId="255"/>
          <ac:spMkLst>
            <pc:docMk/>
            <pc:sldMk cId="582756788" sldId="289"/>
            <ac:spMk id="115" creationId="{3E455E8D-EA51-486B-EA43-2E5D86F57417}"/>
          </ac:spMkLst>
        </pc:spChg>
        <pc:spChg chg="add mod">
          <ac:chgData name="Pi, Yalong" userId="c9a3dc08-26f0-490d-b190-2780270c58e1" providerId="ADAL" clId="{B327DBD7-C221-430A-B104-6485CFF704D9}" dt="2025-04-04T20:53:18.436" v="1096" actId="255"/>
          <ac:spMkLst>
            <pc:docMk/>
            <pc:sldMk cId="582756788" sldId="289"/>
            <ac:spMk id="122" creationId="{201BEB42-609D-5A88-8EFD-70D7CD31FB10}"/>
          </ac:spMkLst>
        </pc:spChg>
        <pc:spChg chg="add mod">
          <ac:chgData name="Pi, Yalong" userId="c9a3dc08-26f0-490d-b190-2780270c58e1" providerId="ADAL" clId="{B327DBD7-C221-430A-B104-6485CFF704D9}" dt="2025-04-04T20:53:18.436" v="1096" actId="255"/>
          <ac:spMkLst>
            <pc:docMk/>
            <pc:sldMk cId="582756788" sldId="289"/>
            <ac:spMk id="124" creationId="{625635BE-8D81-10AD-EBAC-6B258EF08BCA}"/>
          </ac:spMkLst>
        </pc:spChg>
        <pc:spChg chg="add mod">
          <ac:chgData name="Pi, Yalong" userId="c9a3dc08-26f0-490d-b190-2780270c58e1" providerId="ADAL" clId="{B327DBD7-C221-430A-B104-6485CFF704D9}" dt="2025-04-04T20:53:18.436" v="1096" actId="255"/>
          <ac:spMkLst>
            <pc:docMk/>
            <pc:sldMk cId="582756788" sldId="289"/>
            <ac:spMk id="125" creationId="{7F31F1AF-4A3D-8248-0B88-EFA27EAD9E59}"/>
          </ac:spMkLst>
        </pc:spChg>
        <pc:spChg chg="add mod">
          <ac:chgData name="Pi, Yalong" userId="c9a3dc08-26f0-490d-b190-2780270c58e1" providerId="ADAL" clId="{B327DBD7-C221-430A-B104-6485CFF704D9}" dt="2025-04-04T20:53:18.436" v="1096" actId="255"/>
          <ac:spMkLst>
            <pc:docMk/>
            <pc:sldMk cId="582756788" sldId="289"/>
            <ac:spMk id="140" creationId="{16249564-87D3-0F9C-D790-F9874F67BDEB}"/>
          </ac:spMkLst>
        </pc:spChg>
        <pc:spChg chg="add mod">
          <ac:chgData name="Pi, Yalong" userId="c9a3dc08-26f0-490d-b190-2780270c58e1" providerId="ADAL" clId="{B327DBD7-C221-430A-B104-6485CFF704D9}" dt="2025-04-04T20:53:18.436" v="1096" actId="255"/>
          <ac:spMkLst>
            <pc:docMk/>
            <pc:sldMk cId="582756788" sldId="289"/>
            <ac:spMk id="143" creationId="{A8B80685-8FC5-6079-331E-AAF805DF0AAB}"/>
          </ac:spMkLst>
        </pc:spChg>
        <pc:spChg chg="add mod">
          <ac:chgData name="Pi, Yalong" userId="c9a3dc08-26f0-490d-b190-2780270c58e1" providerId="ADAL" clId="{B327DBD7-C221-430A-B104-6485CFF704D9}" dt="2025-04-04T20:53:18.436" v="1096" actId="255"/>
          <ac:spMkLst>
            <pc:docMk/>
            <pc:sldMk cId="582756788" sldId="289"/>
            <ac:spMk id="145" creationId="{23EB4086-41B1-2C3F-6850-4986F37B4190}"/>
          </ac:spMkLst>
        </pc:spChg>
        <pc:spChg chg="add mod">
          <ac:chgData name="Pi, Yalong" userId="c9a3dc08-26f0-490d-b190-2780270c58e1" providerId="ADAL" clId="{B327DBD7-C221-430A-B104-6485CFF704D9}" dt="2025-04-04T20:53:18.436" v="1096" actId="255"/>
          <ac:spMkLst>
            <pc:docMk/>
            <pc:sldMk cId="582756788" sldId="289"/>
            <ac:spMk id="181" creationId="{456AD0D0-4AC5-3EEF-CB9B-DE8D626735BD}"/>
          </ac:spMkLst>
        </pc:spChg>
        <pc:spChg chg="mod">
          <ac:chgData name="Pi, Yalong" userId="c9a3dc08-26f0-490d-b190-2780270c58e1" providerId="ADAL" clId="{B327DBD7-C221-430A-B104-6485CFF704D9}" dt="2025-04-04T20:53:18.436" v="1096" actId="255"/>
          <ac:spMkLst>
            <pc:docMk/>
            <pc:sldMk cId="582756788" sldId="289"/>
            <ac:spMk id="202" creationId="{7DFC5DEC-F1A7-D7FC-C21D-000BFC854A44}"/>
          </ac:spMkLst>
        </pc:spChg>
        <pc:picChg chg="add mod">
          <ac:chgData name="Pi, Yalong" userId="c9a3dc08-26f0-490d-b190-2780270c58e1" providerId="ADAL" clId="{B327DBD7-C221-430A-B104-6485CFF704D9}" dt="2025-04-04T20:25:19.208" v="744" actId="1076"/>
          <ac:picMkLst>
            <pc:docMk/>
            <pc:sldMk cId="582756788" sldId="289"/>
            <ac:picMk id="216" creationId="{4F368C8D-F57F-F2D7-3816-4155FEFA0CD5}"/>
          </ac:picMkLst>
        </pc:picChg>
        <pc:cxnChg chg="add mod">
          <ac:chgData name="Pi, Yalong" userId="c9a3dc08-26f0-490d-b190-2780270c58e1" providerId="ADAL" clId="{B327DBD7-C221-430A-B104-6485CFF704D9}" dt="2025-04-04T20:25:32.635" v="747" actId="208"/>
          <ac:cxnSpMkLst>
            <pc:docMk/>
            <pc:sldMk cId="582756788" sldId="289"/>
            <ac:cxnSpMk id="217" creationId="{2119588B-EEE6-F6CF-8773-D06F474D040F}"/>
          </ac:cxnSpMkLst>
        </pc:cxnChg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4133072466" sldId="289"/>
        </pc:sldMkLst>
      </pc:sldChg>
      <pc:sldChg chg="modSp new mod">
        <pc:chgData name="Pi, Yalong" userId="c9a3dc08-26f0-490d-b190-2780270c58e1" providerId="ADAL" clId="{B327DBD7-C221-430A-B104-6485CFF704D9}" dt="2025-04-04T20:23:54.933" v="717" actId="5793"/>
        <pc:sldMkLst>
          <pc:docMk/>
          <pc:sldMk cId="160250068" sldId="290"/>
        </pc:sldMkLst>
        <pc:spChg chg="mod">
          <ac:chgData name="Pi, Yalong" userId="c9a3dc08-26f0-490d-b190-2780270c58e1" providerId="ADAL" clId="{B327DBD7-C221-430A-B104-6485CFF704D9}" dt="2025-04-04T20:23:22.479" v="649" actId="313"/>
          <ac:spMkLst>
            <pc:docMk/>
            <pc:sldMk cId="160250068" sldId="290"/>
            <ac:spMk id="2" creationId="{EE02D80E-4D07-1E31-62D8-34AFEC764D76}"/>
          </ac:spMkLst>
        </pc:spChg>
        <pc:spChg chg="mod">
          <ac:chgData name="Pi, Yalong" userId="c9a3dc08-26f0-490d-b190-2780270c58e1" providerId="ADAL" clId="{B327DBD7-C221-430A-B104-6485CFF704D9}" dt="2025-04-04T20:23:54.933" v="717" actId="5793"/>
          <ac:spMkLst>
            <pc:docMk/>
            <pc:sldMk cId="160250068" sldId="290"/>
            <ac:spMk id="3" creationId="{1A8FD460-3196-1C7A-1FD7-38D7D0F027CE}"/>
          </ac:spMkLst>
        </pc:spChg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2834041679" sldId="290"/>
        </pc:sldMkLst>
      </pc:sldChg>
      <pc:sldChg chg="addSp delSp modSp add mod">
        <pc:chgData name="Pi, Yalong" userId="c9a3dc08-26f0-490d-b190-2780270c58e1" providerId="ADAL" clId="{B327DBD7-C221-430A-B104-6485CFF704D9}" dt="2025-04-06T17:09:03.275" v="2741" actId="478"/>
        <pc:sldMkLst>
          <pc:docMk/>
          <pc:sldMk cId="165106114" sldId="291"/>
        </pc:sldMkLst>
        <pc:spChg chg="mod">
          <ac:chgData name="Pi, Yalong" userId="c9a3dc08-26f0-490d-b190-2780270c58e1" providerId="ADAL" clId="{B327DBD7-C221-430A-B104-6485CFF704D9}" dt="2025-04-04T20:26:42.120" v="763" actId="255"/>
          <ac:spMkLst>
            <pc:docMk/>
            <pc:sldMk cId="165106114" sldId="291"/>
            <ac:spMk id="113" creationId="{754408FC-66FC-6D83-EEC4-D4165E8F103D}"/>
          </ac:spMkLst>
        </pc:spChg>
        <pc:spChg chg="mod">
          <ac:chgData name="Pi, Yalong" userId="c9a3dc08-26f0-490d-b190-2780270c58e1" providerId="ADAL" clId="{B327DBD7-C221-430A-B104-6485CFF704D9}" dt="2025-04-04T20:26:42.120" v="763" actId="255"/>
          <ac:spMkLst>
            <pc:docMk/>
            <pc:sldMk cId="165106114" sldId="291"/>
            <ac:spMk id="114" creationId="{CBE65BF6-8C6B-C93A-EF9B-333BFA7CC03D}"/>
          </ac:spMkLst>
        </pc:spChg>
        <pc:spChg chg="mod">
          <ac:chgData name="Pi, Yalong" userId="c9a3dc08-26f0-490d-b190-2780270c58e1" providerId="ADAL" clId="{B327DBD7-C221-430A-B104-6485CFF704D9}" dt="2025-04-04T20:26:42.120" v="763" actId="255"/>
          <ac:spMkLst>
            <pc:docMk/>
            <pc:sldMk cId="165106114" sldId="291"/>
            <ac:spMk id="116" creationId="{898B922A-F24E-5C0B-873D-B57753F0C00A}"/>
          </ac:spMkLst>
        </pc:spChg>
        <pc:spChg chg="mod">
          <ac:chgData name="Pi, Yalong" userId="c9a3dc08-26f0-490d-b190-2780270c58e1" providerId="ADAL" clId="{B327DBD7-C221-430A-B104-6485CFF704D9}" dt="2025-04-04T20:26:42.120" v="763" actId="255"/>
          <ac:spMkLst>
            <pc:docMk/>
            <pc:sldMk cId="165106114" sldId="291"/>
            <ac:spMk id="119" creationId="{D2DACD3A-B3FF-A3B9-8AF4-A99C0AFB16B8}"/>
          </ac:spMkLst>
        </pc:spChg>
        <pc:spChg chg="mod">
          <ac:chgData name="Pi, Yalong" userId="c9a3dc08-26f0-490d-b190-2780270c58e1" providerId="ADAL" clId="{B327DBD7-C221-430A-B104-6485CFF704D9}" dt="2025-04-04T20:26:42.120" v="763" actId="255"/>
          <ac:spMkLst>
            <pc:docMk/>
            <pc:sldMk cId="165106114" sldId="291"/>
            <ac:spMk id="120" creationId="{2E7F0A71-6CE5-4AA3-99AF-4F3DD411214A}"/>
          </ac:spMkLst>
        </pc:spChg>
        <pc:spChg chg="mod">
          <ac:chgData name="Pi, Yalong" userId="c9a3dc08-26f0-490d-b190-2780270c58e1" providerId="ADAL" clId="{B327DBD7-C221-430A-B104-6485CFF704D9}" dt="2025-04-04T20:26:42.120" v="763" actId="255"/>
          <ac:spMkLst>
            <pc:docMk/>
            <pc:sldMk cId="165106114" sldId="291"/>
            <ac:spMk id="122" creationId="{875F7942-F1BA-5992-CF55-89CD94A77A9C}"/>
          </ac:spMkLst>
        </pc:spChg>
        <pc:spChg chg="mod">
          <ac:chgData name="Pi, Yalong" userId="c9a3dc08-26f0-490d-b190-2780270c58e1" providerId="ADAL" clId="{B327DBD7-C221-430A-B104-6485CFF704D9}" dt="2025-04-04T20:26:25.995" v="760" actId="1076"/>
          <ac:spMkLst>
            <pc:docMk/>
            <pc:sldMk cId="165106114" sldId="291"/>
            <ac:spMk id="124" creationId="{E03EE0C0-C383-EC92-EA48-A6BB1524E934}"/>
          </ac:spMkLst>
        </pc:spChg>
        <pc:spChg chg="mod">
          <ac:chgData name="Pi, Yalong" userId="c9a3dc08-26f0-490d-b190-2780270c58e1" providerId="ADAL" clId="{B327DBD7-C221-430A-B104-6485CFF704D9}" dt="2025-04-04T20:26:42.120" v="763" actId="255"/>
          <ac:spMkLst>
            <pc:docMk/>
            <pc:sldMk cId="165106114" sldId="291"/>
            <ac:spMk id="125" creationId="{AF325B3D-FF26-5896-FB03-DBD7A5E3EF6A}"/>
          </ac:spMkLst>
        </pc:spChg>
        <pc:spChg chg="mod">
          <ac:chgData name="Pi, Yalong" userId="c9a3dc08-26f0-490d-b190-2780270c58e1" providerId="ADAL" clId="{B327DBD7-C221-430A-B104-6485CFF704D9}" dt="2025-04-06T17:08:54.678" v="2739" actId="1076"/>
          <ac:spMkLst>
            <pc:docMk/>
            <pc:sldMk cId="165106114" sldId="291"/>
            <ac:spMk id="188" creationId="{974D39FD-7B3C-03DD-EB78-1AEFE598FDA1}"/>
          </ac:spMkLst>
        </pc:spChg>
        <pc:spChg chg="mod">
          <ac:chgData name="Pi, Yalong" userId="c9a3dc08-26f0-490d-b190-2780270c58e1" providerId="ADAL" clId="{B327DBD7-C221-430A-B104-6485CFF704D9}" dt="2025-04-04T20:26:42.120" v="763" actId="255"/>
          <ac:spMkLst>
            <pc:docMk/>
            <pc:sldMk cId="165106114" sldId="291"/>
            <ac:spMk id="189" creationId="{3925BDC4-F0F8-44E6-26CC-215E407FBDBA}"/>
          </ac:spMkLst>
        </pc:spChg>
        <pc:spChg chg="mod">
          <ac:chgData name="Pi, Yalong" userId="c9a3dc08-26f0-490d-b190-2780270c58e1" providerId="ADAL" clId="{B327DBD7-C221-430A-B104-6485CFF704D9}" dt="2025-04-04T20:26:42.120" v="763" actId="255"/>
          <ac:spMkLst>
            <pc:docMk/>
            <pc:sldMk cId="165106114" sldId="291"/>
            <ac:spMk id="202" creationId="{06027FC7-6D8A-FF5F-D399-95D6E868DE7F}"/>
          </ac:spMkLst>
        </pc:spChg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867652411" sldId="291"/>
        </pc:sldMkLst>
      </pc:sldChg>
      <pc:sldChg chg="addSp delSp modSp new add del mod">
        <pc:chgData name="Pi, Yalong" userId="c9a3dc08-26f0-490d-b190-2780270c58e1" providerId="ADAL" clId="{B327DBD7-C221-430A-B104-6485CFF704D9}" dt="2025-04-04T23:01:29.230" v="2113" actId="47"/>
        <pc:sldMkLst>
          <pc:docMk/>
          <pc:sldMk cId="53547481" sldId="292"/>
        </pc:sldMkLst>
        <pc:spChg chg="mod">
          <ac:chgData name="Pi, Yalong" userId="c9a3dc08-26f0-490d-b190-2780270c58e1" providerId="ADAL" clId="{B327DBD7-C221-430A-B104-6485CFF704D9}" dt="2025-04-04T23:00:45.047" v="2111" actId="20577"/>
          <ac:spMkLst>
            <pc:docMk/>
            <pc:sldMk cId="53547481" sldId="292"/>
            <ac:spMk id="2" creationId="{EBEBD916-BCFF-5C19-6D80-73CA7D793CA0}"/>
          </ac:spMkLst>
        </pc:spChg>
      </pc:sldChg>
      <pc:sldChg chg="addSp modSp add">
        <pc:chgData name="Pi, Yalong" userId="c9a3dc08-26f0-490d-b190-2780270c58e1" providerId="ADAL" clId="{B327DBD7-C221-430A-B104-6485CFF704D9}" dt="2025-04-04T20:48:21.912" v="880" actId="164"/>
        <pc:sldMkLst>
          <pc:docMk/>
          <pc:sldMk cId="1319501658" sldId="293"/>
        </pc:sldMkLst>
        <pc:spChg chg="mod">
          <ac:chgData name="Pi, Yalong" userId="c9a3dc08-26f0-490d-b190-2780270c58e1" providerId="ADAL" clId="{B327DBD7-C221-430A-B104-6485CFF704D9}" dt="2025-04-04T20:48:21.912" v="880" actId="164"/>
          <ac:spMkLst>
            <pc:docMk/>
            <pc:sldMk cId="1319501658" sldId="293"/>
            <ac:spMk id="118" creationId="{85DA3890-D97E-D283-685B-9132058AA8B0}"/>
          </ac:spMkLst>
        </pc:spChg>
        <pc:spChg chg="mod">
          <ac:chgData name="Pi, Yalong" userId="c9a3dc08-26f0-490d-b190-2780270c58e1" providerId="ADAL" clId="{B327DBD7-C221-430A-B104-6485CFF704D9}" dt="2025-04-04T20:48:21.912" v="880" actId="164"/>
          <ac:spMkLst>
            <pc:docMk/>
            <pc:sldMk cId="1319501658" sldId="293"/>
            <ac:spMk id="120" creationId="{2DA7DFA0-B477-9AD3-6FC6-60BBE92FA495}"/>
          </ac:spMkLst>
        </pc:spChg>
        <pc:spChg chg="mod">
          <ac:chgData name="Pi, Yalong" userId="c9a3dc08-26f0-490d-b190-2780270c58e1" providerId="ADAL" clId="{B327DBD7-C221-430A-B104-6485CFF704D9}" dt="2025-04-04T20:48:21.912" v="880" actId="164"/>
          <ac:spMkLst>
            <pc:docMk/>
            <pc:sldMk cId="1319501658" sldId="293"/>
            <ac:spMk id="122" creationId="{607CC3FD-CFD1-DFCB-18D9-852872D11586}"/>
          </ac:spMkLst>
        </pc:spChg>
        <pc:spChg chg="mod">
          <ac:chgData name="Pi, Yalong" userId="c9a3dc08-26f0-490d-b190-2780270c58e1" providerId="ADAL" clId="{B327DBD7-C221-430A-B104-6485CFF704D9}" dt="2025-04-04T20:48:21.912" v="880" actId="164"/>
          <ac:spMkLst>
            <pc:docMk/>
            <pc:sldMk cId="1319501658" sldId="293"/>
            <ac:spMk id="124" creationId="{2C5E1353-F39A-D9E4-F63F-058EDF2D161D}"/>
          </ac:spMkLst>
        </pc:spChg>
        <pc:spChg chg="mod">
          <ac:chgData name="Pi, Yalong" userId="c9a3dc08-26f0-490d-b190-2780270c58e1" providerId="ADAL" clId="{B327DBD7-C221-430A-B104-6485CFF704D9}" dt="2025-04-04T20:48:21.912" v="880" actId="164"/>
          <ac:spMkLst>
            <pc:docMk/>
            <pc:sldMk cId="1319501658" sldId="293"/>
            <ac:spMk id="136" creationId="{2584F6DD-3FB8-9238-82D7-A6EC3D8B655F}"/>
          </ac:spMkLst>
        </pc:spChg>
        <pc:spChg chg="mod">
          <ac:chgData name="Pi, Yalong" userId="c9a3dc08-26f0-490d-b190-2780270c58e1" providerId="ADAL" clId="{B327DBD7-C221-430A-B104-6485CFF704D9}" dt="2025-04-04T20:48:21.912" v="880" actId="164"/>
          <ac:spMkLst>
            <pc:docMk/>
            <pc:sldMk cId="1319501658" sldId="293"/>
            <ac:spMk id="139" creationId="{96B9193C-E6A5-45D1-E473-7EDD91AD518F}"/>
          </ac:spMkLst>
        </pc:spChg>
        <pc:spChg chg="mod">
          <ac:chgData name="Pi, Yalong" userId="c9a3dc08-26f0-490d-b190-2780270c58e1" providerId="ADAL" clId="{B327DBD7-C221-430A-B104-6485CFF704D9}" dt="2025-04-04T20:48:21.912" v="880" actId="164"/>
          <ac:spMkLst>
            <pc:docMk/>
            <pc:sldMk cId="1319501658" sldId="293"/>
            <ac:spMk id="178" creationId="{3DF8D7D4-1578-B863-B57D-A95B050DEBEA}"/>
          </ac:spMkLst>
        </pc:spChg>
        <pc:spChg chg="mod">
          <ac:chgData name="Pi, Yalong" userId="c9a3dc08-26f0-490d-b190-2780270c58e1" providerId="ADAL" clId="{B327DBD7-C221-430A-B104-6485CFF704D9}" dt="2025-04-04T20:48:21.912" v="880" actId="164"/>
          <ac:spMkLst>
            <pc:docMk/>
            <pc:sldMk cId="1319501658" sldId="293"/>
            <ac:spMk id="179" creationId="{8A10FA20-83AF-9EF4-C5C3-0F9F1A8D67D9}"/>
          </ac:spMkLst>
        </pc:spChg>
        <pc:spChg chg="mod">
          <ac:chgData name="Pi, Yalong" userId="c9a3dc08-26f0-490d-b190-2780270c58e1" providerId="ADAL" clId="{B327DBD7-C221-430A-B104-6485CFF704D9}" dt="2025-04-04T20:48:21.912" v="880" actId="164"/>
          <ac:spMkLst>
            <pc:docMk/>
            <pc:sldMk cId="1319501658" sldId="293"/>
            <ac:spMk id="187" creationId="{75B79738-6492-7BD9-0CFE-A8D25FBDEBFB}"/>
          </ac:spMkLst>
        </pc:spChg>
        <pc:spChg chg="mod">
          <ac:chgData name="Pi, Yalong" userId="c9a3dc08-26f0-490d-b190-2780270c58e1" providerId="ADAL" clId="{B327DBD7-C221-430A-B104-6485CFF704D9}" dt="2025-04-04T20:48:21.912" v="880" actId="164"/>
          <ac:spMkLst>
            <pc:docMk/>
            <pc:sldMk cId="1319501658" sldId="293"/>
            <ac:spMk id="188" creationId="{B86860AB-BBFF-1FE5-B95E-6127A4DD24B8}"/>
          </ac:spMkLst>
        </pc:spChg>
      </pc:sldChg>
      <pc:sldChg chg="modSp new mod">
        <pc:chgData name="Pi, Yalong" userId="c9a3dc08-26f0-490d-b190-2780270c58e1" providerId="ADAL" clId="{B327DBD7-C221-430A-B104-6485CFF704D9}" dt="2025-04-11T00:17:16.661" v="3088" actId="27636"/>
        <pc:sldMkLst>
          <pc:docMk/>
          <pc:sldMk cId="2795673300" sldId="294"/>
        </pc:sldMkLst>
        <pc:spChg chg="mod">
          <ac:chgData name="Pi, Yalong" userId="c9a3dc08-26f0-490d-b190-2780270c58e1" providerId="ADAL" clId="{B327DBD7-C221-430A-B104-6485CFF704D9}" dt="2025-04-05T00:16:36.851" v="2418" actId="20577"/>
          <ac:spMkLst>
            <pc:docMk/>
            <pc:sldMk cId="2795673300" sldId="294"/>
            <ac:spMk id="2" creationId="{C507EFA2-926F-15D2-70D1-6F7042A87E7E}"/>
          </ac:spMkLst>
        </pc:spChg>
        <pc:spChg chg="mod">
          <ac:chgData name="Pi, Yalong" userId="c9a3dc08-26f0-490d-b190-2780270c58e1" providerId="ADAL" clId="{B327DBD7-C221-430A-B104-6485CFF704D9}" dt="2025-04-11T00:17:16.661" v="3088" actId="27636"/>
          <ac:spMkLst>
            <pc:docMk/>
            <pc:sldMk cId="2795673300" sldId="294"/>
            <ac:spMk id="3" creationId="{91EE2E30-BF8C-B6B1-4DAF-55723B77CA6D}"/>
          </ac:spMkLst>
        </pc:spChg>
      </pc:sldChg>
      <pc:sldChg chg="addSp modSp new del mod ord">
        <pc:chgData name="Pi, Yalong" userId="c9a3dc08-26f0-490d-b190-2780270c58e1" providerId="ADAL" clId="{B327DBD7-C221-430A-B104-6485CFF704D9}" dt="2025-04-11T00:17:41.160" v="3089" actId="2696"/>
        <pc:sldMkLst>
          <pc:docMk/>
          <pc:sldMk cId="2127484757" sldId="295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2179366167" sldId="295"/>
        </pc:sldMkLst>
      </pc:sldChg>
      <pc:sldChg chg="addSp modSp new del mod ord">
        <pc:chgData name="Pi, Yalong" userId="c9a3dc08-26f0-490d-b190-2780270c58e1" providerId="ADAL" clId="{B327DBD7-C221-430A-B104-6485CFF704D9}" dt="2025-04-11T00:17:41.160" v="3089" actId="2696"/>
        <pc:sldMkLst>
          <pc:docMk/>
          <pc:sldMk cId="2176492947" sldId="296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3502420895" sldId="296"/>
        </pc:sldMkLst>
      </pc:sldChg>
      <pc:sldChg chg="addSp delSp modSp new mod ord">
        <pc:chgData name="Pi, Yalong" userId="c9a3dc08-26f0-490d-b190-2780270c58e1" providerId="ADAL" clId="{B327DBD7-C221-430A-B104-6485CFF704D9}" dt="2025-04-04T23:26:09.164" v="2210" actId="11529"/>
        <pc:sldMkLst>
          <pc:docMk/>
          <pc:sldMk cId="230286436" sldId="297"/>
        </pc:sldMkLst>
        <pc:spChg chg="mod">
          <ac:chgData name="Pi, Yalong" userId="c9a3dc08-26f0-490d-b190-2780270c58e1" providerId="ADAL" clId="{B327DBD7-C221-430A-B104-6485CFF704D9}" dt="2025-04-04T23:16:45.435" v="2176" actId="20577"/>
          <ac:spMkLst>
            <pc:docMk/>
            <pc:sldMk cId="230286436" sldId="297"/>
            <ac:spMk id="2" creationId="{DBDD1C7E-87E4-4D99-8B52-8B02840092FA}"/>
          </ac:spMkLst>
        </pc:spChg>
        <pc:spChg chg="mod topLvl">
          <ac:chgData name="Pi, Yalong" userId="c9a3dc08-26f0-490d-b190-2780270c58e1" providerId="ADAL" clId="{B327DBD7-C221-430A-B104-6485CFF704D9}" dt="2025-04-04T23:17:52.282" v="2184" actId="165"/>
          <ac:spMkLst>
            <pc:docMk/>
            <pc:sldMk cId="230286436" sldId="297"/>
            <ac:spMk id="6" creationId="{B037EC9B-2F28-42C9-398A-121530BF6E4F}"/>
          </ac:spMkLst>
        </pc:spChg>
        <pc:spChg chg="mod topLvl">
          <ac:chgData name="Pi, Yalong" userId="c9a3dc08-26f0-490d-b190-2780270c58e1" providerId="ADAL" clId="{B327DBD7-C221-430A-B104-6485CFF704D9}" dt="2025-04-04T23:18:17.652" v="2189" actId="1076"/>
          <ac:spMkLst>
            <pc:docMk/>
            <pc:sldMk cId="230286436" sldId="297"/>
            <ac:spMk id="8" creationId="{0E8F1466-B33B-077D-09A7-29F8B9076C84}"/>
          </ac:spMkLst>
        </pc:spChg>
        <pc:spChg chg="mod topLvl">
          <ac:chgData name="Pi, Yalong" userId="c9a3dc08-26f0-490d-b190-2780270c58e1" providerId="ADAL" clId="{B327DBD7-C221-430A-B104-6485CFF704D9}" dt="2025-04-04T23:17:52.282" v="2184" actId="165"/>
          <ac:spMkLst>
            <pc:docMk/>
            <pc:sldMk cId="230286436" sldId="297"/>
            <ac:spMk id="9" creationId="{442624A8-56F4-4DE9-06AD-497427503B8B}"/>
          </ac:spMkLst>
        </pc:spChg>
        <pc:spChg chg="mod topLvl">
          <ac:chgData name="Pi, Yalong" userId="c9a3dc08-26f0-490d-b190-2780270c58e1" providerId="ADAL" clId="{B327DBD7-C221-430A-B104-6485CFF704D9}" dt="2025-04-04T23:17:52.282" v="2184" actId="165"/>
          <ac:spMkLst>
            <pc:docMk/>
            <pc:sldMk cId="230286436" sldId="297"/>
            <ac:spMk id="11" creationId="{1591F70B-7944-F028-12D9-69E04A2B2569}"/>
          </ac:spMkLst>
        </pc:spChg>
        <pc:spChg chg="mod topLvl">
          <ac:chgData name="Pi, Yalong" userId="c9a3dc08-26f0-490d-b190-2780270c58e1" providerId="ADAL" clId="{B327DBD7-C221-430A-B104-6485CFF704D9}" dt="2025-04-04T23:17:52.282" v="2184" actId="165"/>
          <ac:spMkLst>
            <pc:docMk/>
            <pc:sldMk cId="230286436" sldId="297"/>
            <ac:spMk id="12" creationId="{39A89FA7-60C1-C3F5-6E69-823A4E324771}"/>
          </ac:spMkLst>
        </pc:spChg>
        <pc:spChg chg="mod">
          <ac:chgData name="Pi, Yalong" userId="c9a3dc08-26f0-490d-b190-2780270c58e1" providerId="ADAL" clId="{B327DBD7-C221-430A-B104-6485CFF704D9}" dt="2025-04-04T23:17:21.161" v="2180" actId="165"/>
          <ac:spMkLst>
            <pc:docMk/>
            <pc:sldMk cId="230286436" sldId="297"/>
            <ac:spMk id="13" creationId="{3625F5F5-F183-6890-CD9F-6F9D121A2EFD}"/>
          </ac:spMkLst>
        </pc:spChg>
        <pc:spChg chg="mod topLvl">
          <ac:chgData name="Pi, Yalong" userId="c9a3dc08-26f0-490d-b190-2780270c58e1" providerId="ADAL" clId="{B327DBD7-C221-430A-B104-6485CFF704D9}" dt="2025-04-04T23:19:02.213" v="2200" actId="164"/>
          <ac:spMkLst>
            <pc:docMk/>
            <pc:sldMk cId="230286436" sldId="297"/>
            <ac:spMk id="15" creationId="{E6A4D6F4-DD11-7A01-7050-879586E962EF}"/>
          </ac:spMkLst>
        </pc:spChg>
        <pc:spChg chg="mod topLvl">
          <ac:chgData name="Pi, Yalong" userId="c9a3dc08-26f0-490d-b190-2780270c58e1" providerId="ADAL" clId="{B327DBD7-C221-430A-B104-6485CFF704D9}" dt="2025-04-04T23:19:02.213" v="2200" actId="164"/>
          <ac:spMkLst>
            <pc:docMk/>
            <pc:sldMk cId="230286436" sldId="297"/>
            <ac:spMk id="24" creationId="{1B11E29F-254D-D226-F2CA-94D9921F8A49}"/>
          </ac:spMkLst>
        </pc:spChg>
        <pc:spChg chg="mod">
          <ac:chgData name="Pi, Yalong" userId="c9a3dc08-26f0-490d-b190-2780270c58e1" providerId="ADAL" clId="{B327DBD7-C221-430A-B104-6485CFF704D9}" dt="2025-04-04T23:17:21.161" v="2180" actId="165"/>
          <ac:spMkLst>
            <pc:docMk/>
            <pc:sldMk cId="230286436" sldId="297"/>
            <ac:spMk id="31" creationId="{F5197456-A57A-9C10-04F1-0F75EBD7AD4C}"/>
          </ac:spMkLst>
        </pc:spChg>
        <pc:spChg chg="mod">
          <ac:chgData name="Pi, Yalong" userId="c9a3dc08-26f0-490d-b190-2780270c58e1" providerId="ADAL" clId="{B327DBD7-C221-430A-B104-6485CFF704D9}" dt="2025-04-04T23:17:21.161" v="2180" actId="165"/>
          <ac:spMkLst>
            <pc:docMk/>
            <pc:sldMk cId="230286436" sldId="297"/>
            <ac:spMk id="33" creationId="{4CD89C5F-7A48-64A7-9F77-A37781E52328}"/>
          </ac:spMkLst>
        </pc:spChg>
        <pc:spChg chg="add mod topLvl">
          <ac:chgData name="Pi, Yalong" userId="c9a3dc08-26f0-490d-b190-2780270c58e1" providerId="ADAL" clId="{B327DBD7-C221-430A-B104-6485CFF704D9}" dt="2025-04-04T23:17:21.161" v="2180" actId="165"/>
          <ac:spMkLst>
            <pc:docMk/>
            <pc:sldMk cId="230286436" sldId="297"/>
            <ac:spMk id="34" creationId="{5D3C5949-87F2-6D78-D963-247A6D102B95}"/>
          </ac:spMkLst>
        </pc:spChg>
        <pc:spChg chg="mod">
          <ac:chgData name="Pi, Yalong" userId="c9a3dc08-26f0-490d-b190-2780270c58e1" providerId="ADAL" clId="{B327DBD7-C221-430A-B104-6485CFF704D9}" dt="2025-04-04T23:19:06.297" v="2201" actId="571"/>
          <ac:spMkLst>
            <pc:docMk/>
            <pc:sldMk cId="230286436" sldId="297"/>
            <ac:spMk id="40" creationId="{458EC563-C094-643B-9141-E3D804D326E7}"/>
          </ac:spMkLst>
        </pc:spChg>
        <pc:spChg chg="mod">
          <ac:chgData name="Pi, Yalong" userId="c9a3dc08-26f0-490d-b190-2780270c58e1" providerId="ADAL" clId="{B327DBD7-C221-430A-B104-6485CFF704D9}" dt="2025-04-04T23:19:06.297" v="2201" actId="571"/>
          <ac:spMkLst>
            <pc:docMk/>
            <pc:sldMk cId="230286436" sldId="297"/>
            <ac:spMk id="41" creationId="{19AE3F02-A387-63D3-75D2-CFD4B3D0BAA1}"/>
          </ac:spMkLst>
        </pc:spChg>
        <pc:spChg chg="add mod">
          <ac:chgData name="Pi, Yalong" userId="c9a3dc08-26f0-490d-b190-2780270c58e1" providerId="ADAL" clId="{B327DBD7-C221-430A-B104-6485CFF704D9}" dt="2025-04-04T23:25:55.062" v="2209" actId="1076"/>
          <ac:spMkLst>
            <pc:docMk/>
            <pc:sldMk cId="230286436" sldId="297"/>
            <ac:spMk id="43" creationId="{9B44D4B6-A32B-8198-57D2-6B80DA0236CB}"/>
          </ac:spMkLst>
        </pc:spChg>
        <pc:spChg chg="add">
          <ac:chgData name="Pi, Yalong" userId="c9a3dc08-26f0-490d-b190-2780270c58e1" providerId="ADAL" clId="{B327DBD7-C221-430A-B104-6485CFF704D9}" dt="2025-04-04T23:26:09.164" v="2210" actId="11529"/>
          <ac:spMkLst>
            <pc:docMk/>
            <pc:sldMk cId="230286436" sldId="297"/>
            <ac:spMk id="44" creationId="{CBF1B6D1-88DF-4B1E-1607-94FE58E9E883}"/>
          </ac:spMkLst>
        </pc:spChg>
        <pc:grpChg chg="mod">
          <ac:chgData name="Pi, Yalong" userId="c9a3dc08-26f0-490d-b190-2780270c58e1" providerId="ADAL" clId="{B327DBD7-C221-430A-B104-6485CFF704D9}" dt="2025-04-04T21:07:29.438" v="1216" actId="164"/>
          <ac:grpSpMkLst>
            <pc:docMk/>
            <pc:sldMk cId="230286436" sldId="297"/>
            <ac:grpSpMk id="29" creationId="{04EC7935-BC15-FBB6-BC9A-D0BC0B8B8097}"/>
          </ac:grpSpMkLst>
        </pc:grpChg>
        <pc:grpChg chg="add mod ord">
          <ac:chgData name="Pi, Yalong" userId="c9a3dc08-26f0-490d-b190-2780270c58e1" providerId="ADAL" clId="{B327DBD7-C221-430A-B104-6485CFF704D9}" dt="2025-04-04T23:21:06.663" v="2206" actId="166"/>
          <ac:grpSpMkLst>
            <pc:docMk/>
            <pc:sldMk cId="230286436" sldId="297"/>
            <ac:grpSpMk id="38" creationId="{066A5AE6-670C-BF19-B3B0-7CF95AA5459C}"/>
          </ac:grpSpMkLst>
        </pc:grpChg>
        <pc:grpChg chg="add mod ord">
          <ac:chgData name="Pi, Yalong" userId="c9a3dc08-26f0-490d-b190-2780270c58e1" providerId="ADAL" clId="{B327DBD7-C221-430A-B104-6485CFF704D9}" dt="2025-04-04T23:19:25.408" v="2205" actId="167"/>
          <ac:grpSpMkLst>
            <pc:docMk/>
            <pc:sldMk cId="230286436" sldId="297"/>
            <ac:grpSpMk id="39" creationId="{C255AB46-10D9-5616-C667-449311D5E3E0}"/>
          </ac:grpSpMkLst>
        </pc:grpChg>
        <pc:picChg chg="mod">
          <ac:chgData name="Pi, Yalong" userId="c9a3dc08-26f0-490d-b190-2780270c58e1" providerId="ADAL" clId="{B327DBD7-C221-430A-B104-6485CFF704D9}" dt="2025-04-04T23:21:29.936" v="2207" actId="1076"/>
          <ac:picMkLst>
            <pc:docMk/>
            <pc:sldMk cId="230286436" sldId="297"/>
            <ac:picMk id="3" creationId="{7FB02E6D-6CB7-5396-FBD8-60CBC71F5AAA}"/>
          </ac:picMkLst>
        </pc:picChg>
        <pc:picChg chg="mod">
          <ac:chgData name="Pi, Yalong" userId="c9a3dc08-26f0-490d-b190-2780270c58e1" providerId="ADAL" clId="{B327DBD7-C221-430A-B104-6485CFF704D9}" dt="2025-04-04T21:07:29.438" v="1216" actId="164"/>
          <ac:picMkLst>
            <pc:docMk/>
            <pc:sldMk cId="230286436" sldId="297"/>
            <ac:picMk id="35" creationId="{CDE0DE13-EFE5-0834-D85D-4A831C7AF2D8}"/>
          </ac:picMkLst>
        </pc:picChg>
        <pc:cxnChg chg="mod topLvl">
          <ac:chgData name="Pi, Yalong" userId="c9a3dc08-26f0-490d-b190-2780270c58e1" providerId="ADAL" clId="{B327DBD7-C221-430A-B104-6485CFF704D9}" dt="2025-04-04T23:19:19.790" v="2203" actId="1076"/>
          <ac:cxnSpMkLst>
            <pc:docMk/>
            <pc:sldMk cId="230286436" sldId="297"/>
            <ac:cxnSpMk id="25" creationId="{07D918CA-70C4-D8E1-D8C8-6081E1609D5C}"/>
          </ac:cxnSpMkLst>
        </pc:cxnChg>
        <pc:cxnChg chg="mod topLvl">
          <ac:chgData name="Pi, Yalong" userId="c9a3dc08-26f0-490d-b190-2780270c58e1" providerId="ADAL" clId="{B327DBD7-C221-430A-B104-6485CFF704D9}" dt="2025-04-04T23:19:19.790" v="2203" actId="1076"/>
          <ac:cxnSpMkLst>
            <pc:docMk/>
            <pc:sldMk cId="230286436" sldId="297"/>
            <ac:cxnSpMk id="26" creationId="{D195BCFB-4750-EA67-99E8-5B9A3BA38254}"/>
          </ac:cxnSpMkLst>
        </pc:cxnChg>
        <pc:cxnChg chg="mod">
          <ac:chgData name="Pi, Yalong" userId="c9a3dc08-26f0-490d-b190-2780270c58e1" providerId="ADAL" clId="{B327DBD7-C221-430A-B104-6485CFF704D9}" dt="2025-04-04T23:19:19.790" v="2203" actId="1076"/>
          <ac:cxnSpMkLst>
            <pc:docMk/>
            <pc:sldMk cId="230286436" sldId="297"/>
            <ac:cxnSpMk id="27" creationId="{397D337D-8462-44AF-FF62-DA3E2FC7921E}"/>
          </ac:cxnSpMkLst>
        </pc:cxnChg>
        <pc:cxnChg chg="mod">
          <ac:chgData name="Pi, Yalong" userId="c9a3dc08-26f0-490d-b190-2780270c58e1" providerId="ADAL" clId="{B327DBD7-C221-430A-B104-6485CFF704D9}" dt="2025-04-04T23:19:19.790" v="2203" actId="1076"/>
          <ac:cxnSpMkLst>
            <pc:docMk/>
            <pc:sldMk cId="230286436" sldId="297"/>
            <ac:cxnSpMk id="28" creationId="{473FEE5B-E179-6C3C-45D0-ECD7E1CF25F8}"/>
          </ac:cxnSpMkLst>
        </pc:cxnChg>
      </pc:sldChg>
      <pc:sldChg chg="addSp delSp modSp add del mod">
        <pc:chgData name="Pi, Yalong" userId="c9a3dc08-26f0-490d-b190-2780270c58e1" providerId="ADAL" clId="{B327DBD7-C221-430A-B104-6485CFF704D9}" dt="2025-04-11T00:17:41.160" v="3089" actId="2696"/>
        <pc:sldMkLst>
          <pc:docMk/>
          <pc:sldMk cId="2823130250" sldId="298"/>
        </pc:sldMkLst>
      </pc:sldChg>
      <pc:sldChg chg="new del">
        <pc:chgData name="Pi, Yalong" userId="c9a3dc08-26f0-490d-b190-2780270c58e1" providerId="ADAL" clId="{B327DBD7-C221-430A-B104-6485CFF704D9}" dt="2025-04-04T23:02:05.903" v="2119" actId="47"/>
        <pc:sldMkLst>
          <pc:docMk/>
          <pc:sldMk cId="1881914337" sldId="299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2858129883" sldId="299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524689298" sldId="300"/>
        </pc:sldMkLst>
      </pc:sldChg>
      <pc:sldChg chg="addSp modSp add mod">
        <pc:chgData name="Pi, Yalong" userId="c9a3dc08-26f0-490d-b190-2780270c58e1" providerId="ADAL" clId="{B327DBD7-C221-430A-B104-6485CFF704D9}" dt="2025-04-04T21:58:09.899" v="1699" actId="20577"/>
        <pc:sldMkLst>
          <pc:docMk/>
          <pc:sldMk cId="1787435511" sldId="300"/>
        </pc:sldMkLst>
        <pc:spChg chg="add mod">
          <ac:chgData name="Pi, Yalong" userId="c9a3dc08-26f0-490d-b190-2780270c58e1" providerId="ADAL" clId="{B327DBD7-C221-430A-B104-6485CFF704D9}" dt="2025-04-04T21:58:09.899" v="1699" actId="20577"/>
          <ac:spMkLst>
            <pc:docMk/>
            <pc:sldMk cId="1787435511" sldId="300"/>
            <ac:spMk id="2" creationId="{48A9561A-07A6-E7FC-D51B-7E88D7E79246}"/>
          </ac:spMkLst>
        </pc:spChg>
      </pc:sldChg>
      <pc:sldChg chg="add del">
        <pc:chgData name="Pi, Yalong" userId="c9a3dc08-26f0-490d-b190-2780270c58e1" providerId="ADAL" clId="{B327DBD7-C221-430A-B104-6485CFF704D9}" dt="2025-04-04T21:07:20.830" v="1214"/>
        <pc:sldMkLst>
          <pc:docMk/>
          <pc:sldMk cId="1092209511" sldId="301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3279537326" sldId="301"/>
        </pc:sldMkLst>
      </pc:sldChg>
      <pc:sldChg chg="addSp modSp new">
        <pc:chgData name="Pi, Yalong" userId="c9a3dc08-26f0-490d-b190-2780270c58e1" providerId="ADAL" clId="{B327DBD7-C221-430A-B104-6485CFF704D9}" dt="2025-04-04T21:09:21.798" v="1241"/>
        <pc:sldMkLst>
          <pc:docMk/>
          <pc:sldMk cId="4075105920" sldId="301"/>
        </pc:sldMkLst>
        <pc:spChg chg="mod">
          <ac:chgData name="Pi, Yalong" userId="c9a3dc08-26f0-490d-b190-2780270c58e1" providerId="ADAL" clId="{B327DBD7-C221-430A-B104-6485CFF704D9}" dt="2025-04-04T21:09:21.798" v="1241"/>
          <ac:spMkLst>
            <pc:docMk/>
            <pc:sldMk cId="4075105920" sldId="301"/>
            <ac:spMk id="3" creationId="{69034E56-C4DB-C15C-70D9-6894265A3316}"/>
          </ac:spMkLst>
        </pc:spChg>
        <pc:spChg chg="mod">
          <ac:chgData name="Pi, Yalong" userId="c9a3dc08-26f0-490d-b190-2780270c58e1" providerId="ADAL" clId="{B327DBD7-C221-430A-B104-6485CFF704D9}" dt="2025-04-04T21:09:21.798" v="1241"/>
          <ac:spMkLst>
            <pc:docMk/>
            <pc:sldMk cId="4075105920" sldId="301"/>
            <ac:spMk id="6" creationId="{A3D4762A-02E8-171D-D2D0-1BA8168C757B}"/>
          </ac:spMkLst>
        </pc:spChg>
        <pc:spChg chg="mod">
          <ac:chgData name="Pi, Yalong" userId="c9a3dc08-26f0-490d-b190-2780270c58e1" providerId="ADAL" clId="{B327DBD7-C221-430A-B104-6485CFF704D9}" dt="2025-04-04T21:09:21.798" v="1241"/>
          <ac:spMkLst>
            <pc:docMk/>
            <pc:sldMk cId="4075105920" sldId="301"/>
            <ac:spMk id="7" creationId="{0BE5971B-A272-D225-5C0E-623995319DBB}"/>
          </ac:spMkLst>
        </pc:spChg>
        <pc:spChg chg="mod">
          <ac:chgData name="Pi, Yalong" userId="c9a3dc08-26f0-490d-b190-2780270c58e1" providerId="ADAL" clId="{B327DBD7-C221-430A-B104-6485CFF704D9}" dt="2025-04-04T21:09:21.798" v="1241"/>
          <ac:spMkLst>
            <pc:docMk/>
            <pc:sldMk cId="4075105920" sldId="301"/>
            <ac:spMk id="9" creationId="{62205B5A-D8D6-9D75-FABE-944191D7B1C6}"/>
          </ac:spMkLst>
        </pc:spChg>
        <pc:spChg chg="mod">
          <ac:chgData name="Pi, Yalong" userId="c9a3dc08-26f0-490d-b190-2780270c58e1" providerId="ADAL" clId="{B327DBD7-C221-430A-B104-6485CFF704D9}" dt="2025-04-04T21:09:21.798" v="1241"/>
          <ac:spMkLst>
            <pc:docMk/>
            <pc:sldMk cId="4075105920" sldId="301"/>
            <ac:spMk id="10" creationId="{68282027-9516-98A9-B432-95E14DABC70F}"/>
          </ac:spMkLst>
        </pc:spChg>
        <pc:spChg chg="mod">
          <ac:chgData name="Pi, Yalong" userId="c9a3dc08-26f0-490d-b190-2780270c58e1" providerId="ADAL" clId="{B327DBD7-C221-430A-B104-6485CFF704D9}" dt="2025-04-04T21:09:21.798" v="1241"/>
          <ac:spMkLst>
            <pc:docMk/>
            <pc:sldMk cId="4075105920" sldId="301"/>
            <ac:spMk id="11" creationId="{55BC11DA-82B1-0F02-B7A9-66019C455F6B}"/>
          </ac:spMkLst>
        </pc:spChg>
        <pc:spChg chg="mod">
          <ac:chgData name="Pi, Yalong" userId="c9a3dc08-26f0-490d-b190-2780270c58e1" providerId="ADAL" clId="{B327DBD7-C221-430A-B104-6485CFF704D9}" dt="2025-04-04T21:09:21.798" v="1241"/>
          <ac:spMkLst>
            <pc:docMk/>
            <pc:sldMk cId="4075105920" sldId="301"/>
            <ac:spMk id="13" creationId="{20F3F510-9835-91BA-C909-8E9AC1310E9D}"/>
          </ac:spMkLst>
        </pc:spChg>
        <pc:spChg chg="mod">
          <ac:chgData name="Pi, Yalong" userId="c9a3dc08-26f0-490d-b190-2780270c58e1" providerId="ADAL" clId="{B327DBD7-C221-430A-B104-6485CFF704D9}" dt="2025-04-04T21:09:21.798" v="1241"/>
          <ac:spMkLst>
            <pc:docMk/>
            <pc:sldMk cId="4075105920" sldId="301"/>
            <ac:spMk id="15" creationId="{894B25B2-B637-9FA5-3ABF-72E60D762456}"/>
          </ac:spMkLst>
        </pc:spChg>
        <pc:spChg chg="mod">
          <ac:chgData name="Pi, Yalong" userId="c9a3dc08-26f0-490d-b190-2780270c58e1" providerId="ADAL" clId="{B327DBD7-C221-430A-B104-6485CFF704D9}" dt="2025-04-04T21:09:21.798" v="1241"/>
          <ac:spMkLst>
            <pc:docMk/>
            <pc:sldMk cId="4075105920" sldId="301"/>
            <ac:spMk id="16" creationId="{4528175D-BF35-4EE8-63ED-CD09FCDCB900}"/>
          </ac:spMkLst>
        </pc:spChg>
        <pc:spChg chg="mod">
          <ac:chgData name="Pi, Yalong" userId="c9a3dc08-26f0-490d-b190-2780270c58e1" providerId="ADAL" clId="{B327DBD7-C221-430A-B104-6485CFF704D9}" dt="2025-04-04T21:09:21.798" v="1241"/>
          <ac:spMkLst>
            <pc:docMk/>
            <pc:sldMk cId="4075105920" sldId="301"/>
            <ac:spMk id="18" creationId="{6395A851-62A4-76F8-54AF-0F80F08C13D0}"/>
          </ac:spMkLst>
        </pc:spChg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1815105795" sldId="302"/>
        </pc:sldMkLst>
      </pc:sldChg>
      <pc:sldChg chg="addSp modSp new del mod">
        <pc:chgData name="Pi, Yalong" userId="c9a3dc08-26f0-490d-b190-2780270c58e1" providerId="ADAL" clId="{B327DBD7-C221-430A-B104-6485CFF704D9}" dt="2025-04-11T00:17:41.160" v="3089" actId="2696"/>
        <pc:sldMkLst>
          <pc:docMk/>
          <pc:sldMk cId="2217266800" sldId="302"/>
        </pc:sldMkLst>
      </pc:sldChg>
      <pc:sldChg chg="addSp delSp modSp new del mod ord">
        <pc:chgData name="Pi, Yalong" userId="c9a3dc08-26f0-490d-b190-2780270c58e1" providerId="ADAL" clId="{B327DBD7-C221-430A-B104-6485CFF704D9}" dt="2025-04-11T00:17:41.160" v="3089" actId="2696"/>
        <pc:sldMkLst>
          <pc:docMk/>
          <pc:sldMk cId="1683322710" sldId="303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4027952006" sldId="303"/>
        </pc:sldMkLst>
      </pc:sldChg>
      <pc:sldChg chg="new del">
        <pc:chgData name="Pi, Yalong" userId="c9a3dc08-26f0-490d-b190-2780270c58e1" providerId="ADAL" clId="{B327DBD7-C221-430A-B104-6485CFF704D9}" dt="2025-04-05T00:09:04.436" v="2265" actId="47"/>
        <pc:sldMkLst>
          <pc:docMk/>
          <pc:sldMk cId="3389647570" sldId="304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3581978640" sldId="304"/>
        </pc:sldMkLst>
      </pc:sldChg>
      <pc:sldChg chg="modSp add del mod">
        <pc:chgData name="Pi, Yalong" userId="c9a3dc08-26f0-490d-b190-2780270c58e1" providerId="ADAL" clId="{B327DBD7-C221-430A-B104-6485CFF704D9}" dt="2025-04-11T00:17:41.160" v="3089" actId="2696"/>
        <pc:sldMkLst>
          <pc:docMk/>
          <pc:sldMk cId="1857451874" sldId="305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2353712881" sldId="305"/>
        </pc:sldMkLst>
      </pc:sldChg>
      <pc:sldChg chg="new del">
        <pc:chgData name="Pi, Yalong" userId="c9a3dc08-26f0-490d-b190-2780270c58e1" providerId="ADAL" clId="{B327DBD7-C221-430A-B104-6485CFF704D9}" dt="2025-04-05T00:09:05.479" v="2266" actId="47"/>
        <pc:sldMkLst>
          <pc:docMk/>
          <pc:sldMk cId="1705424091" sldId="306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2949754431" sldId="306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1460778003" sldId="307"/>
        </pc:sldMkLst>
      </pc:sldChg>
      <pc:sldChg chg="addSp delSp modSp new del mod ord">
        <pc:chgData name="Pi, Yalong" userId="c9a3dc08-26f0-490d-b190-2780270c58e1" providerId="ADAL" clId="{B327DBD7-C221-430A-B104-6485CFF704D9}" dt="2025-04-11T00:17:41.160" v="3089" actId="2696"/>
        <pc:sldMkLst>
          <pc:docMk/>
          <pc:sldMk cId="2934287215" sldId="307"/>
        </pc:sldMkLst>
      </pc:sldChg>
      <pc:sldChg chg="modSp new del mod ord">
        <pc:chgData name="Pi, Yalong" userId="c9a3dc08-26f0-490d-b190-2780270c58e1" providerId="ADAL" clId="{B327DBD7-C221-430A-B104-6485CFF704D9}" dt="2025-04-11T00:17:41.160" v="3089" actId="2696"/>
        <pc:sldMkLst>
          <pc:docMk/>
          <pc:sldMk cId="3291032192" sldId="308"/>
        </pc:sldMkLst>
      </pc:sldChg>
      <pc:sldChg chg="new del">
        <pc:chgData name="Pi, Yalong" userId="c9a3dc08-26f0-490d-b190-2780270c58e1" providerId="ADAL" clId="{B327DBD7-C221-430A-B104-6485CFF704D9}" dt="2025-04-05T00:06:17.547" v="2258" actId="47"/>
        <pc:sldMkLst>
          <pc:docMk/>
          <pc:sldMk cId="1196707717" sldId="309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3646669359" sldId="309"/>
        </pc:sldMkLst>
      </pc:sldChg>
      <pc:sldChg chg="modSp add del mod ord">
        <pc:chgData name="Pi, Yalong" userId="c9a3dc08-26f0-490d-b190-2780270c58e1" providerId="ADAL" clId="{B327DBD7-C221-430A-B104-6485CFF704D9}" dt="2025-04-11T00:17:41.160" v="3089" actId="2696"/>
        <pc:sldMkLst>
          <pc:docMk/>
          <pc:sldMk cId="3397982343" sldId="310"/>
        </pc:sldMkLst>
      </pc:sldChg>
      <pc:sldChg chg="new del">
        <pc:chgData name="Pi, Yalong" userId="c9a3dc08-26f0-490d-b190-2780270c58e1" providerId="ADAL" clId="{B327DBD7-C221-430A-B104-6485CFF704D9}" dt="2025-04-04T23:02:14.143" v="2120" actId="47"/>
        <pc:sldMkLst>
          <pc:docMk/>
          <pc:sldMk cId="2592398583" sldId="311"/>
        </pc:sldMkLst>
      </pc:sldChg>
      <pc:sldChg chg="addSp modSp add del mod">
        <pc:chgData name="Pi, Yalong" userId="c9a3dc08-26f0-490d-b190-2780270c58e1" providerId="ADAL" clId="{B327DBD7-C221-430A-B104-6485CFF704D9}" dt="2025-04-11T00:17:41.160" v="3089" actId="2696"/>
        <pc:sldMkLst>
          <pc:docMk/>
          <pc:sldMk cId="437697367" sldId="312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3762349812" sldId="312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1665648186" sldId="313"/>
        </pc:sldMkLst>
      </pc:sldChg>
      <pc:sldChg chg="modSp new del mod ord">
        <pc:chgData name="Pi, Yalong" userId="c9a3dc08-26f0-490d-b190-2780270c58e1" providerId="ADAL" clId="{B327DBD7-C221-430A-B104-6485CFF704D9}" dt="2025-04-04T23:27:27.851" v="2211" actId="47"/>
        <pc:sldMkLst>
          <pc:docMk/>
          <pc:sldMk cId="3860614963" sldId="313"/>
        </pc:sldMkLst>
      </pc:sldChg>
      <pc:sldChg chg="addSp modSp new del mod">
        <pc:chgData name="Pi, Yalong" userId="c9a3dc08-26f0-490d-b190-2780270c58e1" providerId="ADAL" clId="{B327DBD7-C221-430A-B104-6485CFF704D9}" dt="2025-04-11T00:17:41.160" v="3089" actId="2696"/>
        <pc:sldMkLst>
          <pc:docMk/>
          <pc:sldMk cId="1635630988" sldId="314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2547315681" sldId="314"/>
        </pc:sldMkLst>
      </pc:sldChg>
      <pc:sldChg chg="delSp add del mod">
        <pc:chgData name="Pi, Yalong" userId="c9a3dc08-26f0-490d-b190-2780270c58e1" providerId="ADAL" clId="{B327DBD7-C221-430A-B104-6485CFF704D9}" dt="2025-04-04T22:05:55.658" v="1882" actId="47"/>
        <pc:sldMkLst>
          <pc:docMk/>
          <pc:sldMk cId="404600218" sldId="315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3581272772" sldId="315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2463305481" sldId="316"/>
        </pc:sldMkLst>
      </pc:sldChg>
      <pc:sldChg chg="add del ord">
        <pc:chgData name="Pi, Yalong" userId="c9a3dc08-26f0-490d-b190-2780270c58e1" providerId="ADAL" clId="{B327DBD7-C221-430A-B104-6485CFF704D9}" dt="2025-04-11T00:17:41.160" v="3089" actId="2696"/>
        <pc:sldMkLst>
          <pc:docMk/>
          <pc:sldMk cId="3417175957" sldId="316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1926104154" sldId="317"/>
        </pc:sldMkLst>
      </pc:sldChg>
      <pc:sldChg chg="add del ord">
        <pc:chgData name="Pi, Yalong" userId="c9a3dc08-26f0-490d-b190-2780270c58e1" providerId="ADAL" clId="{B327DBD7-C221-430A-B104-6485CFF704D9}" dt="2025-04-11T00:17:41.160" v="3089" actId="2696"/>
        <pc:sldMkLst>
          <pc:docMk/>
          <pc:sldMk cId="2166964926" sldId="317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1297592706" sldId="318"/>
        </pc:sldMkLst>
      </pc:sldChg>
      <pc:sldChg chg="delSp modSp add del mod">
        <pc:chgData name="Pi, Yalong" userId="c9a3dc08-26f0-490d-b190-2780270c58e1" providerId="ADAL" clId="{B327DBD7-C221-430A-B104-6485CFF704D9}" dt="2025-04-08T18:29:50.821" v="2980" actId="47"/>
        <pc:sldMkLst>
          <pc:docMk/>
          <pc:sldMk cId="2090550183" sldId="318"/>
        </pc:sldMkLst>
      </pc:sldChg>
      <pc:sldChg chg="modSp new del mod">
        <pc:chgData name="Pi, Yalong" userId="c9a3dc08-26f0-490d-b190-2780270c58e1" providerId="ADAL" clId="{B327DBD7-C221-430A-B104-6485CFF704D9}" dt="2025-04-04T23:01:31.434" v="2114" actId="47"/>
        <pc:sldMkLst>
          <pc:docMk/>
          <pc:sldMk cId="3080683222" sldId="318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532028328" sldId="319"/>
        </pc:sldMkLst>
      </pc:sldChg>
      <pc:sldChg chg="modSp add del mod">
        <pc:chgData name="Pi, Yalong" userId="c9a3dc08-26f0-490d-b190-2780270c58e1" providerId="ADAL" clId="{B327DBD7-C221-430A-B104-6485CFF704D9}" dt="2025-04-05T00:03:07.365" v="2218" actId="47"/>
        <pc:sldMkLst>
          <pc:docMk/>
          <pc:sldMk cId="689132887" sldId="319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2050169678" sldId="320"/>
        </pc:sldMkLst>
      </pc:sldChg>
      <pc:sldChg chg="addSp delSp modSp add mod">
        <pc:chgData name="Pi, Yalong" userId="c9a3dc08-26f0-490d-b190-2780270c58e1" providerId="ADAL" clId="{B327DBD7-C221-430A-B104-6485CFF704D9}" dt="2025-04-04T23:06:48.883" v="2132" actId="22"/>
        <pc:sldMkLst>
          <pc:docMk/>
          <pc:sldMk cId="4092951891" sldId="320"/>
        </pc:sldMkLst>
        <pc:spChg chg="mod">
          <ac:chgData name="Pi, Yalong" userId="c9a3dc08-26f0-490d-b190-2780270c58e1" providerId="ADAL" clId="{B327DBD7-C221-430A-B104-6485CFF704D9}" dt="2025-04-04T23:05:27.402" v="2128" actId="1076"/>
          <ac:spMkLst>
            <pc:docMk/>
            <pc:sldMk cId="4092951891" sldId="320"/>
            <ac:spMk id="3" creationId="{00000000-0000-0000-0000-000000000000}"/>
          </ac:spMkLst>
        </pc:spChg>
        <pc:spChg chg="mod">
          <ac:chgData name="Pi, Yalong" userId="c9a3dc08-26f0-490d-b190-2780270c58e1" providerId="ADAL" clId="{B327DBD7-C221-430A-B104-6485CFF704D9}" dt="2025-04-04T23:05:30.689" v="2129" actId="1076"/>
          <ac:spMkLst>
            <pc:docMk/>
            <pc:sldMk cId="4092951891" sldId="320"/>
            <ac:spMk id="4" creationId="{00000000-0000-0000-0000-000000000000}"/>
          </ac:spMkLst>
        </pc:spChg>
        <pc:graphicFrameChg chg="mod">
          <ac:chgData name="Pi, Yalong" userId="c9a3dc08-26f0-490d-b190-2780270c58e1" providerId="ADAL" clId="{B327DBD7-C221-430A-B104-6485CFF704D9}" dt="2025-04-04T23:05:33.823" v="2130" actId="1076"/>
          <ac:graphicFrameMkLst>
            <pc:docMk/>
            <pc:sldMk cId="4092951891" sldId="320"/>
            <ac:graphicFrameMk id="2" creationId="{00000000-0000-0000-0000-000000000000}"/>
          </ac:graphicFrameMkLst>
        </pc:graphicFrameChg>
      </pc:sldChg>
      <pc:sldChg chg="addSp delSp new">
        <pc:chgData name="Pi, Yalong" userId="c9a3dc08-26f0-490d-b190-2780270c58e1" providerId="ADAL" clId="{B327DBD7-C221-430A-B104-6485CFF704D9}" dt="2025-04-04T23:11:41.809" v="2136"/>
        <pc:sldMkLst>
          <pc:docMk/>
          <pc:sldMk cId="3150593614" sldId="321"/>
        </pc:sldMkLst>
        <pc:picChg chg="add">
          <ac:chgData name="Pi, Yalong" userId="c9a3dc08-26f0-490d-b190-2780270c58e1" providerId="ADAL" clId="{B327DBD7-C221-430A-B104-6485CFF704D9}" dt="2025-04-04T23:11:41.809" v="2136"/>
          <ac:picMkLst>
            <pc:docMk/>
            <pc:sldMk cId="3150593614" sldId="321"/>
            <ac:picMk id="11268" creationId="{6DF5A52C-2DA0-097F-704D-11C81B74D269}"/>
          </ac:picMkLst>
        </pc:picChg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4006615701" sldId="321"/>
        </pc:sldMkLst>
      </pc:sldChg>
      <pc:sldChg chg="modSp add del mod ord">
        <pc:chgData name="Pi, Yalong" userId="c9a3dc08-26f0-490d-b190-2780270c58e1" providerId="ADAL" clId="{B327DBD7-C221-430A-B104-6485CFF704D9}" dt="2025-04-05T00:06:11.633" v="2257" actId="47"/>
        <pc:sldMkLst>
          <pc:docMk/>
          <pc:sldMk cId="123093537" sldId="322"/>
        </pc:sldMkLst>
      </pc:sldChg>
      <pc:sldChg chg="addSp modSp new del mod">
        <pc:chgData name="Pi, Yalong" userId="c9a3dc08-26f0-490d-b190-2780270c58e1" providerId="ADAL" clId="{B327DBD7-C221-430A-B104-6485CFF704D9}" dt="2025-04-11T00:17:41.160" v="3089" actId="2696"/>
        <pc:sldMkLst>
          <pc:docMk/>
          <pc:sldMk cId="1160906318" sldId="322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3201341292" sldId="322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2644510511" sldId="323"/>
        </pc:sldMkLst>
      </pc:sldChg>
      <pc:sldChg chg="addSp modSp new del">
        <pc:chgData name="Pi, Yalong" userId="c9a3dc08-26f0-490d-b190-2780270c58e1" providerId="ADAL" clId="{B327DBD7-C221-430A-B104-6485CFF704D9}" dt="2025-04-11T00:17:41.160" v="3089" actId="2696"/>
        <pc:sldMkLst>
          <pc:docMk/>
          <pc:sldMk cId="3224155928" sldId="323"/>
        </pc:sldMkLst>
      </pc:sldChg>
      <pc:sldChg chg="addSp modSp new del">
        <pc:chgData name="Pi, Yalong" userId="c9a3dc08-26f0-490d-b190-2780270c58e1" providerId="ADAL" clId="{B327DBD7-C221-430A-B104-6485CFF704D9}" dt="2025-04-11T00:17:41.160" v="3089" actId="2696"/>
        <pc:sldMkLst>
          <pc:docMk/>
          <pc:sldMk cId="1015832340" sldId="324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1614392201" sldId="324"/>
        </pc:sldMkLst>
      </pc:sldChg>
      <pc:sldChg chg="modSp new del mod">
        <pc:chgData name="Pi, Yalong" userId="c9a3dc08-26f0-490d-b190-2780270c58e1" providerId="ADAL" clId="{B327DBD7-C221-430A-B104-6485CFF704D9}" dt="2025-04-09T14:56:48.020" v="2994" actId="2696"/>
        <pc:sldMkLst>
          <pc:docMk/>
          <pc:sldMk cId="2957517873" sldId="325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4038834853" sldId="325"/>
        </pc:sldMkLst>
      </pc:sldChg>
      <pc:sldChg chg="addSp new add del">
        <pc:chgData name="Pi, Yalong" userId="c9a3dc08-26f0-490d-b190-2780270c58e1" providerId="ADAL" clId="{B327DBD7-C221-430A-B104-6485CFF704D9}" dt="2025-04-11T00:17:41.160" v="3089" actId="2696"/>
        <pc:sldMkLst>
          <pc:docMk/>
          <pc:sldMk cId="3152696499" sldId="326"/>
        </pc:sldMkLst>
      </pc:sldChg>
      <pc:sldChg chg="addSp modSp add del mod">
        <pc:chgData name="Pi, Yalong" userId="c9a3dc08-26f0-490d-b190-2780270c58e1" providerId="ADAL" clId="{B327DBD7-C221-430A-B104-6485CFF704D9}" dt="2025-04-09T14:56:48.020" v="2994" actId="2696"/>
        <pc:sldMkLst>
          <pc:docMk/>
          <pc:sldMk cId="3772723158" sldId="327"/>
        </pc:sldMkLst>
      </pc:sldChg>
      <pc:sldChg chg="add del">
        <pc:chgData name="Pi, Yalong" userId="c9a3dc08-26f0-490d-b190-2780270c58e1" providerId="ADAL" clId="{B327DBD7-C221-430A-B104-6485CFF704D9}" dt="2025-04-11T00:17:41.160" v="3089" actId="2696"/>
        <pc:sldMkLst>
          <pc:docMk/>
          <pc:sldMk cId="1979698089" sldId="328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3385665586" sldId="328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3416015291" sldId="329"/>
        </pc:sldMkLst>
      </pc:sldChg>
      <pc:sldChg chg="addSp delSp modSp new mod">
        <pc:chgData name="Pi, Yalong" userId="c9a3dc08-26f0-490d-b190-2780270c58e1" providerId="ADAL" clId="{B327DBD7-C221-430A-B104-6485CFF704D9}" dt="2025-04-08T18:12:54.675" v="2748" actId="14100"/>
        <pc:sldMkLst>
          <pc:docMk/>
          <pc:sldMk cId="3861954812" sldId="329"/>
        </pc:sldMkLst>
        <pc:picChg chg="add mod">
          <ac:chgData name="Pi, Yalong" userId="c9a3dc08-26f0-490d-b190-2780270c58e1" providerId="ADAL" clId="{B327DBD7-C221-430A-B104-6485CFF704D9}" dt="2025-04-08T18:12:54.675" v="2748" actId="14100"/>
          <ac:picMkLst>
            <pc:docMk/>
            <pc:sldMk cId="3861954812" sldId="329"/>
            <ac:picMk id="1028" creationId="{A48424A3-C3D3-0723-0DB3-9B9FDFF92077}"/>
          </ac:picMkLst>
        </pc:picChg>
      </pc:sldChg>
      <pc:sldChg chg="addSp delSp modSp new mod">
        <pc:chgData name="Pi, Yalong" userId="c9a3dc08-26f0-490d-b190-2780270c58e1" providerId="ADAL" clId="{B327DBD7-C221-430A-B104-6485CFF704D9}" dt="2025-04-08T18:17:33.450" v="2766" actId="1076"/>
        <pc:sldMkLst>
          <pc:docMk/>
          <pc:sldMk cId="2808103946" sldId="330"/>
        </pc:sldMkLst>
        <pc:spChg chg="add mod">
          <ac:chgData name="Pi, Yalong" userId="c9a3dc08-26f0-490d-b190-2780270c58e1" providerId="ADAL" clId="{B327DBD7-C221-430A-B104-6485CFF704D9}" dt="2025-04-08T18:17:33.450" v="2766" actId="1076"/>
          <ac:spMkLst>
            <pc:docMk/>
            <pc:sldMk cId="2808103946" sldId="330"/>
            <ac:spMk id="5" creationId="{42F9EA4B-F4C3-373E-FFE9-8EF958BD6EB7}"/>
          </ac:spMkLst>
        </pc:spChg>
        <pc:picChg chg="add mod">
          <ac:chgData name="Pi, Yalong" userId="c9a3dc08-26f0-490d-b190-2780270c58e1" providerId="ADAL" clId="{B327DBD7-C221-430A-B104-6485CFF704D9}" dt="2025-04-08T18:17:01.800" v="2758" actId="1076"/>
          <ac:picMkLst>
            <pc:docMk/>
            <pc:sldMk cId="2808103946" sldId="330"/>
            <ac:picMk id="3" creationId="{13A8B79B-A6F5-1330-D304-4F9B108C87A3}"/>
          </ac:picMkLst>
        </pc:picChg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3405156352" sldId="330"/>
        </pc:sldMkLst>
      </pc:sldChg>
      <pc:sldChg chg="new del">
        <pc:chgData name="Pi, Yalong" userId="c9a3dc08-26f0-490d-b190-2780270c58e1" providerId="ADAL" clId="{B327DBD7-C221-430A-B104-6485CFF704D9}" dt="2025-04-08T18:25:59.336" v="2779" actId="680"/>
        <pc:sldMkLst>
          <pc:docMk/>
          <pc:sldMk cId="1961411837" sldId="331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2792850766" sldId="331"/>
        </pc:sldMkLst>
      </pc:sldChg>
      <pc:sldChg chg="modSp new del mod">
        <pc:chgData name="Pi, Yalong" userId="c9a3dc08-26f0-490d-b190-2780270c58e1" providerId="ADAL" clId="{B327DBD7-C221-430A-B104-6485CFF704D9}" dt="2025-04-11T00:22:09.490" v="3090" actId="47"/>
        <pc:sldMkLst>
          <pc:docMk/>
          <pc:sldMk cId="3947273032" sldId="331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1625203741" sldId="332"/>
        </pc:sldMkLst>
      </pc:sldChg>
      <pc:sldChg chg="modSp new mod">
        <pc:chgData name="Pi, Yalong" userId="c9a3dc08-26f0-490d-b190-2780270c58e1" providerId="ADAL" clId="{B327DBD7-C221-430A-B104-6485CFF704D9}" dt="2025-04-08T18:29:44.562" v="2979" actId="20577"/>
        <pc:sldMkLst>
          <pc:docMk/>
          <pc:sldMk cId="2355592624" sldId="332"/>
        </pc:sldMkLst>
        <pc:spChg chg="mod">
          <ac:chgData name="Pi, Yalong" userId="c9a3dc08-26f0-490d-b190-2780270c58e1" providerId="ADAL" clId="{B327DBD7-C221-430A-B104-6485CFF704D9}" dt="2025-04-08T18:27:43.169" v="2802" actId="20577"/>
          <ac:spMkLst>
            <pc:docMk/>
            <pc:sldMk cId="2355592624" sldId="332"/>
            <ac:spMk id="2" creationId="{A7CAFDC2-F484-9123-6F25-223183C5CC24}"/>
          </ac:spMkLst>
        </pc:spChg>
        <pc:spChg chg="mod">
          <ac:chgData name="Pi, Yalong" userId="c9a3dc08-26f0-490d-b190-2780270c58e1" providerId="ADAL" clId="{B327DBD7-C221-430A-B104-6485CFF704D9}" dt="2025-04-08T18:29:44.562" v="2979" actId="20577"/>
          <ac:spMkLst>
            <pc:docMk/>
            <pc:sldMk cId="2355592624" sldId="332"/>
            <ac:spMk id="3" creationId="{1B37296B-C2FA-E541-F59E-BC60CE240914}"/>
          </ac:spMkLst>
        </pc:spChg>
      </pc:sldChg>
      <pc:sldChg chg="addSp new ord">
        <pc:chgData name="Pi, Yalong" userId="c9a3dc08-26f0-490d-b190-2780270c58e1" providerId="ADAL" clId="{B327DBD7-C221-430A-B104-6485CFF704D9}" dt="2025-04-08T18:30:51.913" v="2984"/>
        <pc:sldMkLst>
          <pc:docMk/>
          <pc:sldMk cId="1100563032" sldId="333"/>
        </pc:sldMkLst>
        <pc:picChg chg="add">
          <ac:chgData name="Pi, Yalong" userId="c9a3dc08-26f0-490d-b190-2780270c58e1" providerId="ADAL" clId="{B327DBD7-C221-430A-B104-6485CFF704D9}" dt="2025-04-08T18:30:36.556" v="2982"/>
          <ac:picMkLst>
            <pc:docMk/>
            <pc:sldMk cId="1100563032" sldId="333"/>
            <ac:picMk id="3074" creationId="{2DC838A3-44D3-5682-3717-74974DF089F2}"/>
          </ac:picMkLst>
        </pc:picChg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1686411007" sldId="333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2390232865" sldId="334"/>
        </pc:sldMkLst>
      </pc:sldChg>
      <pc:sldChg chg="del">
        <pc:chgData name="Pi, Yalong" userId="c9a3dc08-26f0-490d-b190-2780270c58e1" providerId="ADAL" clId="{B327DBD7-C221-430A-B104-6485CFF704D9}" dt="2025-04-04T13:42:33.599" v="1" actId="47"/>
        <pc:sldMkLst>
          <pc:docMk/>
          <pc:sldMk cId="860717998" sldId="33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344B7-0F09-4F92-9A44-784D065DED1D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A61845-5B11-45E1-A96F-59C52542A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63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9B2C4-10CE-3CCD-E7C7-0ABE8D84DF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E56B2-A526-0CF7-7A09-6F610FF738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D9C06-C4D3-5547-2F7D-9AD74D7AD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D80DC-61B0-DFE1-06B0-0BD91CD90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2E2A5-B37A-020A-D03C-CC7C1385D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687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85EFC-71B8-37E2-2B2F-1BC58A8F7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75973-C70E-BA98-37BB-16984B2EA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D04C7-3FE9-4367-19AD-C0DF0CD87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BC87D-2060-B3BF-3CE9-F8626C4B4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E7895-4DD0-EE60-A699-36F938677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911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66E7C-C0A2-1FBA-275C-64A4E605C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B94B8-A3B3-A468-BDA9-59F45D60B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A03AD-F30F-3603-673F-D0E66E0D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12193-0C81-F02A-EF9A-E56DA75F8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25053-44A4-37BD-8F5B-9181BCE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40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66E81-F6E0-4FF1-88CE-06B97517A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36B22-1F3E-ABF2-D471-16D66ADC54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74A19-A624-FAF1-70AB-06D58762AD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17A979-7AA4-3EE7-EF96-B89B8E2A9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1294F6-54D6-478F-B5C9-E191AAB7B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4FA3C-3820-4DBE-57C6-6136EACEC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54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75B90-6C26-9EA4-7156-A41577AD2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1A390-2353-02E6-6A51-7FCF7C34C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99FBC9-234A-4846-A088-C8D9AD4601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9DAA8F-9EF4-5661-D9DA-26DEDAC0F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E33C06-B521-523C-6BF5-1B13B72B37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2EFDAD-CE31-2F26-A27C-0A6F9CD8E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90E4C9-CAB8-86E7-3309-945035C8B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43B59B-834F-9A95-E7A0-B0BC1FBC1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145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15C54-030D-A929-F605-E7B32AA89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6F9EE3-71F6-6D4E-55DE-BF192028C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5D6A95-8596-2F03-C334-68C13E1F3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D8977B-BDDC-11E2-56B5-3AAB31FF4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7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2D7C3D-4D6B-51E7-C898-E238B0B71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759189-776A-1222-E1F8-28C14CECF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11FD4-AF4C-83E8-0AB9-C52EAC4D3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88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4C820-7282-8E2C-9E8C-B9956EEE8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CE431-C3C8-B643-9CF7-1A3D7524B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6FF46-E0FB-9B37-50B7-286DA4271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92902-3A6D-5B6E-6CFE-EC637A58A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F2DDE-D8A3-5F1A-FFA7-850A8D592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9D4B35-A3A4-CB4F-FFC6-F304A6903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548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03CE1-5044-31CE-E81B-F95B25D38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6B3E8-0EB2-E3AA-87B4-1E3F1B56AF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029832-51E5-1222-8B11-93F1DAD79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AFC9DC-C681-47DD-8FD6-478496016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C0F5F-95A9-C0D3-2AB4-1C80D0BCD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C12FB-F799-1EA2-1AE3-6FB867A85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08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3EE86-5435-3E5C-38F1-AE228E6F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7F1DE-DB67-D5BE-733E-CB412970A3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505A1-EA39-C94A-2758-5EC951B03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F675B-13CA-B5C3-CA9F-10D265CDA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D91B7-1E2D-FFB5-D3EC-A74398619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109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1A8079-ACD4-EFDF-A0BD-62DAF64D9E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4B673D-0F22-3FC1-76B4-DD0A8FF40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7161C-91B7-73E7-00DC-50982ED3D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5F902-242D-45E3-8B9C-71BAEF34B8DA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053B2-B029-2AB8-7F35-66C2E2C43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334C8-DF66-200E-08AE-F34BFF5A4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001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4CE6B3-EE2B-9D87-9930-C117E81B9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A441D-EACF-12D7-0921-2B0ABB02B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EB2C0-36C5-5E54-488E-680CDA2ED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45F902-242D-45E3-8B9C-71BAEF34B8DA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5CC8C-CFBD-A8ED-3693-26C19CA12F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D080A-5043-2464-332E-9F272DC50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45C9B5-7769-4CF2-A75E-3BD6B896F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812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science.nasa.gov/ems/02_anatomy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3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DE20-E231-4248-D7F3-A8126F1C5E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Concepts in Machine Learning for Energy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8478C7-0901-A4E4-29A2-7B00E9BB0F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Time: April 7, 9, 11, 14, 15, 1:00 pm - 5:30 pm (in-person students)</a:t>
            </a:r>
          </a:p>
          <a:p>
            <a:r>
              <a:rPr lang="en-US" dirty="0"/>
              <a:t>          April 7 to 25, 2025 (distance students)</a:t>
            </a:r>
          </a:p>
          <a:p>
            <a:r>
              <a:rPr lang="en-US" dirty="0"/>
              <a:t>Location: GERB 315 and Zoom</a:t>
            </a:r>
          </a:p>
        </p:txBody>
      </p:sp>
    </p:spTree>
    <p:extLst>
      <p:ext uri="{BB962C8B-B14F-4D97-AF65-F5344CB8AC3E}">
        <p14:creationId xmlns:p14="http://schemas.microsoft.com/office/powerpoint/2010/main" val="454250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516;p3">
            <a:extLst>
              <a:ext uri="{FF2B5EF4-FFF2-40B4-BE49-F238E27FC236}">
                <a16:creationId xmlns:a16="http://schemas.microsoft.com/office/drawing/2014/main" id="{0CB4CB1F-E381-58E5-09F1-83CD1CA2CF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4445898"/>
              </p:ext>
            </p:extLst>
          </p:nvPr>
        </p:nvGraphicFramePr>
        <p:xfrm>
          <a:off x="252663" y="481263"/>
          <a:ext cx="11851105" cy="5948755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362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7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0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806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Lecture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Topic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Quiz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980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1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Neural network fundamentals and continuous optimization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 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76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2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Image classification, object detection, and pixel segmentation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#1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76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3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Autoencoder, autodecoder, and generative adversarial network (GAN)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#2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760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4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Attention mechanism, transformers (GPT) and reinforcement learning 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#3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806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5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latin typeface="+mn-lt"/>
                        </a:rPr>
                        <a:t>Final project Q&amp;A, advanced topics review</a:t>
                      </a:r>
                      <a:endParaRPr sz="2800" u="none" strike="noStrike" cap="none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 dirty="0">
                          <a:latin typeface="+mn-lt"/>
                        </a:rPr>
                        <a:t>#4</a:t>
                      </a:r>
                      <a:endParaRPr sz="2800" u="none" strike="noStrike" cap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7931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7EFA2-926F-15D2-70D1-6F7042A87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E2E30-BF8C-B6B1-4DAF-55723B77C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5649"/>
          </a:xfrm>
        </p:spPr>
        <p:txBody>
          <a:bodyPr>
            <a:normAutofit/>
          </a:bodyPr>
          <a:lstStyle/>
          <a:p>
            <a:r>
              <a:rPr lang="en-US" dirty="0"/>
              <a:t>Digital images (1:00-1:30 pm)</a:t>
            </a:r>
          </a:p>
          <a:p>
            <a:r>
              <a:rPr lang="en-US" dirty="0"/>
              <a:t>Simple neural network and lab intro (1:30-2:00 pm)</a:t>
            </a:r>
          </a:p>
          <a:p>
            <a:r>
              <a:rPr lang="en-US" dirty="0"/>
              <a:t>Lab 2a (2:00-2:30 pm)</a:t>
            </a:r>
          </a:p>
          <a:p>
            <a:r>
              <a:rPr lang="en-US" dirty="0"/>
              <a:t>CNN, augmentation </a:t>
            </a:r>
          </a:p>
          <a:p>
            <a:r>
              <a:rPr lang="en-US" dirty="0"/>
              <a:t>Lab 2b</a:t>
            </a:r>
          </a:p>
          <a:p>
            <a:r>
              <a:rPr lang="en-US" dirty="0"/>
              <a:t>Transfer learning (2:30-3:00 pm)</a:t>
            </a:r>
          </a:p>
          <a:p>
            <a:r>
              <a:rPr lang="en-US" dirty="0"/>
              <a:t>lab 2c (3:00-4:00 pm)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673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10257-ADB2-9DD3-27EA-0B681511E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Pinhole principle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C95504C-2FEA-308B-FA22-E368118D6A83}"/>
              </a:ext>
            </a:extLst>
          </p:cNvPr>
          <p:cNvGrpSpPr/>
          <p:nvPr/>
        </p:nvGrpSpPr>
        <p:grpSpPr>
          <a:xfrm flipH="1">
            <a:off x="3149296" y="2378744"/>
            <a:ext cx="6113214" cy="3245099"/>
            <a:chOff x="634330" y="862751"/>
            <a:chExt cx="3038704" cy="1613046"/>
          </a:xfrm>
        </p:grpSpPr>
        <p:pic>
          <p:nvPicPr>
            <p:cNvPr id="5" name="Picture 2" descr="Camera basics - Opto Engineering">
              <a:extLst>
                <a:ext uri="{FF2B5EF4-FFF2-40B4-BE49-F238E27FC236}">
                  <a16:creationId xmlns:a16="http://schemas.microsoft.com/office/drawing/2014/main" id="{AA5DB515-B8D9-1692-8749-19D6A1D983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330" y="862751"/>
              <a:ext cx="3038704" cy="16130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C96571F-CB6B-2C21-E99F-DEC654D0A948}"/>
                </a:ext>
              </a:extLst>
            </p:cNvPr>
            <p:cNvSpPr/>
            <p:nvPr/>
          </p:nvSpPr>
          <p:spPr>
            <a:xfrm>
              <a:off x="2914650" y="1192482"/>
              <a:ext cx="342900" cy="953584"/>
            </a:xfrm>
            <a:prstGeom prst="rect">
              <a:avLst/>
            </a:prstGeom>
            <a:solidFill>
              <a:schemeClr val="tx1">
                <a:alpha val="50000"/>
              </a:schemeClr>
            </a:solidFill>
            <a:scene3d>
              <a:camera prst="orthographicFront">
                <a:rot lat="20999996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0063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567AA96F-FE37-B407-EAD1-F8CF3B3C9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0279" y="0"/>
            <a:ext cx="4330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5B8AB20A-D08F-69DC-B247-509F2AD30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954" y="0"/>
            <a:ext cx="45942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3229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Studio Ghibli Perspective Trick | Adventure Game Studio">
            <a:extLst>
              <a:ext uri="{FF2B5EF4-FFF2-40B4-BE49-F238E27FC236}">
                <a16:creationId xmlns:a16="http://schemas.microsoft.com/office/drawing/2014/main" id="{A48424A3-C3D3-0723-0DB3-9B9FDFF92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81" y="125294"/>
            <a:ext cx="11767224" cy="6496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1954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44AB4-6DF0-8B53-C907-E87F61959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3E6EC-14AC-0E07-DBFA-450639956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Pigment cup eyes</a:t>
            </a:r>
          </a:p>
          <a:p>
            <a:r>
              <a:rPr lang="en-US" dirty="0"/>
              <a:t>Pinhole eyes</a:t>
            </a:r>
          </a:p>
          <a:p>
            <a:r>
              <a:rPr lang="en-US" dirty="0"/>
              <a:t>Compound eyes</a:t>
            </a:r>
          </a:p>
        </p:txBody>
      </p:sp>
    </p:spTree>
    <p:extLst>
      <p:ext uri="{BB962C8B-B14F-4D97-AF65-F5344CB8AC3E}">
        <p14:creationId xmlns:p14="http://schemas.microsoft.com/office/powerpoint/2010/main" val="552751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11416-598B-20F2-4FD3-73CB382AF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Flatworms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A249C-B0A5-C92E-C069-E055A0547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Shettigar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N., Joshi, A., </a:t>
            </a:r>
            <a:r>
              <a:rPr lang="en-US" sz="1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Dalmeida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R., Gopalkrishna, R., Chakravarthy, A., Patnaik, S., ... &amp; </a:t>
            </a:r>
            <a:r>
              <a:rPr lang="en-US" sz="1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Gulyani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A. (2017). Hierarchies in light sensing and dynamic interactions between ocular and extraocular sensory networks in a flatworm. 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Science advances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(7), e1603025.</a:t>
            </a:r>
            <a:endParaRPr lang="en-US" sz="1800" dirty="0"/>
          </a:p>
        </p:txBody>
      </p:sp>
      <p:pic>
        <p:nvPicPr>
          <p:cNvPr id="2050" name="Picture 2" descr="Flatworms Can Still Detect Light Even After They've Been ...">
            <a:extLst>
              <a:ext uri="{FF2B5EF4-FFF2-40B4-BE49-F238E27FC236}">
                <a16:creationId xmlns:a16="http://schemas.microsoft.com/office/drawing/2014/main" id="{EDB3B5B3-D3DA-A94F-AF3C-4E0955FD6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631" y="2666186"/>
            <a:ext cx="8662737" cy="3510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9780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A7220-3815-573D-3DA7-711FCB669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Nautilus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336F1D0-97A6-CF33-4D24-4D7D892A2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1460" y="1825625"/>
            <a:ext cx="7269079" cy="4846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5096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NASA PACE - Section II: Color">
            <a:extLst>
              <a:ext uri="{FF2B5EF4-FFF2-40B4-BE49-F238E27FC236}">
                <a16:creationId xmlns:a16="http://schemas.microsoft.com/office/drawing/2014/main" id="{00C7FC38-5AEE-A397-4AF1-F909B6CE2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72321"/>
            <a:ext cx="12012205" cy="5899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2B94FA-DFF0-5BCF-9DA0-7AD544A51F05}"/>
              </a:ext>
            </a:extLst>
          </p:cNvPr>
          <p:cNvSpPr txBox="1"/>
          <p:nvPr/>
        </p:nvSpPr>
        <p:spPr>
          <a:xfrm>
            <a:off x="2914048" y="6487827"/>
            <a:ext cx="60976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NASA</a:t>
            </a:r>
          </a:p>
        </p:txBody>
      </p:sp>
    </p:spTree>
    <p:extLst>
      <p:ext uri="{BB962C8B-B14F-4D97-AF65-F5344CB8AC3E}">
        <p14:creationId xmlns:p14="http://schemas.microsoft.com/office/powerpoint/2010/main" val="249987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C7E9F5A-28DA-3870-8C93-19FC3CA4B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234" y="0"/>
            <a:ext cx="51435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8B58E9-84C7-B1B5-20A8-61E89C4AEF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88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508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5486B-BA28-6737-BC57-AA7830E17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71A96-9D67-25A5-B395-76528F9A8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06533" cy="4351338"/>
          </a:xfrm>
        </p:spPr>
        <p:txBody>
          <a:bodyPr/>
          <a:lstStyle/>
          <a:p>
            <a:r>
              <a:rPr lang="en-US" dirty="0"/>
              <a:t>Electromagnetic wave</a:t>
            </a:r>
          </a:p>
          <a:p>
            <a:r>
              <a:rPr lang="en-US" b="0" i="0" dirty="0">
                <a:solidFill>
                  <a:srgbClr val="1B1B1B"/>
                </a:solidFill>
                <a:effectLst/>
                <a:latin typeface="Public Sans Web"/>
              </a:rPr>
              <a:t>The particle-like nature of light is observed by detectors used in digital cameras—individual photons liberate electrons that are used for the detection and storage of the image data</a:t>
            </a:r>
          </a:p>
          <a:p>
            <a:r>
              <a:rPr lang="en-US" b="0" i="0" dirty="0">
                <a:solidFill>
                  <a:srgbClr val="1B1B1B"/>
                </a:solidFill>
                <a:effectLst/>
                <a:latin typeface="Public Sans Web"/>
                <a:hlinkClick r:id="rId2"/>
              </a:rPr>
              <a:t>https://science.nasa.gov/ems/02_anatomy/</a:t>
            </a:r>
            <a:r>
              <a:rPr lang="en-US" b="0" i="0" dirty="0">
                <a:solidFill>
                  <a:srgbClr val="1B1B1B"/>
                </a:solidFill>
                <a:effectLst/>
                <a:latin typeface="Public Sans Web"/>
              </a:rPr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F0AAFD9-102C-97B9-0B48-DA940E78D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935" y="1690688"/>
            <a:ext cx="5371091" cy="363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6387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471BF98C-4AD2-07EA-FB16-0A2A5EBC2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142875"/>
            <a:ext cx="9715500" cy="657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5881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022144AD-BC1C-8928-6805-7C306B831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0" y="142875"/>
            <a:ext cx="9715500" cy="657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4276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2DC838A3-44D3-5682-3717-74974DF08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13" y="0"/>
            <a:ext cx="117363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0563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3D3EE-8BCA-FC51-5B66-F750A37D0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276F9-C443-62AC-B2E0-C584F20BC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52" name="Picture 8">
            <a:extLst>
              <a:ext uri="{FF2B5EF4-FFF2-40B4-BE49-F238E27FC236}">
                <a16:creationId xmlns:a16="http://schemas.microsoft.com/office/drawing/2014/main" id="{53CF51E3-9ABE-D490-5261-62F045610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91" y="0"/>
            <a:ext cx="105203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302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A8B79B-A6F5-1330-D304-4F9B108C8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694" y="154729"/>
            <a:ext cx="8546481" cy="61559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F9EA4B-F4C3-373E-FFE9-8EF958BD6EB7}"/>
              </a:ext>
            </a:extLst>
          </p:cNvPr>
          <p:cNvSpPr txBox="1"/>
          <p:nvPr/>
        </p:nvSpPr>
        <p:spPr>
          <a:xfrm>
            <a:off x="2914048" y="6487827"/>
            <a:ext cx="60976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Teutsch, M., </a:t>
            </a:r>
            <a:r>
              <a:rPr lang="en-US" sz="800" dirty="0" err="1"/>
              <a:t>Sappa</a:t>
            </a:r>
            <a:r>
              <a:rPr lang="en-US" sz="800" dirty="0"/>
              <a:t>, A. D., &amp; Hammoud, R. I. (2021). Computer vision in the infrared spectrum: challenges and approaches.</a:t>
            </a:r>
          </a:p>
        </p:txBody>
      </p:sp>
    </p:spTree>
    <p:extLst>
      <p:ext uri="{BB962C8B-B14F-4D97-AF65-F5344CB8AC3E}">
        <p14:creationId xmlns:p14="http://schemas.microsoft.com/office/powerpoint/2010/main" val="2808103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8" name="Picture 8" descr="Cross section of a stacked CMOS sensor. For illustrative purposes only.">
            <a:extLst>
              <a:ext uri="{FF2B5EF4-FFF2-40B4-BE49-F238E27FC236}">
                <a16:creationId xmlns:a16="http://schemas.microsoft.com/office/drawing/2014/main" id="{0ADA9F19-7DE8-A1FF-2022-E6F80CF48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8790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D42C1-2899-26DC-31D1-F652F1C2B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Grey scale</a:t>
            </a:r>
          </a:p>
        </p:txBody>
      </p:sp>
      <p:pic>
        <p:nvPicPr>
          <p:cNvPr id="3" name="Picture 2" descr="https://miro.medium.com/max/1400/0*CI5wgSszZnpHu5Ip.png">
            <a:extLst>
              <a:ext uri="{FF2B5EF4-FFF2-40B4-BE49-F238E27FC236}">
                <a16:creationId xmlns:a16="http://schemas.microsoft.com/office/drawing/2014/main" id="{5089F3F9-3329-6D95-BFD0-3951921ED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69" y="1766147"/>
            <a:ext cx="11907861" cy="490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2564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Object Detection and Instance Segmentation: A detailed overview | by  Shaunak Halbe | The Startup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97" y="1865871"/>
            <a:ext cx="10326289" cy="4356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A9561A-07A6-E7FC-D51B-7E88D7E79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Image processing tasks</a:t>
            </a:r>
          </a:p>
        </p:txBody>
      </p:sp>
    </p:spTree>
    <p:extLst>
      <p:ext uri="{BB962C8B-B14F-4D97-AF65-F5344CB8AC3E}">
        <p14:creationId xmlns:p14="http://schemas.microsoft.com/office/powerpoint/2010/main" val="1787435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621657"/>
              </p:ext>
            </p:extLst>
          </p:nvPr>
        </p:nvGraphicFramePr>
        <p:xfrm>
          <a:off x="549096" y="293219"/>
          <a:ext cx="10992114" cy="2011680"/>
        </p:xfrm>
        <a:graphic>
          <a:graphicData uri="http://schemas.openxmlformats.org/drawingml/2006/table">
            <a:tbl>
              <a:tblPr firstRow="1" bandRow="1"/>
              <a:tblGrid>
                <a:gridCol w="5496057">
                  <a:extLst>
                    <a:ext uri="{9D8B030D-6E8A-4147-A177-3AD203B41FA5}">
                      <a16:colId xmlns:a16="http://schemas.microsoft.com/office/drawing/2014/main" val="732935196"/>
                    </a:ext>
                  </a:extLst>
                </a:gridCol>
                <a:gridCol w="5496057">
                  <a:extLst>
                    <a:ext uri="{9D8B030D-6E8A-4147-A177-3AD203B41FA5}">
                      <a16:colId xmlns:a16="http://schemas.microsoft.com/office/drawing/2014/main" val="1611464010"/>
                    </a:ext>
                  </a:extLst>
                </a:gridCol>
              </a:tblGrid>
              <a:tr h="313996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Dataset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Model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606821"/>
                  </a:ext>
                </a:extLst>
              </a:tr>
              <a:tr h="825907"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sz="2400" dirty="0"/>
                        <a:t>MNIST database (60,000 images)</a:t>
                      </a:r>
                    </a:p>
                    <a:p>
                      <a:pPr marL="285750" marR="0" lvl="0" indent="-2857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ImageNet (1.2 M images for 1000 classes)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sz="2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98450" marR="5080" indent="-285750" algn="l">
                        <a:lnSpc>
                          <a:spcPct val="101600"/>
                        </a:lnSpc>
                        <a:spcBef>
                          <a:spcPts val="70"/>
                        </a:spcBef>
                        <a:buFont typeface="Wingdings" panose="05000000000000000000" pitchFamily="2" charset="2"/>
                        <a:buChar char="q"/>
                      </a:pPr>
                      <a:r>
                        <a:rPr lang="en-US" sz="2400" dirty="0"/>
                        <a:t>VGG 16 (19) series</a:t>
                      </a:r>
                    </a:p>
                    <a:p>
                      <a:pPr marL="298450" marR="5080" indent="-285750" algn="l">
                        <a:lnSpc>
                          <a:spcPct val="101600"/>
                        </a:lnSpc>
                        <a:spcBef>
                          <a:spcPts val="70"/>
                        </a:spcBef>
                        <a:buFont typeface="Wingdings" panose="05000000000000000000" pitchFamily="2" charset="2"/>
                        <a:buChar char="q"/>
                      </a:pPr>
                      <a:r>
                        <a:rPr lang="en-US" sz="2400" dirty="0" err="1"/>
                        <a:t>ResNet</a:t>
                      </a:r>
                      <a:r>
                        <a:rPr lang="en-US" sz="2400" dirty="0"/>
                        <a:t> (50, 101, 150)</a:t>
                      </a:r>
                    </a:p>
                    <a:p>
                      <a:pPr marL="298450" marR="5080" indent="-285750" algn="l">
                        <a:lnSpc>
                          <a:spcPct val="101600"/>
                        </a:lnSpc>
                        <a:spcBef>
                          <a:spcPts val="70"/>
                        </a:spcBef>
                        <a:buFont typeface="Wingdings" panose="05000000000000000000" pitchFamily="2" charset="2"/>
                        <a:buChar char="q"/>
                      </a:pPr>
                      <a:r>
                        <a:rPr lang="en-US" sz="24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465040"/>
                  </a:ext>
                </a:extLst>
              </a:tr>
            </a:tbl>
          </a:graphicData>
        </a:graphic>
      </p:graphicFrame>
      <p:pic>
        <p:nvPicPr>
          <p:cNvPr id="7" name="Picture 6" descr="MNIST database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94" y="2559261"/>
            <a:ext cx="6815943" cy="414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ImageNet Classification with Deep Convolutional Neural Networks | June 2017  | Communications of the AC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1472" y="2559261"/>
            <a:ext cx="4142351" cy="414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3404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998D0-333D-5C2A-72F3-4135A93D0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neural net</a:t>
            </a: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B4EFD948-1561-4CA6-083D-9618F867C7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949" t="46563" r="48253" b="22257"/>
          <a:stretch/>
        </p:blipFill>
        <p:spPr>
          <a:xfrm>
            <a:off x="742722" y="2032000"/>
            <a:ext cx="1734383" cy="2930676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99027EB4-B37F-11E5-3814-C4DAEE645E0B}"/>
              </a:ext>
            </a:extLst>
          </p:cNvPr>
          <p:cNvSpPr txBox="1"/>
          <p:nvPr/>
        </p:nvSpPr>
        <p:spPr>
          <a:xfrm>
            <a:off x="927166" y="5301151"/>
            <a:ext cx="1261384" cy="841834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squar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(28, 28, 1)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Image Input</a:t>
            </a:r>
          </a:p>
        </p:txBody>
      </p:sp>
      <p:sp>
        <p:nvSpPr>
          <p:cNvPr id="118" name="Google Shape;219;p33">
            <a:extLst>
              <a:ext uri="{FF2B5EF4-FFF2-40B4-BE49-F238E27FC236}">
                <a16:creationId xmlns:a16="http://schemas.microsoft.com/office/drawing/2014/main" id="{26A55382-7950-2C55-D8E3-70C47E72601D}"/>
              </a:ext>
            </a:extLst>
          </p:cNvPr>
          <p:cNvSpPr/>
          <p:nvPr/>
        </p:nvSpPr>
        <p:spPr>
          <a:xfrm>
            <a:off x="5719817" y="1845772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19" name="Google Shape;219;p33">
            <a:extLst>
              <a:ext uri="{FF2B5EF4-FFF2-40B4-BE49-F238E27FC236}">
                <a16:creationId xmlns:a16="http://schemas.microsoft.com/office/drawing/2014/main" id="{7171287D-C86F-4F4D-E709-EEF2BDD058B8}"/>
              </a:ext>
            </a:extLst>
          </p:cNvPr>
          <p:cNvSpPr/>
          <p:nvPr/>
        </p:nvSpPr>
        <p:spPr>
          <a:xfrm>
            <a:off x="5716813" y="4480478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20" name="Google Shape;219;p33">
            <a:extLst>
              <a:ext uri="{FF2B5EF4-FFF2-40B4-BE49-F238E27FC236}">
                <a16:creationId xmlns:a16="http://schemas.microsoft.com/office/drawing/2014/main" id="{3AE70D1E-065F-E8FE-C33A-0D6BFDDF554C}"/>
              </a:ext>
            </a:extLst>
          </p:cNvPr>
          <p:cNvSpPr/>
          <p:nvPr/>
        </p:nvSpPr>
        <p:spPr>
          <a:xfrm>
            <a:off x="5716813" y="4730234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21" name="Google Shape;219;p33">
            <a:extLst>
              <a:ext uri="{FF2B5EF4-FFF2-40B4-BE49-F238E27FC236}">
                <a16:creationId xmlns:a16="http://schemas.microsoft.com/office/drawing/2014/main" id="{DAE81EEF-5A60-DDEB-3831-E56F42BF4110}"/>
              </a:ext>
            </a:extLst>
          </p:cNvPr>
          <p:cNvSpPr/>
          <p:nvPr/>
        </p:nvSpPr>
        <p:spPr>
          <a:xfrm>
            <a:off x="6433664" y="1845772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22" name="Google Shape;219;p33">
            <a:extLst>
              <a:ext uri="{FF2B5EF4-FFF2-40B4-BE49-F238E27FC236}">
                <a16:creationId xmlns:a16="http://schemas.microsoft.com/office/drawing/2014/main" id="{2BDE7215-7F40-A055-C030-4C8080FA5003}"/>
              </a:ext>
            </a:extLst>
          </p:cNvPr>
          <p:cNvSpPr/>
          <p:nvPr/>
        </p:nvSpPr>
        <p:spPr>
          <a:xfrm>
            <a:off x="6430660" y="4480478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23" name="Google Shape;219;p33">
            <a:extLst>
              <a:ext uri="{FF2B5EF4-FFF2-40B4-BE49-F238E27FC236}">
                <a16:creationId xmlns:a16="http://schemas.microsoft.com/office/drawing/2014/main" id="{9EFEBBA0-02E1-817C-97C8-D1132BB4473D}"/>
              </a:ext>
            </a:extLst>
          </p:cNvPr>
          <p:cNvSpPr/>
          <p:nvPr/>
        </p:nvSpPr>
        <p:spPr>
          <a:xfrm>
            <a:off x="6430660" y="4730234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24" name="Google Shape;219;p33">
            <a:extLst>
              <a:ext uri="{FF2B5EF4-FFF2-40B4-BE49-F238E27FC236}">
                <a16:creationId xmlns:a16="http://schemas.microsoft.com/office/drawing/2014/main" id="{F5B4B365-1AF3-2252-47CB-96A28060F387}"/>
              </a:ext>
            </a:extLst>
          </p:cNvPr>
          <p:cNvSpPr/>
          <p:nvPr/>
        </p:nvSpPr>
        <p:spPr>
          <a:xfrm>
            <a:off x="7326175" y="5036295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9EC0B3C2-C4C7-CF6C-6B8A-576D0C356695}"/>
              </a:ext>
            </a:extLst>
          </p:cNvPr>
          <p:cNvGrpSpPr/>
          <p:nvPr/>
        </p:nvGrpSpPr>
        <p:grpSpPr>
          <a:xfrm>
            <a:off x="5932441" y="1949261"/>
            <a:ext cx="501250" cy="2884463"/>
            <a:chOff x="6589918" y="1754334"/>
            <a:chExt cx="283914" cy="2596017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290C8021-09D5-874C-17FE-43D480E5E130}"/>
                </a:ext>
              </a:extLst>
            </p:cNvPr>
            <p:cNvCxnSpPr>
              <a:cxnSpLocks/>
              <a:endCxn id="121" idx="2"/>
            </p:cNvCxnSpPr>
            <p:nvPr/>
          </p:nvCxnSpPr>
          <p:spPr>
            <a:xfrm rot="16200000">
              <a:off x="5433870" y="2910389"/>
              <a:ext cx="2596016" cy="283908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5C743019-49A6-DDB1-D64C-34C9674D4240}"/>
                </a:ext>
              </a:extLst>
            </p:cNvPr>
            <p:cNvCxnSpPr>
              <a:cxnSpLocks/>
              <a:endCxn id="122" idx="2"/>
            </p:cNvCxnSpPr>
            <p:nvPr/>
          </p:nvCxnSpPr>
          <p:spPr>
            <a:xfrm rot="16200000">
              <a:off x="6618130" y="4097358"/>
              <a:ext cx="224781" cy="281204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4BA3017E-CA24-72F6-9E58-C12253F18303}"/>
                </a:ext>
              </a:extLst>
            </p:cNvPr>
            <p:cNvCxnSpPr>
              <a:cxnSpLocks/>
              <a:endCxn id="123" idx="2"/>
            </p:cNvCxnSpPr>
            <p:nvPr/>
          </p:nvCxnSpPr>
          <p:spPr>
            <a:xfrm rot="16200000">
              <a:off x="6730527" y="4209749"/>
              <a:ext cx="0" cy="281204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F0FAB489-FD15-02C6-DB7E-2553A39A3C26}"/>
                </a:ext>
              </a:extLst>
            </p:cNvPr>
            <p:cNvCxnSpPr>
              <a:cxnSpLocks/>
              <a:endCxn id="121" idx="2"/>
            </p:cNvCxnSpPr>
            <p:nvPr/>
          </p:nvCxnSpPr>
          <p:spPr>
            <a:xfrm rot="16200000">
              <a:off x="6733226" y="1613733"/>
              <a:ext cx="0" cy="281204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2ACB2EE2-C9D5-C711-F4FE-356EE3C61005}"/>
                </a:ext>
              </a:extLst>
            </p:cNvPr>
            <p:cNvCxnSpPr>
              <a:cxnSpLocks/>
              <a:endCxn id="122" idx="2"/>
            </p:cNvCxnSpPr>
            <p:nvPr/>
          </p:nvCxnSpPr>
          <p:spPr>
            <a:xfrm rot="16200000" flipH="1">
              <a:off x="5546257" y="2800702"/>
              <a:ext cx="2371235" cy="278500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DF29E2D-2011-BEA7-23B0-EFE53957354D}"/>
                </a:ext>
              </a:extLst>
            </p:cNvPr>
            <p:cNvCxnSpPr>
              <a:cxnSpLocks/>
              <a:endCxn id="123" idx="2"/>
            </p:cNvCxnSpPr>
            <p:nvPr/>
          </p:nvCxnSpPr>
          <p:spPr>
            <a:xfrm rot="16200000" flipH="1">
              <a:off x="5433865" y="2913093"/>
              <a:ext cx="2596016" cy="278500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3ACDF877-E2FC-2466-139B-27BDF1EBCC47}"/>
                </a:ext>
              </a:extLst>
            </p:cNvPr>
            <p:cNvCxnSpPr>
              <a:cxnSpLocks/>
              <a:endCxn id="121" idx="2"/>
            </p:cNvCxnSpPr>
            <p:nvPr/>
          </p:nvCxnSpPr>
          <p:spPr>
            <a:xfrm rot="16200000">
              <a:off x="5546254" y="2797998"/>
              <a:ext cx="2371235" cy="283908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34F44FC1-DD6A-E9BE-557A-DFEBFEE3CC37}"/>
                </a:ext>
              </a:extLst>
            </p:cNvPr>
            <p:cNvCxnSpPr>
              <a:cxnSpLocks/>
              <a:endCxn id="122" idx="2"/>
            </p:cNvCxnSpPr>
            <p:nvPr/>
          </p:nvCxnSpPr>
          <p:spPr>
            <a:xfrm rot="16200000">
              <a:off x="6730521" y="3984968"/>
              <a:ext cx="0" cy="281204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1E91BE0-A7C7-4971-BF03-0AD7B3A4DEA2}"/>
                </a:ext>
              </a:extLst>
            </p:cNvPr>
            <p:cNvCxnSpPr>
              <a:cxnSpLocks/>
              <a:endCxn id="123" idx="2"/>
            </p:cNvCxnSpPr>
            <p:nvPr/>
          </p:nvCxnSpPr>
          <p:spPr>
            <a:xfrm rot="16200000" flipH="1">
              <a:off x="6618130" y="4097358"/>
              <a:ext cx="224781" cy="281204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</p:grpSp>
      <p:sp>
        <p:nvSpPr>
          <p:cNvPr id="135" name="Google Shape;219;p33">
            <a:extLst>
              <a:ext uri="{FF2B5EF4-FFF2-40B4-BE49-F238E27FC236}">
                <a16:creationId xmlns:a16="http://schemas.microsoft.com/office/drawing/2014/main" id="{93842D26-42FA-88D4-6AC2-190C9733A438}"/>
              </a:ext>
            </a:extLst>
          </p:cNvPr>
          <p:cNvSpPr/>
          <p:nvPr/>
        </p:nvSpPr>
        <p:spPr>
          <a:xfrm>
            <a:off x="7323219" y="4638281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36" name="Google Shape;219;p33">
            <a:extLst>
              <a:ext uri="{FF2B5EF4-FFF2-40B4-BE49-F238E27FC236}">
                <a16:creationId xmlns:a16="http://schemas.microsoft.com/office/drawing/2014/main" id="{22F654D5-156B-8A36-28CF-98A89722EF25}"/>
              </a:ext>
            </a:extLst>
          </p:cNvPr>
          <p:cNvSpPr/>
          <p:nvPr/>
        </p:nvSpPr>
        <p:spPr>
          <a:xfrm>
            <a:off x="7326175" y="4238794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37" name="Google Shape;219;p33">
            <a:extLst>
              <a:ext uri="{FF2B5EF4-FFF2-40B4-BE49-F238E27FC236}">
                <a16:creationId xmlns:a16="http://schemas.microsoft.com/office/drawing/2014/main" id="{01ECA92A-5BDC-1883-10E7-2F03166A71E3}"/>
              </a:ext>
            </a:extLst>
          </p:cNvPr>
          <p:cNvSpPr/>
          <p:nvPr/>
        </p:nvSpPr>
        <p:spPr>
          <a:xfrm>
            <a:off x="7323219" y="3840780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38" name="Google Shape;219;p33">
            <a:extLst>
              <a:ext uri="{FF2B5EF4-FFF2-40B4-BE49-F238E27FC236}">
                <a16:creationId xmlns:a16="http://schemas.microsoft.com/office/drawing/2014/main" id="{9B8FEF03-1DAE-853D-E58C-D2B26CDBA065}"/>
              </a:ext>
            </a:extLst>
          </p:cNvPr>
          <p:cNvSpPr/>
          <p:nvPr/>
        </p:nvSpPr>
        <p:spPr>
          <a:xfrm>
            <a:off x="7326175" y="3424713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39" name="Google Shape;219;p33">
            <a:extLst>
              <a:ext uri="{FF2B5EF4-FFF2-40B4-BE49-F238E27FC236}">
                <a16:creationId xmlns:a16="http://schemas.microsoft.com/office/drawing/2014/main" id="{49E5EC66-5B0D-496D-9FC6-0A2BDA7F8DE3}"/>
              </a:ext>
            </a:extLst>
          </p:cNvPr>
          <p:cNvSpPr/>
          <p:nvPr/>
        </p:nvSpPr>
        <p:spPr>
          <a:xfrm>
            <a:off x="7323219" y="3026699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40" name="Google Shape;219;p33">
            <a:extLst>
              <a:ext uri="{FF2B5EF4-FFF2-40B4-BE49-F238E27FC236}">
                <a16:creationId xmlns:a16="http://schemas.microsoft.com/office/drawing/2014/main" id="{CE92B141-1F75-245F-9471-F0A15DD2E176}"/>
              </a:ext>
            </a:extLst>
          </p:cNvPr>
          <p:cNvSpPr/>
          <p:nvPr/>
        </p:nvSpPr>
        <p:spPr>
          <a:xfrm>
            <a:off x="7331612" y="2629331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41" name="Google Shape;219;p33">
            <a:extLst>
              <a:ext uri="{FF2B5EF4-FFF2-40B4-BE49-F238E27FC236}">
                <a16:creationId xmlns:a16="http://schemas.microsoft.com/office/drawing/2014/main" id="{B3DAE631-17E5-AE22-ED76-6B767549F9EB}"/>
              </a:ext>
            </a:extLst>
          </p:cNvPr>
          <p:cNvSpPr/>
          <p:nvPr/>
        </p:nvSpPr>
        <p:spPr>
          <a:xfrm>
            <a:off x="7328656" y="2231315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42" name="Google Shape;219;p33">
            <a:extLst>
              <a:ext uri="{FF2B5EF4-FFF2-40B4-BE49-F238E27FC236}">
                <a16:creationId xmlns:a16="http://schemas.microsoft.com/office/drawing/2014/main" id="{C1A03D47-4243-F21A-57F8-EC0569F68318}"/>
              </a:ext>
            </a:extLst>
          </p:cNvPr>
          <p:cNvSpPr/>
          <p:nvPr/>
        </p:nvSpPr>
        <p:spPr>
          <a:xfrm>
            <a:off x="7326175" y="1833948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43" name="Google Shape;219;p33">
            <a:extLst>
              <a:ext uri="{FF2B5EF4-FFF2-40B4-BE49-F238E27FC236}">
                <a16:creationId xmlns:a16="http://schemas.microsoft.com/office/drawing/2014/main" id="{1E806859-1761-5C26-43B6-0407D7AF6E32}"/>
              </a:ext>
            </a:extLst>
          </p:cNvPr>
          <p:cNvSpPr/>
          <p:nvPr/>
        </p:nvSpPr>
        <p:spPr>
          <a:xfrm>
            <a:off x="7323219" y="1435933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sz="20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50E4B0FB-9802-E704-6A2E-7BDD65CBAB80}"/>
              </a:ext>
            </a:extLst>
          </p:cNvPr>
          <p:cNvGrpSpPr/>
          <p:nvPr/>
        </p:nvGrpSpPr>
        <p:grpSpPr>
          <a:xfrm>
            <a:off x="6638505" y="1539432"/>
            <a:ext cx="693141" cy="3600365"/>
            <a:chOff x="7277691" y="1385489"/>
            <a:chExt cx="394617" cy="3240329"/>
          </a:xfrm>
        </p:grpSpPr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7864138-AD6B-895B-E664-EF556788230F}"/>
                </a:ext>
              </a:extLst>
            </p:cNvPr>
            <p:cNvCxnSpPr>
              <a:cxnSpLocks/>
              <a:endCxn id="124" idx="2"/>
            </p:cNvCxnSpPr>
            <p:nvPr/>
          </p:nvCxnSpPr>
          <p:spPr>
            <a:xfrm rot="16200000" flipH="1">
              <a:off x="6043942" y="3002352"/>
              <a:ext cx="2859920" cy="387009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A1F2451A-A0B3-E92D-4F7D-9D0B9F7C7EC4}"/>
                </a:ext>
              </a:extLst>
            </p:cNvPr>
            <p:cNvCxnSpPr>
              <a:cxnSpLocks/>
              <a:endCxn id="124" idx="2"/>
            </p:cNvCxnSpPr>
            <p:nvPr/>
          </p:nvCxnSpPr>
          <p:spPr>
            <a:xfrm rot="16200000" flipH="1">
              <a:off x="7228207" y="4186619"/>
              <a:ext cx="488685" cy="38971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1C7805C-F213-2DF2-9E5C-137B37D8B2DA}"/>
                </a:ext>
              </a:extLst>
            </p:cNvPr>
            <p:cNvCxnSpPr>
              <a:cxnSpLocks/>
              <a:endCxn id="124" idx="2"/>
            </p:cNvCxnSpPr>
            <p:nvPr/>
          </p:nvCxnSpPr>
          <p:spPr>
            <a:xfrm rot="16200000" flipH="1">
              <a:off x="7340599" y="4299009"/>
              <a:ext cx="263904" cy="38971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ADF886D9-5D21-1372-223D-F8B388A1830F}"/>
                </a:ext>
              </a:extLst>
            </p:cNvPr>
            <p:cNvCxnSpPr>
              <a:cxnSpLocks/>
              <a:endCxn id="135" idx="2"/>
            </p:cNvCxnSpPr>
            <p:nvPr/>
          </p:nvCxnSpPr>
          <p:spPr>
            <a:xfrm rot="16200000">
              <a:off x="7424067" y="4121232"/>
              <a:ext cx="94309" cy="38705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3390333-B3D9-7720-400C-B701EB4E45EA}"/>
                </a:ext>
              </a:extLst>
            </p:cNvPr>
            <p:cNvCxnSpPr>
              <a:cxnSpLocks/>
              <a:endCxn id="135" idx="2"/>
            </p:cNvCxnSpPr>
            <p:nvPr/>
          </p:nvCxnSpPr>
          <p:spPr>
            <a:xfrm rot="16200000" flipH="1">
              <a:off x="7405988" y="4008842"/>
              <a:ext cx="130472" cy="38705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9FFC2999-3527-9792-6456-BCBC6E334901}"/>
                </a:ext>
              </a:extLst>
            </p:cNvPr>
            <p:cNvCxnSpPr>
              <a:cxnSpLocks/>
              <a:endCxn id="135" idx="2"/>
            </p:cNvCxnSpPr>
            <p:nvPr/>
          </p:nvCxnSpPr>
          <p:spPr>
            <a:xfrm rot="16200000" flipH="1">
              <a:off x="6221721" y="2824576"/>
              <a:ext cx="2501706" cy="384349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BE48DD2-446A-E857-1EBF-D9DDA32D3A15}"/>
                </a:ext>
              </a:extLst>
            </p:cNvPr>
            <p:cNvCxnSpPr>
              <a:cxnSpLocks/>
              <a:endCxn id="136" idx="2"/>
            </p:cNvCxnSpPr>
            <p:nvPr/>
          </p:nvCxnSpPr>
          <p:spPr>
            <a:xfrm rot="16200000">
              <a:off x="7358019" y="3827743"/>
              <a:ext cx="229066" cy="38971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60C9FD4A-23C8-EC9B-ED55-018ABA5BF600}"/>
                </a:ext>
              </a:extLst>
            </p:cNvPr>
            <p:cNvCxnSpPr>
              <a:cxnSpLocks/>
              <a:endCxn id="136" idx="2"/>
            </p:cNvCxnSpPr>
            <p:nvPr/>
          </p:nvCxnSpPr>
          <p:spPr>
            <a:xfrm rot="16200000">
              <a:off x="7245632" y="3940134"/>
              <a:ext cx="453847" cy="38971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5CC9302A-8E0D-1D8D-E2E5-A96F0FB22B8E}"/>
                </a:ext>
              </a:extLst>
            </p:cNvPr>
            <p:cNvCxnSpPr>
              <a:cxnSpLocks/>
              <a:endCxn id="136" idx="2"/>
            </p:cNvCxnSpPr>
            <p:nvPr/>
          </p:nvCxnSpPr>
          <p:spPr>
            <a:xfrm rot="16200000" flipH="1">
              <a:off x="6402818" y="2643477"/>
              <a:ext cx="2142169" cy="387009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FAA5627A-EC8F-EE84-67A1-462CA6E6C015}"/>
                </a:ext>
              </a:extLst>
            </p:cNvPr>
            <p:cNvCxnSpPr>
              <a:cxnSpLocks/>
              <a:endCxn id="137" idx="2"/>
            </p:cNvCxnSpPr>
            <p:nvPr/>
          </p:nvCxnSpPr>
          <p:spPr>
            <a:xfrm rot="16200000">
              <a:off x="7065194" y="3762357"/>
              <a:ext cx="812060" cy="38705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556FD6B7-DCAF-3C0B-BBA4-FE028CA9296C}"/>
                </a:ext>
              </a:extLst>
            </p:cNvPr>
            <p:cNvCxnSpPr>
              <a:cxnSpLocks/>
              <a:endCxn id="137" idx="2"/>
            </p:cNvCxnSpPr>
            <p:nvPr/>
          </p:nvCxnSpPr>
          <p:spPr>
            <a:xfrm rot="16200000">
              <a:off x="7177586" y="3649966"/>
              <a:ext cx="587279" cy="38705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3D921041-1E33-D27A-6CB2-5ADA2A430D34}"/>
                </a:ext>
              </a:extLst>
            </p:cNvPr>
            <p:cNvCxnSpPr>
              <a:cxnSpLocks/>
              <a:endCxn id="137" idx="2"/>
            </p:cNvCxnSpPr>
            <p:nvPr/>
          </p:nvCxnSpPr>
          <p:spPr>
            <a:xfrm rot="16200000" flipH="1">
              <a:off x="6580599" y="2465700"/>
              <a:ext cx="1783955" cy="384349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672AC854-7844-E125-64DF-A85A5ED7CB7B}"/>
                </a:ext>
              </a:extLst>
            </p:cNvPr>
            <p:cNvCxnSpPr>
              <a:cxnSpLocks/>
              <a:endCxn id="138" idx="2"/>
            </p:cNvCxnSpPr>
            <p:nvPr/>
          </p:nvCxnSpPr>
          <p:spPr>
            <a:xfrm rot="16200000">
              <a:off x="6879296" y="3573797"/>
              <a:ext cx="1186519" cy="38971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39280AE2-3E7A-B478-DB5B-A6826B9C6C03}"/>
                </a:ext>
              </a:extLst>
            </p:cNvPr>
            <p:cNvCxnSpPr>
              <a:cxnSpLocks/>
              <a:endCxn id="138" idx="2"/>
            </p:cNvCxnSpPr>
            <p:nvPr/>
          </p:nvCxnSpPr>
          <p:spPr>
            <a:xfrm rot="16200000">
              <a:off x="6991685" y="3461407"/>
              <a:ext cx="961739" cy="38971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9934CFB0-1FDC-099A-EB08-BB4AC958C139}"/>
                </a:ext>
              </a:extLst>
            </p:cNvPr>
            <p:cNvCxnSpPr>
              <a:cxnSpLocks/>
              <a:endCxn id="138" idx="2"/>
            </p:cNvCxnSpPr>
            <p:nvPr/>
          </p:nvCxnSpPr>
          <p:spPr>
            <a:xfrm rot="16200000" flipH="1">
              <a:off x="6769158" y="2277141"/>
              <a:ext cx="1409496" cy="387009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70FB7626-8CC9-2867-B862-DFB869E97A61}"/>
                </a:ext>
              </a:extLst>
            </p:cNvPr>
            <p:cNvCxnSpPr>
              <a:cxnSpLocks/>
              <a:endCxn id="139" idx="2"/>
            </p:cNvCxnSpPr>
            <p:nvPr/>
          </p:nvCxnSpPr>
          <p:spPr>
            <a:xfrm rot="16200000">
              <a:off x="6811247" y="3283630"/>
              <a:ext cx="1319952" cy="38705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95811516-91D6-D39A-EB0B-307D1F601684}"/>
                </a:ext>
              </a:extLst>
            </p:cNvPr>
            <p:cNvCxnSpPr>
              <a:cxnSpLocks/>
              <a:endCxn id="139" idx="2"/>
            </p:cNvCxnSpPr>
            <p:nvPr/>
          </p:nvCxnSpPr>
          <p:spPr>
            <a:xfrm rot="16200000">
              <a:off x="6698859" y="3396020"/>
              <a:ext cx="1544733" cy="38705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583988FD-11C0-A3FF-38E6-28D9736B1914}"/>
                </a:ext>
              </a:extLst>
            </p:cNvPr>
            <p:cNvCxnSpPr>
              <a:cxnSpLocks/>
              <a:endCxn id="139" idx="2"/>
            </p:cNvCxnSpPr>
            <p:nvPr/>
          </p:nvCxnSpPr>
          <p:spPr>
            <a:xfrm rot="16200000" flipH="1">
              <a:off x="6946935" y="2099365"/>
              <a:ext cx="1051283" cy="384349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17D85977-7C61-AD91-5E5B-A0D6CC5C9B5C}"/>
                </a:ext>
              </a:extLst>
            </p:cNvPr>
            <p:cNvCxnSpPr>
              <a:cxnSpLocks/>
              <a:endCxn id="140" idx="2"/>
            </p:cNvCxnSpPr>
            <p:nvPr/>
          </p:nvCxnSpPr>
          <p:spPr>
            <a:xfrm rot="16200000">
              <a:off x="6523813" y="3213428"/>
              <a:ext cx="1902364" cy="394605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1BEB683B-0C2A-AC88-AE0D-94C5FAB6A800}"/>
                </a:ext>
              </a:extLst>
            </p:cNvPr>
            <p:cNvCxnSpPr>
              <a:cxnSpLocks/>
              <a:endCxn id="140" idx="2"/>
            </p:cNvCxnSpPr>
            <p:nvPr/>
          </p:nvCxnSpPr>
          <p:spPr>
            <a:xfrm rot="16200000">
              <a:off x="6636206" y="3101039"/>
              <a:ext cx="1677583" cy="394605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C6C5C65-3E73-7C24-C73F-0B5E73415CCE}"/>
                </a:ext>
              </a:extLst>
            </p:cNvPr>
            <p:cNvCxnSpPr>
              <a:cxnSpLocks/>
              <a:endCxn id="140" idx="2"/>
            </p:cNvCxnSpPr>
            <p:nvPr/>
          </p:nvCxnSpPr>
          <p:spPr>
            <a:xfrm rot="16200000" flipH="1">
              <a:off x="7129531" y="1916773"/>
              <a:ext cx="693651" cy="391902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CCC204CE-2564-F6F4-8AD9-88821663BDCC}"/>
                </a:ext>
              </a:extLst>
            </p:cNvPr>
            <p:cNvCxnSpPr>
              <a:cxnSpLocks/>
              <a:endCxn id="141" idx="2"/>
            </p:cNvCxnSpPr>
            <p:nvPr/>
          </p:nvCxnSpPr>
          <p:spPr>
            <a:xfrm rot="16200000">
              <a:off x="6343375" y="3035652"/>
              <a:ext cx="2260577" cy="391946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229D2BBD-E45D-184D-F623-C89DB672BFB5}"/>
                </a:ext>
              </a:extLst>
            </p:cNvPr>
            <p:cNvCxnSpPr>
              <a:cxnSpLocks/>
              <a:endCxn id="141" idx="2"/>
            </p:cNvCxnSpPr>
            <p:nvPr/>
          </p:nvCxnSpPr>
          <p:spPr>
            <a:xfrm rot="16200000">
              <a:off x="6455775" y="2923261"/>
              <a:ext cx="2035797" cy="391946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5FA7EB70-4347-8B91-E6A2-F3F7CEBB22E3}"/>
                </a:ext>
              </a:extLst>
            </p:cNvPr>
            <p:cNvCxnSpPr>
              <a:cxnSpLocks/>
              <a:endCxn id="141" idx="2"/>
            </p:cNvCxnSpPr>
            <p:nvPr/>
          </p:nvCxnSpPr>
          <p:spPr>
            <a:xfrm rot="16200000" flipH="1">
              <a:off x="7307299" y="1738996"/>
              <a:ext cx="335438" cy="389242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02195079-954D-9AD8-B4FC-8B2954B91666}"/>
                </a:ext>
              </a:extLst>
            </p:cNvPr>
            <p:cNvCxnSpPr>
              <a:cxnSpLocks/>
              <a:endCxn id="142" idx="2"/>
            </p:cNvCxnSpPr>
            <p:nvPr/>
          </p:nvCxnSpPr>
          <p:spPr>
            <a:xfrm rot="16200000">
              <a:off x="6163451" y="2857953"/>
              <a:ext cx="2618209" cy="38971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2496A966-EE0C-00B7-23E5-0286863934D2}"/>
                </a:ext>
              </a:extLst>
            </p:cNvPr>
            <p:cNvCxnSpPr>
              <a:cxnSpLocks/>
              <a:endCxn id="142" idx="2"/>
            </p:cNvCxnSpPr>
            <p:nvPr/>
          </p:nvCxnSpPr>
          <p:spPr>
            <a:xfrm rot="16200000">
              <a:off x="6275843" y="2745562"/>
              <a:ext cx="2393428" cy="38971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0FC25211-839D-D6C9-AC3D-1A74C97B4733}"/>
                </a:ext>
              </a:extLst>
            </p:cNvPr>
            <p:cNvCxnSpPr>
              <a:cxnSpLocks/>
              <a:endCxn id="142" idx="2"/>
            </p:cNvCxnSpPr>
            <p:nvPr/>
          </p:nvCxnSpPr>
          <p:spPr>
            <a:xfrm rot="16200000">
              <a:off x="7462810" y="1561297"/>
              <a:ext cx="22193" cy="387009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7E73FF7-91BA-582D-1D55-4B90B5CF343A}"/>
                </a:ext>
              </a:extLst>
            </p:cNvPr>
            <p:cNvCxnSpPr>
              <a:cxnSpLocks/>
              <a:endCxn id="143" idx="2"/>
            </p:cNvCxnSpPr>
            <p:nvPr/>
          </p:nvCxnSpPr>
          <p:spPr>
            <a:xfrm rot="16200000">
              <a:off x="5983017" y="2680176"/>
              <a:ext cx="2976422" cy="38705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5B9858B-E908-2BE5-8A12-2C86D9645EA5}"/>
                </a:ext>
              </a:extLst>
            </p:cNvPr>
            <p:cNvCxnSpPr>
              <a:cxnSpLocks/>
              <a:endCxn id="143" idx="2"/>
            </p:cNvCxnSpPr>
            <p:nvPr/>
          </p:nvCxnSpPr>
          <p:spPr>
            <a:xfrm rot="16200000">
              <a:off x="6095403" y="2567785"/>
              <a:ext cx="2751641" cy="38705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6A189A50-1AEE-3CB9-5E38-DC79DC6E0979}"/>
                </a:ext>
              </a:extLst>
            </p:cNvPr>
            <p:cNvCxnSpPr>
              <a:cxnSpLocks/>
              <a:endCxn id="143" idx="2"/>
            </p:cNvCxnSpPr>
            <p:nvPr/>
          </p:nvCxnSpPr>
          <p:spPr>
            <a:xfrm rot="16200000">
              <a:off x="7282369" y="1383518"/>
              <a:ext cx="380407" cy="384349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</p:grpSp>
      <p:sp>
        <p:nvSpPr>
          <p:cNvPr id="178" name="TextBox 177">
            <a:extLst>
              <a:ext uri="{FF2B5EF4-FFF2-40B4-BE49-F238E27FC236}">
                <a16:creationId xmlns:a16="http://schemas.microsoft.com/office/drawing/2014/main" id="{62968BC5-6BC2-C0FF-24BC-A7BA6C5CAF79}"/>
              </a:ext>
            </a:extLst>
          </p:cNvPr>
          <p:cNvSpPr txBox="1"/>
          <p:nvPr/>
        </p:nvSpPr>
        <p:spPr>
          <a:xfrm rot="16200000">
            <a:off x="5291048" y="3094996"/>
            <a:ext cx="2438936" cy="3432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squar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…                 …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9927298D-5B08-A441-09C6-FECA9BC6324A}"/>
              </a:ext>
            </a:extLst>
          </p:cNvPr>
          <p:cNvSpPr txBox="1"/>
          <p:nvPr/>
        </p:nvSpPr>
        <p:spPr>
          <a:xfrm rot="16200000">
            <a:off x="4558724" y="3094996"/>
            <a:ext cx="2438936" cy="3432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squar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…                 …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F0795B30-C7DC-1E33-5D57-930688EBA425}"/>
              </a:ext>
            </a:extLst>
          </p:cNvPr>
          <p:cNvSpPr txBox="1"/>
          <p:nvPr/>
        </p:nvSpPr>
        <p:spPr>
          <a:xfrm>
            <a:off x="6456940" y="5552905"/>
            <a:ext cx="1957588" cy="5925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(24)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Output Prediction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F603AE3B-7221-206D-ED3F-043D67ADE0D8}"/>
              </a:ext>
            </a:extLst>
          </p:cNvPr>
          <p:cNvSpPr txBox="1"/>
          <p:nvPr/>
        </p:nvSpPr>
        <p:spPr>
          <a:xfrm>
            <a:off x="5352900" y="4945525"/>
            <a:ext cx="825868" cy="5925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(512)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Dense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807B0682-AC36-DE36-EF9C-97B57ED2975E}"/>
              </a:ext>
            </a:extLst>
          </p:cNvPr>
          <p:cNvSpPr txBox="1"/>
          <p:nvPr/>
        </p:nvSpPr>
        <p:spPr>
          <a:xfrm>
            <a:off x="6145883" y="4953672"/>
            <a:ext cx="825868" cy="5925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(512)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Dense</a:t>
            </a:r>
          </a:p>
        </p:txBody>
      </p:sp>
      <p:sp>
        <p:nvSpPr>
          <p:cNvPr id="94" name="Arrow: Right 93">
            <a:extLst>
              <a:ext uri="{FF2B5EF4-FFF2-40B4-BE49-F238E27FC236}">
                <a16:creationId xmlns:a16="http://schemas.microsoft.com/office/drawing/2014/main" id="{1C9F029D-D8EE-A742-5D35-1D2AD7289506}"/>
              </a:ext>
            </a:extLst>
          </p:cNvPr>
          <p:cNvSpPr/>
          <p:nvPr/>
        </p:nvSpPr>
        <p:spPr>
          <a:xfrm>
            <a:off x="3007895" y="3130185"/>
            <a:ext cx="1431758" cy="7091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Flatten</a:t>
            </a:r>
          </a:p>
        </p:txBody>
      </p:sp>
      <p:sp>
        <p:nvSpPr>
          <p:cNvPr id="96" name="Google Shape;219;p33">
            <a:extLst>
              <a:ext uri="{FF2B5EF4-FFF2-40B4-BE49-F238E27FC236}">
                <a16:creationId xmlns:a16="http://schemas.microsoft.com/office/drawing/2014/main" id="{93AFAF74-10CE-58C1-F9A2-0EAD94E24601}"/>
              </a:ext>
            </a:extLst>
          </p:cNvPr>
          <p:cNvSpPr/>
          <p:nvPr/>
        </p:nvSpPr>
        <p:spPr>
          <a:xfrm>
            <a:off x="5002939" y="1845772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97" name="Google Shape;219;p33">
            <a:extLst>
              <a:ext uri="{FF2B5EF4-FFF2-40B4-BE49-F238E27FC236}">
                <a16:creationId xmlns:a16="http://schemas.microsoft.com/office/drawing/2014/main" id="{9F7D3923-6C3C-9745-1F5D-196825967E0A}"/>
              </a:ext>
            </a:extLst>
          </p:cNvPr>
          <p:cNvSpPr/>
          <p:nvPr/>
        </p:nvSpPr>
        <p:spPr>
          <a:xfrm>
            <a:off x="4999935" y="4480478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98" name="Google Shape;219;p33">
            <a:extLst>
              <a:ext uri="{FF2B5EF4-FFF2-40B4-BE49-F238E27FC236}">
                <a16:creationId xmlns:a16="http://schemas.microsoft.com/office/drawing/2014/main" id="{9ECB21CD-4019-99DC-7F58-FE7CA0B19724}"/>
              </a:ext>
            </a:extLst>
          </p:cNvPr>
          <p:cNvSpPr/>
          <p:nvPr/>
        </p:nvSpPr>
        <p:spPr>
          <a:xfrm>
            <a:off x="4999935" y="4730234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99" name="Google Shape;219;p33">
            <a:extLst>
              <a:ext uri="{FF2B5EF4-FFF2-40B4-BE49-F238E27FC236}">
                <a16:creationId xmlns:a16="http://schemas.microsoft.com/office/drawing/2014/main" id="{92FB9C42-254F-770F-4ADC-9518F84ADF9B}"/>
              </a:ext>
            </a:extLst>
          </p:cNvPr>
          <p:cNvSpPr/>
          <p:nvPr/>
        </p:nvSpPr>
        <p:spPr>
          <a:xfrm>
            <a:off x="5716786" y="1845772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00" name="Google Shape;219;p33">
            <a:extLst>
              <a:ext uri="{FF2B5EF4-FFF2-40B4-BE49-F238E27FC236}">
                <a16:creationId xmlns:a16="http://schemas.microsoft.com/office/drawing/2014/main" id="{C796CE31-AABC-2240-6F48-08DBAED7A4E3}"/>
              </a:ext>
            </a:extLst>
          </p:cNvPr>
          <p:cNvSpPr/>
          <p:nvPr/>
        </p:nvSpPr>
        <p:spPr>
          <a:xfrm>
            <a:off x="5713782" y="4480478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01" name="Google Shape;219;p33">
            <a:extLst>
              <a:ext uri="{FF2B5EF4-FFF2-40B4-BE49-F238E27FC236}">
                <a16:creationId xmlns:a16="http://schemas.microsoft.com/office/drawing/2014/main" id="{91A85082-371C-4370-0435-F0028755DE7B}"/>
              </a:ext>
            </a:extLst>
          </p:cNvPr>
          <p:cNvSpPr/>
          <p:nvPr/>
        </p:nvSpPr>
        <p:spPr>
          <a:xfrm>
            <a:off x="5713782" y="4730234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B03A334-87AE-4933-E8F8-B5F26B8249FB}"/>
              </a:ext>
            </a:extLst>
          </p:cNvPr>
          <p:cNvGrpSpPr/>
          <p:nvPr/>
        </p:nvGrpSpPr>
        <p:grpSpPr>
          <a:xfrm>
            <a:off x="5215563" y="1949261"/>
            <a:ext cx="501250" cy="2884463"/>
            <a:chOff x="6589918" y="1754334"/>
            <a:chExt cx="283914" cy="2596017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8A81CB22-3621-1D6B-9C3A-A2D436AAC6D7}"/>
                </a:ext>
              </a:extLst>
            </p:cNvPr>
            <p:cNvCxnSpPr>
              <a:cxnSpLocks/>
              <a:endCxn id="99" idx="2"/>
            </p:cNvCxnSpPr>
            <p:nvPr/>
          </p:nvCxnSpPr>
          <p:spPr>
            <a:xfrm rot="16200000">
              <a:off x="5433870" y="2910389"/>
              <a:ext cx="2596016" cy="283908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46AAA12-6A9D-925A-D88A-5DFB93DCB126}"/>
                </a:ext>
              </a:extLst>
            </p:cNvPr>
            <p:cNvCxnSpPr>
              <a:cxnSpLocks/>
              <a:endCxn id="100" idx="2"/>
            </p:cNvCxnSpPr>
            <p:nvPr/>
          </p:nvCxnSpPr>
          <p:spPr>
            <a:xfrm rot="16200000">
              <a:off x="6618130" y="4097358"/>
              <a:ext cx="224781" cy="281204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174A54E-A235-07D9-6432-012925870072}"/>
                </a:ext>
              </a:extLst>
            </p:cNvPr>
            <p:cNvCxnSpPr>
              <a:cxnSpLocks/>
              <a:endCxn id="101" idx="2"/>
            </p:cNvCxnSpPr>
            <p:nvPr/>
          </p:nvCxnSpPr>
          <p:spPr>
            <a:xfrm rot="16200000">
              <a:off x="6730527" y="4209749"/>
              <a:ext cx="0" cy="281204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9AF95604-9CB3-5712-2D44-B7A1DCD80CD2}"/>
                </a:ext>
              </a:extLst>
            </p:cNvPr>
            <p:cNvCxnSpPr>
              <a:cxnSpLocks/>
              <a:endCxn id="99" idx="2"/>
            </p:cNvCxnSpPr>
            <p:nvPr/>
          </p:nvCxnSpPr>
          <p:spPr>
            <a:xfrm rot="16200000">
              <a:off x="6733226" y="1613733"/>
              <a:ext cx="0" cy="281204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156D974D-4F29-24D0-CC90-2A252A31ADA2}"/>
                </a:ext>
              </a:extLst>
            </p:cNvPr>
            <p:cNvCxnSpPr>
              <a:cxnSpLocks/>
              <a:endCxn id="100" idx="2"/>
            </p:cNvCxnSpPr>
            <p:nvPr/>
          </p:nvCxnSpPr>
          <p:spPr>
            <a:xfrm rot="16200000" flipH="1">
              <a:off x="5546257" y="2800702"/>
              <a:ext cx="2371235" cy="278500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7B921208-F76C-4C56-048F-FE38F49DB325}"/>
                </a:ext>
              </a:extLst>
            </p:cNvPr>
            <p:cNvCxnSpPr>
              <a:cxnSpLocks/>
              <a:endCxn id="101" idx="2"/>
            </p:cNvCxnSpPr>
            <p:nvPr/>
          </p:nvCxnSpPr>
          <p:spPr>
            <a:xfrm rot="16200000" flipH="1">
              <a:off x="5433865" y="2913093"/>
              <a:ext cx="2596016" cy="278500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50519716-0428-089C-C38D-2D370CDFD287}"/>
                </a:ext>
              </a:extLst>
            </p:cNvPr>
            <p:cNvCxnSpPr>
              <a:cxnSpLocks/>
              <a:endCxn id="99" idx="2"/>
            </p:cNvCxnSpPr>
            <p:nvPr/>
          </p:nvCxnSpPr>
          <p:spPr>
            <a:xfrm rot="16200000">
              <a:off x="5546254" y="2797998"/>
              <a:ext cx="2371235" cy="283908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C8EE8944-1E52-9AAE-C331-ADA407704C8B}"/>
                </a:ext>
              </a:extLst>
            </p:cNvPr>
            <p:cNvCxnSpPr>
              <a:cxnSpLocks/>
              <a:endCxn id="100" idx="2"/>
            </p:cNvCxnSpPr>
            <p:nvPr/>
          </p:nvCxnSpPr>
          <p:spPr>
            <a:xfrm rot="16200000">
              <a:off x="6730521" y="3984968"/>
              <a:ext cx="0" cy="281204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327F9EAA-801A-6901-6B6A-2EBCF45F7B8A}"/>
                </a:ext>
              </a:extLst>
            </p:cNvPr>
            <p:cNvCxnSpPr>
              <a:cxnSpLocks/>
              <a:endCxn id="101" idx="2"/>
            </p:cNvCxnSpPr>
            <p:nvPr/>
          </p:nvCxnSpPr>
          <p:spPr>
            <a:xfrm rot="16200000" flipH="1">
              <a:off x="6618130" y="4097358"/>
              <a:ext cx="224781" cy="281204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</p:grpSp>
      <p:sp>
        <p:nvSpPr>
          <p:cNvPr id="217" name="TextBox 216">
            <a:extLst>
              <a:ext uri="{FF2B5EF4-FFF2-40B4-BE49-F238E27FC236}">
                <a16:creationId xmlns:a16="http://schemas.microsoft.com/office/drawing/2014/main" id="{C464842E-B363-C445-14E9-08D40D252BDA}"/>
              </a:ext>
            </a:extLst>
          </p:cNvPr>
          <p:cNvSpPr txBox="1"/>
          <p:nvPr/>
        </p:nvSpPr>
        <p:spPr>
          <a:xfrm rot="16200000">
            <a:off x="4574170" y="3094996"/>
            <a:ext cx="2438936" cy="3432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squar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…                 …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F92CB65D-59BE-00D3-F6A3-50E881669CB4}"/>
              </a:ext>
            </a:extLst>
          </p:cNvPr>
          <p:cNvSpPr txBox="1"/>
          <p:nvPr/>
        </p:nvSpPr>
        <p:spPr>
          <a:xfrm rot="16200000">
            <a:off x="3841846" y="3094996"/>
            <a:ext cx="2438936" cy="3432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squar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…                 …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7C8651FC-735C-9125-EB57-A28067380DD0}"/>
              </a:ext>
            </a:extLst>
          </p:cNvPr>
          <p:cNvSpPr txBox="1"/>
          <p:nvPr/>
        </p:nvSpPr>
        <p:spPr>
          <a:xfrm>
            <a:off x="4636022" y="4945525"/>
            <a:ext cx="825868" cy="5925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(784)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Dense</a:t>
            </a:r>
          </a:p>
        </p:txBody>
      </p:sp>
    </p:spTree>
    <p:extLst>
      <p:ext uri="{BB962C8B-B14F-4D97-AF65-F5344CB8AC3E}">
        <p14:creationId xmlns:p14="http://schemas.microsoft.com/office/powerpoint/2010/main" val="3315843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AFDC2-F484-9123-6F25-223183C5C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2a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7296B-C2FA-E541-F59E-BC60CE240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project example lab</a:t>
            </a:r>
          </a:p>
          <a:p>
            <a:r>
              <a:rPr lang="en-US" dirty="0"/>
              <a:t>Problem description </a:t>
            </a:r>
          </a:p>
          <a:p>
            <a:r>
              <a:rPr lang="en-US" dirty="0"/>
              <a:t>Code detail explanation </a:t>
            </a:r>
          </a:p>
          <a:p>
            <a:r>
              <a:rPr lang="en-US" dirty="0"/>
              <a:t>Results summary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592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0C32E-6A3C-9C4D-6F8B-3617D615E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 Computation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1E41A1-E439-F22A-A8F2-2360D9E269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155410"/>
              </p:ext>
            </p:extLst>
          </p:nvPr>
        </p:nvGraphicFramePr>
        <p:xfrm>
          <a:off x="6357430" y="4241348"/>
          <a:ext cx="2265605" cy="2226455"/>
        </p:xfrm>
        <a:graphic>
          <a:graphicData uri="http://schemas.openxmlformats.org/drawingml/2006/table">
            <a:tbl>
              <a:tblPr firstRow="1" bandRow="1"/>
              <a:tblGrid>
                <a:gridCol w="453121">
                  <a:extLst>
                    <a:ext uri="{9D8B030D-6E8A-4147-A177-3AD203B41FA5}">
                      <a16:colId xmlns:a16="http://schemas.microsoft.com/office/drawing/2014/main" val="1197555553"/>
                    </a:ext>
                  </a:extLst>
                </a:gridCol>
                <a:gridCol w="453121">
                  <a:extLst>
                    <a:ext uri="{9D8B030D-6E8A-4147-A177-3AD203B41FA5}">
                      <a16:colId xmlns:a16="http://schemas.microsoft.com/office/drawing/2014/main" val="412169455"/>
                    </a:ext>
                  </a:extLst>
                </a:gridCol>
                <a:gridCol w="453121">
                  <a:extLst>
                    <a:ext uri="{9D8B030D-6E8A-4147-A177-3AD203B41FA5}">
                      <a16:colId xmlns:a16="http://schemas.microsoft.com/office/drawing/2014/main" val="3305053313"/>
                    </a:ext>
                  </a:extLst>
                </a:gridCol>
                <a:gridCol w="453121">
                  <a:extLst>
                    <a:ext uri="{9D8B030D-6E8A-4147-A177-3AD203B41FA5}">
                      <a16:colId xmlns:a16="http://schemas.microsoft.com/office/drawing/2014/main" val="3179948799"/>
                    </a:ext>
                  </a:extLst>
                </a:gridCol>
                <a:gridCol w="453121">
                  <a:extLst>
                    <a:ext uri="{9D8B030D-6E8A-4147-A177-3AD203B41FA5}">
                      <a16:colId xmlns:a16="http://schemas.microsoft.com/office/drawing/2014/main" val="3066281830"/>
                    </a:ext>
                  </a:extLst>
                </a:gridCol>
              </a:tblGrid>
              <a:tr h="4452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/>
                </a:tc>
                <a:extLst>
                  <a:ext uri="{0D108BD9-81ED-4DB2-BD59-A6C34878D82A}">
                    <a16:rowId xmlns:a16="http://schemas.microsoft.com/office/drawing/2014/main" val="1470025122"/>
                  </a:ext>
                </a:extLst>
              </a:tr>
              <a:tr h="4452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21</a:t>
                      </a:r>
                    </a:p>
                  </a:txBody>
                  <a:tcPr marL="109798" marR="109798" marT="54898" marB="54898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19</a:t>
                      </a:r>
                    </a:p>
                  </a:txBody>
                  <a:tcPr marL="109798" marR="109798" marT="54898" marB="548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17</a:t>
                      </a:r>
                    </a:p>
                  </a:txBody>
                  <a:tcPr marL="109798" marR="109798" marT="54898" marB="548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/>
                </a:tc>
                <a:extLst>
                  <a:ext uri="{0D108BD9-81ED-4DB2-BD59-A6C34878D82A}">
                    <a16:rowId xmlns:a16="http://schemas.microsoft.com/office/drawing/2014/main" val="916244271"/>
                  </a:ext>
                </a:extLst>
              </a:tr>
              <a:tr h="4452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19</a:t>
                      </a:r>
                    </a:p>
                  </a:txBody>
                  <a:tcPr marL="109798" marR="109798" marT="54898" marB="54898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17</a:t>
                      </a:r>
                    </a:p>
                  </a:txBody>
                  <a:tcPr marL="109798" marR="109798" marT="54898" marB="548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</a:t>
                      </a:r>
                    </a:p>
                  </a:txBody>
                  <a:tcPr marL="109798" marR="109798" marT="54898" marB="548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/>
                </a:tc>
                <a:extLst>
                  <a:ext uri="{0D108BD9-81ED-4DB2-BD59-A6C34878D82A}">
                    <a16:rowId xmlns:a16="http://schemas.microsoft.com/office/drawing/2014/main" val="4293803180"/>
                  </a:ext>
                </a:extLst>
              </a:tr>
              <a:tr h="4452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17</a:t>
                      </a:r>
                    </a:p>
                  </a:txBody>
                  <a:tcPr marL="109798" marR="109798" marT="54898" marB="548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</a:t>
                      </a:r>
                    </a:p>
                  </a:txBody>
                  <a:tcPr marL="109798" marR="109798" marT="54898" marB="54898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</a:t>
                      </a:r>
                    </a:p>
                  </a:txBody>
                  <a:tcPr marL="109798" marR="109798" marT="54898" marB="548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/>
                </a:tc>
                <a:extLst>
                  <a:ext uri="{0D108BD9-81ED-4DB2-BD59-A6C34878D82A}">
                    <a16:rowId xmlns:a16="http://schemas.microsoft.com/office/drawing/2014/main" val="1093743107"/>
                  </a:ext>
                </a:extLst>
              </a:tr>
              <a:tr h="4452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/>
                </a:tc>
                <a:extLst>
                  <a:ext uri="{0D108BD9-81ED-4DB2-BD59-A6C34878D82A}">
                    <a16:rowId xmlns:a16="http://schemas.microsoft.com/office/drawing/2014/main" val="348204395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D19C95B-41B2-557B-FAD8-769EBA3377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979034"/>
              </p:ext>
            </p:extLst>
          </p:nvPr>
        </p:nvGraphicFramePr>
        <p:xfrm>
          <a:off x="3891891" y="1985769"/>
          <a:ext cx="2014510" cy="1979705"/>
        </p:xfrm>
        <a:graphic>
          <a:graphicData uri="http://schemas.openxmlformats.org/drawingml/2006/table">
            <a:tbl>
              <a:tblPr firstRow="1" bandRow="1"/>
              <a:tblGrid>
                <a:gridCol w="402902">
                  <a:extLst>
                    <a:ext uri="{9D8B030D-6E8A-4147-A177-3AD203B41FA5}">
                      <a16:colId xmlns:a16="http://schemas.microsoft.com/office/drawing/2014/main" val="119755555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412169455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30505331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179948799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066281830"/>
                    </a:ext>
                  </a:extLst>
                </a:gridCol>
              </a:tblGrid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1470025122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916244271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4293803180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1093743107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3482043956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5A3F8486-2463-E918-6447-52EE2628C23E}"/>
              </a:ext>
            </a:extLst>
          </p:cNvPr>
          <p:cNvGrpSpPr/>
          <p:nvPr/>
        </p:nvGrpSpPr>
        <p:grpSpPr>
          <a:xfrm>
            <a:off x="232719" y="2399271"/>
            <a:ext cx="4251750" cy="3970719"/>
            <a:chOff x="232719" y="2399271"/>
            <a:chExt cx="4251750" cy="39707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24EBE9F6-C240-B489-A664-E47CB160A395}"/>
                    </a:ext>
                  </a:extLst>
                </p:cNvPr>
                <p:cNvSpPr/>
                <p:nvPr/>
              </p:nvSpPr>
              <p:spPr>
                <a:xfrm>
                  <a:off x="1005727" y="2399271"/>
                  <a:ext cx="2595582" cy="123174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𝐾</m:t>
                        </m:r>
                        <m:r>
                          <a:rPr kumimoji="0" 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kumimoji="0" lang="en-US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kumimoji="0" lang="en-US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kumimoji="0" lang="en-US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0" lang="en-US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kumimoji="0" lang="en-US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kumimoji="0" lang="en-US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0" lang="en-US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kumimoji="0" lang="en-US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kumimoji="0" lang="en-US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kumimoji="0" lang="en-US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24EBE9F6-C240-B489-A664-E47CB160A3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5727" y="2399271"/>
                  <a:ext cx="2595582" cy="123174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A214F8D-D696-9C9D-6EBA-E73CE42B0D0D}"/>
                </a:ext>
              </a:extLst>
            </p:cNvPr>
            <p:cNvGrpSpPr/>
            <p:nvPr/>
          </p:nvGrpSpPr>
          <p:grpSpPr>
            <a:xfrm>
              <a:off x="232719" y="4614106"/>
              <a:ext cx="4251750" cy="1755884"/>
              <a:chOff x="2804616" y="4380247"/>
              <a:chExt cx="3154992" cy="1302946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C350D4E-0BEE-719B-F724-5D095835CFE0}"/>
                  </a:ext>
                </a:extLst>
              </p:cNvPr>
              <p:cNvSpPr/>
              <p:nvPr/>
            </p:nvSpPr>
            <p:spPr>
              <a:xfrm>
                <a:off x="2804619" y="4834547"/>
                <a:ext cx="541921" cy="350134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7890818-8DF8-66BD-14A9-7B604FFC779D}"/>
                  </a:ext>
                </a:extLst>
              </p:cNvPr>
              <p:cNvSpPr/>
              <p:nvPr/>
            </p:nvSpPr>
            <p:spPr>
              <a:xfrm>
                <a:off x="2804616" y="5293927"/>
                <a:ext cx="541921" cy="350134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B1EBCBC-6290-E44D-4325-39830C9689E8}"/>
                  </a:ext>
                </a:extLst>
              </p:cNvPr>
              <p:cNvSpPr/>
              <p:nvPr/>
            </p:nvSpPr>
            <p:spPr>
              <a:xfrm>
                <a:off x="2804619" y="4380247"/>
                <a:ext cx="541921" cy="350134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D2887F-0B34-9C0C-6426-5D6AB2231203}"/>
                  </a:ext>
                </a:extLst>
              </p:cNvPr>
              <p:cNvSpPr txBox="1"/>
              <p:nvPr/>
            </p:nvSpPr>
            <p:spPr>
              <a:xfrm>
                <a:off x="3642377" y="4389461"/>
                <a:ext cx="2317231" cy="3882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Kernel at position 1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13F27AC-7792-D2C7-4E59-C720D0685E23}"/>
                  </a:ext>
                </a:extLst>
              </p:cNvPr>
              <p:cNvSpPr txBox="1"/>
              <p:nvPr/>
            </p:nvSpPr>
            <p:spPr>
              <a:xfrm>
                <a:off x="3642377" y="4828859"/>
                <a:ext cx="2317231" cy="3882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Kernel at position 2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4FB3AE0-04E1-AFDD-9A62-95C63447A4A2}"/>
                  </a:ext>
                </a:extLst>
              </p:cNvPr>
              <p:cNvSpPr txBox="1"/>
              <p:nvPr/>
            </p:nvSpPr>
            <p:spPr>
              <a:xfrm>
                <a:off x="3642376" y="5294940"/>
                <a:ext cx="2317232" cy="3882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Kernel at position n</a:t>
                </a:r>
              </a:p>
            </p:txBody>
          </p:sp>
        </p:grp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3C99A79-0EDD-DDF4-BC93-7A8FB4966C0D}"/>
              </a:ext>
            </a:extLst>
          </p:cNvPr>
          <p:cNvGraphicFramePr>
            <a:graphicFrameLocks noGrp="1"/>
          </p:cNvGraphicFramePr>
          <p:nvPr/>
        </p:nvGraphicFramePr>
        <p:xfrm>
          <a:off x="6482978" y="1985769"/>
          <a:ext cx="2014510" cy="1979705"/>
        </p:xfrm>
        <a:graphic>
          <a:graphicData uri="http://schemas.openxmlformats.org/drawingml/2006/table">
            <a:tbl>
              <a:tblPr firstRow="1" bandRow="1"/>
              <a:tblGrid>
                <a:gridCol w="402902">
                  <a:extLst>
                    <a:ext uri="{9D8B030D-6E8A-4147-A177-3AD203B41FA5}">
                      <a16:colId xmlns:a16="http://schemas.microsoft.com/office/drawing/2014/main" val="119755555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412169455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30505331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179948799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066281830"/>
                    </a:ext>
                  </a:extLst>
                </a:gridCol>
              </a:tblGrid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1470025122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916244271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4293803180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1093743107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348204395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BB3A27E-3AB1-8903-BF2F-551F17097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373405"/>
              </p:ext>
            </p:extLst>
          </p:nvPr>
        </p:nvGraphicFramePr>
        <p:xfrm>
          <a:off x="9074065" y="1985769"/>
          <a:ext cx="2014510" cy="1979705"/>
        </p:xfrm>
        <a:graphic>
          <a:graphicData uri="http://schemas.openxmlformats.org/drawingml/2006/table">
            <a:tbl>
              <a:tblPr firstRow="1" bandRow="1"/>
              <a:tblGrid>
                <a:gridCol w="402902">
                  <a:extLst>
                    <a:ext uri="{9D8B030D-6E8A-4147-A177-3AD203B41FA5}">
                      <a16:colId xmlns:a16="http://schemas.microsoft.com/office/drawing/2014/main" val="119755555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412169455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30505331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179948799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066281830"/>
                    </a:ext>
                  </a:extLst>
                </a:gridCol>
              </a:tblGrid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1470025122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916244271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4293803180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1093743107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 marL="97629" marR="97629" marT="48815" marB="48815"/>
                </a:tc>
                <a:extLst>
                  <a:ext uri="{0D108BD9-81ED-4DB2-BD59-A6C34878D82A}">
                    <a16:rowId xmlns:a16="http://schemas.microsoft.com/office/drawing/2014/main" val="3482043956"/>
                  </a:ext>
                </a:extLst>
              </a:tr>
            </a:tbl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F699034-E289-5F08-8DE4-A2798C6D3769}"/>
              </a:ext>
            </a:extLst>
          </p:cNvPr>
          <p:cNvCxnSpPr/>
          <p:nvPr/>
        </p:nvCxnSpPr>
        <p:spPr>
          <a:xfrm>
            <a:off x="4390605" y="2495107"/>
            <a:ext cx="2665103" cy="238581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D6571CF-D4AF-B51E-9BFC-4E8790010D01}"/>
              </a:ext>
            </a:extLst>
          </p:cNvPr>
          <p:cNvCxnSpPr/>
          <p:nvPr/>
        </p:nvCxnSpPr>
        <p:spPr>
          <a:xfrm flipH="1">
            <a:off x="7154562" y="2975621"/>
            <a:ext cx="24558" cy="237485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D9CAD12-C3A4-A975-F274-48FA7E5A3D7B}"/>
              </a:ext>
            </a:extLst>
          </p:cNvPr>
          <p:cNvCxnSpPr/>
          <p:nvPr/>
        </p:nvCxnSpPr>
        <p:spPr>
          <a:xfrm flipH="1">
            <a:off x="7648832" y="3305481"/>
            <a:ext cx="2432488" cy="239270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9492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66B68-8C1A-82BF-C44B-DF5DE89D6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+mn-lt"/>
              </a:rPr>
              <a:t>More than one dimension 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62887E-926E-2084-6201-A06BE09D3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990606"/>
              </p:ext>
            </p:extLst>
          </p:nvPr>
        </p:nvGraphicFramePr>
        <p:xfrm>
          <a:off x="7954895" y="4020426"/>
          <a:ext cx="2265605" cy="2226455"/>
        </p:xfrm>
        <a:graphic>
          <a:graphicData uri="http://schemas.openxmlformats.org/drawingml/2006/table">
            <a:tbl>
              <a:tblPr firstRow="1" bandRow="1"/>
              <a:tblGrid>
                <a:gridCol w="453121">
                  <a:extLst>
                    <a:ext uri="{9D8B030D-6E8A-4147-A177-3AD203B41FA5}">
                      <a16:colId xmlns:a16="http://schemas.microsoft.com/office/drawing/2014/main" val="1197555553"/>
                    </a:ext>
                  </a:extLst>
                </a:gridCol>
                <a:gridCol w="453121">
                  <a:extLst>
                    <a:ext uri="{9D8B030D-6E8A-4147-A177-3AD203B41FA5}">
                      <a16:colId xmlns:a16="http://schemas.microsoft.com/office/drawing/2014/main" val="412169455"/>
                    </a:ext>
                  </a:extLst>
                </a:gridCol>
                <a:gridCol w="453121">
                  <a:extLst>
                    <a:ext uri="{9D8B030D-6E8A-4147-A177-3AD203B41FA5}">
                      <a16:colId xmlns:a16="http://schemas.microsoft.com/office/drawing/2014/main" val="3305053313"/>
                    </a:ext>
                  </a:extLst>
                </a:gridCol>
                <a:gridCol w="453121">
                  <a:extLst>
                    <a:ext uri="{9D8B030D-6E8A-4147-A177-3AD203B41FA5}">
                      <a16:colId xmlns:a16="http://schemas.microsoft.com/office/drawing/2014/main" val="3179948799"/>
                    </a:ext>
                  </a:extLst>
                </a:gridCol>
                <a:gridCol w="453121">
                  <a:extLst>
                    <a:ext uri="{9D8B030D-6E8A-4147-A177-3AD203B41FA5}">
                      <a16:colId xmlns:a16="http://schemas.microsoft.com/office/drawing/2014/main" val="3066281830"/>
                    </a:ext>
                  </a:extLst>
                </a:gridCol>
              </a:tblGrid>
              <a:tr h="4452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025122"/>
                  </a:ext>
                </a:extLst>
              </a:tr>
              <a:tr h="4452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21</a:t>
                      </a:r>
                    </a:p>
                  </a:txBody>
                  <a:tcPr marL="109798" marR="109798" marT="54898" marB="54898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19</a:t>
                      </a:r>
                    </a:p>
                  </a:txBody>
                  <a:tcPr marL="109798" marR="109798" marT="54898" marB="54898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17</a:t>
                      </a:r>
                    </a:p>
                  </a:txBody>
                  <a:tcPr marL="109798" marR="109798" marT="54898" marB="54898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244271"/>
                  </a:ext>
                </a:extLst>
              </a:tr>
              <a:tr h="4452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19</a:t>
                      </a:r>
                    </a:p>
                  </a:txBody>
                  <a:tcPr marL="109798" marR="109798" marT="54898" marB="54898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17</a:t>
                      </a:r>
                    </a:p>
                  </a:txBody>
                  <a:tcPr marL="109798" marR="109798" marT="54898" marB="54898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</a:t>
                      </a:r>
                    </a:p>
                  </a:txBody>
                  <a:tcPr marL="109798" marR="109798" marT="54898" marB="54898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03180"/>
                  </a:ext>
                </a:extLst>
              </a:tr>
              <a:tr h="4452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17</a:t>
                      </a:r>
                    </a:p>
                  </a:txBody>
                  <a:tcPr marL="109798" marR="109798" marT="54898" marB="54898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</a:t>
                      </a:r>
                    </a:p>
                  </a:txBody>
                  <a:tcPr marL="109798" marR="109798" marT="54898" marB="54898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</a:t>
                      </a:r>
                    </a:p>
                  </a:txBody>
                  <a:tcPr marL="109798" marR="109798" marT="54898" marB="54898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743107"/>
                  </a:ext>
                </a:extLst>
              </a:tr>
              <a:tr h="4452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04395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6B4B27A-83D2-FA19-90C4-DAF3995251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535962"/>
              </p:ext>
            </p:extLst>
          </p:nvPr>
        </p:nvGraphicFramePr>
        <p:xfrm>
          <a:off x="1719976" y="1941904"/>
          <a:ext cx="2014510" cy="1979705"/>
        </p:xfrm>
        <a:graphic>
          <a:graphicData uri="http://schemas.openxmlformats.org/drawingml/2006/table">
            <a:tbl>
              <a:tblPr firstRow="1" bandRow="1"/>
              <a:tblGrid>
                <a:gridCol w="402902">
                  <a:extLst>
                    <a:ext uri="{9D8B030D-6E8A-4147-A177-3AD203B41FA5}">
                      <a16:colId xmlns:a16="http://schemas.microsoft.com/office/drawing/2014/main" val="119755555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412169455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30505331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179948799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066281830"/>
                    </a:ext>
                  </a:extLst>
                </a:gridCol>
              </a:tblGrid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025122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244271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03180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743107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04395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CF5A057-20F5-4C9C-2F67-318A39B080C6}"/>
              </a:ext>
            </a:extLst>
          </p:cNvPr>
          <p:cNvSpPr txBox="1"/>
          <p:nvPr/>
        </p:nvSpPr>
        <p:spPr>
          <a:xfrm>
            <a:off x="4832134" y="6281688"/>
            <a:ext cx="3122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Kernel </a:t>
            </a:r>
            <a:r>
              <a:rPr lang="en-US" sz="2000" dirty="0">
                <a:solidFill>
                  <a:prstClr val="black"/>
                </a:solidFill>
              </a:rPr>
              <a:t>size: 3x3x4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BE76E0B-AE7D-7808-5F05-B2F98C755A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794241"/>
              </p:ext>
            </p:extLst>
          </p:nvPr>
        </p:nvGraphicFramePr>
        <p:xfrm>
          <a:off x="7045742" y="1393704"/>
          <a:ext cx="1208706" cy="1187823"/>
        </p:xfrm>
        <a:graphic>
          <a:graphicData uri="http://schemas.openxmlformats.org/drawingml/2006/table">
            <a:tbl>
              <a:tblPr firstRow="1" bandRow="1"/>
              <a:tblGrid>
                <a:gridCol w="402902">
                  <a:extLst>
                    <a:ext uri="{9D8B030D-6E8A-4147-A177-3AD203B41FA5}">
                      <a16:colId xmlns:a16="http://schemas.microsoft.com/office/drawing/2014/main" val="119755555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412169455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305053313"/>
                    </a:ext>
                  </a:extLst>
                </a:gridCol>
              </a:tblGrid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025122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244271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0318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76897DF-A554-4754-D629-F3ABC8B8FD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15006"/>
              </p:ext>
            </p:extLst>
          </p:nvPr>
        </p:nvGraphicFramePr>
        <p:xfrm>
          <a:off x="7198142" y="1546104"/>
          <a:ext cx="1208706" cy="1187823"/>
        </p:xfrm>
        <a:graphic>
          <a:graphicData uri="http://schemas.openxmlformats.org/drawingml/2006/table">
            <a:tbl>
              <a:tblPr firstRow="1" bandRow="1"/>
              <a:tblGrid>
                <a:gridCol w="402902">
                  <a:extLst>
                    <a:ext uri="{9D8B030D-6E8A-4147-A177-3AD203B41FA5}">
                      <a16:colId xmlns:a16="http://schemas.microsoft.com/office/drawing/2014/main" val="119755555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412169455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305053313"/>
                    </a:ext>
                  </a:extLst>
                </a:gridCol>
              </a:tblGrid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025122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244271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0318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F739248-BB85-5975-EED8-6323D74D4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473590"/>
              </p:ext>
            </p:extLst>
          </p:nvPr>
        </p:nvGraphicFramePr>
        <p:xfrm>
          <a:off x="7350542" y="1698504"/>
          <a:ext cx="1208706" cy="1187823"/>
        </p:xfrm>
        <a:graphic>
          <a:graphicData uri="http://schemas.openxmlformats.org/drawingml/2006/table">
            <a:tbl>
              <a:tblPr firstRow="1" bandRow="1"/>
              <a:tblGrid>
                <a:gridCol w="402902">
                  <a:extLst>
                    <a:ext uri="{9D8B030D-6E8A-4147-A177-3AD203B41FA5}">
                      <a16:colId xmlns:a16="http://schemas.microsoft.com/office/drawing/2014/main" val="119755555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412169455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305053313"/>
                    </a:ext>
                  </a:extLst>
                </a:gridCol>
              </a:tblGrid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025122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244271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0318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C13FA4D-76AD-E54A-ECE6-1FCEC914B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093717"/>
              </p:ext>
            </p:extLst>
          </p:nvPr>
        </p:nvGraphicFramePr>
        <p:xfrm>
          <a:off x="7502942" y="1850904"/>
          <a:ext cx="1208706" cy="1187823"/>
        </p:xfrm>
        <a:graphic>
          <a:graphicData uri="http://schemas.openxmlformats.org/drawingml/2006/table">
            <a:tbl>
              <a:tblPr firstRow="1" bandRow="1"/>
              <a:tblGrid>
                <a:gridCol w="402902">
                  <a:extLst>
                    <a:ext uri="{9D8B030D-6E8A-4147-A177-3AD203B41FA5}">
                      <a16:colId xmlns:a16="http://schemas.microsoft.com/office/drawing/2014/main" val="119755555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412169455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305053313"/>
                    </a:ext>
                  </a:extLst>
                </a:gridCol>
              </a:tblGrid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025122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244271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0318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A086E09-9AD9-6017-D6A3-F076612E2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358247"/>
              </p:ext>
            </p:extLst>
          </p:nvPr>
        </p:nvGraphicFramePr>
        <p:xfrm>
          <a:off x="5088800" y="4561456"/>
          <a:ext cx="1208706" cy="1187823"/>
        </p:xfrm>
        <a:graphic>
          <a:graphicData uri="http://schemas.openxmlformats.org/drawingml/2006/table">
            <a:tbl>
              <a:tblPr firstRow="1" bandRow="1"/>
              <a:tblGrid>
                <a:gridCol w="402902">
                  <a:extLst>
                    <a:ext uri="{9D8B030D-6E8A-4147-A177-3AD203B41FA5}">
                      <a16:colId xmlns:a16="http://schemas.microsoft.com/office/drawing/2014/main" val="119755555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412169455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305053313"/>
                    </a:ext>
                  </a:extLst>
                </a:gridCol>
              </a:tblGrid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025122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244271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0318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78FF229-CFE0-FE0A-FD03-C91E86CD8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299263"/>
              </p:ext>
            </p:extLst>
          </p:nvPr>
        </p:nvGraphicFramePr>
        <p:xfrm>
          <a:off x="5241200" y="4713856"/>
          <a:ext cx="1208706" cy="1187823"/>
        </p:xfrm>
        <a:graphic>
          <a:graphicData uri="http://schemas.openxmlformats.org/drawingml/2006/table">
            <a:tbl>
              <a:tblPr firstRow="1" bandRow="1"/>
              <a:tblGrid>
                <a:gridCol w="402902">
                  <a:extLst>
                    <a:ext uri="{9D8B030D-6E8A-4147-A177-3AD203B41FA5}">
                      <a16:colId xmlns:a16="http://schemas.microsoft.com/office/drawing/2014/main" val="119755555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412169455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305053313"/>
                    </a:ext>
                  </a:extLst>
                </a:gridCol>
              </a:tblGrid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025122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244271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0318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DCDE140-1D74-AFAC-FAA2-B209EF133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077621"/>
              </p:ext>
            </p:extLst>
          </p:nvPr>
        </p:nvGraphicFramePr>
        <p:xfrm>
          <a:off x="5393600" y="4866256"/>
          <a:ext cx="1208706" cy="1187823"/>
        </p:xfrm>
        <a:graphic>
          <a:graphicData uri="http://schemas.openxmlformats.org/drawingml/2006/table">
            <a:tbl>
              <a:tblPr firstRow="1" bandRow="1"/>
              <a:tblGrid>
                <a:gridCol w="402902">
                  <a:extLst>
                    <a:ext uri="{9D8B030D-6E8A-4147-A177-3AD203B41FA5}">
                      <a16:colId xmlns:a16="http://schemas.microsoft.com/office/drawing/2014/main" val="119755555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412169455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305053313"/>
                    </a:ext>
                  </a:extLst>
                </a:gridCol>
              </a:tblGrid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025122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244271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0318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B658A95-0D75-E33C-9007-3C80DB13A3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57488"/>
              </p:ext>
            </p:extLst>
          </p:nvPr>
        </p:nvGraphicFramePr>
        <p:xfrm>
          <a:off x="5546000" y="5018656"/>
          <a:ext cx="1208706" cy="1187823"/>
        </p:xfrm>
        <a:graphic>
          <a:graphicData uri="http://schemas.openxmlformats.org/drawingml/2006/table">
            <a:tbl>
              <a:tblPr firstRow="1" bandRow="1"/>
              <a:tblGrid>
                <a:gridCol w="402902">
                  <a:extLst>
                    <a:ext uri="{9D8B030D-6E8A-4147-A177-3AD203B41FA5}">
                      <a16:colId xmlns:a16="http://schemas.microsoft.com/office/drawing/2014/main" val="119755555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412169455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305053313"/>
                    </a:ext>
                  </a:extLst>
                </a:gridCol>
              </a:tblGrid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025122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244271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0318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E0FB91E-DC70-9E9D-1C79-73EDB3D7207B}"/>
              </a:ext>
            </a:extLst>
          </p:cNvPr>
          <p:cNvSpPr txBox="1"/>
          <p:nvPr/>
        </p:nvSpPr>
        <p:spPr>
          <a:xfrm>
            <a:off x="7198142" y="3343527"/>
            <a:ext cx="3122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Kernel </a:t>
            </a:r>
            <a:r>
              <a:rPr lang="en-US" sz="2000" dirty="0">
                <a:solidFill>
                  <a:prstClr val="black"/>
                </a:solidFill>
              </a:rPr>
              <a:t>size: 3x3x4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FFB44C7-E12E-20EB-D780-36DE2BDEF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751088"/>
              </p:ext>
            </p:extLst>
          </p:nvPr>
        </p:nvGraphicFramePr>
        <p:xfrm>
          <a:off x="8107295" y="4172826"/>
          <a:ext cx="2265605" cy="2226455"/>
        </p:xfrm>
        <a:graphic>
          <a:graphicData uri="http://schemas.openxmlformats.org/drawingml/2006/table">
            <a:tbl>
              <a:tblPr firstRow="1" bandRow="1"/>
              <a:tblGrid>
                <a:gridCol w="453121">
                  <a:extLst>
                    <a:ext uri="{9D8B030D-6E8A-4147-A177-3AD203B41FA5}">
                      <a16:colId xmlns:a16="http://schemas.microsoft.com/office/drawing/2014/main" val="1197555553"/>
                    </a:ext>
                  </a:extLst>
                </a:gridCol>
                <a:gridCol w="453121">
                  <a:extLst>
                    <a:ext uri="{9D8B030D-6E8A-4147-A177-3AD203B41FA5}">
                      <a16:colId xmlns:a16="http://schemas.microsoft.com/office/drawing/2014/main" val="412169455"/>
                    </a:ext>
                  </a:extLst>
                </a:gridCol>
                <a:gridCol w="453121">
                  <a:extLst>
                    <a:ext uri="{9D8B030D-6E8A-4147-A177-3AD203B41FA5}">
                      <a16:colId xmlns:a16="http://schemas.microsoft.com/office/drawing/2014/main" val="3305053313"/>
                    </a:ext>
                  </a:extLst>
                </a:gridCol>
                <a:gridCol w="453121">
                  <a:extLst>
                    <a:ext uri="{9D8B030D-6E8A-4147-A177-3AD203B41FA5}">
                      <a16:colId xmlns:a16="http://schemas.microsoft.com/office/drawing/2014/main" val="3179948799"/>
                    </a:ext>
                  </a:extLst>
                </a:gridCol>
                <a:gridCol w="453121">
                  <a:extLst>
                    <a:ext uri="{9D8B030D-6E8A-4147-A177-3AD203B41FA5}">
                      <a16:colId xmlns:a16="http://schemas.microsoft.com/office/drawing/2014/main" val="3066281830"/>
                    </a:ext>
                  </a:extLst>
                </a:gridCol>
              </a:tblGrid>
              <a:tr h="4452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025122"/>
                  </a:ext>
                </a:extLst>
              </a:tr>
              <a:tr h="4452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21</a:t>
                      </a:r>
                    </a:p>
                  </a:txBody>
                  <a:tcPr marL="109798" marR="109798" marT="54898" marB="54898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19</a:t>
                      </a:r>
                    </a:p>
                  </a:txBody>
                  <a:tcPr marL="109798" marR="109798" marT="54898" marB="54898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17</a:t>
                      </a:r>
                    </a:p>
                  </a:txBody>
                  <a:tcPr marL="109798" marR="109798" marT="54898" marB="54898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244271"/>
                  </a:ext>
                </a:extLst>
              </a:tr>
              <a:tr h="4452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19</a:t>
                      </a:r>
                    </a:p>
                  </a:txBody>
                  <a:tcPr marL="109798" marR="109798" marT="54898" marB="54898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17</a:t>
                      </a:r>
                    </a:p>
                  </a:txBody>
                  <a:tcPr marL="109798" marR="109798" marT="54898" marB="54898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</a:t>
                      </a:r>
                    </a:p>
                  </a:txBody>
                  <a:tcPr marL="109798" marR="109798" marT="54898" marB="54898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03180"/>
                  </a:ext>
                </a:extLst>
              </a:tr>
              <a:tr h="4452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17</a:t>
                      </a:r>
                    </a:p>
                  </a:txBody>
                  <a:tcPr marL="109798" marR="109798" marT="54898" marB="54898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</a:t>
                      </a:r>
                    </a:p>
                  </a:txBody>
                  <a:tcPr marL="109798" marR="109798" marT="54898" marB="54898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</a:t>
                      </a:r>
                    </a:p>
                  </a:txBody>
                  <a:tcPr marL="109798" marR="109798" marT="54898" marB="54898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743107"/>
                  </a:ext>
                </a:extLst>
              </a:tr>
              <a:tr h="4452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109798" marR="109798" marT="54898" marB="54898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04395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7D3685A-1FC9-020C-47B9-8139C5803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295739"/>
              </p:ext>
            </p:extLst>
          </p:nvPr>
        </p:nvGraphicFramePr>
        <p:xfrm>
          <a:off x="1872376" y="2094304"/>
          <a:ext cx="2014510" cy="1979705"/>
        </p:xfrm>
        <a:graphic>
          <a:graphicData uri="http://schemas.openxmlformats.org/drawingml/2006/table">
            <a:tbl>
              <a:tblPr firstRow="1" bandRow="1"/>
              <a:tblGrid>
                <a:gridCol w="402902">
                  <a:extLst>
                    <a:ext uri="{9D8B030D-6E8A-4147-A177-3AD203B41FA5}">
                      <a16:colId xmlns:a16="http://schemas.microsoft.com/office/drawing/2014/main" val="119755555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412169455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30505331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179948799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066281830"/>
                    </a:ext>
                  </a:extLst>
                </a:gridCol>
              </a:tblGrid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025122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244271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03180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743107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04395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2F71FAA-983E-B12F-95A6-B60EEECB66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375591"/>
              </p:ext>
            </p:extLst>
          </p:nvPr>
        </p:nvGraphicFramePr>
        <p:xfrm>
          <a:off x="2024776" y="2246704"/>
          <a:ext cx="2014510" cy="1979705"/>
        </p:xfrm>
        <a:graphic>
          <a:graphicData uri="http://schemas.openxmlformats.org/drawingml/2006/table">
            <a:tbl>
              <a:tblPr firstRow="1" bandRow="1"/>
              <a:tblGrid>
                <a:gridCol w="402902">
                  <a:extLst>
                    <a:ext uri="{9D8B030D-6E8A-4147-A177-3AD203B41FA5}">
                      <a16:colId xmlns:a16="http://schemas.microsoft.com/office/drawing/2014/main" val="119755555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412169455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30505331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179948799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066281830"/>
                    </a:ext>
                  </a:extLst>
                </a:gridCol>
              </a:tblGrid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025122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244271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03180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743107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04395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9007ED3-41AF-AF23-60ED-1890B66ED5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924838"/>
              </p:ext>
            </p:extLst>
          </p:nvPr>
        </p:nvGraphicFramePr>
        <p:xfrm>
          <a:off x="2177176" y="2399104"/>
          <a:ext cx="2014510" cy="1979705"/>
        </p:xfrm>
        <a:graphic>
          <a:graphicData uri="http://schemas.openxmlformats.org/drawingml/2006/table">
            <a:tbl>
              <a:tblPr firstRow="1" bandRow="1"/>
              <a:tblGrid>
                <a:gridCol w="402902">
                  <a:extLst>
                    <a:ext uri="{9D8B030D-6E8A-4147-A177-3AD203B41FA5}">
                      <a16:colId xmlns:a16="http://schemas.microsoft.com/office/drawing/2014/main" val="119755555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412169455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305053313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179948799"/>
                    </a:ext>
                  </a:extLst>
                </a:gridCol>
                <a:gridCol w="402902">
                  <a:extLst>
                    <a:ext uri="{9D8B030D-6E8A-4147-A177-3AD203B41FA5}">
                      <a16:colId xmlns:a16="http://schemas.microsoft.com/office/drawing/2014/main" val="3066281830"/>
                    </a:ext>
                  </a:extLst>
                </a:gridCol>
              </a:tblGrid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025122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244271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803180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743107"/>
                  </a:ext>
                </a:extLst>
              </a:tr>
              <a:tr h="395941"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/>
                    </a:p>
                  </a:txBody>
                  <a:tcPr marL="97629" marR="97629" marT="48815" marB="48815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043956"/>
                  </a:ext>
                </a:extLst>
              </a:tr>
            </a:tbl>
          </a:graphicData>
        </a:graphic>
      </p:graphicFrame>
      <p:cxnSp>
        <p:nvCxnSpPr>
          <p:cNvPr id="20" name="Elbow Connector 52">
            <a:extLst>
              <a:ext uri="{FF2B5EF4-FFF2-40B4-BE49-F238E27FC236}">
                <a16:creationId xmlns:a16="http://schemas.microsoft.com/office/drawing/2014/main" id="{932D1A1A-F4AA-D0F8-7869-59D57B652116}"/>
              </a:ext>
            </a:extLst>
          </p:cNvPr>
          <p:cNvCxnSpPr>
            <a:stCxn id="18" idx="0"/>
            <a:endCxn id="4" idx="0"/>
          </p:cNvCxnSpPr>
          <p:nvPr/>
        </p:nvCxnSpPr>
        <p:spPr>
          <a:xfrm rot="16200000" flipH="1">
            <a:off x="5173003" y="105732"/>
            <a:ext cx="1773722" cy="6055666"/>
          </a:xfrm>
          <a:prstGeom prst="bentConnector3">
            <a:avLst>
              <a:gd name="adj1" fmla="val -12888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54">
            <a:extLst>
              <a:ext uri="{FF2B5EF4-FFF2-40B4-BE49-F238E27FC236}">
                <a16:creationId xmlns:a16="http://schemas.microsoft.com/office/drawing/2014/main" id="{B2DE17B3-0AAD-7650-0205-8F0C8D13EF0B}"/>
              </a:ext>
            </a:extLst>
          </p:cNvPr>
          <p:cNvCxnSpPr>
            <a:stCxn id="19" idx="2"/>
          </p:cNvCxnSpPr>
          <p:nvPr/>
        </p:nvCxnSpPr>
        <p:spPr>
          <a:xfrm rot="16200000" flipH="1">
            <a:off x="5531987" y="2031253"/>
            <a:ext cx="928958" cy="5624070"/>
          </a:xfrm>
          <a:prstGeom prst="bentConnector2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8321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E7646-0236-AD22-B522-B66FFE586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27D95-072F-537A-4EE1-832EC35E0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neural net</a:t>
            </a: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56DEF94E-CB5E-9A74-2099-FB807B7ECDD8}"/>
              </a:ext>
            </a:extLst>
          </p:cNvPr>
          <p:cNvCxnSpPr>
            <a:cxnSpLocks/>
          </p:cNvCxnSpPr>
          <p:nvPr/>
        </p:nvCxnSpPr>
        <p:spPr>
          <a:xfrm>
            <a:off x="6417432" y="3863493"/>
            <a:ext cx="1619747" cy="1129677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110" name="Picture 109">
            <a:extLst>
              <a:ext uri="{FF2B5EF4-FFF2-40B4-BE49-F238E27FC236}">
                <a16:creationId xmlns:a16="http://schemas.microsoft.com/office/drawing/2014/main" id="{ED739210-1502-01D3-88CD-CA80AAA0E6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949" t="46563" r="48253" b="22257"/>
          <a:stretch/>
        </p:blipFill>
        <p:spPr>
          <a:xfrm>
            <a:off x="742722" y="2032000"/>
            <a:ext cx="1734383" cy="2930676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60FCCE82-3EB4-F0D4-616B-8B2DF4A24C55}"/>
              </a:ext>
            </a:extLst>
          </p:cNvPr>
          <p:cNvSpPr txBox="1"/>
          <p:nvPr/>
        </p:nvSpPr>
        <p:spPr>
          <a:xfrm>
            <a:off x="927166" y="5301151"/>
            <a:ext cx="1261384" cy="841834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squar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(28, 28, 1)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Image Input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1F2941A-2CC1-EDAB-0AEE-47A6C26878AF}"/>
              </a:ext>
            </a:extLst>
          </p:cNvPr>
          <p:cNvSpPr txBox="1"/>
          <p:nvPr/>
        </p:nvSpPr>
        <p:spPr>
          <a:xfrm>
            <a:off x="2469591" y="5004584"/>
            <a:ext cx="1149674" cy="5925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(3, 3, 1, 2)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Kernels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706DA1E-F569-281F-F745-D8AC0EF491FA}"/>
              </a:ext>
            </a:extLst>
          </p:cNvPr>
          <p:cNvSpPr txBox="1"/>
          <p:nvPr/>
        </p:nvSpPr>
        <p:spPr>
          <a:xfrm>
            <a:off x="3274402" y="4285317"/>
            <a:ext cx="1771639" cy="5925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(28, 28, 2)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Stacked Images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5F2AC1D-5CC5-A0CB-85B0-7EF5AEA1847E}"/>
              </a:ext>
            </a:extLst>
          </p:cNvPr>
          <p:cNvSpPr txBox="1"/>
          <p:nvPr/>
        </p:nvSpPr>
        <p:spPr>
          <a:xfrm>
            <a:off x="4893729" y="5004583"/>
            <a:ext cx="1149674" cy="5925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(3, 3, 2, 2)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Kernels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B3C2804-DE7B-D455-C287-A0577C025D8A}"/>
              </a:ext>
            </a:extLst>
          </p:cNvPr>
          <p:cNvSpPr txBox="1"/>
          <p:nvPr/>
        </p:nvSpPr>
        <p:spPr>
          <a:xfrm>
            <a:off x="5870319" y="4296910"/>
            <a:ext cx="1771639" cy="592535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(28, 28, 2)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Stacked Images</a:t>
            </a:r>
          </a:p>
        </p:txBody>
      </p:sp>
      <p:graphicFrame>
        <p:nvGraphicFramePr>
          <p:cNvPr id="116" name="Table 173">
            <a:extLst>
              <a:ext uri="{FF2B5EF4-FFF2-40B4-BE49-F238E27FC236}">
                <a16:creationId xmlns:a16="http://schemas.microsoft.com/office/drawing/2014/main" id="{06A75AD3-958E-DEEE-0ED4-54629FFC9AEA}"/>
              </a:ext>
            </a:extLst>
          </p:cNvPr>
          <p:cNvGraphicFramePr>
            <a:graphicFrameLocks noGrp="1"/>
          </p:cNvGraphicFramePr>
          <p:nvPr/>
        </p:nvGraphicFramePr>
        <p:xfrm>
          <a:off x="8007412" y="1728611"/>
          <a:ext cx="311484" cy="3522136"/>
        </p:xfrm>
        <a:graphic>
          <a:graphicData uri="http://schemas.openxmlformats.org/drawingml/2006/table">
            <a:tbl>
              <a:tblPr firstRow="1" bandRow="1"/>
              <a:tblGrid>
                <a:gridCol w="311484">
                  <a:extLst>
                    <a:ext uri="{9D8B030D-6E8A-4147-A177-3AD203B41FA5}">
                      <a16:colId xmlns:a16="http://schemas.microsoft.com/office/drawing/2014/main" val="3772995847"/>
                    </a:ext>
                  </a:extLst>
                </a:gridCol>
              </a:tblGrid>
              <a:tr h="440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2200"/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080634"/>
                  </a:ext>
                </a:extLst>
              </a:tr>
              <a:tr h="440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2200"/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85000"/>
                        <a:lumOff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664915"/>
                  </a:ext>
                </a:extLst>
              </a:tr>
              <a:tr h="440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2200"/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143886"/>
                  </a:ext>
                </a:extLst>
              </a:tr>
              <a:tr h="440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2200"/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3B3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048206"/>
                  </a:ext>
                </a:extLst>
              </a:tr>
              <a:tr h="440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2200"/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95000"/>
                        <a:lumOff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942051"/>
                  </a:ext>
                </a:extLst>
              </a:tr>
              <a:tr h="440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2200"/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85000"/>
                        <a:lumOff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810097"/>
                  </a:ext>
                </a:extLst>
              </a:tr>
              <a:tr h="440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2200"/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3B3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839989"/>
                  </a:ext>
                </a:extLst>
              </a:tr>
              <a:tr h="440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2200"/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072629"/>
                  </a:ext>
                </a:extLst>
              </a:tr>
            </a:tbl>
          </a:graphicData>
        </a:graphic>
      </p:graphicFrame>
      <p:sp>
        <p:nvSpPr>
          <p:cNvPr id="117" name="TextBox 116">
            <a:extLst>
              <a:ext uri="{FF2B5EF4-FFF2-40B4-BE49-F238E27FC236}">
                <a16:creationId xmlns:a16="http://schemas.microsoft.com/office/drawing/2014/main" id="{C603E330-65F0-5EF2-9BF3-F2728D7E6C84}"/>
              </a:ext>
            </a:extLst>
          </p:cNvPr>
          <p:cNvSpPr txBox="1"/>
          <p:nvPr/>
        </p:nvSpPr>
        <p:spPr>
          <a:xfrm>
            <a:off x="7237360" y="5408873"/>
            <a:ext cx="1800494" cy="841834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(1568)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Flattened Image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Vector</a:t>
            </a:r>
          </a:p>
        </p:txBody>
      </p:sp>
      <p:sp>
        <p:nvSpPr>
          <p:cNvPr id="118" name="Google Shape;219;p33">
            <a:extLst>
              <a:ext uri="{FF2B5EF4-FFF2-40B4-BE49-F238E27FC236}">
                <a16:creationId xmlns:a16="http://schemas.microsoft.com/office/drawing/2014/main" id="{85DA3890-D97E-D283-685B-9132058AA8B0}"/>
              </a:ext>
            </a:extLst>
          </p:cNvPr>
          <p:cNvSpPr/>
          <p:nvPr/>
        </p:nvSpPr>
        <p:spPr>
          <a:xfrm>
            <a:off x="8968349" y="1845772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19" name="Google Shape;219;p33">
            <a:extLst>
              <a:ext uri="{FF2B5EF4-FFF2-40B4-BE49-F238E27FC236}">
                <a16:creationId xmlns:a16="http://schemas.microsoft.com/office/drawing/2014/main" id="{9308B0A5-AC5A-9483-B9F3-0C7D3760D13E}"/>
              </a:ext>
            </a:extLst>
          </p:cNvPr>
          <p:cNvSpPr/>
          <p:nvPr/>
        </p:nvSpPr>
        <p:spPr>
          <a:xfrm>
            <a:off x="8965345" y="4480478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20" name="Google Shape;219;p33">
            <a:extLst>
              <a:ext uri="{FF2B5EF4-FFF2-40B4-BE49-F238E27FC236}">
                <a16:creationId xmlns:a16="http://schemas.microsoft.com/office/drawing/2014/main" id="{2DA7DFA0-B477-9AD3-6FC6-60BBE92FA495}"/>
              </a:ext>
            </a:extLst>
          </p:cNvPr>
          <p:cNvSpPr/>
          <p:nvPr/>
        </p:nvSpPr>
        <p:spPr>
          <a:xfrm>
            <a:off x="8965345" y="4730234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21" name="Google Shape;219;p33">
            <a:extLst>
              <a:ext uri="{FF2B5EF4-FFF2-40B4-BE49-F238E27FC236}">
                <a16:creationId xmlns:a16="http://schemas.microsoft.com/office/drawing/2014/main" id="{24AF2A3D-61D5-2E00-7F54-97EDD05667A4}"/>
              </a:ext>
            </a:extLst>
          </p:cNvPr>
          <p:cNvSpPr/>
          <p:nvPr/>
        </p:nvSpPr>
        <p:spPr>
          <a:xfrm>
            <a:off x="9682196" y="1845772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22" name="Google Shape;219;p33">
            <a:extLst>
              <a:ext uri="{FF2B5EF4-FFF2-40B4-BE49-F238E27FC236}">
                <a16:creationId xmlns:a16="http://schemas.microsoft.com/office/drawing/2014/main" id="{607CC3FD-CFD1-DFCB-18D9-852872D11586}"/>
              </a:ext>
            </a:extLst>
          </p:cNvPr>
          <p:cNvSpPr/>
          <p:nvPr/>
        </p:nvSpPr>
        <p:spPr>
          <a:xfrm>
            <a:off x="9679192" y="4480478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23" name="Google Shape;219;p33">
            <a:extLst>
              <a:ext uri="{FF2B5EF4-FFF2-40B4-BE49-F238E27FC236}">
                <a16:creationId xmlns:a16="http://schemas.microsoft.com/office/drawing/2014/main" id="{69F1F10A-0BE6-186D-9003-046D9B18C2FB}"/>
              </a:ext>
            </a:extLst>
          </p:cNvPr>
          <p:cNvSpPr/>
          <p:nvPr/>
        </p:nvSpPr>
        <p:spPr>
          <a:xfrm>
            <a:off x="9679192" y="4730234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24" name="Google Shape;219;p33">
            <a:extLst>
              <a:ext uri="{FF2B5EF4-FFF2-40B4-BE49-F238E27FC236}">
                <a16:creationId xmlns:a16="http://schemas.microsoft.com/office/drawing/2014/main" id="{2C5E1353-F39A-D9E4-F63F-058EDF2D161D}"/>
              </a:ext>
            </a:extLst>
          </p:cNvPr>
          <p:cNvSpPr/>
          <p:nvPr/>
        </p:nvSpPr>
        <p:spPr>
          <a:xfrm>
            <a:off x="10574707" y="5036295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52F0CC3D-EB03-B14C-954C-8FE81CD2235A}"/>
              </a:ext>
            </a:extLst>
          </p:cNvPr>
          <p:cNvGrpSpPr/>
          <p:nvPr/>
        </p:nvGrpSpPr>
        <p:grpSpPr>
          <a:xfrm>
            <a:off x="9180961" y="1949260"/>
            <a:ext cx="501236" cy="2884463"/>
            <a:chOff x="8430069" y="1754333"/>
            <a:chExt cx="283908" cy="2596017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D6B24548-3728-814C-35F0-6DCBBB8735B7}"/>
                </a:ext>
              </a:extLst>
            </p:cNvPr>
            <p:cNvCxnSpPr>
              <a:cxnSpLocks/>
              <a:endCxn id="121" idx="2"/>
            </p:cNvCxnSpPr>
            <p:nvPr/>
          </p:nvCxnSpPr>
          <p:spPr>
            <a:xfrm rot="16200000">
              <a:off x="7274015" y="2910388"/>
              <a:ext cx="2596016" cy="283908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0AD5E804-FB07-FB65-4A80-B0510DE70B94}"/>
                </a:ext>
              </a:extLst>
            </p:cNvPr>
            <p:cNvCxnSpPr>
              <a:cxnSpLocks/>
              <a:endCxn id="122" idx="2"/>
            </p:cNvCxnSpPr>
            <p:nvPr/>
          </p:nvCxnSpPr>
          <p:spPr>
            <a:xfrm rot="16200000">
              <a:off x="8458280" y="4097357"/>
              <a:ext cx="224781" cy="281204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F8940E3B-9837-8310-9A2B-5F6544526988}"/>
                </a:ext>
              </a:extLst>
            </p:cNvPr>
            <p:cNvCxnSpPr>
              <a:cxnSpLocks/>
              <a:endCxn id="123" idx="2"/>
            </p:cNvCxnSpPr>
            <p:nvPr/>
          </p:nvCxnSpPr>
          <p:spPr>
            <a:xfrm rot="16200000">
              <a:off x="8570671" y="4209748"/>
              <a:ext cx="0" cy="281204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7A008BAD-ED52-5992-F2BA-93CBD0AC6049}"/>
                </a:ext>
              </a:extLst>
            </p:cNvPr>
            <p:cNvCxnSpPr>
              <a:cxnSpLocks/>
              <a:endCxn id="121" idx="2"/>
            </p:cNvCxnSpPr>
            <p:nvPr/>
          </p:nvCxnSpPr>
          <p:spPr>
            <a:xfrm rot="16200000">
              <a:off x="8573375" y="1613732"/>
              <a:ext cx="0" cy="281204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9E00116-6CEE-9A52-345F-0236354ECE17}"/>
                </a:ext>
              </a:extLst>
            </p:cNvPr>
            <p:cNvCxnSpPr>
              <a:cxnSpLocks/>
              <a:endCxn id="122" idx="2"/>
            </p:cNvCxnSpPr>
            <p:nvPr/>
          </p:nvCxnSpPr>
          <p:spPr>
            <a:xfrm rot="16200000" flipH="1">
              <a:off x="7386405" y="2800701"/>
              <a:ext cx="2371235" cy="278500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0B869A50-D207-3439-28B5-0C70CF8C4685}"/>
                </a:ext>
              </a:extLst>
            </p:cNvPr>
            <p:cNvCxnSpPr>
              <a:cxnSpLocks/>
              <a:endCxn id="123" idx="2"/>
            </p:cNvCxnSpPr>
            <p:nvPr/>
          </p:nvCxnSpPr>
          <p:spPr>
            <a:xfrm rot="16200000" flipH="1">
              <a:off x="7274015" y="2913092"/>
              <a:ext cx="2596016" cy="278500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AD12CD57-6236-2254-5829-512802C40AFF}"/>
                </a:ext>
              </a:extLst>
            </p:cNvPr>
            <p:cNvCxnSpPr>
              <a:cxnSpLocks/>
              <a:endCxn id="121" idx="2"/>
            </p:cNvCxnSpPr>
            <p:nvPr/>
          </p:nvCxnSpPr>
          <p:spPr>
            <a:xfrm rot="16200000">
              <a:off x="7386405" y="2797997"/>
              <a:ext cx="2371235" cy="283908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F49A34D-7880-8729-9B27-5161D1D2F977}"/>
                </a:ext>
              </a:extLst>
            </p:cNvPr>
            <p:cNvCxnSpPr>
              <a:cxnSpLocks/>
              <a:endCxn id="122" idx="2"/>
            </p:cNvCxnSpPr>
            <p:nvPr/>
          </p:nvCxnSpPr>
          <p:spPr>
            <a:xfrm rot="16200000">
              <a:off x="8570671" y="3984967"/>
              <a:ext cx="0" cy="281204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C1F31E36-83C8-0067-1051-8F1877A6D279}"/>
                </a:ext>
              </a:extLst>
            </p:cNvPr>
            <p:cNvCxnSpPr>
              <a:cxnSpLocks/>
              <a:endCxn id="123" idx="2"/>
            </p:cNvCxnSpPr>
            <p:nvPr/>
          </p:nvCxnSpPr>
          <p:spPr>
            <a:xfrm rot="16200000" flipH="1">
              <a:off x="8458280" y="4097357"/>
              <a:ext cx="224781" cy="281204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</p:grpSp>
      <p:sp>
        <p:nvSpPr>
          <p:cNvPr id="135" name="Google Shape;219;p33">
            <a:extLst>
              <a:ext uri="{FF2B5EF4-FFF2-40B4-BE49-F238E27FC236}">
                <a16:creationId xmlns:a16="http://schemas.microsoft.com/office/drawing/2014/main" id="{95A3B6CC-89AF-4099-D0DC-68A936910DC2}"/>
              </a:ext>
            </a:extLst>
          </p:cNvPr>
          <p:cNvSpPr/>
          <p:nvPr/>
        </p:nvSpPr>
        <p:spPr>
          <a:xfrm>
            <a:off x="10571751" y="4638281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36" name="Google Shape;219;p33">
            <a:extLst>
              <a:ext uri="{FF2B5EF4-FFF2-40B4-BE49-F238E27FC236}">
                <a16:creationId xmlns:a16="http://schemas.microsoft.com/office/drawing/2014/main" id="{2584F6DD-3FB8-9238-82D7-A6EC3D8B655F}"/>
              </a:ext>
            </a:extLst>
          </p:cNvPr>
          <p:cNvSpPr/>
          <p:nvPr/>
        </p:nvSpPr>
        <p:spPr>
          <a:xfrm>
            <a:off x="10574707" y="4238794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37" name="Google Shape;219;p33">
            <a:extLst>
              <a:ext uri="{FF2B5EF4-FFF2-40B4-BE49-F238E27FC236}">
                <a16:creationId xmlns:a16="http://schemas.microsoft.com/office/drawing/2014/main" id="{9EC0C61F-6ECA-0746-9460-335CEF639EAA}"/>
              </a:ext>
            </a:extLst>
          </p:cNvPr>
          <p:cNvSpPr/>
          <p:nvPr/>
        </p:nvSpPr>
        <p:spPr>
          <a:xfrm>
            <a:off x="10571751" y="3840780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38" name="Google Shape;219;p33">
            <a:extLst>
              <a:ext uri="{FF2B5EF4-FFF2-40B4-BE49-F238E27FC236}">
                <a16:creationId xmlns:a16="http://schemas.microsoft.com/office/drawing/2014/main" id="{3C0B9012-AEE9-1AA7-52CD-63D8488EAA5E}"/>
              </a:ext>
            </a:extLst>
          </p:cNvPr>
          <p:cNvSpPr/>
          <p:nvPr/>
        </p:nvSpPr>
        <p:spPr>
          <a:xfrm>
            <a:off x="10574707" y="3424713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39" name="Google Shape;219;p33">
            <a:extLst>
              <a:ext uri="{FF2B5EF4-FFF2-40B4-BE49-F238E27FC236}">
                <a16:creationId xmlns:a16="http://schemas.microsoft.com/office/drawing/2014/main" id="{96B9193C-E6A5-45D1-E473-7EDD91AD518F}"/>
              </a:ext>
            </a:extLst>
          </p:cNvPr>
          <p:cNvSpPr/>
          <p:nvPr/>
        </p:nvSpPr>
        <p:spPr>
          <a:xfrm>
            <a:off x="10571751" y="3026699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40" name="Google Shape;219;p33">
            <a:extLst>
              <a:ext uri="{FF2B5EF4-FFF2-40B4-BE49-F238E27FC236}">
                <a16:creationId xmlns:a16="http://schemas.microsoft.com/office/drawing/2014/main" id="{C758EA54-8ABF-D88B-54E5-25A8FEB3C631}"/>
              </a:ext>
            </a:extLst>
          </p:cNvPr>
          <p:cNvSpPr/>
          <p:nvPr/>
        </p:nvSpPr>
        <p:spPr>
          <a:xfrm>
            <a:off x="10580144" y="2629331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41" name="Google Shape;219;p33">
            <a:extLst>
              <a:ext uri="{FF2B5EF4-FFF2-40B4-BE49-F238E27FC236}">
                <a16:creationId xmlns:a16="http://schemas.microsoft.com/office/drawing/2014/main" id="{24E7CC63-F38E-E598-3B36-24CCC69EF731}"/>
              </a:ext>
            </a:extLst>
          </p:cNvPr>
          <p:cNvSpPr/>
          <p:nvPr/>
        </p:nvSpPr>
        <p:spPr>
          <a:xfrm>
            <a:off x="10577188" y="2231315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42" name="Google Shape;219;p33">
            <a:extLst>
              <a:ext uri="{FF2B5EF4-FFF2-40B4-BE49-F238E27FC236}">
                <a16:creationId xmlns:a16="http://schemas.microsoft.com/office/drawing/2014/main" id="{C9F4082E-D61F-952B-4FDE-D8DBA65DBBB8}"/>
              </a:ext>
            </a:extLst>
          </p:cNvPr>
          <p:cNvSpPr/>
          <p:nvPr/>
        </p:nvSpPr>
        <p:spPr>
          <a:xfrm>
            <a:off x="10574707" y="1833948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43" name="Google Shape;219;p33">
            <a:extLst>
              <a:ext uri="{FF2B5EF4-FFF2-40B4-BE49-F238E27FC236}">
                <a16:creationId xmlns:a16="http://schemas.microsoft.com/office/drawing/2014/main" id="{FE731AF5-B757-B3D9-3E90-E7002D771B35}"/>
              </a:ext>
            </a:extLst>
          </p:cNvPr>
          <p:cNvSpPr/>
          <p:nvPr/>
        </p:nvSpPr>
        <p:spPr>
          <a:xfrm>
            <a:off x="10571751" y="1435933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sz="20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810A99EF-8B57-82CE-FE95-639124D6CFFB}"/>
              </a:ext>
            </a:extLst>
          </p:cNvPr>
          <p:cNvGrpSpPr/>
          <p:nvPr/>
        </p:nvGrpSpPr>
        <p:grpSpPr>
          <a:xfrm>
            <a:off x="9887054" y="1539421"/>
            <a:ext cx="693089" cy="3600363"/>
            <a:chOff x="9127523" y="1385478"/>
            <a:chExt cx="394606" cy="3240327"/>
          </a:xfrm>
        </p:grpSpPr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900A271D-FFC2-B0B8-EED6-1CF0339DAE57}"/>
                </a:ext>
              </a:extLst>
            </p:cNvPr>
            <p:cNvCxnSpPr>
              <a:cxnSpLocks/>
              <a:endCxn id="124" idx="2"/>
            </p:cNvCxnSpPr>
            <p:nvPr/>
          </p:nvCxnSpPr>
          <p:spPr>
            <a:xfrm rot="16200000" flipH="1">
              <a:off x="7893772" y="3002340"/>
              <a:ext cx="2859920" cy="387009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62B6CE90-6162-5E0D-AC57-4A21EFE0CCE5}"/>
                </a:ext>
              </a:extLst>
            </p:cNvPr>
            <p:cNvCxnSpPr>
              <a:cxnSpLocks/>
              <a:endCxn id="124" idx="2"/>
            </p:cNvCxnSpPr>
            <p:nvPr/>
          </p:nvCxnSpPr>
          <p:spPr>
            <a:xfrm rot="16200000" flipH="1">
              <a:off x="9078037" y="4186606"/>
              <a:ext cx="488685" cy="38971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3D1E5DA3-01BD-8F30-8B27-525C2D815907}"/>
                </a:ext>
              </a:extLst>
            </p:cNvPr>
            <p:cNvCxnSpPr>
              <a:cxnSpLocks/>
              <a:endCxn id="124" idx="2"/>
            </p:cNvCxnSpPr>
            <p:nvPr/>
          </p:nvCxnSpPr>
          <p:spPr>
            <a:xfrm rot="16200000" flipH="1">
              <a:off x="9190428" y="4298996"/>
              <a:ext cx="263904" cy="38971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F57D2E0B-690F-D15A-9EA9-4C205D4D893C}"/>
                </a:ext>
              </a:extLst>
            </p:cNvPr>
            <p:cNvCxnSpPr>
              <a:cxnSpLocks/>
              <a:endCxn id="135" idx="2"/>
            </p:cNvCxnSpPr>
            <p:nvPr/>
          </p:nvCxnSpPr>
          <p:spPr>
            <a:xfrm rot="16200000">
              <a:off x="9273895" y="4121219"/>
              <a:ext cx="94309" cy="38705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7EBADF7D-8E6C-C1FA-ECC2-340DD0B129B0}"/>
                </a:ext>
              </a:extLst>
            </p:cNvPr>
            <p:cNvCxnSpPr>
              <a:cxnSpLocks/>
              <a:endCxn id="135" idx="2"/>
            </p:cNvCxnSpPr>
            <p:nvPr/>
          </p:nvCxnSpPr>
          <p:spPr>
            <a:xfrm rot="16200000" flipH="1">
              <a:off x="9255814" y="4008829"/>
              <a:ext cx="130472" cy="38705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BDD4C95F-CF6F-1427-E06D-5CB157CB80B2}"/>
                </a:ext>
              </a:extLst>
            </p:cNvPr>
            <p:cNvCxnSpPr>
              <a:cxnSpLocks/>
              <a:endCxn id="135" idx="2"/>
            </p:cNvCxnSpPr>
            <p:nvPr/>
          </p:nvCxnSpPr>
          <p:spPr>
            <a:xfrm rot="16200000" flipH="1">
              <a:off x="8071549" y="2824563"/>
              <a:ext cx="2501706" cy="384349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594A9540-2F75-6AB6-F895-BE1395AB81F4}"/>
                </a:ext>
              </a:extLst>
            </p:cNvPr>
            <p:cNvCxnSpPr>
              <a:cxnSpLocks/>
              <a:endCxn id="136" idx="2"/>
            </p:cNvCxnSpPr>
            <p:nvPr/>
          </p:nvCxnSpPr>
          <p:spPr>
            <a:xfrm rot="16200000">
              <a:off x="9207847" y="3827730"/>
              <a:ext cx="229066" cy="38971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2FDC1DF9-1144-F412-4E89-FCF63AD9F658}"/>
                </a:ext>
              </a:extLst>
            </p:cNvPr>
            <p:cNvCxnSpPr>
              <a:cxnSpLocks/>
              <a:endCxn id="136" idx="2"/>
            </p:cNvCxnSpPr>
            <p:nvPr/>
          </p:nvCxnSpPr>
          <p:spPr>
            <a:xfrm rot="16200000">
              <a:off x="9095456" y="3940121"/>
              <a:ext cx="453847" cy="38971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20D5029E-0DAD-7FF6-E6D8-4C8EEEB9089A}"/>
                </a:ext>
              </a:extLst>
            </p:cNvPr>
            <p:cNvCxnSpPr>
              <a:cxnSpLocks/>
              <a:endCxn id="136" idx="2"/>
            </p:cNvCxnSpPr>
            <p:nvPr/>
          </p:nvCxnSpPr>
          <p:spPr>
            <a:xfrm rot="16200000" flipH="1">
              <a:off x="8252647" y="2643465"/>
              <a:ext cx="2142169" cy="387009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0FE01369-0903-BD29-9673-A5B70E331826}"/>
                </a:ext>
              </a:extLst>
            </p:cNvPr>
            <p:cNvCxnSpPr>
              <a:cxnSpLocks/>
              <a:endCxn id="137" idx="2"/>
            </p:cNvCxnSpPr>
            <p:nvPr/>
          </p:nvCxnSpPr>
          <p:spPr>
            <a:xfrm rot="16200000">
              <a:off x="8915020" y="3762344"/>
              <a:ext cx="812060" cy="38705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AD47B51D-970E-7B8E-A15E-E699DF15787E}"/>
                </a:ext>
              </a:extLst>
            </p:cNvPr>
            <p:cNvCxnSpPr>
              <a:cxnSpLocks/>
              <a:endCxn id="137" idx="2"/>
            </p:cNvCxnSpPr>
            <p:nvPr/>
          </p:nvCxnSpPr>
          <p:spPr>
            <a:xfrm rot="16200000">
              <a:off x="9027410" y="3649953"/>
              <a:ext cx="587279" cy="38705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A5FE933E-6C6F-F7AF-3295-9596BBF26CF4}"/>
                </a:ext>
              </a:extLst>
            </p:cNvPr>
            <p:cNvCxnSpPr>
              <a:cxnSpLocks/>
              <a:endCxn id="137" idx="2"/>
            </p:cNvCxnSpPr>
            <p:nvPr/>
          </p:nvCxnSpPr>
          <p:spPr>
            <a:xfrm rot="16200000" flipH="1">
              <a:off x="8430424" y="2465688"/>
              <a:ext cx="1783955" cy="384349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8EC1AFC4-E93E-17D2-F622-14730CF3CD7D}"/>
                </a:ext>
              </a:extLst>
            </p:cNvPr>
            <p:cNvCxnSpPr>
              <a:cxnSpLocks/>
              <a:endCxn id="138" idx="2"/>
            </p:cNvCxnSpPr>
            <p:nvPr/>
          </p:nvCxnSpPr>
          <p:spPr>
            <a:xfrm rot="16200000">
              <a:off x="8729120" y="3573784"/>
              <a:ext cx="1186519" cy="38971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5DA8482D-24D9-D180-31A8-21B08541FDF7}"/>
                </a:ext>
              </a:extLst>
            </p:cNvPr>
            <p:cNvCxnSpPr>
              <a:cxnSpLocks/>
              <a:endCxn id="138" idx="2"/>
            </p:cNvCxnSpPr>
            <p:nvPr/>
          </p:nvCxnSpPr>
          <p:spPr>
            <a:xfrm rot="16200000">
              <a:off x="8841510" y="3461394"/>
              <a:ext cx="961739" cy="38971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EDE5D568-8946-8B89-051D-52CC176821FA}"/>
                </a:ext>
              </a:extLst>
            </p:cNvPr>
            <p:cNvCxnSpPr>
              <a:cxnSpLocks/>
              <a:endCxn id="138" idx="2"/>
            </p:cNvCxnSpPr>
            <p:nvPr/>
          </p:nvCxnSpPr>
          <p:spPr>
            <a:xfrm rot="16200000" flipH="1">
              <a:off x="8618984" y="2277129"/>
              <a:ext cx="1409496" cy="387009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EB0A8055-7E5F-FBE7-862F-64650545D87C}"/>
                </a:ext>
              </a:extLst>
            </p:cNvPr>
            <p:cNvCxnSpPr>
              <a:cxnSpLocks/>
              <a:endCxn id="139" idx="2"/>
            </p:cNvCxnSpPr>
            <p:nvPr/>
          </p:nvCxnSpPr>
          <p:spPr>
            <a:xfrm rot="16200000">
              <a:off x="8661074" y="3283617"/>
              <a:ext cx="1319952" cy="38705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DDEE6097-D995-F543-3013-984DF9E4FB07}"/>
                </a:ext>
              </a:extLst>
            </p:cNvPr>
            <p:cNvCxnSpPr>
              <a:cxnSpLocks/>
              <a:endCxn id="139" idx="2"/>
            </p:cNvCxnSpPr>
            <p:nvPr/>
          </p:nvCxnSpPr>
          <p:spPr>
            <a:xfrm rot="16200000">
              <a:off x="8548684" y="3396007"/>
              <a:ext cx="1544733" cy="38705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4519DDF4-8FC6-FAE6-FAED-EA837997B022}"/>
                </a:ext>
              </a:extLst>
            </p:cNvPr>
            <p:cNvCxnSpPr>
              <a:cxnSpLocks/>
              <a:endCxn id="139" idx="2"/>
            </p:cNvCxnSpPr>
            <p:nvPr/>
          </p:nvCxnSpPr>
          <p:spPr>
            <a:xfrm rot="16200000" flipH="1">
              <a:off x="8796760" y="2099352"/>
              <a:ext cx="1051283" cy="384349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18CAB033-83B6-21B7-63A3-1253055C3965}"/>
                </a:ext>
              </a:extLst>
            </p:cNvPr>
            <p:cNvCxnSpPr>
              <a:cxnSpLocks/>
              <a:endCxn id="140" idx="2"/>
            </p:cNvCxnSpPr>
            <p:nvPr/>
          </p:nvCxnSpPr>
          <p:spPr>
            <a:xfrm rot="16200000">
              <a:off x="8373644" y="3213416"/>
              <a:ext cx="1902364" cy="394605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BA2288AF-B251-ABCF-F9FA-F38E3583C525}"/>
                </a:ext>
              </a:extLst>
            </p:cNvPr>
            <p:cNvCxnSpPr>
              <a:cxnSpLocks/>
              <a:endCxn id="140" idx="2"/>
            </p:cNvCxnSpPr>
            <p:nvPr/>
          </p:nvCxnSpPr>
          <p:spPr>
            <a:xfrm rot="16200000">
              <a:off x="8486034" y="3101025"/>
              <a:ext cx="1677583" cy="394605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99A726F8-A612-3639-1044-DF37C5285C78}"/>
                </a:ext>
              </a:extLst>
            </p:cNvPr>
            <p:cNvCxnSpPr>
              <a:cxnSpLocks/>
              <a:endCxn id="140" idx="2"/>
            </p:cNvCxnSpPr>
            <p:nvPr/>
          </p:nvCxnSpPr>
          <p:spPr>
            <a:xfrm rot="16200000" flipH="1">
              <a:off x="8979352" y="1916760"/>
              <a:ext cx="693651" cy="391902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EFB2161-0659-F31A-A928-BB099A9833F3}"/>
                </a:ext>
              </a:extLst>
            </p:cNvPr>
            <p:cNvCxnSpPr>
              <a:cxnSpLocks/>
              <a:endCxn id="141" idx="2"/>
            </p:cNvCxnSpPr>
            <p:nvPr/>
          </p:nvCxnSpPr>
          <p:spPr>
            <a:xfrm rot="16200000">
              <a:off x="8193208" y="3035639"/>
              <a:ext cx="2260577" cy="391946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53FF3C83-133D-2D21-3FD5-58DAB06355B8}"/>
                </a:ext>
              </a:extLst>
            </p:cNvPr>
            <p:cNvCxnSpPr>
              <a:cxnSpLocks/>
              <a:endCxn id="141" idx="2"/>
            </p:cNvCxnSpPr>
            <p:nvPr/>
          </p:nvCxnSpPr>
          <p:spPr>
            <a:xfrm rot="16200000">
              <a:off x="8305598" y="2923248"/>
              <a:ext cx="2035797" cy="391946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E1CE592A-04A7-268D-B404-B9CB75C4061D}"/>
                </a:ext>
              </a:extLst>
            </p:cNvPr>
            <p:cNvCxnSpPr>
              <a:cxnSpLocks/>
              <a:endCxn id="141" idx="2"/>
            </p:cNvCxnSpPr>
            <p:nvPr/>
          </p:nvCxnSpPr>
          <p:spPr>
            <a:xfrm rot="16200000" flipH="1">
              <a:off x="9157129" y="1738983"/>
              <a:ext cx="335438" cy="389242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727A15FE-ABC0-A3B1-E167-106F3434399D}"/>
                </a:ext>
              </a:extLst>
            </p:cNvPr>
            <p:cNvCxnSpPr>
              <a:cxnSpLocks/>
              <a:endCxn id="142" idx="2"/>
            </p:cNvCxnSpPr>
            <p:nvPr/>
          </p:nvCxnSpPr>
          <p:spPr>
            <a:xfrm rot="16200000">
              <a:off x="8013275" y="2857940"/>
              <a:ext cx="2618209" cy="38971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C5C9D412-7547-C22D-8527-CE6FD41CFC0B}"/>
                </a:ext>
              </a:extLst>
            </p:cNvPr>
            <p:cNvCxnSpPr>
              <a:cxnSpLocks/>
              <a:endCxn id="142" idx="2"/>
            </p:cNvCxnSpPr>
            <p:nvPr/>
          </p:nvCxnSpPr>
          <p:spPr>
            <a:xfrm rot="16200000">
              <a:off x="8125666" y="2745549"/>
              <a:ext cx="2393428" cy="38971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97A692AA-7516-CCE1-F9B9-AF880D2561D1}"/>
                </a:ext>
              </a:extLst>
            </p:cNvPr>
            <p:cNvCxnSpPr>
              <a:cxnSpLocks/>
              <a:endCxn id="142" idx="2"/>
            </p:cNvCxnSpPr>
            <p:nvPr/>
          </p:nvCxnSpPr>
          <p:spPr>
            <a:xfrm rot="16200000">
              <a:off x="9312635" y="1561284"/>
              <a:ext cx="22193" cy="387009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1F340914-DD7A-C4E6-332F-C93882B15E13}"/>
                </a:ext>
              </a:extLst>
            </p:cNvPr>
            <p:cNvCxnSpPr>
              <a:cxnSpLocks/>
              <a:endCxn id="143" idx="2"/>
            </p:cNvCxnSpPr>
            <p:nvPr/>
          </p:nvCxnSpPr>
          <p:spPr>
            <a:xfrm rot="16200000">
              <a:off x="7832839" y="2680163"/>
              <a:ext cx="2976422" cy="38705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2D556FA9-17AE-D437-D1C6-D07EFE3623FC}"/>
                </a:ext>
              </a:extLst>
            </p:cNvPr>
            <p:cNvCxnSpPr>
              <a:cxnSpLocks/>
              <a:endCxn id="143" idx="2"/>
            </p:cNvCxnSpPr>
            <p:nvPr/>
          </p:nvCxnSpPr>
          <p:spPr>
            <a:xfrm rot="16200000">
              <a:off x="7945229" y="2567772"/>
              <a:ext cx="2751641" cy="38705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F0BCE55-0B49-03A7-ADE4-72D73D43D55F}"/>
                </a:ext>
              </a:extLst>
            </p:cNvPr>
            <p:cNvCxnSpPr>
              <a:cxnSpLocks/>
              <a:endCxn id="143" idx="2"/>
            </p:cNvCxnSpPr>
            <p:nvPr/>
          </p:nvCxnSpPr>
          <p:spPr>
            <a:xfrm rot="16200000">
              <a:off x="9132199" y="1383507"/>
              <a:ext cx="380407" cy="384349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</p:grp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D055FE50-1229-DD66-71E5-C6E2B329F1CA}"/>
              </a:ext>
            </a:extLst>
          </p:cNvPr>
          <p:cNvCxnSpPr>
            <a:cxnSpLocks/>
            <a:endCxn id="120" idx="2"/>
          </p:cNvCxnSpPr>
          <p:nvPr/>
        </p:nvCxnSpPr>
        <p:spPr>
          <a:xfrm rot="16200000" flipH="1">
            <a:off x="8093964" y="3962341"/>
            <a:ext cx="1214868" cy="527893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C6D692AB-3EE0-C849-9782-2D24C742A5C5}"/>
              </a:ext>
            </a:extLst>
          </p:cNvPr>
          <p:cNvCxnSpPr>
            <a:cxnSpLocks/>
            <a:endCxn id="119" idx="2"/>
          </p:cNvCxnSpPr>
          <p:nvPr/>
        </p:nvCxnSpPr>
        <p:spPr>
          <a:xfrm rot="16200000" flipH="1">
            <a:off x="8218842" y="3837462"/>
            <a:ext cx="965112" cy="527893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74994101-809F-287F-F4A1-F8DE90D6EA5F}"/>
              </a:ext>
            </a:extLst>
          </p:cNvPr>
          <p:cNvCxnSpPr>
            <a:cxnSpLocks/>
            <a:endCxn id="118" idx="2"/>
          </p:cNvCxnSpPr>
          <p:nvPr/>
        </p:nvCxnSpPr>
        <p:spPr>
          <a:xfrm rot="16200000">
            <a:off x="7868103" y="2518608"/>
            <a:ext cx="1669594" cy="53089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3DF8D7D4-1578-B863-B57D-A95B050DEBEA}"/>
              </a:ext>
            </a:extLst>
          </p:cNvPr>
          <p:cNvSpPr txBox="1"/>
          <p:nvPr/>
        </p:nvSpPr>
        <p:spPr>
          <a:xfrm rot="16200000">
            <a:off x="8539580" y="3094996"/>
            <a:ext cx="2438936" cy="3432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squar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…                 …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8A10FA20-83AF-9EF4-C5C3-0F9F1A8D67D9}"/>
              </a:ext>
            </a:extLst>
          </p:cNvPr>
          <p:cNvSpPr txBox="1"/>
          <p:nvPr/>
        </p:nvSpPr>
        <p:spPr>
          <a:xfrm rot="16200000">
            <a:off x="7807256" y="3094996"/>
            <a:ext cx="2438936" cy="3432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squar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…                 …</a:t>
            </a:r>
          </a:p>
        </p:txBody>
      </p: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1EB7371D-B39B-5DE1-0517-AF58FE808FF6}"/>
              </a:ext>
            </a:extLst>
          </p:cNvPr>
          <p:cNvCxnSpPr>
            <a:cxnSpLocks/>
            <a:endCxn id="120" idx="2"/>
          </p:cNvCxnSpPr>
          <p:nvPr/>
        </p:nvCxnSpPr>
        <p:spPr>
          <a:xfrm rot="16200000" flipH="1">
            <a:off x="7995830" y="3864206"/>
            <a:ext cx="1416241" cy="522791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775253FA-2123-5000-E88A-8CD2BA38D16F}"/>
              </a:ext>
            </a:extLst>
          </p:cNvPr>
          <p:cNvCxnSpPr>
            <a:cxnSpLocks/>
            <a:endCxn id="119" idx="2"/>
          </p:cNvCxnSpPr>
          <p:nvPr/>
        </p:nvCxnSpPr>
        <p:spPr>
          <a:xfrm rot="16200000" flipH="1">
            <a:off x="8117905" y="3736527"/>
            <a:ext cx="1172087" cy="522791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C73E1ED4-52C8-DA0E-8F30-AC60F909ECD5}"/>
              </a:ext>
            </a:extLst>
          </p:cNvPr>
          <p:cNvCxnSpPr>
            <a:cxnSpLocks/>
            <a:endCxn id="118" idx="2"/>
          </p:cNvCxnSpPr>
          <p:nvPr/>
        </p:nvCxnSpPr>
        <p:spPr>
          <a:xfrm rot="16200000">
            <a:off x="7971341" y="2420472"/>
            <a:ext cx="1468221" cy="525796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AE7F085A-BC1A-DC07-0638-66EA19DF61C7}"/>
              </a:ext>
            </a:extLst>
          </p:cNvPr>
          <p:cNvCxnSpPr>
            <a:cxnSpLocks/>
            <a:endCxn id="120" idx="2"/>
          </p:cNvCxnSpPr>
          <p:nvPr/>
        </p:nvCxnSpPr>
        <p:spPr>
          <a:xfrm rot="16200000" flipH="1">
            <a:off x="7752136" y="3620512"/>
            <a:ext cx="1903628" cy="522791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A9DF5DEA-13B5-4F3E-6A01-D831687F7A11}"/>
              </a:ext>
            </a:extLst>
          </p:cNvPr>
          <p:cNvCxnSpPr>
            <a:cxnSpLocks/>
            <a:endCxn id="119" idx="2"/>
          </p:cNvCxnSpPr>
          <p:nvPr/>
        </p:nvCxnSpPr>
        <p:spPr>
          <a:xfrm rot="16200000" flipH="1">
            <a:off x="7877013" y="3495633"/>
            <a:ext cx="1653871" cy="522791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A1C65F7F-87EF-2A52-C9B8-290F00E7D597}"/>
              </a:ext>
            </a:extLst>
          </p:cNvPr>
          <p:cNvCxnSpPr>
            <a:cxnSpLocks/>
            <a:endCxn id="118" idx="2"/>
          </p:cNvCxnSpPr>
          <p:nvPr/>
        </p:nvCxnSpPr>
        <p:spPr>
          <a:xfrm rot="16200000">
            <a:off x="8215034" y="2176779"/>
            <a:ext cx="980834" cy="525796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5B8FE03F-56F3-4E53-CF09-E2876EA85421}"/>
              </a:ext>
            </a:extLst>
          </p:cNvPr>
          <p:cNvSpPr txBox="1"/>
          <p:nvPr/>
        </p:nvSpPr>
        <p:spPr>
          <a:xfrm>
            <a:off x="9705472" y="5552905"/>
            <a:ext cx="1957588" cy="5925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(24)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Output Prediction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75B79738-6492-7BD9-0CFE-A8D25FBDEBFB}"/>
              </a:ext>
            </a:extLst>
          </p:cNvPr>
          <p:cNvSpPr txBox="1"/>
          <p:nvPr/>
        </p:nvSpPr>
        <p:spPr>
          <a:xfrm>
            <a:off x="8601432" y="4945525"/>
            <a:ext cx="825868" cy="5925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(512)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Dense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B86860AB-BBFF-1FE5-B95E-6127A4DD24B8}"/>
              </a:ext>
            </a:extLst>
          </p:cNvPr>
          <p:cNvSpPr txBox="1"/>
          <p:nvPr/>
        </p:nvSpPr>
        <p:spPr>
          <a:xfrm>
            <a:off x="9394415" y="4953672"/>
            <a:ext cx="825868" cy="5925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(512)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Dense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FF414504-60CA-28CA-744F-2D495B9AEAA4}"/>
              </a:ext>
            </a:extLst>
          </p:cNvPr>
          <p:cNvSpPr/>
          <p:nvPr/>
        </p:nvSpPr>
        <p:spPr>
          <a:xfrm>
            <a:off x="1061451" y="2672807"/>
            <a:ext cx="451421" cy="323490"/>
          </a:xfrm>
          <a:prstGeom prst="rect">
            <a:avLst/>
          </a:prstGeom>
          <a:noFill/>
          <a:ln w="25400" cap="flat" cmpd="sng" algn="ctr">
            <a:solidFill>
              <a:srgbClr val="9A4216"/>
            </a:solidFill>
            <a:prstDash val="solid"/>
          </a:ln>
          <a:effectLst/>
          <a:scene3d>
            <a:camera prst="isometricRightUp"/>
            <a:lightRig rig="threePt" dir="t"/>
          </a:scene3d>
        </p:spPr>
        <p:txBody>
          <a:bodyPr rtlCol="0" anchor="ctr"/>
          <a:lstStyle/>
          <a:p>
            <a:pPr marL="0" marR="0" lvl="0" indent="0" algn="ctr" defTabSz="507995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ED7EB0FA-E8AB-835F-2770-ADC931AE7846}"/>
              </a:ext>
            </a:extLst>
          </p:cNvPr>
          <p:cNvCxnSpPr/>
          <p:nvPr/>
        </p:nvCxnSpPr>
        <p:spPr>
          <a:xfrm flipV="1">
            <a:off x="1287160" y="2439676"/>
            <a:ext cx="1804758" cy="383796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191" name="Picture 190">
            <a:extLst>
              <a:ext uri="{FF2B5EF4-FFF2-40B4-BE49-F238E27FC236}">
                <a16:creationId xmlns:a16="http://schemas.microsoft.com/office/drawing/2014/main" id="{9A97E075-F71B-D117-2817-E7941B78E1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018" t="46330" r="44192" b="39913"/>
          <a:stretch/>
        </p:blipFill>
        <p:spPr>
          <a:xfrm>
            <a:off x="2574479" y="1955060"/>
            <a:ext cx="949810" cy="943511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2D922600-257E-780E-4F72-D4AC78FE7501}"/>
              </a:ext>
            </a:extLst>
          </p:cNvPr>
          <p:cNvCxnSpPr>
            <a:cxnSpLocks/>
          </p:cNvCxnSpPr>
          <p:nvPr/>
        </p:nvCxnSpPr>
        <p:spPr>
          <a:xfrm>
            <a:off x="1298743" y="2827711"/>
            <a:ext cx="1769962" cy="754489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193" name="Picture 192">
            <a:extLst>
              <a:ext uri="{FF2B5EF4-FFF2-40B4-BE49-F238E27FC236}">
                <a16:creationId xmlns:a16="http://schemas.microsoft.com/office/drawing/2014/main" id="{1AA02043-2306-8A96-A5FA-078E8079B6A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839" t="46366" r="58553" b="39877"/>
          <a:stretch/>
        </p:blipFill>
        <p:spPr>
          <a:xfrm>
            <a:off x="2628156" y="3046478"/>
            <a:ext cx="927526" cy="943511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7141B773-760A-8170-C963-4D968900C08E}"/>
              </a:ext>
            </a:extLst>
          </p:cNvPr>
          <p:cNvCxnSpPr>
            <a:cxnSpLocks/>
          </p:cNvCxnSpPr>
          <p:nvPr/>
        </p:nvCxnSpPr>
        <p:spPr>
          <a:xfrm>
            <a:off x="3068534" y="2428086"/>
            <a:ext cx="1242384" cy="460466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195" name="Picture 194">
            <a:extLst>
              <a:ext uri="{FF2B5EF4-FFF2-40B4-BE49-F238E27FC236}">
                <a16:creationId xmlns:a16="http://schemas.microsoft.com/office/drawing/2014/main" id="{28496F3C-ED1D-9199-381D-C31CE19ABF7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328" t="39232" r="58064" b="47010"/>
          <a:stretch/>
        </p:blipFill>
        <p:spPr>
          <a:xfrm>
            <a:off x="3385298" y="2002356"/>
            <a:ext cx="1510948" cy="1536989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sp>
        <p:nvSpPr>
          <p:cNvPr id="196" name="Rectangle 195">
            <a:extLst>
              <a:ext uri="{FF2B5EF4-FFF2-40B4-BE49-F238E27FC236}">
                <a16:creationId xmlns:a16="http://schemas.microsoft.com/office/drawing/2014/main" id="{FF637F99-3C73-A43C-E0E4-9C5A568F56E8}"/>
              </a:ext>
            </a:extLst>
          </p:cNvPr>
          <p:cNvSpPr/>
          <p:nvPr/>
        </p:nvSpPr>
        <p:spPr>
          <a:xfrm>
            <a:off x="3648730" y="2401736"/>
            <a:ext cx="451421" cy="323490"/>
          </a:xfrm>
          <a:prstGeom prst="rect">
            <a:avLst/>
          </a:prstGeom>
          <a:noFill/>
          <a:ln w="25400" cap="flat" cmpd="sng" algn="ctr">
            <a:solidFill>
              <a:srgbClr val="9A4216"/>
            </a:solidFill>
            <a:prstDash val="solid"/>
          </a:ln>
          <a:effectLst/>
          <a:scene3d>
            <a:camera prst="isometricRightUp"/>
            <a:lightRig rig="threePt" dir="t"/>
          </a:scene3d>
        </p:spPr>
        <p:txBody>
          <a:bodyPr rtlCol="0" anchor="ctr"/>
          <a:lstStyle/>
          <a:p>
            <a:pPr marL="0" marR="0" lvl="0" indent="0" algn="ctr" defTabSz="507995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84F4B1F1-6A09-7973-35AE-C8AE347B23F0}"/>
              </a:ext>
            </a:extLst>
          </p:cNvPr>
          <p:cNvCxnSpPr>
            <a:cxnSpLocks/>
          </p:cNvCxnSpPr>
          <p:nvPr/>
        </p:nvCxnSpPr>
        <p:spPr>
          <a:xfrm flipV="1">
            <a:off x="3100770" y="3286020"/>
            <a:ext cx="700296" cy="231941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EAD1D514-8046-13CB-0A7E-8801149B2848}"/>
              </a:ext>
            </a:extLst>
          </p:cNvPr>
          <p:cNvGrpSpPr/>
          <p:nvPr/>
        </p:nvGrpSpPr>
        <p:grpSpPr>
          <a:xfrm>
            <a:off x="3570387" y="2336657"/>
            <a:ext cx="1510948" cy="1532962"/>
            <a:chOff x="3213348" y="2102991"/>
            <a:chExt cx="1359853" cy="1379666"/>
          </a:xfrm>
        </p:grpSpPr>
        <p:pic>
          <p:nvPicPr>
            <p:cNvPr id="199" name="Picture 198">
              <a:extLst>
                <a:ext uri="{FF2B5EF4-FFF2-40B4-BE49-F238E27FC236}">
                  <a16:creationId xmlns:a16="http://schemas.microsoft.com/office/drawing/2014/main" id="{74F60C4E-4C8F-64CD-E801-0CF4BB081E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48611" t="39389" r="43867" b="47044"/>
            <a:stretch/>
          </p:blipFill>
          <p:spPr>
            <a:xfrm>
              <a:off x="3213348" y="2102991"/>
              <a:ext cx="1359853" cy="1379666"/>
            </a:xfrm>
            <a:prstGeom prst="rect">
              <a:avLst/>
            </a:prstGeom>
            <a:scene3d>
              <a:camera prst="isometricRightUp"/>
              <a:lightRig rig="threePt" dir="t"/>
            </a:scene3d>
          </p:spPr>
        </p:pic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212E2673-14B9-134E-7645-71BB26A59E47}"/>
                </a:ext>
              </a:extLst>
            </p:cNvPr>
            <p:cNvSpPr/>
            <p:nvPr/>
          </p:nvSpPr>
          <p:spPr>
            <a:xfrm>
              <a:off x="3473547" y="2448480"/>
              <a:ext cx="406279" cy="291141"/>
            </a:xfrm>
            <a:prstGeom prst="rect">
              <a:avLst/>
            </a:prstGeom>
            <a:noFill/>
            <a:ln w="25400" cap="flat" cmpd="sng" algn="ctr">
              <a:solidFill>
                <a:srgbClr val="9A4216"/>
              </a:solidFill>
              <a:prstDash val="solid"/>
            </a:ln>
            <a:effectLst/>
            <a:scene3d>
              <a:camera prst="isometricRightUp"/>
              <a:lightRig rig="threePt" dir="t"/>
            </a:scene3d>
          </p:spPr>
          <p:txBody>
            <a:bodyPr rtlCol="0" anchor="ctr"/>
            <a:lstStyle/>
            <a:p>
              <a:pPr marL="0" marR="0" lvl="0" indent="0" algn="ctr" defTabSz="507995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E368DDF6-04D2-1A58-E9D9-B620BA093BD4}"/>
              </a:ext>
            </a:extLst>
          </p:cNvPr>
          <p:cNvCxnSpPr>
            <a:cxnSpLocks/>
          </p:cNvCxnSpPr>
          <p:nvPr/>
        </p:nvCxnSpPr>
        <p:spPr>
          <a:xfrm flipV="1">
            <a:off x="3861724" y="2201356"/>
            <a:ext cx="1690401" cy="374582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202" name="Picture 201">
            <a:extLst>
              <a:ext uri="{FF2B5EF4-FFF2-40B4-BE49-F238E27FC236}">
                <a16:creationId xmlns:a16="http://schemas.microsoft.com/office/drawing/2014/main" id="{E4AF119C-4E5C-83FB-8361-D07CB7DFDD5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839" t="48989" r="58501" b="37066"/>
          <a:stretch/>
        </p:blipFill>
        <p:spPr>
          <a:xfrm>
            <a:off x="5045286" y="1775863"/>
            <a:ext cx="933786" cy="956300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9EB84502-4A63-427B-B40D-C162EB394686}"/>
              </a:ext>
            </a:extLst>
          </p:cNvPr>
          <p:cNvCxnSpPr>
            <a:cxnSpLocks/>
          </p:cNvCxnSpPr>
          <p:nvPr/>
        </p:nvCxnSpPr>
        <p:spPr>
          <a:xfrm>
            <a:off x="3868279" y="2563480"/>
            <a:ext cx="1683846" cy="770297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204" name="Picture 203">
            <a:extLst>
              <a:ext uri="{FF2B5EF4-FFF2-40B4-BE49-F238E27FC236}">
                <a16:creationId xmlns:a16="http://schemas.microsoft.com/office/drawing/2014/main" id="{F0801ADE-8E31-A184-52E7-E80E78A7BFE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8095" t="65776" r="44259" b="20771"/>
          <a:stretch/>
        </p:blipFill>
        <p:spPr>
          <a:xfrm>
            <a:off x="5022362" y="2970307"/>
            <a:ext cx="932119" cy="922571"/>
          </a:xfrm>
          <a:prstGeom prst="rect">
            <a:avLst/>
          </a:prstGeom>
          <a:ln w="3175">
            <a:solidFill>
              <a:srgbClr val="B3B3B3">
                <a:alpha val="56078"/>
              </a:srgbClr>
            </a:solidFill>
          </a:ln>
          <a:scene3d>
            <a:camera prst="isometricRightUp"/>
            <a:lightRig rig="threePt" dir="t"/>
          </a:scene3d>
        </p:spPr>
      </p:pic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36F956F0-FCA8-BF0A-E0F5-A7CA66B0AE38}"/>
              </a:ext>
            </a:extLst>
          </p:cNvPr>
          <p:cNvCxnSpPr>
            <a:cxnSpLocks/>
          </p:cNvCxnSpPr>
          <p:nvPr/>
        </p:nvCxnSpPr>
        <p:spPr>
          <a:xfrm>
            <a:off x="4100150" y="2889217"/>
            <a:ext cx="1452480" cy="638984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206" name="Picture 205">
            <a:extLst>
              <a:ext uri="{FF2B5EF4-FFF2-40B4-BE49-F238E27FC236}">
                <a16:creationId xmlns:a16="http://schemas.microsoft.com/office/drawing/2014/main" id="{E3EE1484-15D1-E09E-21BE-330E5BD1302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8103" t="65700" r="44252" b="20664"/>
          <a:stretch/>
        </p:blipFill>
        <p:spPr>
          <a:xfrm>
            <a:off x="5113399" y="3050373"/>
            <a:ext cx="932119" cy="935171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24D37A89-BD8F-0305-B523-3B7F55938166}"/>
              </a:ext>
            </a:extLst>
          </p:cNvPr>
          <p:cNvCxnSpPr>
            <a:cxnSpLocks/>
          </p:cNvCxnSpPr>
          <p:nvPr/>
        </p:nvCxnSpPr>
        <p:spPr>
          <a:xfrm flipV="1">
            <a:off x="4085207" y="2351155"/>
            <a:ext cx="1541190" cy="538271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208" name="Picture 207">
            <a:extLst>
              <a:ext uri="{FF2B5EF4-FFF2-40B4-BE49-F238E27FC236}">
                <a16:creationId xmlns:a16="http://schemas.microsoft.com/office/drawing/2014/main" id="{B7DEFDF8-A230-3E45-13C7-861698B2ED3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8024" t="49170" r="44231" b="37094"/>
          <a:stretch/>
        </p:blipFill>
        <p:spPr>
          <a:xfrm>
            <a:off x="5141760" y="1874400"/>
            <a:ext cx="955864" cy="953509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0DD52A71-C54E-4261-295D-DFF9BE2395EF}"/>
              </a:ext>
            </a:extLst>
          </p:cNvPr>
          <p:cNvCxnSpPr>
            <a:cxnSpLocks/>
          </p:cNvCxnSpPr>
          <p:nvPr/>
        </p:nvCxnSpPr>
        <p:spPr>
          <a:xfrm>
            <a:off x="5640039" y="2360278"/>
            <a:ext cx="1242384" cy="460466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210" name="Picture 209">
            <a:extLst>
              <a:ext uri="{FF2B5EF4-FFF2-40B4-BE49-F238E27FC236}">
                <a16:creationId xmlns:a16="http://schemas.microsoft.com/office/drawing/2014/main" id="{8E2184BF-EE59-8729-16D3-8D9FC599B92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394" t="55920" r="58015" b="30443"/>
          <a:stretch/>
        </p:blipFill>
        <p:spPr>
          <a:xfrm>
            <a:off x="5998719" y="1948713"/>
            <a:ext cx="1517119" cy="1532961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866EF41F-5905-5A7D-A91D-BA8B818F5280}"/>
              </a:ext>
            </a:extLst>
          </p:cNvPr>
          <p:cNvCxnSpPr>
            <a:cxnSpLocks/>
          </p:cNvCxnSpPr>
          <p:nvPr/>
        </p:nvCxnSpPr>
        <p:spPr>
          <a:xfrm flipV="1">
            <a:off x="5598175" y="3266611"/>
            <a:ext cx="881274" cy="261591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212" name="Picture 211">
            <a:extLst>
              <a:ext uri="{FF2B5EF4-FFF2-40B4-BE49-F238E27FC236}">
                <a16:creationId xmlns:a16="http://schemas.microsoft.com/office/drawing/2014/main" id="{8EC32053-2C0C-A759-8ED4-A5F2B9412BC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680" t="55835" r="43764" b="30529"/>
          <a:stretch/>
        </p:blipFill>
        <p:spPr>
          <a:xfrm>
            <a:off x="6171391" y="2213128"/>
            <a:ext cx="1492031" cy="1514856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D190CD5B-11C9-510A-B6B6-89A82B871C50}"/>
              </a:ext>
            </a:extLst>
          </p:cNvPr>
          <p:cNvCxnSpPr>
            <a:cxnSpLocks/>
          </p:cNvCxnSpPr>
          <p:nvPr/>
        </p:nvCxnSpPr>
        <p:spPr>
          <a:xfrm flipV="1">
            <a:off x="7306539" y="1750758"/>
            <a:ext cx="700871" cy="44753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319501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BD916-BCFF-5C19-6D80-73CA7D793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dimensions </a:t>
            </a:r>
          </a:p>
        </p:txBody>
      </p:sp>
    </p:spTree>
    <p:extLst>
      <p:ext uri="{BB962C8B-B14F-4D97-AF65-F5344CB8AC3E}">
        <p14:creationId xmlns:p14="http://schemas.microsoft.com/office/powerpoint/2010/main" val="535474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4481B-A39E-CF50-C47B-C9E2A6DBE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Perception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2BA516-DAB8-54A9-8A46-91948C0A26E3}"/>
              </a:ext>
            </a:extLst>
          </p:cNvPr>
          <p:cNvSpPr/>
          <p:nvPr/>
        </p:nvSpPr>
        <p:spPr>
          <a:xfrm rot="16200000">
            <a:off x="1566235" y="2182501"/>
            <a:ext cx="1717262" cy="6565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79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Convolution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339185-AEE0-DED2-48B5-6C81B52CC731}"/>
              </a:ext>
            </a:extLst>
          </p:cNvPr>
          <p:cNvSpPr/>
          <p:nvPr/>
        </p:nvSpPr>
        <p:spPr>
          <a:xfrm rot="16200000">
            <a:off x="435054" y="2182501"/>
            <a:ext cx="1351093" cy="6565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79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Input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350942-6F06-1E5E-3DFC-4E49F058B523}"/>
              </a:ext>
            </a:extLst>
          </p:cNvPr>
          <p:cNvSpPr/>
          <p:nvPr/>
        </p:nvSpPr>
        <p:spPr>
          <a:xfrm rot="16200000">
            <a:off x="2880501" y="2182501"/>
            <a:ext cx="1717261" cy="6565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79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Convolution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CE0725-C8A1-1CB4-F9BB-2DE19AD766DF}"/>
              </a:ext>
            </a:extLst>
          </p:cNvPr>
          <p:cNvSpPr/>
          <p:nvPr/>
        </p:nvSpPr>
        <p:spPr>
          <a:xfrm rot="16200000">
            <a:off x="4194766" y="2182501"/>
            <a:ext cx="1717261" cy="6565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79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Convolution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7A166A-FED9-E8C7-E10A-579D9633B943}"/>
              </a:ext>
            </a:extLst>
          </p:cNvPr>
          <p:cNvSpPr/>
          <p:nvPr/>
        </p:nvSpPr>
        <p:spPr>
          <a:xfrm rot="16200000">
            <a:off x="5509032" y="2182501"/>
            <a:ext cx="1717261" cy="6565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79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Convolution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2F4E74-410D-0B1A-E8FF-AEEE063A6DC7}"/>
              </a:ext>
            </a:extLst>
          </p:cNvPr>
          <p:cNvSpPr/>
          <p:nvPr/>
        </p:nvSpPr>
        <p:spPr>
          <a:xfrm rot="16200000">
            <a:off x="7064776" y="2182501"/>
            <a:ext cx="1234304" cy="6565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79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Dense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9C7C46-3CFA-640A-C713-F992AF21B99C}"/>
              </a:ext>
            </a:extLst>
          </p:cNvPr>
          <p:cNvSpPr/>
          <p:nvPr/>
        </p:nvSpPr>
        <p:spPr>
          <a:xfrm rot="16200000">
            <a:off x="9776228" y="2112463"/>
            <a:ext cx="1066291" cy="65659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79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953EF4-B201-B471-C193-73ED4B0C86C8}"/>
              </a:ext>
            </a:extLst>
          </p:cNvPr>
          <p:cNvSpPr/>
          <p:nvPr/>
        </p:nvSpPr>
        <p:spPr>
          <a:xfrm rot="16200000">
            <a:off x="8548418" y="2182501"/>
            <a:ext cx="895550" cy="6565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79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Dense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B52C87-56D1-FBDB-1A9E-81F026FAB7D2}"/>
              </a:ext>
            </a:extLst>
          </p:cNvPr>
          <p:cNvSpPr/>
          <p:nvPr/>
        </p:nvSpPr>
        <p:spPr>
          <a:xfrm>
            <a:off x="3796323" y="3414648"/>
            <a:ext cx="1204639" cy="43912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79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Textures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245C29-706D-5629-A8CE-04168314D075}"/>
              </a:ext>
            </a:extLst>
          </p:cNvPr>
          <p:cNvSpPr/>
          <p:nvPr/>
        </p:nvSpPr>
        <p:spPr>
          <a:xfrm>
            <a:off x="2096571" y="3414648"/>
            <a:ext cx="1204639" cy="43912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79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Edges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012DDD-9156-BA1E-21CF-111B416ECD39}"/>
              </a:ext>
            </a:extLst>
          </p:cNvPr>
          <p:cNvSpPr/>
          <p:nvPr/>
        </p:nvSpPr>
        <p:spPr>
          <a:xfrm>
            <a:off x="5491318" y="3429000"/>
            <a:ext cx="1204639" cy="43912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79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Objects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4892ACE-44FD-7631-7024-48F7C2A8FD7E}"/>
              </a:ext>
            </a:extLst>
          </p:cNvPr>
          <p:cNvCxnSpPr>
            <a:cxnSpLocks/>
          </p:cNvCxnSpPr>
          <p:nvPr/>
        </p:nvCxnSpPr>
        <p:spPr>
          <a:xfrm>
            <a:off x="1438896" y="2440758"/>
            <a:ext cx="657674" cy="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C6DE66E-6A50-D8A1-1710-9EE7918F32A8}"/>
              </a:ext>
            </a:extLst>
          </p:cNvPr>
          <p:cNvCxnSpPr>
            <a:cxnSpLocks/>
          </p:cNvCxnSpPr>
          <p:nvPr/>
        </p:nvCxnSpPr>
        <p:spPr>
          <a:xfrm flipV="1">
            <a:off x="2753162" y="2510795"/>
            <a:ext cx="657674" cy="1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4B559A8-086B-6B3B-AF39-3AD18D1E56F6}"/>
              </a:ext>
            </a:extLst>
          </p:cNvPr>
          <p:cNvCxnSpPr>
            <a:cxnSpLocks/>
          </p:cNvCxnSpPr>
          <p:nvPr/>
        </p:nvCxnSpPr>
        <p:spPr>
          <a:xfrm>
            <a:off x="4067425" y="2510794"/>
            <a:ext cx="657676" cy="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A0D1B4D-74D3-ACCE-69E9-AF81CC16133B}"/>
              </a:ext>
            </a:extLst>
          </p:cNvPr>
          <p:cNvCxnSpPr>
            <a:cxnSpLocks/>
          </p:cNvCxnSpPr>
          <p:nvPr/>
        </p:nvCxnSpPr>
        <p:spPr>
          <a:xfrm>
            <a:off x="5381691" y="2510794"/>
            <a:ext cx="657676" cy="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4D8188F-94B8-D0A1-39CE-A1B8A2832277}"/>
              </a:ext>
            </a:extLst>
          </p:cNvPr>
          <p:cNvCxnSpPr>
            <a:cxnSpLocks/>
          </p:cNvCxnSpPr>
          <p:nvPr/>
        </p:nvCxnSpPr>
        <p:spPr>
          <a:xfrm>
            <a:off x="6695957" y="2418420"/>
            <a:ext cx="657677" cy="1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2BFA4A8-BA91-9AE3-0549-73235FF1DC6A}"/>
              </a:ext>
            </a:extLst>
          </p:cNvPr>
          <p:cNvCxnSpPr>
            <a:cxnSpLocks/>
          </p:cNvCxnSpPr>
          <p:nvPr/>
        </p:nvCxnSpPr>
        <p:spPr>
          <a:xfrm flipV="1">
            <a:off x="8010224" y="2446003"/>
            <a:ext cx="657674" cy="1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A90A521-A7DB-87E8-116D-9E73C6B3EC77}"/>
              </a:ext>
            </a:extLst>
          </p:cNvPr>
          <p:cNvCxnSpPr>
            <a:cxnSpLocks/>
          </p:cNvCxnSpPr>
          <p:nvPr/>
        </p:nvCxnSpPr>
        <p:spPr>
          <a:xfrm>
            <a:off x="9324488" y="2460066"/>
            <a:ext cx="657681" cy="1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6A51D7A-DE41-12BF-3277-6538D6AD34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577" t="42764" r="39693" b="24091"/>
          <a:stretch/>
        </p:blipFill>
        <p:spPr>
          <a:xfrm>
            <a:off x="1767733" y="3974936"/>
            <a:ext cx="5017152" cy="2596479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EAC09A28-ED2C-1455-F721-DFD5D13FA79B}"/>
              </a:ext>
            </a:extLst>
          </p:cNvPr>
          <p:cNvSpPr txBox="1">
            <a:spLocks/>
          </p:cNvSpPr>
          <p:nvPr/>
        </p:nvSpPr>
        <p:spPr>
          <a:xfrm>
            <a:off x="1143000" y="6699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4473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6754F-96E1-1B4A-E22A-F4D8363B438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r>
              <a:rPr lang="en-US" dirty="0"/>
              <a:t>Max pooling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5D076A-E8BD-AC37-ED66-B696E9A4BC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324101"/>
              </p:ext>
            </p:extLst>
          </p:nvPr>
        </p:nvGraphicFramePr>
        <p:xfrm>
          <a:off x="1471697" y="2412677"/>
          <a:ext cx="4666268" cy="290620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66567">
                  <a:extLst>
                    <a:ext uri="{9D8B030D-6E8A-4147-A177-3AD203B41FA5}">
                      <a16:colId xmlns:a16="http://schemas.microsoft.com/office/drawing/2014/main" val="1625517103"/>
                    </a:ext>
                  </a:extLst>
                </a:gridCol>
                <a:gridCol w="1166567">
                  <a:extLst>
                    <a:ext uri="{9D8B030D-6E8A-4147-A177-3AD203B41FA5}">
                      <a16:colId xmlns:a16="http://schemas.microsoft.com/office/drawing/2014/main" val="3794457829"/>
                    </a:ext>
                  </a:extLst>
                </a:gridCol>
                <a:gridCol w="1166567">
                  <a:extLst>
                    <a:ext uri="{9D8B030D-6E8A-4147-A177-3AD203B41FA5}">
                      <a16:colId xmlns:a16="http://schemas.microsoft.com/office/drawing/2014/main" val="2021949069"/>
                    </a:ext>
                  </a:extLst>
                </a:gridCol>
                <a:gridCol w="1166567">
                  <a:extLst>
                    <a:ext uri="{9D8B030D-6E8A-4147-A177-3AD203B41FA5}">
                      <a16:colId xmlns:a16="http://schemas.microsoft.com/office/drawing/2014/main" val="2945638961"/>
                    </a:ext>
                  </a:extLst>
                </a:gridCol>
              </a:tblGrid>
              <a:tr h="726552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110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255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153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98838"/>
                  </a:ext>
                </a:extLst>
              </a:tr>
              <a:tr h="726552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651798"/>
                  </a:ext>
                </a:extLst>
              </a:tr>
              <a:tr h="726552"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051019"/>
                  </a:ext>
                </a:extLst>
              </a:tr>
              <a:tr h="726552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151705"/>
                  </a:ext>
                </a:extLst>
              </a:tr>
            </a:tbl>
          </a:graphicData>
        </a:graphic>
      </p:graphicFrame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1EC6C5A9-7013-6C96-8BDB-AC772FEA29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812944"/>
              </p:ext>
            </p:extLst>
          </p:nvPr>
        </p:nvGraphicFramePr>
        <p:xfrm>
          <a:off x="7789227" y="3139229"/>
          <a:ext cx="2333134" cy="145310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66567">
                  <a:extLst>
                    <a:ext uri="{9D8B030D-6E8A-4147-A177-3AD203B41FA5}">
                      <a16:colId xmlns:a16="http://schemas.microsoft.com/office/drawing/2014/main" val="1625517103"/>
                    </a:ext>
                  </a:extLst>
                </a:gridCol>
                <a:gridCol w="1166567">
                  <a:extLst>
                    <a:ext uri="{9D8B030D-6E8A-4147-A177-3AD203B41FA5}">
                      <a16:colId xmlns:a16="http://schemas.microsoft.com/office/drawing/2014/main" val="2945638961"/>
                    </a:ext>
                  </a:extLst>
                </a:gridCol>
              </a:tblGrid>
              <a:tr h="726552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255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153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98838"/>
                  </a:ext>
                </a:extLst>
              </a:tr>
              <a:tr h="726552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151705"/>
                  </a:ext>
                </a:extLst>
              </a:tr>
            </a:tbl>
          </a:graphicData>
        </a:graphic>
      </p:graphicFrame>
      <p:sp>
        <p:nvSpPr>
          <p:cNvPr id="8" name="Arrow: Right 9">
            <a:extLst>
              <a:ext uri="{FF2B5EF4-FFF2-40B4-BE49-F238E27FC236}">
                <a16:creationId xmlns:a16="http://schemas.microsoft.com/office/drawing/2014/main" id="{9368B4F6-7040-2820-4908-11FDFBF63566}"/>
              </a:ext>
            </a:extLst>
          </p:cNvPr>
          <p:cNvSpPr/>
          <p:nvPr/>
        </p:nvSpPr>
        <p:spPr>
          <a:xfrm>
            <a:off x="6496184" y="3361065"/>
            <a:ext cx="952107" cy="895546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 w="38100">
            <a:solidFill>
              <a:schemeClr val="accent5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9994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9D968E6-FA49-CB91-D569-43B6D76426D2}"/>
              </a:ext>
            </a:extLst>
          </p:cNvPr>
          <p:cNvGrpSpPr/>
          <p:nvPr/>
        </p:nvGrpSpPr>
        <p:grpSpPr>
          <a:xfrm>
            <a:off x="498348" y="661226"/>
            <a:ext cx="11290164" cy="5443012"/>
            <a:chOff x="498348" y="661226"/>
            <a:chExt cx="9976104" cy="4809501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69034E56-C4DB-C15C-70D9-6894265A3316}"/>
                </a:ext>
              </a:extLst>
            </p:cNvPr>
            <p:cNvSpPr txBox="1">
              <a:spLocks/>
            </p:cNvSpPr>
            <p:nvPr/>
          </p:nvSpPr>
          <p:spPr>
            <a:xfrm>
              <a:off x="498348" y="661226"/>
              <a:ext cx="9976104" cy="590931"/>
            </a:xfrm>
            <a:prstGeom prst="rect">
              <a:avLst/>
            </a:prstGeom>
          </p:spPr>
          <p:txBody>
            <a:bodyPr wrap="square" anchor="b">
              <a:normAutofit lnSpcReduction="1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>
                  <a:solidFill>
                    <a:schemeClr val="bg1"/>
                  </a:solidFill>
                </a:rPr>
                <a:t>Transfer Learning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6312D2F-D662-A2EA-7B60-2D3456F3DA1C}"/>
                </a:ext>
              </a:extLst>
            </p:cNvPr>
            <p:cNvGrpSpPr/>
            <p:nvPr/>
          </p:nvGrpSpPr>
          <p:grpSpPr>
            <a:xfrm>
              <a:off x="867266" y="1252158"/>
              <a:ext cx="9238268" cy="3112374"/>
              <a:chOff x="1055802" y="1593130"/>
              <a:chExt cx="9238268" cy="376129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E028A61-FC9E-7B58-4374-BBFCAB2707E1}"/>
                  </a:ext>
                </a:extLst>
              </p:cNvPr>
              <p:cNvSpPr/>
              <p:nvPr/>
            </p:nvSpPr>
            <p:spPr>
              <a:xfrm>
                <a:off x="1055802" y="1593130"/>
                <a:ext cx="9238268" cy="3761295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2205B5A-D8D6-9D75-FABE-944191D7B1C6}"/>
                  </a:ext>
                </a:extLst>
              </p:cNvPr>
              <p:cNvSpPr/>
              <p:nvPr/>
            </p:nvSpPr>
            <p:spPr>
              <a:xfrm rot="16200000">
                <a:off x="1207670" y="3145086"/>
                <a:ext cx="2528873" cy="590931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bg1"/>
                    </a:solidFill>
                  </a:rPr>
                  <a:t>Convolution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8282027-9516-98A9-B432-95E14DABC70F}"/>
                  </a:ext>
                </a:extLst>
              </p:cNvPr>
              <p:cNvSpPr/>
              <p:nvPr/>
            </p:nvSpPr>
            <p:spPr>
              <a:xfrm rot="16200000">
                <a:off x="683448" y="3145086"/>
                <a:ext cx="1989647" cy="590931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bg1"/>
                    </a:solidFill>
                  </a:rPr>
                  <a:t>Input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5BC11DA-82B1-0F02-B7A9-66019C455F6B}"/>
                  </a:ext>
                </a:extLst>
              </p:cNvPr>
              <p:cNvSpPr/>
              <p:nvPr/>
            </p:nvSpPr>
            <p:spPr>
              <a:xfrm rot="16200000">
                <a:off x="2795341" y="3145086"/>
                <a:ext cx="2528871" cy="590931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bg1"/>
                    </a:solidFill>
                  </a:rPr>
                  <a:t>Convolution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9DC77D8-8144-0DA7-0DA1-0F86F752A93F}"/>
                  </a:ext>
                </a:extLst>
              </p:cNvPr>
              <p:cNvSpPr/>
              <p:nvPr/>
            </p:nvSpPr>
            <p:spPr>
              <a:xfrm rot="16200000">
                <a:off x="5176846" y="3145086"/>
                <a:ext cx="2528871" cy="590931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bg1"/>
                    </a:solidFill>
                  </a:rPr>
                  <a:t>Convolution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0F3F510-9835-91BA-C909-8E9AC1310E9D}"/>
                  </a:ext>
                </a:extLst>
              </p:cNvPr>
              <p:cNvSpPr/>
              <p:nvPr/>
            </p:nvSpPr>
            <p:spPr>
              <a:xfrm rot="16200000">
                <a:off x="7120122" y="3145086"/>
                <a:ext cx="1817660" cy="59093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bg1"/>
                    </a:solidFill>
                  </a:rPr>
                  <a:t>Dense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E3EB945-FF18-F861-9972-3AA73A108A12}"/>
                  </a:ext>
                </a:extLst>
              </p:cNvPr>
              <p:cNvSpPr/>
              <p:nvPr/>
            </p:nvSpPr>
            <p:spPr>
              <a:xfrm rot="16200000">
                <a:off x="8831501" y="3145086"/>
                <a:ext cx="1570240" cy="590931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bg1"/>
                    </a:solidFill>
                  </a:rPr>
                  <a:t>Output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94B25B2-B637-9FA5-3ABF-72E60D762456}"/>
                  </a:ext>
                </a:extLst>
              </p:cNvPr>
              <p:cNvSpPr/>
              <p:nvPr/>
            </p:nvSpPr>
            <p:spPr>
              <a:xfrm rot="16200000">
                <a:off x="8163385" y="3145086"/>
                <a:ext cx="1318804" cy="59093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bg1"/>
                    </a:solidFill>
                  </a:rPr>
                  <a:t>Dense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528175D-BF35-4EE8-63ED-CD09FCDCB900}"/>
                  </a:ext>
                </a:extLst>
              </p:cNvPr>
              <p:cNvSpPr/>
              <p:nvPr/>
            </p:nvSpPr>
            <p:spPr>
              <a:xfrm rot="16200000">
                <a:off x="2001506" y="3145086"/>
                <a:ext cx="2528871" cy="590931"/>
              </a:xfrm>
              <a:prstGeom prst="rect">
                <a:avLst/>
              </a:prstGeom>
              <a:solidFill>
                <a:srgbClr val="D0591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bg1"/>
                    </a:solidFill>
                  </a:rPr>
                  <a:t>Max Pooling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1B0312-1A05-50D2-12D5-009159775034}"/>
                  </a:ext>
                </a:extLst>
              </p:cNvPr>
              <p:cNvSpPr/>
              <p:nvPr/>
            </p:nvSpPr>
            <p:spPr>
              <a:xfrm rot="16200000">
                <a:off x="3589176" y="3145086"/>
                <a:ext cx="2528871" cy="590931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bg1"/>
                    </a:solidFill>
                  </a:rPr>
                  <a:t>Dropout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395A851-62A4-76F8-54AF-0F80F08C13D0}"/>
                  </a:ext>
                </a:extLst>
              </p:cNvPr>
              <p:cNvSpPr/>
              <p:nvPr/>
            </p:nvSpPr>
            <p:spPr>
              <a:xfrm rot="16200000">
                <a:off x="4383011" y="3145086"/>
                <a:ext cx="2528871" cy="590931"/>
              </a:xfrm>
              <a:prstGeom prst="rect">
                <a:avLst/>
              </a:prstGeom>
              <a:solidFill>
                <a:srgbClr val="D0591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bg1"/>
                    </a:solidFill>
                  </a:rPr>
                  <a:t>Max Pooling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20707D2-2A44-70DC-1C75-DC0010FC64CE}"/>
                  </a:ext>
                </a:extLst>
              </p:cNvPr>
              <p:cNvSpPr/>
              <p:nvPr/>
            </p:nvSpPr>
            <p:spPr>
              <a:xfrm rot="16200000">
                <a:off x="5970681" y="3145086"/>
                <a:ext cx="2528871" cy="590931"/>
              </a:xfrm>
              <a:prstGeom prst="rect">
                <a:avLst/>
              </a:prstGeom>
              <a:solidFill>
                <a:srgbClr val="D0591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bg1"/>
                    </a:solidFill>
                  </a:rPr>
                  <a:t>Max Pooling</a:t>
                </a: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A2FD7C13-5D0F-6EC6-7969-90ACDD8668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73737" y="3388134"/>
                <a:ext cx="202904" cy="0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19103951-B766-024D-D6BE-9741DAE65184}"/>
                  </a:ext>
                </a:extLst>
              </p:cNvPr>
              <p:cNvCxnSpPr>
                <a:cxnSpLocks/>
                <a:stCxn id="9" idx="2"/>
                <a:endCxn id="16" idx="0"/>
              </p:cNvCxnSpPr>
              <p:nvPr/>
            </p:nvCxnSpPr>
            <p:spPr>
              <a:xfrm>
                <a:off x="2767572" y="3440551"/>
                <a:ext cx="202904" cy="0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45217861-F3DB-853D-F3AD-AFD06A13656A}"/>
                  </a:ext>
                </a:extLst>
              </p:cNvPr>
              <p:cNvCxnSpPr>
                <a:cxnSpLocks/>
                <a:stCxn id="16" idx="2"/>
                <a:endCxn id="11" idx="0"/>
              </p:cNvCxnSpPr>
              <p:nvPr/>
            </p:nvCxnSpPr>
            <p:spPr>
              <a:xfrm>
                <a:off x="3561407" y="3440551"/>
                <a:ext cx="202904" cy="0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D252463A-B5F4-E2ED-767F-5E8944AA03CD}"/>
                  </a:ext>
                </a:extLst>
              </p:cNvPr>
              <p:cNvCxnSpPr>
                <a:cxnSpLocks/>
                <a:stCxn id="11" idx="2"/>
                <a:endCxn id="17" idx="0"/>
              </p:cNvCxnSpPr>
              <p:nvPr/>
            </p:nvCxnSpPr>
            <p:spPr>
              <a:xfrm>
                <a:off x="4355242" y="3440551"/>
                <a:ext cx="202904" cy="0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E8800CBA-548D-1C8E-96FF-3D2621978C20}"/>
                  </a:ext>
                </a:extLst>
              </p:cNvPr>
              <p:cNvCxnSpPr>
                <a:cxnSpLocks/>
                <a:stCxn id="17" idx="2"/>
                <a:endCxn id="18" idx="0"/>
              </p:cNvCxnSpPr>
              <p:nvPr/>
            </p:nvCxnSpPr>
            <p:spPr>
              <a:xfrm>
                <a:off x="5149077" y="3440551"/>
                <a:ext cx="202904" cy="0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AA96B7D5-0667-0055-DC27-51F1FAE5343C}"/>
                  </a:ext>
                </a:extLst>
              </p:cNvPr>
              <p:cNvCxnSpPr>
                <a:cxnSpLocks/>
                <a:stCxn id="18" idx="2"/>
                <a:endCxn id="12" idx="0"/>
              </p:cNvCxnSpPr>
              <p:nvPr/>
            </p:nvCxnSpPr>
            <p:spPr>
              <a:xfrm>
                <a:off x="5942912" y="3440551"/>
                <a:ext cx="202904" cy="0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61A56D15-F0CB-0A12-B974-F27D441EB73D}"/>
                  </a:ext>
                </a:extLst>
              </p:cNvPr>
              <p:cNvCxnSpPr>
                <a:cxnSpLocks/>
                <a:stCxn id="12" idx="2"/>
                <a:endCxn id="19" idx="0"/>
              </p:cNvCxnSpPr>
              <p:nvPr/>
            </p:nvCxnSpPr>
            <p:spPr>
              <a:xfrm>
                <a:off x="6736747" y="3440551"/>
                <a:ext cx="202904" cy="0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89ECA0EF-4D2C-EBFB-4029-000F17D6457E}"/>
                  </a:ext>
                </a:extLst>
              </p:cNvPr>
              <p:cNvCxnSpPr>
                <a:cxnSpLocks/>
                <a:stCxn id="19" idx="2"/>
                <a:endCxn id="13" idx="0"/>
              </p:cNvCxnSpPr>
              <p:nvPr/>
            </p:nvCxnSpPr>
            <p:spPr>
              <a:xfrm>
                <a:off x="7530582" y="3440551"/>
                <a:ext cx="202905" cy="1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A24203A4-539A-ADDD-C417-B7B3E1D4038C}"/>
                  </a:ext>
                </a:extLst>
              </p:cNvPr>
              <p:cNvCxnSpPr>
                <a:cxnSpLocks/>
                <a:stCxn id="13" idx="2"/>
                <a:endCxn id="15" idx="0"/>
              </p:cNvCxnSpPr>
              <p:nvPr/>
            </p:nvCxnSpPr>
            <p:spPr>
              <a:xfrm>
                <a:off x="8324418" y="3440552"/>
                <a:ext cx="202904" cy="0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2D0E928F-A001-038D-36AC-5F8F3823A814}"/>
                  </a:ext>
                </a:extLst>
              </p:cNvPr>
              <p:cNvCxnSpPr>
                <a:cxnSpLocks/>
                <a:stCxn id="15" idx="2"/>
                <a:endCxn id="14" idx="0"/>
              </p:cNvCxnSpPr>
              <p:nvPr/>
            </p:nvCxnSpPr>
            <p:spPr>
              <a:xfrm>
                <a:off x="9118253" y="3440552"/>
                <a:ext cx="202903" cy="0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Arrow: Left-Right 3">
              <a:extLst>
                <a:ext uri="{FF2B5EF4-FFF2-40B4-BE49-F238E27FC236}">
                  <a16:creationId xmlns:a16="http://schemas.microsoft.com/office/drawing/2014/main" id="{682C77C4-BFEE-9B77-4894-31E070E62CE0}"/>
                </a:ext>
              </a:extLst>
            </p:cNvPr>
            <p:cNvSpPr/>
            <p:nvPr/>
          </p:nvSpPr>
          <p:spPr>
            <a:xfrm>
              <a:off x="1988104" y="3946959"/>
              <a:ext cx="6941612" cy="973083"/>
            </a:xfrm>
            <a:prstGeom prst="leftRightArrow">
              <a:avLst/>
            </a:prstGeom>
            <a:solidFill>
              <a:schemeClr val="tx2"/>
            </a:solidFill>
            <a:ln w="19050"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A3D4762A-02E8-171D-D2D0-1BA8168C757B}"/>
                </a:ext>
              </a:extLst>
            </p:cNvPr>
            <p:cNvSpPr/>
            <p:nvPr/>
          </p:nvSpPr>
          <p:spPr>
            <a:xfrm>
              <a:off x="674099" y="4885390"/>
              <a:ext cx="1507173" cy="585337"/>
            </a:xfrm>
            <a:prstGeom prst="roundRect">
              <a:avLst/>
            </a:prstGeom>
            <a:solidFill>
              <a:schemeClr val="tx1"/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More Generalized</a:t>
              </a:r>
            </a:p>
          </p:txBody>
        </p:sp>
        <p:sp>
          <p:nvSpPr>
            <p:cNvPr id="7" name="Rectangle: Rounded Corners 5">
              <a:extLst>
                <a:ext uri="{FF2B5EF4-FFF2-40B4-BE49-F238E27FC236}">
                  <a16:creationId xmlns:a16="http://schemas.microsoft.com/office/drawing/2014/main" id="{0BE5971B-A272-D225-5C0E-623995319DBB}"/>
                </a:ext>
              </a:extLst>
            </p:cNvPr>
            <p:cNvSpPr/>
            <p:nvPr/>
          </p:nvSpPr>
          <p:spPr>
            <a:xfrm>
              <a:off x="8752785" y="4762250"/>
              <a:ext cx="1507173" cy="585337"/>
            </a:xfrm>
            <a:prstGeom prst="roundRect">
              <a:avLst/>
            </a:prstGeom>
            <a:solidFill>
              <a:schemeClr val="tx1"/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More Specialized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51059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985672"/>
              </p:ext>
            </p:extLst>
          </p:nvPr>
        </p:nvGraphicFramePr>
        <p:xfrm>
          <a:off x="902368" y="380079"/>
          <a:ext cx="10600875" cy="2087880"/>
        </p:xfrm>
        <a:graphic>
          <a:graphicData uri="http://schemas.openxmlformats.org/drawingml/2006/table">
            <a:tbl>
              <a:tblPr/>
              <a:tblGrid>
                <a:gridCol w="3533625">
                  <a:extLst>
                    <a:ext uri="{9D8B030D-6E8A-4147-A177-3AD203B41FA5}">
                      <a16:colId xmlns:a16="http://schemas.microsoft.com/office/drawing/2014/main" val="785919887"/>
                    </a:ext>
                  </a:extLst>
                </a:gridCol>
                <a:gridCol w="3533625">
                  <a:extLst>
                    <a:ext uri="{9D8B030D-6E8A-4147-A177-3AD203B41FA5}">
                      <a16:colId xmlns:a16="http://schemas.microsoft.com/office/drawing/2014/main" val="2256127843"/>
                    </a:ext>
                  </a:extLst>
                </a:gridCol>
                <a:gridCol w="3533625">
                  <a:extLst>
                    <a:ext uri="{9D8B030D-6E8A-4147-A177-3AD203B41FA5}">
                      <a16:colId xmlns:a16="http://schemas.microsoft.com/office/drawing/2014/main" val="34423683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Prediction\Ground Truth</a:t>
                      </a:r>
                      <a:endParaRPr lang="en-US" sz="440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Positive</a:t>
                      </a:r>
                      <a:endParaRPr lang="en-US" sz="440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Negative </a:t>
                      </a:r>
                      <a:endParaRPr lang="en-US" sz="440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5701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Positive</a:t>
                      </a:r>
                      <a:endParaRPr lang="en-US" sz="4400" dirty="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TP</a:t>
                      </a:r>
                      <a:endParaRPr lang="en-US" sz="4400" dirty="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FP</a:t>
                      </a:r>
                      <a:endParaRPr lang="en-US" sz="440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6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Negative </a:t>
                      </a:r>
                      <a:endParaRPr lang="en-US" sz="440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FN</a:t>
                      </a:r>
                      <a:endParaRPr lang="en-US" sz="4400" dirty="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TN</a:t>
                      </a:r>
                      <a:endParaRPr lang="en-US" sz="4400" dirty="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12539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-712848" y="2864428"/>
            <a:ext cx="23029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954102" y="2741027"/>
                <a:ext cx="5937236" cy="42463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𝑎𝑐𝑐𝑢𝑟𝑎𝑐𝑦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𝑝𝑟𝑒𝑐𝑖𝑠𝑖𝑜𝑛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𝑟𝑒𝑐𝑎𝑙𝑙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  <a:p>
                <a:pPr>
                  <a:lnSpc>
                    <a:spcPct val="150000"/>
                  </a:lnSpc>
                </a:pPr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102" y="2741027"/>
                <a:ext cx="5937236" cy="42463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29518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 descr="Here is a confusion matrix.&#10;&#10;I spend a lot of time looking at it: This table is a goldmine of clues to improve a model!&#10;&#10;But there's something you can't see in this picture that I want to share with you:&#10;&#10;1 of 14 ">
            <a:extLst>
              <a:ext uri="{FF2B5EF4-FFF2-40B4-BE49-F238E27FC236}">
                <a16:creationId xmlns:a16="http://schemas.microsoft.com/office/drawing/2014/main" id="{6DF5A52C-2DA0-097F-704D-11C81B74D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138" y="0"/>
            <a:ext cx="79597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05936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B68FA-4D8D-94F5-FD1C-FC85C312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augmentation </a:t>
            </a:r>
          </a:p>
        </p:txBody>
      </p:sp>
      <p:pic>
        <p:nvPicPr>
          <p:cNvPr id="3" name="Picture 2" descr="A picture containing table, indoor, sitting, small&#10;&#10;Description automatically generated">
            <a:extLst>
              <a:ext uri="{FF2B5EF4-FFF2-40B4-BE49-F238E27FC236}">
                <a16:creationId xmlns:a16="http://schemas.microsoft.com/office/drawing/2014/main" id="{BBECB694-0976-46A6-36F4-732A80047FD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0090" y="2176739"/>
            <a:ext cx="3655954" cy="2005934"/>
          </a:xfrm>
          <a:prstGeom prst="rect">
            <a:avLst/>
          </a:prstGeom>
        </p:spPr>
      </p:pic>
      <p:pic>
        <p:nvPicPr>
          <p:cNvPr id="4" name="Picture 3" descr="A picture containing table, indoor, sitting, small&#10;&#10;Description automatically generated">
            <a:extLst>
              <a:ext uri="{FF2B5EF4-FFF2-40B4-BE49-F238E27FC236}">
                <a16:creationId xmlns:a16="http://schemas.microsoft.com/office/drawing/2014/main" id="{40142FC0-4947-331A-A0BD-6B13681E7F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070340" y="2176739"/>
            <a:ext cx="3655954" cy="2005934"/>
          </a:xfrm>
          <a:prstGeom prst="rect">
            <a:avLst/>
          </a:prstGeom>
        </p:spPr>
      </p:pic>
      <p:pic>
        <p:nvPicPr>
          <p:cNvPr id="5" name="Picture 4" descr="A picture containing table, indoor, sitting, small&#10;&#10;Description automatically generated">
            <a:extLst>
              <a:ext uri="{FF2B5EF4-FFF2-40B4-BE49-F238E27FC236}">
                <a16:creationId xmlns:a16="http://schemas.microsoft.com/office/drawing/2014/main" id="{9F68813D-FF1C-84BF-98BD-2526112444E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3220091" y="4419469"/>
            <a:ext cx="3655954" cy="2005934"/>
          </a:xfrm>
          <a:prstGeom prst="rect">
            <a:avLst/>
          </a:prstGeom>
        </p:spPr>
      </p:pic>
      <p:pic>
        <p:nvPicPr>
          <p:cNvPr id="6" name="Picture 5" descr="A picture containing table, indoor, sitting, small&#10;&#10;Description automatically generated">
            <a:extLst>
              <a:ext uri="{FF2B5EF4-FFF2-40B4-BE49-F238E27FC236}">
                <a16:creationId xmlns:a16="http://schemas.microsoft.com/office/drawing/2014/main" id="{2149FFBD-80B2-A958-9DA9-F38066AE4E0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 flipV="1">
            <a:off x="7070340" y="4375294"/>
            <a:ext cx="3655954" cy="200593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A198BFA-B8A1-99AC-18DC-CA76C61CA533}"/>
              </a:ext>
            </a:extLst>
          </p:cNvPr>
          <p:cNvSpPr/>
          <p:nvPr/>
        </p:nvSpPr>
        <p:spPr>
          <a:xfrm>
            <a:off x="7721694" y="1211598"/>
            <a:ext cx="2353243" cy="744618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6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6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79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22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Horizontal Flip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D00ECC-8A03-FC29-E6F0-6BC6402DE19D}"/>
              </a:ext>
            </a:extLst>
          </p:cNvPr>
          <p:cNvSpPr/>
          <p:nvPr/>
        </p:nvSpPr>
        <p:spPr>
          <a:xfrm>
            <a:off x="553721" y="5005951"/>
            <a:ext cx="2353243" cy="744618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6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6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079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22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t>Vertical Flip</a:t>
            </a:r>
          </a:p>
        </p:txBody>
      </p:sp>
    </p:spTree>
    <p:extLst>
      <p:ext uri="{BB962C8B-B14F-4D97-AF65-F5344CB8AC3E}">
        <p14:creationId xmlns:p14="http://schemas.microsoft.com/office/powerpoint/2010/main" val="13806121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81BE4-A68F-468F-3B1B-707781B73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8A12-E80D-A3ED-C85C-39956A0AE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augmentation 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43128A1-0A7D-DBD3-3133-AA3B0ED824AC}"/>
              </a:ext>
            </a:extLst>
          </p:cNvPr>
          <p:cNvGrpSpPr/>
          <p:nvPr/>
        </p:nvGrpSpPr>
        <p:grpSpPr>
          <a:xfrm>
            <a:off x="5943600" y="1225786"/>
            <a:ext cx="5627910" cy="5411741"/>
            <a:chOff x="4161277" y="102426"/>
            <a:chExt cx="6808654" cy="6547133"/>
          </a:xfrm>
        </p:grpSpPr>
        <p:pic>
          <p:nvPicPr>
            <p:cNvPr id="25" name="Picture 24" descr="A picture containing table, indoor, sitting, small&#10;&#10;Description automatically generated">
              <a:extLst>
                <a:ext uri="{FF2B5EF4-FFF2-40B4-BE49-F238E27FC236}">
                  <a16:creationId xmlns:a16="http://schemas.microsoft.com/office/drawing/2014/main" id="{26854A71-7F68-9DFB-9084-27FE6830FD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161277" y="2928524"/>
              <a:ext cx="2248171" cy="82407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296F821-22C4-03E1-FB08-4E017E3BED00}"/>
                </a:ext>
              </a:extLst>
            </p:cNvPr>
            <p:cNvSpPr txBox="1"/>
            <p:nvPr/>
          </p:nvSpPr>
          <p:spPr>
            <a:xfrm>
              <a:off x="6511026" y="3155892"/>
              <a:ext cx="647934" cy="36933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507995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0⁰   </a:t>
              </a:r>
            </a:p>
          </p:txBody>
        </p:sp>
        <p:pic>
          <p:nvPicPr>
            <p:cNvPr id="27" name="Picture 26" descr="A picture containing table, indoor, sitting, small&#10;&#10;Description automatically generated">
              <a:extLst>
                <a:ext uri="{FF2B5EF4-FFF2-40B4-BE49-F238E27FC236}">
                  <a16:creationId xmlns:a16="http://schemas.microsoft.com/office/drawing/2014/main" id="{25F8486D-EE31-3B44-100A-3EC127ABD3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2700000">
              <a:off x="4922613" y="1366287"/>
              <a:ext cx="2160774" cy="857401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6FCA368-C5E2-3BE6-2C3C-AC77609DC7A3}"/>
                </a:ext>
              </a:extLst>
            </p:cNvPr>
            <p:cNvSpPr txBox="1"/>
            <p:nvPr/>
          </p:nvSpPr>
          <p:spPr>
            <a:xfrm rot="2700000">
              <a:off x="6704619" y="2686609"/>
              <a:ext cx="628697" cy="36933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507995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45⁰ </a:t>
              </a:r>
            </a:p>
          </p:txBody>
        </p:sp>
        <p:pic>
          <p:nvPicPr>
            <p:cNvPr id="29" name="Picture 28" descr="A picture containing table, indoor, sitting, small&#10;&#10;Description automatically generated">
              <a:extLst>
                <a:ext uri="{FF2B5EF4-FFF2-40B4-BE49-F238E27FC236}">
                  <a16:creationId xmlns:a16="http://schemas.microsoft.com/office/drawing/2014/main" id="{9C57366E-C739-51EA-8B02-9144DD8AD2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6536968" y="754113"/>
              <a:ext cx="2160776" cy="857401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2191520-F9C8-BC2D-3A5B-9019F7B49F86}"/>
                </a:ext>
              </a:extLst>
            </p:cNvPr>
            <p:cNvSpPr txBox="1"/>
            <p:nvPr/>
          </p:nvSpPr>
          <p:spPr>
            <a:xfrm rot="5400000">
              <a:off x="7237526" y="2477882"/>
              <a:ext cx="628697" cy="36933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507995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90⁰ </a:t>
              </a:r>
            </a:p>
          </p:txBody>
        </p:sp>
        <p:pic>
          <p:nvPicPr>
            <p:cNvPr id="31" name="Picture 30" descr="A picture containing table, indoor, sitting, small&#10;&#10;Description automatically generated">
              <a:extLst>
                <a:ext uri="{FF2B5EF4-FFF2-40B4-BE49-F238E27FC236}">
                  <a16:creationId xmlns:a16="http://schemas.microsoft.com/office/drawing/2014/main" id="{80624BD0-C232-BFB6-7981-F61A7948F8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8100000">
              <a:off x="8084825" y="1439877"/>
              <a:ext cx="2248171" cy="824070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81ACDA1-F17C-6672-7294-D898BDEB7CBE}"/>
                </a:ext>
              </a:extLst>
            </p:cNvPr>
            <p:cNvSpPr txBox="1"/>
            <p:nvPr/>
          </p:nvSpPr>
          <p:spPr>
            <a:xfrm rot="8100000">
              <a:off x="7773503" y="2632616"/>
              <a:ext cx="686406" cy="36933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507995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135⁰</a:t>
              </a:r>
            </a:p>
          </p:txBody>
        </p:sp>
        <p:pic>
          <p:nvPicPr>
            <p:cNvPr id="33" name="Picture 32" descr="A picture containing table, indoor, sitting, small&#10;&#10;Description automatically generated">
              <a:extLst>
                <a:ext uri="{FF2B5EF4-FFF2-40B4-BE49-F238E27FC236}">
                  <a16:creationId xmlns:a16="http://schemas.microsoft.com/office/drawing/2014/main" id="{C5FF54C8-6081-330A-61A6-842B6A42A6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8721760" y="3012116"/>
              <a:ext cx="2248171" cy="82407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A4779C3-980B-82A5-5ABD-812BAEC55C74}"/>
                </a:ext>
              </a:extLst>
            </p:cNvPr>
            <p:cNvSpPr txBox="1"/>
            <p:nvPr/>
          </p:nvSpPr>
          <p:spPr>
            <a:xfrm rot="10800000">
              <a:off x="7996203" y="3151870"/>
              <a:ext cx="686406" cy="36933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507995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180⁰</a:t>
              </a:r>
            </a:p>
          </p:txBody>
        </p:sp>
        <p:pic>
          <p:nvPicPr>
            <p:cNvPr id="35" name="Picture 34" descr="A picture containing table, indoor, sitting, small&#10;&#10;Description automatically generated">
              <a:extLst>
                <a:ext uri="{FF2B5EF4-FFF2-40B4-BE49-F238E27FC236}">
                  <a16:creationId xmlns:a16="http://schemas.microsoft.com/office/drawing/2014/main" id="{98FB4FFD-83D8-D3F0-A033-9E82FA118B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3500000">
              <a:off x="8047416" y="4528293"/>
              <a:ext cx="2160776" cy="857401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FF458C1-5D7A-CF38-7159-D30B87991F6E}"/>
                </a:ext>
              </a:extLst>
            </p:cNvPr>
            <p:cNvSpPr txBox="1"/>
            <p:nvPr/>
          </p:nvSpPr>
          <p:spPr>
            <a:xfrm rot="13500000">
              <a:off x="7788130" y="3696466"/>
              <a:ext cx="686406" cy="36933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507995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225⁰</a:t>
              </a:r>
            </a:p>
          </p:txBody>
        </p:sp>
        <p:pic>
          <p:nvPicPr>
            <p:cNvPr id="37" name="Picture 36" descr="A picture containing table, indoor, sitting, small&#10;&#10;Description automatically generated">
              <a:extLst>
                <a:ext uri="{FF2B5EF4-FFF2-40B4-BE49-F238E27FC236}">
                  <a16:creationId xmlns:a16="http://schemas.microsoft.com/office/drawing/2014/main" id="{97CB1114-4891-37B1-66CA-5C0290B8EA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6200000">
              <a:off x="6433466" y="5140470"/>
              <a:ext cx="2160776" cy="857401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C271149-637C-87A5-60E4-9B19B96FCE2A}"/>
                </a:ext>
              </a:extLst>
            </p:cNvPr>
            <p:cNvSpPr txBox="1"/>
            <p:nvPr/>
          </p:nvSpPr>
          <p:spPr>
            <a:xfrm rot="16200000">
              <a:off x="7215359" y="3892998"/>
              <a:ext cx="686406" cy="36933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507995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270⁰</a:t>
              </a:r>
            </a:p>
          </p:txBody>
        </p:sp>
        <p:pic>
          <p:nvPicPr>
            <p:cNvPr id="39" name="Picture 38" descr="A picture containing table, indoor, sitting, small&#10;&#10;Description automatically generated">
              <a:extLst>
                <a:ext uri="{FF2B5EF4-FFF2-40B4-BE49-F238E27FC236}">
                  <a16:creationId xmlns:a16="http://schemas.microsoft.com/office/drawing/2014/main" id="{EB9D9B40-8BC3-5BA4-B065-9223693C66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8900000">
              <a:off x="4798212" y="4488034"/>
              <a:ext cx="2248171" cy="824070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CBEBA26-0C33-7F62-01EB-C812115F996D}"/>
                </a:ext>
              </a:extLst>
            </p:cNvPr>
            <p:cNvSpPr txBox="1"/>
            <p:nvPr/>
          </p:nvSpPr>
          <p:spPr>
            <a:xfrm rot="18900000">
              <a:off x="6653235" y="3672995"/>
              <a:ext cx="686406" cy="36933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marL="0" marR="0" lvl="0" indent="0" algn="ctr" defTabSz="507995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rPr>
                <a:t>315⁰</a:t>
              </a:r>
            </a:p>
          </p:txBody>
        </p:sp>
      </p:grpSp>
      <p:pic>
        <p:nvPicPr>
          <p:cNvPr id="42" name="Picture 41" descr="A picture containing table, indoor, sitting, small&#10;&#10;Description automatically generated">
            <a:extLst>
              <a:ext uri="{FF2B5EF4-FFF2-40B4-BE49-F238E27FC236}">
                <a16:creationId xmlns:a16="http://schemas.microsoft.com/office/drawing/2014/main" id="{67394206-4E1A-FDE1-9163-9D5FB553D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33" y="4147892"/>
            <a:ext cx="2450899" cy="1847901"/>
          </a:xfrm>
          <a:prstGeom prst="rect">
            <a:avLst/>
          </a:prstGeom>
          <a:effectLst/>
        </p:spPr>
      </p:pic>
      <p:pic>
        <p:nvPicPr>
          <p:cNvPr id="43" name="Picture 42" descr="A picture containing table, indoor, sitting, small&#10;&#10;Description automatically generated">
            <a:extLst>
              <a:ext uri="{FF2B5EF4-FFF2-40B4-BE49-F238E27FC236}">
                <a16:creationId xmlns:a16="http://schemas.microsoft.com/office/drawing/2014/main" id="{D6588882-6DBD-B96A-1BA6-D0CDE5E8D09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88340" y="4147892"/>
            <a:ext cx="2450899" cy="1847901"/>
          </a:xfrm>
          <a:prstGeom prst="rect">
            <a:avLst/>
          </a:prstGeom>
          <a:effectLst/>
        </p:spPr>
      </p:pic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C583A67D-C447-6598-2BB6-1B704F7A792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706533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Rotation</a:t>
            </a:r>
          </a:p>
          <a:p>
            <a:r>
              <a:rPr lang="en-US" dirty="0"/>
              <a:t>Zoom </a:t>
            </a:r>
          </a:p>
          <a:p>
            <a:r>
              <a:rPr lang="en-US" dirty="0"/>
              <a:t>Brightness  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8570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2D80E-4D07-1E31-62D8-34AFEC764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Established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FD460-3196-1C7A-1FD7-38D7D0F02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COCO</a:t>
            </a:r>
          </a:p>
          <a:p>
            <a:r>
              <a:rPr lang="en-US" dirty="0"/>
              <a:t>ImageNet</a:t>
            </a:r>
          </a:p>
          <a:p>
            <a:r>
              <a:rPr lang="en-US" dirty="0"/>
              <a:t>VOC</a:t>
            </a:r>
          </a:p>
          <a:p>
            <a:r>
              <a:rPr lang="en-US" dirty="0" err="1"/>
              <a:t>TorchVision</a:t>
            </a:r>
            <a:r>
              <a:rPr lang="en-US" dirty="0"/>
              <a:t> dataset</a:t>
            </a:r>
          </a:p>
          <a:p>
            <a:r>
              <a:rPr lang="en-US" dirty="0" err="1"/>
              <a:t>Tensorflow</a:t>
            </a:r>
            <a:r>
              <a:rPr lang="en-US" dirty="0"/>
              <a:t> dataset</a:t>
            </a:r>
          </a:p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02500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1E15B-8F5C-99F8-9B55-EC662BE54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 learning 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9C4135B6-D5C8-1A72-27B6-77FF9AB0E946}"/>
              </a:ext>
            </a:extLst>
          </p:cNvPr>
          <p:cNvCxnSpPr>
            <a:cxnSpLocks/>
          </p:cNvCxnSpPr>
          <p:nvPr/>
        </p:nvCxnSpPr>
        <p:spPr>
          <a:xfrm>
            <a:off x="6417432" y="3863493"/>
            <a:ext cx="1619747" cy="1129677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112" name="Picture 111">
            <a:extLst>
              <a:ext uri="{FF2B5EF4-FFF2-40B4-BE49-F238E27FC236}">
                <a16:creationId xmlns:a16="http://schemas.microsoft.com/office/drawing/2014/main" id="{1A59834E-0AB7-2638-EC22-3BF233179E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949" t="46563" r="48253" b="22257"/>
          <a:stretch/>
        </p:blipFill>
        <p:spPr>
          <a:xfrm>
            <a:off x="742722" y="2032000"/>
            <a:ext cx="1734383" cy="2930676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337E9C8B-4C8B-E82D-0056-D02750CC5F93}"/>
              </a:ext>
            </a:extLst>
          </p:cNvPr>
          <p:cNvSpPr txBox="1"/>
          <p:nvPr/>
        </p:nvSpPr>
        <p:spPr>
          <a:xfrm>
            <a:off x="927166" y="5301151"/>
            <a:ext cx="1261384" cy="841834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squar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(28, 28, 1)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Image Input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A16C816-41A7-5899-A169-F77CB96B7738}"/>
              </a:ext>
            </a:extLst>
          </p:cNvPr>
          <p:cNvSpPr txBox="1"/>
          <p:nvPr/>
        </p:nvSpPr>
        <p:spPr>
          <a:xfrm>
            <a:off x="2469591" y="5004584"/>
            <a:ext cx="1149674" cy="5925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(3, 3, 1, 2)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Kernels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E455E8D-EA51-486B-EA43-2E5D86F57417}"/>
              </a:ext>
            </a:extLst>
          </p:cNvPr>
          <p:cNvSpPr txBox="1"/>
          <p:nvPr/>
        </p:nvSpPr>
        <p:spPr>
          <a:xfrm>
            <a:off x="3274402" y="4285317"/>
            <a:ext cx="1771639" cy="5925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(28, 28, 2)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Stacked Images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6B0ABA2-1CBD-C763-BFC5-4D2A89BFED46}"/>
              </a:ext>
            </a:extLst>
          </p:cNvPr>
          <p:cNvSpPr txBox="1"/>
          <p:nvPr/>
        </p:nvSpPr>
        <p:spPr>
          <a:xfrm>
            <a:off x="4893729" y="5004583"/>
            <a:ext cx="1149674" cy="5925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(3, 3, 2, 2)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Kernels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A3415DE-D0FF-C6D8-79CA-5E20FF119E3C}"/>
              </a:ext>
            </a:extLst>
          </p:cNvPr>
          <p:cNvSpPr txBox="1"/>
          <p:nvPr/>
        </p:nvSpPr>
        <p:spPr>
          <a:xfrm>
            <a:off x="5870319" y="4296910"/>
            <a:ext cx="1771639" cy="592535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(28, 28, 2)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Stacked Images</a:t>
            </a:r>
          </a:p>
        </p:txBody>
      </p:sp>
      <p:graphicFrame>
        <p:nvGraphicFramePr>
          <p:cNvPr id="118" name="Table 173">
            <a:extLst>
              <a:ext uri="{FF2B5EF4-FFF2-40B4-BE49-F238E27FC236}">
                <a16:creationId xmlns:a16="http://schemas.microsoft.com/office/drawing/2014/main" id="{502FAA9B-1C12-32BA-F324-7ED8631BD50A}"/>
              </a:ext>
            </a:extLst>
          </p:cNvPr>
          <p:cNvGraphicFramePr>
            <a:graphicFrameLocks noGrp="1"/>
          </p:cNvGraphicFramePr>
          <p:nvPr/>
        </p:nvGraphicFramePr>
        <p:xfrm>
          <a:off x="8007412" y="1728611"/>
          <a:ext cx="311484" cy="3522136"/>
        </p:xfrm>
        <a:graphic>
          <a:graphicData uri="http://schemas.openxmlformats.org/drawingml/2006/table">
            <a:tbl>
              <a:tblPr firstRow="1" bandRow="1"/>
              <a:tblGrid>
                <a:gridCol w="311484">
                  <a:extLst>
                    <a:ext uri="{9D8B030D-6E8A-4147-A177-3AD203B41FA5}">
                      <a16:colId xmlns:a16="http://schemas.microsoft.com/office/drawing/2014/main" val="3772995847"/>
                    </a:ext>
                  </a:extLst>
                </a:gridCol>
              </a:tblGrid>
              <a:tr h="440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2200"/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080634"/>
                  </a:ext>
                </a:extLst>
              </a:tr>
              <a:tr h="440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2200"/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85000"/>
                        <a:lumOff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664915"/>
                  </a:ext>
                </a:extLst>
              </a:tr>
              <a:tr h="440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2200"/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143886"/>
                  </a:ext>
                </a:extLst>
              </a:tr>
              <a:tr h="440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2200"/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3B3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048206"/>
                  </a:ext>
                </a:extLst>
              </a:tr>
              <a:tr h="440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2200"/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95000"/>
                        <a:lumOff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942051"/>
                  </a:ext>
                </a:extLst>
              </a:tr>
              <a:tr h="440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2200"/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85000"/>
                        <a:lumOff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810097"/>
                  </a:ext>
                </a:extLst>
              </a:tr>
              <a:tr h="440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2200"/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3B3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839989"/>
                  </a:ext>
                </a:extLst>
              </a:tr>
              <a:tr h="440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2200"/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072629"/>
                  </a:ext>
                </a:extLst>
              </a:tr>
            </a:tbl>
          </a:graphicData>
        </a:graphic>
      </p:graphicFrame>
      <p:sp>
        <p:nvSpPr>
          <p:cNvPr id="119" name="TextBox 118">
            <a:extLst>
              <a:ext uri="{FF2B5EF4-FFF2-40B4-BE49-F238E27FC236}">
                <a16:creationId xmlns:a16="http://schemas.microsoft.com/office/drawing/2014/main" id="{D49E6052-7336-718A-34C2-319A526D79E1}"/>
              </a:ext>
            </a:extLst>
          </p:cNvPr>
          <p:cNvSpPr txBox="1"/>
          <p:nvPr/>
        </p:nvSpPr>
        <p:spPr>
          <a:xfrm>
            <a:off x="7237360" y="5408873"/>
            <a:ext cx="1800494" cy="841834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(1568)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Flattened Image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Vector</a:t>
            </a:r>
          </a:p>
        </p:txBody>
      </p:sp>
      <p:sp>
        <p:nvSpPr>
          <p:cNvPr id="120" name="Google Shape;219;p33">
            <a:extLst>
              <a:ext uri="{FF2B5EF4-FFF2-40B4-BE49-F238E27FC236}">
                <a16:creationId xmlns:a16="http://schemas.microsoft.com/office/drawing/2014/main" id="{AE7AEBB9-80A6-C058-ADEB-1D47A77116AE}"/>
              </a:ext>
            </a:extLst>
          </p:cNvPr>
          <p:cNvSpPr/>
          <p:nvPr/>
        </p:nvSpPr>
        <p:spPr>
          <a:xfrm>
            <a:off x="8968349" y="1845772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21" name="Google Shape;219;p33">
            <a:extLst>
              <a:ext uri="{FF2B5EF4-FFF2-40B4-BE49-F238E27FC236}">
                <a16:creationId xmlns:a16="http://schemas.microsoft.com/office/drawing/2014/main" id="{06074991-D5C0-2C89-B58F-1F1F16AEA093}"/>
              </a:ext>
            </a:extLst>
          </p:cNvPr>
          <p:cNvSpPr/>
          <p:nvPr/>
        </p:nvSpPr>
        <p:spPr>
          <a:xfrm>
            <a:off x="8965345" y="4480478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22" name="Google Shape;219;p33">
            <a:extLst>
              <a:ext uri="{FF2B5EF4-FFF2-40B4-BE49-F238E27FC236}">
                <a16:creationId xmlns:a16="http://schemas.microsoft.com/office/drawing/2014/main" id="{201BEB42-609D-5A88-8EFD-70D7CD31FB10}"/>
              </a:ext>
            </a:extLst>
          </p:cNvPr>
          <p:cNvSpPr/>
          <p:nvPr/>
        </p:nvSpPr>
        <p:spPr>
          <a:xfrm>
            <a:off x="8965345" y="4730234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23" name="Google Shape;219;p33">
            <a:extLst>
              <a:ext uri="{FF2B5EF4-FFF2-40B4-BE49-F238E27FC236}">
                <a16:creationId xmlns:a16="http://schemas.microsoft.com/office/drawing/2014/main" id="{BBF1F53C-8307-0A48-A1FE-7EA09F22DD6C}"/>
              </a:ext>
            </a:extLst>
          </p:cNvPr>
          <p:cNvSpPr/>
          <p:nvPr/>
        </p:nvSpPr>
        <p:spPr>
          <a:xfrm>
            <a:off x="9682196" y="1845772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24" name="Google Shape;219;p33">
            <a:extLst>
              <a:ext uri="{FF2B5EF4-FFF2-40B4-BE49-F238E27FC236}">
                <a16:creationId xmlns:a16="http://schemas.microsoft.com/office/drawing/2014/main" id="{625635BE-8D81-10AD-EBAC-6B258EF08BCA}"/>
              </a:ext>
            </a:extLst>
          </p:cNvPr>
          <p:cNvSpPr/>
          <p:nvPr/>
        </p:nvSpPr>
        <p:spPr>
          <a:xfrm>
            <a:off x="9679192" y="4480478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25" name="Google Shape;219;p33">
            <a:extLst>
              <a:ext uri="{FF2B5EF4-FFF2-40B4-BE49-F238E27FC236}">
                <a16:creationId xmlns:a16="http://schemas.microsoft.com/office/drawing/2014/main" id="{7F31F1AF-4A3D-8248-0B88-EFA27EAD9E59}"/>
              </a:ext>
            </a:extLst>
          </p:cNvPr>
          <p:cNvSpPr/>
          <p:nvPr/>
        </p:nvSpPr>
        <p:spPr>
          <a:xfrm>
            <a:off x="9679192" y="4730234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26" name="Google Shape;219;p33">
            <a:extLst>
              <a:ext uri="{FF2B5EF4-FFF2-40B4-BE49-F238E27FC236}">
                <a16:creationId xmlns:a16="http://schemas.microsoft.com/office/drawing/2014/main" id="{5603B11F-3181-E601-72A5-47A894275C2F}"/>
              </a:ext>
            </a:extLst>
          </p:cNvPr>
          <p:cNvSpPr/>
          <p:nvPr/>
        </p:nvSpPr>
        <p:spPr>
          <a:xfrm>
            <a:off x="10574707" y="5036295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BAB6FEEC-5E7F-E5BD-01AF-C504D0A99450}"/>
              </a:ext>
            </a:extLst>
          </p:cNvPr>
          <p:cNvGrpSpPr/>
          <p:nvPr/>
        </p:nvGrpSpPr>
        <p:grpSpPr>
          <a:xfrm>
            <a:off x="9180961" y="1949260"/>
            <a:ext cx="501236" cy="2884463"/>
            <a:chOff x="8430069" y="1754333"/>
            <a:chExt cx="283908" cy="2596017"/>
          </a:xfrm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96A46D0A-C195-A236-2332-FFCF9ACB9957}"/>
                </a:ext>
              </a:extLst>
            </p:cNvPr>
            <p:cNvCxnSpPr>
              <a:cxnSpLocks/>
              <a:endCxn id="123" idx="2"/>
            </p:cNvCxnSpPr>
            <p:nvPr/>
          </p:nvCxnSpPr>
          <p:spPr>
            <a:xfrm rot="16200000">
              <a:off x="7274015" y="2910388"/>
              <a:ext cx="2596016" cy="283908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7BBC6B9-C305-7590-AA32-F3E22C6F9552}"/>
                </a:ext>
              </a:extLst>
            </p:cNvPr>
            <p:cNvCxnSpPr>
              <a:cxnSpLocks/>
              <a:endCxn id="124" idx="2"/>
            </p:cNvCxnSpPr>
            <p:nvPr/>
          </p:nvCxnSpPr>
          <p:spPr>
            <a:xfrm rot="16200000">
              <a:off x="8458280" y="4097357"/>
              <a:ext cx="224781" cy="281204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0E426CD4-CF4E-35E9-4C6E-77B595297854}"/>
                </a:ext>
              </a:extLst>
            </p:cNvPr>
            <p:cNvCxnSpPr>
              <a:cxnSpLocks/>
              <a:endCxn id="125" idx="2"/>
            </p:cNvCxnSpPr>
            <p:nvPr/>
          </p:nvCxnSpPr>
          <p:spPr>
            <a:xfrm rot="16200000">
              <a:off x="8570671" y="4209748"/>
              <a:ext cx="0" cy="281204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043349B0-E77C-930C-BAAC-5EAF5FEAA87D}"/>
                </a:ext>
              </a:extLst>
            </p:cNvPr>
            <p:cNvCxnSpPr>
              <a:cxnSpLocks/>
              <a:endCxn id="123" idx="2"/>
            </p:cNvCxnSpPr>
            <p:nvPr/>
          </p:nvCxnSpPr>
          <p:spPr>
            <a:xfrm rot="16200000">
              <a:off x="8573375" y="1613732"/>
              <a:ext cx="0" cy="281204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4B6412FA-8CD7-4952-D57F-72E2DBCE85EA}"/>
                </a:ext>
              </a:extLst>
            </p:cNvPr>
            <p:cNvCxnSpPr>
              <a:cxnSpLocks/>
              <a:endCxn id="124" idx="2"/>
            </p:cNvCxnSpPr>
            <p:nvPr/>
          </p:nvCxnSpPr>
          <p:spPr>
            <a:xfrm rot="16200000" flipH="1">
              <a:off x="7386405" y="2800701"/>
              <a:ext cx="2371235" cy="278500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4442B3A2-CB88-37DF-FDFB-A8751FDD11D8}"/>
                </a:ext>
              </a:extLst>
            </p:cNvPr>
            <p:cNvCxnSpPr>
              <a:cxnSpLocks/>
              <a:endCxn id="125" idx="2"/>
            </p:cNvCxnSpPr>
            <p:nvPr/>
          </p:nvCxnSpPr>
          <p:spPr>
            <a:xfrm rot="16200000" flipH="1">
              <a:off x="7274015" y="2913092"/>
              <a:ext cx="2596016" cy="278500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233DBCE-7505-978A-5890-D43A6DA631FE}"/>
                </a:ext>
              </a:extLst>
            </p:cNvPr>
            <p:cNvCxnSpPr>
              <a:cxnSpLocks/>
              <a:endCxn id="123" idx="2"/>
            </p:cNvCxnSpPr>
            <p:nvPr/>
          </p:nvCxnSpPr>
          <p:spPr>
            <a:xfrm rot="16200000">
              <a:off x="7386405" y="2797997"/>
              <a:ext cx="2371235" cy="283908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B30B38AB-945D-0721-D13C-E1BA44806315}"/>
                </a:ext>
              </a:extLst>
            </p:cNvPr>
            <p:cNvCxnSpPr>
              <a:cxnSpLocks/>
              <a:endCxn id="124" idx="2"/>
            </p:cNvCxnSpPr>
            <p:nvPr/>
          </p:nvCxnSpPr>
          <p:spPr>
            <a:xfrm rot="16200000">
              <a:off x="8570671" y="3984967"/>
              <a:ext cx="0" cy="281204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6D346DDD-D0FE-9C30-D226-841A249F4183}"/>
                </a:ext>
              </a:extLst>
            </p:cNvPr>
            <p:cNvCxnSpPr>
              <a:cxnSpLocks/>
              <a:endCxn id="125" idx="2"/>
            </p:cNvCxnSpPr>
            <p:nvPr/>
          </p:nvCxnSpPr>
          <p:spPr>
            <a:xfrm rot="16200000" flipH="1">
              <a:off x="8458280" y="4097357"/>
              <a:ext cx="224781" cy="281204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</p:grpSp>
      <p:sp>
        <p:nvSpPr>
          <p:cNvPr id="137" name="Google Shape;219;p33">
            <a:extLst>
              <a:ext uri="{FF2B5EF4-FFF2-40B4-BE49-F238E27FC236}">
                <a16:creationId xmlns:a16="http://schemas.microsoft.com/office/drawing/2014/main" id="{969D9EFC-F1E5-7578-3921-EB8F6B0AB1AF}"/>
              </a:ext>
            </a:extLst>
          </p:cNvPr>
          <p:cNvSpPr/>
          <p:nvPr/>
        </p:nvSpPr>
        <p:spPr>
          <a:xfrm>
            <a:off x="10571751" y="4638281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38" name="Google Shape;219;p33">
            <a:extLst>
              <a:ext uri="{FF2B5EF4-FFF2-40B4-BE49-F238E27FC236}">
                <a16:creationId xmlns:a16="http://schemas.microsoft.com/office/drawing/2014/main" id="{DD761D05-AC2E-91BE-7742-701EA8B1592A}"/>
              </a:ext>
            </a:extLst>
          </p:cNvPr>
          <p:cNvSpPr/>
          <p:nvPr/>
        </p:nvSpPr>
        <p:spPr>
          <a:xfrm>
            <a:off x="10574707" y="4238794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39" name="Google Shape;219;p33">
            <a:extLst>
              <a:ext uri="{FF2B5EF4-FFF2-40B4-BE49-F238E27FC236}">
                <a16:creationId xmlns:a16="http://schemas.microsoft.com/office/drawing/2014/main" id="{7D15685E-E6F1-7F0A-D30F-F6577C2D9D8B}"/>
              </a:ext>
            </a:extLst>
          </p:cNvPr>
          <p:cNvSpPr/>
          <p:nvPr/>
        </p:nvSpPr>
        <p:spPr>
          <a:xfrm>
            <a:off x="10571751" y="3840780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40" name="Google Shape;219;p33">
            <a:extLst>
              <a:ext uri="{FF2B5EF4-FFF2-40B4-BE49-F238E27FC236}">
                <a16:creationId xmlns:a16="http://schemas.microsoft.com/office/drawing/2014/main" id="{16249564-87D3-0F9C-D790-F9874F67BDEB}"/>
              </a:ext>
            </a:extLst>
          </p:cNvPr>
          <p:cNvSpPr/>
          <p:nvPr/>
        </p:nvSpPr>
        <p:spPr>
          <a:xfrm>
            <a:off x="10574707" y="3424713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41" name="Google Shape;219;p33">
            <a:extLst>
              <a:ext uri="{FF2B5EF4-FFF2-40B4-BE49-F238E27FC236}">
                <a16:creationId xmlns:a16="http://schemas.microsoft.com/office/drawing/2014/main" id="{F980CD11-F9DC-2D93-2D18-53598AB7AC09}"/>
              </a:ext>
            </a:extLst>
          </p:cNvPr>
          <p:cNvSpPr/>
          <p:nvPr/>
        </p:nvSpPr>
        <p:spPr>
          <a:xfrm>
            <a:off x="10571751" y="3026699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42" name="Google Shape;219;p33">
            <a:extLst>
              <a:ext uri="{FF2B5EF4-FFF2-40B4-BE49-F238E27FC236}">
                <a16:creationId xmlns:a16="http://schemas.microsoft.com/office/drawing/2014/main" id="{3E841EAA-956F-6C17-AE2B-A8FADFBC622B}"/>
              </a:ext>
            </a:extLst>
          </p:cNvPr>
          <p:cNvSpPr/>
          <p:nvPr/>
        </p:nvSpPr>
        <p:spPr>
          <a:xfrm>
            <a:off x="10580144" y="2629331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43" name="Google Shape;219;p33">
            <a:extLst>
              <a:ext uri="{FF2B5EF4-FFF2-40B4-BE49-F238E27FC236}">
                <a16:creationId xmlns:a16="http://schemas.microsoft.com/office/drawing/2014/main" id="{A8B80685-8FC5-6079-331E-AAF805DF0AAB}"/>
              </a:ext>
            </a:extLst>
          </p:cNvPr>
          <p:cNvSpPr/>
          <p:nvPr/>
        </p:nvSpPr>
        <p:spPr>
          <a:xfrm>
            <a:off x="10577188" y="2231315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44" name="Google Shape;219;p33">
            <a:extLst>
              <a:ext uri="{FF2B5EF4-FFF2-40B4-BE49-F238E27FC236}">
                <a16:creationId xmlns:a16="http://schemas.microsoft.com/office/drawing/2014/main" id="{73E40DDF-FE66-D5EE-5B1F-0DFA4638DFFD}"/>
              </a:ext>
            </a:extLst>
          </p:cNvPr>
          <p:cNvSpPr/>
          <p:nvPr/>
        </p:nvSpPr>
        <p:spPr>
          <a:xfrm>
            <a:off x="10574707" y="1833948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45" name="Google Shape;219;p33">
            <a:extLst>
              <a:ext uri="{FF2B5EF4-FFF2-40B4-BE49-F238E27FC236}">
                <a16:creationId xmlns:a16="http://schemas.microsoft.com/office/drawing/2014/main" id="{23EB4086-41B1-2C3F-6850-4986F37B4190}"/>
              </a:ext>
            </a:extLst>
          </p:cNvPr>
          <p:cNvSpPr/>
          <p:nvPr/>
        </p:nvSpPr>
        <p:spPr>
          <a:xfrm>
            <a:off x="10571751" y="1435933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BE471353-B9D8-B9BD-81F2-D9D39D8ABB95}"/>
              </a:ext>
            </a:extLst>
          </p:cNvPr>
          <p:cNvGrpSpPr/>
          <p:nvPr/>
        </p:nvGrpSpPr>
        <p:grpSpPr>
          <a:xfrm>
            <a:off x="9887054" y="1539421"/>
            <a:ext cx="693089" cy="3600363"/>
            <a:chOff x="9127523" y="1385478"/>
            <a:chExt cx="394606" cy="3240327"/>
          </a:xfrm>
        </p:grpSpPr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5BBC3D9F-4FB3-465E-C14A-1CF2195B9D6C}"/>
                </a:ext>
              </a:extLst>
            </p:cNvPr>
            <p:cNvCxnSpPr>
              <a:cxnSpLocks/>
              <a:endCxn id="126" idx="2"/>
            </p:cNvCxnSpPr>
            <p:nvPr/>
          </p:nvCxnSpPr>
          <p:spPr>
            <a:xfrm rot="16200000" flipH="1">
              <a:off x="7893772" y="3002340"/>
              <a:ext cx="2859920" cy="387009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DC89DDF-99C2-EE7B-619E-8B39702471B9}"/>
                </a:ext>
              </a:extLst>
            </p:cNvPr>
            <p:cNvCxnSpPr>
              <a:cxnSpLocks/>
              <a:endCxn id="126" idx="2"/>
            </p:cNvCxnSpPr>
            <p:nvPr/>
          </p:nvCxnSpPr>
          <p:spPr>
            <a:xfrm rot="16200000" flipH="1">
              <a:off x="9078037" y="4186606"/>
              <a:ext cx="488685" cy="38971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04672EE6-E372-8691-C715-85E11D93DCEF}"/>
                </a:ext>
              </a:extLst>
            </p:cNvPr>
            <p:cNvCxnSpPr>
              <a:cxnSpLocks/>
              <a:endCxn id="126" idx="2"/>
            </p:cNvCxnSpPr>
            <p:nvPr/>
          </p:nvCxnSpPr>
          <p:spPr>
            <a:xfrm rot="16200000" flipH="1">
              <a:off x="9190428" y="4298996"/>
              <a:ext cx="263904" cy="38971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C8D0CEED-32BE-4333-AED3-0194C7B166D7}"/>
                </a:ext>
              </a:extLst>
            </p:cNvPr>
            <p:cNvCxnSpPr>
              <a:cxnSpLocks/>
              <a:endCxn id="137" idx="2"/>
            </p:cNvCxnSpPr>
            <p:nvPr/>
          </p:nvCxnSpPr>
          <p:spPr>
            <a:xfrm rot="16200000">
              <a:off x="9273895" y="4121219"/>
              <a:ext cx="94309" cy="38705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69225BBD-6BE1-C2A2-14F3-FCEFF98885D3}"/>
                </a:ext>
              </a:extLst>
            </p:cNvPr>
            <p:cNvCxnSpPr>
              <a:cxnSpLocks/>
              <a:endCxn id="137" idx="2"/>
            </p:cNvCxnSpPr>
            <p:nvPr/>
          </p:nvCxnSpPr>
          <p:spPr>
            <a:xfrm rot="16200000" flipH="1">
              <a:off x="9255814" y="4008829"/>
              <a:ext cx="130472" cy="38705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7EB1F547-C057-69F8-5B6F-B383F35E99BA}"/>
                </a:ext>
              </a:extLst>
            </p:cNvPr>
            <p:cNvCxnSpPr>
              <a:cxnSpLocks/>
              <a:endCxn id="137" idx="2"/>
            </p:cNvCxnSpPr>
            <p:nvPr/>
          </p:nvCxnSpPr>
          <p:spPr>
            <a:xfrm rot="16200000" flipH="1">
              <a:off x="8071549" y="2824563"/>
              <a:ext cx="2501706" cy="384349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9CA02BD7-EA53-B6DB-B748-01D45B4139DD}"/>
                </a:ext>
              </a:extLst>
            </p:cNvPr>
            <p:cNvCxnSpPr>
              <a:cxnSpLocks/>
              <a:endCxn id="138" idx="2"/>
            </p:cNvCxnSpPr>
            <p:nvPr/>
          </p:nvCxnSpPr>
          <p:spPr>
            <a:xfrm rot="16200000">
              <a:off x="9207847" y="3827730"/>
              <a:ext cx="229066" cy="38971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4A6E1231-99C8-2928-2DEB-A3D8D84A9853}"/>
                </a:ext>
              </a:extLst>
            </p:cNvPr>
            <p:cNvCxnSpPr>
              <a:cxnSpLocks/>
              <a:endCxn id="138" idx="2"/>
            </p:cNvCxnSpPr>
            <p:nvPr/>
          </p:nvCxnSpPr>
          <p:spPr>
            <a:xfrm rot="16200000">
              <a:off x="9095456" y="3940121"/>
              <a:ext cx="453847" cy="38971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3777FBB2-A3A0-99E8-21ED-9F4B7D748FA9}"/>
                </a:ext>
              </a:extLst>
            </p:cNvPr>
            <p:cNvCxnSpPr>
              <a:cxnSpLocks/>
              <a:endCxn id="138" idx="2"/>
            </p:cNvCxnSpPr>
            <p:nvPr/>
          </p:nvCxnSpPr>
          <p:spPr>
            <a:xfrm rot="16200000" flipH="1">
              <a:off x="8252647" y="2643465"/>
              <a:ext cx="2142169" cy="387009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F8D8AFA3-D415-BB6D-3822-094FE558D4B3}"/>
                </a:ext>
              </a:extLst>
            </p:cNvPr>
            <p:cNvCxnSpPr>
              <a:cxnSpLocks/>
              <a:endCxn id="139" idx="2"/>
            </p:cNvCxnSpPr>
            <p:nvPr/>
          </p:nvCxnSpPr>
          <p:spPr>
            <a:xfrm rot="16200000">
              <a:off x="8915020" y="3762344"/>
              <a:ext cx="812060" cy="38705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9526D125-EE14-464B-B7E9-B9B90DD2DDA6}"/>
                </a:ext>
              </a:extLst>
            </p:cNvPr>
            <p:cNvCxnSpPr>
              <a:cxnSpLocks/>
              <a:endCxn id="139" idx="2"/>
            </p:cNvCxnSpPr>
            <p:nvPr/>
          </p:nvCxnSpPr>
          <p:spPr>
            <a:xfrm rot="16200000">
              <a:off x="9027410" y="3649953"/>
              <a:ext cx="587279" cy="38705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AE349B74-A813-82CC-85C0-E9A8C4381BEC}"/>
                </a:ext>
              </a:extLst>
            </p:cNvPr>
            <p:cNvCxnSpPr>
              <a:cxnSpLocks/>
              <a:endCxn id="139" idx="2"/>
            </p:cNvCxnSpPr>
            <p:nvPr/>
          </p:nvCxnSpPr>
          <p:spPr>
            <a:xfrm rot="16200000" flipH="1">
              <a:off x="8430424" y="2465688"/>
              <a:ext cx="1783955" cy="384349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14646E36-9C7D-C119-3579-FC179931AB50}"/>
                </a:ext>
              </a:extLst>
            </p:cNvPr>
            <p:cNvCxnSpPr>
              <a:cxnSpLocks/>
              <a:endCxn id="140" idx="2"/>
            </p:cNvCxnSpPr>
            <p:nvPr/>
          </p:nvCxnSpPr>
          <p:spPr>
            <a:xfrm rot="16200000">
              <a:off x="8729120" y="3573784"/>
              <a:ext cx="1186519" cy="38971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60E7E0D2-1F8F-CE2C-E2F0-211539FF574E}"/>
                </a:ext>
              </a:extLst>
            </p:cNvPr>
            <p:cNvCxnSpPr>
              <a:cxnSpLocks/>
              <a:endCxn id="140" idx="2"/>
            </p:cNvCxnSpPr>
            <p:nvPr/>
          </p:nvCxnSpPr>
          <p:spPr>
            <a:xfrm rot="16200000">
              <a:off x="8841510" y="3461394"/>
              <a:ext cx="961739" cy="38971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09DC4A42-5A34-11DE-87A3-84C737209C62}"/>
                </a:ext>
              </a:extLst>
            </p:cNvPr>
            <p:cNvCxnSpPr>
              <a:cxnSpLocks/>
              <a:endCxn id="140" idx="2"/>
            </p:cNvCxnSpPr>
            <p:nvPr/>
          </p:nvCxnSpPr>
          <p:spPr>
            <a:xfrm rot="16200000" flipH="1">
              <a:off x="8618984" y="2277129"/>
              <a:ext cx="1409496" cy="387009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0EF85B78-866C-4BF3-CE02-E76C048005D6}"/>
                </a:ext>
              </a:extLst>
            </p:cNvPr>
            <p:cNvCxnSpPr>
              <a:cxnSpLocks/>
              <a:endCxn id="141" idx="2"/>
            </p:cNvCxnSpPr>
            <p:nvPr/>
          </p:nvCxnSpPr>
          <p:spPr>
            <a:xfrm rot="16200000">
              <a:off x="8661074" y="3283617"/>
              <a:ext cx="1319952" cy="38705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EECDCEAB-46DF-D66B-E7D4-7C5391CD4786}"/>
                </a:ext>
              </a:extLst>
            </p:cNvPr>
            <p:cNvCxnSpPr>
              <a:cxnSpLocks/>
              <a:endCxn id="141" idx="2"/>
            </p:cNvCxnSpPr>
            <p:nvPr/>
          </p:nvCxnSpPr>
          <p:spPr>
            <a:xfrm rot="16200000">
              <a:off x="8548684" y="3396007"/>
              <a:ext cx="1544733" cy="38705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EAA44917-8EC5-54DA-0496-9F0CBD45D0A4}"/>
                </a:ext>
              </a:extLst>
            </p:cNvPr>
            <p:cNvCxnSpPr>
              <a:cxnSpLocks/>
              <a:endCxn id="141" idx="2"/>
            </p:cNvCxnSpPr>
            <p:nvPr/>
          </p:nvCxnSpPr>
          <p:spPr>
            <a:xfrm rot="16200000" flipH="1">
              <a:off x="8796760" y="2099352"/>
              <a:ext cx="1051283" cy="384349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8D75838-24AC-FFE6-F50C-F55C8F488401}"/>
                </a:ext>
              </a:extLst>
            </p:cNvPr>
            <p:cNvCxnSpPr>
              <a:cxnSpLocks/>
              <a:endCxn id="142" idx="2"/>
            </p:cNvCxnSpPr>
            <p:nvPr/>
          </p:nvCxnSpPr>
          <p:spPr>
            <a:xfrm rot="16200000">
              <a:off x="8373644" y="3213416"/>
              <a:ext cx="1902364" cy="394605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0C81B996-20D9-BE41-3AAB-40390E1787C1}"/>
                </a:ext>
              </a:extLst>
            </p:cNvPr>
            <p:cNvCxnSpPr>
              <a:cxnSpLocks/>
              <a:endCxn id="142" idx="2"/>
            </p:cNvCxnSpPr>
            <p:nvPr/>
          </p:nvCxnSpPr>
          <p:spPr>
            <a:xfrm rot="16200000">
              <a:off x="8486034" y="3101025"/>
              <a:ext cx="1677583" cy="394605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0F26B539-456B-DD32-A4CB-B075F651D856}"/>
                </a:ext>
              </a:extLst>
            </p:cNvPr>
            <p:cNvCxnSpPr>
              <a:cxnSpLocks/>
              <a:endCxn id="142" idx="2"/>
            </p:cNvCxnSpPr>
            <p:nvPr/>
          </p:nvCxnSpPr>
          <p:spPr>
            <a:xfrm rot="16200000" flipH="1">
              <a:off x="8979352" y="1916760"/>
              <a:ext cx="693651" cy="391902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B8E37914-0596-5DC7-F75D-0FCE59C79545}"/>
                </a:ext>
              </a:extLst>
            </p:cNvPr>
            <p:cNvCxnSpPr>
              <a:cxnSpLocks/>
              <a:endCxn id="143" idx="2"/>
            </p:cNvCxnSpPr>
            <p:nvPr/>
          </p:nvCxnSpPr>
          <p:spPr>
            <a:xfrm rot="16200000">
              <a:off x="8193208" y="3035639"/>
              <a:ext cx="2260577" cy="391946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449FAB2F-5E4B-07D6-731C-F4F67420018B}"/>
                </a:ext>
              </a:extLst>
            </p:cNvPr>
            <p:cNvCxnSpPr>
              <a:cxnSpLocks/>
              <a:endCxn id="143" idx="2"/>
            </p:cNvCxnSpPr>
            <p:nvPr/>
          </p:nvCxnSpPr>
          <p:spPr>
            <a:xfrm rot="16200000">
              <a:off x="8305598" y="2923248"/>
              <a:ext cx="2035797" cy="391946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8661EB18-ABC9-F6A4-1122-D8E71C4CE595}"/>
                </a:ext>
              </a:extLst>
            </p:cNvPr>
            <p:cNvCxnSpPr>
              <a:cxnSpLocks/>
              <a:endCxn id="143" idx="2"/>
            </p:cNvCxnSpPr>
            <p:nvPr/>
          </p:nvCxnSpPr>
          <p:spPr>
            <a:xfrm rot="16200000" flipH="1">
              <a:off x="9157129" y="1738983"/>
              <a:ext cx="335438" cy="389242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2D2114CF-228D-A253-FEEA-1D47E4E3729C}"/>
                </a:ext>
              </a:extLst>
            </p:cNvPr>
            <p:cNvCxnSpPr>
              <a:cxnSpLocks/>
              <a:endCxn id="144" idx="2"/>
            </p:cNvCxnSpPr>
            <p:nvPr/>
          </p:nvCxnSpPr>
          <p:spPr>
            <a:xfrm rot="16200000">
              <a:off x="8013275" y="2857940"/>
              <a:ext cx="2618209" cy="38971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E8C15C4-E93B-1990-0C54-6B1478DA2BE0}"/>
                </a:ext>
              </a:extLst>
            </p:cNvPr>
            <p:cNvCxnSpPr>
              <a:cxnSpLocks/>
              <a:endCxn id="144" idx="2"/>
            </p:cNvCxnSpPr>
            <p:nvPr/>
          </p:nvCxnSpPr>
          <p:spPr>
            <a:xfrm rot="16200000">
              <a:off x="8125666" y="2745549"/>
              <a:ext cx="2393428" cy="38971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8E2834CD-5F08-71C2-79FC-F4B7F2DA8045}"/>
                </a:ext>
              </a:extLst>
            </p:cNvPr>
            <p:cNvCxnSpPr>
              <a:cxnSpLocks/>
              <a:endCxn id="144" idx="2"/>
            </p:cNvCxnSpPr>
            <p:nvPr/>
          </p:nvCxnSpPr>
          <p:spPr>
            <a:xfrm rot="16200000">
              <a:off x="9312635" y="1561284"/>
              <a:ext cx="22193" cy="387009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A1FFB791-54E3-D346-5CEF-54FB7C8A1CF6}"/>
                </a:ext>
              </a:extLst>
            </p:cNvPr>
            <p:cNvCxnSpPr>
              <a:cxnSpLocks/>
              <a:endCxn id="145" idx="2"/>
            </p:cNvCxnSpPr>
            <p:nvPr/>
          </p:nvCxnSpPr>
          <p:spPr>
            <a:xfrm rot="16200000">
              <a:off x="7832839" y="2680163"/>
              <a:ext cx="2976422" cy="38705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04DF35DD-9AA0-BE0D-9838-89C286745C0F}"/>
                </a:ext>
              </a:extLst>
            </p:cNvPr>
            <p:cNvCxnSpPr>
              <a:cxnSpLocks/>
              <a:endCxn id="145" idx="2"/>
            </p:cNvCxnSpPr>
            <p:nvPr/>
          </p:nvCxnSpPr>
          <p:spPr>
            <a:xfrm rot="16200000">
              <a:off x="7945229" y="2567772"/>
              <a:ext cx="2751641" cy="387053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15594B8-2140-6973-3175-05B43BF03B92}"/>
                </a:ext>
              </a:extLst>
            </p:cNvPr>
            <p:cNvCxnSpPr>
              <a:cxnSpLocks/>
              <a:endCxn id="145" idx="2"/>
            </p:cNvCxnSpPr>
            <p:nvPr/>
          </p:nvCxnSpPr>
          <p:spPr>
            <a:xfrm rot="16200000">
              <a:off x="9132199" y="1383507"/>
              <a:ext cx="380407" cy="384349"/>
            </a:xfrm>
            <a:prstGeom prst="line">
              <a:avLst/>
            </a:prstGeom>
            <a:noFill/>
            <a:ln w="285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</p:cxnSp>
      </p:grp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96CDD710-8183-DBA5-BD84-FA877A6C8B9A}"/>
              </a:ext>
            </a:extLst>
          </p:cNvPr>
          <p:cNvCxnSpPr>
            <a:cxnSpLocks/>
            <a:endCxn id="122" idx="2"/>
          </p:cNvCxnSpPr>
          <p:nvPr/>
        </p:nvCxnSpPr>
        <p:spPr>
          <a:xfrm rot="16200000" flipH="1">
            <a:off x="8093964" y="3962341"/>
            <a:ext cx="1214868" cy="527893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9897C3C6-F969-B805-D37C-7576D61DAE12}"/>
              </a:ext>
            </a:extLst>
          </p:cNvPr>
          <p:cNvCxnSpPr>
            <a:cxnSpLocks/>
            <a:endCxn id="121" idx="2"/>
          </p:cNvCxnSpPr>
          <p:nvPr/>
        </p:nvCxnSpPr>
        <p:spPr>
          <a:xfrm rot="16200000" flipH="1">
            <a:off x="8218842" y="3837462"/>
            <a:ext cx="965112" cy="527893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3E061079-CD08-87CF-665C-5E2D674820AE}"/>
              </a:ext>
            </a:extLst>
          </p:cNvPr>
          <p:cNvCxnSpPr>
            <a:cxnSpLocks/>
            <a:endCxn id="120" idx="2"/>
          </p:cNvCxnSpPr>
          <p:nvPr/>
        </p:nvCxnSpPr>
        <p:spPr>
          <a:xfrm rot="16200000">
            <a:off x="7868103" y="2518608"/>
            <a:ext cx="1669594" cy="53089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35B2FD89-400D-F713-C1BF-757ECDD838F2}"/>
              </a:ext>
            </a:extLst>
          </p:cNvPr>
          <p:cNvSpPr txBox="1"/>
          <p:nvPr/>
        </p:nvSpPr>
        <p:spPr>
          <a:xfrm rot="16200000">
            <a:off x="8539580" y="3094996"/>
            <a:ext cx="2438936" cy="3432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squar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…                 …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456AD0D0-4AC5-3EEF-CB9B-DE8D626735BD}"/>
              </a:ext>
            </a:extLst>
          </p:cNvPr>
          <p:cNvSpPr txBox="1"/>
          <p:nvPr/>
        </p:nvSpPr>
        <p:spPr>
          <a:xfrm rot="16200000">
            <a:off x="7807256" y="3094996"/>
            <a:ext cx="2438936" cy="3432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squar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…                 …</a:t>
            </a:r>
          </a:p>
        </p:txBody>
      </p: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3478DBB4-F6F8-B3D8-6BF7-926F8A2BA844}"/>
              </a:ext>
            </a:extLst>
          </p:cNvPr>
          <p:cNvCxnSpPr>
            <a:cxnSpLocks/>
            <a:endCxn id="122" idx="2"/>
          </p:cNvCxnSpPr>
          <p:nvPr/>
        </p:nvCxnSpPr>
        <p:spPr>
          <a:xfrm rot="16200000" flipH="1">
            <a:off x="7995830" y="3864206"/>
            <a:ext cx="1416241" cy="522791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E13634E9-FA7B-97D0-BBE5-EE608606585E}"/>
              </a:ext>
            </a:extLst>
          </p:cNvPr>
          <p:cNvCxnSpPr>
            <a:cxnSpLocks/>
            <a:endCxn id="121" idx="2"/>
          </p:cNvCxnSpPr>
          <p:nvPr/>
        </p:nvCxnSpPr>
        <p:spPr>
          <a:xfrm rot="16200000" flipH="1">
            <a:off x="8117905" y="3736527"/>
            <a:ext cx="1172087" cy="522791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F018839C-01D5-1CA3-1264-2379F0F8E5A3}"/>
              </a:ext>
            </a:extLst>
          </p:cNvPr>
          <p:cNvCxnSpPr>
            <a:cxnSpLocks/>
            <a:endCxn id="120" idx="2"/>
          </p:cNvCxnSpPr>
          <p:nvPr/>
        </p:nvCxnSpPr>
        <p:spPr>
          <a:xfrm rot="16200000">
            <a:off x="7971341" y="2420472"/>
            <a:ext cx="1468221" cy="525796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C032F167-FDD3-213D-8EC5-AB80A9C6CF19}"/>
              </a:ext>
            </a:extLst>
          </p:cNvPr>
          <p:cNvCxnSpPr>
            <a:cxnSpLocks/>
            <a:endCxn id="122" idx="2"/>
          </p:cNvCxnSpPr>
          <p:nvPr/>
        </p:nvCxnSpPr>
        <p:spPr>
          <a:xfrm rot="16200000" flipH="1">
            <a:off x="7752136" y="3620512"/>
            <a:ext cx="1903628" cy="522791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3D265B95-B152-6051-A842-F987D31DDE88}"/>
              </a:ext>
            </a:extLst>
          </p:cNvPr>
          <p:cNvCxnSpPr>
            <a:cxnSpLocks/>
            <a:endCxn id="121" idx="2"/>
          </p:cNvCxnSpPr>
          <p:nvPr/>
        </p:nvCxnSpPr>
        <p:spPr>
          <a:xfrm rot="16200000" flipH="1">
            <a:off x="7877013" y="3495633"/>
            <a:ext cx="1653871" cy="522791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BDBD76D8-6956-46DD-0EBC-D1221497F3F1}"/>
              </a:ext>
            </a:extLst>
          </p:cNvPr>
          <p:cNvCxnSpPr>
            <a:cxnSpLocks/>
            <a:endCxn id="120" idx="2"/>
          </p:cNvCxnSpPr>
          <p:nvPr/>
        </p:nvCxnSpPr>
        <p:spPr>
          <a:xfrm rot="16200000">
            <a:off x="8215034" y="2176779"/>
            <a:ext cx="980834" cy="525796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790A79FB-F9C4-1501-0F37-1C57E3E845BE}"/>
              </a:ext>
            </a:extLst>
          </p:cNvPr>
          <p:cNvSpPr txBox="1"/>
          <p:nvPr/>
        </p:nvSpPr>
        <p:spPr>
          <a:xfrm>
            <a:off x="9705472" y="5552905"/>
            <a:ext cx="1957588" cy="5925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(24)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Output Prediction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ADBA15CB-A791-CBBF-C617-4B3E433A007C}"/>
              </a:ext>
            </a:extLst>
          </p:cNvPr>
          <p:cNvSpPr txBox="1"/>
          <p:nvPr/>
        </p:nvSpPr>
        <p:spPr>
          <a:xfrm>
            <a:off x="8601432" y="4945525"/>
            <a:ext cx="825868" cy="5925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(512)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Dense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E77F362E-BA7B-2323-C570-10BB4ACC3CC2}"/>
              </a:ext>
            </a:extLst>
          </p:cNvPr>
          <p:cNvSpPr txBox="1"/>
          <p:nvPr/>
        </p:nvSpPr>
        <p:spPr>
          <a:xfrm>
            <a:off x="9394415" y="4953672"/>
            <a:ext cx="825868" cy="5925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(512)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Dense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56A196F3-C139-DFD6-5B5B-A353C2512D2F}"/>
              </a:ext>
            </a:extLst>
          </p:cNvPr>
          <p:cNvSpPr/>
          <p:nvPr/>
        </p:nvSpPr>
        <p:spPr>
          <a:xfrm>
            <a:off x="1061451" y="2672807"/>
            <a:ext cx="451421" cy="323490"/>
          </a:xfrm>
          <a:prstGeom prst="rect">
            <a:avLst/>
          </a:prstGeom>
          <a:noFill/>
          <a:ln w="25400" cap="flat" cmpd="sng" algn="ctr">
            <a:solidFill>
              <a:srgbClr val="9A4216"/>
            </a:solidFill>
            <a:prstDash val="solid"/>
          </a:ln>
          <a:effectLst/>
          <a:scene3d>
            <a:camera prst="isometricRightUp"/>
            <a:lightRig rig="threePt" dir="t"/>
          </a:scene3d>
        </p:spPr>
        <p:txBody>
          <a:bodyPr rtlCol="0" anchor="ctr"/>
          <a:lstStyle/>
          <a:p>
            <a:pPr marL="0" marR="0" lvl="0" indent="0" algn="ctr" defTabSz="507995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EEB99401-EE32-AA2E-1E1B-44F3391DD09E}"/>
              </a:ext>
            </a:extLst>
          </p:cNvPr>
          <p:cNvCxnSpPr/>
          <p:nvPr/>
        </p:nvCxnSpPr>
        <p:spPr>
          <a:xfrm flipV="1">
            <a:off x="1287160" y="2439676"/>
            <a:ext cx="1804758" cy="383796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193" name="Picture 192">
            <a:extLst>
              <a:ext uri="{FF2B5EF4-FFF2-40B4-BE49-F238E27FC236}">
                <a16:creationId xmlns:a16="http://schemas.microsoft.com/office/drawing/2014/main" id="{ADCBC62C-3936-A5A7-CDEC-EBCBEC7BEA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018" t="46330" r="44192" b="39913"/>
          <a:stretch/>
        </p:blipFill>
        <p:spPr>
          <a:xfrm>
            <a:off x="2574479" y="1955060"/>
            <a:ext cx="949810" cy="943511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A08ECF2B-737B-D5FA-ABA6-B095948B401D}"/>
              </a:ext>
            </a:extLst>
          </p:cNvPr>
          <p:cNvCxnSpPr>
            <a:cxnSpLocks/>
          </p:cNvCxnSpPr>
          <p:nvPr/>
        </p:nvCxnSpPr>
        <p:spPr>
          <a:xfrm>
            <a:off x="1298743" y="2827711"/>
            <a:ext cx="1769962" cy="754489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195" name="Picture 194">
            <a:extLst>
              <a:ext uri="{FF2B5EF4-FFF2-40B4-BE49-F238E27FC236}">
                <a16:creationId xmlns:a16="http://schemas.microsoft.com/office/drawing/2014/main" id="{EFF5128A-3661-6FD8-E165-C919AD0CE5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839" t="46366" r="58553" b="39877"/>
          <a:stretch/>
        </p:blipFill>
        <p:spPr>
          <a:xfrm>
            <a:off x="2628156" y="3046478"/>
            <a:ext cx="927526" cy="943511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1DB578E3-17B0-4137-06BD-1E68BA8ABFF7}"/>
              </a:ext>
            </a:extLst>
          </p:cNvPr>
          <p:cNvCxnSpPr>
            <a:cxnSpLocks/>
          </p:cNvCxnSpPr>
          <p:nvPr/>
        </p:nvCxnSpPr>
        <p:spPr>
          <a:xfrm>
            <a:off x="3068534" y="2428086"/>
            <a:ext cx="1242384" cy="460466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197" name="Picture 196">
            <a:extLst>
              <a:ext uri="{FF2B5EF4-FFF2-40B4-BE49-F238E27FC236}">
                <a16:creationId xmlns:a16="http://schemas.microsoft.com/office/drawing/2014/main" id="{C0E54969-867E-DF80-EDF1-166466840CD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328" t="39232" r="58064" b="47010"/>
          <a:stretch/>
        </p:blipFill>
        <p:spPr>
          <a:xfrm>
            <a:off x="3385298" y="2002356"/>
            <a:ext cx="1510948" cy="1536989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sp>
        <p:nvSpPr>
          <p:cNvPr id="198" name="Rectangle 197">
            <a:extLst>
              <a:ext uri="{FF2B5EF4-FFF2-40B4-BE49-F238E27FC236}">
                <a16:creationId xmlns:a16="http://schemas.microsoft.com/office/drawing/2014/main" id="{170F4A2E-3DAC-CC50-641B-F70477893799}"/>
              </a:ext>
            </a:extLst>
          </p:cNvPr>
          <p:cNvSpPr/>
          <p:nvPr/>
        </p:nvSpPr>
        <p:spPr>
          <a:xfrm>
            <a:off x="3648730" y="2401736"/>
            <a:ext cx="451421" cy="323490"/>
          </a:xfrm>
          <a:prstGeom prst="rect">
            <a:avLst/>
          </a:prstGeom>
          <a:noFill/>
          <a:ln w="25400" cap="flat" cmpd="sng" algn="ctr">
            <a:solidFill>
              <a:srgbClr val="9A4216"/>
            </a:solidFill>
            <a:prstDash val="solid"/>
          </a:ln>
          <a:effectLst/>
          <a:scene3d>
            <a:camera prst="isometricRightUp"/>
            <a:lightRig rig="threePt" dir="t"/>
          </a:scene3d>
        </p:spPr>
        <p:txBody>
          <a:bodyPr rtlCol="0" anchor="ctr"/>
          <a:lstStyle/>
          <a:p>
            <a:pPr marL="0" marR="0" lvl="0" indent="0" algn="ctr" defTabSz="507995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29440FFF-CC68-4AE3-1ABB-8063A08A1446}"/>
              </a:ext>
            </a:extLst>
          </p:cNvPr>
          <p:cNvCxnSpPr>
            <a:cxnSpLocks/>
          </p:cNvCxnSpPr>
          <p:nvPr/>
        </p:nvCxnSpPr>
        <p:spPr>
          <a:xfrm flipV="1">
            <a:off x="3100770" y="3286020"/>
            <a:ext cx="700296" cy="231941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BAF153D2-66F0-8733-7179-470F50975913}"/>
              </a:ext>
            </a:extLst>
          </p:cNvPr>
          <p:cNvGrpSpPr/>
          <p:nvPr/>
        </p:nvGrpSpPr>
        <p:grpSpPr>
          <a:xfrm>
            <a:off x="3570387" y="2336657"/>
            <a:ext cx="1510948" cy="1532962"/>
            <a:chOff x="3213348" y="2102991"/>
            <a:chExt cx="1359853" cy="1379666"/>
          </a:xfrm>
        </p:grpSpPr>
        <p:pic>
          <p:nvPicPr>
            <p:cNvPr id="201" name="Picture 200">
              <a:extLst>
                <a:ext uri="{FF2B5EF4-FFF2-40B4-BE49-F238E27FC236}">
                  <a16:creationId xmlns:a16="http://schemas.microsoft.com/office/drawing/2014/main" id="{E30A1AB7-BF7C-5886-6BC0-3EC596A875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48611" t="39389" r="43867" b="47044"/>
            <a:stretch/>
          </p:blipFill>
          <p:spPr>
            <a:xfrm>
              <a:off x="3213348" y="2102991"/>
              <a:ext cx="1359853" cy="1379666"/>
            </a:xfrm>
            <a:prstGeom prst="rect">
              <a:avLst/>
            </a:prstGeom>
            <a:scene3d>
              <a:camera prst="isometricRightUp"/>
              <a:lightRig rig="threePt" dir="t"/>
            </a:scene3d>
          </p:spPr>
        </p:pic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7DFC5DEC-F1A7-D7FC-C21D-000BFC854A44}"/>
                </a:ext>
              </a:extLst>
            </p:cNvPr>
            <p:cNvSpPr/>
            <p:nvPr/>
          </p:nvSpPr>
          <p:spPr>
            <a:xfrm>
              <a:off x="3473547" y="2448480"/>
              <a:ext cx="406279" cy="291141"/>
            </a:xfrm>
            <a:prstGeom prst="rect">
              <a:avLst/>
            </a:prstGeom>
            <a:noFill/>
            <a:ln w="25400" cap="flat" cmpd="sng" algn="ctr">
              <a:solidFill>
                <a:srgbClr val="9A4216"/>
              </a:solidFill>
              <a:prstDash val="solid"/>
            </a:ln>
            <a:effectLst/>
            <a:scene3d>
              <a:camera prst="isometricRightUp"/>
              <a:lightRig rig="threePt" dir="t"/>
            </a:scene3d>
          </p:spPr>
          <p:txBody>
            <a:bodyPr rtlCol="0" anchor="ctr"/>
            <a:lstStyle/>
            <a:p>
              <a:pPr marL="0" marR="0" lvl="0" indent="0" algn="ctr" defTabSz="507995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1B1E0263-086B-C267-C532-B333FC496F59}"/>
              </a:ext>
            </a:extLst>
          </p:cNvPr>
          <p:cNvCxnSpPr>
            <a:cxnSpLocks/>
          </p:cNvCxnSpPr>
          <p:nvPr/>
        </p:nvCxnSpPr>
        <p:spPr>
          <a:xfrm flipV="1">
            <a:off x="3861724" y="2201356"/>
            <a:ext cx="1690401" cy="374582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204" name="Picture 203">
            <a:extLst>
              <a:ext uri="{FF2B5EF4-FFF2-40B4-BE49-F238E27FC236}">
                <a16:creationId xmlns:a16="http://schemas.microsoft.com/office/drawing/2014/main" id="{52F9FC97-6F45-B63C-447A-EC6386168D6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839" t="48989" r="58501" b="37066"/>
          <a:stretch/>
        </p:blipFill>
        <p:spPr>
          <a:xfrm>
            <a:off x="5045286" y="1775863"/>
            <a:ext cx="933786" cy="956300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E044A1C3-0131-9685-5E6A-0C7804AD1430}"/>
              </a:ext>
            </a:extLst>
          </p:cNvPr>
          <p:cNvCxnSpPr>
            <a:cxnSpLocks/>
          </p:cNvCxnSpPr>
          <p:nvPr/>
        </p:nvCxnSpPr>
        <p:spPr>
          <a:xfrm>
            <a:off x="3868279" y="2563480"/>
            <a:ext cx="1683846" cy="770297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206" name="Picture 205">
            <a:extLst>
              <a:ext uri="{FF2B5EF4-FFF2-40B4-BE49-F238E27FC236}">
                <a16:creationId xmlns:a16="http://schemas.microsoft.com/office/drawing/2014/main" id="{598A4817-2034-2C7D-CF42-6FC7874035A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8095" t="65776" r="44259" b="20771"/>
          <a:stretch/>
        </p:blipFill>
        <p:spPr>
          <a:xfrm>
            <a:off x="5022362" y="2970307"/>
            <a:ext cx="932119" cy="922571"/>
          </a:xfrm>
          <a:prstGeom prst="rect">
            <a:avLst/>
          </a:prstGeom>
          <a:ln w="3175">
            <a:solidFill>
              <a:srgbClr val="B3B3B3">
                <a:alpha val="56078"/>
              </a:srgbClr>
            </a:solidFill>
          </a:ln>
          <a:scene3d>
            <a:camera prst="isometricRightUp"/>
            <a:lightRig rig="threePt" dir="t"/>
          </a:scene3d>
        </p:spPr>
      </p:pic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D2AA8CE4-AA8D-65AA-2DB9-CA56B00AF718}"/>
              </a:ext>
            </a:extLst>
          </p:cNvPr>
          <p:cNvCxnSpPr>
            <a:cxnSpLocks/>
          </p:cNvCxnSpPr>
          <p:nvPr/>
        </p:nvCxnSpPr>
        <p:spPr>
          <a:xfrm>
            <a:off x="4100150" y="2889217"/>
            <a:ext cx="1452480" cy="638984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208" name="Picture 207">
            <a:extLst>
              <a:ext uri="{FF2B5EF4-FFF2-40B4-BE49-F238E27FC236}">
                <a16:creationId xmlns:a16="http://schemas.microsoft.com/office/drawing/2014/main" id="{F7BF8D9F-DEDD-E499-57FD-06BA55ED511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8103" t="65700" r="44252" b="20664"/>
          <a:stretch/>
        </p:blipFill>
        <p:spPr>
          <a:xfrm>
            <a:off x="5113399" y="3050373"/>
            <a:ext cx="932119" cy="935171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917446EB-79A4-85D0-AFFA-F53185565918}"/>
              </a:ext>
            </a:extLst>
          </p:cNvPr>
          <p:cNvCxnSpPr>
            <a:cxnSpLocks/>
          </p:cNvCxnSpPr>
          <p:nvPr/>
        </p:nvCxnSpPr>
        <p:spPr>
          <a:xfrm flipV="1">
            <a:off x="4085207" y="2351155"/>
            <a:ext cx="1541190" cy="538271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210" name="Picture 209">
            <a:extLst>
              <a:ext uri="{FF2B5EF4-FFF2-40B4-BE49-F238E27FC236}">
                <a16:creationId xmlns:a16="http://schemas.microsoft.com/office/drawing/2014/main" id="{D91FE9D0-642A-1BEC-EDF8-6AA45000A1F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8024" t="49170" r="44231" b="37094"/>
          <a:stretch/>
        </p:blipFill>
        <p:spPr>
          <a:xfrm>
            <a:off x="5141760" y="1874400"/>
            <a:ext cx="955864" cy="953509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91C4DC20-7D69-6425-3B20-3DE771F725A2}"/>
              </a:ext>
            </a:extLst>
          </p:cNvPr>
          <p:cNvCxnSpPr>
            <a:cxnSpLocks/>
          </p:cNvCxnSpPr>
          <p:nvPr/>
        </p:nvCxnSpPr>
        <p:spPr>
          <a:xfrm>
            <a:off x="5640039" y="2360278"/>
            <a:ext cx="1242384" cy="460466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212" name="Picture 211">
            <a:extLst>
              <a:ext uri="{FF2B5EF4-FFF2-40B4-BE49-F238E27FC236}">
                <a16:creationId xmlns:a16="http://schemas.microsoft.com/office/drawing/2014/main" id="{9058037E-2EB3-B9E6-8D4B-6E720767086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394" t="55920" r="58015" b="30443"/>
          <a:stretch/>
        </p:blipFill>
        <p:spPr>
          <a:xfrm>
            <a:off x="5998719" y="1948713"/>
            <a:ext cx="1517119" cy="1532961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FE037B84-114D-67D0-F49A-D19A6F2514DD}"/>
              </a:ext>
            </a:extLst>
          </p:cNvPr>
          <p:cNvCxnSpPr>
            <a:cxnSpLocks/>
          </p:cNvCxnSpPr>
          <p:nvPr/>
        </p:nvCxnSpPr>
        <p:spPr>
          <a:xfrm flipV="1">
            <a:off x="5598175" y="3266611"/>
            <a:ext cx="881274" cy="261591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214" name="Picture 213">
            <a:extLst>
              <a:ext uri="{FF2B5EF4-FFF2-40B4-BE49-F238E27FC236}">
                <a16:creationId xmlns:a16="http://schemas.microsoft.com/office/drawing/2014/main" id="{0768B1E3-9F41-735D-39AF-1BCA4E14C81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680" t="55835" r="43764" b="30529"/>
          <a:stretch/>
        </p:blipFill>
        <p:spPr>
          <a:xfrm>
            <a:off x="6171391" y="2213128"/>
            <a:ext cx="1492031" cy="1514856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F706E00B-66E3-E6A5-143C-79231BF16E4F}"/>
              </a:ext>
            </a:extLst>
          </p:cNvPr>
          <p:cNvCxnSpPr>
            <a:cxnSpLocks/>
          </p:cNvCxnSpPr>
          <p:nvPr/>
        </p:nvCxnSpPr>
        <p:spPr>
          <a:xfrm flipV="1">
            <a:off x="7306539" y="1750758"/>
            <a:ext cx="700871" cy="44753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216" name="Graphic 215" descr="Scissors">
            <a:extLst>
              <a:ext uri="{FF2B5EF4-FFF2-40B4-BE49-F238E27FC236}">
                <a16:creationId xmlns:a16="http://schemas.microsoft.com/office/drawing/2014/main" id="{4F368C8D-F57F-F2D7-3816-4155FEFA0C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9429837" y="2891271"/>
            <a:ext cx="1701906" cy="1701906"/>
          </a:xfrm>
          <a:prstGeom prst="rect">
            <a:avLst/>
          </a:prstGeom>
        </p:spPr>
      </p:pic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2119588B-EEE6-F6CF-8773-D06F474D040F}"/>
              </a:ext>
            </a:extLst>
          </p:cNvPr>
          <p:cNvCxnSpPr/>
          <p:nvPr/>
        </p:nvCxnSpPr>
        <p:spPr>
          <a:xfrm>
            <a:off x="9415451" y="1276323"/>
            <a:ext cx="0" cy="4019394"/>
          </a:xfrm>
          <a:prstGeom prst="line">
            <a:avLst/>
          </a:prstGeom>
          <a:ln w="762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7567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B9BED-311E-08DF-186E-087EBAAAA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34D84-FE35-0B6F-1B1A-1E2E6B1C4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 learning 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C797D3E5-2A02-4D75-7D3E-70C56DC6D619}"/>
              </a:ext>
            </a:extLst>
          </p:cNvPr>
          <p:cNvCxnSpPr>
            <a:cxnSpLocks/>
          </p:cNvCxnSpPr>
          <p:nvPr/>
        </p:nvCxnSpPr>
        <p:spPr>
          <a:xfrm>
            <a:off x="6417432" y="3863493"/>
            <a:ext cx="1619747" cy="1129677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112" name="Picture 111">
            <a:extLst>
              <a:ext uri="{FF2B5EF4-FFF2-40B4-BE49-F238E27FC236}">
                <a16:creationId xmlns:a16="http://schemas.microsoft.com/office/drawing/2014/main" id="{537D1CBA-3B01-B28A-911B-10253C5E9C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949" t="46563" r="48253" b="22257"/>
          <a:stretch/>
        </p:blipFill>
        <p:spPr>
          <a:xfrm>
            <a:off x="742722" y="2032000"/>
            <a:ext cx="1734383" cy="2930676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754408FC-66FC-6D83-EEC4-D4165E8F103D}"/>
              </a:ext>
            </a:extLst>
          </p:cNvPr>
          <p:cNvSpPr txBox="1"/>
          <p:nvPr/>
        </p:nvSpPr>
        <p:spPr>
          <a:xfrm>
            <a:off x="927166" y="5301151"/>
            <a:ext cx="1261384" cy="841834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squar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(28, 28, 1)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Image Input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BE65BF6-8C6B-C93A-EF9B-333BFA7CC03D}"/>
              </a:ext>
            </a:extLst>
          </p:cNvPr>
          <p:cNvSpPr txBox="1"/>
          <p:nvPr/>
        </p:nvSpPr>
        <p:spPr>
          <a:xfrm>
            <a:off x="2469591" y="5004584"/>
            <a:ext cx="1149674" cy="5925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(3, 3, 1, 2)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Kernels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64D75F0-C212-669A-BA62-0A1DE283E23C}"/>
              </a:ext>
            </a:extLst>
          </p:cNvPr>
          <p:cNvSpPr txBox="1"/>
          <p:nvPr/>
        </p:nvSpPr>
        <p:spPr>
          <a:xfrm>
            <a:off x="3274402" y="4285317"/>
            <a:ext cx="1771639" cy="5925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(28, 28, 2)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Stacked Images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98B922A-F24E-5C0B-873D-B57753F0C00A}"/>
              </a:ext>
            </a:extLst>
          </p:cNvPr>
          <p:cNvSpPr txBox="1"/>
          <p:nvPr/>
        </p:nvSpPr>
        <p:spPr>
          <a:xfrm>
            <a:off x="4893729" y="5004583"/>
            <a:ext cx="1149674" cy="5925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(3, 3, 2, 2)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Kernels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5ABD3C0-A9E1-C6DB-D167-2C8A1D31FC75}"/>
              </a:ext>
            </a:extLst>
          </p:cNvPr>
          <p:cNvSpPr txBox="1"/>
          <p:nvPr/>
        </p:nvSpPr>
        <p:spPr>
          <a:xfrm>
            <a:off x="5870319" y="4296910"/>
            <a:ext cx="1771639" cy="592535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(28, 28, 2)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Stacked Images</a:t>
            </a:r>
          </a:p>
        </p:txBody>
      </p:sp>
      <p:graphicFrame>
        <p:nvGraphicFramePr>
          <p:cNvPr id="118" name="Table 173">
            <a:extLst>
              <a:ext uri="{FF2B5EF4-FFF2-40B4-BE49-F238E27FC236}">
                <a16:creationId xmlns:a16="http://schemas.microsoft.com/office/drawing/2014/main" id="{E3AE79FD-26E6-DE4A-47D1-9089F0EC1317}"/>
              </a:ext>
            </a:extLst>
          </p:cNvPr>
          <p:cNvGraphicFramePr>
            <a:graphicFrameLocks noGrp="1"/>
          </p:cNvGraphicFramePr>
          <p:nvPr/>
        </p:nvGraphicFramePr>
        <p:xfrm>
          <a:off x="8007412" y="1728611"/>
          <a:ext cx="311484" cy="3522136"/>
        </p:xfrm>
        <a:graphic>
          <a:graphicData uri="http://schemas.openxmlformats.org/drawingml/2006/table">
            <a:tbl>
              <a:tblPr firstRow="1" bandRow="1"/>
              <a:tblGrid>
                <a:gridCol w="311484">
                  <a:extLst>
                    <a:ext uri="{9D8B030D-6E8A-4147-A177-3AD203B41FA5}">
                      <a16:colId xmlns:a16="http://schemas.microsoft.com/office/drawing/2014/main" val="3772995847"/>
                    </a:ext>
                  </a:extLst>
                </a:gridCol>
              </a:tblGrid>
              <a:tr h="440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2200"/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080634"/>
                  </a:ext>
                </a:extLst>
              </a:tr>
              <a:tr h="440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2200"/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85000"/>
                        <a:lumOff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664915"/>
                  </a:ext>
                </a:extLst>
              </a:tr>
              <a:tr h="440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2200"/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143886"/>
                  </a:ext>
                </a:extLst>
              </a:tr>
              <a:tr h="440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2200"/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3B3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048206"/>
                  </a:ext>
                </a:extLst>
              </a:tr>
              <a:tr h="440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2200"/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95000"/>
                        <a:lumOff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942051"/>
                  </a:ext>
                </a:extLst>
              </a:tr>
              <a:tr h="440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2200"/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lumMod val="85000"/>
                        <a:lumOff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810097"/>
                  </a:ext>
                </a:extLst>
              </a:tr>
              <a:tr h="440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2200"/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3B3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839989"/>
                  </a:ext>
                </a:extLst>
              </a:tr>
              <a:tr h="4402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endParaRPr lang="en-US" sz="2200"/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072629"/>
                  </a:ext>
                </a:extLst>
              </a:tr>
            </a:tbl>
          </a:graphicData>
        </a:graphic>
      </p:graphicFrame>
      <p:sp>
        <p:nvSpPr>
          <p:cNvPr id="119" name="TextBox 118">
            <a:extLst>
              <a:ext uri="{FF2B5EF4-FFF2-40B4-BE49-F238E27FC236}">
                <a16:creationId xmlns:a16="http://schemas.microsoft.com/office/drawing/2014/main" id="{D2DACD3A-B3FF-A3B9-8AF4-A99C0AFB16B8}"/>
              </a:ext>
            </a:extLst>
          </p:cNvPr>
          <p:cNvSpPr txBox="1"/>
          <p:nvPr/>
        </p:nvSpPr>
        <p:spPr>
          <a:xfrm>
            <a:off x="7237360" y="5408873"/>
            <a:ext cx="1800494" cy="841834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(1568)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Flattened Image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Vector</a:t>
            </a:r>
          </a:p>
        </p:txBody>
      </p:sp>
      <p:sp>
        <p:nvSpPr>
          <p:cNvPr id="120" name="Google Shape;219;p33">
            <a:extLst>
              <a:ext uri="{FF2B5EF4-FFF2-40B4-BE49-F238E27FC236}">
                <a16:creationId xmlns:a16="http://schemas.microsoft.com/office/drawing/2014/main" id="{2E7F0A71-6CE5-4AA3-99AF-4F3DD411214A}"/>
              </a:ext>
            </a:extLst>
          </p:cNvPr>
          <p:cNvSpPr/>
          <p:nvPr/>
        </p:nvSpPr>
        <p:spPr>
          <a:xfrm>
            <a:off x="8968349" y="1845772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21" name="Google Shape;219;p33">
            <a:extLst>
              <a:ext uri="{FF2B5EF4-FFF2-40B4-BE49-F238E27FC236}">
                <a16:creationId xmlns:a16="http://schemas.microsoft.com/office/drawing/2014/main" id="{1033045D-525F-B0DC-B246-7B9EE9004169}"/>
              </a:ext>
            </a:extLst>
          </p:cNvPr>
          <p:cNvSpPr/>
          <p:nvPr/>
        </p:nvSpPr>
        <p:spPr>
          <a:xfrm>
            <a:off x="8965345" y="4480478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22" name="Google Shape;219;p33">
            <a:extLst>
              <a:ext uri="{FF2B5EF4-FFF2-40B4-BE49-F238E27FC236}">
                <a16:creationId xmlns:a16="http://schemas.microsoft.com/office/drawing/2014/main" id="{875F7942-F1BA-5992-CF55-89CD94A77A9C}"/>
              </a:ext>
            </a:extLst>
          </p:cNvPr>
          <p:cNvSpPr/>
          <p:nvPr/>
        </p:nvSpPr>
        <p:spPr>
          <a:xfrm>
            <a:off x="8965345" y="4730234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24" name="Google Shape;219;p33">
            <a:extLst>
              <a:ext uri="{FF2B5EF4-FFF2-40B4-BE49-F238E27FC236}">
                <a16:creationId xmlns:a16="http://schemas.microsoft.com/office/drawing/2014/main" id="{E03EE0C0-C383-EC92-EA48-A6BB1524E934}"/>
              </a:ext>
            </a:extLst>
          </p:cNvPr>
          <p:cNvSpPr/>
          <p:nvPr/>
        </p:nvSpPr>
        <p:spPr>
          <a:xfrm>
            <a:off x="9967384" y="3182532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sp>
        <p:nvSpPr>
          <p:cNvPr id="125" name="Google Shape;219;p33">
            <a:extLst>
              <a:ext uri="{FF2B5EF4-FFF2-40B4-BE49-F238E27FC236}">
                <a16:creationId xmlns:a16="http://schemas.microsoft.com/office/drawing/2014/main" id="{AF325B3D-FF26-5896-FB03-DBD7A5E3EF6A}"/>
              </a:ext>
            </a:extLst>
          </p:cNvPr>
          <p:cNvSpPr/>
          <p:nvPr/>
        </p:nvSpPr>
        <p:spPr>
          <a:xfrm>
            <a:off x="9967384" y="3432288"/>
            <a:ext cx="208244" cy="206976"/>
          </a:xfrm>
          <a:prstGeom prst="ellipse">
            <a:avLst/>
          </a:prstGeom>
          <a:solidFill>
            <a:srgbClr val="76B900">
              <a:lumMod val="20000"/>
              <a:lumOff val="80000"/>
            </a:srgb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42306" tIns="21111" rIns="42306" bIns="21111" anchor="ctr" anchorCtr="0">
            <a:noAutofit/>
          </a:bodyPr>
          <a:lstStyle/>
          <a:p>
            <a:pPr marL="0" marR="0" lvl="0" indent="0" algn="ctr" defTabSz="101599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Tx/>
              <a:buNone/>
              <a:tabLst/>
              <a:defRPr/>
            </a:pPr>
            <a:endParaRPr kumimoji="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8D1A1D7E-86DC-7B37-B19D-1813F343A9B9}"/>
              </a:ext>
            </a:extLst>
          </p:cNvPr>
          <p:cNvCxnSpPr>
            <a:cxnSpLocks/>
            <a:endCxn id="122" idx="2"/>
          </p:cNvCxnSpPr>
          <p:nvPr/>
        </p:nvCxnSpPr>
        <p:spPr>
          <a:xfrm rot="16200000" flipH="1">
            <a:off x="8093964" y="3962341"/>
            <a:ext cx="1214868" cy="527893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9B23B604-7C1E-69B8-B2F1-5E52955A8679}"/>
              </a:ext>
            </a:extLst>
          </p:cNvPr>
          <p:cNvCxnSpPr>
            <a:cxnSpLocks/>
            <a:endCxn id="121" idx="2"/>
          </p:cNvCxnSpPr>
          <p:nvPr/>
        </p:nvCxnSpPr>
        <p:spPr>
          <a:xfrm rot="16200000" flipH="1">
            <a:off x="8218842" y="3837462"/>
            <a:ext cx="965112" cy="527893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A9ECF7CA-9627-4AAE-6671-25F2095011DA}"/>
              </a:ext>
            </a:extLst>
          </p:cNvPr>
          <p:cNvCxnSpPr>
            <a:cxnSpLocks/>
            <a:endCxn id="120" idx="2"/>
          </p:cNvCxnSpPr>
          <p:nvPr/>
        </p:nvCxnSpPr>
        <p:spPr>
          <a:xfrm rot="16200000">
            <a:off x="7868103" y="2518608"/>
            <a:ext cx="1669594" cy="530898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A0CCAFC2-119B-136F-0C0C-7196DF8F2E37}"/>
              </a:ext>
            </a:extLst>
          </p:cNvPr>
          <p:cNvSpPr txBox="1"/>
          <p:nvPr/>
        </p:nvSpPr>
        <p:spPr>
          <a:xfrm rot="16200000">
            <a:off x="7807256" y="3094996"/>
            <a:ext cx="2438936" cy="3432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squar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…                 …</a:t>
            </a:r>
          </a:p>
        </p:txBody>
      </p: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9F1F17B2-E3CE-6B0A-374D-5286389E51D6}"/>
              </a:ext>
            </a:extLst>
          </p:cNvPr>
          <p:cNvCxnSpPr>
            <a:cxnSpLocks/>
            <a:endCxn id="122" idx="2"/>
          </p:cNvCxnSpPr>
          <p:nvPr/>
        </p:nvCxnSpPr>
        <p:spPr>
          <a:xfrm rot="16200000" flipH="1">
            <a:off x="7995830" y="3864206"/>
            <a:ext cx="1416241" cy="522791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689027E9-1DB1-3CB6-2CE4-0B6F3C1C2523}"/>
              </a:ext>
            </a:extLst>
          </p:cNvPr>
          <p:cNvCxnSpPr>
            <a:cxnSpLocks/>
            <a:endCxn id="121" idx="2"/>
          </p:cNvCxnSpPr>
          <p:nvPr/>
        </p:nvCxnSpPr>
        <p:spPr>
          <a:xfrm rot="16200000" flipH="1">
            <a:off x="8117905" y="3736527"/>
            <a:ext cx="1172087" cy="522791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537F22B1-E2DE-5358-9781-3B6BBA87B447}"/>
              </a:ext>
            </a:extLst>
          </p:cNvPr>
          <p:cNvCxnSpPr>
            <a:cxnSpLocks/>
            <a:endCxn id="120" idx="2"/>
          </p:cNvCxnSpPr>
          <p:nvPr/>
        </p:nvCxnSpPr>
        <p:spPr>
          <a:xfrm rot="16200000">
            <a:off x="7971341" y="2420472"/>
            <a:ext cx="1468221" cy="525796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0431E0EF-8D60-D03A-485F-B2D34B785A6A}"/>
              </a:ext>
            </a:extLst>
          </p:cNvPr>
          <p:cNvCxnSpPr>
            <a:cxnSpLocks/>
            <a:endCxn id="122" idx="2"/>
          </p:cNvCxnSpPr>
          <p:nvPr/>
        </p:nvCxnSpPr>
        <p:spPr>
          <a:xfrm rot="16200000" flipH="1">
            <a:off x="7752136" y="3620512"/>
            <a:ext cx="1903628" cy="522791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613E044D-4715-1013-AA4F-9AB61349952E}"/>
              </a:ext>
            </a:extLst>
          </p:cNvPr>
          <p:cNvCxnSpPr>
            <a:cxnSpLocks/>
            <a:endCxn id="121" idx="2"/>
          </p:cNvCxnSpPr>
          <p:nvPr/>
        </p:nvCxnSpPr>
        <p:spPr>
          <a:xfrm rot="16200000" flipH="1">
            <a:off x="7877013" y="3495633"/>
            <a:ext cx="1653871" cy="522791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8ACBE52B-99B1-AD66-E87B-C82F5758AE28}"/>
              </a:ext>
            </a:extLst>
          </p:cNvPr>
          <p:cNvCxnSpPr>
            <a:cxnSpLocks/>
            <a:endCxn id="120" idx="2"/>
          </p:cNvCxnSpPr>
          <p:nvPr/>
        </p:nvCxnSpPr>
        <p:spPr>
          <a:xfrm rot="16200000">
            <a:off x="8215034" y="2176779"/>
            <a:ext cx="980834" cy="525796"/>
          </a:xfrm>
          <a:prstGeom prst="line">
            <a:avLst/>
          </a:prstGeom>
          <a:noFill/>
          <a:ln w="285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974D39FD-7B3C-03DD-EB78-1AEFE598FDA1}"/>
              </a:ext>
            </a:extLst>
          </p:cNvPr>
          <p:cNvSpPr txBox="1"/>
          <p:nvPr/>
        </p:nvSpPr>
        <p:spPr>
          <a:xfrm>
            <a:off x="9173589" y="5658172"/>
            <a:ext cx="1957588" cy="5925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(2)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Output Prediction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3925BDC4-F0F8-44E6-26CC-215E407FBDBA}"/>
              </a:ext>
            </a:extLst>
          </p:cNvPr>
          <p:cNvSpPr txBox="1"/>
          <p:nvPr/>
        </p:nvSpPr>
        <p:spPr>
          <a:xfrm>
            <a:off x="8601432" y="4945525"/>
            <a:ext cx="825868" cy="592535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rtlCol="0" anchor="ctr">
            <a:spAutoFit/>
          </a:bodyPr>
          <a:lstStyle/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(512)</a:t>
            </a:r>
          </a:p>
          <a:p>
            <a:pPr marL="0" marR="0" lvl="0" indent="0" algn="ctr" defTabSz="507995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Dense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C6618299-540C-E031-46F7-3D627658C33A}"/>
              </a:ext>
            </a:extLst>
          </p:cNvPr>
          <p:cNvSpPr/>
          <p:nvPr/>
        </p:nvSpPr>
        <p:spPr>
          <a:xfrm>
            <a:off x="1061451" y="2672807"/>
            <a:ext cx="451421" cy="323490"/>
          </a:xfrm>
          <a:prstGeom prst="rect">
            <a:avLst/>
          </a:prstGeom>
          <a:noFill/>
          <a:ln w="25400" cap="flat" cmpd="sng" algn="ctr">
            <a:solidFill>
              <a:srgbClr val="9A4216"/>
            </a:solidFill>
            <a:prstDash val="solid"/>
          </a:ln>
          <a:effectLst/>
          <a:scene3d>
            <a:camera prst="isometricRightUp"/>
            <a:lightRig rig="threePt" dir="t"/>
          </a:scene3d>
        </p:spPr>
        <p:txBody>
          <a:bodyPr rtlCol="0" anchor="ctr"/>
          <a:lstStyle/>
          <a:p>
            <a:pPr marL="0" marR="0" lvl="0" indent="0" algn="ctr" defTabSz="507995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E0DEECFF-42FA-DEC3-B3C6-07EC4E4999B9}"/>
              </a:ext>
            </a:extLst>
          </p:cNvPr>
          <p:cNvCxnSpPr/>
          <p:nvPr/>
        </p:nvCxnSpPr>
        <p:spPr>
          <a:xfrm flipV="1">
            <a:off x="1287160" y="2439676"/>
            <a:ext cx="1804758" cy="383796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193" name="Picture 192">
            <a:extLst>
              <a:ext uri="{FF2B5EF4-FFF2-40B4-BE49-F238E27FC236}">
                <a16:creationId xmlns:a16="http://schemas.microsoft.com/office/drawing/2014/main" id="{A68269B3-B868-8B4D-88FC-5410DABF4D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018" t="46330" r="44192" b="39913"/>
          <a:stretch/>
        </p:blipFill>
        <p:spPr>
          <a:xfrm>
            <a:off x="2574479" y="1955060"/>
            <a:ext cx="949810" cy="943511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C2D6B434-8239-ACFE-5060-0860A4B20A8E}"/>
              </a:ext>
            </a:extLst>
          </p:cNvPr>
          <p:cNvCxnSpPr>
            <a:cxnSpLocks/>
          </p:cNvCxnSpPr>
          <p:nvPr/>
        </p:nvCxnSpPr>
        <p:spPr>
          <a:xfrm>
            <a:off x="1298743" y="2827711"/>
            <a:ext cx="1769962" cy="754489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195" name="Picture 194">
            <a:extLst>
              <a:ext uri="{FF2B5EF4-FFF2-40B4-BE49-F238E27FC236}">
                <a16:creationId xmlns:a16="http://schemas.microsoft.com/office/drawing/2014/main" id="{D32BAE5C-07F1-F342-0682-B0BC1461B1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839" t="46366" r="58553" b="39877"/>
          <a:stretch/>
        </p:blipFill>
        <p:spPr>
          <a:xfrm>
            <a:off x="2628156" y="3046478"/>
            <a:ext cx="927526" cy="943511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80547A0C-98C8-18BA-5DAC-12C4AAEB5BF4}"/>
              </a:ext>
            </a:extLst>
          </p:cNvPr>
          <p:cNvCxnSpPr>
            <a:cxnSpLocks/>
          </p:cNvCxnSpPr>
          <p:nvPr/>
        </p:nvCxnSpPr>
        <p:spPr>
          <a:xfrm>
            <a:off x="3068534" y="2428086"/>
            <a:ext cx="1242384" cy="460466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197" name="Picture 196">
            <a:extLst>
              <a:ext uri="{FF2B5EF4-FFF2-40B4-BE49-F238E27FC236}">
                <a16:creationId xmlns:a16="http://schemas.microsoft.com/office/drawing/2014/main" id="{81952CD5-2B67-B7A8-67C8-7D7DFDE5152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328" t="39232" r="58064" b="47010"/>
          <a:stretch/>
        </p:blipFill>
        <p:spPr>
          <a:xfrm>
            <a:off x="3385298" y="2002356"/>
            <a:ext cx="1510948" cy="1536989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sp>
        <p:nvSpPr>
          <p:cNvPr id="198" name="Rectangle 197">
            <a:extLst>
              <a:ext uri="{FF2B5EF4-FFF2-40B4-BE49-F238E27FC236}">
                <a16:creationId xmlns:a16="http://schemas.microsoft.com/office/drawing/2014/main" id="{C221CFBD-72E3-E521-E62C-1CECCA3D0494}"/>
              </a:ext>
            </a:extLst>
          </p:cNvPr>
          <p:cNvSpPr/>
          <p:nvPr/>
        </p:nvSpPr>
        <p:spPr>
          <a:xfrm>
            <a:off x="3648730" y="2401736"/>
            <a:ext cx="451421" cy="323490"/>
          </a:xfrm>
          <a:prstGeom prst="rect">
            <a:avLst/>
          </a:prstGeom>
          <a:noFill/>
          <a:ln w="25400" cap="flat" cmpd="sng" algn="ctr">
            <a:solidFill>
              <a:srgbClr val="9A4216"/>
            </a:solidFill>
            <a:prstDash val="solid"/>
          </a:ln>
          <a:effectLst/>
          <a:scene3d>
            <a:camera prst="isometricRightUp"/>
            <a:lightRig rig="threePt" dir="t"/>
          </a:scene3d>
        </p:spPr>
        <p:txBody>
          <a:bodyPr rtlCol="0" anchor="ctr"/>
          <a:lstStyle/>
          <a:p>
            <a:pPr marL="0" marR="0" lvl="0" indent="0" algn="ctr" defTabSz="507995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F4CFB139-D8F7-088B-FF09-48900F1F7D5A}"/>
              </a:ext>
            </a:extLst>
          </p:cNvPr>
          <p:cNvCxnSpPr>
            <a:cxnSpLocks/>
          </p:cNvCxnSpPr>
          <p:nvPr/>
        </p:nvCxnSpPr>
        <p:spPr>
          <a:xfrm flipV="1">
            <a:off x="3100770" y="3286020"/>
            <a:ext cx="700296" cy="231941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BB033634-D629-EABE-B172-35297B871BAF}"/>
              </a:ext>
            </a:extLst>
          </p:cNvPr>
          <p:cNvGrpSpPr/>
          <p:nvPr/>
        </p:nvGrpSpPr>
        <p:grpSpPr>
          <a:xfrm>
            <a:off x="3570387" y="2336657"/>
            <a:ext cx="1510948" cy="1532962"/>
            <a:chOff x="3213348" y="2102991"/>
            <a:chExt cx="1359853" cy="1379666"/>
          </a:xfrm>
        </p:grpSpPr>
        <p:pic>
          <p:nvPicPr>
            <p:cNvPr id="201" name="Picture 200">
              <a:extLst>
                <a:ext uri="{FF2B5EF4-FFF2-40B4-BE49-F238E27FC236}">
                  <a16:creationId xmlns:a16="http://schemas.microsoft.com/office/drawing/2014/main" id="{07788C9C-DFFA-18D9-9888-C44FC255AC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48611" t="39389" r="43867" b="47044"/>
            <a:stretch/>
          </p:blipFill>
          <p:spPr>
            <a:xfrm>
              <a:off x="3213348" y="2102991"/>
              <a:ext cx="1359853" cy="1379666"/>
            </a:xfrm>
            <a:prstGeom prst="rect">
              <a:avLst/>
            </a:prstGeom>
            <a:scene3d>
              <a:camera prst="isometricRightUp"/>
              <a:lightRig rig="threePt" dir="t"/>
            </a:scene3d>
          </p:spPr>
        </p:pic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06027FC7-6D8A-FF5F-D399-95D6E868DE7F}"/>
                </a:ext>
              </a:extLst>
            </p:cNvPr>
            <p:cNvSpPr/>
            <p:nvPr/>
          </p:nvSpPr>
          <p:spPr>
            <a:xfrm>
              <a:off x="3473547" y="2448480"/>
              <a:ext cx="406279" cy="291141"/>
            </a:xfrm>
            <a:prstGeom prst="rect">
              <a:avLst/>
            </a:prstGeom>
            <a:noFill/>
            <a:ln w="25400" cap="flat" cmpd="sng" algn="ctr">
              <a:solidFill>
                <a:srgbClr val="9A4216"/>
              </a:solidFill>
              <a:prstDash val="solid"/>
            </a:ln>
            <a:effectLst/>
            <a:scene3d>
              <a:camera prst="isometricRightUp"/>
              <a:lightRig rig="threePt" dir="t"/>
            </a:scene3d>
          </p:spPr>
          <p:txBody>
            <a:bodyPr rtlCol="0" anchor="ctr"/>
            <a:lstStyle/>
            <a:p>
              <a:pPr marL="0" marR="0" lvl="0" indent="0" algn="ctr" defTabSz="507995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217E4142-1327-BA41-AB84-51CB1633AFBF}"/>
              </a:ext>
            </a:extLst>
          </p:cNvPr>
          <p:cNvCxnSpPr>
            <a:cxnSpLocks/>
          </p:cNvCxnSpPr>
          <p:nvPr/>
        </p:nvCxnSpPr>
        <p:spPr>
          <a:xfrm flipV="1">
            <a:off x="3861724" y="2201356"/>
            <a:ext cx="1690401" cy="374582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204" name="Picture 203">
            <a:extLst>
              <a:ext uri="{FF2B5EF4-FFF2-40B4-BE49-F238E27FC236}">
                <a16:creationId xmlns:a16="http://schemas.microsoft.com/office/drawing/2014/main" id="{B298CB15-07F5-3B60-617F-BEFFCA1ED04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839" t="48989" r="58501" b="37066"/>
          <a:stretch/>
        </p:blipFill>
        <p:spPr>
          <a:xfrm>
            <a:off x="5045286" y="1775863"/>
            <a:ext cx="933786" cy="956300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915DBCB7-078B-1E91-4DF9-39233473C6B5}"/>
              </a:ext>
            </a:extLst>
          </p:cNvPr>
          <p:cNvCxnSpPr>
            <a:cxnSpLocks/>
          </p:cNvCxnSpPr>
          <p:nvPr/>
        </p:nvCxnSpPr>
        <p:spPr>
          <a:xfrm>
            <a:off x="3868279" y="2563480"/>
            <a:ext cx="1683846" cy="770297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206" name="Picture 205">
            <a:extLst>
              <a:ext uri="{FF2B5EF4-FFF2-40B4-BE49-F238E27FC236}">
                <a16:creationId xmlns:a16="http://schemas.microsoft.com/office/drawing/2014/main" id="{14421A65-BD83-57CA-E6B4-899AAAF287F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8095" t="65776" r="44259" b="20771"/>
          <a:stretch/>
        </p:blipFill>
        <p:spPr>
          <a:xfrm>
            <a:off x="5022362" y="2970307"/>
            <a:ext cx="932119" cy="922571"/>
          </a:xfrm>
          <a:prstGeom prst="rect">
            <a:avLst/>
          </a:prstGeom>
          <a:ln w="3175">
            <a:solidFill>
              <a:srgbClr val="B3B3B3">
                <a:alpha val="56078"/>
              </a:srgbClr>
            </a:solidFill>
          </a:ln>
          <a:scene3d>
            <a:camera prst="isometricRightUp"/>
            <a:lightRig rig="threePt" dir="t"/>
          </a:scene3d>
        </p:spPr>
      </p:pic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14E06EF8-E38E-B072-6CE8-1D38D98B74D4}"/>
              </a:ext>
            </a:extLst>
          </p:cNvPr>
          <p:cNvCxnSpPr>
            <a:cxnSpLocks/>
          </p:cNvCxnSpPr>
          <p:nvPr/>
        </p:nvCxnSpPr>
        <p:spPr>
          <a:xfrm>
            <a:off x="4100150" y="2889217"/>
            <a:ext cx="1452480" cy="638984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208" name="Picture 207">
            <a:extLst>
              <a:ext uri="{FF2B5EF4-FFF2-40B4-BE49-F238E27FC236}">
                <a16:creationId xmlns:a16="http://schemas.microsoft.com/office/drawing/2014/main" id="{BFA7D4BC-04F3-F67A-5A35-11F17EAA506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8103" t="65700" r="44252" b="20664"/>
          <a:stretch/>
        </p:blipFill>
        <p:spPr>
          <a:xfrm>
            <a:off x="5113399" y="3050373"/>
            <a:ext cx="932119" cy="935171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37C87E63-17DD-C599-23F2-6072FCB551C5}"/>
              </a:ext>
            </a:extLst>
          </p:cNvPr>
          <p:cNvCxnSpPr>
            <a:cxnSpLocks/>
          </p:cNvCxnSpPr>
          <p:nvPr/>
        </p:nvCxnSpPr>
        <p:spPr>
          <a:xfrm flipV="1">
            <a:off x="4085207" y="2351155"/>
            <a:ext cx="1541190" cy="538271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210" name="Picture 209">
            <a:extLst>
              <a:ext uri="{FF2B5EF4-FFF2-40B4-BE49-F238E27FC236}">
                <a16:creationId xmlns:a16="http://schemas.microsoft.com/office/drawing/2014/main" id="{87619693-63A9-3D24-4435-06468290522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8024" t="49170" r="44231" b="37094"/>
          <a:stretch/>
        </p:blipFill>
        <p:spPr>
          <a:xfrm>
            <a:off x="5141760" y="1874400"/>
            <a:ext cx="955864" cy="953509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6351BEA3-107D-FF75-1B24-CC8EFC01E426}"/>
              </a:ext>
            </a:extLst>
          </p:cNvPr>
          <p:cNvCxnSpPr>
            <a:cxnSpLocks/>
          </p:cNvCxnSpPr>
          <p:nvPr/>
        </p:nvCxnSpPr>
        <p:spPr>
          <a:xfrm>
            <a:off x="5640039" y="2360278"/>
            <a:ext cx="1242384" cy="460466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212" name="Picture 211">
            <a:extLst>
              <a:ext uri="{FF2B5EF4-FFF2-40B4-BE49-F238E27FC236}">
                <a16:creationId xmlns:a16="http://schemas.microsoft.com/office/drawing/2014/main" id="{83294676-EA38-AA7D-7E64-530AF95410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394" t="55920" r="58015" b="30443"/>
          <a:stretch/>
        </p:blipFill>
        <p:spPr>
          <a:xfrm>
            <a:off x="5998719" y="1948713"/>
            <a:ext cx="1517119" cy="1532961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B059BEC1-F9E7-C513-5AF4-BFB651FE4306}"/>
              </a:ext>
            </a:extLst>
          </p:cNvPr>
          <p:cNvCxnSpPr>
            <a:cxnSpLocks/>
          </p:cNvCxnSpPr>
          <p:nvPr/>
        </p:nvCxnSpPr>
        <p:spPr>
          <a:xfrm flipV="1">
            <a:off x="5598175" y="3266611"/>
            <a:ext cx="881274" cy="261591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  <p:pic>
        <p:nvPicPr>
          <p:cNvPr id="214" name="Picture 213">
            <a:extLst>
              <a:ext uri="{FF2B5EF4-FFF2-40B4-BE49-F238E27FC236}">
                <a16:creationId xmlns:a16="http://schemas.microsoft.com/office/drawing/2014/main" id="{6EEB54A9-2B81-B3CF-C584-635AA3B54F6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680" t="55835" r="43764" b="30529"/>
          <a:stretch/>
        </p:blipFill>
        <p:spPr>
          <a:xfrm>
            <a:off x="6171391" y="2213128"/>
            <a:ext cx="1492031" cy="1514856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8A33FF9E-541E-3CD7-ED6B-C1990014B0C7}"/>
              </a:ext>
            </a:extLst>
          </p:cNvPr>
          <p:cNvCxnSpPr>
            <a:cxnSpLocks/>
          </p:cNvCxnSpPr>
          <p:nvPr/>
        </p:nvCxnSpPr>
        <p:spPr>
          <a:xfrm flipV="1">
            <a:off x="7306539" y="1750758"/>
            <a:ext cx="700871" cy="44753"/>
          </a:xfrm>
          <a:prstGeom prst="line">
            <a:avLst/>
          </a:prstGeom>
          <a:noFill/>
          <a:ln w="28575" cap="flat" cmpd="sng" algn="ctr">
            <a:solidFill>
              <a:srgbClr val="9A4216"/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65106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C255AB46-10D9-5616-C667-449311D5E3E0}"/>
              </a:ext>
            </a:extLst>
          </p:cNvPr>
          <p:cNvGrpSpPr/>
          <p:nvPr/>
        </p:nvGrpSpPr>
        <p:grpSpPr>
          <a:xfrm>
            <a:off x="3504457" y="3610001"/>
            <a:ext cx="2379791" cy="1828987"/>
            <a:chOff x="5654506" y="3610001"/>
            <a:chExt cx="2379791" cy="1828987"/>
          </a:xfrm>
        </p:grpSpPr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458EC563-C094-643B-9141-E3D804D326E7}"/>
                </a:ext>
              </a:extLst>
            </p:cNvPr>
            <p:cNvSpPr>
              <a:spLocks/>
            </p:cNvSpPr>
            <p:nvPr/>
          </p:nvSpPr>
          <p:spPr>
            <a:xfrm>
              <a:off x="5654506" y="3610001"/>
              <a:ext cx="2379791" cy="1828987"/>
            </a:xfrm>
            <a:prstGeom prst="cube">
              <a:avLst>
                <a:gd name="adj" fmla="val 36411"/>
              </a:avLst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19AE3F02-A387-63D3-75D2-CFD4B3D0BAA1}"/>
                </a:ext>
              </a:extLst>
            </p:cNvPr>
            <p:cNvSpPr>
              <a:spLocks/>
            </p:cNvSpPr>
            <p:nvPr/>
          </p:nvSpPr>
          <p:spPr>
            <a:xfrm>
              <a:off x="7629660" y="4253440"/>
              <a:ext cx="384312" cy="923369"/>
            </a:xfrm>
            <a:prstGeom prst="cube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BDD1C7E-87E4-4D99-8B52-8B0284009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Resnet </a:t>
            </a:r>
          </a:p>
        </p:txBody>
      </p:sp>
      <p:pic>
        <p:nvPicPr>
          <p:cNvPr id="3" name="Picture 2" descr="Image result for CNN kernel gif">
            <a:extLst>
              <a:ext uri="{FF2B5EF4-FFF2-40B4-BE49-F238E27FC236}">
                <a16:creationId xmlns:a16="http://schemas.microsoft.com/office/drawing/2014/main" id="{7FB02E6D-6CB7-5396-FBD8-60CBC71F5AA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896" y="925369"/>
            <a:ext cx="4140894" cy="153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0408B0-F3E8-0BFB-2F2D-62ED9F9985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210" y="2563971"/>
            <a:ext cx="1854128" cy="2793590"/>
          </a:xfrm>
          <a:prstGeom prst="rect">
            <a:avLst/>
          </a:prstGeom>
          <a:scene3d>
            <a:camera prst="orthographicFront">
              <a:rot lat="19799996" lon="3600000" rev="0"/>
            </a:camera>
            <a:lightRig rig="threePt" dir="t"/>
          </a:scene3d>
        </p:spPr>
      </p:pic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B037EC9B-2F28-42C9-398A-121530BF6E4F}"/>
              </a:ext>
            </a:extLst>
          </p:cNvPr>
          <p:cNvSpPr>
            <a:spLocks/>
          </p:cNvSpPr>
          <p:nvPr/>
        </p:nvSpPr>
        <p:spPr>
          <a:xfrm>
            <a:off x="1035496" y="6040299"/>
            <a:ext cx="2268929" cy="38521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0E8F1466-B33B-077D-09A7-29F8B9076C84}"/>
              </a:ext>
            </a:extLst>
          </p:cNvPr>
          <p:cNvSpPr>
            <a:spLocks/>
          </p:cNvSpPr>
          <p:nvPr/>
        </p:nvSpPr>
        <p:spPr>
          <a:xfrm>
            <a:off x="4804583" y="6040299"/>
            <a:ext cx="2268929" cy="38521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Convolution layer</a:t>
            </a: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442624A8-56F4-4DE9-06AD-497427503B8B}"/>
              </a:ext>
            </a:extLst>
          </p:cNvPr>
          <p:cNvSpPr>
            <a:spLocks/>
          </p:cNvSpPr>
          <p:nvPr/>
        </p:nvSpPr>
        <p:spPr>
          <a:xfrm>
            <a:off x="8743944" y="6040299"/>
            <a:ext cx="2268929" cy="38521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7D918CA-70C4-D8E1-D8C8-6081E1609D5C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5839541" y="4253440"/>
            <a:ext cx="2828771" cy="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195BCFB-4750-EA67-99E8-5B9A3BA38254}"/>
              </a:ext>
            </a:extLst>
          </p:cNvPr>
          <p:cNvCxnSpPr>
            <a:cxnSpLocks/>
          </p:cNvCxnSpPr>
          <p:nvPr/>
        </p:nvCxnSpPr>
        <p:spPr>
          <a:xfrm>
            <a:off x="5846933" y="4818407"/>
            <a:ext cx="2841703" cy="16551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97D337D-8462-44AF-FF62-DA3E2FC7921E}"/>
              </a:ext>
            </a:extLst>
          </p:cNvPr>
          <p:cNvCxnSpPr>
            <a:cxnSpLocks/>
          </p:cNvCxnSpPr>
          <p:nvPr/>
        </p:nvCxnSpPr>
        <p:spPr>
          <a:xfrm flipV="1">
            <a:off x="5492183" y="5152184"/>
            <a:ext cx="2791816" cy="16888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73FEE5B-E179-6C3C-45D0-ECD7E1CF25F8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5492183" y="4579149"/>
            <a:ext cx="2791816" cy="3331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591F70B-7944-F028-12D9-69E04A2B2569}"/>
              </a:ext>
            </a:extLst>
          </p:cNvPr>
          <p:cNvSpPr txBox="1">
            <a:spLocks/>
          </p:cNvSpPr>
          <p:nvPr/>
        </p:nvSpPr>
        <p:spPr>
          <a:xfrm>
            <a:off x="2593078" y="5069953"/>
            <a:ext cx="532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A89FA7-60C1-C3F5-6E69-823A4E324771}"/>
              </a:ext>
            </a:extLst>
          </p:cNvPr>
          <p:cNvSpPr txBox="1">
            <a:spLocks/>
          </p:cNvSpPr>
          <p:nvPr/>
        </p:nvSpPr>
        <p:spPr>
          <a:xfrm>
            <a:off x="9453446" y="4841329"/>
            <a:ext cx="63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…</a:t>
            </a:r>
          </a:p>
        </p:txBody>
      </p:sp>
      <p:sp>
        <p:nvSpPr>
          <p:cNvPr id="13" name="Double Bracket 12">
            <a:extLst>
              <a:ext uri="{FF2B5EF4-FFF2-40B4-BE49-F238E27FC236}">
                <a16:creationId xmlns:a16="http://schemas.microsoft.com/office/drawing/2014/main" id="{3625F5F5-F183-6890-CD9F-6F9D121A2EFD}"/>
              </a:ext>
            </a:extLst>
          </p:cNvPr>
          <p:cNvSpPr>
            <a:spLocks/>
          </p:cNvSpPr>
          <p:nvPr/>
        </p:nvSpPr>
        <p:spPr>
          <a:xfrm rot="16200000">
            <a:off x="9625770" y="4214350"/>
            <a:ext cx="1747560" cy="538863"/>
          </a:xfrm>
          <a:prstGeom prst="bracketPair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4EC7935-BC15-FBB6-BC9A-D0BC0B8B8097}"/>
              </a:ext>
            </a:extLst>
          </p:cNvPr>
          <p:cNvGrpSpPr/>
          <p:nvPr/>
        </p:nvGrpSpPr>
        <p:grpSpPr>
          <a:xfrm>
            <a:off x="1922100" y="1441506"/>
            <a:ext cx="3252161" cy="842866"/>
            <a:chOff x="3138401" y="3053742"/>
            <a:chExt cx="3084513" cy="6511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2D5409A-2FCD-559E-F672-755DEC58C18F}"/>
                    </a:ext>
                  </a:extLst>
                </p:cNvPr>
                <p:cNvSpPr txBox="1"/>
                <p:nvPr/>
              </p:nvSpPr>
              <p:spPr>
                <a:xfrm>
                  <a:off x="4373274" y="3067618"/>
                  <a:ext cx="1553424" cy="6373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2D5409A-2FCD-559E-F672-755DEC58C1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3274" y="3067618"/>
                  <a:ext cx="1553424" cy="6373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5197456-A57A-9C10-04F1-0F75EBD7AD4C}"/>
                </a:ext>
              </a:extLst>
            </p:cNvPr>
            <p:cNvSpPr txBox="1"/>
            <p:nvPr/>
          </p:nvSpPr>
          <p:spPr>
            <a:xfrm>
              <a:off x="3138401" y="3178146"/>
              <a:ext cx="1066800" cy="2853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Kernel = </a:t>
              </a:r>
            </a:p>
          </p:txBody>
        </p:sp>
        <p:sp>
          <p:nvSpPr>
            <p:cNvPr id="32" name="Left Brace 31">
              <a:extLst>
                <a:ext uri="{FF2B5EF4-FFF2-40B4-BE49-F238E27FC236}">
                  <a16:creationId xmlns:a16="http://schemas.microsoft.com/office/drawing/2014/main" id="{A47D496D-9BE8-8846-8C2E-8D37A0E1ED1E}"/>
                </a:ext>
              </a:extLst>
            </p:cNvPr>
            <p:cNvSpPr/>
            <p:nvPr/>
          </p:nvSpPr>
          <p:spPr>
            <a:xfrm>
              <a:off x="4124739" y="3053742"/>
              <a:ext cx="228600" cy="618140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Left Brace 32">
              <a:extLst>
                <a:ext uri="{FF2B5EF4-FFF2-40B4-BE49-F238E27FC236}">
                  <a16:creationId xmlns:a16="http://schemas.microsoft.com/office/drawing/2014/main" id="{4CD89C5F-7A48-64A7-9F77-A37781E52328}"/>
                </a:ext>
              </a:extLst>
            </p:cNvPr>
            <p:cNvSpPr/>
            <p:nvPr/>
          </p:nvSpPr>
          <p:spPr>
            <a:xfrm flipH="1">
              <a:off x="5994314" y="3053742"/>
              <a:ext cx="228600" cy="618140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5D3C5949-87F2-6D78-D963-247A6D102B95}"/>
              </a:ext>
            </a:extLst>
          </p:cNvPr>
          <p:cNvSpPr/>
          <p:nvPr/>
        </p:nvSpPr>
        <p:spPr>
          <a:xfrm>
            <a:off x="10150136" y="2962456"/>
            <a:ext cx="763654" cy="2916233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pic>
        <p:nvPicPr>
          <p:cNvPr id="35" name="Graphic 220" descr="Scissors">
            <a:extLst>
              <a:ext uri="{FF2B5EF4-FFF2-40B4-BE49-F238E27FC236}">
                <a16:creationId xmlns:a16="http://schemas.microsoft.com/office/drawing/2014/main" id="{CDE0DE13-EFE5-0834-D85D-4A831C7AF2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9614315" y="5326285"/>
            <a:ext cx="1531715" cy="1531715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066A5AE6-670C-BF19-B3B0-7CF95AA5459C}"/>
              </a:ext>
            </a:extLst>
          </p:cNvPr>
          <p:cNvGrpSpPr/>
          <p:nvPr/>
        </p:nvGrpSpPr>
        <p:grpSpPr>
          <a:xfrm>
            <a:off x="6308845" y="3610001"/>
            <a:ext cx="2379791" cy="1828987"/>
            <a:chOff x="5654506" y="3610001"/>
            <a:chExt cx="2379791" cy="1828987"/>
          </a:xfrm>
        </p:grpSpPr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E6A4D6F4-DD11-7A01-7050-879586E962EF}"/>
                </a:ext>
              </a:extLst>
            </p:cNvPr>
            <p:cNvSpPr>
              <a:spLocks/>
            </p:cNvSpPr>
            <p:nvPr/>
          </p:nvSpPr>
          <p:spPr>
            <a:xfrm>
              <a:off x="5654506" y="3610001"/>
              <a:ext cx="2379791" cy="1828987"/>
            </a:xfrm>
            <a:prstGeom prst="cube">
              <a:avLst>
                <a:gd name="adj" fmla="val 36411"/>
              </a:avLst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1B11E29F-254D-D226-F2CA-94D9921F8A49}"/>
                </a:ext>
              </a:extLst>
            </p:cNvPr>
            <p:cNvSpPr>
              <a:spLocks/>
            </p:cNvSpPr>
            <p:nvPr/>
          </p:nvSpPr>
          <p:spPr>
            <a:xfrm>
              <a:off x="7629660" y="4253440"/>
              <a:ext cx="384312" cy="923369"/>
            </a:xfrm>
            <a:prstGeom prst="cube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43" name="Arrow: Curved Down 42">
            <a:extLst>
              <a:ext uri="{FF2B5EF4-FFF2-40B4-BE49-F238E27FC236}">
                <a16:creationId xmlns:a16="http://schemas.microsoft.com/office/drawing/2014/main" id="{9B44D4B6-A32B-8198-57D2-6B80DA0236CB}"/>
              </a:ext>
            </a:extLst>
          </p:cNvPr>
          <p:cNvSpPr/>
          <p:nvPr/>
        </p:nvSpPr>
        <p:spPr>
          <a:xfrm>
            <a:off x="4930689" y="2779010"/>
            <a:ext cx="2605610" cy="1159729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Cross 43">
            <a:extLst>
              <a:ext uri="{FF2B5EF4-FFF2-40B4-BE49-F238E27FC236}">
                <a16:creationId xmlns:a16="http://schemas.microsoft.com/office/drawing/2014/main" id="{CBF1B6D1-88DF-4B1E-1607-94FE58E9E883}"/>
              </a:ext>
            </a:extLst>
          </p:cNvPr>
          <p:cNvSpPr/>
          <p:nvPr/>
        </p:nvSpPr>
        <p:spPr>
          <a:xfrm>
            <a:off x="5964230" y="3057320"/>
            <a:ext cx="371678" cy="371678"/>
          </a:xfrm>
          <a:prstGeom prst="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86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2989</TotalTime>
  <Words>904</Words>
  <Application>Microsoft Office PowerPoint</Application>
  <PresentationFormat>Widescreen</PresentationFormat>
  <Paragraphs>389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Public Sans Web</vt:lpstr>
      <vt:lpstr>Aptos</vt:lpstr>
      <vt:lpstr>Aptos Display</vt:lpstr>
      <vt:lpstr>Arial</vt:lpstr>
      <vt:lpstr>Calibri</vt:lpstr>
      <vt:lpstr>Cambria Math</vt:lpstr>
      <vt:lpstr>Trebuchet MS</vt:lpstr>
      <vt:lpstr>Wingdings</vt:lpstr>
      <vt:lpstr>Office Theme</vt:lpstr>
      <vt:lpstr>Advanced Concepts in Machine Learning for Energy</vt:lpstr>
      <vt:lpstr>PowerPoint Presentation</vt:lpstr>
      <vt:lpstr>Lecture 2</vt:lpstr>
      <vt:lpstr>Pinhole principle </vt:lpstr>
      <vt:lpstr>PowerPoint Presentation</vt:lpstr>
      <vt:lpstr>PowerPoint Presentation</vt:lpstr>
      <vt:lpstr>Vision</vt:lpstr>
      <vt:lpstr>Flatworms</vt:lpstr>
      <vt:lpstr>Nautilus </vt:lpstr>
      <vt:lpstr>PowerPoint Presentation</vt:lpstr>
      <vt:lpstr>PowerPoint Presentation</vt:lpstr>
      <vt:lpstr>Light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Grey scale</vt:lpstr>
      <vt:lpstr>Image processing tasks</vt:lpstr>
      <vt:lpstr>PowerPoint Presentation</vt:lpstr>
      <vt:lpstr>Simple neural net</vt:lpstr>
      <vt:lpstr>Lab 2a</vt:lpstr>
      <vt:lpstr>Convolution Computation</vt:lpstr>
      <vt:lpstr>More than one dimension </vt:lpstr>
      <vt:lpstr>Simple neural net</vt:lpstr>
      <vt:lpstr>CNN dimensions </vt:lpstr>
      <vt:lpstr>Neural Network Perception</vt:lpstr>
      <vt:lpstr>Max pooling</vt:lpstr>
      <vt:lpstr>PowerPoint Presentation</vt:lpstr>
      <vt:lpstr>PowerPoint Presentation</vt:lpstr>
      <vt:lpstr>PowerPoint Presentation</vt:lpstr>
      <vt:lpstr>Image augmentation </vt:lpstr>
      <vt:lpstr>Image augmentation </vt:lpstr>
      <vt:lpstr>Established datasets</vt:lpstr>
      <vt:lpstr>Transfer learning </vt:lpstr>
      <vt:lpstr>Transfer learning </vt:lpstr>
      <vt:lpstr>Resnet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Pi, Yalong</dc:creator>
  <cp:lastModifiedBy>Pi, Yalong</cp:lastModifiedBy>
  <cp:revision>4</cp:revision>
  <dcterms:created xsi:type="dcterms:W3CDTF">2025-04-02T16:55:01Z</dcterms:created>
  <dcterms:modified xsi:type="dcterms:W3CDTF">2025-04-11T00:22:10Z</dcterms:modified>
</cp:coreProperties>
</file>